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3.xml" ContentType="application/vnd.openxmlformats-officedocument.presentationml.notesSlide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1" r:id="rId4"/>
    <p:sldMasterId id="2147483883" r:id="rId5"/>
    <p:sldMasterId id="2147483889" r:id="rId6"/>
  </p:sldMasterIdLst>
  <p:notesMasterIdLst>
    <p:notesMasterId r:id="rId87"/>
  </p:notesMasterIdLst>
  <p:sldIdLst>
    <p:sldId id="346" r:id="rId7"/>
    <p:sldId id="347" r:id="rId8"/>
    <p:sldId id="574" r:id="rId9"/>
    <p:sldId id="648" r:id="rId10"/>
    <p:sldId id="576" r:id="rId11"/>
    <p:sldId id="577" r:id="rId12"/>
    <p:sldId id="578" r:id="rId13"/>
    <p:sldId id="579" r:id="rId14"/>
    <p:sldId id="580" r:id="rId15"/>
    <p:sldId id="581" r:id="rId16"/>
    <p:sldId id="582" r:id="rId17"/>
    <p:sldId id="583" r:id="rId18"/>
    <p:sldId id="584" r:id="rId19"/>
    <p:sldId id="585" r:id="rId20"/>
    <p:sldId id="649" r:id="rId21"/>
    <p:sldId id="651" r:id="rId22"/>
    <p:sldId id="650" r:id="rId23"/>
    <p:sldId id="586" r:id="rId24"/>
    <p:sldId id="587" r:id="rId25"/>
    <p:sldId id="588" r:id="rId26"/>
    <p:sldId id="589" r:id="rId27"/>
    <p:sldId id="590" r:id="rId28"/>
    <p:sldId id="591" r:id="rId29"/>
    <p:sldId id="592" r:id="rId30"/>
    <p:sldId id="593" r:id="rId31"/>
    <p:sldId id="594" r:id="rId32"/>
    <p:sldId id="595" r:id="rId33"/>
    <p:sldId id="596" r:id="rId34"/>
    <p:sldId id="597" r:id="rId35"/>
    <p:sldId id="598" r:id="rId36"/>
    <p:sldId id="599" r:id="rId37"/>
    <p:sldId id="600" r:id="rId38"/>
    <p:sldId id="601" r:id="rId39"/>
    <p:sldId id="602" r:id="rId40"/>
    <p:sldId id="603" r:id="rId41"/>
    <p:sldId id="604" r:id="rId42"/>
    <p:sldId id="605" r:id="rId43"/>
    <p:sldId id="606" r:id="rId44"/>
    <p:sldId id="607" r:id="rId45"/>
    <p:sldId id="608" r:id="rId46"/>
    <p:sldId id="609" r:id="rId47"/>
    <p:sldId id="610" r:id="rId48"/>
    <p:sldId id="611" r:id="rId49"/>
    <p:sldId id="612" r:id="rId50"/>
    <p:sldId id="613" r:id="rId51"/>
    <p:sldId id="614" r:id="rId52"/>
    <p:sldId id="615" r:id="rId53"/>
    <p:sldId id="616" r:id="rId54"/>
    <p:sldId id="617" r:id="rId55"/>
    <p:sldId id="618" r:id="rId56"/>
    <p:sldId id="619" r:id="rId57"/>
    <p:sldId id="620" r:id="rId58"/>
    <p:sldId id="621" r:id="rId59"/>
    <p:sldId id="624" r:id="rId60"/>
    <p:sldId id="623" r:id="rId61"/>
    <p:sldId id="622" r:id="rId62"/>
    <p:sldId id="626" r:id="rId63"/>
    <p:sldId id="625" r:id="rId64"/>
    <p:sldId id="629" r:id="rId65"/>
    <p:sldId id="628" r:id="rId66"/>
    <p:sldId id="627" r:id="rId67"/>
    <p:sldId id="631" r:id="rId68"/>
    <p:sldId id="632" r:id="rId69"/>
    <p:sldId id="630" r:id="rId70"/>
    <p:sldId id="635" r:id="rId71"/>
    <p:sldId id="634" r:id="rId72"/>
    <p:sldId id="633" r:id="rId73"/>
    <p:sldId id="637" r:id="rId74"/>
    <p:sldId id="638" r:id="rId75"/>
    <p:sldId id="636" r:id="rId76"/>
    <p:sldId id="640" r:id="rId77"/>
    <p:sldId id="639" r:id="rId78"/>
    <p:sldId id="642" r:id="rId79"/>
    <p:sldId id="643" r:id="rId80"/>
    <p:sldId id="641" r:id="rId81"/>
    <p:sldId id="645" r:id="rId82"/>
    <p:sldId id="644" r:id="rId83"/>
    <p:sldId id="647" r:id="rId84"/>
    <p:sldId id="646" r:id="rId85"/>
    <p:sldId id="573" r:id="rId86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88"/>
      <p:bold r:id="rId89"/>
      <p:italic r:id="rId90"/>
      <p:boldItalic r:id="rId91"/>
    </p:embeddedFont>
    <p:embeddedFont>
      <p:font typeface="Calibri" panose="020F0502020204030204" pitchFamily="34" charset="0"/>
      <p:regular r:id="rId92"/>
      <p:bold r:id="rId93"/>
      <p:italic r:id="rId94"/>
      <p:boldItalic r:id="rId95"/>
    </p:embeddedFont>
    <p:embeddedFont>
      <p:font typeface="Calibri Light" panose="020F0302020204030204" pitchFamily="34" charset="0"/>
      <p:regular r:id="rId96"/>
      <p:italic r:id="rId97"/>
    </p:embeddedFont>
    <p:embeddedFont>
      <p:font typeface="Cambria" panose="02040503050406030204" pitchFamily="18" charset="0"/>
      <p:regular r:id="rId98"/>
      <p:bold r:id="rId99"/>
      <p:italic r:id="rId100"/>
      <p:boldItalic r:id="rId101"/>
    </p:embeddedFont>
    <p:embeddedFont>
      <p:font typeface="Helvetica" panose="020B0604020202020204" pitchFamily="34" charset="0"/>
      <p:regular r:id="rId102"/>
      <p:bold r:id="rId103"/>
      <p:italic r:id="rId104"/>
      <p:boldItalic r:id="rId105"/>
    </p:embeddedFont>
    <p:embeddedFont>
      <p:font typeface="Helvetica Neue" panose="020B0604020202020204" charset="0"/>
      <p:regular r:id="rId106"/>
      <p:bold r:id="rId107"/>
      <p:italic r:id="rId108"/>
      <p:boldItalic r:id="rId109"/>
    </p:embeddedFont>
    <p:embeddedFont>
      <p:font typeface="Tahoma" panose="020B0604030504040204" pitchFamily="34" charset="0"/>
      <p:regular r:id="rId110"/>
      <p:bold r:id="rId1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1" roundtripDataSignature="AMtx7mgoyucjTRi3WZi56l5EEM0K4A9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6EDCFB-BE3F-4457-ACBE-958FB1842352}">
  <a:tblStyle styleId="{B86EDCFB-BE3F-4457-ACBE-958FB18423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794A42-4438-4A3E-B062-442B36CB064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A8C661-0C53-452B-974B-BE5A31AA6B8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184B95-C8D8-4C0B-AC8F-908946C67829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2857" autoAdjust="0"/>
  </p:normalViewPr>
  <p:slideViewPr>
    <p:cSldViewPr snapToGrid="0">
      <p:cViewPr varScale="1">
        <p:scale>
          <a:sx n="105" d="100"/>
          <a:sy n="105" d="100"/>
        </p:scale>
        <p:origin x="224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font" Target="fonts/font2.fntdata"/><Relationship Id="rId16" Type="http://schemas.openxmlformats.org/officeDocument/2006/relationships/slide" Target="slides/slide10.xml"/><Relationship Id="rId107" Type="http://schemas.openxmlformats.org/officeDocument/2006/relationships/font" Target="fonts/font20.fntdata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font" Target="fonts/font15.fntdata"/><Relationship Id="rId5" Type="http://schemas.openxmlformats.org/officeDocument/2006/relationships/slideMaster" Target="slideMasters/slideMaster2.xml"/><Relationship Id="rId90" Type="http://schemas.openxmlformats.org/officeDocument/2006/relationships/font" Target="fonts/font3.fntdata"/><Relationship Id="rId95" Type="http://schemas.openxmlformats.org/officeDocument/2006/relationships/font" Target="fonts/font8.fntdata"/><Relationship Id="rId181" Type="http://customschemas.google.com/relationships/presentationmetadata" Target="metadata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font" Target="fonts/font16.fntdata"/><Relationship Id="rId108" Type="http://schemas.openxmlformats.org/officeDocument/2006/relationships/font" Target="fonts/font21.fntdata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font" Target="fonts/font4.fntdata"/><Relationship Id="rId96" Type="http://schemas.openxmlformats.org/officeDocument/2006/relationships/font" Target="fonts/font9.fntdata"/><Relationship Id="rId18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font" Target="fonts/font19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font" Target="fonts/font7.fntdata"/><Relationship Id="rId99" Type="http://schemas.openxmlformats.org/officeDocument/2006/relationships/font" Target="fonts/font12.fntdata"/><Relationship Id="rId101" Type="http://schemas.openxmlformats.org/officeDocument/2006/relationships/font" Target="fonts/font14.fntdata"/><Relationship Id="rId18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font" Target="fonts/font22.fntdata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font" Target="fonts/font10.fntdata"/><Relationship Id="rId104" Type="http://schemas.openxmlformats.org/officeDocument/2006/relationships/font" Target="fonts/font17.fntdata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font" Target="fonts/font5.fntdata"/><Relationship Id="rId183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notesMaster" Target="notesMasters/notesMaster1.xml"/><Relationship Id="rId110" Type="http://schemas.openxmlformats.org/officeDocument/2006/relationships/font" Target="fonts/font23.fntdata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font" Target="fonts/font13.fntdata"/><Relationship Id="rId105" Type="http://schemas.openxmlformats.org/officeDocument/2006/relationships/font" Target="fonts/font18.fntdata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font" Target="fonts/font6.fntdata"/><Relationship Id="rId98" Type="http://schemas.openxmlformats.org/officeDocument/2006/relationships/font" Target="fonts/font11.fntdata"/><Relationship Id="rId184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font" Target="fonts/font1.fntdata"/><Relationship Id="rId111" Type="http://schemas.openxmlformats.org/officeDocument/2006/relationships/font" Target="fonts/font2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06:14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9126 3813 56 0,'-3'0'4'0,"1"0"2"0,0 0 1 0,2 0-1 0,0 0 2 0,0 0-7 0,0 0-1 0,0 0-1 0,0 0 1 0,0 0 0 0,0 0 0 16,0 0-5-16,5 0 5 15,2 0 7-15,2 3-5 16,1-2 3-16,4 1-5 16,2-2-5-16,4 0 6 15,1 0-5-15,4 0 2 0,0 0 5 16,0-3 0-16,-2-2 1 16,0-2-3-16,-2 2 9 15,-1-1 0-15,-3 0 3 16,2-1 2-16,1 2-6 15,-2 0-4-15,4 1-4 16,-2 4 1-16,0-3-1 0,1 3-1 16,-4 0 0-16,-1 0-4 15,-3 3-15-15,-5-2-6 16,-5-1-28-16</inkml:trace>
  <inkml:trace contextRef="#ctx0" brushRef="#br0" timeOffset="2110.77">8629 6443 73 0,'0'0'3'0,"0"-3"6"0,0 2 5 0,0-2-3 15,0 2 0-15,0-1 1 0,0 1-4 16,0-2-4-16,0 3-3 16,0 0 1-16,0-1 0 15,0 1-1-15,0 0-1 16,0 0-3-16,1 0 1 16,0 0 1-16,0 0-2 15,0 0 2-15,3 0 2 0,-2 1 1 16,0 3 0-16,0-1 0 15,0 0 0-15,1 1-1 16,1-1 0-16,0 1-1 16,-1-1-1-16,1 0 1 15,1-3 1-15,0 0 1 0,1 0 7 16,1 0 1-16,1 0 0 16,0 0-1-16,2-3-2 15,-1-4-1-15,5-1 2 16,-1-2 0-16,3-3-1 15,1-4 1-15,6-2 0 0,0-4 1 16,6-3 0-16,2-4 0 16,0 0 0-16,5-4-1 15,-3 0-2-15,3-2-1 16,-2-1 2-16,3 1-2 16,0-1 1-16,-2 1 0 0,1 2 1 15,-3 4-4-15,-3 3-1 16,-1 3-1-16,-6 7 0 15,-6 2-1-15,-2 7 1 16,-3 1 0-16,-2 6-2 16,-2 1 0-16,-8 4-31 15,0 6-70-15,-14 0-85 0</inkml:trace>
  <inkml:trace contextRef="#ctx0" brushRef="#br0" timeOffset="8193.49">13981 7234 66 0,'0'0'0'0,"0"0"0"0,0 0 0 0,0 0 0 0,0 0 0 16,0 0 0-16,0 0 0 16,0 0-2-16,0 0 4 0,0 0 3 15,0-13 0-15,0 13-3 16,0 0-1-16,0 0-3 15,0 0-23-15,0 0 2 16</inkml:trace>
  <inkml:trace contextRef="#ctx0" brushRef="#br0" timeOffset="8726.44">13981 7234 16 0,'-21'-5'44'0,"16"5"-17"16,4 0-10-16,1 0-9 16,0 0-6-16,0-2-6 15,0-1 3-15,0 0 1 16,0 2 2-16,0-2 1 0,0 3 12 15,0-1 3-15,0 0-7 16,0 1-4-16,0 0-2 16,0 0-7-16,0 0 0 15,0 0-4-15,0 2 5 16,0 2 1-16,0 2 0 0,0 0 0 16,0-3-1-16,0 3 1 15,0-2-1-15,0-3 2 16,0 3-1-16,0-2 0 15,0-1-1-15,0 2-1 16,2-1 0-16,2 0-1 0,1 0 2 16,0-2-2-16,1 0-1 15,2 0 3-15,3 0-1 16,1-7 2-16,1-2 1 16,3-4 4-16,1-1-15 15,6-6 24-15,4-1 0 0,0-2-12 16,2-4-2-16,1 2-4 15,3-4 5-15,0 2 2 16,1-1-1-16,2-2 1 16,5 0 6-16,0 3-5 15,0 0-1-15,-1 0 7 0,-2 4-5 16,-6 2-1-16,-4 3-1 16,-1 4-1-16,-9 2-1 15,2 5 1-15,-5 1-1 16,-3 1-1-16,1 4 2 15,-3 1 0-15,-1 0 1 16,-1 0-9-16,-4 7-17 0,-3 2-12 16,-1 0-7-16,-5-4-57 15</inkml:trace>
  <inkml:trace contextRef="#ctx0" brushRef="#br0" timeOffset="11374.94">14481 8131 46 0,'0'0'16'0,"0"0"-12"0,0 0 4 0,0 0-4 0,0 0-5 16,0 0 3-16,0 0 4 15,0 0 0-15,0 0 2 16,0 0 3-16,0 0-1 16,-22-9 0-16,22 7 0 0,0 1-4 15,0 1 2-15,0-1 0 16,0 1-4-16,0-2 0 16,0 2-3-16,-2 0-1 15,2 0 1-15,0 0-1 16,0 0 1-16,0 0-2 15,0 0 1-15,0 0-2 0,0 0-2 16,0 0-1-16,0 0 4 16,0 6-2-16,0 0 8 15,0 1-6-15,0 0 5 16,0-1 2-16,0-1-5 0,0 1-2 16,0-2 2-16,2 2-1 15,1-3-4-15,0 0 2 16,2-2 1-16,-1 2 1 15,-1-2 3-15,3-1-3 16,1 0 3-16,-3 0-1 16,3 0 0-16,0 0-1 0,1-5 1 15,0 0 0-15,-1-3 0 16,3-1-1-16,2 1 0 16,-1-4 0-16,5-2 0 15,-1-1 2-15,5-1 0 16,2-3 3-16,3-1-3 0,1-2-1 15,4 1 1-15,-1-2 2 16,2 0-3-16,-3 3 1 16,1 0-1-16,-1 4-1 15,-3 4 1-15,-3-2-2 16,-4 4 1-16,-3 1 0 0,-3 3-1 16,-4 2 0-16,-1 0 0 15,-3 3 0-15,2-1 1 16,-4 2-1-16,-2 0 1 15,0 0 0-15,0 0 1 16,0 0 1-16,0 0 1 16,0 0-3-16,0 0-3 0,0 0 0 15,0 4 1-15,0 1-26 16,-5-4-55-16</inkml:trace>
  <inkml:trace contextRef="#ctx0" brushRef="#br0" timeOffset="15136.81">16218 5840 45 0,'0'-2'9'0,"0"0"10"0,0 1 3 16,0 0-4-16,0-2 4 0,0 3-2 16,-3-3 9-16,2 2-3 15,0-2-5-15,0 2-8 16,-1-1-6-16,2 2-6 16,-1 0 0-16,0 0-2 15,-1 0-9-15,0 0-5 0,-3 2 7 16,1 5 11-16,0 1 1 15,-2-1-3-15,3 3 0 16,0 0-1-16,1-1-1 16,2-1-1-16,0-1 0 15,0-4-2-15,0 1-1 16,0-2 3-16,2-2 4 0,4 0 8 16,2 0 4-16,-3 0-5 15,3-3-4-15,2-3-1 16,-2-1-1-16,1 0 2 15,-3-2-5-15,2 1 1 0,-3 0 1 16,-2 2-1-16,-2 0 0 16,-1-1 1-16,0 3 1 15,0 0-5-15,-2 2 1 16,-3 1 2-16,-6 1-3 16,1 0 6-16,0 0-1 0,-2 0-1 15,3 3 1-15,3 2-2 16,-1 3-1-16,2-1-2 15,5 2-1-15,0-1-4 16,0 0 6-16,0 2-2 16,0-3-2-16,6 0 1 15,2-2 2-15,-1-2-1 0,3-1-1 16,3-2 6-16,-1 0 1 16,0 0 4-16,-2 0-7 15,1-7 3-15,0 1-3 16,-1-1 1-16,-5-2 3 15,1 1-1-15,-1 0 1 0,-5 0 0 16,0 2 0-16,0 1-3 16,-5-2-2-16,-3 4 2 15,0 2-1-15,0 1-7 16,-4 0 11-16,0 0-4 16,0 4-2-16,3 5 3 0,0-1-1 15,2 1 0-15,1 0 0 16,5 0-3-16,1 0-5 15,0-2 5-15,0-1-2 16,6-1-2-16,2-3 4 16,1-1-1-16,0-1 8 0,2 0 0 15,0 0 1-15,-4-6-1 16,2-1 1-16,-2-1 2 16,-3-2 1-16,-2 1 0 15,-2-1 0-15,0 0-3 16,0 1-2-16,-4 1-1 15,-5 1 0-15,0 3-2 0,0 2-3 16,-2 2 2-16,-2 0 5 16,2 0-1-16,-1 8-2 15,1 4-1-15,2 1-4 16,1 1-15-16,2-1-32 16,1-3-59-16</inkml:trace>
  <inkml:trace contextRef="#ctx0" brushRef="#br0" timeOffset="16446.98">16358 6992 102 0,'0'-2'21'0,"-2"1"-19"0,-4-2 22 0,4 3-3 15,-1 0-3-15,1 0-2 16,-2 0-4-16,2 0-11 15,0 4 0-15,-1 3-1 0,2 2 0 16,-1-1-2-16,2 2 1 16,0 0-2-16,0-4 2 15,2-1 0-15,4-2 0 16,0 0 4-16,-2-3 0 16,2 0 1-16,2 0-2 15,1-4 1-15,-4-3 1 0,3-2-1 16,-3-1 1-16,-1 0 2 15,-4 0 0-15,0 3-3 16,0 2 0-16,0 0 3 16,-5 4-3-16,-7 1 0 0,0 0 1 15,1 0-6-15,0 3 6 16,-1 4 1-16,3 3-4 16,3 0-2-16,-1-2 1 15,5 2-1-15,-1-1 0 16,3-1-2-16,0 0 0 0,4-3 0 15,4 2 3-15,0-1 1 16,2-3 2-16,3-2-2 16,-2-1 0-16,-1 0 3 15,-1 0-2-15,1-1 0 16,-3-6 0-16,0 0 0 16,-4 0-1-16,-1-2 1 0,-2 2 2 15,0-2 0-15,0 4 0 16,-7-1-4-16,-3 2-1 15,-1 2 2-15,1 2-2 16,-4 0 2-16,2 6-2 16,1 5 2-16,-2 1-1 0,3-1 1 15,4 2-2-15,0-2 1 16,4-4-3-16,2-1 0 16,0 0 0-16,1-2-2 15,6-3 4-15,1-1 6 0,2 0-3 16,1 0-2-16,3-7 4 15,-5-7-26-15,-1-6-110 16</inkml:trace>
  <inkml:trace contextRef="#ctx0" brushRef="#br0" timeOffset="17521.03">15250 5898 83 0,'-3'0'14'0,"1"0"10"0,0-3-6 0,0-1 1 15,2-2 7-15,0-2 5 16,0 1-15-16,4-2-8 16,3 2-3-16,4-2 0 15,2 2 0-15,2-3-2 16,-2 5 1-16,3 2-1 15,-3 0-3-15,1 3 1 0,-1 0-1 16,0 1 0-16,-1 6 1 16,-2 4-1-16,-2 1-2 15,0 1-3-15,-4 1 2 16,-1 2 1-16,-3-2 0 16,0-1 1-16,0 1 0 0,-3-3-1 15,-4-1 6-15,-1-1-5 16,3-3 2-16,-1-2 0 15,3-3 0-15,1 1 0 16,2-2 1-16,0 0-1 16,0-2-6-16,0-5 2 0,3-3 0 15,7 0 0-15,-1-1 2 16,3-2-3-16,-1 2 8 16,2-1-3-16,-2 1-1 15,0 0 0-15,-2 0 1 16,-1 0-1-16,0 1 2 15,-2 1-2-15,1-2 1 0,-2 3 0 16,-4-2 0-16,-1 3 1 16,0 1 3-16,0 0 2 15,0 2-6-15,-3 1 1 16,-4 2 3-16,2 1-1 0,1 0-5 16,-1 0 1-16,2 2 0 15,0 5-1-15,1 1-1 16,-3 1 1-16,5 0 1 15,0 0-1-15,0 1 1 16,0-1-1-16,2 0 2 0,5-2-1 16,2-1 2-16,1 1 5 15,4-2-4-15,2 0 1 16,4-2-1-16,0 0-6 16,0-3-42-16,1 0-93 15</inkml:trace>
  <inkml:trace contextRef="#ctx0" brushRef="#br0" timeOffset="17671.37">15720 5850 281 0,'0'0'16'0,"0"0"0"0,0 0-8 0,0 0-8 0,0 0-2 16,0 0 0-16,0 0 2 15,11 58-4-15,-10-34-57 16,0 0-179-16</inkml:trace>
  <inkml:trace contextRef="#ctx0" brushRef="#br0" timeOffset="18581.99">15549 7170 213 0,'0'0'3'0,"0"0"9"0,0 0 2 0,0 0-8 0,0 0-5 15,0 0 1-15,-10-38-4 16,18 27 0-16,0-1 0 16,3 2 4-16,1 0-4 15,0 2 2-15,3 1 0 16,-2 0 2-16,2 1-1 15,-3 3 0-15,-1 3 1 0,-1 0-1 16,-3 0 0-16,1 3 1 16,-4 7-1-16,0 3-1 15,-1 0-3-15,0 2 0 16,-3 1 3-16,0-2-2 16,0 0 4-16,0 1-1 0,-2-3 0 15,0-3-1-15,0-1 0 16,2-2-1-16,0-3-7 15,0 0-9-15,0-3-10 16,2 0 16-16,4-2 8 0,-2-5 6 16,3-3-1-16,-2-1 1 15,2-5 2-15,-1 1 0 16,-2-3 0-16,1-1-3 16,-1 0 0-16,-1-2-1 15,1 1 0-15,1 0 0 16,-3 3 0-16,0 1 7 15,-2 1 10-15,0 4 1 0,0 2-8 16,0 2 1-16,0 1-3 16,0 3-3-16,0 2 2 15,0 1-7-15,-2 0-5 16,0 0 3-16,2 8 0 0,-5 2 2 16,4 6 1-16,0-2-1 15,0 3-1-15,1 0 0 16,0-1 0-16,2 0-2 15,6-1-16-15,3-2-18 16,-2-2-37-16,2-4-20 0</inkml:trace>
  <inkml:trace contextRef="#ctx0" brushRef="#br0" timeOffset="18994.41">15867 7121 100 0,'0'0'96'0,"0"0"-74"0,0 0 10 15,0 0-10-15,0 0-9 16,0 0-9-16,13-37-3 16,-10 34 0-16,1 3-2 15,0 0 1-15,1 0-1 16,1 0-2-16,0 0 2 0,2 5 0 16,-3 4-1-16,0 0 0 15,0 1-6-15,-3 2-6 16,0 1 4-16,-2 1 5 15,0 1 4-15,0 0 1 0,-8 1-2 16,1-2 5-16,-3 0 1 16,0-1-9-16,2-2 11 15,3-3-4-15,-1 0-1 16,4-4 0-16,1-1 0 16,1 0 0-16,0-3 0 15,0 1-1-15,3-1 12 0,5 0 3 16,3 0 0-16,5-4-1 15,-1-3-4-15,5 1-5 16,3-1-1-16,-1 0-4 16,1 2 0-16,4-1 0 15,0 1-5-15,0-2-35 0,0-7-97 16</inkml:trace>
  <inkml:trace contextRef="#ctx0" brushRef="#br0" timeOffset="20211.61">18609 4739 8 0,'0'0'44'0,"0"0"-22"0,0 0-5 0,0 0-6 16,0 0-7-16,0 0-7 15,0 0 2-15,0 0 1 16,0 0 1-16,0 0 0 15,0 0 3-15,0 0-2 16,0 0 3-16,-13-19 14 16,13 19 8-16,0-2-8 0,0 2-3 15,0-2 0-15,0 2 0 16,-1-2-1-16,0 1-3 16,1 0-3-16,-2 0-3 15,1-1-1-15,0 2-3 0,0 0 1 16,1 0-6-16,-2 0-3 15,-4 0 2-15,1 0 8 16,0 0-3-16,-5 1 1 16,-1 3-2-16,0 2 3 15,-1-1-3-15,2 0 2 0,-1 1-2 16,0 3 0-16,2-1 0 16,3-1-1-16,3 3 0 15,1-1-1-15,2-1-4 16,0 2 5-16,0 0-1 15,0-1 1-15,2 1 1 0,3-2 0 16,1 1-1-16,1-2 1 16,2 0 0-16,-1-3 0 15,3-1 0-15,1 1 4 16,0-2 2-16,3-1-4 16,-1-1-1-16,2 0 3 0,-1 0-1 15,-1 0-2-15,-1-4 3 16,1-2 0-16,-3 2 1 15,-1-1-1-15,-1-3-2 16,-2 1 0-16,-2-3 2 16,-1 1 2-16,0 0-1 15,-3-3-2-15,1 0 3 0,-1 0-3 16,0-2 1-16,-1 0 3 16,0 0-1-16,0 1 0 15,0 1 1-15,0 1-6 16,-2 0 0-16,-1 2-1 0,-4 2-1 15,-1 3-2-15,-6 4-17 16,-6 0-16-16,-5 0-50 16</inkml:trace>
  <inkml:trace contextRef="#ctx0" brushRef="#br0" timeOffset="21257.87">18771 6281 84 0,'-3'-4'69'0,"-2"0"-57"0,0 1-1 15,1 0-9-15,-3 1-3 16,2 1-1-16,0 0 1 16,-4-1 1-16,4 2 1 0,-3 0 6 15,3 0 10-15,-4 0-2 16,4 6-7-16,-5 1-6 16,2 3-1-16,-1 3-1 15,-1 1 0-15,5 3-1 16,0 0 2-16,3 0-4 0,2 0 0 15,0-1 0-15,3 0 6 16,6-5 2-16,3 2 3 16,0-5 3-16,1-1-4 15,1-1-3-15,1-3 4 16,-1-2-1-16,-1-1 3 16,3 0 4-16,-5-7-3 0,2-3-3 15,1-1-2-15,-4-3 1 16,2-2 1-16,-2-1-1 15,0-2 3-15,-5-2 1 16,2 3-1-16,-5-5 2 0,-2 5-5 16,0 2-3-16,-7 2-4 15,-6 5-8-15,-7 6-18 16,-8 3-31-16,-7 2-60 16</inkml:trace>
  <inkml:trace contextRef="#ctx0" brushRef="#br0" timeOffset="22410.34">18856 7881 146 0,'0'-3'37'0,"0"0"-1"0,0 0-17 0,0 0-5 15,0 2-8-15,0-2 2 16,-1 3 1-16,-1-1-5 16,0 1-5-16,-1 0-1 0,-3 0 0 15,-1 0 2-15,-2 0 6 16,0 4-6-16,1 0 1 15,-4 3 0-15,4 0 0 16,0 2-1-16,0-1 0 16,0 2 0-16,0 1 0 0,3 1 0 15,-1 1-1-15,2-1 0 16,1 1 0-16,1 1 0 16,-3-1 0-16,5 0 1 15,0-2-1-15,0 2 0 16,0-3-1-16,0 0-2 0,5 1 1 15,2-3 0-15,3 0-2 16,1-1 7-16,3 0-2 16,-1-3 0-16,3 1 4 15,1-4-2-15,4-1 1 16,-3 0-2-16,0 0 0 0,2 0 1 16,-3-5-2-16,1-1 0 15,-2-3 2-15,0-2 3 16,-4-3 4-16,2-2-5 15,-3-1-1-15,-1-1 1 16,-4-2-1-16,-1-2 2 16,-3 2 4-16,-2-1-2 0,0 0 4 15,-2 4 4-15,-8 1-7 16,-4 3-7-16,-1 4-5 16,-6 4-13-16,-4 3-16 15,-6 2-38-15,-2 0-79 0</inkml:trace>
  <inkml:trace contextRef="#ctx0" brushRef="#br0" timeOffset="25171.16">21562 5692 111 0,'0'0'60'0,"0"0"-56"0,0 0-3 0,-1 0-11 16,-1 0 12-16,-3 0-2 15,1 0-1-15,0 0 5 0,-5 0-2 16,4 0 2-16,-3 0-1 16,1 1-1-16,-1 3-2 15,-2 1 1-15,2 2-1 16,0-1 0-16,-1 1 0 16,2 0 0-16,3 3 0 0,-1 0 0 15,3-2-3-15,2 2 2 16,0 0 4-16,0 1-2 15,0-2-2-15,2-2 3 16,3 2-1-16,0-2 0 16,1-3 3-16,0 2 1 0,2-2 3 15,-2 0 6-15,5-4-2 16,-1 0 1-16,1 0-2 16,0 0-3-16,4 0-3 15,-2 0-2-15,2 0-1 16,0-6 3-16,-1 1-1 0,-1-1-1 15,0-1 2-15,-3-1-1 16,-2-1 1-16,-3 0 3 16,1-3-2-16,-3 0 2 15,-1 0-2-15,-2-1-4 16,0-1 3-16,0 2-4 0,-9 1 0 16,-1 1-3-16,-4 3-6 15,-5 3-3-15,-4 2-31 16,2 2-68-16</inkml:trace>
  <inkml:trace contextRef="#ctx0" brushRef="#br0" timeOffset="26239.56">21672 6425 135 0,'0'0'2'0,"0"0"-1"0,0 0-1 15,0 0 1-15,0 0-1 16,0 0 2-16,0 0 2 16,0 0 0-16,0 0-2 0,0 0 5 15,0 0-2-15,0 0-2 16,0 0-3-16,-38 11 1 15,32-8-1-15,0 4 0 16,0-1 0-16,0 2 0 16,1-1 0-16,2-1 0 0,-2 2 4 15,2 0 2-15,2 0-3 16,0 1 2-16,0 0-4 16,1 0 1-16,-1 1 0 15,1-1-1-15,-1 1 0 16,1-2-1-16,0 1 0 0,0-1-1 15,0-1 2-15,0 1 8 16,0-1-2-16,1 1-6 16,3-2 3-16,1-2-2 15,1 3 1-15,2-3 0 16,-2 0-1-16,3-2 10 16,1 1-2-16,-1-2-2 0,1-1-2 15,2 0-1-15,-3 0-1 16,2 0 0-16,-1 0 0 15,0 0-3-15,-3-4 0 16,2 2 0-16,-4-2-1 16,1 0 1-16,-3 0 2 0,0-2-1 15,-1 2 5-15,-1-3-1 16,-1-2 0-16,0 2-2 16,0-3-3-16,0 0 0 15,0-1 1-15,-1-1 2 16,-2 1-1-16,0-2 1 0,-1 2 0 15,0 1 0-15,0 2-3 16,-2 2-3-16,-2 4-5 16,-1 2-14-16,-5 0-13 15,-2 0-38-15,-2 1-40 16</inkml:trace>
  <inkml:trace contextRef="#ctx0" brushRef="#br0" timeOffset="27643.52">16284 5813 115 0,'-1'0'0'16,"1"0"-1"-16,0 0-2 0,0 0 3 0,0 0 12 16,6-2 6-16,0-2 6 15,4 0-2-15,-3-2-7 16,2 0-6-16,1-1-5 0,2 0-2 16,-1 0-1-16,2-3 0 15,0 3-1-15,1-3 2 16,2-1-2-16,-5 2 0 15,5-1 1-15,-1 0-2 16,4-4 1-16,-1 1 2 0,4-1 0 16,4 0-1-16,1-3 4 15,0 1-5-15,2-1 1 16,1 1-1-16,-1 2 0 16,0 0 2-16,1 1-2 15,0-1 0-15,-1 0 1 16,2 1 1-16,1-1 0 0,3 0-1 15,0-2 0-15,3-1-1 16,1 1 1-16,2-2-1 16,0 0 0-16,-3-1 0 15,0-1 1-15,0 2-2 0,0-1 2 16,-4-1-1 0,2 2 2-16,1-2 0 0,0 3 1 15,1 1-1-15,-1-2 1 16,1 1 1-16,-2-2-1 15,1 2 0-15,-2 0-2 16,0-1 1-16,1 2 0 0,0-3 2 16,3 0-2-16,0 1 1 15,1-1-1-15,-5 1 0 16,-1 1 0-16,-4 0-2 16,-3 1 4-16,-1 3 0 15,-3-3 4-15,1 4-4 0,-1-2 0 16,3 1-1-16,1 0 0 15,-2 0 0-15,2 2 1 16,-4 0-1-16,1 2-2 16,-2 0 3-16,-7 4-4 15,-1 0 1-15,-6 4 0 0,-1 1 0 16,-6 0-11-16,-1 3-34 16,-3 1-83-16</inkml:trace>
  <inkml:trace contextRef="#ctx0" brushRef="#br0" timeOffset="28872.6">16360 5858 109 0,'-2'-5'3'0,"2"-1"13"0,-2 1-8 0,2 1-8 16,0 1 2-16,0 0-1 15,0 2 1-15,0 1 8 16,0 0-1-16,0 0-9 0,0 0-2 16,4 0 2-16,2 3 0 15,5 1-1-15,3 2-2 16,3-2 2-16,3 2 2 16,-1-1-2-16,4 1 2 15,0-3-1-15,-1 3 0 0,3-2 1 16,1 3 5-16,1-1 9 15,2-2-4-15,3 3-3 16,3-1-1-16,-1-1-5 16,2 2 3-16,4 1-4 15,-2 0 0-15,-3 2 0 0,1-1 0 16,0 2-1-16,2 0 0 16,-2 0 1-16,0 0-1 15,2 0 0-15,-1-1 0 16,2 1 1-16,-3-1 3 15,3-1 4-15,0-2-4 0,4 3 1 16,0-3-2-16,2 1 0 16,0 0-1-16,-3-1 2 15,1-1-3-15,-1 1 2 16,-1-1-1-16,0 2-1 16,0 0 1-16,0-1-1 0,1 1-1 15,-1 0 1-15,0 2-1 16,0 0 0-16,-1 0 0 15,0 0 2-15,-2 0 1 16,1 2-2-16,1 0 2 16,-2 0 0-16,2 0-2 15,-2 2 2-15,-2-3 0 0,-1 1 0 16,-5-2-1-16,0 1-1 16,-2-1 1-16,-1 0 2 15,-1-3-1-15,-1 2-1 16,2-2 0-16,-3 1 0 0,0 1 2 15,0-2-3-15,0 0 1 16,-5 0-1-16,-1 3 0 16,-4-1 0-16,-3-2-7 15,-4 2-16-15,-7-3-51 16,0-4-129-16</inkml:trace>
  <inkml:trace contextRef="#ctx0" brushRef="#br0" timeOffset="29949.64">16321 7057 95 0,'-1'0'44'0,"0"0"-16"0,1 0 13 0,0 0-25 0,0 0-2 15,0-1-11-15,4-4-2 16,2-1 5-16,4-1-6 15,1 0-3-15,0-3 2 0,3 0-3 16,1 0 8-16,0-2-3 16,-1-2-3-16,3-1 2 15,1-2 1-15,0-1-1 16,3-1 4-16,-2-4-3 16,4-1 0-16,0 0-1 0,0-3 1 15,0 0-1-15,1-1 1 16,2-2-1-16,0 3 0 15,2-3 6-15,0-1 3 16,-2 2-1-16,2-4 0 16,2 0-2-16,0-3-4 15,1-2-1-15,2-3 0 0,4-1 0 16,3 0-1-16,0-2 0 16,3 1 1-16,-1 1-2 15,0-2 2-15,-1 1 1 16,-1-1-2-16,0-1 0 15,3-2 0-15,2 1 0 0,4-1 0 16,-1 1 0-16,4-1 0 16,2 0 0-16,-3 1 0 15,0-1 1-15,0 2-1 16,-3 2 0-16,-1 2 4 16,-5 4-1-16,-4 0 1 0,-2 0-2 15,0 1 2-15,2-1 0 16,-4 1-1-16,3-1-3 15,-3 3 3-15,1 3-1 16,-5 1 2-16,-1 3 2 16,-2 2 1-16,-2-1-5 15,-1 1 0-15,-4 0 0 0,4 1-1 16,1-1 0-16,-2 0-1 16,1 4 1-16,0 1 0 15,-3 3-1-15,-1 4 0 16,-5 6 1-16,-1 4-10 15,-9 3-18-15,-5 3-30 0,0 6-72 16</inkml:trace>
  <inkml:trace contextRef="#ctx0" brushRef="#br0" timeOffset="30901.03">16345 7061 150 0,'0'-3'-1'0,"2"-1"0"0,3 1 1 0,3 0 0 15,2 0-1-15,3-2-1 16,3-1-1-16,-1 0 2 15,2-2 0-15,4-1 10 16,1-1 0-16,4-1-4 0,1 2-1 16,8-2 0-16,-1 1-2 15,5 0 3-15,5-2 1 16,4-1 0-16,1-1 4 16,6-1 2-16,3-3-8 15,6-1 6-15,1-2-2 0,2 1-1 16,-2-1 1-16,0-2-3 15,1 3-1-15,-1-3 2 16,0 2-2-16,2-3 3 16,1 3-2-16,1-2 0 0,1 3-1 15,0 0-3-15,-4 0 1 16,-2 3-1-16,-1-1 0 16,-3 2 0-16,-4 2 1 15,-1 0-2-15,-1-1 0 16,-3 2 0-16,0 1 0 15,-1 1 0-15,-4-2 0 0,-4 3 1 16,-1-1 0-16,-2-1 3 16,-7 2-1-16,-2-1 0 15,-5 1 0-15,0 2-3 16,-3 0 1-16,-6 1 2 16,0 0-13-16,-3 4-21 0,-4-1-53 15</inkml:trace>
  <inkml:trace contextRef="#ctx0" brushRef="#br0" timeOffset="31890.85">16372 7064 141 0,'0'0'12'0,"0"0"-4"0,0 0-3 0,0 0-3 0,46 0-2 16,-33 3 0-16,1-2 2 16,2 5-2-16,2-3 0 15,0 1 0-15,3 0-3 16,4 2 4-16,3 0 1 15,2-1 1-15,4 2 1 16,2-1 2-16,0 1-1 0,3 0-1 16,1 0 5-16,3-1 2 15,-1 1-2-15,2 0-4 16,3 2-2-16,-3 0-1 16,2 0-2-16,-3 1 1 15,-1 3-1-15,-2 1 2 0,0 0-1 16,-2 3 0-16,0 2 0 15,0-3 0-15,0 2-1 16,0 3 0-16,0-2 0 16,-3 0 1-16,1 0 0 15,-3 1 2-15,2-2 1 0,-1 2 2 16,3-2-2-16,3 1 0 16,0-3-3-16,3 2 1 15,0-1-2-15,-1 0 0 16,-3 2 0-16,0-2 0 15,-4 0 0-15,0-2 0 0,-2 0 1 16,2 0 1-16,3 0 2 16,-1-3-1-16,3 1-2 15,0 1 0-15,1-2 0 16,-1 0-1-16,-1 1 0 0,-3 0 0 16,0 0 0-16,0 1 0 15,-3 0 1-15,-1 0-1 16,1-1 0-16,-2 0 0 15,-2 1 1-15,1 0-1 16,-1-2 0-16,0-1 0 16,-4-1 0-16,1 0 1 15,-1-3-1-15,-3 0 1 0,-3 0-3 16,-2-3-23-16,-4-4-55 16,-1 0-77-16</inkml:trace>
  <inkml:trace contextRef="#ctx0" brushRef="#br0" timeOffset="32956.76">18938 4735 107 0,'0'-3'3'0,"-2"1"12"0,-3 1-12 0,-1 1 3 0,-1-3-2 16,2 3-3-16,1-1 0 16,1-1 1-16,1 2 13 15,2-1 12-15,0 0-8 0,0 0 1 16,0 1-12-16,0 0-15 16,0 0 0-16,2 0 9 15,9 5-5-15,5 2 2 16,1 3 4-16,7 0 2 15,2 1-2-15,3-1-4 16,1 3 1-16,1 0 2 0,2 1-5 16,1 1 5-16,4 4-1 15,3-2-1-15,3 4 0 16,1 2-2-16,1 0 3 16,0 0 0-16,4 2-2 15,0-2-1-15,0 1 2 0,6-1 2 16,2-1-1-16,3 2 0 15,0-2 2-15,1 2 4 16,-1-1-2-16,3 1 0 16,-3 1-4-16,1 0 1 15,-1-1-1-15,1 0-1 0,-1-3 1 16,-1 3-2-16,3-2 0 16,1 0 1-16,-3 3 1 15,1 0 0-15,-3-1 1 16,0 2 0-16,-2-1-2 15,-3 0 1-15,1 0 0 0,-2-1-1 16,-1-1 2-16,0-2 1 16,-3 0-1-16,2-1 1 15,-8 0 2-15,-1 0-2 16,-4-3-1-16,-7-1 1 16,-3 1 1-16,-5-3-1 0,-1-1 0 15,-3-1-2-15,-4-1 0 16,-1 0 0-16,-3-3 1 15,-6 2-9-15,-4 0-16 16,-1-3-32-16,-6 0-49 16</inkml:trace>
  <inkml:trace contextRef="#ctx0" brushRef="#br0" timeOffset="33885.35">18794 6365 99 0,'-6'0'3'0,"2"0"17"0,2-3-1 0,2 0-14 0,0-2 6 15,0 1-2-15,0-1-5 16,5 1-6-16,5 1 4 16,4-3-4-16,2 2 2 15,5 1 3-15,2-2-3 0,4 0 0 16,6-2 0-16,-1 2 0 15,3-3 0-15,5 1-4 16,-1-4 0-16,7 1 6 16,0-3 1-16,6 2 5 15,4-3-2-15,0 2-4 0,5-2-1 16,0 0 0-16,3 1-1 16,0-2 1-16,3 1-1 15,3-1 1-15,1-2-1 16,3 1 0-16,1-2 0 0,-2 1 1 15,2-2 0-15,1 1-1 16,1-2 2-16,1 2 2 16,-3-1-2-16,2 2 3 15,-3-1 1-15,0-1-3 16,-7 2 0-16,-2 3-1 16,-5-3 3-16,-2 4 7 15,-2-1 8-15,-6 1-3 0,1 0-4 16,-1-2-4-16,0 4-1 15,-1-2-3-15,-6 1-3 16,-3 1-1-16,-2 1 0 16,-9-1 0-16,-6 6 0 15,-3 0-1-15,-5 3 1 0,-6 2-6 16,-7 0-32-16,-2 0-104 16</inkml:trace>
  <inkml:trace contextRef="#ctx0" brushRef="#br0" timeOffset="35142.32">18956 8004 117 0,'0'0'6'0,"0"0"-4"0,0 0 9 0,22-39-6 16,-11 27 3-16,0-1-2 16,0 1 4-16,3-1 3 15,-1-2 0-15,3 0 0 0,-1-1 1 16,4-1-1-16,5-3-4 16,3 2-6-16,-1-2-1 15,6 0-2-15,4 0 0 16,-2 0 2-16,1 0-2 15,0 1 1-15,1-2-2 16,-3-3 2-16,1 0-1 0,2-3 0 16,-1-2 1-16,6-3 0 15,0 1 0-15,4-2 0 16,5 0 0-16,0 0 0 16,3-1 0-16,-1-1 0 0,2 0 0 15,0 2-1-15,-1 1 0 16,-4 0 1-16,1 3 0 15,-3 2 8-15,1 1 0 16,-3 2-2-16,2 1-2 16,-1-1-2-16,2 4-2 0,0 0 0 15,-1 0-1-15,1 0 0 16,-1-1 1-16,2 3 1 16,-4-2-2-16,0 1 7 15,-3 2-4-15,0 2-1 16,-5-1 0-16,-2 2 0 15,-4 0-2-15,-4 1 2 0,-1-1-1 16,-3 2 0-16,0-1 0 16,-1 2 2-16,0-3 1 15,2 2 2-15,1 1-3 16,0-2-2-16,2 2 0 16,-1-2 0-16,-1 2-1 0,1 0 1 15,-2 2-1-15,0-2 0 16,-3 1 1-16,2 1-1 15,-1-1 0-15,0 4 0 16,1-3 0-16,-2 0 0 16,1 2 0-16,-4 1 0 0,2 1 0 15,-1-1 1-15,0-1 1 16,3 0 2-16,1 1 1 16,-2 0-3-16,0 1-1 15,-2-1-1-15,-5 2 0 16,-1-2 1-16,-3 3-1 0,-3-1 1 15,1 0-1-15,0-2 1 16,-2 3-1-16,0-1 0 16,1 1 0-16,-4 1 2 15,1 0-2-15,1 0-3 16,-3 1-7-16,-1-2-9 16,0 0-20-16,-1-2-76 0</inkml:trace>
  <inkml:trace contextRef="#ctx0" brushRef="#br0" timeOffset="36930.08">18629 4853 175 0,'-2'0'5'0,"2"0"19"0,0 0-10 15,0 0-10-15,0 0-9 16,0 0-1-16,0 0 8 0,3 0-3 15,3 2 1-15,0 3-1 16,1-1 2-16,2 3 0 16,-2 3-2-16,2 0 1 15,3 3 0-15,1-1 0 16,3 4-3-16,1-2 0 0,5 3 6 16,1-1-7-16,2-2 2 15,0 2 0-15,4 0 3 16,3-2 3-16,-2 0-5 15,5 0 2-15,-1 1 4 16,4 1-3-16,-2 0-1 16,0 1 0-16,-1 0 0 0,3-1-1 15,-2 2 1-15,-1 2-1 16,1-2 0-16,0 2 0 16,-1 0 0-16,2 1 1 15,-3 2 2-15,2 0-1 0,-1 0-1 16,1-1 1-16,1 1-1 15,-3-2 1-15,3-1 0 16,-4 2-1-16,2-3 4 16,-2 1-2-16,1 3 0 15,-2-3-2-15,1 1 0 0,1 2-1 16,-1 0 2-16,2-1-1 16,0 3-1-16,0-1 2 15,1 1 0-15,-2 0 0 16,0 0 0-16,-1-1-1 15,-1-1 1-15,2 0 1 0,-4-1-1 16,2 0-1-16,2-1 0 16,-2-1 0-16,2 0 0 15,-1-2 0-15,1 2 1 16,2-2 2-16,1 1-2 16,-1-1 0-16,0 2-1 15,2 0-1-15,-4 0 0 0,3 1 0 16,-2 0 1-16,1 0-1 15,3 1 0-15,-5 1 0 16,2 1 1-16,-1 2-1 16,-1 0 0-16,0 2 0 0,0-1 1 15,0 0-1-15,3 1 0 16,0-1 0-16,-1 3 1 16,0-2 0-16,1 2-2 15,-3-3 2-15,2 0-1 16,-2-3 0-16,-2-1 0 15,1-2 0-15,-2-1 1 0,1-3 1 16,1-1 2-16,-2-2 1 16,-2-2 0-16,-2-1-3 15,-6-3-2-15,-3-1 1 16,-5-2 0-16,-1 0 1 16,-7-3-2-16,-1 0 1 0,-2 0 0 15,0-1-3-15,-2 1-12 16,0-2-25-16,-4 0-81 15</inkml:trace>
  <inkml:trace contextRef="#ctx0" brushRef="#br0" timeOffset="40381.64">18772 7852 99 0,'-1'0'12'0,"1"0"15"0,0 0-8 0,0 0-2 0,0 0-1 16,0 0-4-16,0 0-3 16,0-3 1-16,0 1-9 15,1-1 1-15,4-1-2 0,-1 0-2 16,0 0 3-16,3 0-1 16,-2-2 0-16,4-1-1 15,-3 2 0-15,3-2-4 16,3-1 5-16,-3-1 0 0,4 0 2 15,1-1-1-15,2-3 2 16,3 3-2-16,1-3-1 16,0-1 1-16,1 0-1 15,1-3 1-15,-2 3-1 16,2-2-6-16,-3-1 11 16,0 2 2-16,-2-2 5 0,2-1 0 15,1 1-2-15,1 1-3 16,1-2-4-16,4 0-1 15,-1 1-2-15,2-3 2 16,2 3-1-16,-2-3-1 16,2 3 2-16,-2-3 4 0,-1 2 0 15,-2-1-1-15,2-1 0 16,-1 0-3-16,-1 1 0 16,-2-3-1-16,2 1 1 15,1-2-2-15,0 1 1 16,-1-1 0-16,1-1-1 0,6-1 0 15,-2 1 3-15,1-1 1 16,0 1-1-16,0-2-1 16,1 1-1-16,0-1 0 15,-2 0-1-15,3-1 0 16,1-1 0-16,4-2 3 16,-2 0-3-16,1-1 0 0,-2 1 0 15,-2 1 1-15,-1 1 1 16,-1 2-1-16,-1 1-1 15,0 0 0-15,2 4 0 16,1-2 0-16,2-1 0 16,3 1 1-16,2-4-1 0,1 1 0 15,0-1 0-15,0 0 0 16,2-3 1-16,-3 3-1 16,0 0 0-16,2 2 1 15,-4-1-1-15,0 2 0 0,1 1 0 16,-1 1 0-16,-5-1 1 15,2 2-1-15,-3-2 0 16,-1 3 0-16,-3-3 1 16,-2 3 1-16,-1-1-2 15,1-1 0-15,-1 0 0 16,1 1 0-16,2-2 1 0,0 2-1 16,2 0 0-16,-1 1 0 15,0 0-1-15,-1 1 2 16,-2 2-1-16,-7 3 0 15,-1 3 3-15,-5 0 3 16,-2 3 0-16,-2 3-2 0,-2 2-2 16,-2-1-2-16,0 3 0 15,1 1-14-15,-3 0-16 16,0 0-10-16,0 0-55 16</inkml:trace>
  <inkml:trace contextRef="#ctx0" brushRef="#br0" timeOffset="42979.74">18768 6362 185 0,'-3'0'2'0,"1"0"-1"0,2 0-9 0,0 0-6 16,0 0 13-16,0 0-1 16,0 0 4-16,-2 0-5 15,0 0 6-15,2 0 0 16,-1 0 7-16,1-1 3 16,0-1-4-16,0 0-7 15,5 1-3-15,3-1-1 0,3 0 2 16,2 2-1-16,5 0 1 15,-1 0 0-15,3 0 0 16,1 0 0-16,3 0 5 16,3 0 3-16,2 0-5 15,2 0 0-15,5 0-3 0,2 0 1 16,0 2-1-16,4 3 0 16,3-2 4-16,1 1-3 15,3 1 0-15,-2 2-1 16,1-1 1-16,-2 1-1 15,2 1 0-15,0-1 1 16,2-1 0-16,4-2-1 0,2 0 0 16,2-2 0-16,0-1 0 15,1 1 1-15,3-2 2 16,-5 0 4-16,2 0 0 16,-1 0 1-16,0 0-4 15,-1 0-2-15,0 0 0 0,0 0-1 16,1 0-1-16,-3 0 2 15,-1 0-2-15,-5 0 0 16,-2 1 0-16,0 2 0 16,-5 0 1-16,1 1 1 0,-3 2-1 15,1 1 0-15,-2 0 0 16,0 0-1 0,-2-2-1-16,-1 0 1 0,-2 1-1 15,1-2 1-15,-1-2 1 16,2 2-1-16,-4-1 0 15,1 1-1-15,-2 0 1 0,-4 0 0 16,0-1 0-16,-1 0 0 16,1 1 1-16,-3-1-2 15,2 0 2-15,-1 0 0 16,-1 1-1-16,-2-1-1 16,-2 1 1-16,-4 0 2 0,-1-1-3 15,-3 0 1-15,-2-1 0 16,-3 0 0-16,0 0 0 15,-3-2 0-15,1 3 1 16,1-2-2-16,-2 2-4 16,-1-2-24-16,-2 2-22 0,-1-3-39 15</inkml:trace>
  <inkml:trace contextRef="#ctx0" brushRef="#br0" timeOffset="48248.04">8518 6388 9 0,'0'0'3'0,"0"0"-1"0,0 0 0 16,0 0 2-16,0 0-1 15,0 0 7-15,0 0 4 0,0 0 1 16,0 0-6-16,0 0-4 16,0 0-4-16,-29 11-1 15,27-8 0-15,2 1 0 16,-2-1 0-16,2 1 0 15,-5 1 1-15,3 0 0 0,-1 1 1 16,-1 1 1-16,0 2-1 16,1 2-1-16,1-4-1 15,0 3 0-15,2-2 0 16,0 0 0-16,0-1 0 16,0-3-1-16,2 0 1 15,3-1-1-15,5-3 1 0,0 0 2 16,3 0 1-16,5-1 1 15,2-9 1-15,2-3-2 16,3-5-1-16,4-4 1 16,1-3-2-16,3-2 0 15,4-3 3-15,4-3 11 0,6-4 3 16,0-1-1-16,4-2 0 16,3-2 1-16,0-1-7 15,1-1 3-15,-3 0-6 16,1 3-4-16,-2 3 0 15,-4 5-2-15,-2 7 0 0,-8 3-1 16,-2 6-1-16,-6 5 1 16,-4 4-1-16,-5 4-2 15,0 4-2-15,-5 0-30 16,-5 0-56-16</inkml:trace>
  <inkml:trace contextRef="#ctx0" brushRef="#br0" timeOffset="49650.09">6616 7744 91 0,'-2'0'4'0,"0"0"5"0,2 0 10 0,0 0-5 0,0 0-2 16,0 0 4-16,0 0-7 16,0 0 0-16,0 0 0 15,0 0-2-15,0 0-4 16,0 0-5-16,2 0-2 15,7 0 0-15,4 0 1 0,5 0 0 16,0 0-3-16,4-4 5 16,3-2 2-16,2-1-4 15,0 0 0-15,2-3 15 16,4 3-6-16,0-3 2 16,3 3-3-16,3 0-2 0,-2 2-2 15,3 1-1-15,0 1 1 16,3 2-1-16,-2 1 0 15,3 0 0-15,-1 0 0 16,3 0 1-16,2 0-1 16,1 0 0-16,-4 0 0 0,2 0 0 15,-3 0 0-15,-2 0 0 16,1 0 0-16,1 0 0 16,1-3 0-16,2-2-3 15,0 0 1-15,0 1 5 16,2 0-1-16,2 0-2 0,-3 2 2 15,1 1-1-15,0 1 0 16,-2 0 0-16,-4 0-1 16,-2 4 1-16,-4 3-1 15,-3 0 1-15,-1 0-1 16,-4 0 1-16,2-1 1 0,-1-2-5 16,1-4-38-16,0-1-92 15</inkml:trace>
  <inkml:trace contextRef="#ctx0" brushRef="#br0" timeOffset="54210.81">18171 8832 78 0,'-4'0'8'0,"2"0"8"0,2 0-9 16,0-3-15-16,0-2-72 16</inkml:trace>
  <inkml:trace contextRef="#ctx0" brushRef="#br0" timeOffset="54682.47">18193 8676 96 0,'0'0'5'16,"0"0"11"-16,0 0-3 16,0 0-6-16,0 0 7 15,0 0 0-15,0 0 1 16,0 0-9-16,0 0-2 15,5-4 5-15,-3 19 6 16,-2 2-6-16,2 5-6 0,-1 2 0 16,1 2-1-16,0 0 1 15,1-3-2-15,3 1 1 16,-4-4-1-16,2-2-1 16,-1-2 1-16,-1-2-1 15,2-4 0-15,-3 0-1 16,0-4-16-16,-1-5-54 0,0-1-29 15</inkml:trace>
  <inkml:trace contextRef="#ctx0" brushRef="#br0" timeOffset="55370.73">18234 8620 97 0,'0'0'0'0,"0"0"3"16,0 0 0-16,0 0 0 0,43-27 0 15,-32 23 0-15,-1 0 4 16,2 1 2-16,-3 0 1 15,1 1 3-15,2 0-4 16,-5 2-4-16,2 0 0 16,-1 0-3-16,-1 3 0 0,0 3-1 15,-3 2 0-15,0-1-1 16,-1 2 2-16,-1 2 3 16,-2-2-8-16,0 1 8 15,0 1-4-15,0 0 1 16,-6-1 1-16,-1 1-2 15,-1 1 3-15,-3 1-4 0,3-2 0 16,-2-1 2-16,0 3-1 16,3-5 0-16,-2 2-1 15,3-3 1-15,-2-1-1 16,4 0 0-16,-2-2 1 0,3-3 0 16,1 0 5-16,1-1 2 15,1 0 0-15,0 0-2 16,0 0-6-16,0 0 0 15,0 0 0-15,0 0 3 16,0 0-3-16,2 0 3 16,0 0-2-16,2 0-1 0,0 0 0 15,-1 1 1-15,4 0 0 16,-1 2 0-16,3 1 1 16,-1-1 0-16,3 3 1 15,1-1-1-15,-4 1-1 16,3 1 1-16,0 0-1 0,-3 2-1 15,2-2 1-15,-2 0-1 16,1-2 1-16,-3 2-1 16,2 0 0-16,-2-3 0 15,-1 2-8-15,-1-2-37 16,-1-3-59-16</inkml:trace>
  <inkml:trace contextRef="#ctx0" brushRef="#br0" timeOffset="55882.52">18552 8845 67 0,'0'0'3'0,"0"0"-1"0,0 0 8 0,0 0 7 15,0 0 7-15,0 0 5 16,0 0-5-16,0 0-4 15,0 0-7-15,0 0-6 16,0 0-4-16,41-14 0 16,-36 8-2-16,-1 0 0 15,-1-1 1-15,-1-1-1 0,0 2 3 16,-2-2 5-16,0 0 2 16,0 1-1-16,0 2-3 15,0-1-5-15,-2 3-2 16,-1 0-3-16,-1 3 7 15,-2 0-8-15,2 0 1 0,-3 0 0 16,0 6 3-16,2 1 0 16,0 0 1-16,-1 4-1 15,1-1 2-15,2-1-2 16,-2 2 0-16,4-1 0 16,-1 3 0-16,2-6 0 0,0 4 0 15,0-2 0-15,0-2 2 16,2 0 0-16,2-2-2 15,4-1 0-15,-1-1 0 16,3-2 3-16,0 0 1 16,-1-1-2-16,0 0-1 0,4 0 0 15,-2 0 0-15,-2-2-2 16,2-3-14-16,-2-5-62 16</inkml:trace>
  <inkml:trace contextRef="#ctx0" brushRef="#br0" timeOffset="56794.59">18744 8518 81 0,'0'0'7'0,"0"0"2"0,0 0-7 0,0 0-2 0,0 0 0 15,0 0 2-15,0 0 4 16,0 0 2-16,0 0 1 0,0 0-4 16,0 0-1-16,0 15-1 15,2-6 0-15,-1 0 0 16,2 2 0-16,-1 1 0 15,1 0-1-15,-1 4 1 16,0-2-1-16,2 2 2 0,-2-1 0 16,1 1 1-16,0 0 2 15,1 0-2-15,0 0 0 16,-1 0-2-16,0 0-1 16,0-2 0-16,1-2-2 15,-2-1 3-15,0-2-3 0,1-1 3 16,0-3-1-16,-1 1 1 15,0-2 0-15,0-1 0 16,-2 1-2-16,1-1 0 16,-1 0-1-16,0-2 1 15,0 2 0-15,0-1-1 0,0-1 0 16,0 3 0-16,0-1 1 16,0 1-1-16,0 2 0 15,0-2 1-15,0-1-1 16,0 3 0-16,0-3 1 15,0 1-2-15,0-2 2 0,0-1-1 16,0 3 0-16,2-4 1 16,-2 3-1-16,2-3-1 15,-2 0 1-15,1 0 0 16,0 0 9-16,-1 0 7 16,2 0-2-16,0 0-2 0,2 0-3 15,0 0-4-15,4 0-3 16,-1 0 0-16,1 0-1 15,2 0 1-15,-3 0-2 16,3 0 0-16,-3 0 1 16,3 0-1-16,0 0 0 15,-2 0 1-15,3 0-1 0,-3 0 0 16,-1 0 0-16,1 0 0 16,-1 0 0-16,0 0 0 15,-4 0-12-15,1 0-29 16,0-7-80-16</inkml:trace>
  <inkml:trace contextRef="#ctx0" brushRef="#br0" timeOffset="58182.74">18942 8533 89 0,'0'0'14'0,"0"0"-13"0,0 0 2 16,0 1-2-16,0-1-1 16,2 1 0-16,-2-1 1 15,0 0-1-15,2 3 1 16,-2-2 0-16,2 2 4 0,0 2-1 16,1-1-2-16,0 2-1 15,-1 1-1-15,2-2 1 16,-1 1-1-16,0 1 1 15,2 0 1-15,-2 1 1 16,0-1 2-16,0 1 1 0,2 0 1 16,-2 0-1-16,0 1 0 15,2-1-3-15,-3 0-1 16,-1 2 0-16,2-1-1 16,-2-1 2-16,1 2-2 15,0 0 1-15,0 0 0 16,1 0-1-16,-3 0 1 0,2 0 1 15,0-2-2-15,1 2 1 16,-1-3 0-16,2 0-1 16,-1-1 0-16,0 0 1 15,2-1-1-15,-1 0 5 0,0-2-2 16,-1 1 0-16,2-1-2 16,-2 0-1-16,-1 1 0 15,1-1 0-15,0-2-1 16,1 2 1-16,-3-2 1 15,1 1 6-15,0-1 2 0,2-1-4 16,1 0-3 0,-4 3-2-16,3-3 2 0,-1 1-1 15,2 1-2-15,-2-1 1 16,1 1-1-16,1-2 1 16,-1 0-5-16,0 0 4 15,1 0 5-15,-1 0 0 0,-1 0-2 16,-1 0 0-16,1 0-2 15,3 0 1-15,-3 0-2 16,-1 0 0-16,4-2 1 16,-3-1 0-16,1 1 1 0,2-1 0 15,-3-3-2-15,3 3 1 16,-1-1 0-16,-1 0 1 16,-1-1-1-16,-1 0 0 15,0-1 0-15,0-1 0 16,0 1 0-16,0-2 0 0,-1 1 0 15,1-2 0-15,1 1 0 16,1-4-1-16,-2 3 0 16,1-2 0-16,-1 0 0 15,1 0 0-15,0 1 0 16,-1-2 1-16,0 2-1 16,-1-2 1-16,1 0 2 0,-1 0-2 15,2 1 0-15,0-2 0 16,1 1-1-16,-3 1 0 15,1 1 1-15,0-2-1 16,1 2-1-16,0-1 2 16,-3 1 0-16,2 0-2 0,-2-1 2 15,0 0 0-15,0-1 2 16,0 4-1-16,0-1 3 16,0 2-3-16,0 1-1 15,0 2 0-15,0 4-3 16,0 0-12-16,0 0-70 0,-2 0-57 15</inkml:trace>
  <inkml:trace contextRef="#ctx0" brushRef="#br0" timeOffset="59414.84">18298 9308 89 0,'-2'0'7'0,"-2"0"6"0,4 0-6 0,0 0 7 0,0 0 4 15,0 0-4-15,0 0-1 16,0 0-6-16,0 0-4 16,0 0-3-16,0 0 1 15,0 0-2-15,0 0 1 0,0 0-2 16,0 0-3-16,4 0 3 16,3 0-1-16,4 0-2 15,0 0 5-15,5-3 0 16,0-2 0-16,6 0-1 0,1-1 1 15,4-1-2-15,0 0 0 16,5-1 6-16,-1-1 3 16,2 2-1-16,2-1 2 15,-2 2-4-15,1-1-1 16,1 1 0-16,-1-1-3 0,1 0 0 16,1 1 0-16,-3-1 0 15,4 0 1-15,-1 0-2 16,1 1 1-16,-1-1 0 15,-2 0 0-15,1 1 1 16,-4-1-1-16,-1 2 2 16,-3 0-1-16,-1 2 0 0,-2-1-1 15,-2 3 1-15,-3-1-1 16,-2 1 1-16,-2 1 0 16,1-1-2-16,-2-1 2 15,1 1-1-15,-2-2 0 16,0 0 0-16,-1 0 2 0,1-1 3 15,-1 0 1-15,-2 1-1 16,1 0-2-16,-3 0-2 16,0-1 2-16,-1 4 0 15,-1-3 1-15,1 3-1 16,0-3-2-16,-4 3-1 0,3-1 0 16,0 1 0-16,0 0-8 15,-3-2-33-15,0-2-45 16</inkml:trace>
  <inkml:trace contextRef="#ctx0" brushRef="#br0" timeOffset="60047.2">19413 8322 81 0,'0'0'2'0,"0"0"0"0,0 0 7 0,0 0 5 15,0 0 0-15,0 0-1 16,0 0-9-16,0 0-2 16,0 0 1-16,0 0 0 0,0 0-1 15,0 0-1-15,-17 54 1 16,17-34-2-16,2 6 0 16,0 1 0-16,1 5 0 15,1 1 0-15,2 4 1 16,-1 0-1-16,-1 1 1 0,1 3 2 15,-1-2 5-15,-1-2 5 16,1-2 0-16,-2-1-4 16,1-1-5-16,0 0-2 15,-1-1 1-15,2 0-2 16,-4-3 0-16,2-2-1 0,-2-4 0 16,0-6-2-16,0-4-2 15,0-8-14-15,0-5-30 16,0-4-91-16</inkml:trace>
  <inkml:trace contextRef="#ctx0" brushRef="#br0" timeOffset="61321.69">19334 8227 94 0,'0'0'21'0,"0"0"-15"0,0 0 18 0,0 0-18 0,0 0-4 15,0 0-2-15,0 0 1 16,-41-23-1-16,34 22 3 16,-3 1 5-16,1 0 2 15,-2 0-6-15,1 0-1 16,-1 0-2-16,-3 4-2 0,-1 0 1 16,-1 2 0-16,-3 1 0 15,0-4-2-15,-2 3 1 16,0-1 1-16,-3 0 0 15,0-1-1-15,-2 0 1 0,-1-1 0 16,-2 1 0-16,2 2 1 16,-3-2-1-16,-1 2 0 15,1-3 0-15,-2 1 0 16,-1 0 0-16,1-1 1 16,0 1-2-16,0-2 2 0,-2 1 1 15,-1 0 0-15,1 1 0 16,-1-1 0-16,3 1-1 15,-3 0-1-15,4 0 0 16,3-1 1-16,-1 0-1 16,2 1 0-16,0-1 1 15,3 0 0-15,1 1 2 0,2 2 0 16,0-2-1-16,2-1 1 16,2 1-3-16,-1 1 1 15,3-1-1-15,-1 0 1 16,3-2-1-16,-2-1 1 15,2 3 1-15,1-1-2 0,-2 0 0 16,3 1 0-16,0-1 0 16,-1 1 0-16,2-1 0 15,3 1 0-15,-3-2 0 16,4-1 1-16,1 2-1 16,3-3 1-16,-2 2 0 0,-1-1 0 15,1 2 0-15,1-2-1 16,-1 1 0-16,0 2 0 15,2-3 0-15,0 3 0 16,1-1 0-16,-1 2 0 16,2 0 1-16,-2 1 0 15,1 1-1-15,0 0 1 0,1 2-1 16,0-1 0-16,-2 2 0 16,2 2 1-16,-2 0-1 15,1 1 1-15,0 0-2 16,1 0 3-16,0 2-2 0,0 0 0 15,0 0 0-15,0 4 0 16,5-1 0-16,2 4 2 16,-1-1-2-16,2 1 0 15,-1 1 1-15,1-2-1 16,-1 1 1-16,-1-1-2 0,-1-1 1 16,2 0 1-16,-5-2-1 15,0 1 0-15,-1-2 1 16,1 1-1-16,0 1 1 15,0-1-1-15,2-1 0 16,-3 3 1-16,3 0-1 16,-1-2 0-16,1 2 0 0,-1 0 1 15,2 0-2-15,0-1 2 16,-3-4-1-16,3-1 0 16,1-1 0-16,2-2 1 15,0-3-5-15,5-1 4 16,3-2 2-16,2-2-2 0,6-3 0 15,3 0-13-15,2 0-34 16</inkml:trace>
  <inkml:trace contextRef="#ctx0" brushRef="#br0" timeOffset="62083.48">19659 8595 50 0,'0'0'3'0,"0"0"-2"0,0 0 1 0,0 0 0 0,0 0 0 15,0 1 5-15,0 2 3 16,0 2-2-16,-2 1-4 15,0-1 1-15,0 0-3 0,2 0-1 16,0-1-1-16,0 2 2 16,0-4-1-16,2 0 1 15,5-2 5-15,-1 0 8 16,3 0 12-16,3-4-3 16,2-5 0-16,0 2-2 0,4-6-9 15,3-1-3-15,1 0 5 16,3 0-6-16,3-3-5 15,3 1-4-15,2 0 2 16,-1-2-17-16,2 0-89 16</inkml:trace>
  <inkml:trace contextRef="#ctx0" brushRef="#br0" timeOffset="63867.5">6383 8569 92 0,'0'0'7'0,"0"0"-2"0,0 0-1 0,0 0-3 16,0 0-1-16,0 0 1 15,0 0-1-15,39-5-1 16,-30 2 0-16,2 0 1 15,2-1 0-15,2 1 3 16,4-3 1-16,-2 3 0 0,4-1-1 16,3 0-2-16,1 1 0 15,2 0 0-15,-1 2-1 16,3 0 0-16,-2 1 1 16,4 0-1-16,-1 0 0 15,3 0 0-15,1 0 0 16,6 2 0-16,0 1 1 0,4-2 0 15,4 2 0-15,1 0 0 16,0-1 3-16,3 0-1 16,1 0 2-16,1-2 1 15,6 0 0-15,1 0-1 0,5 0-1 16,2 0-1-16,1-2-1 16,4-2 0-16,-3 0-1 15,4 1 0-15,-1-1 0 16,-1 1-1-16,-5 0 0 15,-4 2 0-15,-3 1 1 0,-7 0-1 16,-5 0 0-16,-6 1 0 16,-4 6 0-16,-7 0-2 15,-5-3-17-15,-5-1-31 16</inkml:trace>
  <inkml:trace contextRef="#ctx0" brushRef="#br0" timeOffset="64679.56">6554 8660 71 0,'0'0'6'0,"0"0"11"0,0 0-4 16,0 0-11-16,0 0-2 15,0 0 3-15,0 0-3 0,0 0 2 16,0 0 3-16,0 0 0 16,0 0-1-16,0 0-2 15,6-18-2-15,1 14 0 16,4 1 0-16,0 0 2 16,0 0-2-16,5 2 0 0,-1-1 0 15,3 2 0-15,1 0-2 16,2 0 2-16,2 0 0 15,2 0 0-15,2 0 2 16,2 2-2-16,4-2 0 16,1 0-2-16,5 0 2 0,7 0-1 15,0-2 1-15,2-2 0 16,1 0 3-16,2 0-3 16,-4 2 1-16,4 0-1 15,-1 2 1-15,-2 0-1 16,2 0 0-16,0 0 1 15,0 0-1-15,0 5 0 0,-2 0 0 16,4 1 0-16,0 3 0 16,-3-1 0-16,2 2 0 15,-1 2 0-15,-4-1 0 16,-1-1-1-16,-7-1 1 0,0-1 1 16,-5-1-1-16,-4-3 0 15,-1-1 0-15,-2 0-1 16,-3-3-12-16,-4 0-22 15</inkml:trace>
  <inkml:trace contextRef="#ctx0" brushRef="#br0" timeOffset="69570.19">21781 7416 45 0,'1'4'9'0,"-1"-2"19"0,0 1-7 0,0 1-8 15,0 0-1-15,0-1 1 16,0 3-2-16,0-1-4 15,0 0-1-15,0 1 1 0,0-1 4 16,0 0-1-16,0 1 2 16,-2 1-1-16,0-2-2 15,-3 5-3-15,2-2-2 16,-1 2-3-16,1 0-1 16,-1-1 1-16,0-1-1 0,-2 2 0 15,1-4 0-15,0-1 1 16,0 2 1-16,0-4 2 15,2 0 3-15,-1 0-2 16,0-3-3-16,0 3-1 16,1-3 2-16,1 0-1 0,-2 0-2 15,0 0 1-15,1 0 1 16,-3 0-2-16,1 0 1 16,2-3 0-16,-3-1-1 15,2 1 1-15,1-1 1 16,1-1 0-16,0 1 0 0,-1 2-2 15,0-2 1-15,0 0-2 16,1 1 1-16,-1-2-2 16,0 1 2-16,0 1 0 15,1-2 0-15,0 1 0 16,2 0 1-16,-1-2-1 0,1 2 0 16,0-2-1-16,0-1 1 15,0 0 3-15,0 0-3 16,0 1 0-16,0 0 1 15,0 0 0-15,0 0 1 16,0 0-1-16,1 0 0 16,0 2 0-16,1 0 0 0,-1 0 0 15,1 1-1-15,2 0-2 16,-4 0 3-16,3 1 0 16,-2-2-1-16,1 2 0 15,2 0 0-15,-3-1-1 16,2 1 1-16,-1 0 1 0,1-1-2 15,0 1 0-15,-1 0 2 16,3-1-1-16,-3 3 0 16,1-3 0-16,1 3 0 15,1-1 0-15,-1-1 0 16,0 1 0-16,1 0-1 0,0-1 1 16,1 2 0-16,0 0 0 15,0 0 1-15,1-1-2 16,-1 1 1-16,1 0 0 15,0 0 0-15,0 0 0 16,-2 0-1-16,2-2 2 0,-4 2-1 16,3 0 0-16,-1 0 0 15,0 0 0-15,0 0 0 16,1-1 0-16,0 1 0 16,2 0 0-16,0 0 0 15,0-2 0-15,2 2 0 0,-1-1 0 16,1 1 0-16,3 0 0 15,0-1-1-15,0-1-3 16,3 1 5-16,-1-2-1 16,3 3 1-16,0-3-1 15,-4 3 2-15,1-1-2 0,-2-2 0 16,0 3 0-16,1 0 1 16,-3-3-1-16,3 3 0 15,-3-2-1-15,1 0 1 16,0-1 0-16,0 2 1 15,1 0-1-15,-2-3-1 0,0 3 2 16,-3-1 0-16,0-1 2 16,-2 2 0-16,1 0 3 15,-4-2-1-15,2 3 3 16,-1-1-2-16,-2 1-1 16,0-1-1-16,-1 1 1 0,0 0-3 15,0 0-1-15,0 0-2 16,0 0-1-16,-1 1-6 15,0-1-34-15,-1 0-104 16</inkml:trace>
  <inkml:trace contextRef="#ctx0" brushRef="#br0" timeOffset="75884.58">4730 10331 52 0,'0'0'21'0,"-4"0"-3"0,0-2 0 0,0-2-2 16,0 0-3-16,-1-1-2 15,-1 1-5-15,1 0-3 16,1 2-1-16,-3 2-2 15,-2 0-2-15,0 0-11 16,-2 0-7-16,0 0 5 16,-2 2 11-16,-1 2 4 0,-1-4 2 15,1 0 4-15,1 0 5 16,1 0-3-16,1 0-4 16,0 0-2-16,0 0-2 15,0 0-1-15,0 3 1 16,-3 0-2-16,-1 1 2 0,-4 0 1 15,-1 1-1-15,-2-1 1 16,2 1 2-16,-3 1 5 16,4-2 0-16,-2 1-4 15,3 2-3-15,3 1-1 16,-3 2 0-16,1 0 0 0,0 3-1 16,2 1 1-16,-3-1 1 15,0 0-2-15,0 1 2 16,2 0 2-16,1 0-3 15,-1 0 0-15,3 0 5 0,2 1-5 16,-3-4 1-16,5 3-1 16,-1-3 0-16,0 0 0 15,1-3 0-15,1 2 0 16,-2 0 1-16,1 0-1 16,-1 2 0-16,-2 0 0 15,1 0 0-15,2-1 0 0,-3 0 0 16,4-1 0-16,-1 0 0 15,1-1 0-15,0-1 1 16,-1 1-1-16,1 0 1 16,-4 2 1-16,3 1 2 15,-3 1 1-15,-1 3-4 0,3 2 0 16,-1-2 0-16,-3 4-1 16,3 1 0-16,-1-1 0 15,4 0 0-15,-1 1 0 16,-1 0 0-16,0 1 0 15,3-1 0-15,-2 1 1 0,0 1 0 16,0 0-1-16,0 0 0 16,0 1 0-16,2 2 0 15,1 1 0-15,-1-2 0 16,3 0 1-16,2 0 0 16,0-4-1-16,2 2 1 15,0 0 1-15,0-1-1 0,0 1-1 16,0 0 2-16,0 0-2 15,0-2 0-15,0 2 0 16,0-2 0-16,0 3 1 16,0-1-1-16,4 0 1 0,0-1-1 15,-1 1 1-15,1-4-1 16,0 0 1-16,-2-1-1 16,2 0 1-16,2-1-1 15,0 1 2-15,-1-1-1 16,3 1 1-16,-1 0-2 15,2-1 0-15,0 0 0 0,0 0 0 16,3-1 1-16,-4-1-1 16,3-2 0-16,-1 3 0 15,-1-1 0-15,1-2 0 16,0 1 0-16,-1-1 0 16,1 1 1-16,2-1-2 0,-1 3 1 15,2-2 0-15,-1 3 0 16,1 1 1-16,-1-1-1 15,-1 2 0-15,2-1 0 16,0 1 0-16,0-2 1 16,1 1-1-16,1-1 0 0,-1 0 0 15,0-2-1-15,2-2 0 16,1-1 0-16,-1 2 2 16,-1-2-1-16,3-1 1 15,-4 3 0-15,2-1-1 16,1 1 0-16,1 0 1 0,-1-1-1 15,0-2 0-15,0 1-1 16,1-3-1-16,-2 0 3 16,0 0-2-16,2 1 3 15,-3-1 0-15,3 0-1 16,-1 1 0-16,2 2 0 0,1 0 0 16,-2 1-1-16,4 0 1 15,-5 3-1-15,2-3 0 16,-1-2 1-16,-1 2-2 15,0-3 2-15,0-2-1 16,1 1 0-16,0-2 0 0,2 0 0 16,0 1 0-16,0-2 0 15,2 1 0-15,1 0 0 16,-3-1 0-16,4-2 2 16,-1 3-2-16,0-3-2 15,1 2 2-15,-2 0 2 16,1-3-4-16,1 4 4 0,-1 1-2 15,-3-2 0-15,4 3 0 16,-1-1 0-16,-1 1 0 16,0-1 0-16,3-1 0 15,-3 1-2-15,2-3 2 16,-1 1 2-16,0-1-4 0,3 0 4 16,-3-1-4-16,3 0 2 15,-3-3 0-15,2 2-1 16,1-1 2-16,1-1-2 15,0 1 2-15,-1 0-1 0,3 3 0 16,0-2 0-16,-2 1 2 16,1 2-4-16,1 1 4 15,-3 0-2-15,2 0 0 16,-1-1 0-16,0-1 0 16,0 1 0-16,0-2 0 15,0-2 0-15,2-1 0 0,-2 1 0 16,0 0-2-16,2 0 2 15,-2-1 2-15,-3 0-2 16,3 0 0-16,-2 1 0 16,-1 0 0-16,1 1 1 15,-1-1-2-15,1 1 1 0,-3-1 0 16,3 1 0-16,0-2-2 16,-5 3 2-16,2-2 0 15,-1 1 0-15,-2-1 0 16,-3 1 0-16,-2-2 0 15,2 0 0-15,1 0-1 16,-3-1 1-16,1 0 0 16,1 0-2-16,-3 0 2 0,3-2-1 15,-3-3 1-15,1 0-1 16,-1 0 2-16,-2-1-2 16,-1 1 4-16,1-2 3 15,1 1 7-15,2 0 0 0,-1-1-7 16,3-1-3-16,0-1-2 15,4-1-1-15,1-1 0 16,2-1 2-16,2-2-2 16,0-3 0-16,4 1 1 15,0 0-1-15,0-2 0 16,2 1-6-16,-2 0-26 0,-1-3-53 16</inkml:trace>
  <inkml:trace contextRef="#ctx0" brushRef="#br0" timeOffset="80954.86">4370 10510 95 0,'-4'-3'4'0,"1"0"3"0,1-2-2 0,0 2-3 0,2-1-2 16,-2 0 2-16,2 1-1 16,-2-2 0-16,-1 0 1 15,3 1 3-15,-1 0 1 16,-1 0 1-16,2 2 0 0,0-1-5 15,0 1-4-15,0-3-2 16,0 4 6-16,4-5-3 16,4 2 1-16,-3-2 0 15,3 0-1-15,1-1-1 16,0-2 10-16,4-1-3 0,1-2-2 16,2 0 5-16,4-3-5 15,-1 1-1-15,4 0-2 16,2-3 1-16,0 0 1 15,4 0-1-15,-2-2-1 16,4 1 0-16,0-1 0 16,-1 1-5-16,3 1 4 0,-2 2 6 15,0 0-3-15,-1 4-1 16,1-1-1-16,0 2 1 16,-2-1-1-16,0 2 1 15,2-1 0-15,-3 0-1 16,5 1-1-16,0-3 1 0,1 1-3 15,1 2 6-15,1 0-2 16,-2 1 3-16,3 0-2 16,-5 1-1-16,6 1-1 15,-5 0 0-15,3-1 0 16,-2 1-1-16,3-1 3 16,1-2 0-16,1 1 2 0,1 0 1 15,2-1-2-15,3 1-1 16,-1-1-1-16,6 1 0 15,1-1-1-15,1 0 1 0,3 1 0 16,-1 0-1-16,-3-1 0 16,1 2 1-16,-5 0-1 15,0 3 0-15,-2 0 0 16,1 3 0-16,0 1 0 16,0 0 0-16,-1 0 0 0,4 0 0 15,-4 6 1-15,-1 3-1 16,0 2 0-16,0 3 0 15,-6-1 0-15,1 2 2 16,-2 0-4-16,-3 2 4 16,-1 1-2-16,0 2 0 15,-3 1 0-15,0 6 0 0,0 0 1 16,-1 3-1-16,-6 4 0 16,2 2 2-16,-2-2-2 15,0 2 1-15,-4-1 0 16,0-1 0-16,-2 0-2 15,1 0 1-15,-5 3 1 0,1-1-1 16,1 3 0-16,-3-1 1 16,-1 1-2-16,1 0 2 15,-2 3 0-15,-1-1-1 16,-4 3-2-16,2 3 3 16,-3 4-2-16,-4 3-2 0,0 0 1 15,0 1 4-15,-4 0-2 16,-4-1 0-16,-2 1 1 15,1-1-1-15,-5 0 0 16,1-2 0-16,-1 1 0 16,1 0 0-16,-3-1 0 0,1-1-2 15,-2 3-5-15,0 0 0 16,-3 1-6-16,0-1 1 16,-6-2-2-16,-2 0 5 15,-1 1 5-15,-4-4 1 16,-5 2 3-16,-5 1 0 0,-8 2 1 15,-5 2-2-15,-14 7-20 16,-8 0-50-16</inkml:trace>
  <inkml:trace contextRef="#ctx0" brushRef="#br0" timeOffset="87448.96">8420 10498 20 0,'0'0'4'0,"0"0"-3"0,0-1 0 0,0 1-1 0,0-1-2 15,0-1-1-15,0 2 2 16,-3-1-4-16,3 0 6 16,-2 1 5-16,0 0-1 0,0 0-1 15,0-2 2-15,1 2 8 16,1 0 4-16,-2 0-10 16,2-1-1-16,-2 1-3 15,2-1 3-15,-2 1-3 16,2 0-2-16,0 0-2 0,0-1 0 15,0 1 1-15,0 0-2 16,0 0 1-16,0 0 0 16,0 0 0-16,0 0 0 15,0 0 1-15,0 0-1 16,0 0 0-16,0 0 1 0,0 0 0 16,0 0 2-16,0 0-2 15,0 0 0-15,0 0 0 16,0 0 1-16,0 0-1 15,0 0 1-15,0 0 0 16,0 0 1-16,0 0-2 0,0 0 1 16,0 0 0-16,0 1 1 15,0-1 1-15,0 0 0 16,0 1 1-16,0 0-1 16,2 1-2-16,-2 0-1 15,2 2 0-15,0 0-1 16,0 1 0-16,0 0 0 0,1-2 0 15,2 1 0-15,-3 0 1 16,1-2 0-16,1 1 2 16,-2-3 3-16,2 0 2 15,-1 0 1-15,5 0-1 0,0-6 5 16,2-5 0-16,3-3-1 16,4-5-4-16,7-5-1 15,1-6-2-15,9-5-1 16,10-11-3-16,9-9-1 15,13-10 2-15,9-12-4 0,2-13-80 16</inkml:trace>
  <inkml:trace contextRef="#ctx0" brushRef="#br0" timeOffset="102317.59">16460 10599 46 0,'-4'0'7'0,"2"0"23"0,-2 0-7 0,2 0-7 16,2 0-6-16,0-3-3 0,0 0-5 16,0 0-1-16,0 2 1 15,0 0-1-15,0-1 0 16,0 2 0-16,0 0-1 16,0 0 1-16,0 0-1 15,0 0 0-15,0 0 1 0,1 0-1 16,4 4 0-16,-1 2 0 15,1 1 1-15,2 0 0 16,-2 1-1-16,1-2 1 16,0-2-1-16,2-2 1 15,-2-2 0-15,3 0 18 0,-1 0 9 16,7-13-7-16,6-7 7 16,8-9-11-16,10-10-8 15,13-9-4-15,9-5-1 16,14-8 0-16,4-5-4 15,2 0-3-15,-4 2-77 0</inkml:trace>
  <inkml:trace contextRef="#ctx0" brushRef="#br0" timeOffset="103377.3">8121 14718 103 0,'0'1'5'0,"-1"-1"12"0,1 0 3 0,0 0-14 0,0 0-10 16,0 0 8-16,0 0-3 16,0 0 1-16,3 0-2 15,3 0 1-15,-1 0-1 16,4 4-1-16,2 6 0 16,-2 3 1-16,4 1 2 15,0 1 2-15,0-1-3 0,1-2 0 16,0-3 0-16,2-5 2 15,4-4-2-15,2-5 8 16,9-20 7-16,7-14 15 16,13-18-10-16,12-16-6 15,14-16-9-15,14-12-4 0,9-10-2 16,5-8-45-16</inkml:trace>
  <inkml:trace contextRef="#ctx0" brushRef="#br0" timeOffset="104659.57">16493 14527 84 0,'0'-2'19'16,"0"-1"-9"-16,0 0 1 0,0 0-2 0,0 1-1 16,0-2 4-16,0 3 6 0,0-1-2 15,2 1 1-15,-2 0-7 16,0-1-6-16,0 2-3 15,2 0 1-15,-2 0-4 16,2 0 1-16,1 0-1 16,1 0-1-16,0 2-1 0,-1 6 4 15,-1 2 1 1,0 4-1-16,3 2-4 0,-5 1 7 16,2 0 0-16,0 0-1 15,0-3 1-15,2-1-2 16,3-3 2-16,0-1-2 15,4-4 0-15,0-1-1 0,3-2 0 16,0-2-1-16,8-6 0 16,0-9 1-16,7-9 1 15,7-11 2-15,6-9-1 16,10-11-1-16,6-13 0 16,14-12 1-16,6-9-2 0,9-8 0 15,4-5-48-15</inkml:trace>
  <inkml:trace contextRef="#ctx0" brushRef="#br0" timeOffset="108300.6">18457 4103 62 0,'0'0'4'0,"-4"0"2"0,1-1-1 15,-1-1-3-15,0 0 0 16,2 0-1-16,0 0 5 0,2-1 2 15,-1 2-2-15,1-2 1 16,0 3-1-16,0 0-2 16,0 0-2-16,0 0-2 15,0 0 0-15,0 0 0 16,0 0 1-16,0 0-1 0,0 0 0 16,0 0 0-16,0 0-1 15,0 0 1-15,0 3 1 16,0 1-1-16,0 2 1 15,0-2-1-15,0 0 0 16,0 1 0-16,0-1 0 0,1-1 1 16,4-2-1-16,3-1 0 15,3 0-1-15,2 0 3 16,5-10 2-16,4-1 3 16,3-5-1-16,6-4-2 15,0-1-5-15,1-3 2 16,-1-2-7-16,0-5-46 0</inkml:trace>
  <inkml:trace contextRef="#ctx0" brushRef="#br0" timeOffset="109745.21">16208 5836 114 0,'2'0'-2'0,"3"0"1"0,2 0 2 0,-2 0 0 15,3-1 0-15,2-2-13 0,-5 1-28 16</inkml:trace>
  <inkml:trace contextRef="#ctx0" brushRef="#br0" timeOffset="112992.14">18493 4034 33 0,'0'-2'12'0,"0"0"-6"0,0 1 9 0,1-1-5 0,0 0 0 16,0 0-6-16,1-1 1 16,0 2-1-16,0 0-1 15,-2 0 3-15,2 0-1 0,-2 1-4 16,0 0-1-16,0 0-1 15,0 0 1-15,0 0-1 16,0 0 2-16,0 0 0 16,0 0 2-16,0 0 3 15,0 0-2-15,0 0 7 0,0 0 4 16,0 0-3-16,0 0-2 16,0 0-3-16,0 0-4 15,0 0 1-15,2 0-2 16,-2 0 0-16,3 0 0 15,-1 0-2-15,0 0-2 16,2 0 1-16,-2 2-1 0,1 3 2 16,0 1 0-16,0-3 0 15,2 2 0-15,-4-2 0 16,2 0 0-16,0 0 0 16,1 1 0-16,-1-1 1 0,2 1-1 15,1-2 0-15,-3 0 0 16,1-2 0-16,2 0 0 15,-1 0 0-15,4 0 1 16,-1-7-1-16,2-1 0 16,1 1 1-16,0-2-1 0,0-3 2 15,2 0-1-15,-1 1-1 16,3-2 0-16,-2 0 0 16,0 2 2-16,2-2-2 15,-2 0 0-15,0 2 0 16,1-1 0-16,-1 1 0 15,-2 0 1-15,0-1-1 0,-1 4 0 16,-2 1 1-16,-2-2-1 16,1 4-1-16,-2 3-2 15,2-1-59-15,-5 3-46 16</inkml:trace>
  <inkml:trace contextRef="#ctx0" brushRef="#br0" timeOffset="113752.5">18450 4030 2 0,'0'0'34'0,"0"0"-1"0,0 0-15 15,0 0 2-15,0 0-3 16,0 0-5-16,0 0 0 16,0 0-10-16,0 0-2 15,0 0 1-15,0 0-2 0,0 0 0 16,0 0 0-16,12-21-1 15,-10 22 1-15,-2 2 1 16,1 0 0-16,-1 0-1 16,2 2 2-16,0 0-1 15,-1-4 0-15,0 3 0 0,1-1 0 16,0-1 0-16,-2 1 0 16,2 0 1-16,-2-2-1 15,1 2 0-15,1-3-1 16,0 0 1-16,1 0 0 15,3 0 1-15,-1 0 1 0,3-3-1 16,-1-1 0-16,2-2 0 16,4-1 0-16,0-4-1 15,2 2 1-15,1-4 3 16,5 1 0-16,-2-3 7 16,0 1 0-16,3-3 4 15,3 0-5-15,-5-3-3 0,3 3-1 16,1-3-4-16,-2 2-1 15,0 2-1-15,-4-1 0 16,3 4 0-16,-6 2 0 16,1 2 0-16,-5 2-1 15,-3 3-4-15,0 2-15 0,-6 1-24 16,-2 1-22-16</inkml:trace>
  <inkml:trace contextRef="#ctx0" brushRef="#br0" timeOffset="114143.8">18477 4025 146 0,'0'0'3'0,"0"0"8"0,0 0-8 16,0 0-1-16,43-26-2 15,-29 19 0-15,0-3-3 16,2 1-12-16,0-1-5 0,4-1 5 16,-2 0-13-16</inkml:trace>
  <inkml:trace contextRef="#ctx0" brushRef="#br0" timeOffset="115304.15">16951 5223 285 0,'0'0'6'0,"0"-3"-7"0,0 0 3 0,0 3-56 16,0 0-27-16,0 0 11 15</inkml:trace>
  <inkml:trace contextRef="#ctx0" brushRef="#br0" timeOffset="115723.63">17062 5925 155 0,'0'0'-6'0,"0"0"-8"0,0 0-15 15</inkml:trace>
  <inkml:trace contextRef="#ctx0" brushRef="#br0" timeOffset="122006.32">8393 10000 172 0,'0'0'8'0,"-4"0"5"0,-1 0-2 0,3 0-6 16,1-2-5-16,-3 1 0 15,0 1 0-15,0-2-1 16,-1 1 1-16,1-1-3 16,-4 2 1-16,0 0 0 0,-1 0-3 15,-3 0-6-15,1 0-11 16,-4 6-7-16,-1 3 7 16,1-1 6-16,-4 5 8 15,1-4 8-15,1 0 2 16,-1 1 9-16,1-4 1 15,0 5 0-15,0-2-5 0,1 2-3 16,-1 2-3-16,1 4-1 16,-1 0 0-16,2 3 0 15,-3 3-1-15,1-1-1 16,1 1 0-16,0-3 2 16,2 3 0-16,1-4 1 0,-1 3-1 15,2 1 1-15,2-3 0 16,1 4 0-16,-2-1 0 15,3 1 0-15,1 0-1 16,-4 4 0-16,4-1 0 0,-2 0 0 16,-2 3 0-16,2-2 0 15,-2 1 0-15,1-2 0 16,-1-2 1-16,0 0-1 16,2-1 0-16,1 0 0 15,5 0 0-15,-4 0 1 0,3 0 0 16,2 3 0-16,-3 2-1 15,-1 0 2-15,1 4-2 16,1-2 0-16,-3 3 0 16,0-4 2-16,0 2 3 15,3-1 3-15,2 0-2 16,-2 0-4-16,4 3 2 0,0 1-3 16,0 0 0-16,0 3-1 15,2 2 0-15,2-3 1 16,-2 4-1-16,2-4 0 15,1 1 1-15,0-1-1 16,2 1 0-16,1 0 1 0,6-1-1 16,-3 0 1-16,0-1-1 15,3-2 1-15,-1-1 0 16,1-3-1-16,-3-2 0 16,2-1 0-16,1-2 1 0,1 0 2 15,1-2 0-15,-1 1 2 16,1-3 0-16,1 1-2 15,-1 0 1-15,0-2-1 16,2-1 0-16,-2-1 0 16,1 1 0-16,-2-2-2 0,2 1 0 15,1 1 0-15,-1-1 0 16,0-1 1-16,-1 1-2 16,3 2 1-16,-4-1-1 15,3 2 1-15,-4-1-1 16,2 1 0-16,2 2 0 15,-3 1-1-15,3-1 3 0,0 0-1 16,2 1 0-16,-2-4-1 16,4-2 2-16,-2-1 1 15,3-3 2-15,-3-1-2 16,4-3-3-16,-1 0 2 16,-3-1 0-16,4-3 2 0,1 3-4 15,-2-3 0-15,1-1 1 16,-2 0 0-16,1-1-2 15,1 0 3-15,-2-1-2 16,5 0-1-16,0-2 2 16,0 1-1-16,2-1 0 0,-2 1 1 15,2-2 0-15,0 1-1 16,0-1 1-16,0 0-1 16,1 2 0-16,-2-1 0 15,1-1 0-15,0 0 0 16,0 0 0-16,2 0 0 0,-1 0 0 15,1 0 0-15,2 0 0 16,0 0 0-16,-1 0 1 16,2 0-2-16,-2 0 1 15,1 0 0-15,0 0 0 16,-2 0 0-16,5 0 0 16,-2 0-1-16,1 0 1 0,4 0-2 15,-5 0 1-15,3 0 0 16,-3 0 0-16,1 0 1 15,-1 1 0-15,-1 5 0 16,1 0 0-16,4-1 0 16,0 0 1-16,0 0-1 0,4-3 0 15,-1-1 0-15,1 1 0 16,-2-1 0-16,0-1 0 16,-1 2 1-16,-1 2-1 15,2 0 1-15,-4 3 0 16,0 0-1-16,1 2 0 0,-5-2 0 15,1 1 1-15,-2-1-1 16,0-1 1-16,-1 3 1 16,1-4 1-16,2 1 0 15,-2 1-2-15,3-3 1 16,-1 1 0-16,2-1 2 0,-1-2 0 16,1 0-2-16,-1 0 0 15,-1-1-1-15,0 3 0 16,-1 0-1-16,-1-1 0 15,0 2 1-15,0-1-1 16,1 0 0-16,1 2 0 0,-1-2 0 16,3 0 1-16,1 0-1 15,2 1 1-15,0-2-1 16,2 2 0-16,1-4 1 16,1 1-1-16,2-2 0 15,-1 0 0-15,0 0 0 0,0 0 0 16,1-2 1-16,-3 0-1 15,3 2 3-15,-2 0-1 16,1 0 0-16,-1 0-1 16,0 1 0-16,2 5-1 15,0-2 0-15,0-1 0 0,1 1 0 16,-3-2 0-16,3-2 1 16,-4 0-1-16,1 0 0 15,-2 0 2-15,0 0 2 16,-4 0 2-16,1-2-3 15,-2 2 0-15,-1-2-1 16,3 0-1-16,-1 2 1 0,-1-3-1 16,4 3 1-16,-1-3 0 15,-2 0-1-15,2 2 0 16,-1-2-1-16,-2 1 1 16,2-2 4-16,-3 2-1 15,2-2-1-15,1 1-1 0,4-1 0 16,-1 0-2-16,2-1 0 15,1 1 2-15,-1 0-2 16,1-2 0-16,1 1 0 16,-2-1 0-16,2 1 1 0,-2-2-2 15,0 0 2-15,-1 0-1 16,1 1 0-16,-4-1 0 16,0-1 0-16,3 2 0 15,-4 0 0-15,1-1 0 16,-1 0 1-16,2-2-1 15,-3 2 0-15,-1-3 0 0,1 2 1 16,-2 0-1-16,1 0 0 16,-3 1 0-16,2 0 0 15,-3-1 0-15,-2 2-1 16,-2 0 2-16,1 2-1 16,-3-3 0-16,0 0 0 0,-2 2 0 15,0-2 0-15,-2-3 0 16,0 2 0-16,-3-2 2 15,1-3 0-15,-1 0 0 16,-4-1-2-16,0-1 1 16,1-4-1-16,-3 1 0 0,2-4 0 15,-3-2 1-15,1-3-1 16,1-1 2-16,-2-3 1 16,1-1-2-16,-1-2 1 15,-1 0-1-15,0-3 1 16,-3 3 0-16,1-4-1 0,-4 1-1 15,-1-1 1-15,0 2-1 16,1-1 1-16,-4 3 2 16,0-2-2-16,0-2 0 15,0 1-1-15,0-4-1 16,0 1 3-16,0-2-2 0,0-1-1 16,-3-1 3-16,3 1-3 15,0-2 2-15,0 1-1 16,0 0 0-16,0 0-1 15,0-2 1-15,0 4 0 16,0-2-1-16,-4 1 0 0,2 3 2 16,-1 1-2-16,-3 0 0 15,1 1-1-15,1-3 2 16,-2 0-2-16,2-4 0 16,2-1 1-16,0-4 0 15,0 0-2-15,2-2 0 16,-4 0 2-16,1 2 1 0,-1 0 1 15,-2 5-1-15,1 0 1 16,-3 3 1-16,2 2-2 16,-2 0 0-16,1 0 0 15,-3 2 0-15,2-2 0 0,-1-1 0 16,-3 3 0-16,2-4 0 16,1 3-3-16,-3 2 0 15,1 0-3-15,-2 1 2 16,-1 4 3-16,1-1-4 15,-2 5 5-15,-1-1-5 0,-4 4 2 16,1-1 0-16,-4 6-4 16,0 0 7-16,-4 3 3 15,0 0-4-15,0 3 6 16,-2 1-5-16,-3 1 3 16,0 0-2-16,0 2 0 0,-3-1-3 15,1 0 7 1,-4-1-5-16,0 2 0 0,-2 0 0 15,0 2-2-15,2-1 5 16,-3 2-3-16,3 0-1 16,-2 0 1-16,0 1 1 15,-3-2 0-15,1 1 0 0,-3 1 0 16,-1-1 1-16,0 0-1 16,-1 1-1-16,0 2 1 15,-2 0 0-15,0 1-1 16,-3 1 0-16,2 1 0 15,-2 1 0-15,1 0 0 0,1-2 0 16,1 1 0-16,-2-3 0 16,0 2 0-16,1-1 1 15,-3-1-1-15,-3 3 0 16,-2-1 0-16,-2 2 0 16,-3 0 0-16,-2 0 0 0,-2 5 0 15,-1 0-1-15,0-1 1 16,-1 1 0-16,1-1 0 15,-1 2 1-15,0-2-2 16,0 2 2-16,-1-1-1 16,0 1 0-16,1-2-1 0,0 2 2 15,0-2-1-15,2-1 0 16,-3 3 0-16,1-2 0 16,0-2 0-16,1 1 0 15,-1-3 1-15,-2 0-1 16,2 0 1-16,-3 0-1 0,3 0 0 15,-4 0 0-15,2 0 1 16,0 0-1-16,0 0 0 16,0 2 0-16,-2 2-1 15,2 2 0-15,0 3 2 16,1-1-2-16,3 2 1 16,1-3 1-16,3 2-1 0,2-2 1 15,4 1-2-15,1-1 2 16,3-2-1-16,0 2 0 15,2-3 1-15,0 3-1 16,2-4 1-16,-1 3-1 16,3-1 2-16,0 0-1 0,3-1-1 15,-2 0 1-15,4 3 1 16,2 0-1-16,3-1-1 16,-4 4 0-16,-1-1 0 15,2 2 0-15,-3 1 0 16,1 0 0-16,4 2 0 0,-1-1 0 15,4 0 0-15,3 0 0 16,4-1 0-16,4 1 0 16,7 1 0-16,1 0-1 15,5 1-3-15,7-3-18 16,2-4-59-16,2-8-119 16</inkml:trace>
  <inkml:trace contextRef="#ctx0" brushRef="#br0" timeOffset="128083.72">17089 9992 92 0,'0'0'7'0,"0"0"15"0,0 0 2 0,-40-4-7 16,29 4-6-16,0 0-8 16,0 0-2-16,-5 0 0 15,1 0-1-15,-1 0 1 16,-1 0-1-16,0 2 0 15,-4 0 0-15,2 3-1 16,-7-1-1-16,0 3-13 0,-2 0-8 16,-4 2 4-16,-2-1 9 15,1-1 8-15,-2 0 3 16,3-4 6-16,-1-1 11 16,3-1 9-16,2 0-4 15,1 1-10-15,2-1-10 0,0 1-2 16,-2 5-2-16,2-3 0 15,-1 5-4-15,0-1-1 16,3 2 5-16,0-1 2 16,3 2 0-16,0 3 1 15,3 3 0-15,-3 2-1 0,2 2-1 16,2 3 0-16,0 0 0 16,0-1 0-16,1 0 2 15,2-1 2-15,-1 0 10 16,3 1 8-16,-2 2-4 15,-1-1-3-15,3 7-4 0,0 1-6 16,3 2-4-16,2 3 0 16,2 4 1-16,-2-1-2 15,3 2 0-15,0 2 0 16,1 0 1-16,0 0-1 16,0-1 0-16,1 2 0 15,1-1 0-15,0-1 1 0,0-2 0 16,0 0-1-16,0-1 0 15,0-2 0-15,1 1 0 16,1-1 1-16,0 1-2 16,0 0 2-16,2-1 0 0,2 0 1 15,-2 1 2-15,1-2 2 16,1 3-5-16,0 1 2 16,4-2-3-16,-4 3 1 15,3 1-1-15,1-1 1 16,-4-2-1-16,1 0 0 15,-2-2 0-15,0-3 0 0,1-3 0 16,-2-5 0-16,-1 0-1 16,3-1 2-16,-3-5-1 15,1 0 0-15,0-1 0 16,0-1 0-16,2-1-1 16,-2-2 0-16,2 1 1 0,-4 0 0 15,2-2 1-15,1 0-1 16,-2 0 0-16,1-2 0 15,1 1-1-15,-1 0 1 16,0-1 1-16,1 0-1 16,0-2 1-16,4 2-2 15,-4-2-1-15,1 0 3 0,2-2 0 16,-2 2 0-16,2-1 1 16,-1-1-2-16,0 3 0 15,3 0 2-15,-2 1-1 16,1 1-1-16,3 2 0 0,0 0 0 15,1-1 0-15,1 1 0 16,1-1 0-16,1 0-3 16,-3-4 1-16,2 0 0 15,-1 1 2-15,-1-2 4 16,1-2 2-16,0 2-2 16,4 0-1-16,4-1 1 0,-2-1-4 15,7-1 0-15,2 2-4 16,4-4 1-16,-1 2-2 15,3 1 0-15,-3-1 2 16,2 3 1-16,-1-2 2 16,-3 2-2-16,-2 0 2 0,0-1 0 15,2-1 0-15,-1-1 1 16,4 1-1-16,1-4-1 16,3 0 0-16,0-1 2 15,0 0 0-15,0-2-1 16,1 2 0-16,-3-2 0 15,-1 1 0-15,-2 0 1 0,3 1-1 16,-1 0 0-16,3 0 1 16,1-2-1-16,2-1 1 15,3 0-1-15,0 0 0 0,-1-4 0 16,-2 0 1-16,1-2-2 16,-4 3 1-16,-1 1 1 15,-2 0-2-15,-1 1 1 16,-3 1 0-16,0 0 0 15,1 0 0-15,1 0 0 16,-2 0 0-16,4 0 0 16,1 0 0-16,3 0 0 0,-1 0 1 15,3 0 0-15,-1 0-1 16,2 0 3-16,-2-3-1 16,1 1-1-16,1 1 0 15,-5 1-2-15,2 0 2 0,-1 0-1 16,3 0-2-16,-1 4 3 15,-1-1-1-15,1 0 1 16,3-2-2-16,0 1 2 16,-1-2-1-16,2 1 0 15,2-1 0-15,-2 3 0 0,1-3 0 16,0 1 0-16,2 1 0 16,-1-2 1-16,3 0-1 15,0 1 1-15,3-1 0 16,-2 1-1-16,0 1-1 15,-1-2 2-15,-2 3-2 16,0-2 0-16,-3 1 0 0,0-1-1 16,-2-1 2-16,1 0-1 15,0 0 2-15,-1 0-1 16,-1-1 3-16,3-4-1 16,-2 0 0-16,0-1 0 0,2-1-1 15,-1 0-1-15,-2 2 0 16,1-1 0-16,-4 0 0 15,-1 0 0-15,-4-1-5 16,-3-4-31-16,-5-5-110 16</inkml:trace>
  <inkml:trace contextRef="#ctx0" brushRef="#br0" timeOffset="129636.34">17356 9906 79 0,'0'1'29'0,"0"0"-26"0,0 1-2 0,0 0 6 0,0-1 7 16,0 3 2-16,6-2 6 15,3 0-4-15,5 1-4 16,5-3-8-16,6 2-2 16,2-2-4-16,6 0 0 15,5 0-4-15,-1 0-7 16,7-5 8-16,-2-1 0 0,4-1 4 15,0-1-3-15,4 1 4 16,0-3 3-16,2 1 2 16,6 0-2-16,0 0-3 15,4-1 1-15,3 0-2 16,3 0 1-16,2-1-1 0,-1 1 2 16,0-3 6-16,-2-1 4 15,-1 1-1-15,-1 2-2 16,1-1 0-16,-1 1-6 15,2 1-3-15,-1 3 0 16,1 1-2-16,-5 3 1 0,-1 1 0 16,-3 2 0-16,-6 0-1 15,-3 0 2-15,0 0-1 16,-5 0 0-16,2 0 0 16,-2 1 2-16,4 1-2 15,-2-1 0-15,3 0 0 0,-4 1 1 16,4-1-1-16,-4-1 0 15,-1 0 1-15,-3 2 2 16,-2-1-1-16,0 2 0 16,-6 1-1-16,-1-1-1 15,1 3 1-15,-3-1-1 0,1 2 0 16,2-1 0-16,-4 1 0 16,1 1 1-16,-2 0 1 15,-2 2-2-15,-1-1 2 16,-2 2 6-16,-2 0-5 15,0 5 0-15,-1-1-1 16,-1 2 0-16,0 1-1 0,1 3 0 16,1 1 0-16,-4 1-1 15,2 1 0-15,-1 2 0 16,0 2-1-16,-2 1 1 16,0-1 1-16,-1 3 1 0,-2 2-2 15,-1-2-1-15,-1 3 7 16,-1 0-2-16,-3 2-3 15,2-2-1-15,-1 2 2 16,0 2-1-16,0 2-1 16,2 1 0-16,-2 0 0 0,-1 3 0 15,0-3 1-15,1-1-2 16,-3 1 0-16,-3 0 0 16,-1 2 1-16,-1 0-1 15,0 2 2-15,0 3 0 16,0-1-1-16,0 1 1 15,0 0-1-15,0-2 1 0,0 1-1 16,-1-1 1-16,0 1-2 16,1 1 2-16,0-3-1 15,0 1 1-15,2 2 0 16,6-1 0-16,-3 1-1 16,1 0 0-16,-3-1 0 0,-1 0 0 15,-2-2 0-15,0-5 0 16,0-1 1-16,-5-3-2 15,1 0 2-15,2-3 2 16,0 2-1-16,2-2-2 16,-1 2 1-16,1-2-2 0,0 1 1 15,0-3 0-15,0-1 0 16,0 2 0-16,0-1 1 16,0-3-1-16,0 2 0 15,0-3 3-15,0 0 6 0,0-6 1 16,-6 3 6-16,-3-4-2 15,-5-1 2-15,-5-1-2 16,-9-1-9-16,-10-1 2 16,-11-3 5-16,-11 0-3 15,-15-1-9-15,-17-2 0 16,-19 0-33-16,-19-6-44 0,-16-4-126 16</inkml:trace>
  <inkml:trace contextRef="#ctx0" brushRef="#br0" timeOffset="131819.29">16831 4709 37 0,'0'0'22'0,"0"0"7"0,0 0-2 0,0 0-1 15,0 0-2-15,0 0 3 16,0 0-5-16,0 0-5 16,0 0-8-16,0 0-4 15,0 0-1-15,0 0-3 0,0 0-1 16,0 0 0-16,-12-20 0 15,12 20-1-15,0 0 1 16,0 0-1-16,0 0 1 16,0 0 0-16,0 3-1 15,0 1-2-15,0 2 4 16,0 1-1-16,0 2-1 0,0 0 1 16,0 2-1-16,0 0 2 15,1 0 0-15,2 1-1 16,-3-2 2-16,2 1-2 15,1-1 1-15,0 0-1 0,3-2 0 16,-2-1 1-16,1 2-1 16,1-3 1-16,-1-1-1 15,2-3-1-15,-1 0 1 16,-1 0 1-16,1-2-1 16,-3 0 2-16,2 0 2 0,-1-2-1 15,0-6 2-15,-1 0-2 16,0-4-1-16,2 1 0 15,-2 1-1-15,1-1 1 16,3 1-2-16,-4 4 0 16,1 0 0-16,2 6 0 0,0 0-2 15,4 0 1 1,-3 0 0-16,2 3 0 0,4 3 1 16,0 1-1-16,0 0 1 15,-1-1 0-15,1-1 0 16,-4-2-1-16,3 0 2 15,-1-3-2-15,0 0 2 0,-3 0 0 16,1-6 2-16,2-5 9 16,-1-2 5-16,-3-3-6 15,3-1-5-15,-5-5-1 16,2 2-1-16,-5 0 0 16,-2-1-3-16,0 4-1 0,0 1 0 15,-9 3-2-15,-2 5-4 16,-2 5-2-16,-5 3-14 15,2 0-30-15,-2 0-57 16</inkml:trace>
  <inkml:trace contextRef="#ctx0" brushRef="#br0" timeOffset="132261.32">17223 4284 167 0,'0'0'5'0,"0"0"11"0,0 0-3 16,0 0-5-16,0 0-8 0,0 0 1 16,0 0 0-16,-36-21 1 15,30 26-2-15,-3 4 0 16,-2 3 1-16,4 1-1 16,-1 1 1-16,3 0 0 15,0 0-1-15,3-1 1 0,2 1-1 16,0 0 0-16,0 0-1 15,7-2 1-15,1 0 0 16,1-1 0-16,1-3-1 16,3 2 1-16,0-6 1 15,1 1 0-15,3-2 1 16,0-3 3-16,0 0-40 0,-2-2-32 16</inkml:trace>
  <inkml:trace contextRef="#ctx0" brushRef="#br0" timeOffset="132516.35">17394 4311 174 0,'0'0'3'16,"0"0"19"-16,0 0 1 0,0 0-20 15,0 0-5-15,0 0-3 16,0 0 5-16,0 0 0 15,0 0 0-15,0 29 0 16,2-19 1-16,2 0-1 16,0 0 2-16,-1 0-2 0,1-2 1 15,3 2-1-15,-2-1-8 16,1-4-27-16,-1-3-21 16,-1-2-67-16</inkml:trace>
  <inkml:trace contextRef="#ctx0" brushRef="#br0" timeOffset="132829.75">17460 4164 120 0,'0'0'6'16,"0"0"0"-16,42-16 8 16,-27 12-6-16,2 3-1 0,1 1-5 15,1 0 0-15,-4 5-2 16,1 6 0-16,-1 4 0 16,-1 0 1-16,-3 4 3 15,0 2-3-15,0 2 2 16,-7 2-1-16,-3 1-1 0,-1 5-1 15,-1 3 1-15,-12 0 0 16,-1-4-55-16</inkml:trace>
  <inkml:trace contextRef="#ctx0" brushRef="#br0" timeOffset="134295.31">20057 4331 123 0,'0'0'10'0,"0"0"9"0,0 0-18 16,0 0-1-16,0 0 2 15,0 0-2-15,0 0 0 16,0 0 0-16,0 0-1 0,0 0 0 16,0 0 0-16,0 0 1 15,0 0 0-15,9 43 0 16,-8-35 0-16,0 1 0 15,0-1 1-15,1 2-1 16,0-1 1-16,-1-2-1 16,1 0 1-16,1 0-1 0,2 0 3 15,-3-1-3-15,1-2 1 16,2 1 0-16,-2-2 0 16,0-1-1-16,1-2 7 15,1 0 3-15,1 0 3 16,-3 0-1-16,4 0 3 0,-2-3-2 15,-1-4-6-15,2 0 2 16,-3-1-2-16,1-1-3 16,0-1-1-16,1-1-2 15,-2 2-1-15,1-1 2 16,0 2-2-16,0 1 0 0,-2 1 0 16,1 3 0-16,-1 3 0 15,0 0-2-15,0 0-1 16,2 0 0-16,-1 3 0 15,1 4 0-15,1 0 0 16,-2 3-1-16,1 2 3 0,2-1 1 16,-1 0 1-16,0-2 0 15,0 1-1-15,1-2 1 16,0-2-1-16,-1-2 0 16,4-1 3-16,-5 1-2 15,3-4 0-15,-2 0 0 0,2 0 1 16,2 0 1-16,-1-5 0 15,0-4 3-15,1-2 3 16,1-2-4-16,-4-1 4 16,3 0-2-16,-3-3 3 15,-2 0-3-15,-2-1-4 0,0 2-1 16,-2 1-2-16,0 4-4 16,-2 1 1-16,-9 3-5 15,2 4-30-15,-2 0-35 16,4-1-54-16</inkml:trace>
  <inkml:trace contextRef="#ctx0" brushRef="#br0" timeOffset="134851.28">20534 3918 86 0,'0'0'24'0,"0"0"-14"0,0 0-13 0,0 0 3 0,0 0 2 16,0 0 0-16,-39 24 0 15,28-17-1-15,1 3 0 16,1-1 0-16,1 2 1 0,1-2 0 16,1 1 1-16,0 1 0 15,2-1 0-15,1 1 4 16,0 1 1-16,0-1 1 16,2 2-1-16,1-2-3 15,0 2-1-15,0 0-1 16,0-2-2-16,1 0 2 15,6 1-1-15,3-1-1 0,-1-1 4 16,2 0-2-16,3-3-1 16,1 0-15-16,-1-7-65 15</inkml:trace>
  <inkml:trace contextRef="#ctx0" brushRef="#br0" timeOffset="135542.32">20602 4050 83 0,'0'0'16'0,"0"0"-13"0,0 0 3 0,0 0-1 0,0 0-3 16,0 0 3-16,0 0-4 15,0 0 2-15,0 0 5 16,31-20 1-16,-21 17 2 16,1-1-1-16,0 0-1 0,-2 3-2 15,1-1-2-15,-2 2-5 16,-1 0 1-16,-1 0-1 15,0 0 0-15,-3 0-1 16,2 2 0-16,-3 3-4 0,-2 2 2 16,0 0 2-16,0 2 1 15,0-1 3-15,0 4-4 16,-4-1 2-16,-2-1-2 16,0 2 1-16,-4 0 1 15,1-2-2-15,0 0 1 16,-1-1 1-16,2-1-2 15,1-1 4-15,-2-1-3 0,4-3 1 16,0 4-1-16,2-4 1 16,1-2-1-16,1 1 2 15,0-2 1-15,1 0 4 16,0 0 10-16,0 0 5 0,0 0-11 16,0 0-8-16,0 0-3 15,0 0 5-15,1 0-4 16,3 0 1-16,3 0-2 15,-2 0 0-15,5 0-1 16,0 0 2-16,4 0-1 0,-3 0-2 16,2 0 4-16,1 0-1 15,1 0-1-15,1 0 2 16,-3 0-2-16,3 0 0 16,-1 0 1-16,0 0-1 15,-2-2-2-15,0 1-41 0,-6-4-48 16</inkml:trace>
  <inkml:trace contextRef="#ctx0" brushRef="#br0" timeOffset="136005.1">20927 3924 97 0,'0'0'4'0,"0"0"7"0,0 0 0 0,0 0-6 16,40-8 1-16,-37 8 0 16,0 0 0-16,0 0-3 0,1 5-1 15,2 3-1-15,-2 1 0 16,2 2-2-16,-2 2 3 16,0 0-1-16,1 4 1 15,-3-2-2-15,0 5 2 16,-1-2 0-16,-1 1 2 15,0 1-1-15,0 0 2 0,0 0-1 16,-2 0-1-16,-3 0 1 16,-5 1-3-16,0 3 1 15,-4 3 1-15,-2 0-4 16,-3-3 1-16,-1-5-92 0</inkml:trace>
  <inkml:trace contextRef="#ctx0" brushRef="#br0" timeOffset="137683.65">7679 13146 216 0,'0'0'8'0,"0"0"-6"0,0 0 3 15,0 0-2-15,0 0-5 16,0 0-5-16,0 0-4 15,0 0 11-15,0 0 0 0,-25 44 1 16,25-26 0-16,0 3-1 16,0 3 1-16,0 3-1 15,0 3 0-15,0 3 0 16,0 1 0-16,0 0 1 16,0 2-1-16,0 1 0 0,0 4 1 15,2 2 3-15,2 5 0 16,-2 7 3-16,-2 4-3 15,2 9-2-15,0 4 1 16,0 5-2-16,0 2 2 16,3 3-3-16,-3-1 1 0,2-4-1 15,0-2 1-15,0-4 0 16,-4-4 1-16,2-6 3 16,-2-4-1-16,0-3-1 15,0-7-3-15,0-2 0 16,2-7-3-16,-2-10-15 0,0-11-63 15</inkml:trace>
  <inkml:trace contextRef="#ctx0" brushRef="#br0" timeOffset="140124.25">7798 12947 122 0,'0'0'5'0,"39"-3"-3"0,-20-4-1 0,4 0 4 0,0-1-4 16,4 1 0-16,0 0-1 16,2 3 0-16,3 1 1 15,-3 0-1-15,2 2 0 16,4 0 2-16,-2 0 3 16,3-1 8-16,1 0 4 15,4-2-4-15,4-3-1 0,3 0-4 16,6-2-2-16,2-1-2 15,1 2 2-15,-1-1-4 16,2 2-2-16,-1 4 1 16,-4-1 0-16,2 4 0 15,-1 0 1-15,-1 0-1 16,1 0 5-16,1 0-3 0,2 0 0 16,3 0 0-16,0 3-1 15,-3-2-2-15,4 2 0 16,-3-3 2-16,0 2-1 15,-1-2-1-15,1 0 1 0,-1 0-1 16,2-2 2-16,-1-1 0 16,0-4-2-16,4-1 1 15,2-1 0-15,0 2 1 16,1-3-2-16,2 2 1 16,-2 2 1-16,2 2-2 15,-1 3 0-15,-1 1 0 0,-2 0 0 16,2 2 0-16,0 4 0 15,-2-1 0-15,4 0 0 16,1-1 0-16,-1-2 0 16,4-2 1-16,0 0-2 0,2 0 2 15,1-1-1-15,0-4 0 16,4 0 0-16,0 2 0 16,-1 1 1-16,2-1-1 15,0 2 0-15,1-1 0 16,-4-1 1-16,4-1 2 0,-1 1 6 15,2-1-4-15,1 0 2 16,3-1 1-16,2 0-2 16,0-1-1-16,5 3-2 15,2-4 0-15,-4 3-2 16,4-2-1-16,-1-1 1 16,1 1-1-16,-2-2 1 0,1-1-1 15,-1 2 1-15,0 0-1 16,-4 1 0-16,-1 1 2 15,3 2 1-15,-4 0-1 16,-1 2 2-16,-2-1 0 16,0 2-3-16,-3 0-1 0,-3 0 0 15,-4 4 1-15,-4 2-2 16,-2 0 1-16,-1 2 0 16,-4-3 0-16,3 0 0 15,-1 1 0-15,-5 0 0 16,2-5 0-16,1 3 0 0,-3-2 0 15,0-2 1-15,2 1-1 16,-3-1 0-16,0 0 0 16,-2 0-1-16,-6 0-3 15,-4 3-2-15,-5 0 5 16,-6 1 1-16,-5 0 0 0,-1 1 1 16,-4 1 0-16,-1 2 5 15,-1 0-2-15,1 4 1 16,1-1-2-16,-1 4-2 15,-1 3-1-15,-1 2 0 16,-4 5-5-16,-2 1 3 0,-5 4 0 16,-1 4 2-16,-5 1 3 15,2 8-1-15,-3 1-2 16,1 4 2-16,1 0 0 16,3-1-1-16,-1 1-1 15,2-3 0-15,1-3 0 0,3 1 2 16,-5 0-1-16,0 3-1 15,0 0 1-15,-4 2-1 16,-1 0 1-16,0 2 0 16,-2 2-1-16,-2 0 1 15,0 2 0-15,0 3 0 0,0 1-1 16,-2-2 1-16,-3 0 2 16,1-5-2-16,0-3 1 15,0-2 4-15,2-3 2 16,2-2-1-16,0 0-4 15,0-3-1-15,-3 2-2 0,3-3 0 16,-1-2 1-16,-3-1-1 16,-2-1 2-16,1-2 3 15,-4-2 1-15,0-1-3 16,-2 2-2-16,1-5 0 16,-2 0-1-16,1-4 3 0,2-2 11 15,-3-3-2-15,0-1-8 16,-2-1-3-16,0-2-1 15,-2 1 0-15,-3-3-1 16,-2 0-2-16,-5 0 1 16,-4-3-2-16,-5 0 1 0,-1-1-3 15,-7 1-2-15,-4-1 7 16,-1 1 1-16,-2 0-1 16,-6 0 0-16,0 0-9 15,-4 0-7-15,-2-1 11 16,-2 1 5-16,-3-1 2 0,1 2-2 15,-7-5 1-15,-2 3-8 16,-2-3-2-16,-2 1 2 16,-4 2 7-16,3-3 4 15,-3 1 4-15,2-1 0 16,-3 0 0-16,1 1-5 16,-3-3 0-16,1 3-3 0,-1-1 2 15,-6 0 0-15,1 0-2 16,-1 1 2-16,-3-1 0 15,-1-1 1-15,2 0 0 16,4-2 3-16,-2 0 4 16,3 0-1-16,0 0-1 0,5 0-3 15,-1 0-2-15,3 0-1 16,1 0-1-16,-1 0 0 16,2 0 0-16,0 0 3 15,3 4 2-15,-2-2-4 16,2 1 1-16,2-2 0 0,0 1 2 15,0-2-3-15,2 0 5 16,-2 0 0-16,3 0 1 16,2 0-2-16,-4 0 8 15,1 0-9-15,2 0-1 0,0 0-2 16,2 0 0-16,-2 0-2 16,2 0 1-16,-3 0 0 15,3 1 0-15,0 2-2 16,2 1 1-16,-1 3 3 15,3-1-3-15,3-2 2 16,-1-1 0-16,5 0-1 16,1-2 1-16,-1-1-2 0,3 0 2 15,0 0-2-15,1-2 2 16,1-3 0-16,-1 1-1 16,-2 0 1-16,0 1-1 15,-3 0 1-15,3 3-1 0,-3 0-2 16,1 0 1-16,2 7-1 15,0 0-4-15,0 3 4 16,3-1 1-16,-1 1-8 16,0-2 6-16,2-1 1 15,0-1 2-15,2-2-3 16,0-2 8-16,0-1-5 0,2-1 0 16,0 2 1-16,2-1 0 15,0-1-1-15,3 1 0 16,3-1 2-16,2 0 1 15,1 0 11-15,5 0-12 0,0 0-1 16,3 0-2-16,5 0-10 16,-1 0 2-16,0-1-13 15,6 0-32-15,-4-4-18 16,3 1-103-16</inkml:trace>
  <inkml:trace contextRef="#ctx0" brushRef="#br0" timeOffset="141581.07">21537 5861 86 0,'0'0'6'0,"0"0"12"0,0 0-8 0,0 0-6 15,0 0 2-15,0 0 5 16,0 0-1-16,0 0-3 15,0 0-4-15,0 0-3 16,41-30-10-16,-33 30-66 0</inkml:trace>
  <inkml:trace contextRef="#ctx0" brushRef="#br0" timeOffset="142150.46">21587 6568 66 0,'0'0'5'0,"0"0"-1"0,0 0-3 0,0 0 7 0,0 0 2 16,0 0-3-16,0 0 4 16,0 0 1-16,0 0 2 15,0 0-4-15,2 0 10 16,-2 0-8-16,0 0-2 15,0 0-1-15,0 0-4 0,0 0 2 16,0 0-5-16,0 0-3 16,0 0 1-16,0 0 4 15,0 0-2-15,0 0 3 16,0 0 0-16,1 0-5 0,2 0-4 16,-1-1-5-16,-1-3-59 15</inkml:trace>
  <inkml:trace contextRef="#ctx0" brushRef="#br0" timeOffset="144600.03">16948 12907 126 0,'3'-3'12'0,"-3"0"15"0,0 2-15 0,0-1-9 16,0 2-3-16,0 0 0 15,0 0-2-15,0 0 2 0,0 0 7 16,0 0 8-16,-5 0-11 16,-3 0-3-16,-2 0-1 15,-3 0-2-15,0 0 1 16,-4 3 0-16,1-1-1 16,-1-1 3-16,-2-1 13 0,0 0-6 15,-3 0-6-15,2 0 0 16,-6 0-1-16,0 0 0 15,-2 0 0-15,1 0 2 16,0 0 4-16,2 0 2 16,1 0-3-16,2 0-3 0,3 0-1 15,2 0-2-15,2 0 0 16,3 0-1-16,1 0-3 16,1 1-7-16,-2 4 3 15,0 0 7-15,-1 2-1 16,0 3 4-16,-1-3-2 15,1-1 0-15,0 3 1 0,0-4 2 16,5 1 0-16,-3 1 0 16,4 0-2-16,1-1 1 15,1 2-1-15,-1 2 1 16,0-1 0-16,0 2 1 16,0 2 3-16,1 3-2 0,-1 1-2 15,0 4 1-15,-2 3-2 16,3 3 2-16,-3 5-2 15,3 0 0-15,-3 2 1 16,4 2-1-16,-2-3-1 16,2-1 1-16,4-1 0 0,-1-2 0 15,1 1 0-15,0 2 0 16,0 2 0-16,0 3-1 16,0 1 0-16,0 2 0 15,-2 4 0-15,0-1 0 16,0 0 0-16,0-1 0 0,0 2 0 15,0 3 0-15,2-3 0 16,0 2 1-16,0-2-1 16,0 1 0-16,0 0 0 15,4-2 0-15,0 2 0 16,0-1 2-16,1-1-1 0,1-3-1 16,-1-2 1-16,4-1-2 15,0 0 2-15,-2-3 0 16,5 3-1-16,0 0 0 15,1 3 1-15,1 0-2 0,1 1 1 16,3 0-1 0,1 0-3-16,-2 0 1 0,2-2 0 15,0-1 2-15,0-4-1 16,3-1 2-16,-2-3 5 16,4-5 10-16,1-1 4 15,4-5-4-15,2-1-6 0,7-4-3 16,2-4 1-16,8-3 3 15,5-2-3-15,8-4-5 16,6-1 0-16,0 0-7 16,-3-4-52-16,-7-6-165 15</inkml:trace>
  <inkml:trace contextRef="#ctx0" brushRef="#br0" timeOffset="146863.88">16750 12976 147 0,'6'-2'3'0,"-3"-3"10"0,4 1 0 0,0-2 6 0,1 2-11 16,0 0-5-16,2 0-3 15,1 1 2-15,-3 0-1 16,2 2-1-16,-1 1 0 16,0 0 0-16,0 0 0 0,2 0 1 15,0 4-2-15,5 0 1 16,-1 0 1-16,2-1-1 15,6 0 1-15,2-2 1 16,6-1 8-16,0 0 2 16,5 0 0-16,2-4-2 15,3-3 0-15,3-1 0 0,3 0-4 16,-1 1-3-16,6-1 0 16,1 3-1-16,3 1-1 15,-2 1 0-15,-2 2 0 16,2 0-1-16,-2-1 1 15,0 2 1-15,2 0-2 0,-1 0 1 16,1 0 2-16,1 0-1 16,1 0-1-16,2 0 3 15,-2 0 1-15,4 0-1 16,-2 0-2-16,-2 0-2 16,0 0 1-16,1 4-2 0,2-1 1 15,3 0 0-15,-3-2 1 16,5-1-1-16,1 0 0 15,2-1 0-15,0-5 0 16,2-2 1-16,-1-2-2 16,-2 1 2-16,-1 1-1 0,-6 2 0 15,-1 1 0-15,-2 0 0 16,-5 4 1-16,0 1-1 16,-5 0 0-16,-1 0 0 15,1 0 0-15,-2 0 0 16,-1 1 1-16,6 2-1 0,-1-1 0 15,0 0 0-15,0-1 0 16,-3 1-1-16,1-2 2 16,-10 2-2-16,0-1 1 15,-4 1 1-15,-4-1-1 16,1 0 1-16,-1-1-1 0,1 0 2 16,1 0 5-16,-1 2-2 15,1-2-1-15,-2 1 1 16,-1 1-2-16,-1 0-1 15,-3 2-2-15,-4-2 1 16,-3 4-1-16,-1-1 0 16,-2 1 0-16,0 1 2 0,0 2-3 15,1 6 2-15,0-2-2 16,0 4 2-16,1 5-1 16,0 2-2-16,1 3 3 15,-2 3 0-15,3 2-2 16,-2 5 0-16,-1 2 2 0,1 0-3 15,-1 1 1-15,-1-1 2 16,-2 0 0-16,-1-1-1 16,0-1 1-16,-1 2-1 15,-1 0 1-15,-2 0-1 0,-1 2 1 16,0-1-1-16,0-2 0 16,-1 3 1-16,1-1 1 15,0 1-1-15,0-1-1 16,1 4 0-16,-3 0 0 15,0 1 1-15,0-2-1 16,-1 0 0-16,1 1 0 0,-1-1 0 16,-2-1 0-16,0-1-1 15,0-1 1-15,0-3-1 16,0-3 2-16,0-4-1 16,0-2 0-16,0-5 1 15,0-2-1-15,-6-1 2 0,2-3-2 16,0 2 0-16,-4-1 0 15,-1 0-2-15,-3 3 0 16,1-2-2-16,-5-1 0 16,1-1 3-16,-2-2 0 15,-1 2 2-15,1-5 1 16,-6 3 2-16,4-2-1 0,-3 0-1 16,-1-1 0-16,0 1-2 15,-3 0 0-15,0 0 0 16,-2 0-3-16,-2 2-2 15,0-3-1-15,-4 0-2 0,2 1-1 16,2-2 2-16,-4-1 7 16,5-3 0-16,1-1 1 15,1 0 0-15,2-3 2 16,3-1-3-16,-2 0 0 16,2-1 0-16,0-1-3 0,1 2-3 15,0-1-4-15,-1 1 4 16,4-1 2-16,-2-1-3 15,2 3 4-15,2-2 4 16,0-1 0-16,1 2-1 16,1-2-5-16,-2 0-26 15,1 0-33-15,0 0-106 0</inkml:trace>
  <inkml:trace contextRef="#ctx0" brushRef="#br0" timeOffset="149326.37">16881 15104 83 0,'0'0'4'0,"0"1"-5"0,3-1 14 0,6 2 0 16,-2-2 3-16,3 0 11 15,2 0 0-15,-1 0-6 0,1 0-5 16,3-2-3-16,0 1-4 16,3-2-8-16,-2 2 0 15,4 1-1-15,1 0 1 16,5 0-1-16,0 0 0 16,1 0 1-16,3 0 2 0,2 4 3 15,3-3 1-15,7 1 6 16,0-2-2-16,10 0 5 15,4 0-9-15,6 0-4 16,6-6-2-16,7 1 2 16,3-3-3-16,4 1 1 0,0-3-1 15,5 3 0-15,1 0 1 16,-1 0 0-16,2 1-1 16,-1 1 0-16,6 0 0 15,-4 0 0-15,3 1 1 16,3-1 0-16,0 1-1 0,0 0 2 15,-2-1 6-15,0 2 0 16,-1-3 7-16,-8 3 3 16,-3 1 10-16,-4-2-3 15,-4 3-8-15,-3-1-8 16,-2 2-5-16,-3-3-3 0,-1 3-1 16,-4 0 0-16,-1 0-2 15,-2 0-4-15,-6 0-6 16,-4 0-10-16,-3 0-22 15,-7 0-2-15,-8 0-16 16,-6-4-92-16</inkml:trace>
  <inkml:trace contextRef="#ctx0" brushRef="#br0" timeOffset="151281.54">21220 13880 107 0,'2'0'22'0,"-1"0"-13"0,0 0-2 0,1 0-3 16,-2 0-2-16,0 0-1 15,0 0 0-15,0 0-2 16,0 0-2-16,0 0-6 16,0 0 1-16,0 0 3 15,0 0 4-15,0 0 1 0,0 0 1 16,0 0 4-16,2 0-1 15,0 4 0-15,2-1 1 16,-2 0-1-16,4 0-3 16,-4-1-1-16,2-2 1 15,5 0 1-15,3 0 11 16,5-12 19-16,13-8-1 0,15-11-15 16,17-11-12-16,6-12-5 15,14-11-106-15</inkml:trace>
  <inkml:trace contextRef="#ctx0" brushRef="#br0" timeOffset="155025.17">9421 7757 45 0,'0'0'7'0,"0"0"19"0,0 0-9 0,0 0-1 0,0 0-4 16,0 0-6-16,-38-17 0 15,38 13-3-15,0 1-2 16,0 0 0-16,3 0-2 16,5 0 2-16,-2-1-1 15,4 4 1-15,1-3-1 0,0 3 0 16,5 0 0-16,-1 0 0 16,4 0-1-16,3 0-1 15,0-1 2-15,5 0-1 16,1 0 0-16,4 0 2 15,1-2-2-15,1 0 3 0,2 2-2 16,4-2 3-16,0 2 1 16,1-1-2-16,4 1-1 15,4-1 0-15,4 2-1 16,3-1 0-16,4-2 1 16,5 0-1-16,2-1 0 0,5 1 1 15,1-2-1-15,4 1 0 16,-1-3 0-16,4 1 1 15,0-1-2-15,1 1 2 16,2-3 0-16,1 2 6 16,1 0 4-16,-1-3 0 0,5 3-2 15,0-2 0 1,3-1-3-16,-3 3 0 0,6 0-2 16,-2 3-3-16,-5 2 0 15,0 2-1-15,-1 0 1 16,-1 0-1-16,1 0 0 0,0 2 0 15,-2-2 0-15,2 0 2 16,-2 0-2-16,-2 0 0 16,-7-3 0-16,-1-4 1 15,-5 0-1-15,-7 0 0 16,-1 1 0-16,-4 1 0 0,-7 3 0 16,-4-1-6-16,-9-1-66 15</inkml:trace>
  <inkml:trace contextRef="#ctx0" brushRef="#br0" timeOffset="155965.39">9338 8649 112 0,'0'0'2'0,"0"0"4"0,0 0-3 0,0 0 0 0,0 0-1 16,0 0-2-16,0 0 0 0,0 0 0 15,0 0 0-15,0 0-1 16,0 0 1-16,0 0 0 16,0 0-1-16,43 4 0 15,-28-3 1-15,-1 1 0 16,1-1-1-16,4 2-1 16,0-3 0-16,2 3 2 0,5-2 1 15,2 2 2-15,2 0-2 16,4-1 0-16,4 0-1 15,2 0 1-15,5-1-1 16,2 1 1-16,6-2-1 16,5 0 0-16,5 0 1 0,4 0-1 15,3 0 0-15,3 0 0 16,5 0 0-16,0 0 0 16,3 0 1-16,1 0-2 15,6 0 2-15,-1 0-1 16,5 0 0-16,4 0 2 0,4-2-1 15,2-1 3-15,5-2 5 16,5-2 2-16,3-1-3 16,1 0-3-16,3 1-2 15,1 0-2-15,1 0 1 16,1 2-2-16,2 0 2 16,-3 3-2-16,2 1 0 0,0 1 0 15,-3 0 1-15,0 0-1 16,-3 0 0-16,-1 0 0 15,-5 0 0-15,-2 0-1 16,-4 0 0-16,-11 0-11 16,-7 0-29-16</inkml:trace>
  <inkml:trace contextRef="#ctx0" brushRef="#br0" timeOffset="-18154.32">6089 12630 176 0,'0'0'3'0,"0"0"1"0,0 0 0 0,-2 0 0 16,-1 0 0-16,-4 0 0 0,1 0-1 15,-1 2-1-15,0 3-1 16,-1 5-2-16,0 2 1 15,-2 4-1-15,1 6 1 16,-1 2 0-16,0 3 0 16,1 4-1-16,-3 0 2 0,3 3-1 15,-2 2 0-15,-1 5-1 16,2 3 1-16,-1 7 1 16,-3 8-1-16,1 3-1 15,-3 6 2-15,1 6-1 16,1 4 0-16,1 4 0 0,-1 2 1 15,3 3-2-15,2 4 2 16,3-2-1-16,1 1 0 16,5-2 0-16,0 3-1 15,2-2 1-15,5-1 0 16,0-1 0-16,-1 1 2 16,-1-3 1-16,-1-4 1 0,1-4 2 15,-2-8 5-15,0-5-3 16,2-4-4-16,-1-9-1 15,-1-3-2-15,5-5 1 16,-3-1-1-16,2-11-2 0,-5-9-60 16</inkml:trace>
  <inkml:trace contextRef="#ctx0" brushRef="#br0" timeOffset="-17691.95">5641 15121 218 0,'0'0'-9'0,"0"0"-2"0,0 0 9 16,0 0 4-16,0 0-2 16,0 0 0-16,0 0 0 15,0 0 0-15,0 0 0 0,0 0 0 16,0 0 2-16,41 17 0 15,-32-10 4-15,-3-1 0 16,3 1-1-16,3-1 1 16,-4-1 0-16,3-2 1 15,1 0 3-15,1-3-4 0,1 0 8 16,3-4-1-16,4-6-5 16,1-6-5-16,2-1-2 15,5-7 0-15,0-4-4 16,0-8-34-16,-4-4-92 15</inkml:trace>
  <inkml:trace contextRef="#ctx0" brushRef="#br0" timeOffset="-15557.64">6518 16422 74 0,'0'0'20'0,"0"0"6"0,0 0 0 0,0 0-6 15,0 0-12-15,-2 0-6 16,-1 2-2-16,2 0-1 16,0 1-2-16,-2 0-3 15,1 1-1-15,-2 0-1 0,1-1 5 16,1-1 3-16,-2 0 0 16,2 0 2-16,-2-2 2 15,1 3 4-15,1-3-5 16,0 0-3-16,-3 0 0 0,2 0 0 15,0 0 0-15,2 0 0 16,-1 0 0-16,0 0 1 16,0 0 3-16,-1 0 3 15,1 0 1-15,1 0-5 16,1 0-3-16,-1 0 0 16,1 0-5-16,0 0-21 0,0 0 5 15,0 0 7-15,0 0 4 16,0 0-1-16,0 3-3 15,0-2-14-15</inkml:trace>
  <inkml:trace contextRef="#ctx0" brushRef="#br0" timeOffset="-13644.36">6441 16574 77 0,'-2'0'10'0,"2"0"2"0,-2 0-5 0,2 0-6 0,0 0 0 16,-2 0 3-16,2 0 17 16,-2 0 9-16,-1 0-9 15,2 0-4-15,0 0-9 16,1 0-6-16,-2 0-2 0,2 0-3 15,-2 0-7-15,2 0-3 16,-2 0 8-16,2 0 5 16,-2-1 0-16,-2-2 3 15,3 0 3-15,0 0 3 16,1 0-2-16,0-1-3 0,0-1-4 16,0 1-3-16,0 0 3 15,0 1-5-15,6-1 0 16,-4 0 7-16,2 1-4 15,-1 0 2-15,1 2-1 16,0-1-1-16,0 1 7 0,4 0-8 16,-4-1 6-16,2 2-3 15,1 0 0-15,-3 0 1 16,1 0-1-16,2 3-1 16,-3 1-2-16,1 2 1 15,-1-1 5-15,0 1-4 16,1 1-1-16,-3-2 4 0,3 2-4 15,-4-2 2-15,0 1-1 16,0 1 1-16,-1 0 0 16,0 2 0-16,0-1 1 15,0 1-1-15,-2 1 2 16,-4 0-2-16,2-1 0 0,-3 3 0 16,3-4 0-16,-3 2-2 15,0-1 2-15,1-1 0 16,1-1 0-16,1 1 0 15,-3-3 2-15,3 0-1 16,-1 0 1-16,1-2-2 0,3 1 3 16,-3-1-2-16,4 0 0 15,-2 0-1-15,2-2 1 16,-2 2-1-16,2 1 0 16,0-2 0-16,0-1 0 0,-2 3 1 15,1-3-2-15,1 1 2 16,-1 1-2-16,1 0 2 15,0-1-1-15,0 0 0 16,-1 0 0-16,1-1 0 16,0 0 0-16,0-1 0 15,0 1 0-15,0 0 0 0,0-1 0 16,0 0 1-16,0 0-1 16,0 3 2-16,-2-2-2 15,2 0-2-15,0 1 1 16,0 0 1-16,0-1 0 15,0 0-2-15,0-1 3 0,0 0 0 16,0 0 2-16,0 0 3 16,0 0-2-16,0 0-3 15,0 0-2-15,0 0 0 16,0 0 0-16,0 0 0 16,0 0 1-16,0 0 1 0,-2 0-1 15,2 0 1-15,0 0 1 16,-2 0 6-16,2 0-4 15,0 0 0-15,-2 0-4 16,2 0 0-16,0 0-1 16,0 0-4-16,0 0-9 0,0 0 0 15,0 0 9-15,0 0 5 16,0 2 0-16,-2-2 0 16,2 0 2-16,-2 0-2 15,1 1 0-15,1-1 0 16,0 1 0-16,0-1 0 0,0 2 0 15,0-1 0-15,0 2-2 16,0 0-2-16,-1 0-33 16,-1 1-3-16,0-1-38 15</inkml:trace>
  <inkml:trace contextRef="#ctx0" brushRef="#br0" timeOffset="-12242.08">6429 16815 102 0,'0'0'26'0,"0"0"-6"0,0 0-13 0,0 0-1 0,0 0 0 15,0 0-3-15,0 0-1 16,0 0-2-16,0 0 0 0,0 0 0 16,0 0-2-16,0 0-6 15,1 0 4-15,2 0 5 16,-1 0-3-16,0 0 2 16,0 0 2-16,0 0-3 15,0 0 3-15,-1 0-1 0,4 0 0 16,-5-2 0-16,2 0 1 15,0 1-1-15,0-1-1 16,-2 1 1-16,2-1-2 16,-1 1 0-16,0-2 2 15,0 3 11-15,1-1 6 16,-2-1-6-16,2 2-11 0,0-1-2 16,1 1-1-16,3-3 7 15,3 3-4-15,0 0-1 16,-2-1 3-16,4 1-2 15,-2 0-2-15,0 0 2 16,-1 0 0-16,0 0-2 0,-1 0 1 16,1 0 1-16,-3 1 0 15,2 2-1-15,-3-2 1 16,0-1-1-16,-3 1 2 16,3-1-2-16,-4 0 0 0,2 0 1 15,0 0 0-15,-2 0 1 16,2 0 0-16,1 0-1 15,-1-1 2-15,0-1-2 16,0 0 5-16,1-1 3 16,-3 2 0-16,0 1-1 0,0-2-8 15,0 2-2-15,0-1-48 16,0-2-87-16</inkml:trace>
  <inkml:trace contextRef="#ctx0" brushRef="#br0" timeOffset="-10278.98">6095 12666 3 0,'-8'1'47'0,"1"0"-45"0,-2-1 0 0,4 3 1 15,1-2-2-15,-1 1-1 16,-1 1 1-16,4-2-1 16,-4 3 1-16,2-2 0 15,-2 2 1-15,2 2 1 16,-1 1 1-16,3 0-2 0,-5 2-2 15,4 3 1-15,-1 0-2 16,2 2 2-16,-3 0-2 16,1 2 1-16,0 2 0 15,-4-1 0-15,2 3 0 16,-1-1 0-16,1 2 0 0,-1 0 1 16,0 3-1-16,0-1 0 15,1 4 0-15,-1-1 0 16,-3 2 0-16,4-2 0 15,-2 2 1-15,1 0 3 16,1 1 5-16,0 1-4 0,2-2-1 16,2 2-1-16,0-2-3 15,0 2 0-15,1 2 1 16,-1 1-1-16,0 3 0 16,0 2 0-16,0 3 0 15,-2 2 1-15,0 1-1 0,2 4 0 16,-2-2 0-16,0 1-1 15,1-2 1-15,1 2 1 16,0 1-1-16,0-2 1 16,2 1 4-16,0-2 1 15,0-1 1-15,0 0-4 0,0 0 0 16,0 3 0-16,0 3 0 16,0 2-3-16,0 2 2 15,0 2-2-15,0-1 0 16,0 0 0-16,-4 1 1 15,-1-2-1-15,-2-3 0 0,2-3 1 16,-1-1 1-16,2-6 1 16,2-4 2-16,1-3-1 15,1-4 0-15,0 0 3 16,0-3 2-16,7-1-5 16,-1-1 0-16,1 0-2 15,0-2 0-15,-3 0-1 0,1-4-1 16,-1 0 1-16,-3-3-1 15,0-2 1-15,-1-1-1 16,0-2-1-16,0-3-21 16,-4-3-51-16</inkml:trace>
  <inkml:trace contextRef="#ctx0" brushRef="#br0" timeOffset="-9777.54">5653 15161 11 0,'0'0'4'0,"0"0"-3"0,0 0-1 16,0 0 5-16,0 0 10 15,0 0 5-15,35 37-5 16,-28-31-1-16,2-1-4 0,0 1-8 15,0 1 0-15,0-1-2 16,-1-1 0-16,0 0 0 16,-2 0 0-16,3-3 1 15,-3 0-1-15,2-2 8 16,-2 0 6-16,3 0 0 16,-2 0 1-16,4-2 2 0,-2-6-2 15,0 0-9-15,2-5 1 16,-2-1 7-16,2-2-3 15,-3-5 3-15,2 0-5 16,3-7-4-16,-1-4-4 16,-1-5-40-16</inkml:trace>
  <inkml:trace contextRef="#ctx0" brushRef="#br0" timeOffset="-8534.84">6731 16591 183 0,'0'0'8'0,"0"0"13"0,0 0-12 0,0 0-6 0,0 0-4 15,0 0 0-15,0 0 0 16,0 0 1-16,0 0 0 15,0 0 0-15,2 3 0 16,4 1 1-16,1 0-1 16,1 2 0-16,4 1 0 0,-1 0 0 15,3 0 1-15,-1 2-1 16,0 1-4-16,1-3 8 16,-3 1-4-16,2 1 1 15,-2-1-1-15,0 0 0 0,-1 2 0 16,0-2 1-16,2 2-1 15,-1-1-1-15,-2-1-8 16,-1-1-47-16,-2-3-22 16</inkml:trace>
  <inkml:trace contextRef="#ctx0" brushRef="#br0" timeOffset="-8108.17">6895 16570 96 0,'0'0'1'0,"0"0"-1"0,0 0 2 0,0 0-2 16,0 0 0-16,0 0 5 16,0 0 10-16,0 0 2 15,-8 38-2-15,6-24-7 16,-1 2-5-16,-4 3 0 15,0 2-1-15,1-1 1 16,-3-1 1-16,0 1 6 0,2-1-1 16,-3-5 0-16,5 3-7 15,-4-3-1-15,4-2-2 16,3-3 0-16,-1-6-34 16,3-3-33-16</inkml:trace>
  <inkml:trace contextRef="#ctx0" brushRef="#br0" timeOffset="-7816.55">7145 16499 184 0,'0'0'14'0,"0"0"-14"15,0 0 5-15,9 45 4 16,-5-21-5-16,2 3-1 0,-2 6 0 16,3 5-3-16,1 5 0 15,2 4-5-15,1-2-53 16,-1-9-70-1</inkml:trace>
  <inkml:trace contextRef="#ctx0" brushRef="#br0" timeOffset="-6683.19">12242 15054 133 0,'0'0'14'0,"0"0"42"0,0 0-20 0,0 0-17 0,0 0-5 16,0 0-6-16,0 0-5 0,0 0-3 16,0 0-1-16,0 0-2 15,0 0 0-15,0 0 2 16,0 0 1-16,-2 2 0 16,4 13 0-16,-2 5-1 15,2 2-1-15,-2 2 1 16,0 1 1-16,0 1-1 0,0 1 1 15,-2 1-1-15,-3 2 1 16,0 1-1-16,-1-1 1 16,1 1 0-16,3-2 0 15,0 1 0-15,0-4 1 16,2 0-2-16,0-2 1 0,0-1 0 16,0-3 0-16,0 0 0 15,0-2-4-15,-2 2-16 16,-5-3-6-16,0-1-33 15,-6-1-22-15</inkml:trace>
  <inkml:trace contextRef="#ctx0" brushRef="#br0" timeOffset="-6449.01">12034 15668 159 0,'0'0'-9'0,"0"0"10"16,0 0 0-16,0 0-1 16,40 27 1-16,-31-20 1 15,2 0 4-15,-2 0 3 0,2-1 1 16,1-2-3-16,1-1-5 16,3-3-1-16,-1 0-15 15,1 0-28-15,-1-3-9 16,-1-7-32-16</inkml:trace>
  <inkml:trace contextRef="#ctx0" brushRef="#br0" timeOffset="-6342.34">12249 15676 17 0,'0'0'36'0,"0"0"-22"0,15-42-9 16,-13 33-1-16,0 2 17 15,-2 4-3-15,0 3 16 16,0 7-38-16,0 9 4 16,0 8-1-16,0 3-15 15,-3 7-45-15</inkml:trace>
  <inkml:trace contextRef="#ctx0" brushRef="#br0" timeOffset="-5738.05">12232 16229 182 0,'0'0'-2'0,"0"0"7"16,0 0 1-16,0 0-2 0,0 0 1 15,0 0 3-15,-8-43-3 16,8 33 0-16,0-1 1 15,2 1 1-15,4 3 0 16,-1 0-6-16,5 2 0 16,2 1-3-16,0 3 4 0,3 1-3 15,-2 0 3-15,3 0-4 16,-5 5-2-16,1 4-2 16,-6 4 5-16,-1 2-3 15,-3 2-5-15,-2 1 0 16,0 0 4-16,-5-1 2 0,-3-1 0 15,-4-2 3-15,1-3 1 16,0 1-1-16,2-4 2 16,0-1-2-16,3-1 0 15,2-3 0-15,1-1 1 16,1-1-1-16,2-1 0 16,0 0 0-16,0 0 1 0,0 0 4 15,6-1 0-15,1-3 2 16,1-1 3-16,2-1 2 15,1 3-2-15,2 0-6 16,1-1-2-16,3 1-2 0,0 0 1 16,3 2-3-16,1-2 2 15,2 0-11-15,-2 2-27 16,0-2-25-16,-2-3-73 16</inkml:trace>
  <inkml:trace contextRef="#ctx0" brushRef="#br0" timeOffset="-5460.25">12624 16119 182 0,'0'0'5'0,"0"0"9"0,0 0-13 0,0 0 5 15,0 0 1-15,0 0 0 16,0 0-2-16,0 0-1 0,0 0-4 16,42 46 1-16,-26-32-1 15,1 0 0-15,0-1 2 16,3 0-2-16,-1-3-2 16,-1-2 1-16,0-3-18 15,-2-3-34-15,-3-2-3 0</inkml:trace>
  <inkml:trace contextRef="#ctx0" brushRef="#br0" timeOffset="-5189.81">12767 16087 184 0,'0'0'0'15,"0"0"14"-15,0 0-9 0,0 0 0 16,0 0 2-16,0 0-4 16,0 0-2-16,0 0-1 15,-41 24 0-15,30-5 2 16,-2 3-1-16,0 2 0 16,1 0 0-16,3-1-1 0,0-2 0 15,1-1 0-15,3-3-5 16,3-5-41-16,2-7-50 15</inkml:trace>
  <inkml:trace contextRef="#ctx0" brushRef="#br0" timeOffset="-4463.38">12972 16105 73 0,'0'0'0'0,"0"0"3"15,0 0 28-15,0 0-2 16,0 0-13-16,0 0 5 16,0 0-10-16,0 0-8 0,0 0 0 15,-33-11-3-15,28 8 0 16,3 0 0-16,0-2-1 16,2-1-2-16,0-1-4 15,2 0 3-15,3 1 4 16,6 0 1-16,-2-1 1 0,1 4 2 15,1 1 2-15,1 0 2 16,-1 2-2-16,1 0 1 16,-3 0-5-16,2 0 0 15,0 9-2-15,-2-1-2 16,-5 5-8-16,0 0-3 0,-3 1-3 16,0-1 3-16,-1 2 8 15,0-3 5-15,-1 1 0 16,-4-2 0-16,1 3 0 15,-4-3 1-15,-1 1 1 16,1-1-2-16,0 3 0 0,1-4 0 16,-2 0-2-16,4-3-3 15,3-2 1-15,-2-3 3 16,4 0 1-16,0-1 0 16,0-1 1-16,1 0 5 15,6 0 4-15,-1 0-4 0,4 0 0 16,-1 0-2-16,1 0 2 15,3-3 0-15,0-1 6 16,1-2 0-16,3 2-1 16,-1-3-2-16,-1 3-1 15,1 0-1-15,-3 1-4 0,3 1-1 16,-2 1-1 0,0 1-1-16,1 0 0 15,-1 0-2-15,-6 0-68 0</inkml:trace>
  <inkml:trace contextRef="#ctx0" brushRef="#br0" timeOffset="956.7">6552 17142 106 0,'2'0'1'0,"2"0"-1"0,0-1 2 16,1 0-3-16,2-2 1 0,-3 2 1 15,-1 0-1-15,3 1 3 16,-2 0 4-16,3 0-2 16,2 0 3-16,0-2-4 15,4 0-2-15,3-1-1 16,2-1-1-16,4-2 1 15,1-1-1-15,3 0 0 0,0-2 0 16,0 1-1-16,1 0 1 16,1-1 9-16,-1 2 13 15,-2 2-4-15,2-2-3 16,-4 2-1-16,-2 0-6 16,-2 1-2-16,1 2-6 0,-7 0 1 15,-2 2-1-15,-2 0 2 16,-2 0-2-16,-5 0-10 15,-2 0-21-15,0 1-12 16,-4 1-1-16</inkml:trace>
  <inkml:trace contextRef="#ctx0" brushRef="#br0" timeOffset="1256.63">6549 17270 225 0,'0'0'4'0,"0"0"-17"0,0 0 19 0,0 0-17 0,51 3-17 16,-33-6 5-16,5-4 16 16,4 2 6-16,2-4 2 15,2 0 0-15,5-1-1 16,0-7-17-16</inkml:trace>
  <inkml:trace contextRef="#ctx0" brushRef="#br0" timeOffset="2335.88">12211 16564 95 0,'0'0'2'0,"0"0"0"0,0 0-2 0,0 0 0 16,0 0-4-16,0 0-4 15,0 0 9-15,0 0 2 16,0 0 5-16,0 0-4 0,0 0 1 16,0 0-4-16,0 0-1 15,-16-1 1-15,16 1 1 16,6 0 5-16,2 0 1 16,5 0 0-16,5-2 2 0,1 0-7 15,4-2 0-15,2 0 0 16,6-3 0-16,0 0 5 15,1-3 0-15,5 1-2 16,-1-2 3-16,2 0 1 16,0 2 6-16,0-1-11 0,-4 2-1 15,-1-1-3-15,0 1 0 16,-2 1 0-16,1 2-1 16,-3-1 0-16,-2 2 0 15,0 0 1-15,-3 1-1 16,-2 2-2-16,-3-2 0 15,1 3-11-15,-5 0-7 0,-4 0-15 16,-2-1-11-16</inkml:trace>
  <inkml:trace contextRef="#ctx0" brushRef="#br0" timeOffset="2962.01">12119 16620 87 0,'0'0'2'0,"0"0"-1"0,0 0 0 0,0 0 0 16,0 0-3-16,0 0-2 0,0 0 6 15,0 0 2-15,0 0 8 16,0 0 3-16,0 0-9 15,2-9-2-15,3 9-4 16,3 0 0-16,3 0 1 0,3 0-1 16,1 0 2-16,3-2-2 15,5-2 2-15,1 1 8 16,1-2-1-16,6-2 8 16,0-2 1-16,0 2 0 15,6 0-2-15,3-3-7 0,0 1-2 16,5-1-4-16,0-1-2 15,4 1 0-15,-2-2-1 16,0 1 1-16,-1 0-1 16,0 3 0-16,-2 1 0 15,-4 1 1-15,1 0-2 16,-6 2 2-16,-4 1-1 0,-4 3 0 16,-4-2 2-16,-4 2-2 15,-5 0 0-15,-3 0-3 16,-5 0 3-16,-1 0-12 15,-3 2-22-15,-2 4-20 16,0-2 29-16,-8-1-16 0</inkml:trace>
  <inkml:trace contextRef="#ctx0" brushRef="#br0" timeOffset="5567.52">14939 15983 121 0,'4'-2'-10'0,"-2"0"8"0,2-1-8 0,-3 2-2 16,0-1 12-16,-1 2 7 15,0-1 32-15,0 1 13 16,0 0-10-16,0 0-18 16,0 0-13-16,0 0-9 15,0 3-4-15,0 5 1 0,0 2 1 16,0 2-2-16,2 0 4 16,0 4-2-16,0-3 0 15,1 1 1-15,-2 0 1 16,2-4-2-16,1 3 0 15,-1-5 0-15,1 0-2 0,3-2 1 16,0-1-3-16,1-2 3 16,1-2-1-16,0-1 6 15,2 0-9-15,2-1 6 16,-1-7 2-16,1 0-4 16,1-3 1-16,-1-2 2 15,-1 0-2-15,-1-1 1 0,-2 1-2 16,-3 3 2-16,1 0-1 15,-5 3 2-15,-2 4 2 16,1 0 3-16,-1 3-1 16,0 0-9-16,2 0 4 0,2 9-5 15,0 2 4-15,1 2-1 16,4 1-3-16,0 2 1 16,0-3 1-16,1 1 2 15,4-4 0-15,-3-2-1 16,3-1-2-16,-1-4 0 15,3-3 0-15,-2 0 0 0,2-3-3 16,-1-8-6-16,0-2 7 16,-4-2 5-16,-2-1 1 15,-4-2 1-15,-2-1 9 16,-3 1 4-16,0-1-3 16,0 2-9-16,-5 0-3 0,0 5-4 15,-2 0 6-15,1 6 0 16,-2 2-8-16,4 1-34 15,2 1-76-15</inkml:trace>
  <inkml:trace contextRef="#ctx0" brushRef="#br0" timeOffset="5923.65">15512 15793 206 0,'0'0'11'0,"0"0"19"0,0 0-22 0,0 0-7 0,0 0-1 15,0 0-1-15,0 0 0 16,0 0 0-16,0 0 1 15,0 0 1-15,0 0-1 0,0 0 0 16,0 45 0-16,0-32 0 16,0 1 0-16,0 0-1 15,0 1 2-15,0-3-1 16,0 0-1-16,0-1 1 16,0-1-4-16,0-1-14 15,0-3-10-15,-4-2-25 16,-5-4-40-16</inkml:trace>
  <inkml:trace contextRef="#ctx0" brushRef="#br0" timeOffset="6285.82">15339 15780 107 0,'0'0'5'0,"0"0"-3"0,0 0 3 0,0 0-3 0,0 0-1 16,0 0-1-16,0 0 0 0,46-14 16 15,-34 8 14-15,4 0-11 16,2 1-11-16,4-1-5 16,3 2-3-16,-3-2-23 15,2 3-53-15</inkml:trace>
  <inkml:trace contextRef="#ctx0" brushRef="#br0" timeOffset="6775.45">15814 15952 78 0,'0'0'127'0,"0"0"-93"0,0 0-18 0,0 0-13 0,0 0-3 15,0 0 4-15,0 0-2 16,0 0-2-16,43 21-3 15,-32-7 4-15,3-1-1 16,0 1 0-16,2 1 0 0,-2-3 0 16,3 1-1-16,-2-2-1 15,1-1 2-15,-3-1-2 16,1-2-5-16,-3-1-16 16,-4-3-39-16,-1-3-17 15</inkml:trace>
  <inkml:trace contextRef="#ctx0" brushRef="#br0" timeOffset="7050.73">16003 15880 216 0,'0'0'15'0,"0"0"12"0,0 0-20 16,0 0-8-16,0 0-1 15,0 0 1-15,-37 49 1 16,25-19 0-16,1 4 0 16,-5 4 0-16,1 6 0 15,-4 3-8-15,-3-1-21 16,0-2-45-16</inkml:trace>
  <inkml:trace contextRef="#ctx0" brushRef="#br0" timeOffset="8804.95">14799 16751 185 0,'-10'0'31'0,"0"0"1"0,1 0-29 0,1 0-2 16,2 0-1-16,1 0 0 0,1 0 1 15,-2-4 1-15,4 0 8 16,0-2 8-16,2 2-3 16,0-2-6-16,0 1-7 15,2-2 1-15,6 1 5 16,-2 2-2-16,1 1-2 0,1 1-1 15,2 2-2-15,-3 0-1 16,0 2 1-16,2 9-1 16,-5 2-8-16,-1 4-1 15,-3 1-3-15,0 2-4 16,0 3 0-16,-9-3 1 0,-3 1 21 16,-3-1-5-16,-1 0 0 15,1-4 0-15,0-1 0 16,3-3-1-16,3-2 0 15,2-3 0-15,4-3-1 16,3-1 2-16,0-3-8 0,0 0 0 16,5 0 16-16,6 0 11 15,2 0-1-15,4 0-9 16,2 0-2-16,3 0-5 16,1 0-2-16,0 0-1 15,-1 0 0-15,2-2-13 0,-1-1-17 16,-6-3-72-16</inkml:trace>
  <inkml:trace contextRef="#ctx0" brushRef="#br0" timeOffset="9033.77">14999 16766 324 0,'0'0'2'0,"0"0"-8"0,0 0 4 16,0 0 4-16,0 0-2 16,43 28 0-16,-30-18 0 15,1 0 0-15,2 0 0 16,-1 3 0-16,3-2 0 16,-2-2-3-16,-1-1-40 15,-1-5-73-15</inkml:trace>
  <inkml:trace contextRef="#ctx0" brushRef="#br0" timeOffset="9267.9">15099 16740 290 0,'0'0'4'16,"0"0"4"-16,0 0-9 0,0 0-2 15,0 0 4-15,-32 51-1 16,22-27 0-16,-1 1 0 16,0 0 0-16,0 0 0 15,1-2 0-15,2 0-2 16,0-5-20-16,5-7-45 0,1-9-77 16</inkml:trace>
  <inkml:trace contextRef="#ctx0" brushRef="#br0" timeOffset="9487.71">15257 16742 318 0,'0'0'2'15,"0"0"-2"-15,0 0 0 16,0 0 0-16,0 0 0 0,44-29-1 15,-33 28 0-15,1 1-1 16,1 0-10-16,1 7-13 16,-5 6-15-16,1 2-19 15,-7 2-27-15</inkml:trace>
  <inkml:trace contextRef="#ctx0" brushRef="#br0" timeOffset="9622.08">15233 16949 155 0,'0'0'29'0,"0"0"13"0,0 0-25 16,0 0 9-16,44 5-12 16,-7-12-8-16,9-4-5 15,8-6-17-15,2-3-116 16</inkml:trace>
  <inkml:trace contextRef="#ctx0" brushRef="#br0" timeOffset="10456.58">15221 16736 146 0,'0'0'75'0,"0"0"-27"0,0 0-23 0,0 0-11 15,0 0-6-15,43-16-4 16,-32 16-4-16,2 0 1 16,-2 0-1-16,-2 0 0 15,0 5 0-15,0 6-6 16,-3 4-7-16,-1 2-4 0,-3 3 2 15,-2 2 2-15,0-1-2 16,-5 3 0-16,-1-4 9 16,-5 0 1-16,0-2 12 15,2-2-4-15,0 0 2 16,-2-5-4-16,6 0 2 16,1-3 1-16,4-1 2 0,0-3-3 15,4-4 1-15,13 0 8 16,6 0 2-16,8-10-10 15,10-3-1-15,4-5-49 16,6-5-149-16</inkml:trace>
  <inkml:trace contextRef="#ctx0" brushRef="#br0" timeOffset="10946.91">15983 16719 265 0,'0'0'7'0,"0"0"13"0,0 0-11 0,0 0-6 15,0 0-12-15,0 0 2 16,0 0 2-16,0 0 3 0,26-41 3 16,-15 36-1-16,2 0 4 15,1 0-2-15,1 3 0 16,0 0-3-16,0 2 3 16,-1 0-2-16,-1 0 0 15,-2 7 0-15,-4 5-10 0,-4 2-16 16,-3 4-7-16,0 2 13 15,-10 0 13-15,-5 0-3 16,-1 1 4-16,0-5 4 16,3-1 3-16,1-3 3 15,3-4 20-15,5-2 6 0,3 0-7 16,1-3-5-16,2-1-4 16,8 1 0-16,6-3 2 15,5 2-7-15,3-2-7 16,5 0 0-16,2-2-12 15,-2-6-37-15,0-5-84 0</inkml:trace>
  <inkml:trace contextRef="#ctx0" brushRef="#br0" timeOffset="11195.74">16337 16675 298 0,'0'0'8'16,"0"0"-6"-16,0 0-1 16,0 0-3-16,0 0 4 0,0 0-1 15,42 24 4-15,-22-17-1 16,0 0-2-16,4 3-2 16,1-1 1-16,0-1 0 15,-5-1 0-15,2 0-12 16,-4-2-10-16,-5-3-14 0,-2-2-30 15,-4 0-37-15</inkml:trace>
  <inkml:trace contextRef="#ctx0" brushRef="#br0" timeOffset="11451.67">16486 16651 288 0,'0'0'3'16,"0"0"-3"-16,0 0-5 16,0 0 13-16,0 0-10 0,0 0 4 15,0 0-3-15,0 0-1 16,-22 34 2-16,14-14 0 16,-2 1-1-16,1 3-1 15,0-1-9-15,-2-2-10 0,4-1 10 16,2-3-6-16,2-3-1 15,3-5-30-15,0-5-8 16</inkml:trace>
  <inkml:trace contextRef="#ctx0" brushRef="#br0" timeOffset="11718.29">16700 16551 90 0,'0'0'127'0,"0"0"-113"16,0 0-24-16,0 0 16 0,0 0 4 15,5 41 4-15,-4-18-6 16,2 3-3-16,2 2-3 15,-3 2-2-15,2-2-8 16,-1-1-77-16,-3-4-77 16</inkml:trace>
  <inkml:trace contextRef="#ctx0" brushRef="#br0" timeOffset="14363.33">15980 17669 154 0,'-4'0'39'0,"2"0"-7"0,0 0-22 0,0 0-8 15,-1 0-5-15,0 0-9 16,0 0 0-16,2 0 5 0,-3 1 6 16,0-1 0-16,1 2-2 15,1-1-5-15,0-1 5 16,0 3 3-16,-1-3 0 16,2 2 1-16,1-2 7 15,0 0 11-15,0 0 6 16,0 0-1-16,0 0-11 0,0 0-4 15,0-2-2-15,0-4 1 16,0 2-4-16,4-1-5 16,2-1 1-16,3 0 0 15,1-1 1-15,0 3-1 16,1 1 1-16,3 1 0 0,-1 2-1 16,-1 0 1-16,-1 0-2 15,-1 7-2-15,1 5-18 16,-5 1-12-16,-2 2-11 15,-4 4-11-15,0 1 30 16,-4 1 7-16,-8 0 13 0,-3-1 2 16,-1-1 3-16,1-4 1 15,-1-4-1-15,5-2 1 16,2-6 7-16,3 1 3 16,3-2 5-16,3-2 14 15,0 0 5-15,0 0-19 0,11 0 6 16,0-2 2-16,5-2-8 15,2-2-7-15,6 2-5 16,1-1-4-16,-1-1-7 16,1 0-26-16,2-1-44 15,-1-4-14-15</inkml:trace>
  <inkml:trace contextRef="#ctx0" brushRef="#br0" timeOffset="14730.45">16324 17648 172 0,'0'0'-5'0,"0"0"-3"0,0 0 8 0,0 0 1 0,46 11 12 16,-35-7 15-16,2 3-2 15,1 0-2-15,1 2-11 16,3 1-10-16,1 0-2 15,0 0 0-15,0-2-1 0,-1-1-11 16,1-2-19-16,-6-3-18 16,1-2-19-16,-5 0-37 15</inkml:trace>
  <inkml:trace contextRef="#ctx0" brushRef="#br0" timeOffset="15051.67">16495 17598 238 0,'0'0'39'0,"0"0"-14"16,0 0-16-16,0 0-2 16,0 0-9-16,0 0-7 15,0 0 6-15,-14 40 5 16,5-19-1-16,1 3-1 0,0 2 1 16,0 2 0-16,1 0-3 15,-1-2-23-15,3-4-59 16,-2-4-15-16</inkml:trace>
  <inkml:trace contextRef="#ctx0" brushRef="#br0" timeOffset="15464.73">16823 17531 34 0,'0'0'87'0,"0"0"-69"0,0 0-12 0,0 0 2 16,0 0 0-16,0 39 2 15,0-27-3-15,0 7-3 0,2-1 0 16,2 5 8-16,0 1 5 15,0 3-6-15,1 3-10 16,-1-2-7-16,2-2-108 16</inkml:trace>
  <inkml:trace contextRef="#ctx0" brushRef="#br0" timeOffset="18096.64">18218 15489 76 0,'-2'0'23'0,"0"0"-22"0,-2 0-1 16,2 0 1-16,-1 0-1 15,1 0 0-15,-1-2 1 16,-3-2 16-16,1 3 14 0,-4-3-1 15,4 2-10-15,-5-1-11 16,1 3-6-16,-1 0-3 16,2 0-2-16,1 0-8 15,-2 0-2-15,4 0 9 16,-2 0 3-16,3 0-1 16,-2 3 2-16,2 0-2 0,1 0 1 15,1-2 0-15,-2 3-1 16,3-2 1-16,1 2-3 15,0 0 1-15,0 3-1 16,0-2 3-16,0 1 2 0,0 2 3 16,5 3 0-16,-2 1 1 15,1 3 0-15,-2 1-1 16,2 4-1-16,-2 1-2 16,0 1 0-16,0 2-1 15,1 0 0-15,3 3 1 0,-1-2 3 16,2 1 1-16,0 1 4 15,3-2 0-15,0 2-3 16,-1 1-4-16,0 1-1 16,2 2 1-16,-2 1-1 15,0 0-2-15,2 4 0 16,-4-1 0-16,1 2 0 0,-3 0 0 16,1 0 0-16,-3-3 0 15,0 2 0-15,-2-1 1 16,-1-1 1-16,0 0 1 15,0 5 1-15,-1 0-3 16,-5 4 0-16,-3 0 0 0,3 1 0 16,-2 0-1-16,3-2 1 15,0 0-1-15,4-1 0 16,1-2 0-16,0-2 0 16,1 0-1-16,8-4 0 15,-3 1 2-15,2-3-3 0,2-4 2 16,2-4 0-16,0-2 3 15,5-6-3-15,1-4 4 16,4-7-2-16,4-4-49 16,2-10-144-16</inkml:trace>
  <inkml:trace contextRef="#ctx0" brushRef="#br0" timeOffset="18799.64">18442 15531 67 0,'0'0'91'0,"0"0"-39"0,0 0 8 0,0 0-32 16,0 0-20-16,0 0-10 0,0 0 1 16,0 0 2-16,0 0-3 15,0 0-1-15,0 0 5 16,0 0-2-16,-36 33-2 15,28-16 2-15,2 0 0 16,2-3 0-16,4-1-1 16,0-4-4-16,1-1-4 15,9-1 5-15,2-5 2 0,3-1 4 16,3-1-2-16,0 0-1 16,-2-3-3-16,1-5-2 15,-2-1 5-15,-2-1 1 16,-3 0 1-16,-5-1 1 0,-1-2 6 15,-2 2 6-15,-2 0 0 16,0-1 1-16,-2 2-2 16,-3 2-7-16,1 2-2 15,-3 0-2-15,3 2 2 16,-1 4-2-16,-1 0-3 16,1 0-15-16,-1 3-19 0,1 1-12 15,3 2-35-15,2-3-39 16</inkml:trace>
  <inkml:trace contextRef="#ctx0" brushRef="#br0" timeOffset="18984.85">18750 15544 271 0,'0'0'61'0,"0"0"-57"0,0 0 1 0,0 0-4 15,0 0-3-15,0 0-14 16,0 0-1-16,0 0-15 16,0 0-29-16,-8 3-39 15</inkml:trace>
  <inkml:trace contextRef="#ctx0" brushRef="#br0" timeOffset="19350.78">18968 15463 116 0,'0'0'34'0,"0"0"19"15,0 0-27-15,0 0-16 0,0 0-4 16,0 0-2-16,0 0-1 15,-24 36 1-15,24-28 4 16,5 0-1-16,6-1 0 16,0 1-1-16,3-1 3 15,1 0 0-15,1 3-2 16,-2-3-1-16,1 4-5 0,-2-2 0 16,-2-1 0-16,-3 1 0 15,-2 0 0-15,-5-2 0 16,-1 1-1-16,-1-1-1 15,-12 0 3-15,0 1-1 0,-4-1-7 16,0-3-19-16,-1-1-23 16,2-3-50-16</inkml:trace>
  <inkml:trace contextRef="#ctx0" brushRef="#br0" timeOffset="19478.54">18987 15504 295 0,'0'0'7'15,"35"-31"7"-15,-9 16-7 16,7 0-6-16,3 1-2 16,3-3-45-16,2 2-145 15</inkml:trace>
  <inkml:trace contextRef="#ctx0" brushRef="#br0" timeOffset="20112.04">20284 15372 138 0,'0'0'8'15,"0"0"33"-15,0 0 0 16,0 0-12-16,0 0-4 0,0 0-4 15,0 0-6-15,-37-17-8 16,32 17-5-16,1 0-2 16,-4 7-1-16,1 3 0 15,-3 2 0-15,2 5-1 16,2 0 0-16,1-1-1 0,1 0 1 16,4 0-1-16,0-3-1 15,0-3-1-15,1-2 0 16,6-1 0-16,1-4 3 15,3-3 3-15,1 0 2 16,1 0 0-16,2 0 0 0,-2-3-2 16,1-6 0-16,-4 0-1 15,-5-4 2-15,1 2 0 16,-6-5 7-16,0 3-1 16,0-1-2-16,0 0-1 15,-7 1-4-15,1 3 3 0,-1 1-2 16,1 2 1-16,-5 5-4 15,2 2-2-15,2 0-14 16,-6 1-14-16,2 6-1 16,2 0-29-16,1-2-5 15,2-1-59-15</inkml:trace>
  <inkml:trace contextRef="#ctx0" brushRef="#br0" timeOffset="20317.48">20457 15381 357 0,'0'0'4'0,"0"0"0"0,0 0 1 16,0 0-5-16,0 0-5 15,0 0 1-15,0 0-13 0,0 0-18 16,0 0-15-16,0 0-37 15,-13 0-64-15</inkml:trace>
  <inkml:trace contextRef="#ctx0" brushRef="#br0" timeOffset="20681.15">20591 15294 279 0,'0'0'2'0,"0"0"6"16,0 0 0-16,41-24 0 16,-29 23-1-16,1-2-4 15,-2 3-2-15,1 0-1 16,-4 4 0-16,-1 6-1 0,1 1-6 16,-6 5-4-16,-2 2-7 15,0 1-9-15,-7 1-17 16,-5 0 15-16,-4 0 29 15,0-2 4-15,0-6-3 16,3-2 5-16,0-3 14 16,5-2 1-16,5-2-3 0,2-3-1 15,1 0 6-15,3 0-1 16,11 0-3-16,7 0 3 16,6-3 5-16,11-1-17 15,5 1-8-15,5 0-3 16,0-1-49-16,-4-2-130 0</inkml:trace>
  <inkml:trace contextRef="#ctx0" brushRef="#br0" timeOffset="21968.9">18623 16181 109 0,'0'0'37'0,"0"0"-26"0,0-2 27 15,0-1-7-15,0 3-3 16,0-3-11-16,0 2-9 15,-4 1-5-15,1 0 8 16,-5 0-3-16,2 3-6 0,-4 5 0 16,-2 5-2-16,3 3 0 15,-1 4 0-15,1 0 0 16,1 1-1-16,2-3-1 16,3-2-3-16,3-1-3 15,0-3-4-15,0-2-6 0,9-3 17 16,0-3-2-16,3-2 3 15,-1-1-1-15,3-1 0 16,-1 0-10-16,0 0-2 16,-5-4 6-16,0-1 8 15,-3-3 0-15,0 1 10 16,-4-2 6-16,1-2 0 0,-1-2-3 16,-1 2 4-16,0-5-4 15,0 1-4-15,0-1-1 16,0 0-5-16,0 2-1 15,-4 2-4-15,-3 4-13 16,1 1-17-16,-4 4-41 0,-3 2-89 16</inkml:trace>
  <inkml:trace contextRef="#ctx0" brushRef="#br0" timeOffset="22260.85">18296 16318 307 0,'0'0'2'0,"0"0"-6"0,0 0 3 0,0 0-1 0,0 0 4 16,45-11-3-16,-24 8 2 15,5 0 1-15,5 0-6 16,0-1-49-16,0-3-112 16</inkml:trace>
  <inkml:trace contextRef="#ctx0" brushRef="#br0" timeOffset="22466.5">18747 16256 193 0,'0'0'55'0,"0"0"-11"16,0 0-10-16,0 0-16 15,0 0-18-15,0 0-13 0,0 0-41 16,0 0 1-16,9-9-92 16</inkml:trace>
  <inkml:trace contextRef="#ctx0" brushRef="#br0" timeOffset="22902.09">18909 16168 339 0,'0'0'18'0,"0"0"-26"0,0 0 6 16,0 0 2-16,51-31 1 15,-38 25-2-15,1 2 1 16,-3 2-1-16,-2 2 0 16,1 0 2-16,-4 0-2 15,-2 6-23-15,-4 5-12 16,0 3-12-16,-8 3-13 0,-8 0-3 15,0-1 41-15,-2 1 24 16,2-3 3-16,3-4 13 16,4-3 17-16,4-1 1 15,4-2-7-15,1-1-11 16,6 0-1-16,5 0-4 0,7 1-1 16,-2 0-4-16,4 2-4 15,1 0 0-15,-3 2-2 16,-1 2-1-16,-5 1 0 15,-3 1-9-15,-1-1-3 16,-8 1 3-16,0-1 2 0,0-4 2 16,-12 2 8-16,-1-2 8 15,-5-1 3-15,1-1-8 16,-3 0-5-16,7-3-4 16,2-2-40-16,8-3-101 15</inkml:trace>
  <inkml:trace contextRef="#ctx0" brushRef="#br0" timeOffset="23498.99">20390 16067 149 0,'0'0'11'0,"0"0"-33"0,0 0 16 0,0 0-3 0,-39 40 9 16,30-25 2-16,1 1 7 15,1 1 14-15,2 0 0 16,4-1 3-16,1-2-13 15,0 1-7-15,0-3-4 0,7-1-2 16,5-6 0-16,1 0 4 16,3-5-3-16,-1 0-2 15,3 0-1-15,-3-1 0 16,-1-8 3-16,-3-4 6 16,0-2 17-16,-2-4 6 0,-4 1-6 15,-1-5-6-15,-2 1-10 16,-2-1 0-16,0 4-3 15,-2 3-4-15,-5 3-1 16,-2 5-4-16,0 4 7 16,-3 4-11-16,0 0-17 0,2 1-13 15,3 5-26-15,2-3-46 16</inkml:trace>
  <inkml:trace contextRef="#ctx0" brushRef="#br0" timeOffset="23663.45">20713 16093 267 0,'0'0'90'0,"0"0"-88"16,0 0-2-16,0 0 0 0,0 0-22 16,0 0-24-16,0 0-20 15,0 0-36-15</inkml:trace>
  <inkml:trace contextRef="#ctx0" brushRef="#br0" timeOffset="24084.63">20919 15963 326 0,'0'0'-4'0,"0"0"5"16,0 0-22-16,0 0-15 0,-37-11 28 15,13 11 7-15,2 0 3 16,-3 0 3-16,3 4-5 16,1 5 0-16,5-2 0 15,4 3 0-15,6-2 1 16,2 2-2-16,4 1-2 0,4 1 4 16,12 1 7-16,5-1 2 15,5 3-2-15,3 2-4 16,2 1-2-16,-2 2 1 15,-4 2-3-15,-5 2 0 16,-7 0-5-16,-6-2-8 0,-7-2-9 16,-4-3-8-16,-11-4-14 15,-9-3 35-15,-4-6 13 16,-1-4 6-16,0 0 17 16,4 0 7-16,8-8-2 15,5-6-1-15,11-2-3 0,1-3-15 16,15-3-12-16,11-4 0 15,4-1-17-15,3-3-47 16,-2 2-172-16</inkml:trace>
  <inkml:trace contextRef="#ctx0" brushRef="#br0" timeOffset="24851.98">18504 16854 353 0,'0'0'15'0,"0"0"10"0,0 0-19 0,0 0-4 16,0 0-1-16,0 0-1 16,0 0-3-16,0 0-4 0,0 0 0 15,0 0 0-15,0 0-6 16,0 0 7-16,-9 27 12 16,2-9-6-16,3 1 0 15,2-1-2-15,2 0-1 16,0-3-6-16,6-4-2 0,6-1-2 15,3-6 4-15,1-2 6 16,0-2 3-16,0 0-2 16,0-6 2-16,0-7 0 15,-4-1 4-15,0-1 5 16,-4-2 12-16,-4-2-5 16,-1 0-4-16,-3-2 9 0,0 3-11 15,-7 2-7-15,-4 0-2 16,-2 5 0-16,-1 4-3 15,0 4-1-15,-1 3-2 16,-1 0-21-16,3 10-16 16,1 2-9-16,4 2-59 0</inkml:trace>
  <inkml:trace contextRef="#ctx0" brushRef="#br0" timeOffset="25000.92">18752 16852 423 0,'0'0'-8'16,"0"0"-23"-16,0 0-14 15,0 0-11-15,0 0-52 0,0 0-41 16</inkml:trace>
  <inkml:trace contextRef="#ctx0" brushRef="#br0" timeOffset="25221.68">18967 16727 165 0,'0'0'261'16,"0"0"-274"-16,0 0 12 15,0 0 2-15,0 0 0 0,0 0-7 16,0 0-6-16,13 54 13 15,-13-24 0-15,2 7-8 16,1 3-31-16,-1-4-16 16,0-4-57-16</inkml:trace>
  <inkml:trace contextRef="#ctx0" brushRef="#br0" timeOffset="25898.91">20024 16918 305 0,'0'0'8'0,"0"0"-10"0,0 0-12 0,0 0 15 0,0 0-4 16,0 0 5-16,56 2 2 15,-31-3-1-15,5-1 1 0,4-4-2 16,1-3-22-16,1-1-143 16</inkml:trace>
  <inkml:trace contextRef="#ctx0" brushRef="#br0" timeOffset="26224.99">20532 16808 371 0,'0'0'10'0,"0"0"-8"16,0 0-6-16,0 0-30 16,0 0 15-16,0 0 15 15,-38 40 12-15,28-24-4 0,2-1-4 16,5 4-2-16,3-4-4 15,0 0-5-15,5-3-11 16,10-5 0-16,1-4 9 16,4-3-2-16,-1 0 10 15,2-1 5-15,-4-8 2 0,-2-3 2 16,-4-1 16 0,-2-3 13-16,-5 2 3 0,-4-4-1 15,0 2-6-15,0-1-14 16,-6 1-12-16,-4 4-3 15,0 4-7-15,-1 1-17 16,0 7 6-16,3 0-21 0,0 0-18 16,3 0-47-16</inkml:trace>
  <inkml:trace contextRef="#ctx0" brushRef="#br0" timeOffset="26382.72">20717 16807 466 0,'0'0'-1'0,"0"0"-43"15,0 0-20-15,0 0-4 16,0 0-106-16</inkml:trace>
  <inkml:trace contextRef="#ctx0" brushRef="#br0" timeOffset="26751.05">20904 16673 321 0,'0'0'9'0,"0"0"-12"15,0 0 0-15,0 0 3 16,0 0 0-16,0 42 0 15,0-27 1-15,0 2-1 16,0-3-1-16,3-1 0 16,3-1-4-16,-1-4 4 0,5-1-1 15,0-3-1-15,3-4 3 16,1 0 0-16,1 0-3 16,1-7 0-16,-2-4 3 15,2-2-1-15,-3 1 4 0,-1 0 6 16,-4 2 6-16,-1 3 6 15,-4 1 3-15,-1 6 6 16,-2 0-25-16,0 2-19 16,0 9-17-16,0 1 12 15,-1 3-22-15,1-5-40 0,0-3-125 16</inkml:trace>
  <inkml:trace contextRef="#ctx0" brushRef="#br0" timeOffset="27633.43">20891 15110 256 0,'0'0'2'0,"0"0"9"0,0 0 2 0,0 0-3 0,0 0-4 16,43-36-3-16,-34 32-1 15,4 0 3-15,0-1-1 16,0 1 0-16,6 1-3 16,3 0 0-16,5-1-1 0,-4 4 0 15,5-2 1-15,-3 2-1 16,-2 0 0-16,-2 0 0 16,-3 0 0-16,-3 2 1 15,-2 7-1-15,0 1 0 16,0 1 0-16,0 5 0 0,-1 2 0 15,0 3-1 1,0 2-1-16,1 1 0 0,-1 2 2 16,0 2 0-16,0 1 0 15,1 3 0-15,-1 1 0 16,-1 5 0-16,1 4 0 0,-1-1 0 16,0 3 0-16,2 1 0 15,-4 6 0-15,1 2 0 16,1 6 0-16,-1 4 1 15,-3 2-1-15,1 4-1 16,-4 1 1-16,-3 0 0 16,-1-2 0-16,0 2 1 0,0-5 0 15,0-1-1-15,0-1 0 16,-3-5 0-16,-1 0 0 16,-1-3 2-16,0 1 0 15,2-4 0-15,-3-2 5 0,2-1-5 16,1-1 1-16,-2-1-1 15,1-1 0-15,1-1 0 16,1-3-2-16,-3-4 1 16,1-5 1-16,0-5-4 15,-5-7-8-15,2-9-27 16,-1-9-21-16,-1-3-66 0</inkml:trace>
  <inkml:trace contextRef="#ctx0" brushRef="#br0" timeOffset="28442.34">22020 14939 85 0,'0'0'15'0,"0"0"5"0,0 0 4 0,0 0 4 16,0 0 3-16,0 0-8 15,-42-21-6-15,32 14-6 16,1 1-10-16,-5 2-2 16,0 0-8-16,-2 2-8 15,-2 1 10-15,0 1 7 16,0 0 0-16,-2 0 2 0,3 0 0 16,0 4 0-16,0 2-1 15,2 1-1-15,5-2 0 16,0 3 0-16,4 0 0 15,1 3 0-15,4 2-2 0,1 2-7 16,0 6 15-16,0 3-4 16,4 5-2-16,1 5 2 15,0 3-1-15,-3 6-1 16,0 4 1-16,-2 6-1 16,0 4 0-16,0 1 0 0,0 0 0 15,0 2 2-15,4 0-1 16,2 2 4-16,3 0 3 15,0 2 12-15,1 3-2 16,1 5-13-16,0 1-1 16,0 2 1-16,-2-2 0 0,1-1-2 15,0-1 0-15,-1-3-2 16,3-4 1-16,-1-9 0 16,1-2-2-16,3-9 0 15,1-8-1-15,7-11-5 16,4-8-9-16,1-11-20 0,3-6-47 15</inkml:trace>
  <inkml:trace contextRef="#ctx0" brushRef="#br0" timeOffset="29433.67">22110 15071 103 0,'0'0'1'0,"0"0"4"0,0 0 10 0,0 0 5 16,0 0-10-16,0 0-3 15,0 0 5-15,0 0 10 0,0 0-5 16,0 0-4-16,0 0-7 15,0 0-5-15,0 0-1 16,-11-24-7-16,24 17 0 16,4 1 6-16,3-2 1 15,-1-2 4-15,5 4 4 0,-4 0 13 16,5 0-3-16,-1 3-6 16,-2 1-6-16,-2 2-1 15,-3 0-4-15,-4 9-1 16,-2 2-3-16,-6 5-7 15,-4-2 2-15,-1 0 5 0,0 0 3 16,-6-1-1-16,-7 0-1 16,-1-3 8-16,-5-1-3 15,0 0-2-15,-1-2 0 16,2-3 0-16,4-2-1 16,2-2 1-16,7 0 0 0,5 0 5 15,0-1 0-15,7-8-4 16,6-1 0-16,2-1 0 15,2-3-2-15,1-2-5 16,-3-1-4-16,2 0 2 16,-3-3 3-16,0 2 4 0,-2 1 0 15,-2-2 2-15,1 5-2 16,0 0 1-16,-6 2-1 16,3 3 1-16,-6 3-1 15,1 1 0-15,-3 4 1 16,0 1-8-16,0 0 5 0,0 1 1 15,-3 5 1-15,-4 4 0 16,2 2 1-16,2 1 1 16,-1 2 3-16,3 0-2 15,1 0 0-15,0-1 0 16,0 0-1-16,6 0 5 16,0 0-6-16,6-2 2 0,-2-1-2 15,3-1 2-15,1 0-6 16,-1-6-19-16,3-1-79 15</inkml:trace>
  <inkml:trace contextRef="#ctx0" brushRef="#br0" timeOffset="29633.58">22664 15009 291 0,'0'0'0'0,"0"0"-7"0,0 0 7 0,0 0 0 0,6 37-1 16,-6-19 1-16,0 6 2 15,0 4-2-15,2 3 0 0,0 1-29 16,1 2-67-16</inkml:trace>
  <inkml:trace contextRef="#ctx0" brushRef="#br0" timeOffset="30430.79">22426 16108 114 0,'0'0'13'15,"0"0"33"-15,0 0-3 16,0 0-21-16,-37 3-7 16,32-3-9-16,1 0 0 0,1 0 1 15,2-4 2 1,1 1-5-16,0-1-5 0,0-1 3 15,2-1-2-15,5 1-5 16,5-2 5-16,2 2-1 16,1 0 6-16,3 1 2 15,2 2 0-15,1 2-1 0,1 0-5 16,-7 2-1-16,0 5 0 16,-7 4-1-16,-3 2-6 15,-5 0 1-15,0 2 3 16,0 1 0-16,-7-2 1 15,0 2 7-15,-1-3-8 0,0-2 5 16,2-2 0-16,2-4-3 16,1 1-3-16,0-3 7 15,1-3-6-15,2 0 3 16,0 0 0-16,0-6-3 0,1-5 4 16,5-4 0-1,1-2 4-15,0-1-5 0,0-1 1 16,0-2 1-16,-3 4 1 15,0 1 0-15,0 4 3 16,-1 3 0-16,-1 3-4 16,0 4 2-16,-1 2-2 0,1 0-3 15,-1 4-1-15,2 6 0 16,0 5 4-16,0 1-1 16,2 5 0-16,-1-1-1 15,1 2 0-15,2-3-26 16,-2-6-42-16,3-3-98 0</inkml:trace>
  <inkml:trace contextRef="#ctx0" brushRef="#br0" timeOffset="30744.78">22706 16190 283 0,'0'0'7'0,"0"0"-6"0,0 0 1 16,43-11-2-16,-34 11 1 15,-1 0-3-15,0 0 1 0,-2 0 0 16,0 7 0 0,0 3 1-16,-1 3-1 0,-3 1-2 15,-2 3-1-15,0-2-15 16,-1 3-2-16,-8-1 14 16,-2-3 8-16,-1 0-7 15,3-2 13-15,1-4 11 0,2-2 3 16,5-3-7-16,1-1-6 15,0-1-4-15,7-1 1 16,12 0 11-16,4 0-8 16,11-7-6-16,8-5-3 15,1-2-55-15,6-9-130 0</inkml:trace>
  <inkml:trace contextRef="#ctx0" brushRef="#br0" timeOffset="32025.3">22674 14739 99 0,'0'0'1'0,"0"0"0"0,0 0-2 15,0 0-2-15,0 0 16 16,0 0 16-16,0 0 0 15,0 0-6-15,0 0-6 16,0 0-12-16,46 11-3 0,-27-13-1 16,2-1-1-16,3 1 1 15,-2 1-1-15,2 0 0 16,0-1 1-16,0 2 6 0,-1 0 2 16,-1 0 0-16,-1 0 0 15,-2 0-5-15,-4 0-3 16,-1 3 0-16,-2 2-1 15,-4 0 1-15,0 2 1 16,-1-1 1-16,-1 1-3 16,-1 1 0-16,0 1 0 0,1-1 1 15,-1 2-2-15,0 1 1 16,-1 2 1-16,0 0-1 16,1 3 1-16,-3 1-1 15,1 1 0-15,0 5 1 16,-1 1 0-16,2 0-1 0,-3 5 1 15,1-1-1-15,0 3 1 16,0-2-1-16,0-1 0 16,2-1 0-16,-1 1 1 15,1 1-1-15,3 2 0 16,-3 0 0-16,1 2 1 0,1 4 2 16,-3 1-2-16,-1 4 0 15,0 0 0-15,-1-1-1 16,-1 3 2-16,0 2-2 15,0-1 0-15,3 2 0 16,1 0 0-16,0 0 0 0,4 5 0 16,-3-2 0-16,3 0 0 15,0 1 0-15,-2 0 0 16,-1 4 1-16,-3-2-1 16,1-2 0-16,-2-3 0 15,1-2 0-15,-2-2 0 0,0-6 0 16,0 2 0-16,0-2 1 15,0-1-1-15,0-1 0 16,0-1 0-16,-3-2 1 16,2 0-1-16,0-2 0 15,0 0 0-15,1 0 0 0,-2-2 0 16,2-2 0-16,-2 0 1 16,0-3-1-16,1-1 0 15,-3-2-2-15,2-3 3 16,0-1 1-16,0-4 4 15,-1-1 2-15,2-4 1 0,1-1-1 16,-4 0-2-16,2 0 2 16,-2-4-2-16,-1 3-1 15,-2 0-4-15,-4 1 2 16,-4 1-3-16,-6-1-15 16,-10-1-37-16,-5-6-113 0</inkml:trace>
  <inkml:trace contextRef="#ctx0" brushRef="#br0" timeOffset="34067.2">18885 17638 39 0,'0'0'129'0,"0"0"-80"0,0 0-22 0,0 0-19 15,0 0-15-15,0 0-14 16,0 0 0-16,0 0 9 16,0 0 12-16,0 0 5 15,0 0 16-15,0 0 14 0,0 0-5 16,11-22-9-16,-11 20-7 16,0-1-9-16,0 1-4 15,0 2-1-15,0-1-3 16,0-2-6-16,-2 3-1 0,0 0 8 15,-2-1 4-15,1 1-1 16,0 0 7-16,-2 0-3 16,1 0-4-16,-2 4 4 15,3 2-4-15,-4 2-1 16,1 2-3-16,1 0-1 16,-1 1 0-16,3 1 4 0,-1-1 0 15,-1 0 0-15,3 1 0 16,2-1 0-16,0 2-2 15,0-2 2-15,0-2-2 16,2 1 2-16,5-2-1 16,1-2 0-16,0-3 3 15,3 1 7-15,-1-1-4 0,2-3 4 16,1 0-5-16,1 0-2 16,-1-1-3-16,-1-5 2 15,-2-1 0-15,-3-2 0 16,0-1 1-16,-4 2-1 0,0-4 3 15,-1 0 2-15,-1 0-2 16,-1-1-2-16,0 2 0 16,0 0-9-16,-4-1-8 15,-3 1-2-15,-5 4 4 16,0 0 8-16,-3 1 2 0,1 2 1 16,1 3 8-16,-2 1-2 15,0 0-3-15,3 0-2 16,1 3-28-16,2 1-60 15,4-2-96-15</inkml:trace>
  <inkml:trace contextRef="#ctx0" brushRef="#br0" timeOffset="34308.53">19074 17649 289 0,'0'0'44'0,"0"0"-16"16,0 0 10-16,0 0-23 0,0 0-17 16,0 0-11-16,0 0-29 15,0 0-2-15,0 0 0 16,0 0-37-16,0 0-83 15</inkml:trace>
  <inkml:trace contextRef="#ctx0" brushRef="#br0" timeOffset="34820.71">19265 17563 221 0,'0'0'43'0,"0"0"-31"16,0 0-8-16,0 0-4 16,0 0 0-16,-27 48-6 15,22-37-7-15,-4 0 4 16,6 0 8-16,-1-2 1 15,4-3-2-15,0 0 4 0,0-2 8 16,4-1 6-16,3-2 0 16,5-1 2-16,1 0-3 15,2 0-6-15,0 0-3 16,0 0-1-16,-2 0-3 16,-1 0-2-16,-3 0 1 0,1 0 0 15,-5 4 1-15,-1-1 0 16,1 0-2-16,-2 4 0 15,-1-1 0-15,-1 1 1 16,1-1 0-16,-1 1 0 16,-1 0 1-16,0 0-4 0,0 0 4 15,0-1-4-15,-2 0 1 16,-3 1-2-16,-6-2 1 16,-1 1 6-16,0-3-2 15,-1 1-2-15,1-4-8 16,2 0-18-16,0 0 5 15,3-7-12-15,2-6-91 0</inkml:trace>
  <inkml:trace contextRef="#ctx0" brushRef="#br0" timeOffset="35005.93">19315 17558 214 0,'0'0'26'0,"0"0"-9"0,0 0-8 15,41-17-5-15,-21 11-13 16,4-5-113-16</inkml:trace>
  <inkml:trace contextRef="#ctx0" brushRef="#br0" timeOffset="35823.78">19652 17585 137 0,'0'0'35'0,"0"0"15"15,0 0 0-15,0 0-13 0,0 0-9 16,0 0-4-16,0 0-6 15,0 0-10-15,-8-23-8 16,13 19 0-16,3 1 0 16,0 2 3-16,3-2-3 15,2 3 0-15,2 0-1 0,-1 0 2 16,2 0-2-16,-1 0 1 16,0 4 0-16,-1 3 0 15,-1 1-5-15,-3 2-10 16,0-2 1-16,-4 5-8 15,-3-2-6-15,-2-1 5 0,-1 1-1 16,0-2 3-16,-10 2 12 16,-1-6 7-16,-1-1 4 15,-3-1 5-15,1-2 8 16,2-1 1-16,5 0 0 16,0 0-1-16,5 0-4 0,2-3-7 15,0-2 1-15,5-1-11 16,4-4-1-16,4 3 2 15,0-2 3-15,2-2 0 16,-2 1-1-16,1-2 1 16,0 1 0-16,-1-1 2 15,-1 2 0-15,-3-2 0 0,-1 1 0 16,-2 2 1-16,0 1 0 16,-5 2 6-16,-1 1 8 15,0 0-6-15,0 4-8 16,0-3 3-16,-1 4-10 0,-1 0-4 15,-3 0 6-15,3 0 2 16,0 2 0-16,-1 5 2 16,1 2-1-16,-2 0-1 15,2 2 5-15,0 0 2 16,2 2 3-16,0-2 1 0,0-2 0 16,1 2-5-16,6-1-2 15,0-1-2-15,3-2 0 16,2-3-1-16,2 0-32 15,-1-4-43-15,2 0-152 16</inkml:trace>
  <inkml:trace contextRef="#ctx0" brushRef="#br0" timeOffset="36080.29">20046 17580 113 0,'0'0'12'0,"0"0"8"0,0 0-4 16,0 0 3-16,0 42-1 15,0-29-2-15,0 1 4 16,0 2 1-16,0-2-2 0,0 2-4 16,0-2-1-16,0 1-6 15,0-2 0-15,0 3-6 16,0-2-1-16,2-1-1 15,-1-2-16-15,0-2-39 16,1-8-104-16</inkml:trace>
  <inkml:trace contextRef="#ctx0" brushRef="#br0" timeOffset="36536.86">20321 17588 274 0,'0'0'25'0,"0"0"-20"0,0 0-5 0,0 0 2 15,43-4-2-15,-29 2-1 16,1 1 0-16,2 1 7 16,1 0 5-16,0-1 2 15,1 0-8-15,2-1-3 0,-2 0-1 16,1 1-1-16,-1-1-10 16,-2 0-16-16,-3-1-32 15,-3-1-53-15</inkml:trace>
  <inkml:trace contextRef="#ctx0" brushRef="#br0" timeOffset="36820.06">20489 17491 182 0,'0'0'49'16,"0"0"-24"-16,0 0-14 0,0 0 5 15,0 0 13-15,0 40-11 16,0-23-11-16,0 2-2 16,0 2 0-16,0 2-5 15,0-2 1-15,0 2-1 16,2-5-11-16,1 1-29 0,1-5-35 15,-1-7-37-15</inkml:trace>
  <inkml:trace contextRef="#ctx0" brushRef="#br0" timeOffset="37328.83">20865 17456 307 0,'0'0'0'0,"0"0"-5"0,0 0-25 16,0 0-16-16,0 0 26 15,0 0 20-15,-15 38 3 16,9-21-3-16,-1-1 4 16,2-2 7-16,1 3 4 15,2-2-2-15,2-1-7 0,0-2 0 16,2-2-5-16,6-2 0 16,0-3 1-16,1-1-2 15,1-3 2-15,2-1 0 16,-1 0 2-16,-1-1-1 15,-1-6 2-15,0-4 10 0,-1-2-2 16,-1-1-5-16,-2-2 2 16,-1-1-3-16,-1 0-2 15,-2 0 0-15,-1 0 1 16,0 2 2-16,0 2-4 16,-2 3 1-16,-5 0-1 15,1 6-3-15,-3 2-6 0,4 2 0 16,-4 0-13-16,3 3-17 15,-2 0-37-15,4 0-91 16</inkml:trace>
  <inkml:trace contextRef="#ctx0" brushRef="#br0" timeOffset="37510.9">21074 17497 393 0,'0'0'10'0,"0"0"-7"0,0 0 0 0,0 0-2 15,0 0-14-15,0 0-21 16,0 0-22-16,0 0-93 0</inkml:trace>
  <inkml:trace contextRef="#ctx0" brushRef="#br0" timeOffset="37902.17">21218 17422 370 0,'0'0'1'16,"0"0"6"-16,0 0 0 15,0 0 2-15,41-19 3 16,-31 18-8-16,-3-2-2 0,1 3-1 15,-1 0 0-15,3 0-1 16,-2 4-1-16,-5 5-3 16,1-1-20-16,-4 4 0 15,0 1-6-15,0 2-10 16,-10-1-2-16,0 2 4 16,-7-2 19-16,3-1 10 0,-2-2 10 15,5-1 4-15,1 0 4 16,3-3 12-16,4-1 5 15,3-2-1-15,0-1 2 0,0 1-5 16,10-2 3-16,4 1-3 16,3-3-11-16,6 0-6 15,0 0-4-15,1 0 2 16,2 0-6-16,0-5-20 16,-2-3-38-16,-1-3-89 15</inkml:trace>
  <inkml:trace contextRef="#ctx0" brushRef="#br0" timeOffset="38385.55">21506 17430 291 0,'0'0'44'16,"0"0"-35"-16,0 0-5 16,0 0-4-16,51-32 0 15,-37 29 0-15,-2 0 0 16,0 3-1-16,0 0 3 15,-2 0-2-15,-1 4 0 0,0 5 1 16,-4 2-3-16,-3 2-13 16,-2 0-5-16,0 1 4 15,0-3 2-15,-2-1 8 16,-3-4 4-16,-1-2 3 16,3 0-5-16,0-4 4 15,2 0 8-15,1 0 1 0,0 0-5 16,0-1 0-16,0-9-3 15,6 2 7-15,0-2-4 16,2-3-3-16,-1 0 0 16,0-3 0-16,1 1-2 15,-2-2 0-15,0 1 0 0,0-1 0 16,-3 4 1-16,0 2 1 16,-2 3 0-16,1 2 4 15,-1 4 9-15,-1 2-4 16,0 0-10-16,0 0 0 0,0 9-2 15,0 4 4-15,2 1 0 16,0 1 0-16,0 1 0 16,2 0-2-16,3 1 1 15,0-3-1-15,4-3-6 16,1-2-24-16,0-2-67 16</inkml:trace>
  <inkml:trace contextRef="#ctx0" brushRef="#br0" timeOffset="38769.6">21837 17437 322 0,'0'0'12'0,"0"0"9"0,0 0-11 15,0 0-1-15,0 0-1 16,42-25-6-16,-31 24-2 16,2 1 1-16,-1 0 0 15,1 0-1-15,-4 2-1 16,3 5 2-16,-4 2-5 0,-4 0-13 15,-3 2-6-15,-1 0-1 16,-1 2-1-16,-9-2 4 16,-1-1 13-16,-3 2-1 15,1-2 13-15,1-2 1 0,2-1-3 16,2-1-2 0,3-2-1-16,3 0-2 0,2-1-3 15,0-3 3-15,0 3 11 16,6-3 19-16,5 0-3 15,2 0-3-15,5-3-3 16,4 0-3-16,3-1 2 16,-1 1 3-16,5 0 1 0,3 1-7 15,1 0-8-15,3 2-6 16,-1 0-11-16,-1 0-46 16,-3-4-30-16</inkml:trace>
  <inkml:trace contextRef="#ctx0" brushRef="#br0" timeOffset="40477.34">22371 17349 9 0,'0'2'110'0,"0"-2"-108"0,0 0 3 0,0 1 7 0,0-1 21 16,0 0-2-16,0 2 5 0,0-1-3 15,1-1-5-15,3 3-9 16,0-3-6-16,0 1-7 16,2 1-3-16,3-2-2 15,-1 0-1-15,1 0 1 16,2 0-2-16,3 0 2 16,1 0-1-16,2 0-1 0,0 0 5 15,2-3 1-15,0-1 0 16,-2 1-1-16,1-1-4 15,-3 2 0-15,-1-1-14 16,-5 2-12-16,-3-2-27 0,-3 3-46 16,-3-3 22-16</inkml:trace>
  <inkml:trace contextRef="#ctx0" brushRef="#br0" timeOffset="40697.91">22518 17278 304 0,'0'0'27'0,"0"0"8"16,0 0-33-16,0 0-4 0,0 0 4 16,0 0-2-16,-1 44 1 15,1-24-1-15,0 2 0 16,1 0-2-16,1-2-27 15,-2-4-28-15,0-8-92 0</inkml:trace>
  <inkml:trace contextRef="#ctx0" brushRef="#br0" timeOffset="42149.25">19717 10544 79 0,'10'-5'4'0,"-5"2"7"0,3-2 1 0,-1 2 6 16,-2-2 6-16,1 1 4 15,-3 0 0-15,0 2-8 16,0 0-1-16,-1-1-7 16,-2 0-8-16,0 3 1 15,0-1-4-15,0 1 2 0,0-2 1 16,0 2 6-16,0 0-9 16,2 0-4-16,2 0 3 15,3 5 1-15,1 1 0 16,3 0-2-16,1 0 2 15,2 0 1-15,-1-2-2 0,3-4 0 16,0 0 0-16,4 0 2 16,0-12 3-16,8-6 7 15,5-7-3-15,7-9-6 16,10-8-1-16,5-9-11 16,7-6-49-16,5-11-192 0</inkml:trace>
  <inkml:trace contextRef="#ctx0" brushRef="#br0" timeOffset="43345.26">22916 17285 84 0,'2'-4'8'0,"0"0"36"0,-2 1 29 0,0 3-16 16,0 0-21-16,0 0-22 0,0 0-12 15,-3 0-7-15,-3 6 11 16,-1 2-7-16,-2 5 5 15,-1 1-2-15,1 2-2 16,2-2 1-16,3 5-1 16,-3-4-1-16,5 0 1 0,2-1-1 15,0-2 0 1,0-1 0-16,0-2-1 0,9-1-1 16,-2-2-2-16,3-2 0 15,1-3 6-15,-1-1 0 16,-1 0 2-16,-1 0-2 15,0-6 3-15,-2-2 4 0,-3-1 3 16,1-1 0-16,-2 0 0 16,-1 0 1-16,-1-1 1 15,0-1-2-15,0 1-8 16,0 0-3-16,-1-2 1 0,-3 3 0 16,-1 1-3-16,-1 3 0 15,-2 1-6-15,0 1-7 16,1 1-1-16,-1 0 11 15,0 3 1-15,2 0-6 16,3 0-24-16,-2-2-45 0,3-2-72 16</inkml:trace>
  <inkml:trace contextRef="#ctx0" brushRef="#br0" timeOffset="43600.9">23065 17370 319 0,'0'0'26'0,"0"0"-2"0,0 0-9 15,0 0-9-15,0 0-6 16,0 0 1-16,0 0 0 15,0 0-3-15,0 0-11 0,0 0-14 16,35-25-4-16,-35 18-35 16,2-2-163-16</inkml:trace>
  <inkml:trace contextRef="#ctx0" brushRef="#br0" timeOffset="44021.46">23283 17172 315 0,'0'0'2'16,"0"0"0"-16,0 0 4 15,0 0-6-15,0 0 5 0,0 0-4 16,0 0-1-16,0 0 2 16,25-10-3-16,-25 18 0 15,0 1 2-15,0 3-1 16,0 2 1-16,0 1 0 0,0 2 0 16,0 0-1-1,0-1 0-15,0 1 0 0,0 0 1 16,0-1-2-16,0 1 2 15,0-3-1-15,1 1 0 16,0 0-1-16,-1-2 2 16,0-1-1-16,0-2 0 0,0 0 0 15,0 0 0-15,0-3 0 16,0-1-6-16,-1-5-44 16,-3-1-102-16</inkml:trace>
  <inkml:trace contextRef="#ctx0" brushRef="#br0" timeOffset="48802.31">18510 18183 116 0,'-8'2'62'0,"-1"-2"-38"0,1 2-9 0,2-2-11 16,2 1-3-16,0 1-1 0,0 0 0 15,3-2-1-15,0 1 1 16,1-1 0-16,0 0 1 16,0 0 6-16,0 0 13 15,0 0-4-15,0 0-3 16,0 0-5-16,2 0 0 0,6 0-1 15,-1 0-2-15,6 0 5 16,0 0 0-16,2 0 2 16,0 0 5-16,3 0 8 15,-1-1-3-15,2-1-6 16,0-1-7-16,0 1-7 0,-1 0-2 16,-1 1 0-16,1-1-21 15,-5 2-24-15,-3-1-9 16,-2-2-44-16</inkml:trace>
  <inkml:trace contextRef="#ctx0" brushRef="#br0" timeOffset="49456.64">19009 18080 261 0,'0'0'29'0,"0"0"-6"0,0 0-3 15,0 0-15-15,0 0-3 16,0 0-3-16,0 0-6 16,0 0-3-16,0 0 0 15,0 0 5-15,-24 8 3 0,16 1 4 16,0-1-1-16,-1 2 1 15,0 1 4-15,2-1 2 16,1 2-2-16,2-4-4 16,3 2 0-16,1 0-1 15,0-3-2-15,0-2 0 0,0 0 0 16,6 1 2-16,1-2 3 16,3-1 0-16,-1 0 0 15,0-2-3-15,2 2-1 16,-2-3-1-16,2 0 2 0,1 0-6 15,-2 0-4-15,1-3-1 16,-3-2 5-16,0-3 4 16,-2 1 2-16,-2-3 0 15,-1 2 2-15,-1-4 2 16,-2 1 2-16,0 0-3 0,0-1-1 16,0 1-1-16,-6 0 1 15,0 2-1-15,-2 2-3 16,-1 4-3-16,-1 2-13 15,-1 1-37-15,-1 0-19 16,3 0-29-16</inkml:trace>
  <inkml:trace contextRef="#ctx0" brushRef="#br0" timeOffset="49670.1">19227 18108 480 0,'0'0'10'0,"0"0"-10"0,0 0-4 16,0 0 0-16,0 0-21 0,0 0-22 16,0 0-18-16,0 0-42 15,0 0-131-15</inkml:trace>
  <inkml:trace contextRef="#ctx0" brushRef="#br0" timeOffset="50310.72">19359 18031 191 0,'0'0'57'0,"0"0"-11"15,0 0-5-15,0 0-15 16,46-11 2-16,-36 11-10 0,0 0-8 16,-2 0-7-16,0 0-2 15,-1 8-2-15,-1-1-2 16,-3 2-1-16,-1 2-3 16,0-1-3-16,-2 2 1 15,0-1 3-15,0-1-5 0,0 0 0 16,0-3-3-16,-4 0 5 15,1-3 5-15,1-1 7 16,-2-1 0-16,3 0-1 16,1-2 0-16,0 0-2 15,0 0-2-15,1 1 7 0,5-1 5 16,1 1 0-16,1 0-4 16,2 1-2-16,-2 1-3 15,1-1-1-15,-2 3 1 16,0 0 0-16,-2 0-2 15,1 0-1-15,-4 2-1 0,-2 0 2 16,0 1 5-16,0-1-3 16,-5 0 0-16,-5 0-1 15,-2 0-1-15,-1-1 1 16,-3-1 4-16,1 1-3 16,1-3 7-16,1-2-6 0,4-1-2 15,2 0-8-15,4-1-24 16,3-11-37-16,0-6-151 15</inkml:trace>
  <inkml:trace contextRef="#ctx0" brushRef="#br0" timeOffset="50994.06">19776 18054 313 0,'0'0'20'0,"0"0"-30"0,0 0 9 0,0 0-4 16,0 0 4-16,0 0-2 15,0 0 0-15,0 0 9 16,0 0-1-16,0 0 4 0,41-14-3 16,-28 12 0-16,0 1-1 15,4 1-1-15,0 0-1 16,-2 0-2-16,1 0-1 16,-5 4 0-16,-3 3-5 15,-3 3-8-15,-3 1-1 16,-2 1 3-16,0 0 3 0,-6 0 1 15,-1-1 4-15,-1-1 4 16,0-1 1-16,1-2 0 16,3-1 0-16,-2-2-1 15,2-3 0-15,2 1 0 0,1-2 0 16,1 0 1-16,0 0-3 16,0-6-2-16,3-1 3 15,7-2 1-15,1-1 2 16,0-2-2-16,1 0 2 15,2-2 1-15,-2-1-2 16,0 0 1-16,-1 1-2 0,-4 3 1 16,-1-1-1-16,-2 4 1 15,-2 2 2-15,-2 3 5 16,0 0 2-16,0 3-1 16,0 0-5-16,0 0-3 0,0 3 3 15,-1 4-5-15,-1 2 0 16,1 2 2-16,1 1 2 15,0 0 3-15,0-1 1 16,1 0-8-16,8-1-1 16,-1-2-2-16,2-3-26 15,3-3-12-15,-2-2-62 0</inkml:trace>
  <inkml:trace contextRef="#ctx0" brushRef="#br0" timeOffset="51163.92">20138 18067 333 0,'0'0'33'0,"0"0"-18"0,0 0-13 0,0 0 6 15,0 0-3-15,8 39-3 16,-7-23 0-16,1 2 0 16,3-2-2-16,-3 4-20 0,0-6-37 15,1-3-75-15</inkml:trace>
  <inkml:trace contextRef="#ctx0" brushRef="#br0" timeOffset="51556.3">20516 18064 303 0,'0'0'13'16,"0"0"-16"-16,0 0-7 15,0 0 14-15,0 0 2 16,0 0 13-16,0 0 8 0,45 0 4 16,-32 0-4-16,5-3-9 15,0 2-12-15,4-1-5 16,1-1 0-16,-1 0-12 16,-2 1-19-16,2-1-7 15,-7 0 2-15,-1-1-18 16,-7-2-19-16,-3-4-66 0</inkml:trace>
  <inkml:trace contextRef="#ctx0" brushRef="#br0" timeOffset="53278.12">20594 17977 232 0,'0'-3'26'0,"0"-1"22"0,0 3-15 0,0-1-9 0,0 2-1 15,0 0-6-15,0 0-13 16,0 2-9-16,0 10 4 16,0 4 2-16,0 3 1 0,0 3 1 15,0 1-19-15,0 1-20 16,0 0 7-16,0-5-8 16,0-5-48-16,0-7-80 15</inkml:trace>
  <inkml:trace contextRef="#ctx0" brushRef="#br0" timeOffset="53732.94">21183 17936 239 0,'0'0'0'0,"0"0"-12"16,0 0 17-16,0 0-1 0,-49-4 1 16,34 8 5-16,1 3 3 15,1 4-5-15,0 2-2 16,0 3-4-16,2-1-1 16,4 1-4-16,1-2 2 15,5-1 0-15,1-2-1 0,0-2-1 16,9-3-2-16,0-3 6 15,4-1 1-15,2-2 3 16,1 0-5-16,1 0 2 16,0-3-1-16,-1-5-1 15,-1 1 0-15,-1-4-1 0,-3-1 2 16,-2-1 0-16,-3 1 5 16,-4-1 11-16,-2 0 3 15,0-1-3-15,-4 4-7 16,-6 0-4-16,0 2 3 15,-1 3-12-15,-2 1 2 16,1 4 2-16,2 0-19 0,2 0-22 16,0 4-33-16,4 1-48 15</inkml:trace>
  <inkml:trace contextRef="#ctx0" brushRef="#br0" timeOffset="53911.22">21311 18018 378 0,'0'0'14'0,"0"0"-17"0,0 0 10 0,0 0-6 16,0 0-2-16,0 0-23 16,0 0-8-16,0 0-34 15,0 0-126-15</inkml:trace>
  <inkml:trace contextRef="#ctx0" brushRef="#br0" timeOffset="54395.88">21530 17940 363 0,'0'0'4'0,"0"0"-5"0,0 0 0 16,0 0-5-16,0 0-7 15,0 0 0-15,0 0 7 16,-6-31 0-16,-5 31 5 16,-2 0-4-16,1 0 2 0,-2 3 2 15,1 4 0-15,4 0 1 16,2 0 0-16,3 0-2 16,4-1-2-16,0 2 3 15,0-2-1-15,7 3 6 16,4-2 7-16,2 1 5 0,3 1-6 15,-1-1-4-15,1 2-2 16,-2-1 3-16,-1 2-5 16,-2 1 0-16,-6-1-2 15,-3-2-12-15,-2 0-3 16,0 0 2-16,-5-5 2 0,-5-1 5 16,-2 0 5-1,0-3 3-15,-1 0 0 0,-2 0 0 16,2-3 2-16,3-1-2 15,2-1 6-15,3-2 11 16,3-1 0-16,2-1-4 16,5-1-6-16,10 0-2 0,3-5-2 15,6 3-4-15,5-4-22 16,1 1-28-16,-1 1-32 16,2 1-112-16</inkml:trace>
  <inkml:trace contextRef="#ctx0" brushRef="#br0" timeOffset="54906.94">21765 17942 137 0,'0'0'187'0,"0"0"-187"0,0 0 9 0,0 0-3 15,0 0-4-15,0 0-1 16,36-37 2-16,-22 31-1 15,3 5 1-15,-1 1 0 16,-3 0 1-16,2 0-2 0,-1 1-1 16,-3 6-1-16,-3 3-5 15,0 3-10-15,-6 0-20 16,-1 1-9-16,-1-1 0 16,0-1 13-16,-3-1 20 15,-3-3 9-15,-1-2 5 0,1-1 16 16,2-3 3-16,1-1-5 15,2-1-1-15,-1 0 0 16,2 0-11-16,0-4-9 16,0-2 1-16,2-4-12 15,3 1-3-15,1-3-12 0,-1-1 1 16,1 0 22-16,-1 2 12 16,-2-2 27-16,0 3 9 15,-1 2-10-15,-1 2-4 16,1 2-4-16,-2 1-5 15,2 3-7-15,-2 0-8 0,0 0-4 16,1 6 0-16,1 4 3 16,0 2-2-16,0 1 0 15,3 1 1-15,-1-1-1 16,1 3 0-16,1-5-10 16,-1 0-42-16,-1-3-48 0,4-4-76 15</inkml:trace>
  <inkml:trace contextRef="#ctx0" brushRef="#br0" timeOffset="55064.35">22024 18006 256 0,'0'0'62'0,"0"0"-39"0,0 0-11 0,36-16-1 16,-22 14 1-16,0 2-7 16,0 0-2-16,-3 0-3 15,1 6-1-15,-7 3-22 16,-1 1-14-16,-4 0-29 0,0 2-50 15</inkml:trace>
  <inkml:trace contextRef="#ctx0" brushRef="#br0" timeOffset="55185.67">22040 18105 122 0,'0'0'112'0,"0"0"-74"16,0 0-11-16,0 0-8 0,0 0-7 15,54 1-10-15,-32-6-4 16,4-4-34-16,2-1-52 15</inkml:trace>
  <inkml:trace contextRef="#ctx0" brushRef="#br0" timeOffset="55511.93">22424 17985 301 0,'0'0'21'0,"0"0"-4"0,0 0-11 15,0 0 6-15,0 0 7 16,0 0-6-16,0 0 7 15,48-1-3-15,-31 0-5 16,3-1-6-16,1 0-4 0,1-1-2 16,2-1 0-16,0 1-7 15,2 0-9-15,1-3-28 16,-1 2-23-16,-1-2-84 16</inkml:trace>
  <inkml:trace contextRef="#ctx0" brushRef="#br0" timeOffset="55895.41">22899 17878 344 0,'0'0'3'0,"0"0"-4"0,0 0-6 16,0 0 7-16,0 0 1 15,0 0 0-15,-41-2 0 16,30 7-1-16,2 4 0 15,-3 0 0-15,4 2 0 0,3-1-1 16,4 1-2-16,1-2-3 16,0-2 5-16,7 1 0 15,3-3-4-15,3-2 2 16,1-3-8-16,0 0 1 16,1 0 1-16,-2-1 6 0,-1-6 6 15,-2-2 16-15,-2-1 4 16,0-3-7-16,-3 0 4 15,-2 1 7-15,0 0-1 16,-3 2-10-16,0-1-9 16,0 4-8-16,-6 3-2 0,1 3-4 15,-5 1-9-15,0 0-22 16,2 0-10-16,-1 3-20 16,3-3-82-16</inkml:trace>
  <inkml:trace contextRef="#ctx0" brushRef="#br0" timeOffset="56093.67">23082 17876 379 0,'0'0'20'0,"0"0"-21"0,0 0 9 16,0 0-5-16,0 0-4 15,0 0-13-15,0 0-20 16,0 0-58-16,0 0-87 0</inkml:trace>
  <inkml:trace contextRef="#ctx0" brushRef="#br0" timeOffset="56481.5">23182 17811 262 0,'0'0'107'16,"0"0"-105"-16,0 0 1 15,40-13 1-15,-26 10 3 16,-4 1-5-16,1 2 2 0,0 0-4 16,-1 0 0-16,-5 5 0 15,-1 2-7-15,-2 2-21 16,-2 3-2-16,0 0-11 15,-9 1 0-15,-4 0-10 16,-2 0 9-16,-1 0 43 0,0-1 4 16,2-3-1-16,3-1 1 15,1-1 16-15,5-3 0 16,2-1-5-16,3 0-1 16,0-3-3-16,5 1 21 0,4-1 4 15,6 0-14 1,3 0-6-16,3 0-1 0,2 0-3 15,4-2-1-15,2-1-5 16,2-2-6-16,5 1-17 16,-4-3-48-16,-1-3-169 15</inkml:trace>
  <inkml:trace contextRef="#ctx0" brushRef="#br0" timeOffset="57610.91">18961 18505 45 0,'0'0'144'0,"0"0"-83"0,0 0-27 0,0 0-10 0,0 0-13 15,0 0-9-15,0 0 1 16,0 0-2-16,0 0 1 16,0 0 6-16,0 0 1 15,0 0-8-15,0 0-2 16,0 0-3-16,17-14 10 0,-21 14-4 15,1 0-1-15,-3 0-1 16,1 0-11-16,-4 6-3 16,2 2 8-16,-3 1 5 15,2 1 2-15,0 1 0 0,1 2 0 16,2 0 0-16,3 0 2 16,0-2 3-16,2 0-4 15,0 1 0-15,0-4-2 16,7-1-1-16,2-2 0 15,4-4 0-15,0 1 5 0,1-2-3 16,1 0 4-16,0-2 1 16,0-5-1-16,0-2-3 15,-3-1-1-15,0-2 0 16,-4-2-1-16,-1 0 1 16,-3-1 2-16,-4 1 0 15,0 0 10-15,0 0 3 0,-5 2-1 16,-3 2-2-16,-2 3 0 15,-1 4-5-15,-2 2-11 16,-1 1 1-16,1 0-26 16,-1 0-30-16,3 3-10 15,3-2-92-15</inkml:trace>
  <inkml:trace contextRef="#ctx0" brushRef="#br0" timeOffset="57838.23">19192 18522 330 0,'0'0'-6'0,"0"0"-5"0,0 0 13 0,0 0-7 15,0 0 12-15,0 0 7 16,0 0-7-16,0 0-4 15,0 0-3-15,0 0-17 16,-2-9-65-16,4-3-152 16</inkml:trace>
  <inkml:trace contextRef="#ctx0" brushRef="#br0" timeOffset="58180.9">19404 18430 327 0,'0'0'7'0,"0"0"-2"16,0 0 3-16,0 0 0 0,0 0-2 16,0 0 0-16,0 0 11 15,-1 51-3-15,-1-31-9 16,1 2-2-16,1 2-3 16,-2-2 0-16,2-3-8 15,0 2-20-15,0-7 5 16,0-4-22-16,2-5-75 0</inkml:trace>
  <inkml:trace contextRef="#ctx0" brushRef="#br0" timeOffset="58800.75">19792 18504 250 0,'0'0'0'0,"0"0"1"0,0 0 2 15,0 0 1-15,0 0 6 16,0 0 4-16,0 0 6 15,48-34 1-15,-32 31-2 16,0 3-5-16,1 0-4 16,-1 0-2-16,-2 4-6 15,-2 5-2-15,-2 2-4 0,-5 3-11 16,-3 2-6-16,-2-2 1 16,-2 2-5-16,-8-2 16 15,0-3 5-15,1-3 5 16,0-4-1-16,1 0 0 15,3-2 1-15,4-2-2 0,-1 0 1 16,2-3-4-16,0-6 3 16,4-1 7-16,5-3 4 15,3-1 3-15,-1-3-4 16,4 2-4-16,-3-4-4 16,-1 4-1-16,0 0 1 0,-6 2 0 15,1 2-1-15,-2 5 1 16,-4 1 12-16,0 2 5 15,0 0-2-15,0 3-4 16,0 0 2-16,0 0-8 16,-4 6-6-16,-1 5-1 15,2 2 3-15,1 3 0 0,2 1-1 16,0 0 1-16,0-2-1 16,5 0-1-16,5-3-4 15,3-2-15-15,0-6-29 16,1-4-52-16</inkml:trace>
  <inkml:trace contextRef="#ctx0" brushRef="#br0" timeOffset="58992.24">20143 18505 311 0,'0'0'45'0,"0"0"-38"0,0 0-6 16,0 0 4-16,6 36 2 15,-5-19-3-15,-1 2-3 16,1 2-1-16,-1 0 0 0,3-2-15 16,-3-1-20-16,3-7-47 15,1-7-103-15</inkml:trace>
  <inkml:trace contextRef="#ctx0" brushRef="#br0" timeOffset="61012.27">20572 18526 59 0,'5'1'15'0,"0"-1"10"0,1 0-1 0,2 0-8 16,-1 0-6-16,2 0 3 15,2 0 13-15,-2 0 8 16,2 0-5-16,0 0-3 16,1-1-4-16,1-1-15 0,0 0-4 15,0 2-1-15,1-1 0 16,-3 1 2-16,1 0 0 15,-3 0-3-15,1 0 0 16,-1 0-1-16,-2 0 1 0,0 0-1 16,0 0-7-16,0 0-12 15,1 0-5-15,-2 0-3 16,1 0-22-16,-4 0-30 16</inkml:trace>
  <inkml:trace contextRef="#ctx0" brushRef="#br0" timeOffset="61675.37">21009 18423 270 0,'0'0'20'0,"0"0"5"0,0 0-10 15,0 0-13-15,0 0-2 16,0 0 1-16,0 0 1 15,0 0-2-15,0 0 0 0,-42 19 0 16,34-7-1-16,0 1 0 16,3-1-2-16,2-1-3 15,2 0 2-15,1-2-6 16,0-2 5-16,9-2 3 16,5-3 3-16,1 0 10 15,1-2-7-15,2 0-4 0,2 0-7 16,-3-5 1-16,-2-5-2 15,0 2 7-15,-4-4 2 16,-3 1 7-16,-2-2-1 16,-3 2 0-16,-3-1 3 0,0 1-1 15,0 1-4-15,-11 0-2 16,0 2-3-16,-4 2 1 16,2 3-1-16,-3 2-3 15,2 1-12-15,2 0-44 16,2-1-75-16</inkml:trace>
  <inkml:trace contextRef="#ctx0" brushRef="#br0" timeOffset="61853.91">21192 18422 484 0,'0'0'27'0,"0"0"-39"15,0 0-4-15,0 0 5 16,0 0-24-16,0 0-31 16,0 0-10-16,0 0-118 0</inkml:trace>
  <inkml:trace contextRef="#ctx0" brushRef="#br0" timeOffset="62130.56">21341 18338 474 0,'0'0'-1'0,"0"0"0"15,0 0-13-15,0 0 4 16,0 0 6-16,0 0-1 15,-1 45 0-15,1-33 2 0,0 3-7 16,0-2-3 0,0-2-9-16,5-1-1 15,6-1-4-15,1-3-19 0,2-2-35 16,1-4-37-16</inkml:trace>
  <inkml:trace contextRef="#ctx0" brushRef="#br0" timeOffset="62308.26">21503 18413 198 0,'0'0'20'16,"0"0"-4"-16,0 0 14 16,0 0-6-16,0 0-6 15,0 0-5-15,0 0-2 0,0 0-9 16,-27-7 0-16,20 23 0 16,4-1 0-16,2 1-3 15,1 1 1-15,0-4-15 16,0-5-43-16,5-5-116 15</inkml:trace>
  <inkml:trace contextRef="#ctx0" brushRef="#br0" timeOffset="62821.45">21661 18394 108 0,'0'0'289'15,"0"0"-289"-15,0 0-3 16,37-33 5-16,-26 27-1 16,2 0-1-16,-1 2 1 0,-1 3 0 15,1 1-1-15,-1 0 0 16,1 0 0-16,0 4-1 16,-4 4-1-16,0 2-4 15,-4 0-8-15,-3 2-14 16,-1 2 1-16,0-1-1 15,-4-2-1-15,-4 0 1 0,1-2 16 16,-1-2 13-16,2-4 2 16,1 1 5-16,3-4 4 15,2 0-8-15,0 0-3 16,2 0-3-16,5-7-9 16,3-4 9-16,-2-1 5 0,0 0 0 15,3-3 3-15,-5-2 3 16,1 2 6-16,-1 0 0 15,-1 1 4-15,0 3 4 16,-2 4-7-16,-1 1 4 16,-2 3 5-16,1 3-6 0,-1 0-12 15,0 6-13-15,0 5 4 16,0 2 8-16,0 6-1 16,0-1-1-16,0-1-3 15,3 3-1-15,3-5-1 16,-2 0-22-16,5-4-26 0,-2-4-33 15,3-4-83-15</inkml:trace>
  <inkml:trace contextRef="#ctx0" brushRef="#br0" timeOffset="63063.85">22011 18430 349 0,'0'0'4'0,"0"0"20"0,0 0 8 0,48-7-12 0,-37 7-15 15,-1 0-3-15,-7 6-9 16,-2 3-37-16,-1 2-2 0,-1 2 17 16,-8-2 5-16,-1 0 7 15,-1-1 12-15,2 0 6 16,3-4 0-16,3-2 1 16,3-1 9-16,0-2 9 15,7-1 11-15,8 0-10 0,8 0-12 16,1-5-15-16,8-9-81 15</inkml:trace>
  <inkml:trace contextRef="#ctx0" brushRef="#br0" timeOffset="63568.17">22413 18385 48 0,'0'0'47'0,"0"0"8"0,0 0 5 0,0 0-25 15,0 0-6-15,0 0-9 0,0 0-10 16,0 0-4-16,0 0 1 16,0 0 1-16,9 10-3 15,-2-10-3-15,4 0 2 16,-2 0 7-16,3 0 8 16,3 0 2-16,3 0-11 0,0 0-8 15,1-1-2-15,0-1-27 16,0 0-15-16,-3-2-45 15,-1 1-106-15</inkml:trace>
  <inkml:trace contextRef="#ctx0" brushRef="#br0" timeOffset="63867.06">22507 18342 339 0,'0'0'8'0,"0"0"-7"15,0 41 10-15,0-25-4 16,0 0-6-16,2-1-2 16,1-1-24-16,3-4-19 0,-1-4-34 15,2-3-80-15</inkml:trace>
  <inkml:trace contextRef="#ctx0" brushRef="#br0" timeOffset="64111.64">22782 18332 276 0,'0'0'-14'0,"0"0"7"0,0 0 5 16,0 0-8-16,0 0 11 15,0 0 7-15,0 0-4 16,0 0 4-16,-24 33-2 15,21-18-5-15,3-1-1 16,0 0-2-16,0-2-12 0,5-2-25 16,7-4-35-1,1-2 10-15</inkml:trace>
  <inkml:trace contextRef="#ctx0" brushRef="#br0" timeOffset="64265.15">22907 18411 235 0,'0'0'26'0,"0"0"7"0,0 0-10 15,11-45-8-15,-11 35-5 16,-5 2-5-16,-4 2-3 16,-2 2-2-16,-1 1 0 15,2 3 2-15,-1 0-2 0,4 0-21 16,-1 0-52-16,6 0-58 16</inkml:trace>
  <inkml:trace contextRef="#ctx0" brushRef="#br0" timeOffset="64445.33">23057 18351 243 0,'0'0'151'0,"0"0"-147"15,0 0-11-15,0 0 1 0,0 0-15 16,0 0-9-16,0 0-21 15,0 0-78-15</inkml:trace>
  <inkml:trace contextRef="#ctx0" brushRef="#br0" timeOffset="65057.47">22843 18338 140 0,'0'0'23'16,"0"0"12"-16,0 0-12 15,0 0-8-15,0 0-6 16,0 0-2-16,-44 7-3 0,34-1-2 15,0 2 1-15,-1 1 1 16,1 1 1-16,1 0 1 16,2 0-3-16,1 1 2 15,4 0 2-15,2-1-3 16,0-2-5-16,4 1 1 16,7 0-1-16,2-5 1 0,3 0-2 15,1-1-1-15,2-3-2 16,0 0 0-16,1 0 5 15,-4-1 0-15,0-6 5 16,0-2 3-16,-3-1-5 16,-4-1 0-16,-3 0 2 0,-4-1-2 15,-2 1-1-15,0 1-1 16,-1 3 0-16,-7 1-2 16,-1 3-2-16,-1 3-1 15,-2 0-16-15,1 0-5 16,1 0-16-16,0 0-64 0</inkml:trace>
  <inkml:trace contextRef="#ctx0" brushRef="#br0" timeOffset="65235.3">22982 18388 330 0,'0'0'108'0,"0"0"-103"0,0 0-7 0,0 0-7 0,0 0-23 16,0 0-9-16,0 0 1 16,0 0-36-16,0 0-65 15</inkml:trace>
  <inkml:trace contextRef="#ctx0" brushRef="#br0" timeOffset="65726.4">23161 18293 288 0,'0'0'5'15,"0"0"8"-15,0 0 11 16,0 0-8-16,0 0 1 15,0 0 3-15,39-19-2 0,-26 18-7 16,1 1-9-16,1 0-1 16,-1 0-1-16,0 1-3 15,-3 6-9-15,-1 0-13 16,-6 2-2-16,-2-1-10 16,-2 2-13-16,-4 1-15 15,-9-2 20-15,-1 1 18 0,-1-2 16 16,-2 0 17-16,5-3 13 15,1-2 13-15,4 0-2 16,3-2-12-16,4 0 0 16,0 1 8-16,11-2 10 15,2 4-4-15,6 0-8 0,-1 2-1 16,3 1-2-16,0 4-5 16,-2 0-9-16,0 0-3 15,-6 1-4-15,0 2-1 16,-6-3-13-16,-5-1-11 15,-2-1 6-15,0-3 4 0,-11-1-4 16,-5-3-9-16,-1-2-17 16,-6-2-65-16</inkml:trace>
  <inkml:trace contextRef="#ctx0" brushRef="#br0" timeOffset="66628.42">23643 17105 210 0,'0'0'3'0,"0"0"8"0,0 0 7 0,0 0-16 16,0 0-2-16,40-7 3 0,-26 7-1 15,-1 0 0-15,3 7 2 16,-1 0 2-16,5 3-3 16,-6 1-3-16,2 0 1 15,-1 1 0-15,-2 5 1 0,-2 0 6 16,-3 1-3-16,-3 4-2 16,-5 2-2-16,0 2 0 15,0 2 2-15,-5 1 0 16,-2 2 2-16,2-1-4 15,2 2 5-15,3-2 1 0,0 0 1 16,3 0-4-16,6-5-2 16,2-2-2-16,2-3-1 15,-1 0 2-15,2-6 0 16,-1-5 0-16,0-2-1 16,-2 1-1-16,-1-5 2 15,-2 0 2-15,-2-2-3 0,-3-1 0 16,-3 0 2-16,0 2-3 15,0 1-3-15,-3 2 9 16,-6 5-7-16,1 4 6 16,-2 5-3-16,2 2-1 15,0 6 1-15,5 0 1 0,2 3-2 16,1 2 1-16,0 1 0 16,7 3 0-16,5 2 0 15,-2 2-1-15,1 1 4 16,1-2-4-16,-3 2 2 15,0-1-1-15,-2-1 0 0,-2-2 0 16,-5-1 1-16,0-1 0 16,-3-1 0-16,-14 0 0 15,-7-5-7-15,-14-2-39 16,-13-9-151-16</inkml:trace>
  <inkml:trace contextRef="#ctx0" brushRef="#br0" timeOffset="101963.43">16439 5723 11 0,'0'0'23'0,"0"0"-22"0,0 0 1 0,0 0 2 0,0 0 1 16,0 0-2-16,-2 0 6 0,-1 0 2 15,0 0 1-15,1-3 1 16,1 3-3-16,-2-3-1 16,3 2-1-16,0 0-4 15,0-1-1-15,0 2-2 16,0 0-1-16,7-2 0 15,4 0 0-15,0-4 0 0,3 2 1 16,-1-2 1-16,3-5-1 16,-1 2 0-16,2-3 0 15,0 0-1-15,3-3 1 16,3-1 0-16,-2 2 3 16,6-2-3-16,2-1 1 0,2 0-2 15,3-1 1-15,-2 2-1 16,2-2 1-16,-1 1-1 15,-1 2 1-15,1-2-1 16,-4 1 0-16,1 1 0 16,0 0 0-16,2 0 0 0,-1 0 0 15,-1-1 1-15,-1 3-1 16,-2-1 0-16,1 1 0 16,-3-1 0-16,-1 4 0 15,0-3 0-15,-1-1 0 16,3 0 0-16,1 1 0 0,3-1 0 15,0 1 1-15,4-1-1 16,-3-1 0-16,1 1 0 16,-1-1 0-16,-2 1 0 15,-4 0 1-15,0-2 7 16,-3 6-3-16,-3-1-1 0,0 0-1 16,-1 2-1-16,2-1 3 15,1-1-3-15,2 0-2 16,4-3 1-16,2 0-1 15,1 0 0-15,2 0 0 16,-2-1 0-16,-1 0 0 0,-5 2 2 16,-2 0 4-16,-4 1 2 15,1 0-3-15,-4 4-2 16,1-2 1-16,-3 2-2 16,1 0 0-16,-3 1 0 15,-2 3-2-15,1-2 2 0,0 0-2 16,-1 1 1-16,1-1-1 15,0 3 0-15,-3-1 1 16,2 0-1-16,-4 1 1 16,1 1 1-16,-3 1-2 15,0 1 1-15,0 0-2 0,1 0 1 16,-2 0 0-16,-1 0 1 16,3 0-1-16,-1 0 0 15,1 0 1-15,-1 0 0 16,0 0 0-16,0 0-1 15,1 4-9-15,-4 3-27 16,0-1-8-16,-3 0-25 0</inkml:trace>
  <inkml:trace contextRef="#ctx0" brushRef="#br0" timeOffset="104573.71">16526 5696 24 0,'28'-18'5'0,"3"-1"-1"0,6-2-4 16,1-2 1-16,2 0 1 0,5-2 0 15,-2 1 0-15,6-2 0 16,0-2 4 0,4 2 0-16,3-2 2 0,-1-2-3 15,1 3-3-15,-3-3-1 16,2-1 0-16,0 0-1 0,3 0 1 15,2 2-1-15,3 0 0 16,1 2 0-16,-1-1 1 16,-1 4 3-16,-5 0 4 15,-5 1 2-15,-8 1 2 16,-4 2 0-16,-9 1-1 0,-4 1 5 16,-5 2-5-16,-4 3-3 15,-2 2-5-15,-2 1 0 16,-1 5-1-16,0 3 0 15,-3 1-18-15,-7 1-34 16</inkml:trace>
  <inkml:trace contextRef="#ctx0" brushRef="#br0" timeOffset="105758.81">16508 5789 37 0,'0'0'4'0,"0"0"-3"0,0 0-1 16,0 0 2-16,0 0-2 0,0 0 2 15,0 0 2-15,0 0 6 16,0 0 4-16,0 0-1 16,0 0-1-16,0 0-5 15,0 0-5-15,-18-9-6 16,18 9 6-16,0 4-2 0,0 3-3 15,5-1 0-15,-2 1 2 16,5-1-1-16,-1-2-1 16,6-1 1-16,0 1 1 15,4-2 0-15,2-1 1 16,3 3 1-16,3-1 0 16,3 1-1-16,1 1 0 0,2 0 0 15,0 2 2-15,0 0-2 16,-2 1-2-16,0 0 2 15,2-1 2-15,3 2-4 16,1-4 4-16,4 1-4 0,5-3 4 16,1 1-1-16,-3-2 0 15,1 2-1-15,-1-3 3 16,-2 3-3-16,-1 1 1 16,-3 2 0-16,1 0 0 15,-1 2-1-15,-1 2 0 0,-1 0 0 16,-3 4 1-16,3-1 0 15,0-2 1-15,1 0-2 16,4-1 3-16,3-4 0 16,5-1 0-16,1-3-1 15,0 1 1-15,-2-1-1 16,-5-3-1-16,-1 0-1 16,-6 0 1-16,1 0 9 0,-4 0 7 15,4 0-5-15,-1 0-5 16,3 0-2-16,-2 0-1 15,1 1-3-15,0 6 1 16,-4-1-1-16,-1 3 0 0,-3 1 0 16,-4-1 1-16,-6 3 0 15,-6 2-7-15,-9 0-35 16,-3-5-1-16</inkml:trace>
  <inkml:trace contextRef="#ctx0" brushRef="#br0" timeOffset="107042.64">16213 5889 17 0,'-1'0'19'0,"1"0"-17"0,0 0-2 16,1-1-3-16,8-5 1 15,0-1-4-15,-3 2-9 16</inkml:trace>
  <inkml:trace contextRef="#ctx0" brushRef="#br0" timeOffset="107349.46">16298 5799 73 0,'0'0'18'0,"0"0"-10"15,0 0-7-15,0 0-1 16,0 0-1-16,0 0 1 0,0 0 0 15,0 0 1-15,9 25 0 16,-6-18-1-16,1 3-4 16,-2-4-22-16</inkml:trace>
  <inkml:trace contextRef="#ctx0" brushRef="#br0" timeOffset="108431.37">16240 5859 88 0,'0'0'14'0,"0"0"0"0,0 0-1 16,0 0-2-16,0 0-3 15,0 0-7-15,0 0-5 16,0 0 3-16,-5-4-1 16,5 4 2-16,0 0 0 15,2 3-1-15,1-1 1 0,2-1 0 16,-1 3 0-16,-1-1 0 16,1 0-1-16,2 0 1 15,1 1 1-15,2-1-1 16,2 0 0-16,0 1 0 15,0-1 1-15,1-2-1 16,1 4 2-16,0 0-2 0,-1-2 0 16,2 4 0-16,-2-1 0 15,2 1-2-15,-5 0 2 16,1 2-1-16,1-1 1 16,-1 3-1-16,-2-1 1 15,3 3-1-15,0 0 1 0,1 0-1 16,-2 1 1-16,3 1 0 15,-2 1 0-15,1-2 0 16,1 3-1-16,2-2 2 16,-2 1-2-16,2 1 1 15,0-2 0-15,3 0 0 0,-3 1 0 16,4 0-1-16,0-1 1 16,1 2-1-16,0 0 0 15,1 3 0-15,3-3 0 16,-3 2 1-16,3 2 0 15,0 0 0-15,1-1 1 0,1 0-1 16,1 0 1-16,3 0-1 16,-5-1 1-16,6 3-1 15,-4 1 0-15,2 1 0 16,-3 0 0-16,1 3-1 16,-2 0 1-16,0-3 0 0,2 3 0 15,-1-1 0-15,3 0 0 16,1 0 0-16,5 0-1 15,3 1 0-15,-1 0-2 16,4 0 3-16,0 0 0 16,-1-3 0-16,-2 3 0 0,2-2-1 15,-4 1 1-15,0 0 0 16,3-1 0-16,-3 2 1 16,3-1-1-16,1 2 1 15,-1-2-1-15,-1 2 0 16,3 1 2-16,-5-1-2 15,2 3 1-15,-1-4-1 0,4 2 1 16,1-1-1-16,2-1 0 16,4-2 1-16,-1 0-1 15,2 0 1-15,1-2 0 16,-2 5-1-16,0-2 1 16,1 1-1-16,-6 1 1 0,-4 1-1 15,-1-4-1-15,-6 1 1 16,-1-2 0-16,-2-3 0 15,-3-1 2-15,0-1 3 16,-2-1-3-16,-3-1 0 16,0 0-2-16,-4 0 1 0,-2-1 0 15,-1-2 1-15,-3-1 0 16,-1 1 1-16,-2-3-1 16,0 0 3-16,-4-2-3 15,1 2 3-15,-3 0 0 16,-2-6-31-16,-7-5-41 0</inkml:trace>
  <inkml:trace contextRef="#ctx0" brushRef="#br0" timeOffset="109920.12">16227 5800 31 0,'1'-3'11'0,"0"-1"3"0,1 2-1 16,-2 2-9-16,0 0-2 0,0 0 2 15,0 0 2-15,0 0 1 16,0 0-2-16,0 0-3 15,0 0-1-15,0 4-1 16,4 0 1-16,0 1 0 16,4 2-1-16,-3 0 1 15,1 2-1-15,1 2 0 0,2 0 0 16,-1 1 0-16,1 2 0 16,5 0 0-16,-3-1 0 15,2 1 0-15,5 1 0 16,-3 0 1-16,3 0-2 15,1 3 1-15,-2-2 0 0,0 2 0 16,0-1 0-16,3 0-1 16,-4 1 1-16,4 2 0 15,1-2 0-15,0 1 0 16,3 1 0-16,0 1 0 16,2 1 0-16,1-1 0 0,0 3 0 15,-1 0 0-15,1 2-1 16,0-2-1-16,0 3 2 15,0 1 0-15,-2-1 0 16,2 3 0-16,4-3 0 16,-2 3 1-16,1 0-1 0,3-4 0 15,2 1 1-15,0-2 0 16,0 1-1-16,2-1 0 16,-2 1 1-16,2-1-1 15,1 2 0-15,2 1 1 16,2 1 1-16,1 1-2 0,2 0 0 15,-1 1 1-15,-1-1-2 16,-3-2 1-16,2 1-2 16,-4-2 1-16,2 2 1 15,1 1 1-15,0-1 1 16,2 2 1-16,1 3-2 0,-4 0 0 16,-1 2 0-16,1-1 0 15,-1-1 0-15,-2 0-1 16,2-1 1-16,3 1-1 15,0-3 1-15,4 3-1 16,-4 2 1-16,1-1-1 0,-1 2 0 16,-1-1 0-16,0-2 0 15,0-1 0-15,-3-2 0 16,0 0 0-16,1-3-2 16,-2 1 3-16,-5-1 2 15,1-1-3-15,-6 0 1 0,-1 0-1 16,-5-3 1-16,1-1-1 15,-3-3 0-15,-4 0 3 16,1-4 3-16,-5-2 2 16,0-2 1-16,0-2-1 15,-4-1 2-15,-1-5-2 0,-2 2-3 16,-1-3 2-16,-1-2-1 16,-2-1 1-16,0 0 0 15,-5 0-21-15,-8-11-111 16</inkml:trace>
  <inkml:trace contextRef="#ctx0" brushRef="#br0" timeOffset="111407.58">16348 6962 14 0,'0'1'48'0,"0"-1"-22"0,-1 0-18 0,1 0 0 16,0 0-1-16,0 0-3 15,0 0-4-15,0 0 0 16,0 0 0-16,0 0 2 16,0 0 0-16,3-6 3 15,5-1-1-15,1-3-2 0,5-4 1 16,4-3-2-16,0-4-1 16,6-5 1-16,1-4-1 15,4-1 0-15,2-3 1 16,2-2-2-16,4 1 1 15,3-2-1-15,1-1 1 16,0-1 2-16,0 0-2 0,-1-2 2 16,-4-1 1-16,-2-2 5 15,3 2 0-15,-3-1-3 16,5 0-2-16,0-2-1 16,-2-2-1-16,2 0 2 0,-3 2-3 15,-2 1 0-15,-1 0 0 16,-2 1 0-16,0 2 0 15,3 4 5-15,2 0 5 16,2-1-1-16,3-1-4 16,2 0-1-16,-1-1 1 15,-1-3-3-15,1 2 0 0,-2 0 1 16,3 0-1-16,-2-2-1 16,0 2 1-16,1-2-1 15,-2 1-1-15,-3-1 0 16,-6 3 3-16,-2 3 9 15,-4 3 5-15,-2 3-3 0,-4 3-5 16,4 5-3-16,-4 0-3 16,0 5 0-16,-1 2-3 15,-2 1 2-15,0 4-2 16,-5 4 1-16,1 2-2 16,-4 5-16-16,-2 0-35 0,-6 1-37 15</inkml:trace>
  <inkml:trace contextRef="#ctx0" brushRef="#br0" timeOffset="111741.12">16983 6916 96 0,'0'0'-2'0,"0"0"4"0,-48 0 1 0,33 0-3 0,-3 0-4 0,0 0-17 15,2 0-46-15</inkml:trace>
  <inkml:trace contextRef="#ctx0" brushRef="#br0" timeOffset="112147.3">16727 6909 59 0,'0'0'3'0,"0"0"2"15,0 0 2-15,0 0 4 16,0 0 0-16,0 0-5 0,0 0-5 16,-20-10 3-16,27 6-4 15,4-2 0-15,5 0 0 16,1-2-1-16,6-2 1 15,6 1-2-15,5-2 4 16,5-3-4-16,6 0 2 0,6-2 0 16,5-1 3-16,7-3-2 15,7-4 6-15,8 1 1 16,11-3-1-16,3-1 2 16,8 1-1-16,4 0-4 15,-4 2 0-15,-5 1 1 0,-6 1 0 16,-2 2 4-16,-6 0 1 15,-4 1-3-15,-3 2 0 16,2 0-4-16,-7 3 0 16,-5 3-2-16,-7 2 2 15,-8 2-1-15,-8 4-1 0,-12 3-1 16,-12 0-16-16,-15 3-45 16,-7 3-73-16</inkml:trace>
  <inkml:trace contextRef="#ctx0" brushRef="#br0" timeOffset="113250.86">16497 7009 0 0,'0'0'4'0,"0"0"11"0,51 5-1 0,-24-2-6 16,2-2-2-16,6 2-4 15,5 0 1-15,0 0 4 16,4 1 0-16,3 1 0 15,-2 2-2-15,2 1 0 0,2 2-2 16,2 3 1-16,-2-1 0 16,2 3-2-16,1-1 1 15,-2 4-2-15,3 1 1 16,1 1-2-16,2 3 1 0,2 2-1 16,-2 2 0-16,2 1 0 15,-3 0 0-15,-1 0 0 16,0-1 1-16,-1 0 1 15,-2-1 1-15,1-1-1 16,-4 2 2-16,2-4 2 16,-3 1-1-16,-2-3-3 0,3 0 0 15,-3-2 0-15,1-2 0 16,-4-3-1-16,-2-1 2 16,-6-2 1-16,0-1 0 15,-6-1-2-15,-3-1 0 0,0-2 0 16,-2 0 0-16,-1-1 1 15,-3 1 0-15,-1-2-1 16,-3-1 1-16,-2 0-2 16,-2 0 0-16,-3 0-1 15,0-2 0-15,-2 3 0 0,-1-1-1 16,-3-1 0-16,0 0 1 16,-1 1-2-16,0-3 4 15,1 2-2-15,-2-2 9 16,0 0 17-16,0 0 1 15,0 0-12-15,0 0-9 16,0 0-3-16,0 0 1 0,0 0-2 16,0 0-1-16,0 0-1 15,0 0 0-15,0 0 0 16,0 0-1-16,0 1 0 16,0 1-1-16,0 0 2 15,0 0 0-15,0 1-2 0,-4-1-3 16,3 1-1-16,0 0 2 15,-1 0 1-15,1 0-5 16,0 0-3-16,1 1-3 16,0-1-10-16,0 0-11 15,0 1 9-15,0-3-6 0,0-1-37 16</inkml:trace>
  <inkml:trace contextRef="#ctx0" brushRef="#br0" timeOffset="125360.23">18556 4813 66 0,'0'-4'12'0,"0"1"0"0,0-1-1 0,0 2-3 0,0-1-4 15,0 3-1-15,0-1-3 16,0-2 0-16,0 3 1 16,0 0 1-16,0-2 1 15,0 1 11-15,0-2-1 0,2 1-7 16,2-1-2-16,1 2-1 16,3 0-5-16,-3-2 3 15,4 2 1-15,-6-1 0 16,1 1-1-16,0 0 3 15,-1-1 0-15,2 0 1 0,1 0 3 16,1-1 0-16,-1 0-1 16,1 2 0-16,1-2-3 15,-3 3-1-15,2 0-2 16,-5 0 0-16,2 0 0 16,-1 0-1-16,1 0 2 15,1 0-1-15,4 0-1 0,-2 3 0 16,3 1 1-16,0-3-2 15,1 2 2-15,2 0-2 16,-1 0 1-16,1-2 0 16,-1 2 0-16,0 0 0 15,-1-2 0-15,-2 2-1 0,1 2 2 16,1-1-2-16,0 0 2 16,2 1-1-16,3 0 0 15,0 2 0-15,6-1 0 16,3 1 0-16,1 0 0 0,4 0 0 15,3 0-1-15,-5 0 1 16,2-1 0-16,0 1 1 16,-1 3-7-16,-1-1 9 15,3-1-1-15,0 2-2 16,0 1 0-16,5-1 1 16,0 3-1-16,2 1 0 0,2-1 0 15,5 3-1-15,2 1 2 16,1-2 0-16,2 2-1 15,2-1 0-15,0-2 0 16,-2 2 1-16,2-5-1 16,-3 3-1-16,1-5 1 15,1 2 0-15,-1-1-1 0,1-1 2 16,0-1 0-16,-2 0-1 16,2 1 3-16,-1-1-3 15,-1 0 1-15,2 2 0 16,-3 1-1-16,2 2 2 0,-2 0-2 15,-1 3 0-15,1 2 0 16,0 3 0-16,-1 2 0 16,2 5 0-16,-2 2 0 15,-1-3 1-15,-3 2-1 16,-5-1 2-16,-4-2-2 16,-2-4-2-16,-4 1 2 0,-1-3 0 15,0-2 6-15,-3 1-1 16,-2-4 0-16,-1 1-3 15,-1-2 0-15,-2-1-1 16,2 1 3-16,0-2 0 16,-3-2-6-16,-4-6-30 0,-3-4-84 15</inkml:trace>
  <inkml:trace contextRef="#ctx0" brushRef="#br0" timeOffset="127053.89">18437 4832 48 0,'0'0'8'0,"0"0"-12"16,1 0 6-16,5-1 1 0,3 1-2 16,2-1-1-16,-2-2 9 0,1 3-3 15,1-3 3-15,-1 3-3 16,-4 0 3-16,1 0-4 15,0 0-3-15,0 0 0 16,0 0-1-16,2 0-1 16,2 6 1-16,2 1-1 0,1 0 0 15,3 4 1-15,-1-2-1 16,2 5 0-16,4-1 0 16,1 1 0-16,-1-1-1 15,7 4 1-15,4 0 2 16,3 3-2-16,3 1 5 15,4 2-4-15,5 2 2 0,-1-2-3 16,4 4 1-16,1-1 0 16,-4 1 0-16,2 0 0 15,-2-1 0-15,0 2-1 16,-3-3 1-16,0 2-1 16,-1-2 1-16,1 1-1 0,-1-2 0 15,2 2 1-15,3 0-2 16,2 1 1-16,0 1 0 15,-2 5 1-15,3 2-1 16,-5 3 0-16,4 1-1 16,1 5 1-16,0-3 0 0,3 2-1 15,2-2 1-15,2 0 0 16,0-5-1-16,-1-1-2 16,2-2 2-16,-4-2 2 15,-1 0 3-15,-7-1-1 16,1 0 2-16,-9-2-2 0,-2-1-2 15,-4 1 2-15,-1-2-2 16,2 1 0-16,-2 0 1 16,5 3-2-16,-1-3 1 15,5 2-1-15,1-1 2 16,0-2 1-16,0-1 7 0,2-4 1 16,-3-4 0-16,-2-2-2 15,-4-3 2-15,-5-3-4 16,-2-2-4-16,-5 0-2 15,-2-3 1-15,-4-1-1 16,-4 1 0-16,0-3 0 16,-2 3 0-16,-1-3-1 0,-1 1 0 15,-1 0 0-15,1-2 0 16,-2 2 2-16,-1-1 0 16,-3-1 0-16,-1 0 2 15,0 0 2-15,-1 0 0 16,-1 0 1-16,-1 0 2 0,1 0-4 15,0 0-2-15,-1 0 0 16,0 0-3-16,0 0 1 16,0 0-1-16,0 0 0 15,0 0 1-15,0 0-1 0,0 0 1 16,0 0-1-16,0 0 0 16,1 0 3-16,-1 0-2 15,0 0-1-15,0 0 4 16,0 0 0-16,0 0-3 15,0 0-1-15,0 0 0 16,0 0 1-16,0 0-2 0,0 0 0 16,0 0 1-16,0 0 2 15,0 0-1-15,0 0-1 16,0 0 0-16,0 0 0 16,1 0-1-16,0 1 0 0,0 1 1 15,-1-2 0-15,1 1 0 16,1-1 0-16,-2 0 1 15,1 1-1-15,-1-1 0 16,0 0 0-16,0 0 0 16,0 1 1-16,0-1-1 15,0 2-1-15,1-1 1 0,-1 0 0 16,0 1-2-16,0-1-1 16,0-1 1-16,0 3 0 15,0-3 0-15,0 1 0 16,0-1 2-16,0 0 0 0,0 0-1 15,2 3 1-15,-2-3-1 16,0 3 1-16,0-2-2 16,0 1-2-16,0-2-2 15,0 1 4-15,0-1 2 16,0 0 0-16,0 0 1 16,0 3-1-16,0 0-14 0,0 0-13 15,0 1-9-15,-2 0-9 16,-3-1-13-16</inkml:trace>
  <inkml:trace contextRef="#ctx0" brushRef="#br0" timeOffset="128298.83">18596 4726 66 0,'-2'-3'10'0,"0"0"3"0,-1-1-3 16,-1-1-8-16,-1 3 1 15,3-1-1-15,1-1-1 16,1 4 2-16,0-3 1 15,6 3-1-15,4-1-3 16,3 1 0-16,4 0-1 0,2 0-1 16,0 0 4-16,6 0-2 15,1 5 0-15,-1 1-1 16,3 3 1-16,1-1 0 16,1 2 0-16,6 1 1 0,-2 1-2 15,7-1 1-15,2 4 0 16,8 0 0-16,1 2 1 15,6 3 2-15,2 1-2 16,3 2-5-16,4 1 5 16,4 2-1-16,2 1 2 0,7 1-2 15,3-1 0-15,4 1 0 16,1-2-2-16,0 2 4 16,-3-1-4-16,-4 0 4 15,-4-1-2-15,-3 2 2 16,-4-1 1-16,-1 2-1 0,-2-2 1 15,0 2 0-15,0-1-2 16,0 0 1-16,-2 1-1 16,0-1 0-16,-1 0-1 15,3-2 0-15,-4 2 0 16,1 0 0-16,1-1 0 16,-5-1 1-16,-3-2 2 0,-3 0 2 15,-8-2-2-15,-5-2-1 16,-8-2 0-16,-3 0-1 15,-4-3 0-15,-4 3 2 16,-1-4-2-16,-1-1 0 16,-5 1 0-16,1-5-1 0,-3 1 0 15,-3-2 0-15,-1-2 0 16,-4-2 1-16,0 2-1 16,-5-2-3-16,0-1-11 15,-2-2-16-15,-9-1 5 16,-3 0-65-16</inkml:trace>
  <inkml:trace contextRef="#ctx0" brushRef="#br0" timeOffset="129003.7">18686 4938 87 0,'13'8'-1'0,"5"1"3"0,2 6-1 0,3 4-1 0,3 1 1 16,5 3-1-16,6 2 0 15,6 2 0-15,6 3 1 16,6 4-1-16,7 3 1 15,4 3-1-15,6 5 0 0,3 0 0 16,7 5 0-16,1 3-2 16,10 2 3-16,6 8-1 15,-1 3 1-15,3 0-1 16,-3-4-45-16</inkml:trace>
  <inkml:trace contextRef="#ctx0" brushRef="#br0" timeOffset="129865.26">18789 6406 7 0,'0'0'26'0,"0"0"-12"0,0 0-8 0,0 0 1 0,0 0 5 15,0 0-1-15,0 0 6 16,0 0-5-16,0 0-2 16,6-38-2-16,-11 35-4 15,0 0 0-15,1 0 3 0,0 0-3 16,2-1 0-16,2 1-2 16,0 1 2-16,2-3-3 15,7 1-1-15,6 0-2 16,5-2 3-16,5-1 0 15,4 1 0-15,4-3 3 16,7 0-9-16,4 0 10 0,6-2-4 16,4-2-2-16,3-1-1 15,9-1 4-15,1-2-2 16,5-2 1-16,2-1 3 16,5-1 0-16,3-2-2 15,1-1 1-15,3 1-2 0,4-4 3 16,0 4-2-16,-5-1 1 15,1 2-1-15,-3 0-1 16,2 1-1-16,-5 3 0 16,3-1-1-16,0 2 1 15,-3 1 1-15,-3 2-1 0,-4 1 4 16,-4 2 1-16,-4 1 3 16,-3 0-2-16,-4 0 0 15,-3 2-3-15,-6 0-1 16,-5 1 3-16,-8-1 0 15,-5 1 1-15,-9 1 1 16,-4 2-2-16,-6 1-3 0,-3 3 0 16,-7 0-5-16,-2 0-62 15,-10 0-36-15</inkml:trace>
  <inkml:trace contextRef="#ctx0" brushRef="#br0" timeOffset="130590.55">18752 6331 42 0,'0'0'10'0,"0"0"11"0,0 0 2 0,0 0-7 0,0 0-2 16,0 0-5-16,0 0-6 16,0 0-8-16,0 0 1 15,0 0 4-15,0 0 0 16,45-7 1-16,-27 8-1 0,4-1 2 15,5 2 0-15,1-1 0 16,5 2 0-16,7 0-1 16,9 1-1-16,4 0 0 15,12 1-1-15,9 2 2 16,6 1-1-16,7 2 0 0,7-1 1 16,5 1-2-16,6-1-1 15,6 2 3-15,4-4 1 16,5 1 3-16,-1 1 4 15,3-3 3-15,0 2-2 16,-2-1 0-16,-1 0-3 0,-6 2 1 16,-3-1 1-16,-9 1-5 15,-1-1 0-15,-8 4 0 16,-7-1-2-16,-4-2-1 16,-12 1 0-16,-5-2 1 15,-13 2-1-15,-11-2 1 0,-8-2-2 16,-13 3 1-16,-9-1-1 15,-10 3-21-15,-9 2-24 16,-24 0-7-16,-16 1-27 16</inkml:trace>
  <inkml:trace contextRef="#ctx0" brushRef="#br0" timeOffset="130839.51">19288 7707 41 0,'-40'9'21'0,"1"-1"-9"0,3-1 0 0,4 2-11 16,-1 2-14-16,-3-4-37 16</inkml:trace>
  <inkml:trace contextRef="#ctx0" brushRef="#br0" timeOffset="131352.55">18558 7945 92 0,'0'0'0'16,"0"0"7"-16,0 0 2 0,40 4-1 15,-32-4 2-15,3-6 8 16,-1-4 13-16,3-3-13 15,5-5-11-15,7-5-4 16,6-4-2-16,7-6 0 0,10-3-1 16,5-4 1-16,7-6 1 15,5-8-2-15,6-4 0 16,3-6 1-16,3-4-1 16,-1-6 0-16,4-1 1 15,2-2-1-15,4-1 0 0,5 1 0 16,3-2 0-16,8-2-1 15,2 1 2-15,0 5 0 16,-5-3 0-16,0 3 0 16,-6 2-1-16,-8 5 1 15,-2 2-1-15,-7 4 1 16,-5 4-1-16,-10 6 8 0,-3 5 0 16,-9 3 1-16,-8 4 0 15,-6 3 0-15,-8 7-3 16,-7 3 0-16,-5 7 2 15,-5 5-1-15,0 5-4 16,0 4-2-16,-1 6-6 0,-2 0-43 16,-2 4-47-16</inkml:trace>
  <inkml:trace contextRef="#ctx0" brushRef="#br0" timeOffset="131964.44">18936 8031 75 0,'0'0'10'0,"0"0"17"0,-42 11 10 15,34-11 0-15,3 0-7 16,2 0-11-16,2 0-5 16,1 0-5-16,0-4-5 0,0-3-7 15,7-3-1-15,11-4 4 16,3-3 2-16,5-3 2 15,10-4-3-15,6-5-4 16,5-3 8-16,12-4-13 16,10-3 10-16,5-4-1 15,9-3 1-15,10-3-6 0,5-4 6 16,5-5 1-16,8-2-9 16,7-5 14-16,2 1-2 15,-1-4-2-15,1 4-1 16,-6 3 0-16,-6 4 0 0,-8 5-2 15,-8 8 0-15,-12 4 0 16,-9 7 1-16,-10 6-1 16,-10 4 0-16,-6 3 0 15,-10 2 0-15,-2 4 0 16,-1 1 0-16,-3 0 2 16,-1 2-3-16,0 1 2 0,-3 2-2 15,-5 0 2-15,0 4-2 16,-7 1 1-16,-1 3-2 15,-3 0-3-15,-1 0 0 16,-5 4-14-16,-3-4-72 16</inkml:trace>
  <inkml:trace contextRef="#ctx0" brushRef="#br0" timeOffset="161899.61">8804 9819 112 0,'0'0'0'0,"0"0"1"0,0 0 0 0,0 0 0 0,-40 0-2 15,31 0-3-15,4 0-6 16,-3 3 1-16,1-2 6 16,-3-1 4-16,-1 0 1 15,1 0 3-15,-4 0 0 0,1 0 0 16,-3 0-2-16,2 0-2 16,0 2 1-16,4 4-1 15,-3 2-1-15,-1-1 0 16,-1 3 0-16,-3 2 0 15,0 0-1-15,-4 1 2 16,-1 1-1-16,-2 0-1 0,-2 2 1 16,-1 0 0-16,-3 2 1 15,-2 1-2-15,2 2 2 16,0 0-1-16,0-1 0 16,-1 3 0-16,3-2 0 0,-2 2 0 15,0 1 0-15,0 3 0 16,3 0 0-16,-1 0 0 15,1 0 0-15,1 0 0 16,1-2 0-16,3 0 0 16,3-3 1-16,0 0-1 0,4-1 0 15,3-1 0-15,0 4 0 16,-1 0 0-16,1 4 0 16,-3 4 0-16,0 2 0 15,1 3 0-15,0 1 0 16,0 3 0-16,3 1 1 0,0 0-1 15,5 4 2-15,3-1 1 16,2 3 1-16,2 1 0 16,0-1 0-16,6 0-1 15,6 3-2-15,5 1 0 16,6 3 0-16,1 5-1 0,10 2 0 16,0 2-16-16</inkml:trace>
  <inkml:trace contextRef="#ctx0" brushRef="#br0" timeOffset="168504.73">8039 10348 6 0,'0'0'6'0,"0"0"-4"0,0 0-1 0,-35 14-1 15,20-6 1-15,1 2 0 16,-3 0 3-16,1 4-1 16,2 3 4-16,-4-1-5 0,5 5-2 15,-1-1 0-15,3 6 0 16,0-1 0-16,4 1-2 16,0 4 2-16,1-2-2 15,-2 3 2-15,2-1 2 16,2 0-2-16,-1 0 4 0,3 0 0 15,0 0 4-15,2-1-5 16,0 3-1-16,0 2 0 16,0-2 3-16,0 5-2 15,2-1 1-15,-2 1 2 16,2 1 1-16,-1 5-4 0,-1 3-1 16,0 6 0-16,2 3-1 15,0 2-1-15,2 0 1 16,1-2 0-16,4-2-1 15,2-4 1-15,-2-3 0 16,5-5 0-16,-1 0 1 0,3-7-1 16,-1 0 3-16,-4-4 1 15,1 1 2-15,-2-1-4 16,0 4 0-16,-2 3-1 16,1 6-1-16,1 2-1 15,-1 2 0-15,5-1 1 0,5-4-1 16,1-3 0-16,4-7 1 15,3-5 1-15,0-4-4 16,2-3 4-16,-2-2-1 16,-2-2 2-16,0-1-2 15,0 1 3-15,1 0-1 0,3-1 1 16,4 3 1-16,1 0-3 16,6 3-2-16,0 0 1 15,3-2-1-15,6-1 0 16,-3-2-4-16,0-1-10 15,5-3 9-15,-2-2 3 16,1-3 2-16,0 2 0 0,2-3 0 16,-2 1 1-16,0-2 1 15,2-1 2-15,-2 1 1 16,2 0 1-16,0 2-3 16,-2 2-2-16,1 1 0 0,2 1-1 15,-1-1 1-15,1 3-1 16,1-3 1-16,2 0 0 15,2-2 2-15,-2-1 0 16,3-1 2-16,1 0-2 16,-1-1-1-16,0-2-2 0,3 1 1 15,-4 1-1-15,-1 2 1 16,0-3 0-16,-1 2 1 16,0-2 1-16,2 0 3 15,2-2 1-15,-1-2-2 16,5 0 0-16,2 0-2 15,-1-6 0-15,0 2-1 0,3 1 0 16,1 0-2-16,-2 3 2 16,3 0-2-16,-1 0 0 15,0 7-2-15,4 2 1 16,2 0-1-16,-2 3-17 0,4-1-13 16,0-2 17-16,2 1 2 15,2-5 6-15,-3-2 7 16,-4-3 3-16,4 0 1 15,-3 0 8-15,2 0 0 16,-1-3-3-16,2-2-1 0,3 1 0 16,-1-2-3-16,-1 2-1 15,1 0-3-15,-2 0-1 16,-1 0 1-16,-2 4-1 16,-1 0 0-16,0 0 0 15,-3 0 0-15,0 0 1 16,1 0-1-16,-2-4 1 0,-2-1 6 15,0-2 4-15,-2-2 1 16,2-3-3-16,-3 0-3 16,-4-3-2-16,3 0-4 15,-3-1 0-15,-3-2 0 16,-2 1 0-16,-3 1-3 0,-4-4 0 16,-5 2 3-16,-3-4 0 15,-1-2 2-15,-2-3-1 16,0-3 5-16,2-4-1 15,1-4-3-15,2-2-3 16,5-1-1-16,-5 0-12 16,2-2-18-16,-5 1-14 0,-5 2 31 15,-6 2 15-15,-8 0 25 16,-4-1 40-16,-1 1-20 16,-3-1-12-16,1-1-17 15,-1-4-10-15,1-4-5 16,1-3-2-16,1-3-9 0,-5-4-7 15,-4-2 7-15,-1 3 7 16,-6 2 6-16,0 4 8 16,0 0 2-16,0 2-2 15,-6 2-2-15,1 3-5 16,-3 2-2-16,1 2-5 0,-3 4 6 16,4 1-3-16,-3 0 4 15,-2-1-4-15,2-1-2 16,-2 0-2-16,-3-4 5 15,1 1 2-15,-3-2-2 0,1-1 2 16,1 1-1-16,1 0 0 16,-3-2-1-16,2 0-2 15,-2-1 2-15,2 4-2 16,-1-1-2-16,-2 2-1 16,-1 2 0-16,-3 3 1 15,0-1 3-15,-1 0 0 0,-1 0 1 16,-1-1 1-16,1-2 1 15,1-2-2-15,2 0 2 16,-4 1-3-16,3 1-2 16,-4 2 1-16,-4 1-3 15,1 2 2-15,-6 0-3 0,-3 4-4 16,-2-1 8-16,-3 1 1 16,-4 3 5-16,-2 0-5 15,-4 1 0-15,-4 1-1 16,-5 2 2-16,-3-1-2 0,-7 2 0 15,-10 0-2 1,-8 1 4-16,-10 2-1 0,-17 2 0 16,-15 6-1-16,-20 7 0 15,-27 4-2-15,-25 11-44 16,-28 8-46-16</inkml:trace>
  <inkml:trace contextRef="#ctx0" brushRef="#br0" timeOffset="179743.31">23612 17138 8 0,'0'0'136'0,"-1"0"-131"0,-1-2 16 16,2-1-15-16,0 1-3 15,0 0 0-15,-4 0-2 16,3-1 0-16,-2 1 5 0,1-1 2 16,-1 2-1-16,2-2 1 15,-1 0 0-15,-1 3-3 16,2-1 3-16,1-1 5 15,0 1-4-15,0 1-6 16,0 0 0-16,0 0-1 0,0 0-2 16,6 0 0-16,-2 0-2 15,6 0 2-15,-3 0-1 16,2 3 1-16,2 1 0 16,-3 0 0-16,1 2 0 15,3 1 0-15,-4 2 3 0,2-1-3 16,0 5 0-16,2 1 0 15,-6 1 1-15,1 0-2 16,-3 3 1-16,0-1 0 16,-4 3-3-16,0 0 3 15,0 0 0-15,-8 2 0 16,0-1 3-16,-1 0-1 16,0 0 1-16,3-2-1 0,2-1 1 15,2-1-3-15,2 2 2 16,0-1-2-16,0-2 1 15,0 2 0-15,4-2 1 0,3-2 0 16,-1 1 1-16,2-3 1 16,-1 1 0-16,2-3 0 15,2 0-2-15,2-3 1 16,-1-3-1-16,0 0-1 16,0-4 1-16,0 0 0 15,-2 0 0-15,-2 0-1 0,-2 0 0 16,1 0 1-16,-3 0 0 15,-1-1 0-15,-3 0 0 16,1 1-1-16,0 0-1 16,-1 0 0-16,0 0-3 15,0 5 3-15,0 5-1 0,-2-1 2 16,1 6-1-16,-1 1 1 16,-1 1-1-16,3 2 0 15,0 0 0-15,0 4 0 16,0-3 0-16,5 4 1 15,1-1-1-15,1 0 0 0,1 1 0 16,-2 0 0-16,-1 1 0 16,-1 2 0-16,1 2 0 15,-3 2 1-15,1 0-1 16,-2 2 0-16,-1 1 0 16,0 0 0-16,0 0 1 0,0-4-1 15,0 0-1-15,0-3 1 16,-2-3 0-16,-3-3 0 15,-3-1 0-15,-6-3 0 16,-3-1-1-16,-4 1 1 16,-4-2 2-16,-3-3-10 0,-6-3-48 15,-1-7-104-15</inkml:trace>
  <inkml:trace contextRef="#ctx0" brushRef="#br0" timeOffset="192130.53">18050 17822 62 0,'0'0'11'0,"0"0"-12"0,0 0-2 0,0 0 1 15,0 0-5-15,0 0 8 16,0 0 7-16,41-37 22 0,-39 33 13 16,-1 3-6-16,-1 1-31 15,3 0-13-15,-1 0-23 16,-1 0-19-16</inkml:trace>
  <inkml:trace contextRef="#ctx0" brushRef="#br0" timeOffset="192543.92">18106 17770 149 0,'0'0'14'15,"0"0"9"-15,0 0-5 16,0 0 1-16,0 0-13 16,0 0-4-16,0 0-1 15,-10-19-2-15,5 19-7 0,-5 5 9 16,0 4-9-16,-4 3 7 16,0 2 1-16,0 3 0 15,0-1-1-15,1 2 1 16,-1 1 1-16,5-2-1 15,0 1 0-15,0-1 0 0,4-1 1 16,3-2-1-16,0-2 0 16,2-1 1-16,0-1-1 15,0 1 1-15,5-2-1 16,3 1 1-16,-2 1-1 16,2 2 3-16,-3 1-1 0,5 2-1 15,-3 5 0-15,-2 2 0 16,-1 4 0-16,-4 2-1 15,0 4-1-15,0 0 1 16,-2 0-1-16,-3 1 0 16,2-3 1-16,1-1 0 15,0-2 1-15,2-1-1 0,0-4 1 16,0-1 3-16,2-2 5 16,8 0-6-16,3-4-3 15,3-6-7-15,3-9-63 16</inkml:trace>
  <inkml:trace contextRef="#ctx0" brushRef="#br0" timeOffset="194793.05">7760 14439 70 0,'-8'0'27'0,"1"0"-25"0,2 0-1 0,1 0-1 16,3 0 1-16,-1 0-1 15,0 0 1-15,2 0-2 16,0 0 0-16,0 3 0 16,0 0 1-16,0 0 0 0,0 4 0 15,2 1 0-15,2 1 0 16,2 3 0-16,0 2 0 15,-1 4 0-15,-1 0-3 16,1 5-1-16,3 1 3 0,-2 3 0 16,2-1 1-16,-2 2 0 15,3-1-1-15,3-1 1 16,3-5-1-16,4 1 1 16,7-3-1-16,6-2-2 15,8-2-27-15,13-3 1 16</inkml:trace>
  <inkml:trace contextRef="#ctx0" brushRef="#br0" timeOffset="195775.48">8196 12988 72 0,'0'0'1'0,"0"0"-1"0,0 0-3 0,0-38-1 15,0 29 5-15,0 0 5 0,-5 0 15 16,1 1-4-16,-5 1-4 16,0 0 0-16,0 1-5 15,-3 1-4-15,-2 1 4 16,0 2-5-16,-4 1-2 16,-3 1 0-16,0 0 0 0,-2 0 1 15,-1 0-2-15,2 1 0 16,-1 2 0-16,-1 1 0 15,1 2 2-15,-1 1 1 16,0 0-3-16,-1 3 1 16,0 2-1-16,-2 0 1 0,0 4-1 15,1-1 0-15,3 4 0 16,0-2 1-16,3 3-1 16,3 1 0-16,3 3 0 15,1 0 0-15,0 4 0 16,3 3-1-16,-2 1 0 0,3 4 1 15,1 1-3-15,-3 1 2 16,5 3 0-16,-2 3 0 16,2 3-1-16,-1 4-1 15,3 6 1-15,-3 3 2 16,3 8 0-16,-1 4-1 0,1 3-17 16,3-3-39-16</inkml:trace>
  <inkml:trace contextRef="#ctx0" brushRef="#br0" timeOffset="198307.83">23562 15384 145 0,'1'-5'3'0,"0"1"0"0,3 1 3 15,-3 1-5-15,-1 0-1 0,1 2 0 16,-1 0-5-16,0 0 2 16,0 0 4-16,0 0 5 15,0 0-3-15,2 0-2 16,-2 4 0-16,2-1 0 16,-1 4 1-16,0-1-2 0,3 0 0 15,-2-1 0-15,1 1 0 16,-1 1 0-16,4-3 0 15,-4-1 0-15,2 0 0 16,4-3 8-16,1 0 14 16,4 0 5-16,7-4-6 0,7-9-7 15,7-2-2-15,8-5-4 16,7-5-4-16,5-4-2 16,5-3-1-16,8-3 0 15,3-5-1-15,4-3-5 16,3-2-50-16,0-5-66 0</inkml:trace>
  <inkml:trace contextRef="#ctx0" brushRef="#br0" timeOffset="202829.68">7767 14425 71 0,'0'0'10'0,"0"0"3"0,0 0-1 15,0 0-5-15,0 0 3 16,0 0 0-16,0 0-2 15,-1 0 1-15,0 0-4 16,-2 0 0-16,1 0-2 0,0 0-1 16,0 0-2-16,0 6 0 15,-1 0 0-15,2 1-2 16,0 1 1-16,-3 4 0 16,2 0-1-16,-3 1 0 15,2 4-4-15,-1 0 5 16,2 4 2-16,-2 1 0 0,2-1 0 15,2 3-3-15,0-3-3 16,0-1 0-16,4-1 4 16,2-1 0-16,1-1 1 15,0-2 0-15,0 0-1 16,-1 1 1-16,-2-2 1 0,1 0-1 16,2 0 0-16,-3-1 0 15,1 1 0-15,-1 1 0 16,1-1 0-16,1 0-1 15,0-1 1-15,2 1-1 16,1-1 1-16,5-1-1 0,-2 1 1 16,7 0 0-16,1-1 2 15,4-1-2-15,5 0 1 16,1-1-1-16,7-3 1 16,1 0-2-16,5-2 2 15,2-2 0-15,8-2-1 16,4-1 3-16,7 0-2 0,5 0-4 15,2 0-19-15,8-1-27 16</inkml:trace>
  <inkml:trace contextRef="#ctx0" brushRef="#br0" timeOffset="204936.93">23641 17163 136 0,'0'0'3'0,"0"0"9"15,0 0 10-15,0 0-5 0,0 0-9 16,0 0-6-16,0 0 1 15,0 0-2-15,0 0 8 16,2-38-1-16,4 37-4 16,0-1-4-16,1 2 1 15,0 0-1-15,2 0-1 0,-3 0 2 16,3 7 0-16,0 2-1 16,1 2 1-16,-1 7-1 15,0 2 0-15,-2 2 0 16,-3 5 0-16,2 0 1 15,-4 4 1-15,-1 2 3 0,1 1-2 16,-2 1-2-16,0 2 1 16,0 3-2-16,0 0 1 15,-5 1 0-15,-1-3 0 16,2 1 1-16,2-4-2 16,2-1 1-16,0-5 0 15,0-2-2-15,5-6-3 16,4-1-5-16,4-6-2 0,0-6 1 15,5-3 7-15,0-5 2 16,4 0 1-16,0 0 0 16,-4-2 0-16,-1-3 0 15,-5 3 0-15,-3-2 1 0,-7 4 0 16,-2 0-8-16,0 0 14 16,0 8-6-16,-7 4 0 15,2 8-1-15,-1 3 0 16,0 6 1-16,-1 5-6 15,0 2-2-15,2 1-6 0,-1 1 3 16,2-1 9-16,2 0 1 16,2-4 4-16,0-1 2 15,0 0 1-15,0-2-5 16,0 1-1-16,0-3-1 0,0-1 1 16,-3 0-1-16,-6-4-1 15,-3-2 0-15,-6-1-4 16,-2-6-6-16,-2-5-42 15</inkml:trace>
  <inkml:trace contextRef="#ctx0" brushRef="#br0" timeOffset="205441.29">23708 15886 95 0,'0'0'1'0,"0"0"-2"0,0 0 0 0,0 0-1 0,-35 52-3 15,32-30-19-15</inkml:trace>
  <inkml:trace contextRef="#ctx0" brushRef="#br0" timeOffset="-202292.32">6683 16136 52 0,'-4'0'17'0,"1"0"-16"0,1-4 1 16,2 1 0-16,-4 1-1 16,2 0 0-16,-3-1 9 15,2 0 1-15,1 2 3 16,-2-2 2-16,0 0-9 0,-1-1 5 15,3 3-8-15,-4-2-2 16,3 1-2-16,-4 1 1 16,0 1-1-16,-1 0 1 15,-1 0-1-15,-3 0 0 0,-3 1 1 16,-1 2 3-16,1 0 5 16,-1 0 14-16,-1-1-5 15,2 0-4-15,3 0-6 16,-2 0-5-16,5 1-2 0,-2 2 0 15,1-1-1 1,0 3 0-16,1 0-1 0,-1 3 1 16,-1-1 1-16,3 2-1 15,-4 0 0-15,3 1 0 16,-1 0 0-16,0 1 0 16,1-2 0-16,-1 0 0 15,3-2 0-15,-3 0 0 0,0-2 1 16,3 2-1-16,-5-1 0 15,2 3 0-15,-2 1 0 16,-1 3 1-16,-1 0-1 16,-1 3 0-16,-1 3 0 0,2 1 0 15,-1 2 0-15,-1 2 0 16,3 0-1-16,-1 1 1 16,3-2 0-16,-1-3 0 15,2 0 0-15,1-4 0 16,0-1 0-16,2-1 0 0,0 0 0 15,1 0 0-15,1 0 0 16,3-2 0-16,0 2 0 16,2-1-1-16,0 1 1 15,0 0-1-15,0 2 1 16,0-2 0-16,2 2 0 16,3-1-1-16,-3 2 1 0,2-2 0 15,0-1 0-15,1 4 0 16,2-4 0-16,-2 1 0 15,1 0 0-15,-1-5-2 16,3-1 1-16,-3 1 1 0,2-1 0 16,-1 0 0-16,1-2 0 15,1 2 0-15,0-1 0 16,1 1 0-16,0 0 0 16,4 1 0-16,-2-1 0 15,3 2 0-15,-1 0 0 16,3 1 0-16,-3 1 0 0,2-1 0 15,0-3 0-15,-2 2-2 16,2-3 1-16,-1 0-1 16,-1-2 1-16,0-1 2 15,1 2-1-15,-1 1 1 0,1 0 0 16,3 1 0-16,2 0-1 16,0 1 0-16,4-1 0 15,2 2 0-15,0-1-1 16,1-1-1-16,6-1 2 15,-1 0-2-15,0-2 1 16,-2-1 0-16,0 0-2 0,-1-1 5 16,2-2-5-16,-3 0 3 15,0-1-2-15,4-2 4 16,-2 1-6-16,3-2 12 16,3 0-4-16,0 0-3 15,2 0-1-15,-4-3 0 0,1-4-2 16,-1-3-5-16,-4-4 6 15,3 0 3-15,-3-2 2 16,0-2 0-16,2-2 0 16,1-1-3-16,1-3 1 15,2-1-1-15,1 0 1 0,-3-2-1 16,1 1 0-16,-3-1 0 16,-4 0-1-16,-2 2 0 15,-2 0 0-15,-6 0 5 16,-3-1 8-16,-3-3 1 15,-4 0-1-15,2-2-1 0,-5 0-6 16,-1-3-3-16,1-3-2 16,0-2 1-16,-2 1-3 15,0-4 2-15,1-3-1 16,-1 0 2-16,-2-3-2 16,0 2 1-16,0 2 0 0,-5 2-1 15,-7 4 3-15,-2 2-2 16,-2 0 1-16,-6 3 0 15,1 1 4-15,-3 3 3 16,-3 0-3-16,-2 4 2 16,-2 1-4-16,-6 6-1 15,-3 1 0-15,-1 4-2 0,-2 4-2 16,-4 2 2-16,-4 3 1 16,2 4 0-16,-5 0-3 15,-2 0 2-15,0 7-1 16,3 5 0-16,-3 2-2 15,2 0-15-15,0-1-28 0,-1-11-71 16</inkml:trace>
  <inkml:trace contextRef="#ctx0" brushRef="#br0" timeOffset="-201216.17">6077 12873 103 0,'0'-6'-3'0,"0"3"4"0,0-2 0 0,0 0-1 16,-4 2 1-16,-1-1 0 15,-3 1 3-15,-1 1 3 0,1 0 7 16,0-1-5-16,1-1-6 16,1 4-2-16,0-3 1 15,4 3-2-15,-2-1 1 16,4-1 0-16,-2 2 3 16,0 0 7-16,-1 0-1 0,1 0-4 15,-2 0-3-15,-3 9-1 16,0 1-1-16,-2 3-1 15,-2 2 1-15,0 6-1 16,2 1 0-16,-1 6 0 16,3 3 0-16,-3 5 0 15,0 6 0-15,3 5-1 0,-3 2 1 16,0-1 0-16,3 2-1 16,-3-1 1-16,2 0 0 15,1-1 0-15,0 0 0 16,1 1 0-16,-1 2 0 15,0 1 1-15,-2 2-1 0,3 3 0 16,-4 3 0-16,4 2 0 16,0 6 0-16,3 0 1 15,1 2-2-15,0 1 1 16,0 0 0-16,2-3 0 16,-2 0-1-16,-1-3 1 15,2-3 0-15,1-4 0 0,0-4 0 16,0-3 0-16,0-4 0 15,6-4 0-15,-2-2 1 16,1-7-1-16,1 2 0 16,0-4 0-16,-1-1 0 15,0-1 0-15,-1 0 0 0,-3-5 0 16,1-2 0-16,-2-3-15 16,0-8-33-16,0-5-72 15</inkml:trace>
  <inkml:trace contextRef="#ctx0" brushRef="#br0" timeOffset="-200711.81">5697 15245 21 0,'0'0'33'0,"0"0"-8"0,0 0-1 0,0 0 8 0,0 0 17 0,36-9-15 16,-24-8-20-16,3-2-5 15,3-5-5-15,0-4-1 16,8-6-2-16,1-6 0 16,5-5-6-16,1-8-36 15,0-3-85-15</inkml:trace>
  <inkml:trace contextRef="#ctx0" brushRef="#br0" timeOffset="-150259.64">17010 5029 77 0,'-2'0'10'0,"0"0"7"0,0 0-2 0,0 0-4 0,0 0-1 15,0 0 0-15,1 0-9 16,0 0 0-16,1 0-1 16,-1 0 1-16,0 0-2 15,1 0 1-15,-1 2 0 0,1 1 0 16,-2 2 1-16,0-1-1 15,-1 1 0-15,1 1 0 16,0 0 1-16,-1 1-1 16,1 0 0-16,-2 1 0 15,2 0 0-15,-2-1 0 0,2-2 0 16,1 1 0-16,-1-3 0 16,2 3 0-16,0-2 1 15,0-1-2-15,0 1 2 16,0-1-1-16,0 1 2 15,0-1-4-15,2 1 2 0,1 2 0 16,-1-4 2-16,2 0-4 16,0 1 7-16,-1-3-3 15,1 2-2-15,1-1 6 16,-3-1 3-16,1 0 1 16,1 0 4-16,0 0-1 15,0 0-4-15,-1-3-4 0,2 0-2 16,1-1 1-16,-3-2-1 15,3 1-1-15,-1 0 2 16,0 0 0-16,3-1-3 16,-3 2 2-16,1-2-2 0,0 2-1 15,1-1 1-15,-1 0-1 16,-2-1 0-16,2 2 1 16,-4 1 0-16,0-2 0 15,0 2 6-15,-1-2-1 16,0 1 3-16,-1 1 2 15,0-1-2-15,0-2 2 0,0 1-5 16,0-1-3-16,0 2 0 16,0-3-2-16,0 2 0 15,0 0-1-15,-3 0-3 16,0 1 4-16,-1 0 0 0,-2 0-1 16,3 2 2-1,-4-2 3-15,1 2-5 0,1 1 0 16,-4 0-3-16,-1 1 0 15,2 0 3-15,-3 0-3 16,-1 5-1-16,0 5-11 0,1 2-23 16,-3-2-5-16,5 0-24 15</inkml:trace>
  <inkml:trace contextRef="#ctx0" brushRef="#br0" timeOffset="-149946.44">17179 5000 79 0,'0'0'32'0,"0"0"-7"0,0 0-11 15,0 0-13-15,0 0-6 16,0 0-22-16</inkml:trace>
  <inkml:trace contextRef="#ctx0" brushRef="#br0" timeOffset="-146206.03">17210 5005 34 0,'0'0'12'0,"0"0"-9"0,0 0-2 16,0 0 0-16,0 0 7 15,0 0 15-15,0 0-6 0,0 0 3 16,0 0 11-16,0 0 11 15,0 0-16-15,0 0-9 16,0 0-9-16,0 0-7 16,2 5 0-16,-2-5-1 15,0 0-1-15,0 3 0 0,0-3 1 16,0 4 2-16,0-1 3 16,0-3 1-16,0 3 8 15,0-1-3-15,0-1-2 16,0 0-2-16,0-1 0 15,0 0 1-15,0 0 2 0,0 0 6 16,0 0 5-16,0 0 2 16,0-3-8-16,0-1-3 15,0 0-3-15,-2 1-3 16,2 0-5-16,-2 3-2 16,0 0-3-16,0 0-8 15,0 6-44-15,-1-2-35 0</inkml:trace>
  <inkml:trace contextRef="#ctx0" brushRef="#br0" timeOffset="-145466.52">17371 4845 45 0,'0'0'44'0,"0"0"-22"0,0 0-3 0,0 0 18 0,0 0 4 16,0 0-18-16,0 0-3 15,0 0-3-15,0 0 1 16,0 0-6-16,-15 0-8 0,13 0-4 16,0 3-5-16,1 4 5 15,-2 2-2-15,1 2 2 16,2-1 0-16,0 0 0 16,0-1 0-16,0-2 0 15,0-2-4-15,0-3 3 0,0 1 1 16,0-1 0-16,2-1 2 15,1 0-1-15,-3-1 3 16,1 0-3-16,0 0 0 16,0 0 2-16,-1 0-3 15,1 0 1-15,1 0 0 16,1 0-1-16,1 0 0 0,0 0 0 16,3 0 0-16,-2 1 0 15,4-1 0-15,-2 2 0 16,2-1-2-16,-3-1 4 15,3 2-2-15,-5-1 0 16,1-1 0-16,-1 3 0 0,-3-3 1 16,2 2-1-16,2 0 0 15,-2 1 0-15,-1-2 0 16,-1 2 0-16,0 0 0 16,0 0 0-16,-1 1-1 15,0 1 1-15,0 0 0 0,-3 2 0 16,-2-1 1-16,-1 0-1 15,1-2 1-15,0 0 1 16,0 0 0-16,2-1 0 16,-2 2-2-16,0-1 1 15,2-1-1-15,0 1 0 0,0-3 0 16,1 2-9-16,2-1-36 16,0-2-22-16,0 0-39 15</inkml:trace>
  <inkml:trace contextRef="#ctx0" brushRef="#br0" timeOffset="-145205.96">17395 4844 128 0,'0'0'62'0,"0"0"-17"0,0 0-16 0,0 0-3 0,0 0-8 16,0 0-8-16,55-37-8 16,-26 22-2-16,4-7 0 15,-2-1-105-15</inkml:trace>
  <inkml:trace contextRef="#ctx0" brushRef="#br0" timeOffset="-143273.03">17024 5730 1 0,'0'-2'71'0,"0"-1"-68"0,0 0 0 16,0 1 0-16,0 2-2 0,-1-3 0 15,-1 2 1-15,2-2 12 16,-1 3 2-16,1-1 5 16,-2 1-9-16,2-1-7 15,0 1-4-15,0 0-3 16,0 0 0-16,-2 0-1 0,0 0 2 16,-1 2 1-16,0 1 0 15,1 1-1-15,-2 2 5 16,1-2 0-16,0 2 0 15,0-2-3-15,1 2 1 16,0-2-1-16,-1 0 0 16,2 2 0-16,0-2 1 0,0 2-1 15,1-3-1-15,0 4 1 16,0-1 2-16,0 1-1 16,0 0-1-16,0-1-1 15,2 1 0-15,2-2 1 0,0 1-1 16,-1-2 1-16,3 0-1 15,-2 0 0-15,1-2 2 16,2 0 0-16,-1-1-1 16,1-1-1-16,-2 0 4 15,2 0-3-15,-2 0-1 16,-1 0 3-16,2 0 0 0,-2-3 5 16,0-4 1-16,1 1-2 15,1 1-3-15,-2-4 4 16,0 2 0-16,-2 0 0 15,0 1-1-15,-2-4 1 0,0 2 3 16,0-1-4-16,0 1-3 16,0-1-3-16,0 1 0 15,0-1 0-15,-4 2 1 16,-1 1-2-16,1 0 1 16,-1 1 1-16,-1 1-2 0,-1 1 1 15,0 3-2-15,-1 0-4 16,-2 0 1-16,0 4 0 15,-2 5-6-15,3 2 1 16,1 2-11-16,3-2-25 16,-1-2-24-16</inkml:trace>
  <inkml:trace contextRef="#ctx0" brushRef="#br0" timeOffset="-143002.26">17164 5693 224 0,'0'0'21'0,"0"0"19"0,0 0-15 15,0 0-13-15,0 0-8 16,0 0-5-16,0 0 1 16,0 0-16-16,0 0-42 0,0 0-11 15,0 0 14-15</inkml:trace>
  <inkml:trace contextRef="#ctx0" brushRef="#br0" timeOffset="-142383.24">17226 5594 109 0,'0'0'33'0,"0"0"11"16,0 0-21-16,0 0-15 15,0 0 1-15,0 0-1 16,0 0-1-16,0 0 1 0,18-20-4 16,-10 17-2-16,-1 2-1 15,2-2-1-15,-3 3 0 16,1 0 0-16,-2 0 0 16,2 0-1-16,-5 0-2 15,0 7 1-15,-2 3 1 0,0 1 0 16,0 3 0-16,-2 0-5 15,-7 2 1-15,2-1-3 16,-2-1 5-16,1-4 3 16,1-2 1-16,2-1 0 15,2-4 0-15,2 0 0 16,1-3 1-16,0 0-2 0,0 0-7 16,0 0 5-16,1 0 1 15,4 0 3-15,0 0-1 16,2 0 1-16,-2-2 0 15,3 1 1-15,-2 1 2 16,2 0-4-16,-3 0 0 0,1 2-1 16,0 5 0-16,-2 1-2 15,0-1-5-15,-1 2 3 16,-3 0 1-16,0 0 2 16,0-3-1-16,0-2 2 15,-8 2 5-15,0-2 3 0,0-1 5 16,-4 0 4-16,1 0 4 15,1-2-1-15,0 1-11 16,2-1-3-16,3 0-4 16,-1-1-2-16,1 0-18 0,2-11-168 15</inkml:trace>
  <inkml:trace contextRef="#ctx0" brushRef="#br0" timeOffset="-141038.66">17150 6340 73 0,'0'-2'10'0,"0"-1"6"0,0 0 0 15,0 2 4-15,0-2 2 16,0 3 4-16,-2 0-4 15,0 0-12-15,0 0-10 0,-1 0-3 16,-2 0 2-16,-2 0 1 16,1 7 1-16,-1 0 0 15,1 1-3-15,-1 2 4 16,2-2-2-16,0 1 0 16,3-1 1-16,1-1 0 0,1 0-1 15,0 2 0-15,0-2-1 16,1-1 0-16,3 0-3 15,1 0 1-15,1 0 1 16,0-2 1-16,-1 2 2 16,0-2-1-16,2-1 0 15,-3 0 1-15,4-2-2 0,-3-1 2 16,0 0 5-16,2 0 2 16,-4-1-1-16,4-5-4 15,-2 1-1-15,-1-1-1 16,0 0 1-16,0-1-2 15,-1 0 0-15,-1 3 1 0,0-3-1 16,0 2 1-16,-2-2 0 16,3 0 4-16,-3 3 5 15,0-2 2-15,0 1 1 16,0-1 2-16,0 1-8 16,0 0-3-16,-6 0-3 0,2-1-3 15,0 4 2-15,-2 1-4 16,-1 1-15-16,-2 0-8 15,2 3-4-15,-2 4-18 16,2-2-24-16</inkml:trace>
  <inkml:trace contextRef="#ctx0" brushRef="#br0" timeOffset="-140831.13">17286 6341 64 0,'0'0'18'0,"0"0"-4"0,0 0 5 0,0 0-4 0,0 0-9 16,0 0-6-16,0 0-7 15,0 0-34-15</inkml:trace>
  <inkml:trace contextRef="#ctx0" brushRef="#br0" timeOffset="-140263.86">17286 6341 90 0,'24'-26'12'0,"-24"26"5"16,0 0 15-16,0 0 13 15,0-1-14-15,0 0-6 0,0-1 1 16,0 2-14-16,0 0-11 16,0 0-3-16,0 3-3 15,0 3 2-15,0 4 2 16,0 1 3-16,1 0-1 16,0 1 1-16,2-2-2 15,1-2 1-15,0-1-1 0,0-1 0 16,2-2 0-16,-1-3-1 15,3-1 1-15,0 0 0 16,2 0 3-16,-1-3-3 16,1-5 0-16,0 0-3 15,1-2 1-15,-5-1 1 0,2-1 2 16,-3 2-1-16,-1 2 2 16,0 1 8-16,-2 2 6 15,-2 2 8-15,1 2 1 16,-1 1-8-16,1 0-16 15,0 0-8-15,1 3 2 0,0 8 3 16,3 3-1-16,-3 3-20 16,-1-1-49-16,-1-3-111 15</inkml:trace>
  <inkml:trace contextRef="#ctx0" brushRef="#br0" timeOffset="-136250.42">18589 4714 67 0,'0'-1'32'0,"-2"0"-16"0,-4-1-3 16,1 1-11-16,2 1-3 0,-4 0 0 16,2 0 3-16,2 0-5 15,-3 0 5-15,1 0-1 16,2 0 3-16,-1 0 6 15,0 0 11-15,1 0-2 16,1-1-10-16,-2-1 3 0,2 2-5 16,1 0-3-16,0-1-3 15,-2 1 0-15,2 0-1 16,-3 0-1-16,-1 0 0 16,1 0 0-16,-4 0 1 15,3 0 0-15,0 1-2 0,-1 2 3 16,1 1-1-16,1-1 0 15,0 1 0-15,0 1-1 16,1 0 1-16,-2 1-1 16,3 1 1-16,0 2 1 15,0-1-1-15,2 0 0 0,-1 0 0 16,1-2-1-16,0 3 1 16,0-2 0-16,0 1-1 15,0-1 2-15,0 1 0 16,0 1-1-16,0-2 1 15,0 3 0-15,0-2-1 0,2 0-2 16,0-1 0-16,1 0 2 16,4 0-1-16,-4-2 3 15,2 1 0-15,0-1-1 16,1 0 1-16,2-1-2 16,-2-1 1-16,3-1 2 15,-4 0-1-15,4-2 1 0,2 0 7 16,-4 0 2-16,2 0-7 15,2 0 0-15,-3-4-2 16,2 1-2-16,1 1-1 16,0-1 2-16,-1-1-2 0,2 1 0 15,0 0 0-15,-2 0 0 16,0-1 0-16,-1 1 0 16,-1 0 0-16,0-1 0 15,0-1 1-15,-3 1 5 16,1-1 1-16,-1-1-4 15,0-1-1-15,-1 0-1 0,-1-2 0 16,0 1 0-16,-2-1 2 16,1-1-2-16,-2 1 2 15,0 0-2-15,0-3 2 16,0 3 8-16,0 0-6 0,0 0-5 16,-3 1-1-16,-1-2 0 15,0 4 1-15,-1 0 0 16,0 0-2-16,1 1 3 15,-2-2-2-15,1 3 1 16,0-2 0-16,-1-1 2 16,1 1-1-16,1-1 0 0,-1 1 1 15,1 0-1-15,-3 1-2 16,0-2 1-16,0 3-5 16,-1-2-3-16,0 3 8 15,-2-1-3-15,1 2 3 16,0 0-2-16,-4-1 6 0,2 3-8 15,1 0 4-15,-1 0-2 16,1 0 2-16,1 0 2 16,-1 0-2-16,1 0 0 15,0 4 0-15,3-1 0 16,-4 4 0-16,4 0 0 0,-1 3 0 16,1 2 0-16,-3 0 0 15,4 4 0-15,-1-2 0 16,1 0-2-16,1-1 2 15,-3 0-1-15,5-2 1 16,-1 2-1-16,-1-4 1 0,0 2 0 16,1 0 1-16,1-1-1 15,0 0 0-15,2 1 0 16,0-1-1-16,0 0 1 16,0-1-1-16,0 2-1 15,2-1 1-15,5-1-2 16,1-1-1-16,0-1 4 0,1-2 3 15,1 1 0-15,-2-1-3 16,3-1 1-16,-2-1 0 16,1-1-1-16,-2-1 0 15,2-1 0-15,-3 0-1 0,2 0 2 16,0 0-2-16,-1 0 2 16,1-3 1-16,1-4-1 15,-1-1 0-15,0-1 0 16,2-1 1-16,-3-3-1 15,-1-1-1-15,-1 1 1 0,0-2 1 16,-3-1-2-16,0 2 1 16,0-1 0-16,-2 1 0 15,0 0 0-15,1 0 1 16,-2 3-1-16,0-2 0 16,0 3 0-16,0 0 0 0,0 0 1 15,0 1 1-15,0 1-3 16,-4-2 0-16,0 3-1 15,-1-1 3-15,-2 0 0 16,2 0-2-16,-1 1-1 16,-1 1 1-16,-2 3-2 15,2 0-2-15,-2 2-1 0,-1 1 6 16,0 0-3-16,-1 0-2 16,-2 0 0-16,2 3 4 15,0 0-1-15,-1 1 1 16,3 0-3-16,-2 3 4 15,0 0-3-15,2 0 2 0,1 2 1 16,0 4-2-16,1-1 1 16,1 3 0-16,1 0 0 15,1 0 0-15,0 2 0 16,2-2-1-16,0 0 1 16,2 0-1-16,0-1 2 0,0 2-2 15,0-3 1-15,4-1 0 16,2 1-2-16,3-1 1 15,-2-1-3-15,2-3 2 16,0-2 2-16,2 0 2 0,2-3-2 16,1-3 1-16,2 0 0 15,3 0 4-15,0-5-2 16,1-2-2-16,-1-4 1 16,0-2-2-16,-2-1 1 15,-1-2 4-15,-3-2 1 16,-3-1 2-16,-2 1-2 0,-6-3-3 15,-1 1 4-15,-1 0 0 16,0 2-2-16,0 3-4 16,-3 1-5-16,-5 4 2 15,0 2 4-15,0 2-4 16,1 3 1-16,-1 1-4 0,0 1 3 16,1 1 1-16,1 0-5 15,-3 0 11-15,-3 0-10 16,2 5 5-16,1-1 0 15,-5 4 1-15,1-1-3 16,-1 3-10-16,-1 3 3 0,-3-2-2 16,3 5 7-16,-1 1 1 15,1 1 2-15,0 4-2 16,3-1 1-16,1 3-7 16,5-1 1-16,0-2 3 15,4 1-2-15,2-3-3 16,0-1 4-16,2 0-1 0,6-4-3 15,2-1 1-15,-1-3 3 16,1-2 3-16,2-2 5 16,1-3 0-16,-1-3 6 15,1 0-2-15,0 0 0 16,3 0-2-16,0-6 0 0,0-1-1 16,1-4 0-16,-2 1-1 15,0-3 2-15,0-1 3 16,-5 0 1-16,2-3 2 15,-1 0-2-15,-2-1-1 16,0 0-4-16,-2 0-1 0,-2-1-2 16,-3 2 1-16,-2 3 0 15,0-2 0-15,0 2 0 16,-2 1 1-16,-5 1 2 16,-4 0 5-16,-2 0-6 15,-1 1-3-15,-2 1 2 0,1 1-5 16,-3 0 5-16,1 3 2 15,2 1-8-15,0 3 5 16,1 2-7-16,1 0 6 16,-1 0 0-16,3 2-1 15,1 3 2-15,2 4-4 0,2-2-1 16,0 3 0-16,3 0 0 16,-2 1 2-16,1 3-3 15,1-1 1-15,-3 4 2 16,0-1 0-16,1 1 1 0,-1 0 0 15,2-1 1-15,0-1 1 16,2 1-2-16,2-2 1 16,0-1-2-16,0-2-1 15,8-1-1-15,0-1-2 16,1-1 12-16,2-1-5 16,3-1-1-16,-1 1 1 0,1-3 0 15,1-1-2-15,-1 0-2 16,-1-3 1-16,2 0 1 15,-2 0 1-15,0 0 3 16,1-9 1-16,-2 1 2 16,3-5-3-16,-1 0 1 0,-1-3-2 15,-1-2-1-15,-2-2 1 16,-1 0 0-16,0-1-2 16,-6-1 0-16,-1 0 0 15,0 1 1-15,-2 1 0 16,0 1 0-16,0 2-1 0,-6 3 0 15,-3-1 0-15,-3 6 6 16,-1 3-6-16,-3 5-4 16,-1 1-3-16,-4 2-8 15,-3 8-35-15,0-1-75 16</inkml:trace>
  <inkml:trace contextRef="#ctx0" brushRef="#br0" timeOffset="-133304.66">21092 8640 72 0,'-2'0'3'0,"2"0"3"0,-3-1-2 16,2-1 10-16,1-2-4 16,0 0 1-16,0 0 3 15,0 1 1-15,0 0-5 16,0 0-4-16,0 1 0 15,0 1-2-15,0 0-2 0,0 1 0 16,0 0 3-16,0 0-3 16,0 0-2-16,0 6 1 15,-2 2 0-15,-1 4 0 16,1 3 0-16,-4 1 0 16,3 2 0-16,0 1-1 0,2-1 1 15,1 3-1-15,0-3 0 16,0-1 0-16,5-2-1 15,5-2 1-15,1-3-3 16,2-4 2-16,2-2-1 16,2-3 2-16,3-1 2 0,-1 0 0 15,-1 0-1-15,1-3 0 16,-3-2-1-16,-1-2 0 16,-4-3-1-16,-2 0 2 15,-2-3 5-15,-2-1 15 16,-1-2 4-16,-2-2-4 0,-2-1-9 15,0 1-8-15,0-2-2 16,-6 1-1-16,-1 1-3 16,-7 1-1-16,1 6 0 15,-3 1 3-15,-2 1-1 16,1 5 2-16,1 1 3 16,2 3-6-16,-1 0 4 0,2 0-5 15,2 7-2-15,3 4-10 16,0-1-19-16,5-1-22 15,-1-1 0-15</inkml:trace>
  <inkml:trace contextRef="#ctx0" brushRef="#br0" timeOffset="-132998.41">21394 8637 249 0,'0'0'6'16,"0"0"4"-16,0 0-4 0,0 0 2 0,0 0-1 15,0 0 2-15,0 0-5 16,0 0-4-16,0 0-1 0,0 0-12 16,0 0-22-16,0-2 2 15,0 6-39-15,0-1-35 16</inkml:trace>
  <inkml:trace contextRef="#ctx0" brushRef="#br0" timeOffset="-132350">21623 8497 157 0,'0'0'29'0,"0"0"4"0,0 0-12 16,0 0-12-16,0 0-3 15,0 0-4-15,0 0-1 16,0 0-1-16,0 0 3 16,-5-5-3-16,2 10 0 0,1 2 0 15,-2 3 0-15,3-3-2 16,0 2 4-16,0-1-2 16,1-1 0-16,0-1 0 15,0-3 0-15,0 4 0 16,0-3 0-16,3 2 0 0,3-2 0 15,-3 0 0-15,2-1 0 16,1 0 1-16,3 0-1 16,0-2 2-16,0 2 3 15,4-3 2-15,-2 1-5 16,0 1-2-16,1 2 1 16,-4-1-1-16,-1 1 0 0,-3 3-1 15,0-1 1-15,-2 1 0 16,-2 0 1-16,0 2 0 15,0-2-1-15,0 1 4 16,-3-2 0-16,-4 3 2 16,1-4-2-16,-1 2-3 0,0 1-2 15,-2-3 0-15,2-2 1 16,-4 0 0-16,1-3-42 16,0 0-64-16</inkml:trace>
  <inkml:trace contextRef="#ctx0" brushRef="#br0" timeOffset="-132186.75">21628 8510 138 0,'0'0'193'0,"0"0"-189"0,0 0-4 0,0 0-1 0,0 0-1 0,41-30-13 16,-28 26-40-16,-1-1-57 15</inkml:trace>
  <inkml:trace contextRef="#ctx0" brushRef="#br0" timeOffset="-131416.28">21855 8471 158 0,'0'0'64'15,"0"0"-28"-15,0 0-16 16,0 0-13-16,0 0-3 16,15-38-3-16,-2 31 0 15,0-2 0-15,2 1-1 0,-1 2 1 16,1 4 1-16,-2 1-2 15,-1 1 2-15,1 0-4 16,-4 9 2-16,-1 2 0 16,-3 0-2-16,0 2-1 15,-5 2-2-15,0-2 5 16,0-1-2-16,0 0 2 0,-5-2 0 16,2-3 1-16,-3-1 3 15,3-3-3-15,1 0 0 16,0-2-2-16,2-1-5 15,0 0-2-15,0 0 7 16,0-2-4-16,0-5 4 0,0-3 1 16,0-2 1-16,2-2-1 15,2 0 0-15,3-3 1 16,-1 0-1-16,2-1 1 16,-1-1-1-16,1 2 0 15,-2 1-1-15,-1 2 1 16,0 3 1-16,-4 4 0 0,-1 1-1 15,0 5 7-15,0-1-1 16,0 2-5-16,0 2-2 16,-1 6 2-16,-1 5-1 15,-1 3 2-15,3-1-1 0,0 2 1 16,0-1-1-16,3-3 1 16,2 0 1-16,5-2-3 15,-1-1 1-15,2-2 0 16,1-2 1-16,2-2-4 15,-1-1-5-15,1-3-30 0,1 0-65 16</inkml:trace>
  <inkml:trace contextRef="#ctx0" brushRef="#br0" timeOffset="-131209.69">22212 8395 149 0,'0'0'47'0,"0"0"-1"0,0 0-12 0,0 0-26 15,0 0-6-15,0 0 0 16,0 0 2-16,0 0 3 16,12 38 0-16,-8-19-3 15,2 1-2-15,-3 3-1 0,1 0 1 16,0 1-2-16,-1 2 0 16,0-2-21-16,-2-6-38 15,0-6-128-15</inkml:trace>
  <inkml:trace contextRef="#ctx0" brushRef="#br0" timeOffset="-130148.93">22563 8288 218 0,'1'0'18'0,"1"0"-14"0,2 0-2 16,4 0 1-16,1 0 0 16,2 0-2-16,3 0 3 0,4 0 1 15,-2-3 2-15,4-1 0 16,0 0-4-16,-2 2-3 15,2 1 0-15,-1-2-7 16,-4 0-25-16,-1 0-52 16,-4-2-41-16</inkml:trace>
  <inkml:trace contextRef="#ctx0" brushRef="#br0" timeOffset="-129915.18">22624 8197 299 0,'0'0'9'0,"0"0"-10"15,0 0 5-15,0 0-3 16,0 0 2-16,21 50-3 0,-12-33 1 16,-1 0-1-16,-1 0 0 15,-1 0 1-15,2 0-1 16,-2-2 1-16,0 1-1 15,0-4-5-15,1-1-39 0,1-5-49 16</inkml:trace>
  <inkml:trace contextRef="#ctx0" brushRef="#br0" timeOffset="-129488.25">22976 8138 200 0,'0'0'24'0,"0"0"21"15,0 0-13-15,0 0-16 0,0 0-10 16,0 0-7-16,0 0-1 16,0 0 0-16,1 25 2 15,-1-5 2-15,0 1-1 16,0-1 0-16,0-1 0 15,2-4-1-15,4-2 1 16,4-6-1-16,0 0 1 0,4-4 0 16,-1-1-2-16,0-2 0 15,3-2 0-15,-2-8 0 16,0 0 2-16,-3-5-2 16,-3 0 1-16,-1-2 2 15,-4 0-1-15,-3-1 4 0,0 1 0 16,0-1 0-16,-1 3 1 15,-6 1-1-15,-3 3 4 16,1 2-6-16,0 6-3 16,-3 1-7-16,1 2 1 15,1 2-14-15,-3 7-13 0,2 3-33 16,2-1-45-16</inkml:trace>
  <inkml:trace contextRef="#ctx0" brushRef="#br0" timeOffset="-129316.81">23195 8135 316 0,'0'0'29'0,"0"0"-25"16,0 0-1-16,0 0-1 16,0 0-1-16,0 0 0 0,0 0 0 15,0 0-3-15,0 0-33 16,18-24-113-16</inkml:trace>
  <inkml:trace contextRef="#ctx0" brushRef="#br0" timeOffset="-128875.03">23322 7993 276 0,'0'0'10'0,"0"0"2"15,0 0 0-15,0 0-5 16,0 0-5-16,0 0-2 16,39-26 0-16,-31 26 0 15,0 0 0-15,0 3-1 16,-2 4 0-16,-2 6 0 16,-4 1-4-16,0 2-2 0,0-1 5 15,-7 1-1-15,-1-5 3 16,2 1 2-16,1-5-1 15,4-2 2-15,1-1-1 16,0-2-3-16,0-2 3 0,8 0 0 16,-1 0 4-16,5 0-1 15,-1 2-2-15,3 0-2 16,-1 1 0-16,-2 2-1 16,2 3-1-16,-8 0 1 15,3 1 0-15,-6-2 0 16,-2 2 1-16,0-2-2 0,0-1 1 15,-10-1 5-15,-1 2-2 16,-4-1 0-16,0-2 0 16,-3 1-2-16,-1-4-9 15,4-1-57-15,0 0-82 16</inkml:trace>
  <inkml:trace contextRef="#ctx0" brushRef="#br0" timeOffset="-128384.19">23527 7950 335 0,'0'0'1'0,"0"0"-1"0,0 0-1 16,0 0 0-16,0 0-2 15,41-33-2-15,-33 33 2 0,-1 0 1 16,0 2 0-16,-1 6 1 15,1 1-1-15,-1 6-2 16,-5-2-1-16,1 0 0 16,-2 3 0-16,0-5-1 15,0-1-1-15,0 0 5 16,-3-4 0-16,-1-2 1 0,2-3 4 16,0 0 3-16,2-1 1 15,0 0-1-15,0-5-5 16,2-6 4-16,4-2-4 15,1-1-2-15,-1-3-7 0,-1 0-7 16,0-2-2-16,1 4 8 16,-5 1 8-16,-1 2 3 15,0 2 13-15,0 2 2 16,0 3-2-16,0 3-8 16,0 0 4-16,0 2-9 15,0 0-3-15,0 2 0 0,4 5 1 16,2 4 0-16,-2 0 0 15,2 1 0-15,3 3 0 16,-3 0-1-16,0-1-16 16,0-2-31-16,1 0-38 15,0-5 3-15</inkml:trace>
  <inkml:trace contextRef="#ctx0" brushRef="#br0" timeOffset="-128057.07">23743 8003 100 0,'0'0'42'0,"0"0"22"16,0 0-18-16,0 0-12 15,0 0-8-15,46-43-7 0,-38 37-10 16,1 3-7-16,1 1 0 16,-2 2-1-16,-1 0-2 15,-1 3 1-15,-2 6-4 16,-1 4 1-16,-3 3 1 16,0 1 1-16,0 2-1 0,0-2 1 15,0-2 0-15,-3-2-2 16,-3-2 2-16,1-1 5 15,0-6-4-15,2-1 1 16,2-1 0-16,0-1 0 16,1 0 1-16,0-1-3 0,0 0 2 15,0 0-1-15,0 0 1 16,4 0 7-16,6-1-1 16,2-5-1-16,7 0 1 15,3-2-5-15,5 0-1 16,5-5-2-16,2-1-21 0,-4-8-136 15</inkml:trace>
  <inkml:trace contextRef="#ctx0" brushRef="#br0" timeOffset="-126817.97">24023 7832 107 0,'0'3'6'0,"0"-3"1"0,0 0 1 0,0 0 5 0,0 0 26 16,0 0-9-16,0 0-4 15,0 0-1-15,0 0 6 0,2 0-14 16,4 0-13-16,2 0-2 15,-1 0-1-15,1 0-1 16,1-3 1-16,1 0-1 16,0-1 0-16,4 0 1 15,0-2 0-15,2-1 1 16,2 0 2-16,-1 1-4 0,2-1 1 16,1 0-3-16,-6 0-15 15,0 1-29-15,-4 1-38 16,-7-1-27-16</inkml:trace>
  <inkml:trace contextRef="#ctx0" brushRef="#br0" timeOffset="-126633.01">24083 7724 248 0,'0'0'29'0,"0"0"-28"16,0 0 4-16,0 0 0 15,0 0 0-15,22 47-1 16,-17-26-4-16,1 1 1 16,-6 6-2-16,0-1-53 15,-2-3-186-15</inkml:trace>
  <inkml:trace contextRef="#ctx0" brushRef="#br0" timeOffset="-125742.8">24394 7629 204 0,'0'0'-1'0,"0"0"2"0,0 0-1 15,0 0 0-15,0 0-2 16,5 40-2-16,-5-26 4 0,-2 5 2 16,-1-2 0-16,0-2 1 15,2-2 5-15,1-1-2 16,0-3 4-16,0-3 2 15,7 0-1-15,4-3-4 0,1-3 1 16,4 0-5-16,-3 0-2 16,1 0 0-16,1-5-1 15,-3-2 2-15,-3 0-1 16,0-3 1-16,-1 0 4 16,-5-1 6-16,0 0-1 15,-2-1-2-15,-1-1-3 16,0 1 3-16,-2 1-6 0,-5 0-1 15,-3 4-2-15,0 1-1 16,0 4 1-16,-2 2-4 16,-2 0-7-16,0 1-11 15,-1 6-5-15,-1 3-9 0,3-1-53 16</inkml:trace>
  <inkml:trace contextRef="#ctx0" brushRef="#br0" timeOffset="-125508.65">24628 7636 235 0,'0'0'67'0,"0"0"-50"0,0 0 5 0,0 0-2 15,0 0-3-15,0 0-12 16,0 0-5-16,0 0-5 16,0 0-41-16,0 0-64 15,-2-27-27-15</inkml:trace>
  <inkml:trace contextRef="#ctx0" brushRef="#br0" timeOffset="-125287.94">24774 7446 275 0,'0'0'7'0,"0"0"-6"16,0 0-1-16,0 0 1 16,0 0 12-16,0 48 5 0,0-26-2 15,0 2-7-15,4 3-4 16,-1 2-4-16,1 3 0 15,2-1-1-15,-4-4-24 16,-1-4-84-16</inkml:trace>
  <inkml:trace contextRef="#ctx0" brushRef="#br0" timeOffset="-122478.04">18712 6260 94 0,'0'0'14'0,"0"-3"-5"0,0 0-3 16,0-1-3-16,0 1 0 16,0-1 1-16,0-1 5 15,1 0 3-15,-1-1 10 16,0 2 1-16,0 1-6 0,0 1-11 15,-1 2-9-15,-8 0 1 16,2 0-4-16,-2 0 4 16,1 2 2-16,0 0 1 15,-1 1 1-15,3-1-1 16,-2 0 1-16,2-1-3 16,-1 2 2-16,2-2-1 0,2 1 0 15,-2 2 1-15,1-1-1 16,0 4-1-16,-5 3 1 15,4 1 0-15,-4 2 0 16,-1 0 0-16,4 1 0 0,2 2 0 16,-1-3-1-16,2-1 1 15,3 1 0-15,0-3-1 16,0 3 0-16,2-1 1 16,6 3 2-16,-3-1-1 15,4 3 0-15,-4-3-1 16,3 1 1-16,1-2-1 0,0-4-5 15,0-2 5-15,0-1 2 16,1-3-1-16,0-2 2 16,-2 0 0-16,2-1-1 15,1 0-1-15,0 0 0 16,-1-5 0-16,1 1 0 0,-2-3-1 16,2 1 2-16,-3 1 6 15,1 0-5-15,0-1-3 16,-3 1 2-16,0 0-3 15,0 0 2-15,-2-1 0 16,0-2-1-16,1-1 1 0,-2 1 0 16,1-2-1-16,1 0 5 15,-3-3 6-15,-1 0-5 16,-1 0-3-16,0 1-1 16,0-1 2-16,-1 0-3 15,-7 0-2-15,0 3 2 0,-1-1 2 16,1 2-4-16,-2-1 2 15,1 3-2-15,-1 0-1 16,1 0 3-16,-2 3-3 16,0-2 4-16,2-1 0 15,1 0 0-15,-2 1 1 16,5-1 0-16,-1 2 1 0,0 3 1 16,2-1-5-16,-4 3 0 15,3 0-6-15,-6 0 4 16,0 5-1-16,0 4 0 15,-4 0 2-15,3 4 1 0,-1-2-3 16,3 2 3-16,2 2 0 16,3 0 0-16,1 3 0 15,2-1 2-15,2 4-1 16,0-2-1-16,0-1 1 16,2 2-1-16,4-3-1 0,-1-1 1 15,3 0-1-15,4-2 1 16,-3-1-1-16,2-1 0 15,2 1 2-15,0-3 0 16,2-1-1-16,-2-1 1 16,2-2 0-16,0-2 0 0,-1-4-1 15,1 0 1-15,0 0 0 16,0-2 3-16,0-6-1 16,1-2 2-16,-3-3 1 15,1-1-3-15,-1-3-1 16,-2-1 0-16,-1-2-1 15,-2-1 0-15,-6-1 1 0,-1-2 0 16,-1 3-1-16,0-2 0 16,-5 0-1-16,-6 2-2 15,-3 4 0-15,-3 4-2 16,-5 3 1-16,-4 6-41 0,-7 1-116 16</inkml:trace>
  <inkml:trace contextRef="#ctx0" brushRef="#br0" timeOffset="-121295.76">21503 9290 204 0,'-2'0'-12'0,"2"0"11"0,-1-1 1 0,1-3 4 16,0 2 1-16,-1 1 8 15,-1 0 6-15,0 1-7 16,-1 0-7-16,1 0-2 16,-3 0-1-16,2 4 3 15,0 3-3-15,0 1-1 16,3 3-1-16,0 2 2 0,0 2-2 15,0 2 0-15,0 2 0 16,0-1 1-16,0-1 0 16,8-1 0-16,0-4-2 15,3-3 2-15,3-1-2 0,-1-6 2 16,3-2 0-16,-1 0 1 16,2-6-1-16,-1-2 0 15,-1-4 1-15,-2-2-2 16,-1 0 0-16,-4 0 1 0,-6-3-1 15,-1 1 1-15,-1-1 1 16,0 0 8-16,-1 1 3 16,-5 2-3-16,-4 0 4 15,2 3-5-15,-2 1-4 16,-1 3-4-16,1 3-4 16,-1 2 2-16,-1 2 0 0,1 0-1 15,0 4 2-15,-1 5-12 16,1 2-12-16,1 2-18 15,2-4-43-15,2 0-77 16</inkml:trace>
  <inkml:trace contextRef="#ctx0" brushRef="#br0" timeOffset="-121011.11">21778 9311 302 0,'0'0'-1'0,"0"0"-28"0,0 0 31 0,0 0-12 16,0 0-11-16,0 0 0 0,0 0 7 16,0 0-34-16,0 0-46 15</inkml:trace>
  <inkml:trace contextRef="#ctx0" brushRef="#br0" timeOffset="-119325.52">18676 6307 90 0,'0'0'51'0,"0"0"-48"0,0 0 1 0,0 0 5 0,0 0 7 16,0 0 2-16,0 0-4 16,14-39-2-16,-14 34-1 15,0-1-8-15,-1-1 0 16,-1 3-5-16,0-1 1 0,0 2-1 16,0 1 0-16,-6 2 0 15,0 0-5-15,-1 0 2 16,-7 10 0-16,-1 1-1 15,-3 6 6-15,2 3-1 16,-3 1 1-16,4-1 0 0,3 1-1 16,4-2 0-16,2 0 2 15,2 0 0-15,4-1 1 16,2 1 1-16,0-2-1 16,4 0 2-16,7-4-3 0,3 1 5 15,3-4 1-15,3-2-1 16,1-3-3-16,2-1 1 15,0-4-3-15,0 0 2 16,2 0-3-16,-3-4 4 16,-2-4-2-16,2-2-2 15,-5-2 1-15,-2-2-1 0,-3-3 2 16,0 0 3-16,-6-3 12 16,1 0-6-16,-5-4-5 15,-2 0-5-15,0 3 1 16,0-1-2-16,-10 3-11 15,-3 2-14-15,-5 2 7 0,-3 2 15 16,0 4 1-16,-2 0 4 16,4 2-2-16,2 3 4 15,0-1 2-15,4 3-3 16,2 0-2-16,1 2-1 16,-1 0-1-16,1 3 0 0,-1 6 1 15,0 2-1-15,-3 4 0 16,3 5-1-16,1 2 2 15,0 3 0-15,2 3-1 16,5 0 0-16,0 0 1 16,3-2 0-16,0-1-1 15,3-4-1-15,6-1-1 0,1-3 4 16,3-3 3-16,0-2-6 16,5-1-1-16,-2-5 2 15,3-5-1-15,-3-1 0 16,1 0 4-16,2-7 0 15,-4-6 0-15,-1-4 0 0,-1-2 1 16,-2-4 5-16,-1-3-2 16,-2 1 3-16,-2-2-3 15,-4 0-2-15,-2-2 1 16,0 4-3-16,-10-2-4 0,-3 6-1 16,-7 2 3-16,-6 5-6 15,-6 3-18-15,-7 1-83 16</inkml:trace>
  <inkml:trace contextRef="#ctx0" brushRef="#br0" timeOffset="-117375.16">16343 5838 91 0,'0'0'0'0,"0"0"1"0,0 0 2 16,0 0-3-16,0 0 1 0,0 0-1 15,0 0 1-15,0 0 1 16,2 0-1-16,-2 0 7 15,2 0 4-15,-1 0-6 16,2 0-5-16,0 0-2 16,-1 0 1-16,2 0-1 0,-2 0 0 15,2 0 1-15,0 0 0 16,0 2 0-16,0-2 0 16,3 0 0-16,-4 0 1 15,2 0-1-15,1 0 1 16,-3 0-1-16,1 0 0 0,-3 0 0 15,2 0 0-15,-3 0 0 16,0 0-1-16,0 0 0 16,0 0 5-16,0 0 15 15,0 0 6-15,0 0-10 16,0 0-4-16,0 0-1 0,0 0-5 16,0 0-2-16,0 0-3 15,0 0 0-15,0 0 0 16,-4 0-4-16,0 0 0 15,1 0 2-15,-4 0 2 16,3 0-1-16,1 0 1 0,-1 0 1 16,2 0-1-16,1 0 2 15,1 0-1-15,0 0-2 16,0 0-6-16,0 0 7 16,0 0 2-16,0 0-2 15,0 0 3-15,0 0-1 0,1 0-1 16,1 0-1-16,2 0 0 15,-1 0-1-15,1 0 2 16,3 0 1-16,-2 0-2 16,3 0 0-16,-3 1 0 15,1 2 1-15,0 0-1 0,0 0 0 16,0 0 0-16,-1-1 0 16,3 2 0-16,0-2 0 15,1 2 0-15,3-2 0 16,0 1 0-16,1-1 1 15,3 0-1-15,-3-1 0 0,4 2 0 16,-4 0 0-16,1 0 0 16,-1-2 0-16,-1 3 0 15,2-2 0-15,-3 1 0 16,5-2 0-16,-1 3 0 16,1-1 0-16,1-1 0 15,4 1 0-15,0-1 1 0,0 0 0 16,0-1-2-16,2 2 1 15,-2-2 1-15,0-1 0 16,1 2 0-16,-5 0 0 16,2 2-1-16,1 0 0 15,-5 0 0-15,2 3 0 0,-2-1 0 16,5 1 0-16,-3-2-1 16,1 1 1-16,3 1 0 15,-1 0 0-15,2-1 1 16,-1 0-2-16,0 0 1 15,0-1 0-15,1 2 0 0,-5 0 1 16,2-1-2-16,-2 2 1 16,1 0 1-16,0-1-1 15,0 0 0-15,-2 3 1 16,-1-3-1-16,4 1 0 16,-2-1 0-16,3 2 0 15,0-3 0-15,2 1-1 0,1 0-3 16,0-1 1-16,0 1 3 15,0-2 0-15,0 1 0 16,-1 0 0-16,1-2 0 16,-2 1 0-16,2 0 0 15,-2-1 0-15,1 2 1 0,2-3-1 16,1 2 0-16,0 0 0 16,0-1 0-16,0-1 1 15,1 1-1-15,0 0 1 16,-4 1-1-16,0-1 0 0,1 0 0 15,-3 3 0-15,1-2 0 16,0 0 0-16,2 2 0 16,2-1 0-16,2-1 1 15,0 1-2-15,-2 0 2 16,2 1-1-16,0 3 0 16,-1-3 0-16,-1 2 0 0,-1-1 0 15,-5 1 2-15,4-2-3 16,-4-2 2-16,0 0-1 15,0-2 0-15,-2-1 1 16,3 0-1-16,-3-1 1 0,-1-1 4 16,2 0-1-16,0 2-3 15,-1-1-1-15,-2 0 2 16,-2 2-2-16,-2 0 3 16,-6 0-6-16,1-2 0 15,-3 2-1-15,-1-1-1 16,-2-1 5-16,1 0 3 0,-1 0-2 15,0-1 5-15,0 0 8 16,0 2-2-16,0 0-9 16,0 1-3-16,0 2-1 15,0-1-16-15,0-4-81 16</inkml:trace>
  <inkml:trace contextRef="#ctx0" brushRef="#br0" timeOffset="-116473.51">21880 9214 187 0,'0'0'26'0,"0"0"1"0,0 0-11 0,0 0-8 15,0 0-3-15,0 0 6 16,0 0-1-16,0 0 4 16,0 0 3-16,0 0-3 15,0 0-9-15,0 0-8 0,0 0-16 16,0 3-15-16,0 0-16 16,-1-2-25-16</inkml:trace>
  <inkml:trace contextRef="#ctx0" brushRef="#br0" timeOffset="-115989.31">21930 9122 235 0,'0'0'-6'16,"0"0"4"-16,0 0 2 15,0 0 1-15,0 0-1 16,0 0 0-16,0 0 3 16,0 0 0-16,41-12 0 0,-33 12-2 15,0 0 0-15,2 0 0 16,-2 2-1-16,0 4 1 16,-3 2-2-16,-1 3 0 15,-4-2-2-15,0 2 1 16,-1 1 2-16,-7-2 2 0,-1-2 1 15,-2 0 11-15,4-3 0 16,1 0-1-16,3-3-1 16,2 1 1-16,1-2-11 15,0-1-4-15,1 2 7 16,6 2 1-16,1-1-5 0,4 2 4 16,0 1-1-16,0 3 0 15,2-1-3-15,-5 1 3 16,0-1-1-16,0 1-1 15,-8-1-2-15,-1-1-1 16,0-1 2-16,-12 3 1 0,-4-2 2 16,-2 0-4-16,-1-3-4 15,0-1-17-15,0-3-43 16,5-3-85-16</inkml:trace>
  <inkml:trace contextRef="#ctx0" brushRef="#br0" timeOffset="-115541.02">22129 9076 310 0,'0'0'-3'0,"0"0"2"0,0 0 0 0,0 0 2 15,0 0-1-15,41 1 0 16,-33 7 0-16,4 2 0 15,-4 3 1-15,1 1-3 16,-1 0 2-16,-1 0 2 16,-3-1-4-16,-2-2-4 0,-2-2 1 15,0-2 0-15,0-1-1 16,-2-2 5-16,-2-4 2 16,1 0 2-16,-3 0 3 15,4 0-3-15,1-10-5 0,1-1-6 16,0-5-5-16,0-2 0 15,4-1 6-15,4-1 3 16,-1 3 4-16,-1 3 0 16,-1 2 6-16,0 4 6 0,-2 4 0 15,-2 4-4-15,1 0-3 16,1 0-7-16,2 9-1 16,-1 3 5-16,1 4 2 15,2-1-2-15,0 0-1 16,1 2 1-16,-1-3-1 15,3-1-1-15,1-3-41 0,-1-3-56 16</inkml:trace>
  <inkml:trace contextRef="#ctx0" brushRef="#br0" timeOffset="-115342.67">22458 9136 352 0,'0'0'9'0,"0"0"-9"0,0 0-4 16,0 0 3-16,0 0-1 16,0 0-2-16,7 45 6 0,-7-23 0 15,0 2-5-15,0 4-14 16,0-1-9-16,0-2-6 16,0-3-16-16,0-8-42 15</inkml:trace>
  <inkml:trace contextRef="#ctx0" brushRef="#br0" timeOffset="-115050.49">22695 9122 297 0,'0'0'8'15,"0"0"5"-15,43-17-1 16,-21 7-6-16,2 0-3 16,1 1-1-16,0 1 1 15,-3 1-2-15,0 2 0 0,-3 1-2 16,-2 3-5-16,-3-1-39 15,-6-3-44-15</inkml:trace>
  <inkml:trace contextRef="#ctx0" brushRef="#br0" timeOffset="-114895.12">22840 8983 365 0,'0'0'15'15,"0"0"-29"-15,0 0 20 0,11 45 3 16,-4-24 0-16,2-1-43 16,-8-3-63-16</inkml:trace>
  <inkml:trace contextRef="#ctx0" brushRef="#br0" timeOffset="-113910.87">17623 6668 39 0,'0'0'67'0,"0"0"-40"0,0 0-5 0,0 0 1 16,0 0-2-16,0 0-3 15,0 0 3-15,0 0-1 16,0 0-2-16,0 0-6 0,0 0-10 15,-24-12-1-15,19 24-4 16,-1 5-2-16,2 4-2 16,1 0-2-16,1 3 0 15,2-2 5-15,0-2 3 16,0-5 1-16,4-2-1 0,2-3-1 16,4-3 0-16,-1-4 2 15,4-3 0-15,1 0 2 16,-2 0 2-16,3-6-2 15,-2-4 1-15,-3-2 0 16,0-1-1-16,-5-3-1 16,1 2 1-16,-4 0 1 0,-2-3 3 15,0 1-1-15,0 2-1 16,0 0 2-16,-6 1 1 16,-1 3 1-16,-2 3-4 15,0 3-2-15,-1 4-5 16,-3 0-9-16,1 4-14 0,-2 7-1 15,0 2-1-15,2 4-8 16,0-7-54-16</inkml:trace>
  <inkml:trace contextRef="#ctx0" brushRef="#br0" timeOffset="-113732.59">17784 6703 248 0,'0'0'143'0,"0"0"-142"0,0 0-3 0,0 0-1 15,0 0 2-15,0 0-46 16,0 0-53-16,0 0-44 16</inkml:trace>
  <inkml:trace contextRef="#ctx0" brushRef="#br0" timeOffset="-113454.8">17842 6663 289 0,'0'0'0'0,"0"0"-4"0,0 0 2 15,0 0 2-15,0 0-2 16,0 0 0-16,0 0 0 15,0 0 4-15,41 36-1 0,-32-23-1 16,0 2 1-16,4 0 0 16,-5-1 1-16,0 0-2 15,1-1 2-15,-6 0 1 16,1-2-3-16,0 0-1 16,-2-1 2-16,-2 0-16 0,0-7-55 15,-2-3-76-15</inkml:trace>
  <inkml:trace contextRef="#ctx0" brushRef="#br0" timeOffset="-113334.05">17954 6631 311 0,'0'0'12'0,"35"-37"-13"16,-1 13 2-16,5-7-25 15,6-5-150-15</inkml:trace>
  <inkml:trace contextRef="#ctx0" brushRef="#br0" timeOffset="-112231.4">22886 9035 103 0,'0'0'70'0,"0"0"-28"0,0 0 12 0,0 0-21 16,0 0-11-16,0 0-16 15,0 0-12-15,0 0 5 16,0 0 2-16,-13 44 1 16,14-24 2-16,5 0-3 0,0 1-9 15,1-3-22-15,-1-4-10 16,0-3-11-16,-1-6-75 16</inkml:trace>
  <inkml:trace contextRef="#ctx0" brushRef="#br0" timeOffset="-111853.87">23182 8907 293 0,'0'0'-14'15,"0"0"10"-15,0 0 0 16,0 0 3-16,0 49 0 15,-4-29 1-15,2 0-5 16,1-2-3-16,1-2 6 0,0-4 3 16,1-4-3-16,6-3 0 15,3-4 4-15,2-1-1 16,0 0 0-16,1-5 1 16,1-7 0-16,-4-3 1 15,1-2 4-15,-6-2 9 16,-2-2 2-16,-2 0-5 0,-1-1-5 15,-1 2-1-15,-6 3-4 16,-5 2-2-16,1 6-2 16,-3 4 3-16,3 5-5 15,0 0 0-15,1 5-20 16,2 4-7-16,4 2-9 0,2-4-50 16</inkml:trace>
  <inkml:trace contextRef="#ctx0" brushRef="#br0" timeOffset="-111683.88">23321 8883 363 0,'0'0'0'0,"0"0"6"16,0 0-6-16,0 0-2 15,0 0-17-15,0 0-28 0,0 0-23 16,0 0-17-16,0 0-24 15</inkml:trace>
  <inkml:trace contextRef="#ctx0" brushRef="#br0" timeOffset="-111419.66">23457 8836 290 0,'0'0'9'15,"0"0"3"-15,0 0-10 0,0 0-3 16,0 0 2-16,0 0 1 16,0 0 0-16,0 0 2 15,43 40-1-15,-34-24 3 16,0-2 2-16,-1 0-1 16,-3 0-5-16,-1-1 0 0,0-3 0 15,-4-3-4-15,0 0 0 16,0 1-18-16,-8-4-16 15,-3-4-32-15,-3 0-106 16</inkml:trace>
  <inkml:trace contextRef="#ctx0" brushRef="#br0" timeOffset="-111298.2">23497 8811 205 0,'0'0'48'15,"0"0"-39"-15,43-47 4 16,-21 34-9-16,1 2-4 0,-1-2-41 15,-2 4-110-15</inkml:trace>
  <inkml:trace contextRef="#ctx0" brushRef="#br0" timeOffset="-110850.98">23736 8738 265 0,'0'0'4'0,"0"0"8"15,0 0 6-15,23-37-9 16,-18 30-7-16,-1 2-1 0,2 2 0 16,1 1-1-16,1 2 0 15,1 0-2-15,0 3 2 16,0 5-1-16,0 3 1 16,-2 1-1-16,-1 3-4 15,-3 0-3-15,-1-2-1 16,-2 0 2-16,0-4 4 0,0-2 3 15,0-3 1-15,0-3-1 16,0-1 1-16,0 0 2 16,0 0 5-16,0-6-6 15,0-5 0-15,1 0 0 16,-1-5 0-16,0 2 0 0,0-3 0 16,1 1 4-16,0 2-2 15,0 3-3-15,0 2-1 16,-1 4 1-16,0 3-1 15,3 2 2-15,-3 0-5 16,4 3-1-16,-2 7 2 0,2 4 4 16,1 2 0-16,0 0 0 15,1 2-8-15,2-4-24 16,-1 0-19-16,1-4-6 16,3-3-44-16</inkml:trace>
  <inkml:trace contextRef="#ctx0" brushRef="#br0" timeOffset="-110630.95">23959 8782 104 0,'0'0'44'0,"0"0"10"16,0 0-12-16,22-38-8 16,-16 31-8-16,2 1-6 15,-3 5-13-15,2 1-7 0,-2 0-1 16,-1 12-4-16,-3 0-5 16,-1 6 1-16,0 2 6 15,-3 0 1-15,-4-3 3 16,-1-1-1-16,4-5 5 15,2-2 4-15,0-5 2 0,2-1 0 16,5-3-5-16,16 0 10 16,11-9-1-16,4-5-11 15,7-7-71-15</inkml:trace>
  <inkml:trace contextRef="#ctx0" brushRef="#br0" timeOffset="-109725.39">24242 8663 229 0,'0'0'30'0,"0"0"0"0,0 0-8 0,0 0 9 16,0 0-10-16,0 0-18 0,40-18 0 16,-25 10-2-16,2-1-1 15,3 1-23-15,3 1-29 16,1 0-3-16,-3 0-11 16,6-3-56-16</inkml:trace>
  <inkml:trace contextRef="#ctx0" brushRef="#br0" timeOffset="-109349.45">24614 8472 170 0,'0'0'80'16,"0"0"-80"-16,0 0-2 15,0 0 1-15,-47 45-2 16,31-27 2-16,3 1 2 15,0 4 0-15,5-2-1 0,3-3 2 16,5-1-2-16,0-3-3 16,0-4 2-16,9-4-2 15,5-2 2-15,2-4 3 16,2 0 0-16,2-7-1 16,-3-6 0-16,3-2 2 0,-7-4-2 15,-2-2 0-15,-3 1 2 16,-2-1 1-16,-2 0 1 15,-4 2-3-15,0 3 5 16,0 2 6-16,-8 3 0 16,-1 4 0-16,-1 3-11 15,-3 4-5-15,0 0 0 0,-1 4-19 16,-1 5-20-16,4 0-22 16,2-2-114-16</inkml:trace>
  <inkml:trace contextRef="#ctx0" brushRef="#br0" timeOffset="-109206.73">24704 8535 297 0,'0'0'-19'16,"0"0"9"-16,0 0-32 0,0 0 11 15,0 0-68-15</inkml:trace>
  <inkml:trace contextRef="#ctx0" brushRef="#br0" timeOffset="-108921.75">24807 8399 288 0,'0'0'1'15,"0"0"13"-15,35-33 7 16,-19 23 4-16,2 5-7 0,0 2-14 15,-2 2-3-15,-1 1-1 16,-3 2 0-16,-5 10-2 16,-7 2-12-16,0 3-7 15,-5 0 12-15,-4 3 6 16,-5-6 3-16,1 0 1 0,4-5 10 16,5-4 2-16,4 0-6 15,0-4-6-15,11-1-6 16,11 0 14-16,8 0-4 15,2-10-68-15,-1-3-164 16</inkml:trace>
  <inkml:trace contextRef="#ctx0" brushRef="#br0" timeOffset="-108031.16">21711 9876 107 0,'0'0'14'0,"0"0"11"0,0 0-13 0,0 0-8 0,0 0-3 16,0 0 4-16,0 0 5 16,-23 41 3-16,19-21 0 15,-4 0-3-15,1 1-1 0,1 2-4 16,1-2 1-16,3-1-1 16,2-4 1-16,0-5 0 15,0-1-3-15,5-3 1 16,5-4-1-16,1-3 5 15,3 0 2-15,-1-4-6 0,0-6-2 16,-1-3 1-16,-1 2-2 16,-4-1 1-16,0-2 0 15,-3 0 2-15,-2 1 4 16,-2 0-1-16,0-1-2 16,0 3-1-16,-8-2 2 0,0 3 0 15,-2 1 0-15,0 1-6 16,-2 4 1-16,1 3 1 15,1 1-4-15,-1 2-14 16,0 7-33-16,0 2-30 16</inkml:trace>
  <inkml:trace contextRef="#ctx0" brushRef="#br0" timeOffset="-107866.73">21881 9923 369 0,'0'0'-6'0,"0"0"2"0,0 0-10 0,0 0-23 0,0 0-39 16,0 0-115-16</inkml:trace>
  <inkml:trace contextRef="#ctx0" brushRef="#br0" timeOffset="-105574.65">18860 7815 33 0,'-4'-1'16'0,"3"1"-6"0,-1-2 8 0,2 1 7 0,0 0 0 15,0-1-12-15,0-2-5 16,0 4-2-16,-1-2-1 15,0-1-2-15,0 1 0 16,1 0-2-16,-4 0-1 16,1 1-1-16,-1 1-1 0,0 0-1 15,-5 0 1-15,2 0-12 16,-3 2-9-16,-2 5 1 16,-1 0 2-16,1 0 11 15,-1 2 10-15,2-2 2 16,2 0 10-16,2 0 1 15,1 0 0-15,3-1-4 0,3 4-3 16,-2-1-2-16,2 3-2 16,0 2-2-16,0 2 0 15,4 1-1-15,0 0 2 16,4 1-2-16,-1-3 0 16,3 2 0-16,-1-5 1 0,-1 0 0 15,2 1 0-15,-3-5 0 16,0 2 3-16,2-3 1 15,-1 3-2-15,1-3 2 16,1 0 2-16,2 0-3 0,0-1-2 16,2 1-1-16,-3-1 0 15,2 0 2-15,-1-2-3 16,0-2 0-16,0-2 0 16,1 0 1-16,3 0 5 15,0-7-3-15,2-2 2 16,-1-3-4-16,-1 1 0 0,-3-2 0 15,-4-4 1-15,-5 1 0 16,-1-2 8-16,-3-2 13 16,-2-1 4-16,-8-2-3 15,-2 2-6-15,-1-1-6 16,-4 4-8-16,-3 1-3 0,1 3-2 16,0 4-5-16,-5 1-17 15,0 2-44-15,1 0-160 16</inkml:trace>
  <inkml:trace contextRef="#ctx0" brushRef="#br0" timeOffset="-104505.87">21976 9936 97 0,'-3'0'17'0,"-2"0"8"0,3 0 2 15,1-5-11-15,1 0 10 16,0-1 0-16,0-1-2 0,0 1 3 16,8 2-2-1,-2 0-5-15,2-2-6 0,2 3-6 16,1 2-6-16,-1 1-3 15,0 0 1-15,0 0 0 16,-3 6-1-16,-2 5-4 16,0 4-4-16,-5 4 1 15,0 2-12-15,-5 2-2 0,-3-2 1 16,-5 2 16-16,2-7 7 16,2-2 2-16,2-4 10 15,2-3 3-15,5-3-5 16,0-1-3-16,0-3-5 0,8 0 11 15,6 0 2-15,7-6-9 16,4-2-5-16,6-2-3 16,-2-2-14-16,2-2-64 15,-1 0-139-15</inkml:trace>
  <inkml:trace contextRef="#ctx0" brushRef="#br0" timeOffset="-104050.56">22306 9867 243 0,'0'0'82'0,"0"0"-72"15,0 0-4-15,0 0-2 16,16-39-2-16,-5 34-2 16,2 1 0-16,-1 4-2 15,1 0 2-15,-4 0 0 0,2 9-1 16,0 2-1-16,-2 1 2 15,-4 0-1-15,-1 1-2 16,-2 1-5-16,-2-1-5 16,0-3 0-16,-2 1 3 15,-3-4-6-15,1-2 10 0,-3-4 5 16,3-1 4-16,3 0-1 16,1-5-3-16,0-8 2 15,0-2 2-15,1-4-1 16,8-4 0-16,-2 0-1 15,1-1-1-15,-1 4-1 0,-2 3 1 16,-1 4 1-16,-4 5 10 16,0 4 21-16,0 4-7 15,0 0-14-15,0 1-10 16,0 9 0-16,0 4-1 16,0 3 0-16,3 3 1 15,7 1 0-15,-1-1 0 0,4-3-1 16,3 0-11-16,0-3-44 15,-1-5-56-15</inkml:trace>
  <inkml:trace contextRef="#ctx0" brushRef="#br0" timeOffset="-103880.94">22628 9880 250 0,'0'0'47'0,"0"0"-2"0,0 0-9 0,0 0-20 16,0 0-17-16,0 0-9 15,0 0 10-15,0 0 4 0,14 57 3 16,-7-31-4-16,0 1-2 16,1-2-38-16,2-3-47 15,0-7-91-15</inkml:trace>
  <inkml:trace contextRef="#ctx0" brushRef="#br0" timeOffset="-103610.09">22929 9721 262 0,'0'0'18'0,"0"0"-13"16,0 0 4-16,0 0 5 0,45-16 4 15,-22 5 0-15,4 0 4 16,3-1-10-16,2 3-9 16,-3 0-2-16,-2 5-1 15,-5 0-2-15,-2 2-33 16,-7-1-34-16,-5 2-46 16</inkml:trace>
  <inkml:trace contextRef="#ctx0" brushRef="#br0" timeOffset="-103439.07">23086 9626 310 0,'0'0'14'15,"0"0"-3"-15,0 0-12 16,0 0 3-16,-9 44-2 16,9-20 0-16,0 3-1 15,0 3-9-15,0-3-13 0,4-3-37 16,2-5-42-16</inkml:trace>
  <inkml:trace contextRef="#ctx0" brushRef="#br0" timeOffset="-103082.51">23406 9582 350 0,'0'0'-20'0,"0"0"20"16,0 0 0-16,0 0 0 0,0 0 0 16,-23 43 0-16,20-25 0 15,2-1 2-15,1 1-2 16,0-3 0-16,4-3 0 16,5-3-2-16,2-2-1 15,0-4-3-15,3-3 1 16,-1 0 2-16,0-3 3 0,-2-7 2 15,-3-4 0-15,-1-2 7 16,-5-3 1-16,-2 0-5 16,0 1-1-16,-8 1-4 15,-2 2 1-15,-1 4 2 0,-5 4-4 16,1 4-3-16,-3 3-8 16,2 0-9-16,-2 9-51 15,3-1-65-15</inkml:trace>
  <inkml:trace contextRef="#ctx0" brushRef="#br0" timeOffset="-102926.65">23508 9601 386 0,'0'0'10'0,"0"0"11"15,0 0-12-15,0 0-9 0,37-30-18 16,-35 27-41-16,-2 0-7 15,0 3-52-15</inkml:trace>
  <inkml:trace contextRef="#ctx0" brushRef="#br0" timeOffset="-102569.63">23601 9478 336 0,'0'0'5'15,"0"0"2"-15,0 0-9 0,0 0-2 16,0 0-1-16,0 0 6 16,0 53 1-16,0-39-1 15,5 3 0-15,1-5 2 16,1-1-3-16,1-4 0 16,4-4-3-16,0-2 1 15,3-1-3-15,0 0-4 0,3-7 5 16,-3-4 4-16,0-2 1 15,-4 2-1-15,-3-3 1 16,-4 5 1-16,-4 2 6 16,0 1 10-16,0 3-1 0,0 3-5 15,0 2-11-15,-1 9 1 16,-2 3-2 0,2 5 0-16,1-1 1 0,0 4-9 15,0-4-22-15,3-2-20 16,6-4-63-16</inkml:trace>
  <inkml:trace contextRef="#ctx0" brushRef="#br0" timeOffset="-102134.66">23873 9413 305 0,'0'0'11'16,"0"0"5"-16,0 0-6 15,25-43-2-15,-12 39-6 16,-3 3-3-16,0 1 1 16,3 0 0-16,-2 7-1 0,-3 8-3 15,-1 1-4-15,-2 1-5 16,-4 0 8-16,-1 0-4 16,0-3 0-16,0-4 5 15,-3-3 7-15,0-2 0 16,1-5-1-16,1 0 0 0,0 0 5 15,1-5-5-15,0-6-12 16,0-5 7-16,0-2 7 16,0 0-3-16,0 0 2 15,0 3 7-15,0 2 8 16,1 3 8-16,1 4-1 0,-1 2-12 16,3 3-9-16,-1 1-4 15,1 0-4-15,2 10-3 16,2 1 7-16,1 6 0 15,-1 2 3-15,0 0-5 16,-1 0-31-16,2-1-6 16,-4-2-23-16,3-3-25 0,-5-3-34 15</inkml:trace>
  <inkml:trace contextRef="#ctx0" brushRef="#br0" timeOffset="-101915.2">24105 9497 151 0,'0'0'53'16,"0"0"14"-16,0 0-17 0,33-39-20 15,-24 35-15-15,-2 0-14 16,1 4-1-16,-4 0-2 16,-4 10-17-16,0 4-6 15,0 0 13-15,-2 5 10 0,-3-4 4 16,-3-2 0-16,3-3 2 16,4-1 1-16,1-5 2 15,0-1 2-15,0-3-1 16,10 0 9-16,9 0-3 15,2-3-10-15,4-10-17 0,-3-1-78 16</inkml:trace>
  <inkml:trace contextRef="#ctx0" brushRef="#br0" timeOffset="-101587.48">24262 9369 228 0,'0'0'21'16,"0"0"-27"-16,0 0 7 15,0 0 6-15,0 0 17 0,48-9 4 16,-33 2-5-16,2-1-2 16,1 2-7-16,2-1-3 15,-2 0-6-15,4 0-4 16,-4 1-1-16,0 1-10 16,-2 0-26-16,-4-2-43 0,-4 2-83 15</inkml:trace>
  <inkml:trace contextRef="#ctx0" brushRef="#br0" timeOffset="-101260.27">24589 9183 313 0,'0'0'6'0,"0"0"-3"16,0 0-14-16,0 0-8 0,0 0 8 15,0 0 9-15,-30 41 2 16,23-25 2-16,4 2 0 16,3-1 0-16,0-2 1 15,1-3-3-15,9-2 3 16,0-4 1-16,2-3 0 0,2-3-1 16,-2 0 1-16,2-6-1 15,-5-4 1-15,1-3 0 16,-6-1-1-16,-1 0-1 15,-3-3-1-15,0 1 1 16,0 3-5-16,-7 0-14 0,-3 4-22 16,-4 3-43-16,-1 3-35 15</inkml:trace>
  <inkml:trace contextRef="#ctx0" brushRef="#br0" timeOffset="-101026.46">24378 9218 359 0,'0'0'4'0,"0"0"3"0,0 0-10 16,0 0 0-16,0 0 4 15,16 53-3-15,-10-29 3 16,1 5 0-16,-3 2-12 15,-1 1-8-15,-1 1-12 0,-1-6-30 16,2-2-21-16,0-7-35 16</inkml:trace>
  <inkml:trace contextRef="#ctx0" brushRef="#br0" timeOffset="-100802.52">24745 9207 389 0,'0'0'9'0,"0"0"5"16,0 0 9-16,0 0-20 15,0 0-2-15,0 0-36 16,0 0-13-16,0 0-11 15,3-6-51-15</inkml:trace>
  <inkml:trace contextRef="#ctx0" brushRef="#br0" timeOffset="-100450.6">24855 9089 439 0,'0'0'11'16,"0"0"-9"-16,0 0-4 16,50-28 3-16,-36 25-2 0,0 3-17 15,-1 0-25-15,-5 0 14 16,-4 6-15-16,-4 7-10 16,0 2 19-16,-10-1 29 15,-5 2 8-15,2-1 0 16,1-5-1-16,2-1 12 0,3-3 3 15,5-3-2-15,2 1 1 16,0-3 0-16,6 1 9 16,6 2 3-16,5 1-1 15,5 1-4-15,4 1 7 16,-3 4-20-16,-2 4-4 0,-2 3-3 16,-12 4-9-16,-7 2-62 15,-16-1-7-15,-20-1-184 16</inkml:trace>
  <inkml:trace contextRef="#ctx0" brushRef="#br0" timeOffset="-98579.24">21910 10446 119 0,'0'0'-2'0,"0"0"1"0,0 0-2 0,0 0 2 0,0 0-3 16,0 0-2-16,0 0 6 16,0 0 0-16,0 0 6 15,0 0-1-15,0 0-2 16,36 18-2-16,-35-15 1 15,1 0-2-15,1 1 1 0,0 0 0 16,1-2-1-16,1-1 1 16,4 2-1-16,-3-3 2 15,4 0 4-15,1 0 0 16,3 0-2-16,-1 0 3 16,4-1-4-16,-1-2-2 0,4-2-1 15,-2-2 0-15,0-1 0 16,4-2 0-16,0-3 0 15,1 0 0-15,0 0 1 16,3-1 5-16,-2 0 7 16,0 0 1-16,0 1-1 15,0 0-1-15,-1 3-3 0,-1 0-5 16,0 2-3-16,-1-1-1 16,1 2 0-16,-3 0 0 15,2 0 0-15,0 1 0 16,0 1 1-16,-2-1 0 15,1 3 10-15,2 0 8 0,0 2-8 16,1 1-8-16,0 0-2 16,0 2-1-16,-4 4-2 15,-2 0-8-15,-1 1-2 16,-1-1 3-16,-3-2 6 16,-2 0 3-16,1-3 1 0,-1-1 1 15,1 0 3-15,1 0 5 16,1-7-5-16,3-2-2 15,1-4-2-15,0 0-1 16,2-4 0-16,2-1 2 16,0-1-2-16,0 1 4 0,3-1 4 15,-1 4 1-15,4-1-3 16,0 3-4-16,2 3-2 16,-1 0 1-16,1 3-2 15,0 0 0-15,-2 4 1 16,-1-1 0-16,0 1 0 0,0 2 0 15,0-1 1-15,1 1-1 16,4 1 1-16,2 0 0 16,-1 0 1-16,-1 0-2 15,0 0-2-15,-2 0 1 16,-4 0-4-16,1 0 1 0,-1 0 4 16,0 0 0-16,1-3 1 15,-2-1 3-15,2-3-2 16,4 1-2-16,1 0 1 15,3-5-1-15,0 4-1 16,4-6-2-16,-3-1-3 16,-1 1 6-16,-2-2 0 0,-3-2 1 15,0 0 10-15,-2-2 4 16,1 2-1-16,0-3-11 16,-2 2-3-16,1-2-4 15,-3-1-29-15,-7-2-61 0</inkml:trace>
  <inkml:trace contextRef="#ctx0" brushRef="#br0" timeOffset="-97603.86">21637 10914 54 0,'0'0'3'0,"0"0"2"0,0-2 10 0,0 1-1 16,-2 0 1-16,0-1-2 16,-1 1-4-16,3 1 7 15,-1 0-5-15,1 0-8 0,0 0-3 16,0 0 0-16,0 0 1 15,-1 0-3-15,-1 3-6 16,-3 1-3-16,0-1 1 16,0 0 5-16,-2 0 3 15,-2-2 2-15,2 1 1 0,-1 0 0 16,1-1-1-16,-4 1-27 16</inkml:trace>
  <inkml:trace contextRef="#ctx0" brushRef="#br0" timeOffset="-97119.4">21512 10936 132 0,'0'0'3'0,"0"0"-3"16,0 0-3-16,0 0-9 15,0 0 4-15,0 0 7 16,0 0 0-16,0 0 1 16,-3 18 1-16,3-12 3 15,0-2 3-15,0 0 0 0,0 2 4 16,0-2-3-16,0 1-4 15,0 1 2-15,1-1-1 16,2 1 0-16,1-1 3 16,0 2 0-16,-1-1-2 15,-1 0 3-15,-1-1 2 16,2 2 2-16,-3 0 0 0,0-1-5 16,0 3-1-16,2-2-4 15,0 3-2-15,1 0 0 16,4 1 1-16,-3 1-1 15,2 3 1-15,1-1-2 16,0 2 0-16,0 0 1 0,-1 1-1 16,0-2 0-16,0 2 0 15,-2-2 2-15,1-2-2 16,-2-1 0-16,1 2 0 16,0-4 0-16,-4 2 0 0,2 0 1 15,-1 4 1-15,-1 1 1 16,0-1 1-16,0 2-3 15,0 3 0-15,0-1-1 16,0-1 1-16,0-1-1 16,0-1 0-16,0 0-1 0,0-4-10 15,0-4-35-15,0-5-62 16</inkml:trace>
  <inkml:trace contextRef="#ctx0" brushRef="#br0" timeOffset="-96194.76">21674 10894 160 0,'0'0'2'15,"0"0"-7"-15,0 0 5 0,0 0 0 0,0 0 0 16,0 0 0-16,0 0 1 0,0 0 12 15,0 0 18-15,0 0-22 16,0 0-9-16,-7 3-1 16,-4 0 2-16,2 3 0 15,-2-1 0-15,-3-2-1 16,3 3-1-16,-1-2 0 0,-1 0 0 16,0 1 1-16,0-2 0 15,2-1 0-15,3 1 4 16,1-1 11-16,5-1 0 15,0-1-6-15,0 4-5 16,2 2-4-16,0 1 1 16,0 4-1-16,0 4 1 0,4 2-1 15,1 2 2-15,2 4-2 16,-1-2 0-16,-1 4 1 16,-1-3 1-16,0 3-2 15,1-2 0-15,1 0 0 16,-2 0 0-16,0 2 1 0,1-3 0 15,-1 4-1-15,-1-2 0 16,0 0 1-16,-1-3-1 16,1 0 2-16,-2-1 7 15,1-1 1-15,0-1-1 16,0 2-1-16,2 0-5 0,-1 3-1 16,1-2-1-16,2 0-1 15,-4 2 0-15,2-3 1 16,-2 1-1-16,-1-1 0 15,0-3 1-15,-1 2-1 0,0-1 0 16,0 2 2-16,0 0 2 16,0 1-1-16,0-1-2 15,0 2 0-15,0 0-1 16,0-2 0-16,0 0 1 16,0 0-1-16,0-2 1 15,0 1 0-15,0-2-1 0,1-1 0 16,2 2 3-16,-1 0-3 15,1 0 0-15,1 0 0 16,2-2 1-16,-1 2 1 16,4-4-1-16,0 0-3 15,2-2 4-15,2-1-1 0,3-4 4 16,4-1 0-16,1-5 3 16,6-1-6-16,6 0-1 15,1-12-6-15,4-9-25 16,1-7-118-16</inkml:trace>
  <inkml:trace contextRef="#ctx0" brushRef="#br0" timeOffset="-94850.56">22751 10742 153 0,'0'0'30'0,"0"0"-7"0,1 0-21 0,2 0 2 16,-3 0-4-16,2 0-1 15,-2 0 0-15,1 0 0 16,0 0 1-16,1 0 0 0,1 0 1 16,5-1 2-16,-1-3 2 15,3 1 0-15,4-1-3 16,1 0-2-16,3-1 1 15,0 1-1-15,1-2 0 16,1 2 0-16,-1-2 0 0,-2 2 1 16,-2 0 0-16,-1-1 3 15,-3 3 4-15,-1-1-3 16,1 1 1-16,-3 1-3 16,0 0-2-16,-1 0 0 15,2 1-1-15,-1 0 1 0,0 0-1 16,0 0 0-16,3 0 0 15,-4 0 0-15,3 0 0 16,2 0 1-16,-3 0 2 16,0 0 2-16,2 0-1 15,-4 2 0-15,0 2-4 0,-1-1 1 16,1 4 0-16,-4 0-1 16,-1 0 2-16,1 3 9 15,0 2-9-15,-1 4 1 16,-2 1-2-16,1 5 1 15,0 1-2-15,0 2 0 16,0 2 2-16,0 2-2 0,1-2 0 16,1 0 2-16,1-2 0 15,1-1 1-15,-1 1-1 16,0-1-1-16,1-3 0 16,-1 3 0-16,2-2 0 0,-4 3 0 15,2-1 1-15,-2 3-2 16,-2 0 1-16,0 3 1 15,0 0 1-15,0-2 1 16,0 2-2-16,0-2 1 16,0-2-3-16,0-1 0 0,0-2 0 15,0 1 0-15,0-1 1 16,-1-2 1-16,1 2 0 16,-1-1 0-16,1 3 0 15,-3-4 1-15,3 3-1 16,-2-2 0-16,1 0 1 15,1-2 0-15,0 3-1 0,0-3-1 16,0 1 0-16,0-2 0 16,0-2-1-16,0-1 2 15,0-1-1-15,0-1-1 16,0 0 1-16,1-1-1 16,0 1 0-16,0-5 0 0,0 2 0 15,1-2 2-15,-1-3-2 16,0 1 2-16,-1-2 0 15,1-1-1-15,-1 1-1 16,0 0 0-16,-5 0 3 16,-4 1-2-16,-4-1 2 15,-6 2-1-15,-2 3-3 0,-7-3-3 16,-5 3-14-16,-2-3-35 16,1-7-83-16</inkml:trace>
  <inkml:trace contextRef="#ctx0" brushRef="#br0" timeOffset="-93440.16">23586 10637 86 0,'-1'0'22'0,"0"0"4"0,1 0-3 0,0 0-9 16,-1 0-10-16,1 0-3 15,0 0-1-15,0 0 0 16,-1 0-4-16,-1 0-8 16,-3 0-4-16,-1 4-5 0,1-2 10 15,-1 1 10-15,-2-2 2 16,1-1 1-16,-2 2 1 15,2-2 5-15,-1 0 4 16,3 0-1-16,-2 0 0 16,3 0-7-16,1 0 0 0,2 0-3 15,-1 0-2-15,2 1 2 16,0 3-2-16,0-1 1 16,0 3 4-16,0 4 0 15,0 1 1-15,0 5 0 16,2 2-3-16,3 6-1 0,0 2 0 15,1 5-1-15,-1 1 1 16,1 4-1-16,-3 1 0 16,1-1 1-16,2-2 3 15,0-1 9-15,2-1 5 16,-1-2-3-16,2 0-1 16,2 4 1-16,-3 0-4 0,0 2-6 15,-1 3-1-15,-1 4 0 16,-5 0-1-16,1 2-1 15,-2-1 0-15,0-1 0 16,0-4-1-16,1 1-1 16,2-4 0-16,-1-6 0 0,3-3 1 15,1-5 2-15,4-3 6 16,2-5-2-16,2-4-1 16,2-6-3-16,4-4-1 15,2 0-19-15,2-14-31 0,-3-7-13 16,-1-11-146-16</inkml:trace>
  <inkml:trace contextRef="#ctx0" brushRef="#br0" timeOffset="-92812.9">23836 10801 205 0,'0'0'1'0,"0"0"15"0,0 0-4 0,0 0-7 0,0 0-3 15,0 0-1-15,0 0 1 16,19-38 3-16,-11 36 0 16,1-1 5-16,3 3-7 15,-5 0-2-15,1 0-1 0,-2 3 0 16,2 4 0-16,-5 3 0 16,1 1-1-16,-4-1 4 15,0-1-4-15,0 2 0 16,0-4-1-16,-6 2 0 15,0-4 3-15,0-2 0 16,2 0 1-16,-1-3-4 0,2 0-3 16,1 0 5-16,1 0 1 15,1-3-6-15,0-4 6 16,0-4-4-16,5-2 3 16,3-1-1-16,0-3 1 0,1 1-1 15,0 0 0-15,-4 1-3 16,1 2 3-16,-4 2 1 15,-1 2 0-15,-1 5 1 16,0 1 4-16,0 3 3 16,0 0-4-16,0 3-3 0,0 7 0 15,-1 4-1 1,-1 2 0-16,2 1 1 0,0 0-1 16,0 0 0-16,8-3 0 15,3-2 0-15,2-3-13 16,1-4-25-16,2-4-38 15</inkml:trace>
  <inkml:trace contextRef="#ctx0" brushRef="#br0" timeOffset="-92642.82">24097 10754 173 0,'0'0'35'0,"0"0"16"0,0 0-16 0,0 0 1 0,0 0-30 0,0 0-9 16,0 0 1-16,0 0 4 15,6 49-1-15,-3-21-5 16,-2 5-33-16,1 0-8 16,-1 4-21-16,-1-3-67 0</inkml:trace>
  <inkml:trace contextRef="#ctx0" brushRef="#br0" timeOffset="-92086.78">23902 11400 224 0,'0'0'0'16,"0"0"18"-16,0 0-5 15,0 0-9-15,4-38-4 16,5 26 2-16,2 2-2 0,-4 2 0 16,4 2 0-16,-1 2 0 15,-1 1 3-15,2 3-3 16,-3 0 0-16,0 1 0 16,-2 8-2-16,-2 2 1 15,0 3-7-15,-4 2 0 16,0 1 4-16,-2-1-1 0,-4-1 5 15,0-3 0-15,1-4 1 16,2-2 0-16,1 0-1 16,0-5 1-16,2-1-1 15,0 0-3-15,0-2-14 0,4-6 4 16,1-5 7-16,1-1 4 16,0-3-3-16,0 0 7 15,-4 4-1-15,0 0 1 16,-2 5 2-16,0 2 17 15,0 2 9-15,0 4-14 0,0 0-13 16,2 0-8-16,1 7 3 16,3 3 3-16,1 1 0 15,3 1 0-15,-1-1-2 16,3-1-10-16,1 0-8 16,-2-3-5-16,3 0-15 0,-4-4-82 15</inkml:trace>
  <inkml:trace contextRef="#ctx0" brushRef="#br0" timeOffset="-91844.15">24150 11417 158 0,'0'0'27'0,"0"0"10"0,0 0-7 0,0 0 3 0,0 0-6 0,0 0-20 0,40-20-6 16,-35 26-2-16,-1 5-6 15,-2 0-16-15,-2 2 10 16,0 0 12-16,0 1 0 15,-2-4 3-15,-4-3 0 0,2 0 8 16,3-2 1-16,1-5-1 16,0 0-2-16,0 0-4 15,2 0-2-15,10 0 6 16,5-7-4-16,2-5-4 16,4-2-36-16,0-6-72 15</inkml:trace>
  <inkml:trace contextRef="#ctx0" brushRef="#br0" timeOffset="-90942.01">24212 10512 61 0,'0'0'9'0,"0"0"21"0,54-16-6 0,-36 10-12 0,-3 1-9 15,0 0-2-15,-3 3-1 16,-1-1 1-16,-3 3-1 0,-2 0 0 16,-3 0 3-16,0 0 4 15,-1 0 7-15,0 0-1 16,1 5-3-16,-3 0-5 15,2 2 0-15,-2 2-2 16,0 2 4-16,1 2-3 0,-1 3 1 16,0 1 5-16,2 4 0 15,-2 2-5-15,1 1-3 16,-1 3-2-16,1 1 1 16,-1 2-1-16,2 1 2 15,0 1-1-15,3 0 0 16,-1 2-1-16,2-1 1 0,2-2 1 15,1 0-1-15,-1-2 1 16,0-1 0-16,-1-1 0 16,1 0 3-16,-1-2-4 15,0 2 1-15,-1 1-1 0,-1 3 2 16,4-1 0-16,-4 3-2 16,1-2 0-16,0 0 0 15,-1-2-1-15,0-4 0 16,-1 1 1-16,0-6 0 15,-1-2-1-15,1 0 1 16,-1-3 5-16,-1-1 9 0,1 0-4 16,-1-1-1-16,1 0-2 15,-2-1-6-15,-1 4 0 16,0-2 0-16,-1 3-1 16,-10 1 1-16,-8-2-1 0,-7 6 0 15,-8-1-5-15,-14 5-30 16,-12-4-73-16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11:01.1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7308 7321 15 0</inkml:trace>
  <inkml:trace contextRef="#ctx0" brushRef="#br0" timeOffset="3138.45">7215 7453 125 0,'0'0'-8'0,"0"0"10"15,0 0 0-15,0 0-2 16,0 0 2-16,0 0 0 16,0 0 5-16,0 0 7 0,0 0 17 15,-24 3-7-15,21-6-14 16,0 3-4-16,2 0-5 15,0 0-1-15,1 0-1 16,0 0 0-16,0 0 0 16,0 0 1-16,0 0-1 0,0 0-1 15,0 1 1-15,0-1 2 16,0 0 1-16,2 0 5 16,4 0-2-16,0 0-3 15,3 0-2-15,-2 0 0 16,6 0-1-16,0 0 1 0,1 0-1 15,-1-1 3-15,0 1-1 16,1-3 1-16,-1 2-2 16,3-2 4-16,-2 0-2 15,6 1 1-15,0 0-1 16,2-1-2-16,1-1 1 16,3 1-1-16,1 1 0 0,0-1 1 15,0-1-2-15,-1 2 2 16,1 1-1-16,-2 0 0 15,2-2 1-15,0 3-2 16,0-4 2-16,2 3-1 16,2-1 0-16,0-2 0 0,1 1 0 15,1 2 0-15,-1-1 0 16,1 1 2-16,0 1-1 16,-3 0-2-16,3-2 1 15,-2 2 0-15,-2 0 0 0,3 0 0 16,1 0 1-16,-2 0-4 15,3 0 5-15,-3 0-2 16,4 0 0-16,2 2 1 16,-3 2-1-16,3-1 0 15,-1 1-1-15,2-1 1 16,-3 0 1-16,2-2-1 0,-2 1 0 16,3-1 0-16,0-1 5 15,2 0 1-15,5 0-1 16,0 0-3-16,8 0-1 15,-1 0 0-15,-1 2 0 16,1 0-1-16,-3 0 0 0,0 0 0 16,-2-2 0-16,-2 0 0 15,6 0 1-15,-3 0-1 16,3 0 0-16,4 0 0 16,-1 0 0-16,2 0 0 0,-3 0 0 15,3 0 0-15,0 1 0 16,0 1 0-16,-3-2 1 15,1 0-2-15,-2 0 2 16,2 0-1-16,-1 0-1 16,0 0 2-16,0-2-1 15,0-1 0-15,0-1 0 0,-1 2 0 16,0-1 1-16,0-2-2 16,1 1 2-16,0 0-1 15,-2 0 2-15,-1 0-2 16,3 1 0-16,-4 2 1 15,3-4-1-15,0 4 2 0,0-2 1 16,0 3-1-16,2 0 0 16,0 0-2-16,-2 0 1 15,5 4 0-15,-5 4-1 16,4-1 0-16,-3 1 0 16,-2-1 0-16,1 0 0 0,-3-2 2 15,2-1-2-15,1-4 0 16,-1 0 1-16,3 0-1 15,0 0 0-15,2 0 0 16,-3-2 0-16,1-1 0 16,-3-3 1-16,-5 1-1 0,2 1 0 15,-6 1 1-15,1-1 1 16,-3 1 0-16,-2 3 0 16,0-1-2-16,0-1 1 15,-2 2 0-15,-4-3-1 16,-3 2 0-16,-2-2 0 0,-2 2 2 15,-4-4-2-15,-1 1 1 16,-2 0-2-16,2 1 3 16,-2-2 1-16,-2 0-1 15,0-1 1-15,1 2-3 16,-5-1 1-16,-1-1 2 16,-1 3-2-16,-6-2 4 0,4 0 6 15,-6-2-1-15,-1 0-3 16,0-3-3-16,0-1-2 15,0-1-1-15,-1-2 0 16,0-6-1-16,0 2-1 16,1-4 0-16,-1-2-1 0,0-5 1 15,0 0 0-15,0-4 1 16,0 2 1-16,-2 0-1 16,-1-2 1-16,-1 3-1 15,-2 2 2-15,2-2 2 16,-4 2 0-16,3-1-3 0,-4-1-1 15,2 3 1-15,-1-1-1 16,3 0 0-16,-1 2-2 16,2-1-1-16,0 0-6 15,0 2-2-15,-2 0 3 16,1-3 6-16,-3 4 2 0,0-2-5 16,-3 1 4-16,0 0 4 15,-1 3 1-15,1-1-2 16,1 2-1-16,0 1 0 15,0 0 0-15,3 2 0 16,-3 1 0-16,2-2-1 0,1 2 0 16,0 2 1-16,0-1-1 15,-2 3 0-15,3 0 1 16,-3 2-3-16,-1 1-3 16,2 1 4-16,-2 1 3 15,-1 2-3-15,-1 1 0 0,1 0-4 16,-3 1-3-16,-3 1 1 15,-1 2 3-15,-1-1 1 16,-3 0 0-16,-2 0 0 16,-3 2 3-16,0 0 0 15,-2 0-1-15,-2 0 1 16,-1 0-3-16,-3 6-2 0,-3-2 0 16,0 3 2-16,-6 0 0 15,1-1 0-15,-2 1-1 16,2-3 2-16,-4 1 3 15,3-3-1-15,-1 1-2 0,0 0 3 16,-1-2 3-16,0 1-4 16,-2 1 1-16,0-1-1 15,-1 1 0-15,-2 2 0 16,-1-1 0-16,-1-1-1 16,2-2-1-16,-1 2-1 0,2-3 2 15,-1 0 0-15,2 0 2 16,-1 0 0-16,4-3-1 15,-4-1 1-15,4-2 0 16,-3 1 0-16,4-1-1 16,-5 3 3-16,2 0-4 15,-4 2 2-15,-1-1-4 0,2 2 3 16,-1 0 2-16,-2 0-2 16,2 0 0-16,2 3 0 15,0 0 1-15,0-2-2 16,0 1 1-16,2-2 1 15,0 0-1-15,1 0 1 0,2 0-1 16,-4 0 0-16,0-2 0 16,-3-3 0-16,0 1 0 15,0-1 0-15,-2 1 0 16,0-3 0-16,-4 1 0 0,2 2 0 16,0-2 0-16,0 2 0 15,-2 1 0-15,0 0 1 16,2-1-2-16,-2 1 1 15,0-1 1-15,2 2-1 16,-2-2-1-16,0 0 2 16,-2-2-1-16,1 2 0 0,-1-2 0 15,0 1-1-15,1-1 3 16,1 3-3-16,0-1 2 16,3 1-2-16,-1 0 2 15,2 2-1-15,-2-2 0 16,5 3-1-16,-3 0 2 0,0 0-2 15,1 0 1-15,0 6 0 16,1 1-1-16,-2 0 1 16,0 0 0-16,6 0 0 15,0-1 1-15,4-1-1 16,4 0 0-16,1 2 0 0,1-3 0 16,2 3 0-16,3 0 0 15,0 2 0-15,0-1 0 16,1 4 0-16,-4-1 0 15,2 2 0-15,0 0 0 16,1 1 0-16,0 1 0 16,1-3 0-16,4 5-1 0,1-3 1 15,7 0 0-15,-1-2 0 16,1 2 0-16,5 0 0 16,-5-1 0-16,4 2 0 15,-2 0 1-15,-4 3-1 0,4 1 0 16,0-1 0-16,0 1 1 15,2-3-1-15,1 0 0 16,3 0 0-16,3-1 0 16,3-2 0-16,2 6-1 15,-1-1 2-15,2 6-1 0,1 3 0 16,0 3 0-16,0 1 1 16,0 2-1-16,-2 3-1 15,3-2 1-15,-1-2 0 16,2 2 1-16,0-4-2 15,0 4 1-15,0-1 0 0,4 3 2 16,5 2-1-16,1 1-1 16,1 1 2-16,7 2-2 15,2-3-1-15,6-3 1 16,8-3 0-16,8-2-1 16,8-2 1-16,14-3 1 0,9 1 0 15,11 0 1-15,10 4-2 16,4-7-31-16,3-6-110 15</inkml:trace>
  <inkml:trace contextRef="#ctx0" brushRef="#br0" timeOffset="4989.75">12632 6460 27 0,'1'0'29'0,"-1"0"-11"0,0 0-10 0,0 0-4 15,2 0-1-15,-1-1 3 16,3 1-2-16,-2-3-4 0,2 3 0 16,-2-3 0-16,1 3 1 15,1-1 0-15,-2 1-1 16,0 0 0-16,1 0 1 16,-1 0-1-16,0 0-1 15,0 0 2-15,1 0-1 16,-1 0 0-16,-1 0 0 0,1 1 0 15,0 3 1-15,2 1-1 16,-2 0 1-16,0 0 1 16,-1 0 0-16,1 2-1 15,0-1-1-15,2 1 0 16,-4 0 1-16,2-1-1 0,3 0 0 16,-5-1 0-16,3-2 0 15,-1 2 0-15,2-1 1 16,-2-2-1-16,1 1 0 15,3-2 1-15,-2 0-1 16,4-1 1-16,1 0-1 0,1-1-1 16,2-7 4-16,-3-2 1 15,4-4 0-15,2-3-1 16,1 0 1-16,4-4 1 16,5-3 1-16,2-5 3 0,6-2 6 15,5-5 3-15,6-2-1 16,4-3 5-16,2-2-7 15,2 1-8-15,-2 2-4 16,-4 0-2-16,-2 5 0 16,-5 2-1-16,-7 6 0 15,-6 6 0-15,-5 5-1 0,-6 6 0 16,-8 6-3-16,-2 4-8 16,-5 0-46-16,-3 3-8 15,-10 5 22-15</inkml:trace>
  <inkml:trace contextRef="#ctx0" brushRef="#br0" timeOffset="6234.65">12746 6504 22 0,'-1'0'24'0,"1"0"-21"0,0 0-2 0,0 0-6 0,0-1-40 15</inkml:trace>
  <inkml:trace contextRef="#ctx0" brushRef="#br0" timeOffset="6704.41">12746 6504 26 0,'0'0'19'0,"0"0"2"16,0 0-5-16,0-21-14 0,0 21 1 15,0 0-4-15,0 0 2 16,0 0-2-16,-1 0 0 16,1 0 1-16,0 0 1 15,0 0 3-15,0 0 8 16,0 0 12-16,0 0 0 15,0 0-16-15,0 0-12 0,0 2 8 16,0 3-3-16,0 2-2 16,3 3 1-16,2 0-6 15,-3-1 5-15,1-2-1 16,4-1 3-16,-3-2-2 16,5-3-2-16,0-1 3 0,5 0 0 15,3-5 6-15,3-6-4 16,5-2-2-16,0-5-1 15,4-2 5-15,2-4-7 16,1-3 6-16,6-4-5 16,1-2 6-16,3-4-1 0,3 0 6 15,2-1 3-15,1 4 1 16,1 1-4-16,-3 2-2 16,-4 3-3-16,-3 3-2 15,-6 4-1-15,-5 0 1 16,-5 5-2-16,-5 4 1 0,-5 3-1 15,-2 2 0-15,-6 4 0 16,-2 0 0-16,-3 3-1 16,0 0-6-16,0 6-11 15,-9 4 18-15,-4 5-28 16,0-3-23-16</inkml:trace>
  <inkml:trace contextRef="#ctx0" brushRef="#br0" timeOffset="12065.36">11942 7736 70 0,'0'0'4'0,"0"0"9"0,0 0-6 16,0 0-5-16,0 0-2 0,0 0 1 15,0 0-1-15,0 0 2 16,0 0-2-16,0 0 0 16,0 0 0-16,-40-9 0 15,32 9 0-15,2 0 0 0,-4 0 0 16,3 0 0-16,-3 4 0 16,-2-2 0-16,3 1 0 15,-1 1 0-15,2-1 0 16,1-1 0-16,1 0 1 15,2 2-1-15,2-2 0 0,2-1 0 16,-2 3 0-16,2-1 0 16,0 3 1-16,0-2-1 15,0 3 1-15,0 1 1 16,0 3 2-16,2 0 0 16,1 2-1-16,1 1 1 0,1 3-2 15,-1 1 0-15,-1 4-1 16,-1-2 0-16,0 4 0 15,0-1 1-15,-2 2-1 16,0 1 2-16,0-1-1 16,0 0-1-16,0 0 0 0,0-1 0 15,0 3 1-15,0 0-1 16,2 3 0-16,0 3 2 16,0 1-3-16,1 1 1 15,2 1-1-15,-3-3 0 16,0-1 0-16,-2-2 0 15,0-2 0-15,0-1 1 0,0 3 0 16,0 1 4-16,0 2 1 16,0 2-2-16,0 1-1 15,0 1-3-15,0 2 0 16,-2 0 0-16,2-1 0 16,-2-1 1-16,-3 2-1 0,3 0 0 15,1 4 0-15,-1 0 0 16,0-1 0-16,2 2 1 15,0-4-1-15,0-1 0 16,0-3 1-16,2-2 1 16,3-1-2-16,2-2 1 0,-3 1 4 15,-1 0 5-15,1-2-3 16,-4 6-1-16,0-2-3 16,0-3-1-16,0 3 2 15,0-2-3-15,0-3 1 16,-4-3-2-16,3 1 1 15,0 0 3-15,1 1 1 0,-1 3-1 16,1 2-1-16,-2 1-2 16,0 0 1-16,-3 4-2 15,0-5 1-15,1 0-1 16,0-3 0-16,0-5 0 16,3-2 2-16,1-2-2 0,0-4 1 15,0 0 0-15,1 0-1 16,7-4 0-16,4 1 1 15,1-1-3-15,5-6-1 16,6-4 2-16,3-3-1 0,6-1-1 16,6-19-14-16,1-9-71 15</inkml:trace>
  <inkml:trace contextRef="#ctx0" brushRef="#br0" timeOffset="13556.18">13171 7574 10 0,'1'-2'2'0,"-1"0"19"0,1 0 8 0,0-1-10 0,-1-1-1 15,0 1-3-15,0 1 10 16,0-1 9-16,0 1-7 15,0-2-6-15,0 2-11 0,-1 2-3 16,1 0-5-16,0 0-4 16,0 0-9-16,3 0 7 15,4 0-1-15,4 0 3 16,-3 0 2-16,2 0-2 16,0 0 3-16,2 0-1 15,-1-4-1-15,1 1 1 0,3 0 2 16,3-1-1-16,-2 0-1 15,1 1 1-15,1 0-1 16,-4 2 0-16,-3 1 0 16,-2-2 0-16,2 2 1 15,-5 0-1-15,3 0 0 0,1 0 0 16,-1 0 0-16,2 0 0 16,2 6-1-16,-2-2 1 15,-2 4-1-15,1 0-1 16,0 2-1-16,-5 0 1 0,3 1 0 15,-3 2 0-15,0 1 1 16,-1-1 0-16,-2 1-2 16,-1 3 1-16,1-1 6 15,0-1-4-15,0 1 1 16,0 0-1-16,2 2 1 16,0 0-1-16,2 1 1 0,-1 2 1 15,0 2-4-15,0 0 4 16,-2-1-2-16,1 0 0 15,3 1 0-15,-4-1 0 16,1 1 0-16,0 0 0 16,1 0 0-16,-2-1 0 0,2 2 1 15,-3-5-1-15,-2 2 0 16,0-1-1-16,0-2 2 16,0 1-1-16,-2-1 0 15,-2 2 3-15,3 0-2 16,-1 1 0-16,2 2 0 0,0 1 0 15,0 0 0-15,0 2 0 16,0 1-1-16,0-1 0 16,0 1 1-16,0 0 1 15,0-2-1-15,0 2 0 16,3-1-1-16,1 0 1 0,1-1 0 16,-1-1 1-16,1 0-1 15,1-2 2-15,1-1 1 16,-3 1-2-16,3-2 1 15,0 3-1-15,-2-1 0 0,1 1-1 16,-1-1 1-16,4 0-1 16,-4 0-1-16,3-1 0 15,1 1 0-15,2-1 0 16,-4-1 1-16,0-1-1 16,1 0 0-16,-1 2 0 15,-2-1 0-15,-1 0 0 0,-1 3 0 16,-1-1 1-16,0 2-1 15,0 2 0-15,0-2 0 16,2 1 0-16,0 0 0 16,-1-1-1-16,2 0 1 15,-2-1 0-15,-1 0 0 0,-1-2 0 16,-1 0 0-16,0-1 0 16,0 0 1-16,0 2-1 15,0-1 0-15,-2 1 0 16,0 2-1-16,-2-1 1 15,4 0 0-15,0-2 0 0,-2 2 0 16,-1-1 0-16,-1 0 0 16,3-1-1-16,-6 2 1 15,2-3 1-15,2 3-2 16,-3-3 1-16,2 1 1 16,3 0-1-16,-1-2 0 15,-1-1 0-15,1-1 0 0,0-3 0 16,0-1 0-16,-1 0 0 15,-1-3 1-15,-3 3-1 16,-1 1 0-16,-6 0-12 16,-4 2-34-16,-2-2-46 0</inkml:trace>
  <inkml:trace contextRef="#ctx0" brushRef="#br0" timeOffset="15022.51">12417 8379 38 0,'-2'-1'8'0,"-1"-1"-8"0,0 2-13 0</inkml:trace>
  <inkml:trace contextRef="#ctx0" brushRef="#br0" timeOffset="15378.73">12417 8379 53 0,'0'0'28'0,"0"0"-5"0,-35-7-10 16,35 7-8-16,0 0-4 15,0 0-2-15,0 0 2 16,0 0-1-16,0 0 0 15,0 0 1-15,0 0 1 16,0 0 4-16,2 0-4 0,1 0-3 16,6 0 1-16,0 0 3 15,2 0-1-15,7-2 0 16,-1 0 0-16,2-2 2 16,6-1 0-16,3-1 6 15,2 1 5-15,7-1 1 16,-1-2-5-16,2 1-8 0,3-1 1 15,-1 1-2-15,-1-1-1 16,-1 1-1-16,-3 2 1 16,-2-2-1-16,-4 3 0 15,-3-1 0-15,-5 3 1 16,1 2-1-16,-7 0 0 0,-1 0 0 16,-3 0-3-16,-6 0-9 15,-1 2-26-15,-4 2-12 16,0-3-26-16</inkml:trace>
  <inkml:trace contextRef="#ctx0" brushRef="#br0" timeOffset="15969.72">12380 8456 45 0,'0'0'18'0,"0"0"-8"0,0 0-9 0,0 0-9 0,0 0 1 16,0 0 5-16,0 0 7 16,0 0 14-16,0 0 1 15,0 0-11-15,0 0-7 16,0 0-1-16,11 0-1 0,-2 0 1 15,3 0-1-15,4 0 1 16,5 0 8-16,1-3 6 16,7-4 6-16,5 0 3 15,8-2-7-15,5-1-12 16,8-1-3-16,5-5-7 0,5-5-122 16</inkml:trace>
  <inkml:trace contextRef="#ctx0" brushRef="#br0" timeOffset="17023.16">20746 8027 100 0,'0'0'14'0,"0"0"1"0,0 0-4 0,0 0 6 16,0 0 3-16,0 0-4 16,0 0-6-16,0 0 0 15,0 0 0-15,0 0-8 16,0 0-3-16,0 0 0 0,0 0 1 15,9 4 0-15,-8 5 0 16,0-1 0-16,1 1 0 16,0-1 0-16,-2 2 0 15,2 0 0-15,1-3 0 16,2-1 0-16,0-2 1 16,1-3-1-16,3-1 0 0,2 0 2 15,-1 0 0-15,4-2 2 16,4-7 5-16,-2-1 0 15,8-3 2-15,-2-5-3 16,6-1 1-16,3-3-4 0,3-4-3 16,4-1 1-16,5-3-3 15,2 1 1-15,3-3 0 16,-1 4-1-16,2-2 0 16,2 2 3-16,-1 2 1 15,3 5-3-15,-4 4-1 16,-1 4 0-16,-5 3-3 0,-4 2-33 15,-13 1-117-15</inkml:trace>
  <inkml:trace contextRef="#ctx0" brushRef="#br0" timeOffset="18090.23">12316 9261 82 0,'18'0'14'0,"1"0"10"0,6-3-7 0,1 0-9 0,6-1-6 15,0 1-2-15,5-1 0 16,1 0 1-16,0 1-1 16,1-1 1-16,1 0 12 0,2-1 10 15,-1 2-10-15,1 0-10 16,2-1-1-16,-1 3-1 15,2-2-1-15,-5 0 1 16,0 1-1-16,-6 0 0 0,-5-1 0 16,-3-1 1-16,-5 1-1 15,-4 0 0-15,-3 0-5 16,-6 0-25-16,-1 0-31 16</inkml:trace>
  <inkml:trace contextRef="#ctx0" brushRef="#br0" timeOffset="18466.46">12394 9333 148 0,'0'0'4'0,"0"0"-1"0,0 0-3 0,0 0 3 16,36 0-3-16,-19 0 1 15,3 2 0-15,5-1-2 16,0-1 3-16,6 2 2 16,1-2 2-16,7 0-2 0,2 0-2 15,6 0-1-15,4 0-1 16,3 0-11-16,6-9-46 16</inkml:trace>
  <inkml:trace contextRef="#ctx0" brushRef="#br0" timeOffset="19520.12">20929 8893 7 0,'0'0'2'0,"0"0"-1"0,0 0 0 15,0 0 2-15,0 0 18 16,0 0 4-16,0 0-7 16,0 0 1-16,0 0-4 15,0 0-5-15,0 0-6 0,30 37-2 16,-28-34-1-16,2-2-1 16,-2 2 0-16,1-3 1 15,-1 0 3-15,2 0 14 16,3 0 15-16,4 0-10 15,-1-4-14-15,7-3-4 0,5-2-4 16,4 2 0-16,4-4 0 16,4 0-1-16,6-5 1 15,-3 2 0-15,2-2 3 16,1-5 10-16,1-2 7 16,1-4-4-16,0-1-3 0,3-4-5 15,1 1-7-15,-2 3-1 16,-4 2-2-16,-7 4-26 15,-10 4-68-15</inkml:trace>
  <inkml:trace contextRef="#ctx0" brushRef="#br0" timeOffset="20417.36">12404 10225 108 0,'0'0'5'0,"0"0"9"0,0 0 1 0,0 0-7 16,0 0 1-16,0 0-3 15,0 0 0-15,0 0 0 16,0 0 1-16,0 0 4 15,0 0 4-15,0 0-7 0,45 3 0 16,-18-3-3-16,5-4-4 16,3-2 1-16,1 2-2 15,0 0 1-15,-2 0-1 16,1-1 0-16,-2 0-1 16,1-1 2-16,0-3 5 0,3 2 6 15,-1-4-7-15,0 2 1 16,-4 1-6-16,-1-1 1 15,-6 4-2-15,-6 1-27 16,-7 2-28-16,-8 1-22 16</inkml:trace>
  <inkml:trace contextRef="#ctx0" brushRef="#br0" timeOffset="20658.54">12588 10340 54 0,'0'0'12'0,"0"0"25"15,36 0-3-15,-14-1-10 16,6-6-17-16,7-2-4 15,4 0-4-15,9-4-20 16,3-3-44-16</inkml:trace>
  <inkml:trace contextRef="#ctx0" brushRef="#br0" timeOffset="21520.1">21079 9554 33 0,'0'0'27'0,"0"0"20"0,0 0-4 0,0 0 5 16,0 0-24-16,0 0-12 16,0 0-9-16,0 0-5 15,0 0-8-15,0 0 4 0,0 0 4 16,1 7 2-16,-1-3 0 16,0 2 1-16,0-1-1 15,2 1 0-15,0-1-1 16,4 0 1-16,-2-1-1 15,5-1 0-15,1-2 0 0,5-1 1 16,3 0-1-16,2-1 2 16,5-6 6-16,3-3 6 15,4-1 6-15,5-4 2 16,5-4-5-16,2-1-2 16,7-4-3-16,4 2-1 0,-1-2-4 15,4 1-4-15,1 5-4 16,-4 1-14-16,-6 3-50 15,-12 2-110-15</inkml:trace>
  <inkml:trace contextRef="#ctx0" brushRef="#br0" timeOffset="23114.09">11828 10737 120 0,'0'0'5'0,"4"0"2"0,4-6-5 16,1 0 0-16,3-1-1 0,-2 0 1 15,-1 1-1-15,0 2 0 16,2 0 0-16,-5 1 3 16,3 2 2-16,0 1 2 15,1 0-6-15,1 0-1 16,1 0 1-16,2 0-5 0,-1 3-9 15,-1 5 1-15,-1 1 7 16,-3 2 3-16,0 2 1 16,-2 2 1-16,1 4 0 15,-3-1 2-15,-3 4-1 16,1 3 3-16,0-1-2 16,-1 5-1-16,0 0 1 15,-1 4-2-15,0 1 2 0,0 2-3 16,0 3 1-16,0 4 0 15,-2 3-1-15,-3 3 1 16,-1 4-1-16,0 1 1 16,3 1-1-16,1-4 0 0,2-3 1 15,0-8 1-15,0-3 0 16,5-4 2-16,5-6-1 16,3-4-1-16,1-5-1 15,1-1 0-15,-3-5-1 16,-1-3 1-16,-3-2-1 0,0-2 0 15,-4-2 1-15,-4-2 1 16,0 0 12-16,0-1 25 16,-6 2-33-16,-4 1-6 15,-1 1 2-15,-2 4-2 16,1 3 0-16,0 1 1 0,2 5-2 16,2 5 1-16,3 3 0 15,1 4 0-15,1 6 0 16,1 9 0-16,0 6 0 15,0 5 0-15,-3 9 1 16,2 4-2-16,1 5 2 0,0 1-1 16,2-1 0-16,0-1 0 15,0 0 0-15,0-4 0 16,0 0 0-16,-2-1 0 16,0 0 0-16,-4-2 1 15,-1-1-1-15,-3-3 0 0,-3-3 3 16,0-2 4-16,-1-5 8 15,1-6-3-15,-1-5-5 16,1-4-1-16,-3-5-3 16,1-6 3-16,-1-3-2 15,1-5-3-15,-4-2 0 0,1-5 0 16,3-3-1-16,-3-5-1 16,1-2-23-16,0 0-31 15,0-11-82-15</inkml:trace>
  <inkml:trace contextRef="#ctx0" brushRef="#br0" timeOffset="24310.69">12467 11657 71 0,'0'0'-2'0,"0"0"-13"0,0 0 10 15,0 0 5-15,0 0 0 16,0-3 3-16,0 2 11 0,0-3 14 16,0 2 1-16,0 2 1 15,0-3-1-15,0 3-15 16,0 0-7-16,0-1-2 16,0 1-5-16,0 0 0 15,0-2 0-15,0 2 1 0,0 0-1 16,0 0 0-16,0 0 1 15,0 0 0-15,0 0-2 16,0 0 1-16,0 0 0 16,0 0 0-16,1 0 0 15,1 6 0-15,-1-2 0 16,2-1 0-16,-3 1 0 0,2 2 0 16,0-2 1-16,0-1-1 15,1 2 0-15,4 1-1 16,-1-1 1-16,1 0 1 15,-2 0-1-15,1-1 0 16,2 2 0-16,-3-2 0 0,2 0-1 16,-4-1 2-16,3 1-1 15,-1-1 0-15,-2 0 1 16,3-2-1-16,0 2-1 16,1-3 1-16,2 0 0 0,0 0-1 15,2 0 0-15,-3 0 1 16,4-4-4-16,1-3 5 15,-1-3-1-15,3-3 4 16,1 0 4-16,4-4 6 16,2-4-3-16,4-2 2 15,3-2-7-15,6-2-2 0,1-3 1 16,2-3-4-16,5 2 5 16,-3-3-4-16,2 4 0 15,-3-1 0-15,-2 2-1 16,-3 4 3-16,-5 2-3 15,-1 4-1-15,-5 4-1 0,-7 7-11 16,-2 2-14-16,-6 6-22 16,-8 0-29-16,0 7 4 15</inkml:trace>
  <inkml:trace contextRef="#ctx0" brushRef="#br0" timeOffset="25028.49">12572 11617 59 0,'0'0'1'0,"0"0"21"0,0 0 12 0,0 0 3 16,0 0-10-16,0 0-1 15,0 0-10-15,0 0-14 16,0 0-11-16,0 0 5 16,0 0-2-16,0 0-3 15,0 0-1-15,25-1-2 16,-21 8 9-16,-1 2 3 0,0 0 0 15,3 1 1-15,-4-1-1 16,3-2 0-16,3-3 0 16,-1-1 0-16,4-3-2 15,0 0-3-15,3-1 8 16,1-8 1-16,1-5 4 16,1-2 5-16,4-4 3 0,4-3 0 15,1-3-3-15,5-4-2 16,6-3-6-16,5-2 0 15,2-2-2-15,1 1-1 16,2 1-2-16,0 1-6 0,-5 3 4 16,-3 5 2-16,-3 2-1 15,-5 5 2-15,-6 5-4 16,-6 6-6-16,-5 4-10 16,-9 4-22-16,-4 0-6 15,-1 6 38-15,0 6 11 0,-6-1 0 16,-3 2-2-16,2-2 1 15,-1 1-11-15,3-5-54 16</inkml:trace>
  <inkml:trace contextRef="#ctx0" brushRef="#br0" timeOffset="27673.23">12449 14360 126 0,'0'-6'60'0,"-2"2"-14"0,2-2-38 16,-2 2 16-16,1 1-13 0,-1 0-3 16,0 2-5-16,-2 1 0 15,0 0-6-15,-2 1 2 16,2 8-1-16,-1-1 2 15,2 5 0-15,2-2 0 16,1-2 0-16,0 1 0 16,1-2 1-16,5 1-2 0,0-2 0 15,-1-5 0-15,0 0 0 16,0 0 1-16,-1-2-1 16,0 0 3-16,2 0-1 15,0 0 2-15,-2-3-2 0,2 0-1 16,1-3 2-16,-4-1-1 15,3 0-1-15,-1 0 0 16,-3-2 0-16,-1-2 1 16,-1 3 1-16,0-4-2 15,0 1 1-15,0 2-2 16,0 1 0-16,0 3-2 0,-3 3-8 16,-3 2 3-16,-2 0-5 15,0 7 7-15,1 6 3 16,-1 2 1-16,2 2 1 15,1 1 0-15,4-4 0 16,1 1 0-16,0-5 2 16,8-1-2-16,4-4 0 0,-1-3-1 15,5-2-1-15,-3 0 10 16,1-5 5-16,-1-6-2 16,-6 0-8-16,1-2 1 0,-5 0 0 15,-3 0 2-15,0-1 0 16,-10 0 3-16,-1 1-5 15,-4 5 2-15,2 4-6 16,-3 4-3-16,0 0-36 16,-2 5-68-16</inkml:trace>
  <inkml:trace contextRef="#ctx0" brushRef="#br0" timeOffset="28734.16">12543 16091 0 0,'0'0'49'0,"0"0"5"0,0 0 0 0,0 0-12 0,-2-43-15 15,-1 36-13-15,1 2-10 16,0 0 0-16,-2 4-5 15,2 0-2-15,-2 1 1 16,2 0 0-16,1 1 2 16,-1 6-1-16,0 3 2 15,-1 0-1-15,2 6 0 16,1-1 0-16,0-1 0 0,0 1 0 16,0-3 0-16,0-3 1 15,4-2-1-15,0-3 1 16,-1-2-2-16,3-2 2 15,1 0 6-15,-1-2 5 0,1-5-3 16,0-3-7-16,-3 0 2 16,-1-1-3-16,-3 0 0 15,0 1 0-15,0 0 0 16,-1 2 2-16,-3 1-1 16,-4 3 4-16,0 2-2 15,2 2-6-15,1 0 0 0,-2 4 0 16,3 7-1-16,-3 2 2 15,3 2 0-15,2 1 1 16,1 0 1-16,1-5-1 16,0 1 1-16,0-3 2 0,4-2 0 15,6-4-4-15,-1-3-1 16,0 0 1-16,3 0-1 16,0-1 2-16,-1-9 3 15,-3 0-1-15,-2-1-1 16,-3-2 0-16,-1 0 0 15,-2 0 2-15,0 2-3 0,-1 1 1 16,-5 1-1-16,-2 1-3 16,-2 4 5-16,1 2-5 15,0 2-3-15,-3 0-3 16,4 9-4-16,-3 4 2 16,2 1-10-16,4-4-45 0,5-5-52 15</inkml:trace>
  <inkml:trace contextRef="#ctx0" brushRef="#br0" timeOffset="30314.22">15540 12859 114 0,'-1'0'2'0,"-3"0"3"0,3 0-4 16,-4 0-1-16,-3 0 0 15,3 0 1-15,-2 0 5 16,0 0 4-16,-1 0 1 16,3 0 4-16,-4 0-7 0,0 3-3 15,2 2-3-15,-3 2-2 16,1 2 0-16,1-1 2 15,-1 1-2-15,3-2 0 16,-2 1 0-16,5 0 1 16,-2 1-1-16,-1-1 1 0,3 0 0 15,-1-1 1-15,0 3-1 16,0-3 1-16,-1 3-1 16,-1-1 1-16,2 0 1 15,-2-1-1-15,2-1-1 16,0 0 1-16,3-1 0 15,-1-1 0-15,0-2 2 0,2 2-1 16,-3-1-1-16,3 1 1 16,0-2-1-16,0 1 0 15,0 1-1-15,0-1 0 16,0 0 0-16,0 2-1 16,0-2 1-16,0 2-1 0,0 0 0 15,0 2 0-15,3-2 0 16,1 0-1-16,-2 3 0 15,2-2 2-15,1-1 0 16,-1 0 0-16,-1 1 0 16,1 0 1-16,1 0 0 0,-1 3-2 15,3-1 0-15,-2 3 0 16,1 1 0-16,2 0 1 16,0-1-1-16,0 3 0 15,1-4 0-15,3 1 0 16,1-1-1-16,1-3 1 0,1 1 0 15,1-2 1-15,0-1 2 16,4-1 3-16,-1-3-2 16,0 0 2-16,3-2 1 15,-2 0-1-15,0 0-2 16,-1 0 2-16,0-4-1 0,1-3 0 16,1 0 1-16,-1-1-3 15,2-1 1-15,-1-2-3 16,2-3 0-16,-2 1 2 15,-1-2-3-15,-4 0 1 16,-1-2-1-16,-4 1 2 16,-3-2-2-16,0 1 2 0,-5-1-1 15,0-1 1-15,0-1 0 16,-3 0 2-16,0 0 0 16,0-3-2-16,-5 0-2 15,-4-1 1-15,-4-1-2 0,-6 2-1 16,-2-1 5-16,-4 0 7 15,-6 2-10-15,-2 3 0 16,-3 3 0-16,-3 8-3 16,-1 8-6-16,-4 0-29 15,-4 8-47-15</inkml:trace>
  <inkml:trace contextRef="#ctx0" brushRef="#br0" timeOffset="31404.13">15916 14577 39 0,'5'0'18'0,"3"0"-17"0,-2 0 0 0,-1 0 2 16,-2-3 6-16,-1-1 17 16,0 0 17-16,-2-1 15 15,0 1-21-15,0 0-7 16,0-2-11-16,0 3-9 0,0 1-7 15,-2 0-3-15,-5 1-3 16,0 1 1-16,-3-2-2 16,0 2 6-16,-3-1-3 15,2-1 1-15,-5 2 3 16,3 0-1-16,-1 0 1 0,-1 0-3 16,0 0 0-16,0 6-2 15,-1 0 2-15,1 1 0 16,2 4 0-16,-1-2 0 15,1 2 0-15,0 3 0 16,0 3 2-16,1 1-2 16,-2 3 0-16,1 1 0 0,-1 0 0 15,2 3 0-15,0-1 1 16,1-5 2-16,3 1-3 16,3-2 0-16,1-6 1 15,3 3 1-15,1-3 0 16,0-1 1-16,3 1-3 0,3 2 1 15,5 0-1-15,1-1-1 16,3-1 0-16,-2 1 1 16,4 0-1-16,-1-2 1 15,3-1 0-15,1-3-1 16,-2 2 2-16,4-5 1 0,3-1 0 16,-3-3-2-16,2 0 1 15,1 0 2-15,0 0-1 16,-4-6 2-16,0-4 5 15,-2-2-2-15,1-1 0 16,-5-3 3-16,1-2 1 0,-3-2-4 16,-2-3 0-16,0-1 0 15,-2-3 1-15,-2-3-3 16,-3-2-2-16,-4-3 1 16,0-1-3-16,0 0-2 15,-13 0-3-15,-5 4 0 0,-4 6-10 16,-7 6 1-16,-8 10-20 15,-3 8-17-15,-3 2-65 16</inkml:trace>
  <inkml:trace contextRef="#ctx0" brushRef="#br0" timeOffset="32408.29">15990 16619 61 0,'-18'5'52'0,"-1"0"-35"0,1 1 6 15,1 2-14-15,-1 1-6 0,3 1-3 16,-1 1 0-16,5-1 2 16,2 4 3-16,-1 1 9 15,4 0-5-15,2 4-6 16,2-1-1-16,1 5-1 0,1 0 0 16,0-2-1-16,0 3 1 15,7-5 0-15,-2 0 4 16,4-3 11-16,-4-3-1 15,3-2-2-15,1-1-1 16,1-1-2-16,2-1-4 0,2-1-1 16,-1-1 0-16,2 0 3 15,0-2 1-15,5-1 0 16,-1-2-2-16,1 2-1 16,3-3-3-16,-3 0-1 15,2 0-1-15,-1-6 0 0,-2-1 0 16,0-1 0-16,1-2-1 15,-5-1 1-15,-2-2 5 16,1-3-1-16,-3 1-1 16,-3-3 1-16,0-3-1 15,-3 1 0-15,-3-5 0 16,-2 2 1-16,0-4-3 0,0 2-2 16,-5-1 1-16,-9 0-2 15,1 2 1-15,-3 1 2 16,-3 1 0-16,-2 3-4 15,-6 2-4-15,-6 3-20 16,-5-3-54-16</inkml:trace>
  <inkml:trace contextRef="#ctx0" brushRef="#br0" timeOffset="33768.24">12582 14382 122 0,'0'-1'11'0,"0"-2"-3"0,-1 2-5 0,0 1-2 15,0-1-4-15,-2 1 3 0,1-1 0 16,-3 0 2-16,2-2 7 15,1 2 13-15,1-1 4 16,-1 2-11-16,2-3-8 16,0 2-6-16,0 0-1 15,0-1-1-15,0 2 1 0,0-3 0 16,3-1 0-16,2 1 0 16,4 0-1-16,-1-2 1 15,1-1 3-15,2 0-2 16,2-2 0-16,0 1-1 15,1-2 0-15,0 2 0 16,0-1 0-16,1-1 1 0,0 1-2 16,3-1 0-16,-2-2-2 15,2 1 4-15,4 1-4 16,-2-4 6-16,2 2-2 16,5-3 0-16,-3 4-1 15,3-3 1-15,1 0-2 0,1 2 3 16,0-2-1-16,0 2-1 15,2-1-1-15,-1 0 2 16,2 2-4-16,2-3 5 16,2 1-2-16,2-3 0 15,5 2 1-15,1-1-1 16,0-3-1-16,0 1-1 0,0-2 1 16,3-1 0-16,-5 1 3 15,1-2-3-15,1 0 1 16,0 0 0-16,4 0 1 15,0-1 0-15,0 2-1 16,3-2 0-16,-1 0-1 0,3 0 0 16,-1-1 1-16,4 2 1 15,-3-2 0-15,3-1-1 16,2 3 1-16,-1-3-1 16,3 0 0-16,2-2 0 15,1 1 1-15,0 0 6 0,1-3 8 16,-2 1 0-16,1 0-4 15,-4 1-5-15,-2 0-3 16,-3 2 0-16,-5 0-2 16,-4 4 1-16,-5 2-2 15,-5-1 1-15,-1 3 0 0,-3-1 2 16,-1 1-3-16,1 0 1 16,-2 4-1-16,-2-2 0 15,0 6 0-15,-1 1-1 16,-3 5-13-16,1 1-29 0,-5 0-71 15</inkml:trace>
  <inkml:trace contextRef="#ctx0" brushRef="#br0" timeOffset="34728.08">12510 14459 119 0,'-7'-1'7'0,"-1"-2"26"0,0 0-16 0,1-1-9 16,1 3-5-16,2-2-1 15,1 0 2-15,1 0 3 16,0 1 2-16,0 0 4 0,2 0-7 15,0 1-5-15,0 1-4 16,0 0 2-16,2 0 2 16,3 0-1-16,5 0 1 15,4 0-1-15,-1 0 0 16,5 0 0-16,4 3-1 0,1 0-2 16,4 1 2-16,4-1-4 15,2 1 6-15,0 0 0 16,3 2-1-16,3-1 3 15,1 1-3-15,2 1 1 16,4-1 0-16,2 1 0 0,3 0-2 16,2 2 1-16,2 0-1 15,1 0 1-15,4 0 1 16,3 2 1-16,1-1-1 16,2 1 0-16,-1-1-1 15,2 0 1-15,3 0-2 0,-1 0 2 16,4 0-1-16,0-1 0 15,-2 1-1-15,2 1 4 16,-2 0 1-16,-2-1 0 16,-4 1-1-16,3 0 0 15,-2 0 0-15,-1 0-2 0,-1 1 1 16,1 0 0-16,2 0-1 16,-4 1 0-16,0-1-1 15,1 2 2-15,-5-1-2 16,3 0 1-16,-4-2-2 15,-1 1 2-15,2-2-1 0,0-2 0 16,1 2 0-16,-3-3 1 16,-2 0-1-16,-4 2 2 15,-6-3-2-15,-9-1 0 16,-7 1-2-16,-9-2 1 16,-9-1-20-16,-10-3-76 0</inkml:trace>
  <inkml:trace contextRef="#ctx0" brushRef="#br0" timeOffset="35687.81">12302 14377 54 0,'0'0'18'0,"0"0"4"0,0 0-9 0,0 0-5 16,0 0-2-16,0 0 1 15,0 0 2-15,40 28 1 16,-27-19-3-16,1 2-3 0,2 3-1 16,6-1-2-16,0 7 0 15,5 1-1-15,7 2 2 16,0 3-2-16,5 2 0 15,4 6 0-15,4-2 0 16,4 3 0-16,2 2 0 0,2-2 0 16,2 1 0-16,0-1 0 15,3-1 0-15,-2 1 0 16,-1 0 0-16,0 1 0 16,5 1 0-16,0-1 2 15,1 1-2-15,-1 0 3 0,2 2-3 16,-3 0 1-16,-2 1-1 15,-1 3 1-15,-2 2-2 16,-1 2 2-16,0 0-1 16,1 1 0-16,-1-2-1 15,4 2 3-15,3-2-2 0,1-1 0 16,1 4 0-16,4-2 0 16,1-3 1-16,-1 0-1 15,3-1 1-15,3-5 8 16,-1 1 3-16,-2-1-2 15,2-1 0-15,-6 1-2 16,0 2-1-16,-3 1-2 0,-5 2-1 16,0-1-1-16,-4 0-1 15,-1 1-2-15,-2 0 2 16,-7-1-1-16,-2 0-1 16,-3-4 0-16,-1-4 1 15,-4-4-1-15,-4-4 1 0,-2-6-1 16,-1-6 14-16,-1-3 6 15,0-4-7-15,-2-2-9 16,0-4-2-16,-4-1 0 16,-2 0-5-16,-3 0-35 15,-10-11-98-15</inkml:trace>
  <inkml:trace contextRef="#ctx0" brushRef="#br0" timeOffset="36578.51">12539 16046 50 0,'0'0'33'0,"0"0"-6"16,0 0-13-16,0 0-3 0,44-2-6 0,-30-6 2 16,2-5-1-16,3-3 8 15,2-2 10-15,4-3 2 0,4-3-12 16,4-2-8-16,1-4-4 15,5-1 4-15,4-3-3 16,2-2-2-16,3-2 0 16,2-5-1-16,1-1-1 15,4 0 3-15,3-6-2 16,3-5 3-16,5-4 5 16,-3-7-1-16,4-2-1 0,3-7-1 15,5-4-1-15,-1-3 1 16,4 0-2-16,0-2 0 15,5-3 8-15,1-1 5 0,1 2-2 16,2 1-6-16,3-1-5 16,4-2-2-16,-3 6-1 15,1-1-1-15,-2 1-4 16,-1 1-3-16,-4 2 6 16,-9 2 2-16,-3 3 0 15,-7 0 2-15,-7 4-1 16,-5 2 0-16,-7 6 1 0,-8 4-2 15,-4 5 0-15,-11 9 0 16,-5 4 0-16,-6 9-1 16,-6 7-2-16,-1 6-12 15,-6 6-9-15,0 8-26 0,-6 2-98 16</inkml:trace>
  <inkml:trace contextRef="#ctx0" brushRef="#br0" timeOffset="37355.07">12444 16041 103 0,'0'0'18'0,"0"0"13"0,0 0-4 0,0 0-15 16,0 0 0-16,0 0-15 16,0 0 5-16,0 0 11 0,0 0 9 15,0 0-4-15,54-24-4 16,-26 7-5-16,7 0-6 16,5-1-2-16,6-4 0 15,6-3-1-15,10-3 0 16,9-4-1-16,4-2 4 0,8-4-3 15,7-4 0-15,8-1 1 16,-2-3-1-16,4-2 2 16,3-3 2-16,4-5 9 15,4 0-2-15,2-1-3 16,3-3-2-16,0 3-4 0,-1 2-1 16,-2 1-1-16,-5 3 1 15,-4 2-1-15,0 4 1 16,-6 0-1-16,-4 5 0 15,-7 1 0-15,-3 5 1 16,-3 3-1-16,-4 4 1 0,-10 2-1 16,-3 4 0-16,-5 1 0 15,-9 5 0-15,-2 4 0 16,-10 5-2-16,-3 2-17 16,-10 4-35-16,-11 0-107 15</inkml:trace>
  <inkml:trace contextRef="#ctx0" brushRef="#br0" timeOffset="38080.03">12576 16030 178 0,'0'0'8'0,"0"0"35"0,0 0-8 0,0 0-17 0,0 0-6 15,0 0-9-15,0 0-2 16,0 0 0-16,0 0 1 0,43-21-2 15,-20 24-2-15,6 5 1 16,2 2-3-16,7-1-1 16,4 0 1-16,8 0 3 15,6 2 0-15,5 2-1 16,8-1 2-16,8 2 1 16,4 4-1-16,6 2 0 0,5 4 1 15,3 6-1-15,6 1 0 16,2 5 1-16,5 0-1 15,5 3 0-15,3-1 1 16,1 1-1-16,5-5 0 16,4 2 0-16,3-4 0 0,1-2 0 15,-2-3 0-15,-1-3 0 16,-4-1 0-16,-6-1 0 16,-7-2 0-16,-6 0-3 15,-8-1 3-15,-8-1 9 16,-11 3 2-16,-11-2 2 0,-7-1 3 15,-9 0-6-15,-8-2-2 16,-6-1-5-16,-4-3-3 16,-2 0 1-16,-5-5-1 15,-3-3-1-15,-8-4-20 16,-3-3-48-16</inkml:trace>
  <inkml:trace contextRef="#ctx0" brushRef="#br0" timeOffset="39823">15563 12823 158 0,'0'-1'7'0,"0"-2"3"0,0 3-9 0,0-2 0 16,0 1-2-16,0 1-3 16,0 0-9-16,0 0 8 15,0 0 4-15,0 0-1 16,0 0 0-16,0 4 1 16,0 3 4-16,0 2 1 15,0-1-1-15,0 2-1 0,0 0-1 16,0-1 0-16,0 0 0 15,0-1 1-15,0 2 1 16,0-2 3-16,0 2-2 16,3 4 2-16,3-1-3 15,-2 1-1-15,0 3-1 0,1 3-1 16,-1 0 0-16,-2 4 0 16,0-2 0-16,-1 2 0 15,2-3 0-15,-1 1 1 16,-2-4-1-16,2-1 0 0,-2-3 1 15,0 0 0-15,0-1 1 16,0 0-1-16,0-2 1 16,2-1-2-16,-1-1 0 15,1-2-5-15,4-7-84 16</inkml:trace>
  <inkml:trace contextRef="#ctx0" brushRef="#br0" timeOffset="40379.08">15825 14548 27 0,'0'0'1'0,"0"0"-13"0</inkml:trace>
  <inkml:trace contextRef="#ctx0" brushRef="#br0" timeOffset="40777.1">15825 14548 13 0,'0'0'39'0,"0"0"-9"0,0 0-18 15,0 0-10-15,-16 2-2 16,15 1 0-16,1-1-1 16,0 0 1-16,-2 1-1 15,2 0 2-15,-2 0-1 0,2-1 0 16,-2 0 4-16,1 1 11 15,0-2-5-15,1 1-2 16,0-1-2-16,0 3-4 16,0-1 2-16,0 0-3 15,0 3 0-15,0 1 2 0,0-2 5 16,0 4 1-16,0 0 1 16,0 2-6-16,0 3 0 15,0 3-2-15,0 2-1 16,0 2-1-16,0 0 1 15,0 3 1-15,0-2 3 0,0 0 2 16,2 0 5-16,0-1-1 16,0 0-4-16,1 2-4 15,0-2-1-15,-1 1-2 16,0-1 1-16,0-1-1 16,0-2 1-16,-2-4-1 0,0-1 0 15,0-3 0-15,0 1 0 16,0-3 0-16,0-2-2 15,-4-1-32-15,-2-4-36 16</inkml:trace>
  <inkml:trace contextRef="#ctx0" brushRef="#br0" timeOffset="41844.83">16016 16632 170 0,'0'0'8'0,"0"0"-7"0,0 0-13 0,0 0-8 0,0 0 2 16,0 0-2-16,0 0 19 15,0 0 6-15,0 0 11 16,0 0 16-16,-2 5 5 16,2 1-18-16,-2 2-13 15,2 0-3-15,0 5-2 0,0-2 0 16,0 3 2-16,0 2-2 15,0 0-1-15,2 2 0 16,0 3 2-16,-2 1-1 16,0-1 0-16,0 2 4 0,0-2-1 15,0 1 2-15,-2-1-1 16,0-4 0-16,-1 0-2 16,2-2 1-16,1-3-1 15,0-2 0-15,0 0-2 16,0-2 0-16,0-1 1 0,0-2-1 15,0 0 0-15,0 1-1 16,0-2 1-16,0 2-1 16,0 0 0-16,0-1-1 15,0 1 1-15,0-2-1 16,0-1-22-16,0-3-60 16,0 0-76-16</inkml:trace>
  <inkml:trace contextRef="#ctx0" brushRef="#br0" timeOffset="43360.06">13563 13351 136 0,'0'-1'44'0,"0"-3"-13"0,0 1-19 0,0 0-9 15,0 3-2-15,0-1-1 16,0 1-1-16,0 0 0 0,2 0 0 15,-2 0-1-15,2 1-2 16,-1 5 5-16,1 2-1 16,0 4 0-16,2-1 0 15,-2 3 2-15,1 0-1 16,2 2-1-16,0-5 0 0,1 2 1 16,0-3-1-16,0-3 1 15,1 0-1-15,-1-2 1 16,0-3-1-16,0 0 1 15,-3-2 0-15,0 0 1 16,2 0 9-16,-3-7 4 0,2-2-5 16,2-2-3-16,0-1-2 15,-2-2-3-15,1 3-1 16,2-3-1-16,0 2-1 16,-3 4 2-16,-1-1-1 15,1 4 0-15,0 1-1 0,-4 3 1 16,2 1 1-16,1 0-5 15,1 0 0-15,3 5 2 16,-2 4 0-16,3 0 1 16,0 4 0-16,2-2-1 15,-1 1 0-15,2-3 1 16,-3-1 1-16,2-4 0 0,-3 0 0 16,1-4 1-16,-3 0 1 15,4 0 2-15,-5-8 2 16,3-4-1-16,-4-1-3 15,3-2 2-15,-1-2 1 16,-3-2 4-16,-2-2 8 16,0 2-3-16,0-2-5 0,0 1-2 15,0 2-5-15,0 4 0 16,-5 3-5-16,-1 3-10 16,-1 5-27-16,-1 1-40 15,-2 0-106-15</inkml:trace>
  <inkml:trace contextRef="#ctx0" brushRef="#br0" timeOffset="43867.28">13880 12985 128 0,'0'0'23'0,"0"0"8"0,0 0-20 16,0 0-4-16,0 0-5 15,0 0-3-15,0 0-1 16,0 0-1-16,0 0-2 15,0 0 5-15,0 0 2 0,0 0-2 16,0 0 2-16,8 44-2 16,-5-38 0-16,1 2 1 15,-2 2-1-15,0-1 2 16,2 0-2-16,-2 2 0 0,0 0-6 16,0 0-25-16,-2-3-5 15,0-2-15-15</inkml:trace>
  <inkml:trace contextRef="#ctx0" brushRef="#br0" timeOffset="45360.93">13912 13083 117 0,'5'2'51'0,"2"0"-53"0,3 1 1 0,-3 4 2 0,5 3-2 16,0 1-4-16,-1 4 0 15,4 0 4-15,1 1 1 16,0 0 1-16,4 2 1 0,0-1 1 15,0-2 2-15,2 1 0 16,-1-3 2-16,-4 1-1 16,-1-4 0-16,-5-1-3 15,-2-1-2-15,-2-3 1 16,-6 2-1-16,-1-1-4 16,0-2-4-16,-3 0-39 0,-9-3-49 15</inkml:trace>
  <inkml:trace contextRef="#ctx0" brushRef="#br0" timeOffset="45602.76">14105 13141 99 0,'0'0'0'0,"0"0"-5"0,0 0 5 16,-28 46 0-16,16-22 0 16,-2 3 1-16,0 1 0 15,2 1 0-15,0-2 1 16,4-2-2-16,-1-2 0 16,4-5 0-16,3-6-2 0</inkml:trace>
  <inkml:trace contextRef="#ctx0" brushRef="#br0" timeOffset="45872.3">14199 13191 33 0,'0'0'73'0,"0"0"-72"16,0 0 2-16,0 0 10 16,40-18 10-16,-24 6 9 15,1 2 1-15,-1-1-7 16,1 1-15-16,0 1-8 16,-1 0-2-16,-2 4 0 0,1-1-1 15,-3-1-18-15,-2-1-94 16</inkml:trace>
  <inkml:trace contextRef="#ctx0" brushRef="#br0" timeOffset="46107.26">14309 13039 223 0,'0'0'4'16,"0"0"-6"-16,0 0-11 15,0 0 6-15,-9 43 5 16,7-24 1-16,0 4 2 16,1 0 0-16,1 2-1 15,0-2 1-15,0 0-1 16,2-2 1-16,8-5-1 0,-4-2-3 16,3-4-49-16,-2-6-5 15</inkml:trace>
  <inkml:trace contextRef="#ctx0" brushRef="#br0" timeOffset="46633.8">14452 12915 66 0,'0'0'148'0,"0"0"-146"15,0 0-2-15,0 0 0 16,41-8-1-16,-31 12-2 16,-4 7-4-16,-1 6 0 15,0 2-1-15,-2 2 7 16,1 4 2-16,-2 0 0 0,0-2-1 16,0 0 1-16,0-4-1 15,-1-2 0-15,-1-1 1 16,0-6-1-16,0-2-2 15,0-3 1-15,-5-4 1 0,-1-1 6 16,-2 0-3-16,1 0 6 16,3-3-1-16,2-5 0 15,2-2-3-15,0 1 0 16,2-1 0-16,7 2-5 16,3-1 0-16,1 2-1 0,1 3 1 15,-1 0-1-15,1 4 1 16,1 0 0-16,-2 0 0 15,-2 3-1-15,-1 5 0 16,-2 2-3-16,-2 2-4 16,-4 0-1-16,-2 1 0 15,0-2 8-15,-3-1 1 16,-10-2 2-16,-1 0 2 0,-4-3 1 16,-6 0 1-16,4 0-3 15,-3-2-2-15,0 0-2 16,7-3-32-16,2 0-73 0</inkml:trace>
  <inkml:trace contextRef="#ctx0" brushRef="#br0" timeOffset="47368.54">15499 12850 122 0,'0'0'7'0,"0"0"-6"0,0 0 1 16,0 0-1-16,0 0-1 0,0 0 1 16,0 0-2-16,39 43 2 15,-32-31 0-15,-2 4 1 16,3 2 1-16,0 1-2 15,0 2 0-15,-3 3 1 16,-1 3-2-16,0-1 0 0,-2 1 1 16,-2 0 0-16,0 0 2 15,0-3 1-15,0 2 2 16,0-4 2-16,0 1 0 16,0-2-5-16,0-1-1 15,0-3-2-15,0-7-47 16</inkml:trace>
  <inkml:trace contextRef="#ctx0" brushRef="#br0" timeOffset="48051.18">15771 14620 125 0,'0'0'32'0,"0"0"20"0,0 0-35 0,0 0-11 16,0 0-6-16,0 0-7 15,0 0 5-15,-3 37 1 16,3-12 1-16,0 2 1 0,0 7-1 15,0 2 0-15,0 1 0 16,0 2-20-16,2 0-37 16,1-4-26-16</inkml:trace>
  <inkml:trace contextRef="#ctx0" brushRef="#br0" timeOffset="49311.88">12195 8535 117 0,'-5'0'43'0,"1"-2"-40"0,4-4 2 0,0 0 2 15,0-1-6-15,0 3 0 16,0-2-1-16,2 2 1 0,2 1-2 16,5-1-16-16,1-5-55 15</inkml:trace>
  <inkml:trace contextRef="#ctx0" brushRef="#br0" timeOffset="50760.96">15670 13064 88 0,'0'0'19'0,"0"0"-7"0,0-2-7 0,2 0 1 16,-1 0 4-16,3 0 1 0,2 0-4 16,1 1-5-16,2 1-2 15,0 0 0-15,0 0-7 16,2 0-34-16,-2 0-46 15</inkml:trace>
  <inkml:trace contextRef="#ctx0" brushRef="#br0" timeOffset="50981.02">15721 13085 132 0,'0'0'12'15,"0"0"19"-15,0 0-15 0,0 0-8 16,0 0-7-16,0 0-1 16,0 0-34-16,37-1-92 15</inkml:trace>
  <inkml:trace contextRef="#ctx0" brushRef="#br0" timeOffset="51167.92">15739 13109 195 0,'0'0'11'0,"0"0"15"15,0 0-18-15,0 0-16 16,0 0-63-16,0 0-54 16</inkml:trace>
  <inkml:trace contextRef="#ctx0" brushRef="#br0" timeOffset="51730.95">15884 14858 100 0,'0'0'83'16,"0"0"-116"-16,0 0 6 0,0 0-15 0,0 0-39 15</inkml:trace>
  <inkml:trace contextRef="#ctx0" brushRef="#br0" timeOffset="51794.09">15884 14858 69 0,'0'0'35'15,"0"0"-19"-15,23-8-11 16,-22 6-7-16,0 1-48 16</inkml:trace>
  <inkml:trace contextRef="#ctx0" brushRef="#br0" timeOffset="51999.91">15950 14844 136 0,'0'0'69'0,"0"0"-68"16,0 0-2-16,0 0-1 15,0 0-16-15,0 0-27 0,0 0-1 16</inkml:trace>
  <inkml:trace contextRef="#ctx0" brushRef="#br0" timeOffset="52625.9">16075 16631 290 0,'0'0'-4'0,"0"0"-39"0,0 0 21 15,0 0-16-15,0 0-44 16,0 0 14-16</inkml:trace>
  <inkml:trace contextRef="#ctx0" brushRef="#br0" timeOffset="54983.52">15931 13054 110 0,'-2'0'27'0,"2"0"-10"0,-2 0 3 0,2 0-17 15,-1 0-1-15,1 0 1 16,0 0 6-16,0 0-1 16,0 0-3-16,0 0 0 15,0 0-9-15,7 0 8 0,3 0-4 16,5 0 1-16,4 0 0 16,5 0-1-16,6 0 2 15,7 0-2-15,3 2 6 16,6 1 6-16,4 0 2 15,6 3-6-15,2 2 0 0,-1 0-4 16,3 1-2-16,2 1-1 16,-1-1-1-16,-4 3 0 15,-1-3 1-15,-8-1-1 16,-4 1 0-16,-6-4 0 16,-10-2 0-16,-10-3-19 0,-6-3-165 15</inkml:trace>
  <inkml:trace contextRef="#ctx0" brushRef="#br0" timeOffset="55696.28">16375 12529 191 0,'0'0'2'0,"0"0"6"0,0 0-8 16,0 0 2-16,0 0-3 0,-39 10 2 15,27-3-2-15,2 2-1 16,-4 1 2-16,3 1 1 16,0 0-1-16,2 2 0 15,5-2 0-15,3 1 1 0,1-1-2 16,0-1-1-16,0 0 1 16,1 0 1-16,8-3-3 15,-2-1-1-15,4-1 6 16,2-4 3-16,-2-1-3 15,2 0 7-15,-3 0 0 16,1 0-4-16,-1-5-3 0,-2-1 0 16,-1-1 0-16,-2 0 0 15,2-1 1-15,-5-2-1 16,1 0 0-16,2 1 2 16,-3-1 3-16,0-1-1 15,-1 1-3-15,0 0 1 0,-1 3-2 16,0 0 3-16,0 1 3 15,0 3 0-15,0 1-5 16,-4 0-1-16,-3 2-8 16,0 0-9-16,-3 2-31 15,1 2-31-15,-1-1-69 0</inkml:trace>
  <inkml:trace contextRef="#ctx0" brushRef="#br0" timeOffset="55903.3">16495 12597 266 0,'0'0'36'15,"0"0"-32"-15,0 0 3 0,0 0-5 0,0 0-4 16,0 0-3-16,0 0-25 15,0 0-53-15,0 0-39 16</inkml:trace>
  <inkml:trace contextRef="#ctx0" brushRef="#br0" timeOffset="56358.52">16614 12503 192 0,'0'0'11'0,"0"0"27"15,0 0-15-15,0 0-10 16,0 0-4-16,0 0-4 15,0 0-6-15,0 0 0 16,4-11 1-16,2 11-1 16,3 0 2-16,3 0-2 0,1 0-2 15,0 0 6-15,5 0-5 16,1 0 4-16,0 0-1 16,-1-3-1-16,-4-1-5 15,2 4 10-15,-6-3 0 16,-2 3-2-16,0 0-2 0,-6 0-1 15,-1 0 1-15,-1 0-2 16,0 3-3-16,0 6 7 16,-5 3-1-16,-4 4 2 15,2 2-2-15,-3 6-1 16,0 5 0-16,3 8 0 16,-1 4 1-16,1 5-20 0,1-1-141 15</inkml:trace>
  <inkml:trace contextRef="#ctx0" brushRef="#br0" timeOffset="57083.83">15985 14839 114 0,'0'0'14'0,"0"0"-30"0,0 0 6 15,0 0 4-15,0 0 1 16,43 2 5-16,-27-2 1 16,6-2 9-16,-1 0 13 15,7-1 17-15,3 0 5 0,5-1-15 16,4 0-6-16,2 1-8 15,2-1-1-15,0 2-4 16,1 2-6-16,-1 0-1 16,1 0-6-16,-1 0 7 0,-3 0-4 15,-2 6-8-15,-2-2-48 16,-10-2-53-16</inkml:trace>
  <inkml:trace contextRef="#ctx0" brushRef="#br0" timeOffset="57619.03">16495 14436 254 0,'0'0'7'0,"0"0"-4"0,0 0-2 0,0 0-2 0,-47 30-5 16,33-8 2-16,1 0 0 15,2 0-1-15,4-2 3 16,3-4 1-16,4-3 1 0,0-3-3 16,2-4-8-16,9-3 15 15,2-3 3-15,1 0-5 16,3-6-4-16,-1-4-2 15,-2-2 3-15,0-3 1 16,-4 0 2-16,-3-1 10 0,-2 0 8 16,-3 2 6-16,-2 1-7 15,0 2-10-15,0 3-5 16,-7 2-6-16,0 3-3 16,-2 3-11-16,-2 0-28 15,0 8-17-15,2-2-26 0</inkml:trace>
  <inkml:trace contextRef="#ctx0" brushRef="#br0" timeOffset="57796.12">16637 14552 332 0,'0'0'49'0,"0"0"-48"16,0 0-2-16,0 0 2 15,40-13-7-15,-37 11-22 0,-2 2 2 16,-1 0-25-16,0 0-100 16</inkml:trace>
  <inkml:trace contextRef="#ctx0" brushRef="#br0" timeOffset="58130.01">16876 14442 134 0,'0'0'-65'0,"0"0"37"16,0 0 28-16,-48 40-2 16,30-24 7-16,0 4 29 15,5-1-12-15,6 1-6 16,5 0-3-16,2-3-2 15,0-1-6-15,10-5-1 0,4-4 8 16,4-4 3-16,1-3 8 16,2 0 3-16,0-11 5 15,1-4 1-15,-2 0-1 16,-2-2-12-16,-5 0-4 16,-3-2 0-16,-4 4-9 0,-6 1-3 15,-2 2-9-15,-14 6-27 16,-4 2-66-16</inkml:trace>
  <inkml:trace contextRef="#ctx0" brushRef="#br0" timeOffset="58848.41">16338 16868 251 0,'0'0'5'0,"0"0"-3"0,52-10 2 0,-22 0 1 16,6 0 4-16,6-3-4 15,6 3 4-15,5-3-1 0,4 2 0 16,3 1-3-16,-1 2 3 15,3 1-3-15,-4 2-3 16,-1 0-1-16,-2 1-1 16,-4 2 3-16,-3 1-3 15,-6-1 0-15,-7 1 0 0,-6 1 0 16,-7-1-8-16,-10 0-46 16,-6-1-77-16</inkml:trace>
  <inkml:trace contextRef="#ctx0" brushRef="#br0" timeOffset="59297.25">16783 16523 348 0,'0'0'-10'15,"0"0"7"-15,0 0-2 16,0 0-42-16,0 0 17 16,-40 45 22-16,35-29 6 15,5 5 2-15,0-1-1 16,1-1 0-16,8-2-5 0,4-4-4 15,3-5-3-15,1-4-6 16,1-4 1-16,-1 0 9 16,-3-8 10-16,-2-4 7 15,-1-2 21-15,-6 0 10 16,-3-2 2-16,-2-1-14 0,0-4-14 16,0 5-10-16,-7-4 1 15,-4 5-3-15,0 0 1 16,0 3-2-16,1 3 0 15,-3 7-9-15,0 2-8 16,-1 1-16-16,1 9-30 0,-1-2-41 16</inkml:trace>
  <inkml:trace contextRef="#ctx0" brushRef="#br0" timeOffset="59482.78">17004 16517 330 0,'0'0'3'15,"0"0"-2"-15,0 0-1 16,0 0-2-16,0 0-25 0,0 0-22 16,0 0-7-16,0 0-60 15</inkml:trace>
  <inkml:trace contextRef="#ctx0" brushRef="#br0" timeOffset="59837.79">17089 16463 334 0,'0'0'-3'0,"0"0"3"0,41-17 1 16,-24 11-2-16,-3 0-7 15,-1 2 1-15,-4 4 7 16,-2 0-1-16,0 0-2 16,-4 6-4-16,-1 5-12 0,-2 4-1 15,0-1 2-15,0 2-3 16,-3-1 9-16,-7 1 5 16,2-3 3-16,-1-2 3 15,0-3 4-15,2 0 4 16,-1-3 2-16,3-1-7 15,1 1-1-15,2-1-1 0,2-1 2 16,0 0-3-16,4-2 2 16,9-1 7-16,5 0 11 15,4 0-8-15,9-7-7 16,5-4-3-16,3-4-48 16</inkml:trace>
  <inkml:trace contextRef="#ctx0" brushRef="#br0" timeOffset="66507.82">19626 13665 87 0,'0'0'3'0,"0"0"1"0,0 0-4 16,0 0-2-16,0 0-2 15,0 0-7-15,0 0 9 0,0 0 4 16,0 0 4-16,0 0 3 16,0 0-4-16,0 0-3 15,0 0-2-15,20-7 0 16,-20 7-3-16,0 0 32 16,0 0-10-16,-2 0 2 0,-2-3 5 15,2 2-1-15,-2 1-14 16,-2 0-11-16,0 0-1 15,-2 0 0-15,0 7-1 16,-5 0 1-16,2 3 1 16,1 1 0-16,-1 1-1 0,0 2-2 15,1 0 3-15,-2 3 0 16,3 2 0-16,0-1-1 16,-2 4 1-16,6 0 1 15,-1 1-1-15,4 0 0 16,2 2-1-16,0-2 1 0,0 1-1 15,8-3 1-15,3-1 0 16,5-3 1-16,-1-4 0 16,2 0 6-16,3-5 5 15,0-1-5-15,4-3 5 16,-1 0 1-16,2-4-4 0,2 0-2 16,1 0 0-16,1 0-4 15,1-4 0-15,0-4 2 16,-3 1-1-16,0-3 0 15,-4 0-2-15,-1-3 0 0,-7-1-1 16,-4-3 0-16,-2-4 0 16,-4 0 2-16,-5-5 7 15,0-2 0-15,-12-1-3 16,-5-2-1-16,-3 1-5 16,0 2-6-16,-5 5-8 15,-4 4 2-15,-3 6-13 0,-2 4-41 16,-2 5-49-16</inkml:trace>
  <inkml:trace contextRef="#ctx0" brushRef="#br0" timeOffset="67564.75">19995 15172 136 0,'0'0'19'0,"0"0"12"0,0 0-7 0,0 0-10 16,0 0-4-16,0 0-5 16,0 0-1-16,0 0 3 15,0 0 0-15,0 0-2 0,5-35-3 16,-11 32-2-16,0 2-2 16,-3 0-3-16,-1 1 3 15,-3 0 3-15,0 0 0 16,-4 0-1-16,1 4-4 0,-2 1 9 15,-2 4-4-15,0 0 1 16,-2 2-1-16,3 1-2 16,-1-1 1-16,3 1 0 15,1-1-2-15,3 2 2 16,2-3-2-16,4 5 1 0,-4-3 0 16,4 5 2-16,1 1-1 15,-2 2 0-15,1 3 1 16,-1-2-1-16,4 5 1 15,1-1-1-15,-1 1 1 16,3 2 1-16,1 1 1 0,0-2-3 16,5 1 1-16,4-6-1 15,7-1-1-15,1-4 1 16,0-4-2-16,1-2 5 16,3 0-1-16,0-5-1 15,0 0 0-15,1-5 0 0,3-1-1 16,0 0 2-16,1 0 0 15,1-7-2-15,-1-3 1 16,0-1-1-16,-3-1 1 16,0-3-1-16,-4-1 1 15,-3-1 0-15,-3-3 0 0,-4 0 0 16,-2-4 3-16,-5-3 6 16,-2-1 4-16,0-3 5 15,0-2 5-15,-9 0-9 16,0 2-2-16,-1 0-6 15,-1 1-8-15,-1 3-2 0,1 3-2 16,-5 2-1-16,-4 5-16 16,-5 0-62-16,-6 3-99 15</inkml:trace>
  <inkml:trace contextRef="#ctx0" brushRef="#br0" timeOffset="68634.8">16345 12908 124 0,'0'0'4'0,"0"0"18"0,0 0-2 0,0 0-13 0,7 0-6 16,3 0 0-16,5 0 0 15,5 0-1-15,-2 0 2 16,6 0-2-16,0 0 1 16,6 0-1-16,1 0 1 15,1-4 2-15,3 1 0 0,0 0-1 16,1 0-1-16,-5 1 1 16,-4 2-2-16,-4 0-5 15,-8 0-9-15,-7 0-16 16,-8 0-1-16,-2 2-21 15</inkml:trace>
  <inkml:trace contextRef="#ctx0" brushRef="#br0" timeOffset="68891.49">16327 12969 109 0,'0'0'0'15,"0"0"4"-15,0 0-4 16,0 0 4-16,0 0 8 16,0 0 1-16,0 0-3 15,40-2-4-15,-20-3-1 0,5 4-3 16,2-2-1-16,4 0 1 16,5 0 0-16,3 1-2 15,9 0 1-15,4 1 0 16,-1-1-12-16,7-1-34 15,2 0-71-15</inkml:trace>
  <inkml:trace contextRef="#ctx0" brushRef="#br0" timeOffset="69560.09">16649 14905 133 0,'0'0'17'0,"0"0"18"0,0 0-16 16,0 0-8-16,0 0-2 15,0 0-8-15,0 0-1 0,0 0-1 16,0 0 3-16,35-27-1 16,-19 26-2-16,2-1 1 15,1-2 1-15,3 1-1 16,4 1 1-16,-1-1-1 15,-2-2 0-15,-1 2 1 0,-1-1-2 16,-2 3-8-16,-6-1-14 16,-6 1-13-16,-2 0-40 15</inkml:trace>
  <inkml:trace contextRef="#ctx0" brushRef="#br0" timeOffset="69773.16">16689 14986 107 0,'0'0'4'0,"0"0"0"0,0 0 11 16,0 0 6-16,0 0 0 16,42-11-7-16,-19 4-2 15,6 0-5-15,4 0-1 16,6-1-4-16,4 1-2 15,1 0-24-15,0-1-127 0</inkml:trace>
  <inkml:trace contextRef="#ctx0" brushRef="#br0" timeOffset="70384.98">16862 16980 183 0,'0'0'3'0,"0"0"-3"0,0 0-42 0,0 0 31 16,0 0 6-16,0 0-1 16,0 0 7-16,38-10 10 15,-25 5 13-15,1-1 13 0,4-1-5 16,4-2-11-16,6-3-15 16,2-1-5-16,3 0-2 15,0 1-16-15,-2-2-29 16,-3 5-20-16,-6 4-17 15</inkml:trace>
  <inkml:trace contextRef="#ctx0" brushRef="#br0" timeOffset="70585.31">16933 17079 255 0,'0'0'-12'0,"0"0"13"16,61-7 0-16,-28-4-2 15,4-1 2-15,1-2-40 0,1-3-20 16,-3 0-62-16</inkml:trace>
  <inkml:trace contextRef="#ctx0" brushRef="#br0" timeOffset="72045.05">17546 12137 108 0,'0'0'6'0,"0"0"9"0,0 0-6 0,0 0-5 0,0 0 4 15,0 0 3-15,0 0 2 16,0 0-3-16,0 0-2 16,0 0-2-16,0 0-6 0,0 0-3 15,0 0-3-15,0 0 3 16,2-13 1-16,-6 23 1 15,1 0 2-15,-2 0-1 16,1 0 0-16,3 1-1 16,1-1 0-16,0-1-1 0,0 2 2 15,3-1-1-15,4 0 1 16,-4 0 1-16,3-3-1 16,0 0 0-16,-1-1 2 15,4-3-2-15,-3-2 0 16,2 1 1-16,2-2 1 0,2 0 0 15,0 0-1-15,3-5 1 16,-1 0-1-16,3-2-1 16,-2 1 1-16,-1 0 0 15,-3-2 1-15,-4 2 1 16,1 0-1-16,-5 3 4 0,-2 1 5 16,-1 0-2-16,0 2-4 15,1 0-5-15,0 0-6 16,1 2 3-16,0 6 2 15,2 1 1-15,-1 1 0 16,3 0 0-16,2-1 0 0,2-1 0 16,-2-2 1-16,2-4-1 15,1 0 1-15,0-2 1 16,-2 0 4-16,1-6 11 16,0-4 2-16,-4-1-4 15,1-4-3-15,-4 0-2 16,-1-1-5-16,-1 0-4 0,-1-1 0 15,0 3-8-15,-3 0-29 16,-5 1-34-16,0 1-38 16</inkml:trace>
  <inkml:trace contextRef="#ctx0" brushRef="#br0" timeOffset="72478.24">18075 11850 99 0,'0'0'2'0,"0"0"12"0,0 0 3 15,0 0 3-15,0 0-7 0,0 0-6 16,0 0-7-16,0 0 0 16,0 0-4-16,-45 5 7 15,32 6-1-15,0 1 0 16,1 3-2-16,1-2 3 15,1 1-3-15,4 0 5 0,3-1-1 16,3-2 2-16,0-1 0 16,3 2-1-16,9-2 0 15,5-1 2-15,1-2 0 16,5 1-2-16,2-3-4 16,-1-3-50-16,1-2-52 0</inkml:trace>
  <inkml:trace contextRef="#ctx0" brushRef="#br0" timeOffset="72933.87">18138 11955 109 0,'0'0'15'15,"0"0"6"-15,0 0 1 16,0 0-6-16,0 0-9 0,0 0-1 15,0 0 1-15,0 0 0 16,0 0-3-16,49-32-2 16,-36 32-2-16,-3 0 0 15,2 1 1-15,-2 3-2 16,0 4 1-16,-3-3-2 16,-2 2 0-16,-1 2-4 0,-4-2-1 15,0 0-3-15,0 1-3 16,-2-2 4-16,-4 1 12 15,-2-1-3-15,-2-2 1 16,2 0-1-16,2 1 1 0,-3-2-1 16,5 0 0-16,1 1 0 15,-1-2 0-15,3 3-1 16,1-1-2-16,0-3 0 16,0 1 3-16,0-1 2 15,5-1 3-15,0 0 5 16,6 0 3-16,0 0-4 0,2 0-2 15,4 0-3-15,0 0-2 16,1-1-1-16,2-2-6 16,-6-3-37-16,2-2-45 15</inkml:trace>
  <inkml:trace contextRef="#ctx0" brushRef="#br0" timeOffset="73260">18398 11855 71 0,'0'0'11'0,"0"0"8"0,42 0-7 0,-29 0-5 0,2 0-4 16,-3 2-1-16,-1 2-3 16,0 4 1-16,-4-1-2 15,1 6 1-15,-5-2 0 0,2 3 1 16,-3-2 0-16,-2 3 0 16,0 2-1-16,-8 0-2 15,-5 0 4-15,-9 0 6 16,2-1-10-16,-4-5-30 15</inkml:trace>
  <inkml:trace contextRef="#ctx0" brushRef="#br0" timeOffset="73502.23">18609 12292 217 0,'0'0'-6'0,"0"0"3"16,0 0-2-16,-2 43-5 15,-7-25-10-15,-4 1-21 16,-1-4-5-16</inkml:trace>
  <inkml:trace contextRef="#ctx0" brushRef="#br0" timeOffset="74206.03">19099 12001 141 0,'0'0'31'16,"0"0"-21"-16,0 0-17 15,0 0 7-15,0 0 1 16,0 0-1-16,9 42-1 0,-4-26 3 16,3 1-2-16,-1 0 2 15,-1 0-2-15,1 1 0 16,-3-2 0-16,1-2 0 15,-5-2 0-15,2-2-1 0,-1-5 1 16,-1 0-1-16,1-2 2 16,0-2-1-16,-1-1 2 15,0 0 5-15,2 0-1 16,0-4-3-16,2-2-3 16,1-1-4-16,0-3 2 15,4 1 3-15,-1 1-1 16,-1 1-1-16,4 0 2 0,-2 1-1 15,2 4 0-15,2 1 0 16,-1 1 0-16,2 0 0 16,-1 0 0-16,0 0 0 15,-2 6-2-15,-3 1 1 0,-1 2-2 16,1 2 1-16,-4 0-1 16,-1 0 3-16,-1-2-1 15,-2 4 2-15,0-3-3 16,0 0 1-16,-5-2 1 15,-8-3 3-15,-1 0 2 0,-4-3 8 16,-3 0-5-16,-3-2-1 16,0 0-4-16,-1 0-1 15,3 0-5-15,4-5-41 16,5-7-76-16</inkml:trace>
  <inkml:trace contextRef="#ctx0" brushRef="#br0" timeOffset="74612.49">19288 11897 159 0,'0'0'6'0,"0"0"0"0,0 0-3 0,0 0-2 16,0 0 2-16,0 0-3 16,41-27 0-16,-30 26 5 15,2 1 1-15,-2 0-2 16,-1 0-4-16,-2 5 0 16,-2 4-1-16,-4 1 0 0,-2 1-2 15,0-1-5-15,-1 1 3 16,-6 0-2-16,-1-4 7 15,3-2 2-15,-2-2-1 16,3 0 3-16,2-2 11 16,2-1 10-16,0 0 11 0,0 0-17 15,9 0-10-15,3-4-5 16,3 1-2-16,4-1-10 16,-1-2-28-16,1 1-29 15,-2-3-45-15</inkml:trace>
  <inkml:trace contextRef="#ctx0" brushRef="#br0" timeOffset="74861.66">19543 11823 171 0,'0'0'0'0,"0"0"1"16,0 0 3-16,43 9 5 15,-32-4-2-15,1 4-3 16,-1 2-2-16,-4 2-2 0,0 4-2 16,-5 0 1-16,-2 0-4 15,0 2-2-15,-10-5 0 16,-3-1 1-16,-7-1 3 16,-1-6 1-16,-3-1-28 15,-3-5-39-15</inkml:trace>
  <inkml:trace contextRef="#ctx0" brushRef="#br0" timeOffset="75131.48">19259 11788 154 0,'0'0'3'16,"0"0"8"-16,-38 0-5 15,26 1-4-15,3 6 0 16,1 0-2-16,3 2-2 16,4 2 0-16,1 5 3 15,2 1-1-15,12 3 4 0,5 1-6 16,2-3-41-16</inkml:trace>
  <inkml:trace contextRef="#ctx0" brushRef="#br0" timeOffset="75886.91">17655 12462 13 0,'0'0'33'0,"0"0"6"0,0 0-14 15,0 0-7-15,0 0-1 16,0 0-4-16,0 0 0 16,42-18-7-16,-31 15-3 15,0 2-1-15,5-2-1 16,1 1-1-16,6-1 1 0,2 1 2 15,4-1 1-15,2 0 0 16,-1 0-1-16,5-2-2 16,-4 1 1-16,1 0-1 15,1-3 0-15,-4 3 0 16,3-2-1-16,-1 1 1 0,0-1 0 16,1 3 1-16,-2-1-1 15,-2 2 0-15,-4 2-6 16,-7 0-53-16,-7 0-25 15</inkml:trace>
  <inkml:trace contextRef="#ctx0" brushRef="#br0" timeOffset="76174.07">17677 12546 119 0,'0'0'13'15,"0"0"20"-15,0 0-11 0,0 0-16 0,0 0-1 16,36-11-2-16,-10 8-1 15,8-1 3-15,7 1-3 16,5 0 1-16,4 0-2 0,5-1-54 16</inkml:trace>
  <inkml:trace contextRef="#ctx0" brushRef="#br0" timeOffset="76882.99">19152 12464 44 0,'0'0'44'0,"0"0"-11"0,0 0-4 16,0 0-1-16,0 0-16 15,0 0-2-15,47-20-2 16,-29 17-3-16,3-1-1 0,4-1-2 16,2 1 0-16,1 1-1 15,2-1 0-15,-2 1-1 16,-3 1 1-16,1 0-2 16,-4-1-7-16,-2 2 3 15,0-1-7-15,-1 1-9 16,-3-2-12-16,-4 0-15 0</inkml:trace>
  <inkml:trace contextRef="#ctx0" brushRef="#br0" timeOffset="77218.5">19136 12519 94 0,'0'0'5'15,"0"0"0"-15,0 0 0 0,0 0 1 16,0 0 3-16,0 0 0 15,36-7 6-15,-16 4 7 16,1-1-5-16,4-1-5 16,3-1-6-16,2 1-5 15,3 1 2-15,-1 1-3 0,1-1 0 16,-2-2-39-16,-1-4-100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19:34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15272 5263 64 0,'3'0'7'0,"-1"-4"-1"0,2 2 0 0,-2-2-4 15,-2 4-1-15,0-1 0 0,0 1-2 16,-2-2-1-16,-5 2-3 15,1 0 5-15,-2 0 5 16,0-1-1-16,1-1 7 16,1 1-3-16,0-2 2 15,3 0 2-15,-4 1 7 16,3 0-2-16,-1-2-3 0,-1 4-8 16,-1 0-5-16,-5 0-1 15,0 0 0-15,-3 0 0 16,0 0-3-16,-4 0 3 15,2 6-3-15,0-1 5 16,1 2-2-16,0-1-2 16,3 1 1-16,-1 0 1 0,-1 0-3 15,1 0 4-15,3 2-2 16,-2-2-2-16,1 3 1 16,2-3-1-16,0 1 5 15,1 1-2-15,0-2 0 16,3 2 1-16,-4-1 0 0,4 1-1 15,-3-1 0-15,1 2 0 16,0 0 1-16,-2 2-1 16,1 1 0-16,0-1 1 15,-1 2-2-15,1 1 2 16,1-1-1-16,-1 0 0 0,4 0 1 16,-3-1-1-16,3 0-1 15,-1-1 2-15,0 0-1 16,4-4 0-16,-2 1 0 15,2-5 1-15,2 0 0 0,-1 3 2 16,1-2-1-16,0 3 0 16,0-2 2-16,0 5-3 15,0-1 1-15,0 3 0 16,0 1-2-16,0 0 2 16,1-1-2-16,-1 0 0 15,0-2 1-15,0-1-2 0,0-1 1 16,0-2 0-16,0-1 1 15,2 0 1-15,2 0 1 16,-2 0-1-16,2 1 1 16,2 0 0-16,-2 0-2 15,-1 1-1-15,3 1 1 0,-2 0-1 16,0-1 0-16,4 1 1 16,-3-2-1-16,3 1-1 15,-2 1-1-15,4-1 2 16,-1 1 0-16,0 0 1 15,3-1 0-15,-2 5-1 0,1-6 0 16,-1 2 1-16,0-1 0 16,-1 0-1-16,-2 0-2 15,4-1 1-15,0 0 1 16,1 0 2-16,1-1-1 16,0 2 0-16,3-1 0 0,1-1-1 15,-2 1 1-15,1 0-1 16,3 0 0-16,-3-1 0 15,1 0 1-15,0-1-1 16,-1 1 0-16,1 0 1 16,0-1-1-16,0 0 0 0,0 0 0 15,3 0 0-15,-1-1 1 16,2 0-2-16,2 2 2 16,1-1-1-16,1 0 2 15,0-1-2-15,-3 2 0 16,1-1 0-16,1-2 1 15,-2 1-1-15,1-1 0 0,3 2 0 16,-1-1 0-16,4 1 0 16,-2-2 1-16,3 3-1 15,-2-1 1-15,1 0-1 16,0-2 0-16,-2 0 1 16,0-2-1-16,2 0 2 0,1-1 2 15,2 0 2-15,0 0-3 16,5 0 0-16,2 0-3 15,-3 0 1-15,2 0-1 16,-1 0 1-16,-3 0-1 16,-1-1 0-16,-2-2 2 0,-2-2-1 15,-1-1-1-15,0-4 1 16,0 3 3-16,-1-2 8 16,1 0-7-16,-3 0 0 15,-3-3-1-15,-1 0 2 16,1-1 1-16,-1-3-1 0,0 1-1 15,-1-1-2-15,-2-2-2 16,2 2 0-16,-6 0-1 16,-1 1 1-16,-6-1 0 15,-1 3 5-15,-1-1 5 16,-2 1-1-16,1-1 1 0,-2 1-8 16,0-1 1-16,1 0-3 15,0-3-1-15,0 1 0 16,-1-2 0-16,-2-2 0 15,0-3 0-15,0 2 0 16,0-2 0-16,-5 1 1 0,0 0-2 16,0 2 1-16,-1 2 0 15,0-1 0-15,-2 2-1 16,3 0-1-16,-2 2 1 16,1 0 1-16,-3 0 0 15,4 0 0-15,-2 1 1 0,1-1-1 16,-2-1 1-16,2 2-2 15,-2 1 1-15,-1-1-5 16,-3 1 1-16,1 3 2 16,-3 0-1-16,1-1 4 15,-2 2-1-15,1 0-1 0,-1 0 3 16,-1 0 1-16,-1-2-1 16,1 2-1-16,-1-2 0 15,0 1-1-15,-3-1 1 16,-2-2-2-16,-3 2-1 15,-4-2-2-15,-4 0 3 0,-3 2-2 16,-11 2 3-16,-5 1-4 16,-8 5 4-16,-7 3-1 15,-7 0-19-15,-13 10-15 16,-5 0-34-16,-6 1-113 16</inkml:trace>
  <inkml:trace contextRef="#ctx0" brushRef="#br0" timeOffset="3017.02">16454 5800 99 0,'0'0'0'0,"0"0"1"0,0 0 1 16,0 0 9-16,0 0 5 0,0 0-4 15,0 0 1-15,0 0 1 16,0 0 8-16,0 0-9 15,0 0-10-15,0 0-3 16,0 0 2-16,35-12-2 16,-14 1 0-16,8-2 1 15,4-4 0-15,8-2-1 0,6-1 1 16,3-2-1-16,1 1 0 16,0-2-27-16,-9-1-144 15</inkml:trace>
  <inkml:trace contextRef="#ctx0" brushRef="#br0" timeOffset="3351.3">15847 7878 123 0,'0'0'-2'0,"0"0"3"0,0 0 0 0,0 0-5 0,9-36-29 15,-20 32-18-15</inkml:trace>
  <inkml:trace contextRef="#ctx0" brushRef="#br0" timeOffset="4219.85">15708 7846 85 0,'0'0'17'16,"0"0"13"-16,0 0-8 16,0 0-10-16,0 0-1 0,-42-10-8 15,32 5 1-15,-1-1-2 16,-4 0 0-16,-3-2-2 16,-2 1 1-16,-3 0-1 15,-1 2 2-15,-5-1 0 16,-3 5 4-16,1 1-7 0,-2 0 3 15,0 0-4-15,-1 8 2 16,-2 1 0-16,2 0 0 16,-4 1 0-16,1 1-2 15,-1 4 4-15,2 2-2 16,-3 4 3-16,4 3-2 0,1 6 0 16,3 0-1-16,-2 2 1 15,2 3-1-15,1-2 1 16,1-3-1-16,0 0-1 15,2 0 2-15,4 0-1 0,4-2 0 16,2 0 3-16,5 2 0 16,3-1 0-16,1 3-1 15,5 0 0-15,3-1-1 16,0-1 1-16,6 1-2 16,8 1-2-16,1-2 4 15,5 4-4-15,3-1 2 0,2 0-2 16,1 1 4-16,3-1 0 15,0-2 0-15,0-3 0 16,1-2 0-16,1-1 0 16,4-5 1-16,2 0 2 15,7-1-4-15,1-5 3 0,6 4-2 16,1-5 3-16,3 1-2 16,1-1-1-16,2-3 1 15,-2 0-1-15,2-3 0 16,-4 0 1-16,2-4-3 15,-3-2 1-15,1-1 0 0,0-1 3 16,2-9 0-16,-1-4-1 16,1-5 0-16,0-2-1 15,0-3-1-15,-2-2 0 16,-3-5-1-16,1-2 1 16,1-3-1-16,-6-3 1 15,-2 0-1-15,-7 0 0 0,-4 1 2 16,-7 1-1-16,-3 1 0 15,-8 1 11-15,0 1 5 16,-6-2-10-16,-4-2 2 16,-3-2-4-16,-3-1-3 15,0 0 1-15,-9-2-3 0,-9 0 1 16,-2-4 0-16,-4-1 0 16,-6-3 1-16,-5 0 1 15,-3 1-1-15,-7 0-2 16,-2 5 1-16,-5 6-2 0,-1 7 1 15,-7 7-1-15,-3 10-1 16,-10 11-10-16,-4 4-24 16,-7 7-50-16,-8 7-84 15</inkml:trace>
  <inkml:trace contextRef="#ctx0" brushRef="#br0" timeOffset="5835.04">15785 10623 146 0,'0'0'25'0,"0"0"7"16,0 0-25-16,0 0-14 0,0 0 3 0,1 0 1 15,0 0-6-15,-1 0 5 16,0 0 7-16,0 0 3 15,0 0 1-15,-1 0 0 16,-3-4-2-16,-5-2 0 16,2 3 2-16,-4-4-2 15,-2 3-1-15,0-5-1 0,-2 2-1 16,0-1-2-16,-3-1 1 16,-1-2 0-16,0 2 4 15,-5-1 2-15,2-1-4 16,-3 3 1-16,0-1-3 15,-4 3 1-15,0 2-4 0,-3 2 2 16,1 0 2-16,2 2 1 16,-2 0-2-16,2 0 3 15,-3 4-1-15,4 3 0 16,-1 3-3-16,1 3-1 16,1 1-1-16,2 5 2 0,2 0 0 15,-2 4-1-15,-1-1 1 16,4 3-1-16,-1 1 1 15,0 1 0-15,3 0 0 16,0 1 0-16,2 3 0 0,-1-1 1 16,0 1-1-16,4-1 1 15,1 1-1-15,2-1 2 16,2 0-1-16,5 0 0 16,3 3 1-16,2-1-1 15,0 5-1-15,2 1 2 16,9 4-2-16,-1 0 1 0,2 2-1 15,1 1 0-15,0-2 0 16,0-1 0-16,1-3-1 16,0-2 1-16,3-1 0 15,0-3-1-15,4-1 1 16,3-2 0-16,4-2 0 0,3-1 0 16,6-1 0-16,3-1 0 15,3-2-1-15,2 0 2 16,4-3-1-16,1 0 0 15,3-3-1-15,3-2 0 16,4 1-1-16,-4-5-6 16,-1-1-1-16,1-3 7 0,-4-5 0 15,-2-2 0-15,0 0 2 16,2-3 5-16,-2-10 2 16,0-4-1-16,2-3-1 15,-3-4-3-15,1-3-1 16,1-3-1-16,-7-3 1 0,1-1-1 15,-5-2 0-15,-4 1 0 16,-4-1-1-16,-4 0 0 16,-3-2 1-16,-3 3 0 15,-2-3 0-15,-3-1 1 16,-1 0-2-16,0-1 2 0,-4 1-1 16,-2 0 0-16,-2 2 0 15,-6 2 0-15,-2-1 3 16,0 2 1-16,-6-1 3 15,-6 2 3-15,-3-1-2 0,-3 1 1 16,0 1-4-16,-3 0-4 16,-1 3 0-16,-3-1 2 15,-1 3 1-15,-1 0 4 16,-2 3 2-16,-3 2-6 16,0 1 3-16,0 2-7 15,1 5 0-15,-2 0 0 16,3 6-4-16,-1 2-4 0,2 4 2 15,0 2-5-15,2 1-11 16,0 10-6-16,0 0-20 16,3 1-52-16</inkml:trace>
  <inkml:trace contextRef="#ctx0" brushRef="#br0" timeOffset="6880.08">16545 10742 27 0,'0'0'69'0,"0"0"-50"0,1 0-15 0,1 2-2 16,3-2-1-16,-3 2 1 15,0-2 1-15,1 1-1 16,-1 1-2-16,0 0 0 16,0 1-1-16,-1 1 3 15,1 0 0-15,-1-1-2 0,1 1 1 16,1-1-1-16,1-1 1 16,1-2 0-16,2 0 2 15,1 0 14-15,3-3 4 16,6-7 8-16,5-5-3 15,0-5-4-15,5-2-10 0,4-8-2 16,1-2-3-16,6-5 0 16,-2-2-5-16,0-1-1 15,1 4-1-15,-3 6-3 16,-7 6-24-16,-5 7-31 16,-11 5-82-16</inkml:trace>
  <inkml:trace contextRef="#ctx0" brushRef="#br0" timeOffset="11487.76">17074 6135 25 0,'0'0'35'0,"0"0"-19"0,0 0-5 0,0 0-7 0,0 0-7 15,0 0 7-15,0 0 4 16,0 0 6-16,0 0-5 15,0 0-9-15,0 0 0 16,0 0 0-16,0 0 2 0,0 0 5 16,0 0 1-16,0 0-4 15,0 0-3-15,0 3-2 16,0-2-2-16,0 2 8 16,0 1-1-16,0 0-1 15,0 2-1-15,0 1-2 0,0 1 0 16,0-1 0-16,0 1-1 15,0-1-1-15,3 0 0 16,1 2 1-16,0-1 3 16,0 1-1-16,-2 1-1 15,1 0 0-15,1 1 0 16,-2 2 1-16,-2-2-1 0,2-1 0 16,-2-1 1-16,1 1-2 15,1-2 2-15,-1-3-2 16,2 0 1-16,0-2 0 15,-1-2 1-15,1-1 0 16,0 0 12-16,1 0 7 0,1-1-10 16,0-6-4-16,2 0-1 15,-2-2-2-15,0 1-1 16,0-1 0-16,-2 2 0 16,-1 0-1-16,-1 0 2 15,0 2-2-15,-1 0 0 0,0 2 0 16,0-1 0-16,0 4 0 15,0-3-1-15,0 2 0 16,0 1 1-16,0-2-1 16,0 1 0-16,0 1 0 15,0 0 0-15,0 0-2 0,0 0 1 16,2 0-2-16,3 3-4 16,-3 1 2-16,0 3 1 15,2 0 4-15,3 0-1 16,-2 0 1-16,4 0-1 15,-2-1 1-15,2-2 0 0,1 2 0 16,2-2 0-16,-4-1 1 16,1 0-1-16,-2-2 0 15,0-1 0-15,-2 0 0 16,1 0 3-16,0-4 2 16,2-7 3-16,-4 2 0 0,1-4-1 15,-1-2 0-15,-1-2 6 16,-2-2-2-16,-1-1 2 15,0 2-2-15,0-3-4 16,-2 3-3-16,-4 3-4 0,1 1 2 16,1 2-7-16,-3 3-19 15,2 0-32-15,1-1-63 16</inkml:trace>
  <inkml:trace contextRef="#ctx0" brushRef="#br0" timeOffset="11991.7">17471 5784 77 0,'-5'0'7'0,"2"4"-6"0,0-2-2 0,-1 2 1 16,-2 1 1-16,1 0-1 15,-4 2 1-15,2 3-1 0,-2 0 1 16,-2 4 1-16,1-1 0 16,0 1 3-16,1 2 3 15,2-4-4-15,3 3-3 16,1-4-1-16,2 2 1 15,1-2-1-15,0 2 1 0,2-3 0 16,8 3 1-16,2-3 3 16,1-1 3-16,5-1-3 15,0-1 0-15,4-6-21 16,-1-1-49-16</inkml:trace>
  <inkml:trace contextRef="#ctx0" brushRef="#br0" timeOffset="12391.04">17575 5899 136 0,'0'0'36'0,"0"0"-31"0,0 0 2 16,0 0-2-16,0 0-1 15,0 0-2-15,0 0 1 16,0 0-3-16,19-15 0 15,-11 15 0-15,2 0 0 0,-1 0 0 16,3 0 0-16,-1 5-2 16,0 1-7-16,0 2-4 15,-6 1-6-15,1 1 4 16,-6 0 5-16,0 3-4 16,0-5 5-16,-3 2 14 15,-3-3-4-15,2 1 0 0,-3-3 1 16,2-2 2-16,3 1 0 15,-2-2 1-15,4-1 1 16,0-1 0-16,0 0 4 16,0 0 24-16,1 0-4 0,8 0-14 15,6 0-10-15,2-4-2 16,5-2-3-16,1-4-18 16,2 0-36-16,-4-1-24 15</inkml:trace>
  <inkml:trace contextRef="#ctx0" brushRef="#br0" timeOffset="12725.09">17814 5753 73 0,'0'0'1'0,"0"0"1"0,0 0 0 0,42-7 3 0,-27 7 0 15,1 0-2-15,-2 0 1 16,0 3-2-16,-1 5 1 16,0 2-2-16,-6 2 1 15,1 0 1-15,-1 1 0 16,0 3-1-16,-4-2 0 15,0 0-1-15,0 3-3 0,-3 3 4 16,0-1-1-16,0 2 1 16,0 2-4-16,-8-1-19 15,0-2-47-15</inkml:trace>
  <inkml:trace contextRef="#ctx0" brushRef="#br0" timeOffset="13096.26">17608 6330 89 0,'0'0'10'0,"0"0"2"15,0 0-9-15,0 0 5 0,0 0-5 16,0 0 11-16,0 0-2 16,39 0-5-16,-17-3-3 15,2-3-1-15,2 0 0 16,3-1 0-16,0-1 0 15,1 1 0-15,1 0 2 0,-3-1-4 16,-1 1 1-16,-1 0-2 16,-3 0-20-16,-4-1-46 15</inkml:trace>
  <inkml:trace contextRef="#ctx0" brushRef="#br0" timeOffset="13344.07">17727 6445 140 0,'0'0'9'0,"0"0"-9"15,0 0 5-15,0 0 1 16,51-2-4-16,-27-2-1 0,5 1 1 15,-2-1-2-15,2-2 0 16,2 2 1-16,1-2 0 16,-1 1-6-16,-1-4-41 15</inkml:trace>
  <inkml:trace contextRef="#ctx0" brushRef="#br0" timeOffset="17293.3">19334 6557 41 0,'-3'-4'3'0,"1"1"-9"0</inkml:trace>
  <inkml:trace contextRef="#ctx0" brushRef="#br0" timeOffset="18040.14">19334 6557 61 0,'0'0'41'15,"0"0"-2"-15,0 0-5 16,-14-37-11-16,14 35-11 0,-1 1-6 16,0 1-1-16,1 0-2 15,0 0-4-15,0 0-3 16,0 3 4-16,0 3 0 15,0 2 0-15,0 1 0 16,0 1 0-16,0 1 0 0,0 0-1 16,0 2 0-16,0-2 1 15,0 2 0-15,0 2 0 16,0-3 1-16,0 5-1 16,0-3 0-16,0 1-1 15,2 0 1-15,1-1 0 16,-1 1-1-16,0 0 2 0,0 1-1 15,0-2-1-15,0 3 1 16,-1-1 1-16,1 1-1 16,1 1 0-16,0 1 0 15,-1-1 1-15,1 2-1 0,0 1 0 16,-2-2 0-16,2-1 0 16,-3 0-1-16,2 1 0 15,-2-2 2-15,0 0-3 16,0 1 1-16,0 1 0 15,0 0 1-15,0-1-1 0,-3 1-3 16,1-1 7-16,0-1 0 16,0 2-1-16,2-2-1 15,0 0-1-15,0 3 0 16,0-2 1-16,0 3-1 16,0-1 0-16,3-1 0 15,3-1 1-15,-4 1-2 0,1-1 1 16,-2-1 1-16,0-1-1 15,-1 2 2-15,0-2-1 16,0 1-1-16,0 0 3 16,0-1 1-16,0 1-1 15,0 0 0-15,2 1-1 0,2 3-2 16,-2 1 1-16,-2 0 0 16,2 1-1-16,-2-1 0 15,0 0 1-15,0-3-2 16,0-2 2-16,0-2-1 15,0-2 1-15,0 0-1 0,0-2 1 16,1-1 0-16,2 0-1 16,-1-3-2-16,1-1 3 15,0 0 2-15,-1-3 1 16,-1-1 3-16,-1 0 1 0,2 0-7 16,-2 1 1-16,1-1-1 15,0 2-2-15,-1-1-57 16,0-3-85-16</inkml:trace>
  <inkml:trace contextRef="#ctx0" brushRef="#br0" timeOffset="19059.45">19405 8761 77 0,'0'-4'26'0,"0"-3"8"0,0 1-9 0,0-1-3 16,0 1-15-16,0-1-3 16,0 3-3-16,0 0 1 15,0 1-2-15,0 1 0 16,0 1 2-16,0 1 9 16,0 0-1-16,0 0-3 15,0 0-4-15,0 0-2 0,0 0 3 16,0 4-4-16,0 4-1 15,0 4-2-15,0 2-13 16,0 2 2-16,0 2 13 16,0 1-2-16,0 1 4 15,0 1-2-15,0-1 2 0,0 1 1 16,0 2 2-16,0 1 3 16,0 0-2-16,0 6 1 15,3 0-3-15,2 3 0 16,-3 2-1-16,2 1-2 15,-1 2 0-15,0-1 4 0,-1 1 1 16,-1 3-1-16,1-1 3 16,-1 3 0-16,0 1-1 15,-1-3-4-15,1 0 0 16,0-1-1-16,1-5-1 16,0-4 0-16,0-3 1 0,0-3-3 15,2-2 5-15,-2 1 2 16,2-1 1-16,-2-2-4 15,-1 2 2-15,1-2-3 16,0 3 1-16,-1-4 0 16,0 0-2-16,-1-4 2 15,0-2-2-15,0-4 2 0,0 0-2 16,0-4 1-16,0 1 0 16,0-2 1-16,0-2 0 15,2 0-1-15,0 0-1 16,-2-2-13-16,2-1-25 0,0 0-10 15,-2-7-34-15</inkml:trace>
  <inkml:trace contextRef="#ctx0" brushRef="#br0" timeOffset="22368.12">19007 6938 50 0,'0'0'17'16,"0"0"15"-16,0 0-19 0,0 0 3 0,0 0-5 15,0-2-1-15,0 1-5 16,0-1 1-16,0-1 0 0,0 2 2 15,0 0 4-15,0 1-2 16,0-1-6-16,0 1-1 16,0 0-2-16,0 0 1 15,0 0 1-15,0 0-4 16,0 0-1-16,0 0 4 0,0 0-4 16,2 2 4-16,0 4-4 15,1-1 4-15,-1 2-4 16,-1 2 1-16,-1-5 1 15,2 3 0-15,1 0 3 16,0-1-3-16,1 0 0 0,-1-2-3 16,3 2 1-16,-2-1 1 15,1-2 1-15,0 0 0 16,-1 0 0-16,-1-2 1 16,-2 1-1-16,1-2 0 15,-1 0-3-15,0 0 4 0,2 0 10 16,-1-2 4-16,0-5-8 15,3 0-3-15,2-4-2 16,-1-1-1-16,2-2 0 16,0 0-1-16,0-2 1 15,2 1-1-15,-5-1 1 16,3-2-1-16,-2 2 1 0,0 2 4 16,0-2 1-16,-1 1-4 15,1 1-1-15,0 1 1 16,0-1-2-16,-1 2 1 15,-3 1 3-15,0 2 0 16,2 2 0-16,-2 1-3 0,-2 2 0 16,0 4-1-16,2 0-11 15,-2 0-36-15,0 0-38 16,-4 4 1-16</inkml:trace>
  <inkml:trace contextRef="#ctx0" brushRef="#br0" timeOffset="22825">18998 7007 61 0,'0'0'17'0,"0"0"4"0,0 0 14 0,0 0-8 0,0 0-6 15,0 0 1-15,0 0-7 16,0 0 0-16,40-44-6 15,-30 30 0-15,3 0-8 16,-1-8-17-16,1-2-107 0</inkml:trace>
  <inkml:trace contextRef="#ctx0" brushRef="#br0" timeOffset="24204.96">19639 6964 21 0,'5'0'0'0,"-3"0"-11"0</inkml:trace>
  <inkml:trace contextRef="#ctx0" brushRef="#br0" timeOffset="24740.94">19639 6964 31 0,'0'0'27'0,"0"0"-12"16,0 0-11-16,0 0-4 15,14-4-16-15,-14 4-4 16,0 0 12-16,0-1 10 15,0-1 14-15,0 1 6 16,0 1 4-16,0-3 1 0,0 1 1 16,0 0-2-16,0 2-3 15,0-3-7-15,0 3-7 16,0 0-9-16,0 0-2 16,0 0 2-16,0 0 1 15,0 0 0-15,2 0-1 16,0 0 1-16,3 0-1 0,-4 0 0 15,0 1 2-15,0 2-2 16,1 0 0-16,0 0 0 16,0 1 0-16,2 0 0 15,-3 0 0-15,2 2 0 0,0 0 0 16,1-2 0-16,-2 2 0 16,2 0 0-16,-2-1 0 15,1-2 0-15,2 0 0 16,-3 0 0-16,2-2-3 15,-1-1 2-15,1 0-3 16,-2 0 0-16,1 0 7 0,1-1-2 16,1-6 0-16,1-2 0 15,3-1-2-15,3-4-2 16,1 0 3-16,3-3 3 16,-1-1-3-16,3-1 1 15,4-2 0-15,-2-1 2 0,3 1 4 16,2 0-2-16,-4 1 4 15,3 2-6-15,-2 3-2 16,-4 4-1-16,-3 1-2 16,-4 3-11-16,-4 4-1 15,-2 1-16-15,-5 2-36 0,0 0-48 16</inkml:trace>
  <inkml:trace contextRef="#ctx0" brushRef="#br0" timeOffset="26863.28">20350 7101 34 0,'0'0'45'0,"0"0"-39"0,0 0-1 0,47 0-3 15,-29 0 1-15,-2 0-2 0,2 0 2 16,4-4 6-16,-3 1 7 16,4-1-4-16,2 0 2 15,0 2-1-15,3-2 1 16,2-1-2-16,-1 4-6 16,1-3-3-16,-1 1-2 15,-3 1 1-15,1 0-1 0,-3-1 1 16,-1 0 2-16,-1 0 0 15,-4 1 1-15,0 1 0 16,-3 0-3-16,-1-1-1 16,-3 2 1-16,-2 0-7 0,-4 0-30 15,-1 0-33-15,-4 2-45 16</inkml:trace>
  <inkml:trace contextRef="#ctx0" brushRef="#br0" timeOffset="27148.13">20875 6968 136 0,'0'0'31'0,"0"0"-31"15,0 0 4-15,0 0-3 16,41 2-1-16,-36 2 2 0,2 5-2 16,-3-2 1-16,2 6-1 15,-3 1 2-15,0 5-1 16,-1 1 4-16,-2 2-9 16,0 1-10-16,-6-2-28 15,-9-2-41-15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20:08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4611 5803 39 0,'0'0'21'0,"0"0"-3"0,0 0-11 0,0 0-5 16,0 0-1-16,0 0 0 15,0 0 0-15,0 0 0 0,0 0 7 16,0 0 10-16,0 0 5 16,0 0-3-16,0 0-8 15,0 0-5-15,-35-6-2 16,35 6-3-16,-2-3 0 15,1 3 0-15,1-1 0 16,0 1 2-16,-1-2-2 0,1 2 3 16,0 0 5-16,0 0 3 15,0 0-1-15,0-1-5 16,0 1-2-16,0 0-5 16,0 0-1-16,0 0-1 15,0 0 0-15,6 0 2 0,1 1 0 16,3 1-2-16,4-1 0 15,-3-1 1-15,3 0 1 16,-1 0 1-16,3 0 0 16,-1 0-1-16,1 1 1 15,0 1-1-15,4-2 0 0,1 3 0 16,2-3 0-16,4 0 0 16,2 0-2-16,0 0 0 15,1 0 2-15,1 0 0 16,2 0 0-16,0 0 1 15,1-3-2-15,2 3 3 0,2-3-1 16,0 2-1-16,2-1 1 16,0-1-1-16,1-1 0 15,1 1 0-15,-2-1 0 16,3 0 0-16,1-2 0 16,-1 2 0-16,0-2 0 0,1-1 0 15,-3 2 0-15,1 0 0 16,0 0 0-16,-1 2 0 15,-1 0 0-15,5 1 0 16,-3 0 1-16,4 0-1 16,-1 1 0-16,2-1 0 0,1 2 0 15,1-4 0-15,0 3 0 16,3-2 0-16,1 0 0 16,-2-1 0-16,1 1 0 15,-3-2 0-15,2 0-1 16,1-1 1-16,-4 2 0 0,4 0 0 15,-4 1 0-15,2 0 0 16,-2 2 1-16,0-2-1 16,4 1 0-16,2-1 1 15,4-1 2-15,1 0-2 16,5 1 0-16,1 0 0 16,0-1 0-16,1-2-1 0,-1 1 1 15,-3-1-1-15,3 1 1 16,0 0 1-16,-2 2-1 15,2-1 1-15,2 3 1 16,2 0-3-16,2 1 2 16,3 0-2-16,2 0 0 0,1 0 0 15,-1 0 0-15,4-1 0 16,0 1 0-16,1-3 0 16,2 2 0-16,-1-3 0 15,1-1 1-15,2-2 1 16,-3 1 5-16,-1-1 0 0,2-1 1 15,1 2-4-15,-1-1 0 16,2 0 0-16,-1 1-2 16,-2 1-1-16,1 3 0 15,-3 0-1-15,-5 2 0 16,-3 0 0-16,-8 0 1 0,-3 0-1 16,-9 6 0-16,-5 0 0 15,-11 3 0-15,-7 3 0 16,-16 1-7-16,-11 0-49 15,-4-4-47-15</inkml:trace>
  <inkml:trace contextRef="#ctx0" brushRef="#br0" timeOffset="1295.08">6864 4514 54 0,'0'0'10'0,"0"0"-7"0,0 0 0 0,0-1 0 0,0 1 5 16,0-1-4-16,0 1 5 15,0 0 0-15,0 0-3 16,0 0-2-16,2 0-5 16,0 0 2-16,-1 0 0 15,1 0-1-15,0 2 1 0,2 2-1 16,-1 1 1-16,-1-1-1 15,1 0 0-15,3 1 1 16,-2 1-1-16,-1-1 0 16,3-2 0-16,-1 1 0 15,0-1 0-15,-1-3 2 16,0 2-2-16,0-2 0 0,1 0 1 16,-1 0 1-16,0 0-1 15,4-3 1-15,-3-3-1 16,3 0 0-16,-1 1 0 15,2-4 0-15,2 2 2 16,0-4 1-16,3-1-1 0,1-2-1 16,3 0 1-16,2-2-2 15,2-4-1-15,3 2 0 16,-2-2 0-16,2 0 0 16,-1-2 0-16,2-3 0 15,1 0 1-15,0-1 5 0,-2-4 17 16,0 3 0-16,-4-1-3 15,0 5-1-15,-1 4-11 16,-5 4-4-16,1 6-4 16,-3 4 0-16,-2-1-33 15,-3-1-81-15</inkml:trace>
  <inkml:trace contextRef="#ctx0" brushRef="#br0" timeOffset="2768.19">7908 4435 77 0,'0'-3'9'0,"2"0"-3"0,-2 2 3 0,0-2-1 0,0 2 2 15,0-1 3-15,0 2-4 16,0 0-1-16,0 0-5 16,0 0-2-16,0-1 0 0,0 1-1 15,0 0-1-15,0 0-5 16,0 0 6-16,2 0 0 16,-2 0 0-16,2 1 0 15,-1 1 0-15,3-1 0 16,-2 3 1-16,0-2-1 15,0-1 0-15,2-1 0 0,0 3 0 16,-2-3 0-16,2 0 1 16,-2 1-1-16,-1-1 1 15,1 0-1-15,0 0 1 16,2 0 1-16,-2 0 6 16,1-4-2-16,4-3 0 0,-1 0-3 15,3-4 0-15,5-4 1 16,-1-2-1-16,3-1 3 15,2-5 1-15,6-2 2 16,-1-4-1-16,6-2-1 16,0-2-2-16,2-1-1 0,-3 0-1 15,0 4-2-15,0 5-1 16,-3 2 1-16,-6 6-1 16,-2 7 0-16,-6 2 0 15,-2 5-1-15,-2 1 1 16,-3 2-5-16,0 0-10 0,-2 0-6 15,4 7-3-15,-4-2-2 16,0-4-32-16</inkml:trace>
  <inkml:trace contextRef="#ctx0" brushRef="#br0" timeOffset="5214.21">13046 6253 63 0,'0'0'1'0,"0"0"-2"0,0 0-2 0,0 0 0 0,0 0 0 16,-40 4 7-16,35-4 0 16,-1 0 0-16,3 2-4 15</inkml:trace>
  <inkml:trace contextRef="#ctx0" brushRef="#br0" timeOffset="5811.82">12970 8319 83 0,'0'0'27'0,"0"0"-5"0,0 0-12 0,0 0-5 0,0 0-4 16,0 0 0-16,0 0-1 16,0 0 0-16,0 0 1 15,0 0-1-15,6-20 8 16,-6 20-1-16,0 0-1 15,-2 0-1-15,0 0 7 0,0 0 0 16,2 0-7-16,0 0-1 16,0 0-4-16,0 0-11 15,0 2-22-15,6-2-13 16,2-3-73-16</inkml:trace>
  <inkml:trace contextRef="#ctx0" brushRef="#br0" timeOffset="7585.09">16687 7122 73 0,'0'0'5'0,"0"0"-10"0,0 0 1 0,0 0 5 15,0 0-1-15,2 0 1 16,-2 0 0-16,1 0 10 16,-1 0 8-16,0 0 2 15,1 0-12-15,0 0-6 16,-1 0-2-16,0 0 0 0,1 0 0 15,0 0-2-15,-1 0 0 16,1 0 0-16,0 0-1 16,3 0-2-16,-2 3 3 15,1-2 0-15,-1 2 2 16,1 0-1-16,1-1 1 16,0 0-1-16,-2 0 0 0,2-1 0 15,1 1 1-15,-3 0-1 16,2 1 0-16,-1-3 0 15,2 3 0-15,-3-3 0 0,1 0 0 16,0 0 2-16,2 0 0 16,0 0 2-16,2 0 3 15,0-4 5-15,3-2 3 16,-1 0-7-16,5-2-5 16,1-2-3-16,3 1 1 15,-2-5-1-15,6 2 0 0,2-4 0 16,2-1 1-16,0-2 0 15,3-2 4-15,3-2 9 16,-1-1-2-16,2-3-2 16,1-3 2-16,0-1-7 15,-1 0-1-15,-1 1-2 16,-3 2 0-16,-5 5-1 0,-4 3 0 16,-2 6 0-16,-6 4 0 15,-3 4 1-15,-4 2-1 16,0 0 4-16,-3 2-5 15,-1 2 0-15,0-1 0 16,0 1 0-16,-1 0 0 0,0 0-3 16,0 0-1-16,0 0 0 15,1 0 1-15,0 3-6 16,0 1-14-16,2 0-19 16,2-1-12-16,-1-3-31 15</inkml:trace>
  <inkml:trace contextRef="#ctx0" brushRef="#br0" timeOffset="11809.78">22468 12033 52 0,'0'0'18'0,"0"0"-1"0,0 0-3 15,0 0 1-15,0 0-3 16,0 0-10-16,0 0-2 0,0 0 2 16,0 0-2-16,0 0 1 15,0 0-1-15,0 0 4 16,0 0 16-16,0 0 2 16,0 0-8-16,0 0-9 15,0 0-1-15,0 0-1 0,0 0-4 16,0 0 1-16,1 0 1 15,2 0 0-15,0 0-1 16,2 3 0-16,-2 0 0 16,-1 0 0-16,0 1 0 0,0-1-1 15,0 1 1-15,1-1-1 16,-3 1 2-16,2 1-1 16,-2-1 0-16,1-1 1 15,1 2-1-15,-1 0 0 16,1-1 0-16,1 0 0 15,-1-1 0-15,0 1 0 0,1-1 2 16,0 1-2-16,0-2 0 16,1-1 1-16,1 2-1 15,2-3 0-15,-4 0 1 16,5 0 0-16,0 0 2 16,4 0-1-16,-1 0-1 0,3-6 0 15,1 1 0-15,0-1 3 16,1-4-1-16,3 0 2 15,1 1-1-15,1-4-2 16,1 0-1-16,2-3 0 16,-4 0-1-16,3-1 1 0,0-1-1 15,0-2 3-15,0 1 4 16,3-3 7-16,-3 3-2 16,2-1 0-16,-3 3-7 15,2 2-3-15,-4 1 0 16,-4 4-2-16,-2 1 0 0,-3 4 0 15,-3 2 1-15,-2 1-2 16,-1 2 1-16,-2 0-13 16,-3 3-13-16,0 7-1 15,0 0-4-15,-11 3-18 16,-3-1-23-16</inkml:trace>
  <inkml:trace contextRef="#ctx0" brushRef="#br0" timeOffset="12515.18">22529 12055 29 0,'0'0'32'0,"0"0"-2"0,0 0-11 0,0 0-3 15,0 0-12-15,0 0-6 16,0 0 3-16,0 0-1 16,0 0 0-16,0 0 0 0,0 0 1 15,0 0-1-15,0 0 0 16,12 37 2-16,-10-32-2 15,0 1 1-15,2 0-1 16,-2-1 0-16,1 0 0 16,1 0 1-16,1 0-1 0,2-1 0 15,1-3 1-15,4-1 5 16,1 0 8-16,3 0 8 16,2-4-4-16,6-3-9 15,1-6 3-15,0 0 1 16,6-2 0-16,-1-5-1 15,4-2-2-15,3-2-6 0,4-1 0 16,3-2-2-16,2 0-2 16,-1 0 1-16,-5 0-1 15,-4 1 1-15,-1 2-1 16,-5 3 0-16,-5 3 1 16,-5 2-1-16,-3 4 1 0,-3 5-1 15,-7 1 0-15,-1 5-1 16,-4 1-4-16,-2 2-25 15,0 6-8-15,-4 2-5 16,-5 0-28-16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21:08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15149 6793 103 0,'5'0'8'0,"4"-2"7"0,4-1-5 0,0 0-2 15,3 2-5-15,3-2-1 16,3 0-1-16,2-1 1 15,1 1 0-15,0-1 2 0,1 1 3 16,3-1 0-16,0 1-3 16,2-1-1-16,0 1 1 15,3-1 3-15,4-2 5 16,0 0-2-16,2-1-3 16,3 2 1-16,-1-2-3 15,2 1-1-15,0-1-2 0,0 1-2 16,1-1 2-16,-5 1-2 15,-2-1 2-15,-2 2-3 16,-3 0 2-16,-2 2 0 16,-4 0-1-16,-5 2 0 0,-3 1-1 15,-4 0-4-15,-8 0-7 16,-2 2-15-16,-5 5-24 16,-11 3 8-16,-7-2-48 15</inkml:trace>
  <inkml:trace contextRef="#ctx0" brushRef="#br0" timeOffset="370.2">15172 6936 108 0,'0'0'26'0,"0"0"-16"0,0 0 24 15,0 0-10-15,0 0-11 16,0 0-17-16,0 0-4 16,0 0 11-16,0 0 0 15,0 0 0-15,29 10-1 16,-2-7 0-16,4 1-1 0,3-1 0 15,4-3-1-15,4 0 0 16,5 0 0-16,4 0-3 16,4-10 5-16,6-1 5 15,2-2 9-15,6 1-6 0,5 1-7 16,-3 0 0-16,1-2-23 16,-5-3-134-16</inkml:trace>
  <inkml:trace contextRef="#ctx0" brushRef="#br0" timeOffset="3327.17">20665 7940 69 0,'0'0'27'0,"0"0"-24"0,3-1-3 16,1-2 0-16,1 2 0 0,-2-1 0 15,-1 1 0-15,0-1 0 16,-2 2 2-16,0 0 7 16,0 0 3-16,0 0-8 15,0 0-4-15,0 0-1 16,1 0 0-16,0 0 1 15,-1 0 0-15,2 5 0 0,0 0-1 16,0 1 1-16,-1 1 0 16,2 0 0-16,-1 2 0 15,3-2 0-15,-3 0-1 16,2-2 1-16,-1-3 1 16,0 2 2-16,3-3 7 0,-1 1 1 15,3-2 2-15,0 0 0 16,3 0-6-16,0 0-3 15,3-2-1-15,0-3-2 16,2-3 1-16,0-2 6 16,4-2 5-16,-1 1 0 0,2-5-3 15,3-1-2-15,3-3 0 16,3 0-1-16,-1-2 1 16,2 0 2-16,1 1-2 15,1 2 3-15,-4-2-3 16,-2 6 1-16,-5 2-3 15,-2 3-4-15,-2 4-2 0,-2 3 1 16,-2 3-1-16,-1 0-17 16,-2 0-54-16,1 3-59 15</inkml:trace>
  <inkml:trace contextRef="#ctx0" brushRef="#br0" timeOffset="3903.88">22846 7199 130 0,'0'0'5'0,"0"0"2"0,0 0 9 0,0 0 8 16,0 0-3-16,0 0-3 15,0 0-1-15,0 0-2 16,0 0-4-16,0 0-16 16,0 0 0-16,0 0 0 0,16 17 0 15,-13 7 5 1,-1 4 0-16,1 1 1 0,-1-1-1 16,4 1 2-16,-1-1-1 15,1-1-1-15,1 0-11 16,-2-3-38-16,-2-1-27 15</inkml:trace>
  <inkml:trace contextRef="#ctx0" brushRef="#br0" timeOffset="4402.45">22245 7842 111 0,'0'0'3'0,"0"0"11"0,0 0 2 0,0 0 1 15,0 0-11-15,0 0-1 16,0 0-3-16,0 0 1 0,0 0 0 16,20 0 2-16,1 0-3 15,8-3 0-15,2-1 4 16,10-3 2-16,10 0 6 15,7-3 0-15,7 0 0 16,7-1-2-16,6-1 2 0,2 1-1 16,4-2 1-16,-1 3-4 15,-4-2-5-15,0 2-1 16,-5 2-1-16,-5 1-2 16,-5 2 0-16,-3 2-1 15,-7 1 1-15,-8 2-12 0,-13 0-32 16,-13 0-63-16</inkml:trace>
  <inkml:trace contextRef="#ctx0" brushRef="#br0" timeOffset="4971.62">22317 8244 172 0,'0'0'12'0,"0"0"20"0,0 0 5 0,0 0-26 16,0 0-10-16,0 0-2 15,0 0-6-15,0 0 1 16,0 0 0-16,0 0 3 16,0 0-1-16,0 37 3 0,0-17 1 15,0 0 1-15,0 1 0 16,0 2 0-16,0-3 0 15,1-1 0-15,1-1-1 16,0 2 1-16,-1-2 1 16,0-1 0-16,-1 0-2 15,0-3-25-15,0-2-55 0,2-5-33 16</inkml:trace>
  <inkml:trace contextRef="#ctx0" brushRef="#br0" timeOffset="5299.18">22592 8415 129 0,'0'0'22'0,"0"0"4"16,0 0-13-16,0 0-10 0,44-19-1 15,-27 16-2-15,-1 2 3 16,3-1-5-16,-3 1 4 16,2 0 0-16,2 0 6 15,-2 1 3-15,2-1-6 16,-1 0-4-16,2 1 0 0,-1 0-4 15,-6 0-47-15,-1-2-39 16</inkml:trace>
  <inkml:trace contextRef="#ctx0" brushRef="#br0" timeOffset="5576.82">22682 8264 69 0,'0'0'78'15,"0"0"-74"-15,0 0-1 16,0 0 2-16,0 0 1 16,0 0 1-16,24 43 1 15,-24-25-3-15,0 2 0 0,0 1-2 16,-5 2 2-16,-2 0-5 15,2-2 2-15,-1 3 1 16,2-4 0-16,1 0-22 16,3-4-22-16,3-8-24 15</inkml:trace>
  <inkml:trace contextRef="#ctx0" brushRef="#br0" timeOffset="6168.28">23126 8342 136 0,'0'0'3'0,"0"0"-2"15,0 0-3-15,0 0 1 16,0 0 2-16,0 0 5 16,0 0 5-16,0 0 5 15,13 11-4-15,-3-8-6 0,0-3-2 16,1 0 1-16,2 0-5 16,-1 0 2-16,0-5 1 15,-2-4-1-15,0 1-1 16,1-2 3-16,-5 0 0 15,-2 0 7-15,-1 1-7 0,-3 1-1 16,0 1-4-16,-3 2-1 16,-6 1 0-16,-2 3 0 15,-1 0 0-15,1 1-2 16,-3 0 6-16,1 5-5 16,3 3 3-16,-3 5 0 0,4 0 0 15,0 3 0-15,2-1-1 16,3 2 0-16,-1-1 0 15,2-3 0-15,2-2-1 16,1 1 1-16,0-3 1 16,0-4 4-16,1 2 7 15,5-3-2-15,3 2-2 0,4-5 0 16,1 2 0-16,2-3 1 16,1 0-6-16,1 0 0 15,-2 0 1-15,2 0-2 16,-1-7-2-16,-1-3-22 0,-1-3-40 15,-3-2-72-15</inkml:trace>
  <inkml:trace contextRef="#ctx0" brushRef="#br0" timeOffset="6544.69">22999 8099 125 0,'0'0'10'0,"0"0"21"0,0 0-2 16,0 0-5-16,0 0-3 15,0 0-7-15,0 0-6 16,0 0-6-16,0 0-2 0,0 0 1 16,38-2 0-16,-20 1 0 15,0 1-1-15,0 0 2 16,4 0-3-16,-4-1-28 15,4-2-52-15,-2-4-76 16</inkml:trace>
  <inkml:trace contextRef="#ctx0" brushRef="#br0" timeOffset="7528.38">23300 8004 60 0,'0'0'13'0,"0"0"9"16,0 0-7-16,45-14 0 15,-31 12 1-15,-1 0 4 16,0 2-7-16,1 0-9 15,-2 0-2-15,-1 7-2 0,-3 3-1 16,-3 0-3-16,-3 2-5 16,-2 1 6-16,0 0 1 15,0 1 2-15,-4 2 1 16,-2-3 0-16,1-1 1 16,-1-3-2-16,-2 0-7 15,4-4 2-15,1 1 6 0,-1-5 0 16,2 1-2-16,0-2 4 15,0 0 7-15,-1 0-4 16,-1-3-3-16,1-3-6 16,1-1-11-16,2-2-1 15,0-1 8-15,0 1 5 0,0-3 4 16,9 1 3-16,-3-2 7 16,3 0-1-16,2 0-4 15,0 1-3-15,-2-1-3 16,0 3 0-16,-2-1-1 15,0 2-1-15,-4-1 1 16,-2 2 0-16,0 0 1 0,0-1 4 16,-1 2 4-16,1-1 1 15,-1 3-4-15,0 0-3 16,0 1-2-16,0 2-1 16,0 0-3-16,0 1-2 0,0 0 1 15,0 1-1-15,0 0 1 16,0 0 1-16,0 0-3 15,0 0 0-15,0 2 2 16,0 5 3-16,0 1 1 16,0 4 0-16,1-1-1 0,0 1 2 15,0 0-1-15,2 0-1 16,-1-1 1-16,-2-1-2 16,3 0 4-16,-1 0 0 15,3-1 0-15,-1 0 0 16,0 0 1-16,3 0 0 15,-3-1-1-15,0-1 0 0,2 0-2 16,-1-1 1-16,-1-2-1 16,-1 0 0-16,1-1 0 15,0-1 3-15,0-2 5 16,1 0 3-16,1 1-6 16,3-1-1-16,-3 0 0 0,3 0-2 15,1 0-1-15,-1 0 1 16,0 0 0-16,2-1 3 15,-3-3 1-15,2 2-2 16,1-3-1-16,-3 0-1 16,0 2-1-16,0-2-1 0,-2 2 2 15,-2-2 10-15,0 0 3 16,-2 2 0-16,1-1-5 16,-1 1-6-16,0 0-2 15,1 3-2-15,0 0-2 16,0-3-25-16,0-1-53 0</inkml:trace>
  <inkml:trace contextRef="#ctx0" brushRef="#br0" timeOffset="8904.87">20140 11978 45 0,'0'0'2'0,"0"0"-3"0,0 0-8 0,0 0-6 15</inkml:trace>
  <inkml:trace contextRef="#ctx0" brushRef="#br0" timeOffset="9466.1">20140 11978 2 0,'0'0'42'15,"0"0"-32"-15,0 0 5 16,4-14 4-16,-4 12-3 16,0 1 1-16,0-1-9 0,2-2-2 15,1 0 0-15,2 1 1 16,-3-1-4-16,-1 3-1 15,1-1 0-15,-1-1 13 16,0 0 13-16,-1 0-11 16,0-1-5-16,1 1-2 0,0-1-8 15,-1 2-1-15,0 0 0 16,0 0-1-16,1 1 0 16,-1 1 1-16,0 0 0 15,0 0 1-15,0 0 0 16,1 0-2-16,1 0-2 0,0 0 2 15,0 0-1-15,1 0 0 16,3 0 1-16,-4 0-1 16,3 3 1-16,-2 1-1 15,3 0 0-15,-3-1-2 16,1 4 2-16,2-1 0 0,-3-3 2 16,3 4 0-16,1-3 0 15,-3 1 0-15,3-3 0 16,-1 1 1-16,4-3 0 15,-2 0 1-15,3 0-1 16,4-4 1-16,0-6-1 16,5 0 1-16,3-3-1 0,5-4 1 15,5-1 0-15,4-4-2 16,3-2 0-16,5-4 1 16,-1-2-2-16,2-5 2 15,2-2-2-15,0 2 0 16,0-3 1-16,-1 4-1 0,-4 4 0 15,-3 5 2-15,-4 5-2 16,-6 7-2-16,-9 6-4 16,-5 7-15-16,-11 0-22 15,-5 10-35-15,-8 6 26 16</inkml:trace>
  <inkml:trace contextRef="#ctx0" brushRef="#br0" timeOffset="10348.83">20196 11897 97 0,'0'0'17'0,"0"0"11"0,0 0-3 16,0 0-7-16,0 0-5 15,0 0-3-15,0 0-5 0,0 0-4 16,0 0-1-16,0 0-2 16,0 0-1-16,0 0-4 15,0 0 3-15,0 0 4 16,-8 24 0-16,8-13 0 15,0-2 0-15,0 1 1 0,0-3-1 16,3 0 1-16,2-1-1 16,1-2 0-16,3 0 0 15,-1-3 1-15,4-1 0 16,1 0 3-16,3 0 0 16,5-8 1-16,-1-2 1 0,6-4-1 15,4-2 0-15,4-2-2 16,3-3-3-16,4-3 2 15,1-2 0-15,4-1-2 16,-3-3 1-16,2-1 0 16,3-1-1-16,-2 0 0 15,-2 1 1-15,-2 0 0 0,-2 2 10 16,-4 4 0-16,-6 2-4 16,-3 3 0-16,-5 4-4 15,-5 4 2-15,-3 2 1 16,-2 4 0-16,-7 3 0 0,-1-1-1 15,-2 4-2-15,0 0-4 16,-2 0-3-16,0 0-1 16,1 4 1-16,0 5 4 15,-1 1-12-15,0-5-55 16,-2-5-69-16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21:56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18990 7331 106 0,'-2'0'3'0,"1"0"0"0,1 0 2 0,-2 0 0 0,2 0-2 16,0-3-1-16,0 3 3 16,0 0-4-16,0-1 0 15,0 1 0-15,0 0-2 16,0 0-1-16,0 0-1 16,0 0 2-16,2 4 1 0,-1 0 0 15,1 0 0-15,1 1 0 16,2-1 0-16,-3 0 0 15,3-2 0-15,1 0-1 16,1-2 0-16,2 0 1 16,2 0 4-16,0-9 3 0,3-2 6 15,4-4 2-15,2-2 12 16,4-6-6-16,1-1-8 16,6-3-3-16,5-3-1 15,1 2-4-15,6-1-4 0,0 4 0 16,-1 2-1-16,-5 0-37 15,-8 2-112-15</inkml:trace>
  <inkml:trace contextRef="#ctx0" brushRef="#br0" timeOffset="739.7">18944 9768 20 0,'0'0'24'0,"0"0"2"0,0 0-4 16,0 0-2-16,0 0-2 0,0 0 3 16,43-1-1-16,-30-8 7 15,4-2-13-15,4-5-5 16,8-2-5-16,3-5-2 16,8-4 0-16,6-1 0 15,7-4-2-15,4-3 0 0,1-5-2 16,-4-3-53-16,-3-2-52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22:32.4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944 11076 95 0,'0'-1'14'0,"0"-1"3"0,0 0-5 16,0-1-5-16,0 1-5 16,0 1 0-16,0-2-1 15,-2 3 0-15,1 0 1 0,0 0 0 16,1 0 2-16,-1 0-1 16,1 0 9-16,0 0-14 15,0 0-3-15,0 2 3 16,3 3-2-16,3 2 2 15,-1 0 1-15,3 3 1 0,-2-1-1 16,2-1-1-16,-2 1 1 16,-1-2 0-16,1 1-1 15,0-1 0-15,0-2 0 16,-1-1 0-16,1 0-2 16,1-1 2-16,2 1 0 15,0-3 2-15,0-1 4 0,2 0 0 16,0 0-1-16,4-8 2 15,1-3 0-15,-1-6-2 16,6-2 1-16,1-5-1 16,3-3 1-16,-3-1 0 15,3-4 0-15,2 0 1 0,-3-4 0 16,1 4 3-16,-3 0-4 16,1 1 2-16,-1 3-3 15,-3 2-1-15,2 4-1 16,-7 2 1-16,-1 4-1 0,-2 3 1 15,-4 2 6-15,0 2 5 16,-5 4 2-16,0 2-3 16,-2 1-3-16,2 0-2 15,-2 2-5-15,2 0-2 16,0 0-2-16,3 3 1 0,1 4-2 16,0-2-28-16,-6-5-64 15</inkml:trace>
  <inkml:trace contextRef="#ctx0" brushRef="#br0" timeOffset="1184.74">3178 6970 46 0,'0'0'5'0,"0"0"14"0,0 0 1 16,0 0-7-16,0 0-4 16,0 0-4-16,0 0 3 15,0 0 2-15,-21-41 4 0,18 38 4 16,0 0 3-16,1 2-1 15,2-1-13-15,-2 2-5 16,2 0-2-16,0 0-5 16,0 0 5-16,2 3 0 15,4 3 0-15,2 1-1 16,-2 0 0-16,3-1 0 0,1 1 0 16,-2-3-3-16,3-1 1 15,-1 1 0-15,3-4-4 16,0 0 3-16,5 0 3 15,0-7-5-15,2-6 6 16,5-5 4-16,-1-5 1 0,4-7-2 16,-1-4 0-16,4-2 0 15,0-6 0-15,2 0 2 16,1-1 2-16,2-1 1 16,3-3-4-16,-1 2 2 0,3-1-1 15,-3 1 0-15,-3 4-1 16,1 2 1-16,-3 9-3 15,-3 8 2-15,-6 6 1 16,-10 9-17-16,-14 3-199 16</inkml:trace>
  <inkml:trace contextRef="#ctx0" brushRef="#br0" timeOffset="2480.28">2113 14371 25 0,'0'5'8'0,"2"0"3"0,-2 0 1 15,0-1-2-15,0 0 1 0,0 0 0 16,2-1-2-16,-2-2-5 16,0 2-2-16,2-1-1 15,-2-1-1-15,3 3 0 16,1-1 0-16,2 2 0 16,2 0-1-16,-2 1 1 0,3-1 0 15,1 0 0-15,2-1 0 16,-1-1-1-16,1-3-1 15,1 0-1-15,-2-3 0 16,5-6 3-16,-1-8 0 16,1-4 7-16,-1-6 3 15,4-4 5-15,-1-6-5 0,1 0 3 16,2-4 3-16,0-2 2 16,2-1 3-16,2-1-8 15,2-2-7-15,2-1-3 16,2 2-1-16,-2 1 1 15,-2 3-2-15,-2 6 2 16,-5 7-2-16,-2 8 0 0,-5 7 0 16,-3 4-1-16,0 7-1 15,-1 3-2-15,-2 0 1 16,0 0-26-16,-7 0-75 16</inkml:trace>
  <inkml:trace contextRef="#ctx0" brushRef="#br0" timeOffset="5188.76">5680 8354 40 0,'0'-1'17'0,"0"-1"-3"0,0 2-1 0,0-2 2 16,0 1-8-16,0-1-5 15,0 1-1-15,0-2-1 16,0 0 0-16,0 2 1 15,2-2-1-15,-2 0 0 16,0 0 3-16,0 2 3 0,0 0-2 16,0 1 2-16,0 0-1 15,-5 0-10-15,-1 0 9 16,1 0 0-16,-3 0 1 16,3 0-2-16,-3 0 0 15,4 0 0-15,0-2 1 0,-2 2 0 16,3-3-1-16,-1 3 0 15,0-1-2-15,0-1 0 16,0 2 2-16,0 0-5 16,-3 0 4-16,1 0-4 15,0 0 1-15,-2 3 2 0,-1 0 1 16,1 3-1-16,-2-1-1 16,-1 3 0-16,2-1-1 15,-3 1 1-15,2-1 1 16,1 1-1-16,-3-3 0 15,2 3 1-15,1-2-1 16,-3 1 0-16,1 1 0 0,0-1 3 16,-2 0 1-16,2 2 0 15,2 0-1-15,-3-2-1 16,2 3-2-16,1 0 1 16,1-1 0-16,2-1-1 0,-1 1 0 15,3-1 0-15,0 2 0 16,-1-1-1-16,0-1 2 15,-1 3-1-15,1 0 0 16,-3 0 1-16,3 0 1 16,-5 1 4-16,4 1 3 0,-2 0-5 15,3-1-3-15,0 5-1 16,0 0 0-16,-1-1 0 16,2 4 0-16,-1-1 0 15,1-1 0-15,-1 1-1 16,2-2 1-16,-1 0-1 15,2-1 1-15,0-2 0 0,-1-1 0 16,0 1-1-16,2 1 1 16,-3 0 0-16,0 1 1 15,0-1-1-15,3 1-1 16,-2-1 1-16,1 0-1 16,2-1 0-16,0-2-1 0,0 3 0 15,0-1 1-15,0 0 1 16,2 3 0-16,1 0 1 15,-2-1-1-15,2 1 0 16,0 0 0-16,1-3-2 16,-1-1 0-16,0-2 0 0,2-3 0 15,-1 0-1-15,-1 1 5 16,4-2 1-16,-3 1-3 16,-1 1 1-16,3-2 1 15,-2 0-3-15,0 0 3 16,4 3-1-16,-4-3 0 0,3 0-1 15,-1 0-3-15,-1-1-2 16,4 0 5-16,-2 1 2 16,1-3-2-16,-1 5 2 15,2-4 0-15,0 3 0 16,0-1-2-16,-2 0 1 0,4 1-1 16,-2-2 1-16,-2 1-1 15,4-3 2-15,2 2-7 16,1-3 10-16,1-1-3 15,6 0 2-15,1-2-1 16,4 0-9-16,3 0-35 0,-1-7-38 16</inkml:trace>
  <inkml:trace contextRef="#ctx0" brushRef="#br0" timeOffset="6698.71">5591 8301 26 0,'12'-6'1'0,"-3"-1"-1"0,1-1 0 0,1 2 2 0,-1-3 19 15,0 1 4-15,-3 1-5 16,3 0-7-16,-3 0-5 16,2 2-3-16,2 0-1 15,0 1-3-15,3-1 0 0,1 1-1 16,1 0 1-16,0 1-1 15,2 0 0-15,0 2 0 16,-1-1 0-16,-1 2 1 16,2 0 2-16,-2 0-2 15,1 0 0-15,0 0-1 0,0 3 0 16,1 1 1-16,0 0-1 16,-2 2 1-16,2-2 1 15,-3 2 0-15,1 0-1 16,-1 0 0-16,3 1 2 15,-3 1-2-15,2-1 0 0,-2 3 1 16,1-1-1-16,-1-1-1 16,-1 1-1-16,-1-2 1 15,-1 1 0-15,-1-1 0 16,-1-1 1-16,2 1 0 16,-3 0 0-16,2 2 1 0,-2-1-2 15,0 2 1-15,-2 0-2 16,1 3 2-16,2 0 3 15,-4 2-4-15,1-1 3 16,-1 2-2-16,-2 1 1 16,2 0-2-16,-4 3 0 0,0 0 2 15,0 1-2 1,-2 2 5-16,0 1-4 0,0 2 1 16,0 1-1-16,0 0 1 15,0 1 0-15,0-1 1 16,-2 0-2-16,0-1 0 15,0 1 0-15,-4 1 0 0,3-2-1 16,0-1 0-16,-3 2 0 16,1-1 0-16,1-1 0 15,-3 2 0-15,0 2 1 16,3-2 0-16,-3 0 0 16,-1-3-1-16,0 2 1 0,0-4 0 15,1-1-1-15,-2-1 1 16,-3 0 2-16,2 0-3 15,-1-4 0-15,-1 2 2 16,3-1 4-16,-2-3-5 0,0-2 0 16,2-2 2-16,1-2-2 15,0 1 3-15,-3-2 1 16,0 1 0-16,-2-1-2 16,0 3-1-16,-2-4 0 15,1 0 1-15,0 2-1 0,1-2-1 16,1-2-1-16,1-1 1 15,-2 1-1-15,1-2 0 16,-1-1 1-16,2-1-1 16,-1 3 3-16,-1-3 3 15,0 0 1-15,0 0-3 16,1 0 1-16,1 0-5 0,0 0 1 16,2 0 0-16,-3 0 0 15,4 0-1-15,-1 0 0 16,-2 1 1-16,2-1-1 15,0 0 0-15,-1 0 0 0,0 0 0 16,1 0 0-16,-1 0 1 16,-2-1 0-16,3-3 1 15,-3-2 3-15,1-1 1 16,0 0 0-16,-1-3 2 16,1 4-1-16,1-4-3 0,-2 2-2 15,-1 2 0-15,1-1-1 16,1 3 1-16,-1-2-1 15,-2 5-1-15,3-1 1 16,-1 1-1-16,1 1-9 16,0 0-14-16,-3 0-69 15</inkml:trace>
  <inkml:trace contextRef="#ctx0" brushRef="#br0" timeOffset="9740.61">5774 9540 45 0,'0'-2'7'0,"0"1"7"0,0 1-5 0,-4 0 8 0,0 0-14 16,-4 1-3-16,1 3-8 16,-5 1-26-16</inkml:trace>
  <inkml:trace contextRef="#ctx0" brushRef="#br0" timeOffset="11684.95">2730 6906 59 0,'0'0'19'0,"0"0"-13"0,0 0 1 0,0 0-1 16,0 0-6-16,-3 0 0 16,1 0 2-16,-3 0-2 15,0 6 0-15,1 0 0 0,-2-1 0 16,1 2 0-16,1 1 0 15,2-1 0-15,0 1-10 16,2-1-18-16,0 0-16 16</inkml:trace>
  <inkml:trace contextRef="#ctx0" brushRef="#br0" timeOffset="12367.85">2136 9393 6 0,'0'0'19'0,"0"0"-21"0,0 0 0 15,0 0 2-15,0 0 1 0,0 0 30 16,0 0 1-16,0 0-18 16,0 0 0-16,0 0-2 15,0 0-5-15,-4 0-5 16,4 0-2-16,0 0-8 0,0 0 4 16,2 0-23-16</inkml:trace>
  <inkml:trace contextRef="#ctx0" brushRef="#br0" timeOffset="13206.72">4497 9586 86 0,'0'0'3'0,"0"0"0"0,0 0 0 15,0 0-3-15,0 0 0 16,0 0-1-16,0 0 1 15,0 0 0-15,0 0-3 0,0 0 0 16,0 0 4-16,0 0 0 16,0 0 0-16,-11 26-1 15,14-25-31-15</inkml:trace>
  <inkml:trace contextRef="#ctx0" brushRef="#br0" timeOffset="14104.13">2175 13344 38 0,'0'0'29'0,"0"0"-24"0,0 0 5 0,0 0 4 16,0 0-10-16,0 0-3 15,0 0 4-15,0 0 1 0,0 0-4 16,0 0-1-16,0 0-3 16,0 0 1-16,0 0 2 15,-4 7-2-15,8-7-2 16,1 0-10-16,1-5-49 16</inkml:trace>
  <inkml:trace contextRef="#ctx0" brushRef="#br0" timeOffset="16645.06">6998 8663 52 0,'0'-6'18'0,"2"-1"2"0,-2 2-2 0,0-1-9 16,0 0-4-16,0 2-3 16,3 0-1-16,-3 1 0 15,0 1-1-15,0 1 1 16,0 1-1-16,0-1-1 16,0 1-1-16,-3 0 2 0,-2 0-4 15,-1 0 6-15,-4-2 2 16,5 1 5-16,-5-1 5 15,0-1-2-15,1 1-2 16,-1 0-8-16,0 2 0 16,-3 0-1-16,0 0-1 0,0 0 0 15,0 4 0-15,-4 2 0 16,2 0 0-16,-2 0-1 16,-1 1 0-16,0 1 2 15,0 2 0-15,0 0 0 16,-1 1-1-16,-2 2 1 0,-2 0 0 15,-1 0-1-15,0 0 3 16,-3 3-3-16,0-4 1 16,0 1-1-16,4-2 0 15,0 3 0-15,2-4 0 16,1 3-1-16,3-3 1 0,2 4-2 16,2 1 2-16,-1 0-2 15,2 6 1-15,-1-1-1 16,3 3 1-16,-3 1-1 15,1 3 0-15,1 2-2 16,0 0 3-16,-2 1-1 16,0 1 2-16,4-1 0 0,-3 1 0 15,3-1 2-15,1 0-2 16,2-1 0-16,0 1 0 16,4 1 0-16,-2-1 0 15,3 2 0-15,1 2-2 0,0-1 1 16,0 2 1-16,0-3 0 15,0 0 0-15,2-2 3 16,3 1-3-16,-3-4 1 16,0 0-1-16,3-1 1 15,0 1-2-15,-1-3 0 16,2 0 1-16,3 0-3 0,-1 0 6 16,0-1-3-16,1 1 1 15,0-2-1-15,0 2 1 16,0-4-1-16,0 1 0 15,2 0-2-15,0-1 2 0,0-1 0 16,5-1 0-16,-3-1 1 16,1 0 0-16,-1-1 2 15,3-1-1-15,-3 1 0 16,3-2 0-16,-1 3-1 16,4 0 0-16,-2-1 1 0,1 4 0 15,3-2-1-15,-1 2 0 16,2-3 1-16,-1 2 0 15,0-1 0-15,-2-4 1 16,1 0-1-16,-1-2-1 16,-2-1-1-16,0-2 2 15,1-1-2-15,0-1 2 0,2 0 1 16,2-1 0-16,3 0 2 16,-3-1-3-16,1 0 0 15,3-2-1-15,1 0 1 16,-4-3 1-16,1 0 0 15,1 0-2-15,-1 0 1 0,1-6 0 16,0-1 0-16,-1-3-1 16,-1-1 2-16,3-1-1 15,1-1-1-15,-2 1 1 16,-1-3-1-16,-1-3 0 16,3-1 0-16,-3-3 1 0,2 0 0 15,-3-6 0-15,2 2-1 16,-1 1 0-16,-2-4 0 15,0 5-1-15,-3-1 1 16,-5 2 0-16,1 0-1 16,-7 3 0-16,-1 1 1 0,-3 0-1 15,0-1 1-15,0 0 4 16,-3 0-1-16,0-1 3 16,0 1 0-16,0 0-3 15,0-1-2-15,0 1 1 16,0 0 0-16,-3 3 1 0,-1-1-1 15,0-2 0-15,-2 1 0 16,3-1 0-16,-4 2 1 16,1-2 0-16,3 2-1 15,-1-1 0-15,2-1 1 16,-2 2-3-16,3-3 3 0,-1 2-4 16,0-1 1-16,0 2-1 15,-4 0 0-15,2 1 1 16,-2-1 1-16,-1 1 0 15,1 0 0-15,-2-3-1 16,2 2 1-16,1-4 1 16,1 1-2-16,2-3 1 0,0 1-1 15,-1-2 0-15,1 2 0 16,0-1 0-16,-1 2-1 16,-1-2 0-16,-3 0 0 15,1 1 0-15,-1-2 1 16,-2-2 1-16,0 2 3 0,0-3 0 15,1 0-1-15,0 1-1 16,-2 1 0-16,1 2-2 16,-1-1 0-16,0 3-1 15,-1 3 1-15,-1 0-1 16,-4 3-1-16,0 2 0 0,-1 3-3 16,-3 2 4-16,-3 8-5 15,-4 1-9-15,-4 3-29 16,-5 5-51-16</inkml:trace>
  <inkml:trace contextRef="#ctx0" brushRef="#br0" timeOffset="18219.22">8875 8653 12 0,'0'0'78'0,"-2"0"-61"0,2 0 1 0,0 0-8 0,0 0-4 15,0 0-3-15,2 0-2 16,1 0 0-16,2 0-1 16,-1 0 0-16,-2 0 0 0,0 0-2 15,-1 0-1-15,0 0 0 16,0 0 0-16,3 3 1 15,-2-1 1-15,2 2 1 16,3 1 0-16,0 0 0 16,0 2 1-16,0 0-1 0,3-1 1 15,-3-1-2-15,0-2 1 16,-2 0 0-16,1 0-3 16,-2-3 1-16,1 0 4 15,2 0 6-15,-3 0 1 16,5 0 2-16,-4-2-4 15,4-2 0-15,-2-1-4 0,3-1 0 16,-3-3-1-16,2-1 2 16,2 0-1-16,3-5 0 15,2-4 0-15,6-3 3 16,3-3-3-16,4-3 3 16,4-3 0-16,3-2 1 0,0-2 1 15,1-1 1-15,-1-1-3 16,-3 3 1-16,-5 0 1 15,-2 1 1-15,-1 5-3 16,-7 4-2-16,-2 4-2 16,-1 3 0-16,-3 5 0 0,-2 5-3 15,-6 3-48 1,-4 3-78-16</inkml:trace>
  <inkml:trace contextRef="#ctx0" brushRef="#br0" timeOffset="18887.08">8887 8675 92 0,'0'0'3'0,"0"0"-6"0,0 0 5 0,0 0-2 16,0 0-2-16,0 0 1 15,0 0-2-15,38 29-6 16,-29-23-3-16,-1-3 11 0,2 0 1 16,-3-2 0-16,1 0 3 15,-4 1 0-15,4-2 2 16,-4 0 1-16,2 0 3 16,3-3 7-16,1-4-4 15,0-6-2-15,6-4 6 16,0-3-5-16,5-4-3 0,2-6-2 15,6-4 1-15,3-4 4 16,7-4 1-16,0-7 4 16,1-2 4-16,1-2-3 15,-1-1-2-15,-2 5-5 0,-5 2-5 16,-2 8-4-16,-4 8 2 16,-4 8-3-16,-6 9-8 15,-5 4-36-15,-9 5-59 16</inkml:trace>
  <inkml:trace contextRef="#ctx0" brushRef="#br0" timeOffset="20718.18">8942 12611 78 0,'0'0'13'0,"0"0"6"0,0 0 12 16,0 0-1-16,0 0-22 15,0 0-7-15,0 0 3 0,0 0-3 16,0 0 5-16,0 0-2 16,0 0-3-16,0 0-1 15,37-21 0-15,-13 20 0 16,7 1 2-16,5-2-2 16,7-2 0-16,8 0 0 0,2-3 0 15,5-1-2-15,2-1 2 16,3-2 0-16,-3 3 0 15,-1 1 2-15,-5 1-2 16,-4 2 0-16,-4 1 1 16,-9 2-2-16,-5 1-12 0,-8 0-15 15,-5 0-8-15,-10 0-12 16</inkml:trace>
  <inkml:trace contextRef="#ctx0" brushRef="#br0" timeOffset="21039.32">8985 12651 79 0,'0'0'111'15,"0"0"-105"-15,0 0 12 16,0 0-13-16,0 0-26 15,0 0 21-15,0 0-3 16,40-11 6-16,-4 8-3 0,7 2 0 16,3 1 0-16,8 0 0 15,0 0 0-15,7 0 0 16,5-2 0-16,1 0 1 16,2-4-1-16,3-3 1 15,0 2-1-15,-1-3 1 0,-1-1-1 16,-6 1-3-16,-8-3-58 15,-7 3-68-15</inkml:trace>
  <inkml:trace contextRef="#ctx0" brushRef="#br0" timeOffset="21374.09">9242 12737 172 0,'0'0'5'16,"0"0"-14"-16,0 0 11 0,45 2-2 0,-23-3 2 16,3-5-1-16,6-1 1 15,0 1 0-15,1-1 0 0,5 0-1 16,4 3 1-16,1-3-2 16,-2-3-46-16,3-4-49 15</inkml:trace>
  <inkml:trace contextRef="#ctx0" brushRef="#br0" timeOffset="27695.45">11413 10686 52 0,'0'0'14'0,"0"0"-80"0</inkml:trace>
  <inkml:trace contextRef="#ctx0" brushRef="#br0" timeOffset="27993">11413 10686 49 0</inkml:trace>
  <inkml:trace contextRef="#ctx0" brushRef="#br0" timeOffset="28500.82">11413 10686 49 0,'10'-31'48'0,"-10"29"-24"0,0 0 0 0,0 1-4 0,0 1-10 15,0-1-5-15,0-1-3 16,0 2-1-16,0 0-1 16,0 0 0-16,0 0-1 15,0 0-1-15,0 0-2 0,1 0 11 16,-1 0 5-16,0 0 1 16,0 0-3-16,0 0-6 15,4 0-4-15,-2 0 0 16,2 0 1-16,1 0-1 15,2 2 1-15,-2 2-1 16,1 0 0-16,-2 0-1 0,1 1 1 16,2 0-1-16,-2 0 0 15,1 0 1-15,-2 0-2 16,1 0 2-16,2 1 0 16,-2-2 0-16,1 2 2 15,-2-2-2-15,-1-2 0 0,-1 2 1 16,0-3-1-16,2-1 0 15,-2 2 0-15,1-2 0 16,-2 0-1-16,3 0 1 16,2 0 1-16,0-3 3 15,3-4-3-15,3-2 3 0,-1-2-4 16,3-3 1-16,-1 1 1 16,3-3 0-16,1-2 2 15,3-3 3-15,2-1-3 16,1-2-3-16,1 1 0 15,0-1 0-15,0 1-1 0,-7 2 1 16,0 3-1-16,-3 2 0 16,-5 3 1-16,1 2-1 15,-5 3 1-15,1 2-1 16,-2 1 0-16,-1 1 0 16,4 4-9-16,-3 0-38 0,-4 0-37 15</inkml:trace>
  <inkml:trace contextRef="#ctx0" brushRef="#br0" timeOffset="29255.14">7436 10684 49 0</inkml:trace>
  <inkml:trace contextRef="#ctx0" brushRef="#br0" timeOffset="32123.93">14725 10853 74 0,'-3'0'8'0,"-1"0"7"0,1 0-3 0,-1-1-10 0,2-2 0 16,-4 0-1-16,1-1 4 15,0 1 6-15,3 0 8 16,-4 2 3-16,4-1-5 15,1 1-7-15,1 1-4 16,0 0-5-16,0 0-5 0,0 0 1 16,0 3 3-16,1 4-2 15,1 0-1-15,0-1-1 16,2 1 0-16,-4-2 4 16,2 1 0-16,0-3-1 15,-1-3 1-15,2 3 0 0,3-3 2 16,0 0-1-16,3 0 2 15,5-5 3-15,1-5-2 16,2-2 0-16,4-4 1 16,1-1-4-16,2 2 1 15,0 0-1-15,-3 1 0 0,0 4-1 16,-5 2-5-16,0 5-27 16,-4 3-12-16,-5 0-14 15</inkml:trace>
  <inkml:trace contextRef="#ctx0" brushRef="#br0" timeOffset="32621.94">14630 11401 75 0,'0'0'2'0,"0"0"-1"0,0 0 2 15,0 0 0-15,0 0 3 16,0 0 5-16,0 0 1 16,0 0-2-16,0 0 0 0,0 0 3 15,0 0-5-15,1 9-1 16,5-9-3-16,3-6 2 15,2-1 0-15,4-4 0 16,6-3-5-16,-2-3 2 16,5-2-1-16,0-2-2 0,3-1 1 15,2 1 0-15,-2 0 0 16,2 3-2-16,-4 3-20 16,-6 2-32-16,-3 6-51 15</inkml:trace>
  <inkml:trace contextRef="#ctx0" brushRef="#br0" timeOffset="33151.37">14600 12026 86 0,'0'0'49'0,"0"0"-36"0,0 0-3 0,0 0-13 15,0 0 0-15,0 0 8 16,0 0-3-16,0 0 1 15,0 0 1-15,0 0 8 16,13-18-3-16,-4 8-5 0,0-3 1 16,9-3-3-16,-1-2-1 15,4 0 0-15,3-1 0 16,-1-1-1-16,-3 4-3 16,2 3-5-16,-6 4 5 15,1 2 0-15,-4 4-16 0,0 0-21 16,-5 3-44-16</inkml:trace>
  <inkml:trace contextRef="#ctx0" brushRef="#br0" timeOffset="39447.78">14061 5163 46 0,'2'-4'8'0,"-1"0"8"0,1 3 1 0,-2-1-3 15,0-2-2-15,0 1-5 16,0 0 1-16,0 2 0 16,0-2 3-16,0 0-3 15,0 3-1-15,0 0-4 16,0 0-2-16,0 0-2 0,0 0-4 16,0 0 0-16,1 0-1 15,0 0-3-15,-1 0 3 16,4 2 5-16,-4 2 2 15,4-1 1-15,-2 1-2 16,2 0 2-16,4-4-2 0,1 0 4 16,0 0 1-16,3 0 0 15,2-2-2-15,2-6 4 16,-1-3-4-16,4-3 0 16,-3-3 5-16,1-2 6 15,-1-5 8-15,4-1-6 0,1-2-1 16,1-3-1-16,2 1-5 15,3 1-4-15,4 2-2 16,-1 5-2-16,1 3-5 16,-2 2-36-16,-6 3-89 15</inkml:trace>
  <inkml:trace contextRef="#ctx0" brushRef="#br0" timeOffset="40771.99">14120 14140 12 0,'0'-4'115'0,"0"0"-110"0,0 0 22 0,0 2-18 16,0-1-7-16,0 1-1 15,0-1 0-15,0 3 9 16,0 0 14-16,-2 0-1 0,2 0-10 16,0 0-8-16,0 0-7 15,0 0-3-15,0 5 3 16,1 2-1-16,6 3 5 15,-3-2-2-15,1-1 2 16,3-1-2-16,-2-2 0 0,0 0 0 16,1-4-1-16,1 0 3 15,1 0-1-15,1-11 2 16,2-2 0-16,3-6 0 16,0-4-1-16,5-3-1 0,-1-3-1 15,4-1 2-15,-2-2-2 16,3 1 0-16,3-2 0 15,-1 1 0-15,3 0 0 16,1 0 0-16,-1 3 0 16,-1 2 0-16,-2 5 1 15,-4 3-1-15,-5 6 1 0,-3 4-1 16,-5 3 0-16,-5 2-1 16,-1 3 0-16,-2 1-1 15,-1 0 2-15,0 0 11 16,0 0 0-16,0 0-12 15,0 0 3-15,-1 0 0 0,-1 0-2 16,2 0 1-16,0 0-1 16,0 0 0-16,0 0 1 15,0 0-2-15,0 0-1 16,0 0-8-16,0 0 7 16,0 2 3-16,0 2-12 0,0-1-9 15,0 3-24-15,0-2-8 16,0-1 1-16</inkml:trace>
  <inkml:trace contextRef="#ctx0" brushRef="#br0" timeOffset="41584.32">14139 14138 83 0,'-4'2'16'0,"3"-2"-7"0,0 0 3 0,1 0-4 15,0 0-9-15,0 0 2 0,0 0-1 16,0 0 1-16,6 0 0 16,0-3-2-16,0 0-8 15,0-3-22-15</inkml:trace>
  <inkml:trace contextRef="#ctx0" brushRef="#br0" timeOffset="45214.3">14177 9836 67 0,'0'0'7'0,"0"0"1"0,-1 0-1 0,0 0 6 0,0 0 4 16,0 0 9-16,0 0 15 15,1 0-12-15,0 0-10 0,0 0-11 16,0 0-8-16,0 0-2 16,0 0-9-16,0 6-23 15,0-5-8-15,0-1-30 16</inkml:trace>
  <inkml:trace contextRef="#ctx0" brushRef="#br0" timeOffset="45912.9">14247 6518 161 0,'0'0'5'0,"0"0"-4"0,0 0 4 16,0 0-2-16,0 0-1 15,0 0 1-15,0 0-4 0,0 0-6 16,0 0-43-16,0 0 23 15,0 0-17-15</inkml:trace>
  <inkml:trace contextRef="#ctx0" brushRef="#br0" timeOffset="47122.67">14405 13425 63 0,'0'0'38'0,"0"0"-22"0,0 0-17 0,2 0 2 16,1 0 1-16,0 0-2 16,2 0 0-16,-3 2 1 15,0-2-2-15,-1 1 1 0,0 0 1 16,1-1 0-16,-2 0 8 15,0 0 9-15,2 0-12 16,0 0-3-16,-2 0-6 16,2 0 3-16,0 0-1 15,1 0-1-15,-2 0-3 0,0 0-1 16,0 0 5-16,2 0 2 16,-3 0-1-16,0 0-46 15</inkml:trace>
  <inkml:trace contextRef="#ctx0" brushRef="#br0" timeOffset="49301.31">21175 8488 82 0,'0'0'5'0,"0"0"7"0,0 0-7 16,0 0-1-16,0 0-1 0,0 0-2 16,0 0-2-16,0 0 0 15,0 0 1-15,0 0-2 16,0 1 2-16,-2 2 0 16,2 0 0-16,0-1-1 15,0 2 2-15,0 2-1 0,0-2 0 16,0 2 0-16,0-2 0 15,0 2 0-15,2-1 1 16,0 1-1-16,0-2 0 16,1-1 0-16,1 0 0 15,-2-1 0-15,1-2 5 0,1 0 10 16,3 0 2-16,2 0-3 16,0-6-9-16,3-3-2 15,1 0-1-15,-1-2-1 16,2 0 1-16,-1-3-2 15,1-2 2-15,-1 1 13 0,3-4 1 16,-1 1-4-16,4-5-2 16,2 0-2-16,2-2-6 15,1-1-1-15,1 1 0 16,1 2 0-16,-3 0-1 16,-2 5 0-16,-5 3 1 0,-3 1 0 15,-4 6 1-15,-5 2 0 16,1 3-1-16,-5 3-1 15,0 0-40-15,-8 7-34 16,-3 3 17-16</inkml:trace>
  <inkml:trace contextRef="#ctx0" brushRef="#br0" timeOffset="49806.21">21090 8551 89 0,'0'0'3'16,"0"0"1"-16,0 0-1 0,0 0-6 0,0 0-6 16,0 0 0-16,0 0 2 15,0 0 5-15,0 0 2 16,0 0 0-16,9 45 0 0,-1-35 1 15,2-3-1-15,0-1 0 16,3-5 3-16,-1-1 10 16,1 0 0-16,3-5 2 15,-2-8 6-15,4-4 9 0,-2-4-3 16,1-5-3-16,1-1-9 16,0-3-2-16,1-1-4 15,2-2 0-15,0-2-3 16,3 1-3-16,-1 1 0 15,-1 3-1-15,0 4-4 16,-4 6-23-16,-4 5-42 0</inkml:trace>
  <inkml:trace contextRef="#ctx0" brushRef="#br0" timeOffset="55720.62">23732 10018 50 0,'9'-16'-5'0,"1"2"8"0,0-3 3 16,-1 3-1-16,-3-3-3 15,-3 3-2-15,-1 1-5 16,-2 2-51-16</inkml:trace>
  <inkml:trace contextRef="#ctx0" brushRef="#br0" timeOffset="59671.77">23539 15179 97 0,'-11'0'0'0,"3"0"2"0,2 0-2 0,0-2 0 0,3 0 7 15,0-2 11-15,1 2 5 16,1-2 2-16,1 1 1 15,0 0-12-15,-2 1-7 16,0 0-4-16,-2-1 0 16,0 2 10-16,1 1 2 0,-5-1 1 15,4 0-5-15,0 1-3 16,0-1-5-16,0-2-2 16,3 2 0-16,-6-1-2 15,-1 1-1-15,1-2 1 16,-4 3-2-16,-1 0-4 0,-5 0 3 15,-1 0 0-15,0 0 3 16,-4 0 3-16,1 4 3 16,1 1 3-16,2-1-3 15,0 0-2-15,3 0 1 16,-1-1-2-16,3 4 2 0,-1-2-2 16,1 0-1-16,-1 2-1 15,0 0 0-15,1 0 0 16,0 2 0-16,2 1 0 15,0 0 0-15,0-1 1 16,1 2 0-16,0 0-1 0,0 2 0 16,0 1 1-16,-1 3-1 15,1-2 0-15,-3 2 0 16,2 1 0-16,-2-2-1 16,0 1 2-16,-1 0-2 0,3 1 1 15,1-4 1-15,-1 5 1 16,1-4 5-16,1 2-1 15,1 0-3-15,0 1 0 16,1-1-3-16,-1 1 0 16,2 1 1-16,0-1 2 15,1 0 2-15,3 1-2 0,-3-1 0 16,3 1-1-16,0-1 0 16,2 1-1-16,0 1-1 15,0 0 0-15,0 1 1 16,3 0 0-16,5 2-1 15,-3-2 0-15,3 3 1 0,2-2-1 16,-3 0-1-16,1 1 2 16,-2-3-1-16,1 0-1 15,-1 0 1-15,-2 0-1 16,0-2 0-16,0 2 1 16,-2-1 1-16,3 0-1 0,0 0 0 15,1-1 0-15,3 1 0 16,-2-2 1-16,5 0-1 15,-1-1-1-15,2 1 1 16,-2 1 0-16,-2-1-1 16,-1 1 0-16,2 1-2 15,-5-1 2-15,0 1 1 0,1-1 0 16,1-2 0-16,-1-2 1 16,1 0-2-16,0-2 2 15,0-2-2-15,1 0 1 16,0 1 0-16,0-1 0 0,3 1 1 15,-4-2 0-15,3 4 2 16,-1-1-2-16,1 1 1 16,-1 1-1-16,1 2-1 15,-2 0 1-15,1-1 0 16,1 2 0-16,-2-1-1 0,5 1 4 16,-2-2-1-16,2 0 2 15,1-1-2-15,0 0 0 16,1-1-1-16,2-2 0 15,-3 3-2-15,2-2 1 16,-1-1-1-16,1 1 1 16,-3-1-1-16,2 0 1 0,-2-1-1 15,0 1 2-15,2 0 0 16,-1-2 1-16,2 1 1 16,-1-2 1-16,2 0-1 15,1-2-2-15,0 1 0 16,1 0-1-16,1 0 0 0,1-1-1 15,0 1 1-15,-1 0-1 16,3-1 0-16,1-1 1 16,-3-2-1-16,2 1 1 15,2-1-2-15,0-1 0 16,0-2-5-16,1 0 4 0,-3 0 2 16,1 0 0-16,0 0 1 15,-1 0-2-15,-1 0 1 16,0-2 1-16,2-1 0 15,-2 1 3-15,-1-1-2 16,2-2 1-16,2-2 0 16,-5-1-1-16,3-1 0 0,-1-1 0 15,3 0 2-15,-3 0-2 16,0 0 0-16,2-1-2 16,-1 0 1-16,-4-2-1 15,4 3 1-15,2-3 0 0,-5 0-1 16,6-1 0-16,0-1 0 15,0-2 0-15,-1 1-2 16,-2-4-7-16,1 3 4 16,0-3 3-16,-4 2 2 15,0-2 0-15,-1-1 1 0,3-1-1 16,-5-1 1-16,1-4-1 16,-1-1 0-16,2-3 0 15,-1-2 0-15,-3-4 1 16,1 2-1-16,-2-4-1 15,0 2 1-15,-3-1 1 16,0 4-2-16,-2-4 1 0,-3 4 1 16,-1-1-2-16,-1 1 2 15,-2 0-1-15,-1-1 0 16,0-2 0-16,0 0 0 16,-1-2 0-16,0-1-1 15,0 0-1-15,0 1 1 0,0 3 0 16,0 1 0-16,-4 1-2 15,1 4 3-15,-5 1-6 16,-2 2 6-16,1 3-4 16,-3-2-5-16,-2 6 5 0,0 0 1 15,-3 2 0-15,1 2 2 16,-2 0 2-16,1 4 0 16,-2 0 1-16,1 2 5 15,1 0-5-15,0 0-1 16,-2 3 0-16,1 0-1 15,-1-1 0-15,1 1 1 0,-2-1-2 16,0 2-1-16,-1 0 0 16,-1 0 5-16,0 0-3 15,-1 1 0-15,0-1 0 16,0-1 1-16,2 3-1 16,-1-2 1-16,1 0 1 0,3-1 1 15,-2 1-2-15,-1-1 0 16,0-1 4-16,0-1-1 15,-2 2 3-15,-1 0 5 16,0-1-6-16,1 0 3 16,-3 2-5-16,1-1 5 0,1-1-10 15,1 4 2-15,-3-2-1 16,1 2-6-16,0 0 10 16,-2 1-3-16,-1 0-3 15,-2 1 10-15,-2 0-10 16,-6 2 4-16,-4 0-7 0,-9 0-9 15,-10-3-37-15,-22-8-87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2:22:02.8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15176 5307 4 0,'0'2'37'0,"0"-1"-16"0,0-1 7 0,0 0-2 0,0 0-1 0,0 0-3 0,0 0-6 0,0 0-3 0,0 0-2 16,0 0-2-16,0 0-3 16,0 0 2-16,0 0-3 15,0 0 1-15,-2 0-1 0,2 0 0 16,0 0-1-16,0 0-2 15,0-1 0-15,0-1-1 16,-2 1 0-16,2-1 1 16,-2 1 3-16,0-2-3 15,1 3 0-15,-3-1-2 0,3 1 0 16,-3-1-1-16,0 1-1 16,1 0 1-1,1 0 1-15,0 0 0 0,-2 0-2 16,2 2 2-16,0 1 0 15,0 1-1-15,1 2-1 0,1-2 4 16,-2 3-2 0,2-2-2-16,0 1 4 0,0 1-4 15,0 1 4-15,0-1-2 16,0 0 0-16,0 0 0 16,2-3 0-16,1 2 0 15,3-2 1-15,-2 0 2 0,0-1-1 16,3 0 3-16,-2 0-1 15,2-2-1-15,-1 0 0 0,1-1-1 16,-1 0 0-16,1 0 0 16,0 0 0-1,-2 0 2-15,1 0 1 16,-2-4 1-16,2 0-1 0,-2-1 1 0,-2 0-3 16,1-2-1-1,-2 3-1-15,-1-2 1 0,0 2 0 16,0-3-1-16,0 3-3 15,0-1 1-15,-2 0 1 0,-2 0 1 32,2 1 0-32,-5 2-1 0,4 0-2 15,1-1-1-15,-3 3-3 16,2-3-1-16,-2 3 3 16,3 0 5-16,-5 0-2 15,4 0 1-15,-1 0 0 0,2 0 0 0,-3 0 0 31,2 3 0-31,2 1 0 0,-1-1 0 0,0 3 0 16,-1 0 0-16,2-1 0 0,-1 1 0 31,2 1 1-31,0 0-1 16,0-1 0-16,0-2-1 16,0 0 1-16,0-1 0 0,0-1-1 15,2-1 0-15,0 0 3 0,2-1 0 16,-2 0-1-1,1 0-1-15,0 0 3 16,2 0 4-16,-1-4-1 16,-2-2-3-16,3 1 1 15,-2-2-4-15,-1 1 1 0,-2-1 0 16,0 3 0-16,0-1 0 16,0 1-1-16,0 3-3 15,0-2 2-15,0 3 1 0,-5 0 0 16,-1 0-3-16,3 0 2 15,-3 4 2-15,1 2 2 16,3-1-3-16,-2 3 0 16,2-1 0-16,0 0 0 15,2-3-3-15,0 2 1 0,0-3 0 16,0 1 0-16,4-3 2 16,0-1 1-16,0 0 1 15,1 0-2-15,1 0 0 16,-3 0 6-16,4-7-2 0,-5 1-1 15,0-1-1 1,-1 0 1-16,-1 0 3 0,0-1-1 16,0 3-1-16,0-2 2 15,0 3-3-15,-3 1-2 16,1 0-1-16,-1 2 0 0,2-1-2 16,-2 2 0-16,2 0-12 15,0 0-14-15,1 3-21 16,0 0-30-16,0 0-51 15</inkml:trace>
  <inkml:trace contextRef="#ctx0" brushRef="#br0" timeOffset="797.99">14766 5661 173 0,'0'0'59'0,"-1"0"-47"16,1-3 6-16,0 0-1 0,0 0-5 15,0 0-6-15,3 2-5 16,3-2 0-16,0 0-1 16,1 2 2-16,3 1 0 0,0 0-1 15,1 0-1-15,1 0 1 16,1 0-1-16,-3 0 1 15,2 4-1-15,-2 3 0 0,0 0 0 16,-2 2 0-16,-2-1-1 16,-2 2 1-16,-1 2 0 15,-3-1 2 1,0-2-2-16,0 1-2 0,-1 0 3 16,-5-1-1-16,-3 0-1 0,-2-1 2 15,0 0 1-15,0-1-1 16,-1 0-1-1,2-2 3-15,-1 1-4 0,3-3 2 0,0 0-1 32,3-2-22-32,1-1-30 0,1 0-57 15</inkml:trace>
  <inkml:trace contextRef="#ctx0" brushRef="#br0" timeOffset="1259.92">15035 5621 139 0,'0'0'28'0,"0"0"-16"0,0 0 9 0,0 0-11 0,0 0-4 16,0 0 2-16,0 0-4 15,0 0-1-15,-42-11-2 0,33 11 4 16,-2 0-3-16,2 5-2 16,0 1 1-16,-3 1-1 15,1 3 1-15,0 1 1 16,2-1-1-16,0 2 4 0,5-1-1 16,-2 2 2-16,2-2-1 15,3 3-2-15,1-2 1 16,0 1 3-16,0-1-2 15,0 1 2-15,0-4 0 0,2 2-1 16,5-4 1-16,-2 0 3 16,3-3 2-16,0 1-4 15,2-2 0-15,-2-1 0 16,2 0 0-16,2-1-2 16,-2-1-2-16,-2 0-2 15,3 0-1-15,-1 0-1 0,1 0-1 16,-1-3-4-1,2 0-15-15,0-2-23 0,-1-1-59 16</inkml:trace>
  <inkml:trace contextRef="#ctx0" brushRef="#br0" timeOffset="9394.09">19014 4496 12 0,'0'-1'11'0,"0"-1"3"0,0 2 6 0,0-1-6 15,0-1-4 1,0 1-5-16,0 0-2 0,0-1-2 0,0 2 0 31,0-1 3-31,0 0 0 16,0-1-2-16,0 2 4 0,0 0 1 15,0-1 0-15,0 0-3 16,0 1-1-16,0 0-1 16,0-1 0-16,0 1-1 15,0 0 1-15,0-2 11 16,0 1 5-16,0 1 3 0,0-1-5 15,-3-1-6-15,1 2-6 16,-1-1-3-16,0 0 0 16,1-1 1-16,-4 2-2 15,1 0 0-15,2 0-3 16,-3 0 6-16,2-1-2 0,0 1-1 16,2 0 1-16,-2 0 0 15,0-2-1-15,1 2-1 16,-4 0 3-16,1 0-2 15,1 0-1-15,-2 0 3 0,3 0-1 16,-2 0 0 0,0 0 2-16,4 0 0 0,-4 0-1 15,2 0-1-15,-1 0 0 16,-1 0-1-16,1 0 0 0,-4 0 1 16,2 0-3-16,-3 2 3 15,1-1-5 1,3 1 8-16,-4 0-4 0,0 0 0 15,-1 0 1-15,0 2-1 0,-2 0 0 16,1 0-1 0,0 0 2-16,0 1 0 0,3 0 0 0,-1 1-1 15,0-1 1-15,3 0-1 16,-1 2 0-16,0-2 0 16,1 0 1-16,3 2-1 15,-4-2 0 1,5 1 1-16,-1 0-1 0,-3-2 3 15,4 3-2 1,-1-1-1-16,0-1 1 0,-1 0 0 16,1 2 0-16,-1 1 0 0,-1-3-1 15,3 2 1-15,-4-1-1 16,3 1 0 0,-2-3 0-16,1 3 1 15,1 0-1-15,-2-2-1 0,2 0 2 0,0 1-1 16,2-1 1-16,-2 1 0 15,1-1-1 1,1 0 1-16,-2-1 1 16,0 2 0-16,2 0 1 15,-1-2-2-15,2 2 0 0,-1-1 0 16,0 2 0-16,-2-2 0 0,0 1 0 0,1-1-1 31,1 2 0-31,-2 0 1 16,0-1-2-16,2 0 2 15,1-1 0-15,0 1-1 0,-1-2 2 16,2 0-4-16,-3 1 5 16,2-1-2-16,1 2 0 15,-2-2 0-15,1 0-1 16,0 1 1-16,0 0-1 16,0 1 0-16,1-2-1 0,0 2 1 15,-1-1 1-15,1 1 1 16,0 0 0-16,0-1 0 15,0 0-1-15,0 1 1 0,0-1-2 16,0 1 1-16,0 0-1 16,0-1 0-16,0 1 0 15,0-2 0 1,1 0 1-16,1 1 1 0,0-2 0 0,0 1 1 16,2-1-2-1,-2 1 0-15,-1-1 2 16,1 1-3-16,2 2 1 0,1-2 0 0,-3 0-1 15,1-1 0-15,0 2 1 16,0 0 0 0,1-2-1-16,-1 1 1 15,-1-1-1-15,1 1 2 0,3-2 0 0,-4 2 2 16,1-1-3-16,-1 1 0 16,2-1 0-1,-2 1 0-15,2-1-1 0,-1 1 0 16,1 0 2-16,1-1-2 0,-2 2 2 31,2 0-2-31,0-2 1 16,-1 4 0-16,0-4 0 0,1 1-1 0,-1 1 0 15,0-1 0 1,0 1 1-16,0 0-1 0,-1-2 0 0,0 1 0 31,2 0 3-31,-1-1-6 16,1 1 3-16,0-1 3 15,-1 1-3-15,3-1 1 0,-3 0-1 16,0-1 1-16,2 0 2 16,-1 1-1-16,0-2-1 15,0 1 0-15,-1 1 1 16,1-2-2-16,2 1 3 0,-2 0-2 16,1 0 1-16,1-1-1 15,1 1 0-15,-2-2 0 16,0 2 1-16,1 0-2 15,1-2 0-15,-1 3 1 0,2-2 0 16,-3 1-1-16,2-1 1 16,1 2-1-16,0-3 1 15,1 3-1-15,-3 0 0 16,2-2 1-16,0 2-1 16,-2-2 0-16,2 2 2 0,-1-1-2 15,0-1 1 1,0 2 2-16,1-2-3 0,0-1 2 0,-3 2 1 15,1-1-1-15,3 2-1 16,-1-3 2 0,-1 1-2-16,1-1 1 0,1 0-1 15,-1 2 0-15,1-2 2 0,-2 0-2 16,0 1 1-16,1-1 2 16,0 0-2-16,0 0-1 15,-2 0 0 1,1 0 0-16,0 0 1 0,-2 0-2 0,1 0 1 15,1 0-1-15,2 0 1 16,-3 0-1-16,1 0 1 16,-2-1-1-1,1-1 1-15,1-1-1 0,-2 1 1 16,1 0 0 0,1-1 0-16,-2-1 4 15,0 0 0-15,0-2 9 0,-1 2-11 16,1-1 0-16,0 0-1 0,0 1 0 15,-1-1 0 1,1 1 1-16,-1-2-2 16,0 1 1-16,3-1 0 15,-3-1-1-15,1 0 0 0,-2 0 0 16,1-3-1-16,3 3 0 0,-2 0 1 16,0-2-1-1,-1-1 0-15,1 3 0 16,0-3 1-16,-2 3-1 15,2-3 0-15,-4 0 2 0,1 2-1 0,1-2 0 0,-2 1 0 32,2-1 2-32,-4-1-1 15,1 2 3-15,1 0-1 16,-2 0-1-16,0-2-3 16,0-1-1-16,0 4 0 0,0-2 1 15,0 1 1-15,0-1 0 16,0 2 1-16,0-1-1 15,0 1 2-15,0-1-2 16,0 2-1-16,0-2 1 16,0 1 0-16,0 2-1 15,0-1 1-15,0 0-1 0,0 0 0 16,0-1 0-16,0 1 0 16,0-1-4-16,-2 1 0 15,1-1 4-15,-3-1 0 0,0 2 1 16,2-3 0-16,0 3-2 15,-1 0 0-15,1 0 0 16,-2 1 4-16,2 0 0 16,0 1-2-16,-2-2-2 15,2 1 1-15,-1 0 2 16,1 1-1-16,-1-1-1 0,1-1-1 16,-1 2 1-16,-1 0-1 15,2-3 1-15,-1 3 0 16,-2-2-2-16,1 3 2 0,0-2-3 15,1-1 3-15,-3 3-3 16,1-2 3 0,1 3-1-16,-3-3 0 0,2 2 3 15,-1 1-4-15,1-1 4 16,1 1-2-16,-1 2 2 0,1-2-1 16,1 2-1-1,1-2 1-15,0 1-1 0,-2 1 0 0,1-2 0 16,0 0 0-1,0 2 0-15,-1-2-1 0,0 2 1 16,-2-1 0 0,0-1-1-16,-1 1-4 15,-1 1 1-15,-2-1 2 16,1 0-1-16,-4 1-1 0,0 1 2 16,-1-2 2-16,1 1 0 0,0 1-1 15,-1 0 1 1,1 0-14-16,2 0-28 15,-2 0-8-15,1 3-9 0,0-3-56 16</inkml:trace>
  <inkml:trace contextRef="#ctx0" brushRef="#br0" timeOffset="10573.2">18929 4509 87 0,'0'1'30'0,"0"-1"-13"0,0 0-5 0,0 0 4 0,0 0 15 15,0 0-10-15,0 0-8 16,0 0-1-16,0 0-3 16,0 0-4-16,0 0-4 0,0 0 0 15,0 0-1-15,0 0 0 16,0 3-2-16,0 0 1 15,0-1 2-15,0 3-1 16,0 1-1-16,0 1 1 16,0 0 0-16,0 3 0 15,0 0 0-15,2 1 0 16,-2-1 0-16,0 4 0 16,0-1 0-16,0 0 0 0,0-2 0 15,0 3 1-15,0-1-1 0,0 0 0 16,0 0 0-16,0 1 0 15,2-3 0 1,-2 1 0-16,0-1 0 16,0 0 1-16,0 1-2 0,0-4 2 0,0 2-1 15,0-1 0-15,0 1 1 16,0-2-1-16,1 2 0 16,-1-1 1-1,1-1-1-15,0 2 1 16,0 1-1-16,1-3 1 0,1 0 0 0,-1 1 2 15,0-1-1 1,1 2-2-16,-1-3 1 16,3 0 2-16,-3-2-2 15,0 2 1-15,0-2-1 16,-1 1 1-16,-1 1-1 0,1-1-1 0,-1 1 1 16,0-3-1-1,0 3 2-15,0 0-1 0,0-1-1 16,0 0 3-1,0 1 0-15,0-1 1 0,0-1-2 0,0 0 0 16,0 0-2 0,0 1 1-16,0-2 0 15,0 3-1-15,0-3 2 16,0 1-2-16,0 0 0 0,0 0 1 0,0-1 0 16,0 0 2-16,0 1-3 15,0-1 2-15,0 0-2 16,0 0 1-1,0 2 1-15,0-2-1 16,0 1 0-16,0 0-1 16,0-1 0-16,0 1 1 15,0-2 0-15,0 1 1 16,0-2 2-16,0 0-1 0,0 1 1 16,0-3-3-16,0 4 4 15,0-2-4-15,0-1 0 16,1 2 1-16,-1-2 1 15,0-1-2-15,0 3 0 16,0-3-1-16,0 2 2 0,0-1-2 16,0-1 0-16,0 0-1 15,0 0-9-15,0 0-30 16,3-10-111-16</inkml:trace>
  <inkml:trace contextRef="#ctx0" brushRef="#br0" timeOffset="11524.5">19152 4824 99 0,'0'0'30'0,"0"0"-26"0,0 3-5 0,0-2 3 0,0 2 8 32,0 3 4-32,0 0-5 0,-2-1-3 15,-2 2-1-15,1-1 2 16,-1 1-1-16,-1 0 1 16,1-1-2-16,0 0 5 0,-1-1-4 0,-1 0 1 31,1-2-1-31,-2 1-2 15,1-3-3-15,-1 3 1 16,3-4 0-16,1 0-1 0,1 0 4 16,-2 0-1-16,1 0 2 15,2 0 5-15,0-1 0 16,0-5-5-16,0-1-3 16,0 0-2-16,1 0 0 0,0-3-1 15,0 3-4-15,0-2 6 16,0 2 0-16,0 0-4 15,0-2 4-15,0 4 0 0,1 1-3 16,2-2 2 0,1 3-5-16,0-1 4 0,-2 1-2 15,0 2-1-15,1-1 2 16,-1 0 0-16,2 0 0 0,-2 0 2 16,0 1-1-1,0-2 0-15,0 2 0 0,1 1 1 16,0-1-1-16,1 0 0 15,-3 0-1-15,1 1 0 0,2 0 1 16,0 0 0 0,-1 0-1-16,1 0 2 15,0 0-1-15,1 0 0 16,0 0 0-16,-1 0 0 0,1 0 1 0,0 0 0 16,2 0 1-16,-1 0 2 15,0 0-2-15,-1 0 0 16,-1 0-1-16,2 0 0 15,-2 0 0 1,1 0 1-16,2 0-2 0,-3 0 1 0,3 0 3 31,-4 0-1-31,3 0 2 0,1 0 4 0,-3 0-1 16,1 0 0 0,0 0-3-16,-1 0-3 15,2 0-2-15,-1 0 2 16,-2 0-2-16,3 0 1 0,-3 0-2 15,1 0 1-15,0 0-3 0,0 0-21 16,-4-4-59 0</inkml:trace>
  <inkml:trace contextRef="#ctx0" brushRef="#br0" timeOffset="14691.34">15238 5324 62 0,'0'0'16'0,"0"0"-4"0,1 0-10 0,-1 0-2 0,0 0 0 15,0 0 0-15,0 0 2 16,0 0 1-16,0 0 6 0,0 0 0 15,0 0 3-15,0 0 2 16,0 0 0-16,0 0 3 16,0 0-5-16,0 0-9 15,0 0 0-15,0 1-2 0,2-1-1 16,-2 2 1-16,2-2-1 16,-2 0 1-16,2 1-1 15,1-1 2-15,0 1-2 16,3-1 4-16,-3 1 0 15,1-1 4-15,2 1-6 0,-2-1 0 16,3 0 0 0,0 0-2-16,-4 0 0 0,3 0 1 15,-2 0 0-15,0 0 1 16,1 0 1-16,0 0-1 0,4 0 0 16,-3 0 2-16,3 0 0 15,-2-1-2-15,2-1-1 16,0 1 1-16,-1-2-1 15,4 2-1-15,-3-1 1 16,0-2-1-16,2 3 2 16,0-1 2-16,0-1-2 15,3-1-1-15,-1 3 0 16,-2-1 0-16,2 0-1 0,0 0 0 16,1-1 1-16,-2 0-1 0,3 2 0 15,-2-1 0-15,1-2 0 16,-1 3 1-1,-1-1-1-15,2-1 0 0,-1 1 0 16,1 0 0-16,-1 0 0 0,0 1 0 16,0-2 0-16,0 2 0 15,-1 1 0 1,1-3 0-16,1 0 1 0,-1 1-2 0,3 0 1 16,-3-1 1-16,3 1-1 15,-3 0 0-15,1-1 0 16,1 0 0-1,-1 2 0-15,1-2 0 16,-1 2 0-16,3-2 0 0,-2 0 0 0,2 2 0 31,-2-2 0-31,1 1 0 0,-2 1 0 16,2-1 1-16,-2 0-1 0,2 0-1 0,-1 1 1 31,2-1 0-31,0-1 0 16,-1-1 1-16,2 3-1 15,0-2 0-15,0-1 0 16,1 2 0-16,2 1 0 0,-2-3 0 0,0 1 0 16,2 0 0-16,-1 0 0 0,0 0 0 31,2 1 0-31,-1-1 0 16,2 0 0-16,-2 0 0 15,2 0 0-15,1 1 1 16,-4-4-2-16,4 4 1 0,-1-1 0 15,-3-2 1-15,4 3-2 16,-1-2 1-16,1 0 1 16,0 1-1-16,-1-3 0 15,1 3 0-15,1-1 0 16,-1 1 0-16,1-1 0 0,-2 0 0 16,1 0 0-16,0-1 2 15,0 1-2-15,-1 2 0 16,1-2 0-16,1 0 0 0,1 1 0 15,-1-2 0-15,-1 1 0 16,1 0 0-16,2 0 0 16,0 0 0-16,1-2 1 15,0 2-1-15,-1-2 0 16,-1 2 0-16,1 1 0 16,0-3 0-16,-1 2 0 0,1-1 0 15,0 2 0-15,0-3 0 16,2 3 0-16,0-3 0 15,-3 2 0-15,4-1 2 16,0 0-2-16,0 2 0 0,1-2 0 16,-2 1 0-16,0 1 0 15,-2-3 0-15,0 2 0 16,0 1 0-16,-2-1 0 0,-1 2 0 16,0-2 0-1,1 1 0-15,-3-1 0 0,-1 1 0 16,1 0 0-16,-2 0 0 15,0 0 0-15,0 1 0 0,-2-1 0 16,0 0 0-16,-2 0 0 16,-3 2 0-16,1-2 0 15,-1 0 0 1,0 0 1-16,-1 2 0 16,0-2 0-16,2 1-1 0,-1-2 1 0,0 3-1 15,-1-2 1-15,0 0 1 16,1 0 2-1,0-1-1-15,-4 1-1 0,1 1-1 0,1 0 0 32,-1-1 0-32,0 2-1 0,0-1 2 15,0-1 1-15,4 1-1 16,-2 0 0-16,2-1-1 16,-1 2 0-16,1-2 0 0,-1 2-1 0,0-1 2 31,1 1-2-31,-1-2 0 0,-1 3 0 15,0-3 1-15,2 3 2 16,-1-1 1-16,4-1-2 16,-6 1-1-16,0-1-1 15,1 1 0-15,-1-1 0 16,-1 0 1-16,-1 0-1 0,0 1 1 16,0-1 1-16,1 0 5 15,-1 0-2-15,1 2-2 16,-4-4 0-16,4 4-1 15,-3 0-2-15,1-2 0 0,1 1 1 16,-3 1-1 0,2-2 0-16,-3 1 0 0,1 1 1 15,0 0 1-15,0 0 1 16,0 0-1-16,-2 0-1 0,1 0-1 16,-1 0 0-1,-2 0 0-15,1 0 0 0,0 0 2 16,-1 0-2-16,-1 0 0 15,2 0 0-15,-3 0 0 16,0 0 0-16,0 0 0 0,0 0-3 16,0 0-3-16,0 0-25 15,0 0-8-15,-4 0-31 0</inkml:trace>
  <inkml:trace contextRef="#ctx0" brushRef="#br0" timeOffset="16753.59">19385 4753 16 0,'0'0'56'0,"0"0"-46"0,0 0-1 0,0 0 1 0,0 0 4 16,0 0 1-16,0 0 0 15,0 0-8-15,0 0-1 0,0 0-2 16,0 0 0 0,0 0 1-16,0 0-1 0,0 0-1 15,0 0-1 1,0 0 6-16,0 0 4 16,0 0-1-16,0 0-4 15,0 0 1-15,0 0-2 0,0 0-1 0,0 0-3 16,0 0-1-1,0 0 0-15,0 0 1 0,0 0-1 16,2 0-1 0,-1 0 1-16,2 0-1 15,0 0 0-15,3 0 0 16,-3 0 0-16,5-1-1 0,-1 1 0 16,2 0 2-16,2 0-1 15,-2 0 1-15,1 0-1 16,2 0 0-16,0 0 0 15,1 0 2-15,-2 0-4 16,5 0 4-16,-1 0-2 0,1 1 0 16,-2-1-3-16,4 0 3 15,4 3 1-15,-4-3-1 16,4 0-3-16,-3 0 5 16,4 0-1-16,-2 0-2 15,1 0 2-15,-2 0-1 16,3 0-2-16,1 0 9 0,-1 0-4 15,0 0 0-15,3 0-1 16,-1 0 1-16,3 0 0 16,2 0-3-16,-1 0 1 0,2 0 0 15,3 0 0-15,0 0 0 16,1 0 0-16,-2 0 0 16,3 0-1-16,0 0 1 15,0 0-1-15,1 0 1 0,3 0 4 16,1 0-2-1,-1 0-2-15,2 0 0 0,-1 0 0 16,-1 0-1-16,-1 0 0 16,2 0 1-16,-2 0-1 0,-1 0 1 15,1 0 0 1,0 0-1-16,-4 0 2 0,-1 0-2 16,-2 0 1-1,-3 0 0-15,-2 3 1 0,-2-2-1 16,-4-1 1-16,1 2 0 0,-3-1-1 15,-2-1 2 1,-3 0-1-16,-4 0-1 0,-2 1 1 16,-2-1 1-16,-2 0 1 0,0 2 1 15,-4-2 0 1,1 0 2-16,-1 0-6 0,0 0-1 16,0 1-1-16,0 0-4 15,0 1-2 1,0 1-9-16,0-1-22 15,0-2-51-15</inkml:trace>
  <inkml:trace contextRef="#ctx0" brushRef="#br0" timeOffset="18721.66">21386 4459 61 0,'-5'0'12'0,"-1"0"2"0,1 0 7 0,2-1-8 15,-3-1-1-15,2 2 2 0,-2-1 2 16,1-1-5-16,1 1-9 15,0 1 2-15,-3 0 6 16,3 0 5-16,-3 0-6 0,-1 0-5 16,-1 0-3-1,2 0 1-15,-5 0-1 0,-1 0 0 16,-1 0 0-16,2 0 0 16,0 4 5-16,-1-1-1 0,2 0-1 15,1 1-2-15,-1-1-1 16,1 3 3-16,-1-1-2 15,3 1 0 1,-2 1 2-16,2-1 0 16,-1 1-1-16,-1 0-1 0,2-1 0 0,0 2-3 15,0 0 3 1,2 0-2-16,0-1 5 0,1 2-5 16,0-1 2-1,-1 2-2-15,1-1 2 16,-1 2 0-16,1-1-2 0,-1 1 1 0,0-1-4 15,2 0 1 1,2 2-1-16,-2-1 3 0,3-1-1 16,1 0 1-1,0 1 5-15,0-1-3 16,0 1 1-16,0-1-2 16,0-1 0-16,3 4 0 0,-1-3 0 0,0-2-1 0,1 2 1 31,0-1-1-31,1 1 1 15,-1-2 1-15,0 2-1 16,0-2 2-16,1 1-1 16,0 1 1-16,-1-2 1 15,2 1-3-15,2-2 1 0,-1 3 0 16,1-2 1-16,0 0 0 16,0 0 1-16,3 1-1 15,-5-2-1-15,5 0 0 0,-5-1 0 16,4 1 3-16,-2-2-2 15,1 1 0-15,2 0 0 16,-3-2-1-16,3 3 1 16,-1-3-2-16,1 1 1 15,0 0-1-15,1 1 0 0,-1-3 2 16,1 1 2-16,0-1 3 16,1 1-1-16,0 0-1 15,2-2-2-15,-1-1 0 0,-2 2 0 16,3-1 0-16,-2-1-1 15,2 0-1 1,-1 1 0-16,0-2 0 0,-2 0 1 16,0 0-2-16,2 0 0 15,-2 0 2-15,-1 0 0 0,2 0 0 16,0-4 7 0,0-1-8-16,0 2 5 0,-1-1-5 15,-1-1-1-15,1-1-1 0,-1 3 3 16,2-4-3-1,-3 1 1-15,0 0-1 16,2 0 0-16,-3 1 1 16,0-2 0-16,0 0 0 0,0 0 0 0,0-1 0 31,-4-1 1-31,3 0-1 0,-4 0 1 16,5 0 2-16,-3-4 1 15,0 3 0-15,1 1-2 0,-3-2-1 16,2 0 1-1,1-1 0-15,-4 1 2 16,1 1-3-16,-1 0 2 0,1 0-1 16,-2 0 1-16,3 2 0 15,-2-1-1-15,-2 1 0 0,2-2-1 16,-1 3-2 0,1 0 3-16,-1-2-3 0,0 2-1 15,-1-3 0 1,0 0-1-16,0 1 2 0,0 0-1 15,0-1 2-15,0 0-1 16,0 0-3-16,-2 1 0 16,0 1 2-16,-1-1-2 15,1 3 2-15,-2-2 0 0,0 1 3 16,1 1 2-16,1-1-1 16,-2 2-1-16,0-1-1 15,1-1-1-15,0 1 1 0,1-1-10 16,-2 0 7-16,0 1 4 15,1-1-3-15,1 1 0 16,-2-1 2-16,-2 0 2 16,2 1-7-16,-1-1 2 15,0 3 3-15,2 0-1 0,-4-1-5 16,3 1 7 0,-4 0-5-16,3 1 3 0,-2 0 0 15,0-1 0-15,-2 1-1 16,2-1 0-16,-2 1 1 15,-1 2-2-15,-3-1-1 16,1 1-2-16,-2 0 1 0,1-1 1 0,-6 2-10 16,0 0 4-16,-3 0 1 15,1 0-26-15,-6 0-10 16,-4 0 1 0,-1 0-39-16,-1-1-135 0</inkml:trace>
  <inkml:trace contextRef="#ctx0" brushRef="#br0" timeOffset="28148.39">15016 6141 37 0,'0'0'57'0,"0"0"-47"0,0 0 11 15,0 0 13-15,0 0-9 16,0 0-7-16,0 0-5 0,0 0-3 16,0 0 1-16,-2 0-6 0,-1 0-4 15,-2 0-1 1,-1 1-1-16,-1 1-1 0,0-1 1 0,1-1-8 31,-1 1 7-31,2-1 3 16,3 0 2-16,-1 0 0 0,2 0 3 15,1 0 5-15,0-2-5 0,0-3 8 0,0 0-8 32,6-1-2-32,-1 0-2 15,4 0-2-15,0 1 1 16,1 2 0-16,1 0-1 15,1 0 0-15,-1 3 3 0,-1-2-5 16,0 2 4-16,-1 0-2 16,-3 0-2-16,2 4 2 15,-4 3-1-15,-1 0 1 16,1 3-1-16,-4-2 0 16,0 2-1-16,0 0 1 0,0 2-1 15,0-2 3-15,-6 0-1 16,1-2-2-16,-1 1 2 15,0-1-1-15,-1-1 3 0,2 0-1 16,0 0 0 0,-2-2-1-16,2 0 0 0,-1 0 1 15,2-1-3-15,1 0 3 0,-1-1-1 16,1 1 1-16,1-2 0 16,1 0-1-1,0 1 1-15,0-1 1 16,1-1-1-16,0 2-2 0,0 0 2 0,0-2-1 15,0 2-1 1,0-3-1-16,0 2-2 16,0 0 5-16,0-2 2 0,0 0-2 15,3 0 0-15,2 0 0 0,-1 0 2 16,1 0-1-16,1 0 0 16,2 0 0-16,0 0 0 15,-1-2-1-15,2 0 2 16,2-1 1-1,-4 1 1-15,1 0 0 16,-1 1-1-16,2-2-1 0,-4 2-1 16,1 0-1-16,-2 0 0 0,-1 1 0 15,1 0-1 1,-4 0 3-16,3 0-3 0,-1 0 1 0,-2 0-1 16,1 0 0-16,2 0 0 15,0 0 0-15,1 0 0 16,0 0 0-16,3 0 0 15,0 0-6-15,0 0-37 0,-2-3-130 32</inkml:trace>
  <inkml:trace contextRef="#ctx0" brushRef="#br0" timeOffset="29375.06">16468 5435 138 0,'0'-3'32'0,"0"0"-3"0,0 3-4 16,0-1 0-16,0 1-2 15,0-2-10-15,-2 2-7 0,2 0-3 0,-2 0-5 16,0 0 0-16,-1 3 2 16,0 5-1-1,1 3 2-15,-2 1-1 16,1 1 1-16,2 2-1 15,1 0 1-15,0-2-1 16,0-2 0-16,0 1 0 16,0-1 0-16,3-3 0 0,2 0 5 15,2-3-7-15,2-1 1 16,-3-1 1-16,2 0 0 16,1-3 3-16,-2 0-3 15,1 0 0-15,-1 0 2 0,2 0 3 16,-3-4-2-16,1-3 0 15,-2 1 0-15,1-1 0 16,-1 0-2-16,-2 0 0 16,-1 2 1-16,-2-1 0 15,0 3 3-15,0 0 2 16,0 0-3-16,0 3-3 0,0-2 0 16,0 2-2-16,0 0-2 15,0 0-1-15,4 3 2 16,-2 4-2-16,1 0 5 15,2 3-1-15,2-1 3 0,1-1-3 16,1-2 0-16,1 1 1 16,0-4 0-16,-1 1-2 15,2-3 2-15,2 1-1 16,-4-2 1-16,-2 0-1 0,4-2 1 16,-5-4 1-16,1-1 3 15,-2-2 3-15,1-2 2 16,-4-1-2-16,2 0 0 15,-4 0-2-15,1 0 0 0,-1 0 3 16,0 3-4-16,0 1-3 16,-1-1 3-1,-3 3-5-15,-1 0-2 0,1 1 4 16,0 3-1-16,0 0-16 16,0 2-2-16,0 0-5 0,1 0-3 15,0 0-22 1,-1 3-26-16,1 1-33 0</inkml:trace>
  <inkml:trace contextRef="#ctx0" brushRef="#br0" timeOffset="29727.51">16828 5507 140 0,'0'0'12'0,"0"0"-12"0,0 0 5 0,0 0 10 15,0 0 3 1,0 0 2-16,0 0-4 0,0 47-1 15,0-34-4-15,-3 1-2 16,1 3-3-16,-1 0-2 16,2-3-1-16,1 3-1 15,0-2 0-15,0-1 1 16,0-3-1-16,0 1-2 16,0-5-1-16,1-3-15 0,4-4-52 15</inkml:trace>
  <inkml:trace contextRef="#ctx0" brushRef="#br0" timeOffset="30214.9">16984 5439 202 0,'0'0'12'0,"0"0"-18"0,0 0 11 16,0 0 4-16,0 0-2 0,0 0 3 0,0 0 9 15,0 0 0-15,0 0-5 16,47 0-1-1,-37 0-6-15,3 0-3 0,0 0-3 16,-1 0-1 0,-1-1 0-16,1 0 0 0,-2 1 0 0,-2 0 0 15,-1 0-7 1,-3 0-20-16,-3 0-21 16,-1 1-66-16</inkml:trace>
  <inkml:trace contextRef="#ctx0" brushRef="#br0" timeOffset="30501.76">17048 5550 96 0,'0'0'112'0,"0"0"-96"0,0 0-5 16,0 0 21 0,0 0-2-16,0 0-14 15,0 0-2-15,39 0-3 0,-31 0-3 0,4-2-3 16,0 1-4 0,-1 1 0-16,2 0 0 0,0 0-2 15,-5 0 1 1,3 1-4-16,-3 1-24 15,-2 2-29-15,2-2-85 0</inkml:trace>
  <inkml:trace contextRef="#ctx0" brushRef="#br0" timeOffset="33518.92">17482 5398 151 0,'0'0'3'0,"0"0"-4"0,0 0 0 0,-1 0 0 31,-3 0-3-31,0 0 6 15,0 2 0-15,-1 2 1 16,1 1 0-16,-2 1-2 16,0 0 1-16,0 1 1 0,1 1 0 15,1 1 1-15,0-1-2 16,1 2-1-16,2 0 0 16,1-1 1-16,0-1 4 15,0-1-8-15,4 2 10 0,1-2-4 16,3-3 0-16,2 2 5 15,-1-2 0-15,5 0-2 16,-1-3-2-16,2 1-2 16,1-2-1-16,-1 0 1 0,3 0-3 15,-6 0 0-15,3 0 1 16,-6 0-1-16,2-3 0 16,-5-2 1-16,-1-1 0 0,-2-1 6 15,0-2-1-15,-2 0-1 16,-1 0-1-1,0-2-1-15,0 1-1 16,-4 0-7-16,-1-2 8 0,-3 1 4 0,2 4-2 16,-2-1 0-1,0 0 2-15,1 1-4 16,-1 1-4-16,1 2-2 0,-2 0 4 16,1 3-1-16,-2-1 2 15,-1 2-1-15,1 0-2 0,0 0-8 16,0 0-13-1,0 6-11-15,3-1-26 0,0 1-27 16</inkml:trace>
  <inkml:trace contextRef="#ctx0" brushRef="#br0" timeOffset="33752.93">17736 5415 305 0,'0'0'10'0,"0"0"-8"0,0 0 6 32,0 0-8-32,0 0-3 15,0 0 2-15,0 0-7 0,0 0-26 0,0 0-42 0,0 0-12 31</inkml:trace>
  <inkml:trace contextRef="#ctx0" brushRef="#br0" timeOffset="34281.54">17854 5330 190 0,'0'0'93'16,"0"0"-84"-16,0 0-7 0,0 0-5 15,0 0 2 1,0 0 6-16,0 0-3 0,0 0-2 16,-19 18 0-16,15-5 0 0,0-3 0 15,1 3 0-15,0-3-2 16,3-2 1-1,0 1-3-15,0-2-1 0,0-3 6 16,6-1 2-16,-1 1-4 0,1-4 1 16,2 2 1-1,-2-2 0-15,2 0 2 0,-3 0 1 16,5 0 0 0,-2 0 0-16,-2 0 0 0,3 0-3 0,-1 0 0 31,1 0 0-31,-1 0-1 15,1 0 0-15,0 0 0 0,-2 1 0 0,1 3 0 16,-2 2-1 0,2 1 2-16,-5 2-2 15,0-2 1-15,0 1 0 0,-3-2-3 0,0 1 0 16,0 0 0 0,-8-1-1-16,-1 0 1 15,-1-1-1-15,-1 1 1 16,-3-2 5-16,1 0-8 0,-1-1 3 0,2-3-7 15,1 0-26-15,-1 0-61 16</inkml:trace>
  <inkml:trace contextRef="#ctx0" brushRef="#br0" timeOffset="34466.01">17888 5338 218 0,'0'0'106'0,"0"0"-107"0,46-10-1 0,-21 6 2 0,4 0-26 16,4-5-162-16</inkml:trace>
  <inkml:trace contextRef="#ctx0" brushRef="#br0" timeOffset="35475.6">19650 5039 219 0,'0'0'24'0,"0"0"-16"0,0 0-1 0,0 0 4 16,0 0-9-16,0 0-2 16,0 0 0-16,0 0 0 15,0 0 0-15,-10 39-1 16,9-30 1-16,1 2 0 16,0-2 1-16,0-2-1 0,0 4 5 15,5-4-6-15,0 0 2 16,3-1-1-16,0 1 2 15,2-4 0-15,-3 1-2 16,5-2 0-16,-2-1 4 0,1-1 1 16,-2 0-2-16,0 0 0 15,2-1 3-15,-4-6-2 16,0 1 0-16,-1-1 2 16,-1 0-3-16,-2 0 0 0,-1 1-1 15,-2-1 0-15,2 4 0 16,-2 0 2-16,0 2 0 15,1-2-2-15,0 3-4 16,-1 0 2-16,2 0-5 16,0 1-3-16,2 5 7 0,0 1 0 15,4 0 1 1,-2 0 0-16,3-1-1 16,1 0 0-16,0-2 0 0,1 0-1 0,2-4 0 15,0 0 2 1,-1 0-1-16,-2 0 1 0,-1-3 1 15,0-4 6-15,-5-1 4 16,-1-2-3-16,-1-3-2 16,-2 0-4-16,0 1-3 15,0 0-4-15,0 1 0 0,-3 2-1 16,-1 4-18 0,2 2-7-16,-3 1-33 0,3 2-58 0</inkml:trace>
  <inkml:trace contextRef="#ctx0" brushRef="#br0" timeOffset="36023.96">20013 5134 203 0,'0'0'25'0,"0"0"-15"0,0 0 7 0,0 0 6 0,0 0-2 16,0 0-11 0,0 0-7-16,0 0-3 15,0 0 0-15,42-16 0 16,-32 16 0-16,-2 0-1 16,0 0 0-16,0 6 1 15,-2 0-1-15,-1 1 0 16,-3 1-1-16,-1 2 0 0,-1-1-10 15,0 2-2-15,0 0 0 16,-7-1 4-16,0-1-2 16,0 2 8-16,-1-4-2 15,1 0 5-15,-1-1-2 0,-1 1 2 16,3-1 2-16,-3-2-3 16,2 2 3-16,1-3-1 15,3 1-1-15,1-3 0 0,0 2 0 16,2-3 0-16,0 3-6 15,0-3 3-15,0 1 9 16,2-1-3-16,1 0 5 16,3 1-1-16,2 0 1 0,-1-1-3 15,1 0 3-15,0 0 4 16,0 0-2 0,0 0 0-16,1 0 0 15,-1 0-4-15,2 0-4 0,-3 0 0 0,1 0-1 16,0 0 2-16,-1 0-5 15,-1 0-23 1,0 0-69-16</inkml:trace>
  <inkml:trace contextRef="#ctx0" brushRef="#br0" timeOffset="36396.91">20294 5093 198 0,'0'0'13'0,"0"0"-12"0,0 0 5 16,0 0 16-16,0 0-4 16,0 0-5-16,0 0-2 15,40 0-5-15,-32 0-5 16,1 0-1-16,-1 0 0 0,2 0-11 15,-2 0-43-15,-4 0-129 16</inkml:trace>
  <inkml:trace contextRef="#ctx0" brushRef="#br0" timeOffset="36581.94">20332 5166 174 0,'0'0'91'0,"0"0"-92"16,0 0-1 0,0 0 8-16,0 0 7 0,0 0-6 0,0 0-5 15,0 0-1 1,46 15-2-16,-31-14-27 16,0-1-131-16</inkml:trace>
  <inkml:trace contextRef="#ctx0" brushRef="#br0" timeOffset="37109.01">20653 5098 178 0,'0'0'26'0,"0"0"-22"0,0 0-3 32,0 0-6-32,0 0 5 0,0 0 1 15,-36 20-1-15,29-13 1 16,1 2 1-16,0-1-2 16,2 2 0-16,0 0 0 15,1 1 0-15,2-2 1 0,1 1 1 16,0-3 0-16,0-1-2 15,0 2 0-15,5-4 1 16,1-1 4-16,-1 0 3 16,2-3 4-16,-2 0-7 0,6 0 0 15,-5 0-1 1,2 0 1-16,1-5 2 0,0-3 4 16,0 0 3-16,-3-3-6 15,2-1-2-15,-2 1-2 0,0-2-2 16,-3 2 1-16,0-1 1 15,0 2-2-15,-3 1 2 16,0 1-4-16,0 3 0 16,-2 0 8-16,-3 1-7 15,1 0-3-15,-3 3 2 16,1 0-5-16,-1 1-1 16,2 0-5-16,-2 0-14 0,2 0-19 15,2 0-58-15</inkml:trace>
  <inkml:trace contextRef="#ctx0" brushRef="#br0" timeOffset="37333.65">20842 5125 330 0,'0'0'11'0,"0"0"-7"0,0 0-3 0,0 0 0 15,0 0-12-15,0 0 0 16,0 0-22-16,0 0-48 16,0 0-85-16</inkml:trace>
  <inkml:trace contextRef="#ctx0" brushRef="#br0" timeOffset="38318.97">21016 5128 35 0,'0'0'148'0,"0"0"-123"0,0 0-6 15,0 0-4-15,0 0 0 16,0 0-2-16,0 0-5 15,0 0-1-15,0 0 1 16,-13-35-3-16,9 33 1 0,-1-2-8 16,-2 4-1-16,0 0 6 15,-3 0-3-15,1 0 0 16,-1 0 0-16,1 6 1 16,1-1-1-16,1 1 0 15,-3 1 0-15,4 0 0 0,-1 0 0 16,3 0-2-16,0 0-2 15,1-1-5-15,1 1-2 16,2-2 0-16,0 0 6 0,0 1 5 16,0-2-2-1,0-1 1-15,4 1 0 16,1-1 2-16,-1 1 5 0,3-2-2 16,-3-1-1-16,1 2 0 0,3-2 0 15,-2 1-2 1,1-1 1-16,-1 1 0 0,0-1-2 15,0 2 1 1,0-2 0-16,-2 1-1 0,-1 2 0 0,1-1 0 16,0 1 0-1,-2 1 0-15,-1-1 0 16,2 0 0-16,-3 2 0 0,1-1 0 16,-1 1 1-16,0-2-1 0,0 3-1 15,0-2-1-15,0 0 2 16,-4 1 0-1,1-2 0-15,-2-1-2 0,1-1 0 16,0 0 0 0,-3 1 2-16,0-3 0 0,1 0 3 0,0 2-4 15,-1-2 3-15,2 0-1 16,1 0 1 0,-1 0-1-16,1 0 0 0,1 0 0 0,-2-3 1 31,2-1 0-31,0-1-1 15,1 1 2-15,0-2 0 0,2 2-1 16,0-2-2-16,0-1 0 16,0 2-2-16,0-1-3 0,2-1 15 0,3 0-7 31,1 0 0-31,0 0-2 16,2 0 1-16,-1 1 0 15,1 0 1-15,-1 0-2 0,2-1 3 16,-3 3 0-16,1-1 1 15,-4-1-2-15,1 1-1 16,0 1-1-16,-2 3 0 16,-1-1-1-16,3-1-3 0,-1 1-10 15,-1-3-26-15,2 1-128 16</inkml:trace>
  <inkml:trace contextRef="#ctx0" brushRef="#br0" timeOffset="43962.15">21755 4710 109 0,'0'0'18'0,"0"0"6"0,0 0 13 15,0 0-4 1,0 0-5-16,0 0-11 0,0 0 0 0,0 0-3 31,0 0-2-31,0 0-3 16,0 0-2-16,0 0-5 15,2 0-2-15,2 0 3 0,2 0-7 16,1 0 5-16,3 0-2 16,3 0 0-16,0 0 6 15,2 0-5-15,-1 0 0 16,2 0 0-16,-2 0 0 0,1 0 1 15,-2 0 0-15,-3 0 0 16,1 0-1-16,-4 0 1 16,0 0-1-16,-2 0 1 15,3 0-1-15,-3 0 0 16,2 0-13-16,-4 0-27 0,-1 0-63 16</inkml:trace>
  <inkml:trace contextRef="#ctx0" brushRef="#br0" timeOffset="44290">21950 4652 231 0,'0'0'34'0,"0"0"-27"16,0 0-2-16,0 0 0 15,0 0-1-15,0 0 0 0,0 0-4 16,0 0 1 0,0 0-2-16,41 10 1 15,-35-4-1-15,1 1 1 0,0 0 0 0,-4 3 0 16,1 0 0-16,-2-3-1 16,0 2 2-16,-2-1-4 15,0 2-1 1,-3 1 2-16,-5-3-2 0,-4 0 3 0,-1-1-4 15,0 0-1-15,0-2-56 16,4-1-26 0</inkml:trace>
  <inkml:trace contextRef="#ctx0" brushRef="#br0" timeOffset="45039.37">22205 4597 238 0,'0'0'19'16,"0"0"-11"-16,0 0-2 0,0 0 2 15,0 0-5-15,0 0-5 16,0 0 0-16,0 0 3 16,0 0 0-16,6 21 1 15,-3-12-1-15,2-2 0 16,1 0 0-16,1-1 0 0,0-1-1 16,3-2 2-1,0 1-1-15,-1-2 1 0,3-2 1 16,-2 0 0-16,1 0-3 15,-1 0 5-15,-1 0 2 16,-1-3 1-16,0-3 0 0,1-1-2 16,-2-3-3-16,1 2-2 15,0-2 0-15,-1 0-1 16,-2 3 0-16,-1 0 1 0,-1 1-2 16,-1 3 1-1,-2 0-1-15,0 3-1 0,0 0-1 16,0 0-4-16,0 0 2 15,0 6 5-15,0 5 0 0,0-1 0 16,0 3 1 0,0 1 0-16,0 0-1 0,0 1 1 15,0 0-1 1,2 1 0-16,0 0 1 16,2-1-1-16,-2 2 0 0,-2-1 0 0,3-1 0 15,-3 1 0-15,0-2 0 16,0-1 1-16,0 1-5 15,0-2-3-15,-5-3 4 16,-4-1 0 0,1-1 1-16,-1-3 3 0,-4 2-1 0,1-4 1 15,-1-1 1 1,3-1-3-16,0 0 4 16,1 0 3-16,3-1 0 0,3-7-1 0,3 1 2 15,0 0-5-15,0-3-4 16,4-1-2-1,5-1 10-15,3 1-3 0,1-2-4 16,3 2-10 0,-2-4-34-16,1 1-80 0</inkml:trace>
  <inkml:trace contextRef="#ctx0" brushRef="#br0" timeOffset="45951.15">22333 4448 71 0,'0'0'31'0,"0"0"-14"0,0 0 11 16,0 0 9 0,0 0-12-16,0 0-18 0,0 0-4 15,0 0 5-15,0 0-3 0,0 0 0 16,0 0 1-16,0 0-1 15,0 0-1-15,0-3 0 16,0 2-1-16,1-1 2 16,0-1-1-16,1 0 5 15,1-1 0 1,-1 1-2-16,0-1 2 0,-2-2-2 16,1 1-4-16,1 0 0 0,-1-2-2 15,1 3 0 1,0-2-1-16,1-1 1 15,-1 3-1-15,1-2 0 16,-1 2 1-16,1-3-1 0,3 4 0 0,-3-1 0 16,0 0 2-16,1 1-1 0,1 1 0 31,-1 0-1-31,1 1 1 16,-1 0-1-16,0 1 0 0,-1 0-1 0,0 0 1 0,-1 0 0 31,1 0-2-31,-1 0 1 15,1 2 1-15,2 2 0 16,-2 2-1-16,1-1 1 16,3 2 0-16,-1 2 0 0,1-1 0 15,0 0 0-15,2 1 0 16,-3 0 0-16,3-2 0 16,-3 0 1-16,2 2-2 15,-5-4 2-15,1 2-1 0,2-1 0 16,-4-2 0-16,1 3-1 15,-1-4 2-15,2 3-2 16,-2-2 2-16,2 1-1 16,-1 0 0-16,2 1-2 15,-2-1-30-15,1-2-40 0,-2 0-128 16</inkml:trace>
  <inkml:trace contextRef="#ctx0" brushRef="#br0" timeOffset="48711">21368 4503 48 0,'0'0'21'0,"0"-1"0"0,-1-2 1 0,1 3-1 15,0-1 3-15,0 0-3 32,0 1-3-32,0 0-5 15,0 0-4-15,0 0-4 16,0-1-3-16,0 1-2 0,0 0 0 16,0 0-2-16,-2 0-3 15,0 6 6-15,2 2-2 16,-2 4 2-16,0 1-1 15,1 2 0-15,1 1 2 0,-1-1-2 16,-1 4 1-16,2-2-2 16,-2-2 1-16,2 2 0 15,-2-2 1-15,-1 0-2 16,2-1 2-16,-1-1-1 0,0 1 0 16,1-2 1-16,-1 3-1 15,0-2 0-15,-1 0 0 16,1 1 1-16,0-1-1 15,1 0 0-15,-1-2 1 16,2 2-1-16,-1-2 0 0,1 1 2 16,0-1-2-16,0-1 1 15,0 1-1-15,0-1 1 16,0-1-1-16,0-2 2 16,0 0-2-16,0 0 1 0,0 0 2 15,0-3-1 1,0 1-1-16,0-1 1 15,0-1-1-15,0-2 1 0,0 2 0 0,0-2 0 16,0 1-1 0,0-1 1-16,0 0 1 15,0 1 1-15,0 0-2 16,0 0 3-16,0-2-5 0,0 2 1 0,0-1 0 16,0 1 0-1,0-1-1-15,0 2 1 0,0-3 0 16,0 3-1-1,0 0 1-15,0-2-1 16,0-1 0-16,0 3 1 0,0-3 0 0,0 3-1 16,0-3-1-1,0 0-3-15,0 0-19 16,0 0-53-16,0-6-44 16</inkml:trace>
  <inkml:trace contextRef="#ctx0" brushRef="#br0" timeOffset="49456.81">21476 4689 109 0,'0'0'45'0,"0"0"-27"0,0 0 3 0,0 0 4 16,0 0 9-1,0 0-14-15,0 0-11 0,0 0-8 16,0 0-3-16,0 0-6 0,0 0 8 16,0 0 2-16,0 0-1 15,-2 34 0 1,2-21-1-16,-4 1 0 16,2-1 1-16,1 0-1 0,0-2 0 0,-1-1 1 15,1-1-1-15,1-2 0 16,-2-3 0-16,2 0 1 15,0-2-2 1,0-1 2-16,0-1 0 16,0 2-1-16,0-1 3 0,0-1-2 15,0 0 1-15,0 0 2 0,4 0-2 16,1 1 1-16,3 1 0 16,-2-2 0-1,3 0-2-15,-1 1 1 16,2-1-1-16,-1 0-1 15,1 0 1-15,-3 1-1 0,2 1 0 0,-3-2 0 16,-1 1 0 0,-1 0 1-16,-2 0-2 15,0-1 1-15,-1 3-4 16,0-3-22-16,-1 0-77 0</inkml:trace>
  <inkml:trace contextRef="#ctx0" brushRef="#br0" timeOffset="56907.83">18578 4152 111 0,'-2'0'24'0,"1"0"-9"0,-1 0 7 15,2 0-4-15,-2 0 0 16,0 0-4-16,1 0-4 16,0 0 0-16,1 0 0 0,-1 0 3 15,0 0 1-15,1 0-1 16,0 0-6-16,0 0-8 15,0 0 0-15,0 0 7 16,0 0-12-16,4 0 8 16,2 0 2-16,4 0 0 0,-3 0 4 15,3 0-7-15,2-3 1 16,-4 2-2-16,1-2 2 16,0 3-1-16,0-2 0 0,0 1-1 15,-4 0 1 1,3 1-1-16,-2 0 0 0,0 0-1 15,-3 0 2-15,1 0-2 16,-2 4 1-16,0 1-1 16,-2 2 1-16,2 0-3 0,-2 1 0 15,0 1 3 1,0-1 0-16,0 2-2 0,-2-1 5 0,-1 2-3 16,0-1 1-1,0 1-1-15,-1 1-1 16,-1 0 1-16,0 0 1 15,-1-2-1-15,1 0 1 16,3 0 0-16,-2-2 0 0,-1-1-1 16,2-1 1-16,0-2-1 0,2-1 1 15,1 0 0-15,0 0 0 16,0-2-2-16,0 1-1 0,0-1 1 31,0-1-1-31,0 1 4 16,1-1 1-16,3 0-5 0,0 0 3 15,1 0 0-15,0 0-1 0,3 0 1 0,0 0 0 32,0 0-1-32,1 0 1 15,-2 0 0-15,2 0 2 0,-2 0-3 0,1 0 1 16,-3-1-1 0,2 1 1-16,-2-1-1 15,-1 1 0-15,0-2 0 16,-2 2 0-16,-2 0 0 15,2 0-2-15,-2 0-10 0,0-1-15 16,0 0-30-16,0-1-57 16</inkml:trace>
  <inkml:trace contextRef="#ctx0" brushRef="#br0" timeOffset="59673.48">18622 4236 76 0,'0'0'37'0,"0"0"-24"0,0 0 5 0,0 0-1 16,0 0-2 0,0 0-3-16,0 0-2 15,0 0 0-15,-1 0 3 16,1 0 2-16,0 0-2 16,0 0 2-16,0 0 0 15,0 0-5-15,0 0-4 0,0 0 0 16,0 0-4-16,0 0-1 15,0 0 0-15,3 0-1 16,2-1-1-16,1 1 1 16,1-1-1-16,1-1 0 0,1 2 2 15,-1 0-1-15,3-1 1 16,-3 0 0-16,2 1-1 16,-2-1 1-16,1 1-1 15,-2 0 0-15,-2 0 0 16,-1 0 0-16,-1 0 0 15,-1 0 0-15,1 0 0 0,-3 0-3 16,0 0-28-16,0 0-52 16,0-3-86-16</inkml:trace>
  <inkml:trace contextRef="#ctx0" brushRef="#br0" timeOffset="60414.85">18737 3948 74 0,'0'0'26'0,"0"0"-25"0,0 0 4 0,0 0 11 0,0 0-9 16,0 0-3-16,0 0 0 16,0 0 1-16,0 0 7 15,0 0 0-15,0 0 2 16,0 0-3-16,0 27-2 0,0-23 2 16,0 1-1-16,0-1 0 15,0 0-1-15,0 0 0 16,0 2-2-16,0-2-1 15,0 3-1-15,2-2-1 16,-2 1 1-16,0 0-1 0,1-2 0 16,0 1 3-16,0-2 1 15,0-2 1-15,0 2-4 16,-1 0 4-16,0-2-1 0,1-1-5 16,-1 0 2-1,1 2-1-15,-1-2 0 0,0 0-2 16,0 0 0-16,2 1-2 15,0-1 1-15,-2 0-8 16,2 0-69-16,-2 0-178 0</inkml:trace>
  <inkml:trace contextRef="#ctx0" brushRef="#br0" timeOffset="62331.52">19668 4503 100 0,'0'-5'8'0,"0"-1"-3"0,0 0 11 0,-4 2 1 0,-1 1-9 16,-3-1 3-1,1 0-4-15,-1 1-3 0,-3 1-2 0,3 0 5 32,-3 1-6-32,0 0 4 0,1 1 2 15,2 0-5-15,-3 0-1 0,3 0 0 16,2 0-1 0,-2 4 0-16,3 3 0 0,0 0 1 0,-1-1 0 31,3 3-1-31,1-1-2 0,0 2 4 15,2-3 2-15,0 2-4 16,0-2-2-16,0 0 4 0,3 0 3 0,1 0 0 31,4-1 6-31,-2-2 0 0,2 2-7 16,-2-2-1-16,3-1 0 16,-1-1-4-16,-1 0 2 15,3 0-1-15,-4-1 0 16,4-1 0-16,-3 0 1 15,0 0-1-15,0 0 0 16,0 0 1-16,0 0 0 0,0-3 0 16,-2-1 0-16,1-2 1 15,-2 1-2-15,1-3 2 16,0 1 0-16,-3 0-2 16,1 0-3-16,0-1 0 15,2 1 1-15,-3 0 2 0,-1 1 1 16,0 0-1-16,1 2 1 15,-2-1-1-15,0 1 0 16,1 3 2-16,-1-2-1 16,0 3 0-16,0-1 4 0,0-1-3 15,1 2-2-15,-1 0 0 16,0 0-2-16,0 0-4 16,0 0-2-16,0 4 3 15,0 3 5-15,0 2 3 0,0-1-2 16,0 1 0-16,2 0 0 15,2-1 0-15,-1 0-1 16,1-2 1-16,2 0 1 16,1-2-1-16,2 1 0 15,-1-3 0-15,0-2 2 0,3 0-14 16,-2 0-78-16</inkml:trace>
  <inkml:trace contextRef="#ctx0" brushRef="#br0" timeOffset="62882.34">19696 4196 113 0,'0'0'49'0,"0"0"-46"0,0 0-3 0,0 0 8 0,0 0 7 32,0 0-5-32,0 0-5 15,0 0 3-15,0 0-3 16,0 0-3-16,19 40 2 0,-17-30 2 15,1 0 3-15,0 0-3 16,1 1 4-16,-2-2 1 16,0 1-3-16,-1-2 3 15,2 2-2-15,2-4-4 16,-3 1-1-16,0 0-3 0,0-4 0 16,-1 1 0-16,1-1 0 15,-2 1-1-15,0 0-2 16,0-1-23-16,0-3-48 0</inkml:trace>
  <inkml:trace contextRef="#ctx0" brushRef="#br0" timeOffset="65397.65">20982 4099 101 0,'0'0'12'16,"0"0"-6"-16,0 0 9 0,0 0 6 16,0 0-8-16,0 0-5 0,0 0-4 0,0 0 3 31,0 0 1-31,0 0-1 0,0 0 4 0,0 0-2 15,0 0-3-15,0 0 1 16,0 0-1 0,0 0 0-16,1 0-4 15,2 0 6-15,1 0 2 16,2 0 0-16,-1 0-5 0,3 0-2 16,-1 0 0-16,0 0-1 15,0 0 1-15,0-1-1 0,1 1 0 0,0-2-1 31,-2 1 2-31,0 0-2 0,-1 0 1 0,1 1-1 16,0 0-1-16,-2 0 0 0,2 0 0 31,-2 0 0-31,1 0 0 16,-1 0 0-16,2 0 0 16,-3 0 0-16,2 2 0 15,-3 1 0-15,0-1 0 0,2 1-1 16,-1-2 1-16,-3 2 0 15,0 1-1-15,0-1-3 16,0 0 0-16,0 3 2 16,0-1 0-16,-2 2 1 15,-2-1 1-15,-1 3-2 16,0 0 3-16,0 1-1 0,1 0 1 16,-2-2-1-16,2 0 1 15,1-1 0-15,1 0-1 16,-2 0 0-16,2-1 1 15,0-2 0-15,1 1-1 0,0-1 1 16,0-1 1-16,1 1-2 16,0-1 1-16,0 0 0 15,0-1-1-15,0 1-1 16,0 0 0-16,0-2 2 0,0 1 0 16,1-1 2-16,1 0-2 15,1 1 1-15,2-2 2 16,-2 0-1-16,2 0 2 15,2 0-1-15,-1 0-1 0,2 0-1 16,-4 0 2-16,5 0-4 16,-1 0 1-1,0 0 0-15,-3 0 0 0,3 0-1 16,-4 0 0-16,-1 0 0 16,2 0 1-16,-3 0-1 15,1 0-1-15,-3 0-1 0,1 0-11 16,-1-2-16-16,0-2-82 15,0 0-52-15</inkml:trace>
  <inkml:trace contextRef="#ctx0" brushRef="#br0" timeOffset="65958.27">21036 4177 115 0,'3'0'61'0,"0"0"-46"0,3 0 2 0,-2 0 14 0,1 0-5 16,3-2-10-16,-1 1-3 15,1-1-2-15,2 1-3 16,-3-1 1-16,1 1-7 16,0 1-2-16,-1 0 1 0,1 0-2 15,-3 0-8-15,-1-4-34 16,0 2-81-16</inkml:trace>
  <inkml:trace contextRef="#ctx0" brushRef="#br0" timeOffset="66870.39">21139 3942 113 0,'0'0'7'0,"0"0"2"0,0 0 1 16,0 0 5-16,0 0-3 0,0 0-2 15,0 0 2-15,0 0 1 16,0 0-6-16,0 0-3 16,39-21-1-16,-34 21 1 15,1 0 0-15,0 0-3 0,1 0 0 16,-5 0-1-1,1 1 0-15,0 4 0 0,0 0-1 16,-3 1-1-16,0-2 2 16,0 3-1-16,0-1 1 15,0 1 0-15,0-1 2 0,-2-1-1 16,-2 1-4-16,1 0 0 16,1-2 4-16,-4 2-2 15,3-3 0-15,0 1 0 16,1-3 2-16,0 2 3 0,2 0-2 15,-2-2-1-15,1 1 0 16,1-1-2 0,0-1 0-16,0 3 1 0,0-3 5 15,5 0-1-15,-1 1-1 16,3-1 2-16,0 0 0 0,2 0 0 16,-2 0 0-1,1 0-1-15,2 0 1 16,0 0 0-16,0 0 2 0,2 0 2 0,0 0 3 15,-3 0-5 1,1 0-2-16,-1 0 1 16,-2 0 0-16,1 0 0 0,-5 0-1 0,1 0-2 31,0 0-1-31,-2 0-2 0,-1 0 0 0,0 0-2 16,0 0-17-16,-1 0-38 15,0 0-107 1</inkml:trace>
  <inkml:trace contextRef="#ctx0" brushRef="#br0" timeOffset="68610">21966 4191 110 0,'0'-5'11'0,"2"1"-5"0,1 1 6 16,-3-2 7-16,0-1 0 15,0 2 7-15,0-1-11 0,0 1 4 16,0 1-3-1,0-1-2-15,0 1-5 0,0 0-5 16,0 1 1 0,-5 0-4-16,2 1-1 0,-1-1-2 0,-2 2-1 15,1 0-1 1,-2 0 7-16,-1 0-1 16,-1 0-2-16,0 3 2 15,-1 4-1-15,0 0-1 16,3 2 0-16,-2-1 1 0,2 2-1 15,2 0 0-15,2 0-1 16,2 0 0-16,1 0-1 0,0 0-1 16,0-3-2-16,0 0 7 0,0-1 1 31,1 1-4-31,3-3 0 0,2 2-2 16,0-3 4-16,2 0-2 15,-3-2 3-15,1 0-2 0,0-1 4 16,0 0-1-1,1 0 0-15,-3 0 3 16,2-1-1-16,-3-3 0 0,1 1-1 16,2-3 0-16,-2-1-2 15,1 2 1-15,-1-3-1 0,1 3-2 0,-2-4 1 32,0 2 0-32,0-1-1 15,2 0 1-15,-3 1-1 0,0 0-1 16,-1 0 2-16,0 4-1 0,0-2-1 0,-1 2 1 31,0 0 0-31,0 1 1 0,1 0 0 0,0 2-1 16,-1 0 0-16,0 0 0 15,0 0 0 1,0 0 0-16,0 0-5 16,0 0 0-16,0 0 0 15,0 0 1-15,0 4 0 16,0 2 5-16,0 1 1 15,0-1-1-15,0 2 0 16,0-1-2-16,2 2 3 16,0-2-3-16,1 0 3 0,2 0-1 15,0-3 0-15,2 2-1 16,0-3 1-16,-1-2-1 16,2-1 2-16,1 0-2 0,-1 0-21 15,1-4-76-15</inkml:trace>
  <inkml:trace contextRef="#ctx0" brushRef="#br0" timeOffset="69397.31">22009 3963 140 0,'0'0'36'0,"0"0"-14"0,0 0-2 0,0 0 3 15,0 0-9 1,0 0-4-16,0 0-5 0,0 0 0 16,0 0 0-16,0 0 0 0,0 0 0 15,0 0 2 1,0 0-2-16,0-11-4 16,4 11 0-16,1-3-3 15,0 3 3-15,1-1-2 0,3 1 1 0,-2 0 0 16,1-2 0-1,-2 2 0-15,2 0 0 16,-3 0 0-16,-1 0-1 16,2 0 1-16,-4 0-2 15,0 3 1-15,-1 3 0 16,-1-2 1-16,0 3-3 0,0 0-1 0,0 2 3 16,0-2 0-1,0 2-1-15,-1-1 0 16,-1-1 1-16,0 2 1 0,0-2-2 0,-1-1 2 31,2-1 0-31,-1-2 1 0,0 0-1 0,2 0 1 16,0-2-1-1,0-1-1-15,0 0-1 0,0 2 4 0,0-2-4 32,1 0 4-32,3 0-1 15,1 0-2-15,0 0 3 16,4 0-2-16,-2 0 1 15,0 0-1-15,1 0 1 0,1 0-1 16,0 0 3-16,-2 0-2 16,1 0 1-16,0 0-1 15,-1 0 1-15,-1 0 0 16,0 0 0-16,-1 0 1 0,0 0 0 16,-1 0-1-16,-1 0 0 15,-1 0-1-15,0 1-1 16,-1 2 0-16,-1-2-1 15,0 3-11-15,0-4-59 0</inkml:trace>
  <inkml:trace contextRef="#ctx0" brushRef="#br0" timeOffset="73677.1">15107 7115 92 0,'3'0'7'16,"3"0"-2"-16,0 0 4 0,3 0-1 0,0 0-1 15,1 0 0-15,2 0 2 16,0 0 0-16,1-3 0 0,1 2 1 15,1-2 0-15,2 1 4 16,0 0-4 0,3 0 0-16,-1 2-4 0,-2-1-1 15,3-1 0-15,-5 0 1 16,0 0 1-16,0 1 5 0,-2-2 2 16,-4 3-4-1,-3-2 0-15,1 1-4 0,-2 1 1 16,-4 0-5-1,0 0-1-15,-1 0 3 16,0 0-2-16,0 0-4 0,0 0 2 0,0 0 1 16,-2 0 5-1,-1 6-7-15,-3 2 2 0,2 3 1 0,-1 1-1 32,-3 2-1-32,-2 3-4 0,3-2-1 0,-2 0-1 15,1-1 3 1,-2 1 2-16,-1-1-4 15,1-1 3-15,-2-1 1 16,3 1 0-16,-1-3 0 16,-1-3 3-16,5 0-1 0,2 0 1 0,0-2-2 15,1-2 1 1,2-1 0-16,1-2-1 0,0 3-2 0,0-3-4 16,0 0 12-1,3 0-5-15,4 0 11 0,-2 0-7 31,5 0-2-31,-1-3-1 0,1 2-1 16,1-2 1-16,3 1-1 16,-1 1 0-16,1-2 0 15,1 2 3-15,0 0-4 16,-1 0 1-16,0 0-1 16,-2 0 1-16,-1 1-1 0,-1 0 0 15,-2 0 1-15,-1 0-1 16,-3 0 0-16,-2 0 0 15,-1 0 0-15,0 0-3 16,-1 0-12-16,0 0-24 0,0 0-45 16,-1-2-39-16</inkml:trace>
  <inkml:trace contextRef="#ctx0" brushRef="#br0" timeOffset="74316.09">15493 6818 191 0,'0'0'24'0,"0"0"-4"0,-2 0 4 0,2 0 0 16,0 0-14-16,0 0-9 15,0 3 0-15,0 4 5 16,0 0-1-16,0 3 1 0,0 1 0 0,0-2-2 16,0 1-1-16,0 0-2 15,0 0 3-15,0-2-2 0,0 1-1 31,0-3 0-31,0 2 0 16,0-2-1-16,0-2 1 16,0-1-2-16,0-1-10 0,-2-2-35 15,-2 0-112-15</inkml:trace>
  <inkml:trace contextRef="#ctx0" brushRef="#br0" timeOffset="74667.92">15592 6793 205 0,'0'0'14'0,"0"0"-6"0,0 0 23 16,0 0-9-16,0 0-16 15,42 18-1 1,-37-11-3-16,1 2 2 16,-5 2 1-16,3 2-4 15,-2 0-1-15,0-1 0 0,-2 3-1 0,0 0 3 16,0-5-3-1,0 3 0-15,-8-2-9 16,-1-2-26-16,0-2 5 0,-7-4-64 16</inkml:trace>
  <inkml:trace contextRef="#ctx0" brushRef="#br0" timeOffset="75015.25">15295 6776 231 0,'0'0'11'0,"0"0"-9"15,0 0 2-15,0 0 0 0,-23 45 0 16,21-28 1-16,2 1-2 16,0-2 2-16,0 3-3 15,0-2-1-15,7 0-4 16,6-2 5-16,1-2-20 0,6-4-61 15</inkml:trace>
  <inkml:trace contextRef="#ctx0" brushRef="#br0" timeOffset="75699.35">16017 7064 130 0,'0'0'22'0,"0"0"-19"0,0 0 17 0,0 0 9 15,0 0-7-15,0 0-8 16,43 0-1-16,-35 0 0 0,-1 0-1 16,1 0 1-16,-1 0-1 15,0-1-3-15,-1-1 0 16,1 2-5-16,-2 0-3 15,2 0-1-15,-2 0 0 16,-1 0 0-16,2 0-5 16,-4 0-9-16,1 0-12 0,-1 3-15 0,-2 0-38 15,0 0-46 1</inkml:trace>
  <inkml:trace contextRef="#ctx0" brushRef="#br0" timeOffset="76026.75">16066 7149 139 0,'0'0'7'16,"0"0"21"-16,0 0 16 16,0 0-9-16,0 0-8 0,0 0-6 15,0 0-2-15,0 0-4 16,0 0-3-16,34 3-6 0,-28-3-3 16,1 1-3-16,2 0 0 15,-4 1 0-15,5 1 0 16,-3-1-9-16,2 0-25 15,-2-2-44-15,0 0-157 16</inkml:trace>
  <inkml:trace contextRef="#ctx0" brushRef="#br0" timeOffset="79145.84">16808 6956 167 0,'2'-3'3'0,"-2"1"-3"16,2 0 2-16,-2-1 21 0,0 0 7 15,0 1-5-15,0 0-3 16,0-1 0-16,0 3-10 16,0-1-2-16,0 1 0 15,0 0-1-15,0-2-2 0,0 2-2 16,0 0-3-16,0 0-1 16,0 0 2-16,0 0-3 0,0 0-1 15,0 3 1 1,0 4-1-16,0 2 1 15,0 1 0-15,0 0 0 0,0 1 1 16,0-1-1 0,0 0 0-16,0 1 0 0,2 2 1 15,1-2-1-15,3-1 1 0,-1 2 0 16,-1-2-1 0,3 0-1-16,-3-2 0 0,3-1 2 15,-2 0-2 1,2-3 3-16,0 1-1 0,-2-1-1 0,2-1 0 15,-4 0-2-15,6-3 2 16,-5 0-2 0,1 0 2-16,1 0-4 0,0-3 6 0,2-2-2 15,-3-2 0 1,3 0 0 0,-4-2 1-16,0 1-1 0,1 0 0 15,-2-1 0-15,0 3 1 0,-1 1-1 0,-1 1 1 31,0 0 0-31,1 1 1 16,-2 1-1-16,2 1-1 0,-2 1 0 0,0 0 0 31,2 0-1-31,-1 0 0 0,1 0-1 16,2 6 1-16,2 0 1 16,0 2 0-16,2 0 0 15,-1-1 0-15,2 2 0 16,2-4 0-16,0 1 0 0,-1-2 1 15,3-1 0-15,-2 1-2 16,2-3 1-16,-4 0 0 16,0-1 1-16,-1 0 0 15,2 0-1-15,-5 0 1 16,1-6-1-16,0 1 0 0,-3-2 3 16,2-1 1-16,-1 0-1 15,-2-2 3-15,1-1 1 16,-2-1 1-16,0 1-2 15,-1-2-1-15,0 0 7 0,0 2 3 16,0-1-6-16,0 1-1 16,-2 1-1-16,-1 1 1 15,1 1-2-15,-5 1-4 16,2-1 2-16,1 2-1 16,-1 0-4-16,1 3 0 0,-2-1 0 15,1 3-2-15,0 1-13 16,-1 0-44-16,1 0 1 15,-1 0-36-15,2 3-53 16</inkml:trace>
  <inkml:trace contextRef="#ctx0" brushRef="#br0" timeOffset="79620.67">17295 7047 178 0,'1'1'44'0,"1"2"-39"0,-1-1-4 0,0 3 2 0,-1 2 2 31,0 2-3-31,0 2 12 0,0 1-4 0,0 0-4 16,0 3 2 0,0-1 0-16,0 0 2 15,0-1-5-15,0 1 0 0,0-3-2 0,0 0 1 32,0-2-3-32,2 1 0 15,2-5-10-15,-2-4-41 0,1-1-88 16</inkml:trace>
  <inkml:trace contextRef="#ctx0" brushRef="#br0" timeOffset="80088.7">17469 6939 186 0,'0'0'17'0,"0"0"-11"16,0 0 4-16,43-12 3 15,-32 10-2 1,0 0-2-16,3 2 7 0,-3 0-3 16,3 0-1-16,-3 0-4 15,-1 6-5-15,1 3 0 0,-2-1 0 16,0 5-1 0,-1-2 1-16,-2 5-5 0,-3-5 2 15,-2 5 0-15,0-2-3 16,-1-3 4-16,0 2-2 15,-3-3 0-15,-1 0 4 0,-6-3-2 16,0 0 1-16,-1-1-4 16,-1-2 0-1,1 0 2-15,-2-2-8 0,1-1-7 16,2-1-12-16,5 0-33 0,1 0-44 16</inkml:trace>
  <inkml:trace contextRef="#ctx0" brushRef="#br0" timeOffset="80667.48">17731 6911 214 0,'0'0'23'0,"0"0"-17"0,0 0 0 16,0 0-1-16,0 0 6 15,0 0-5-15,0 0-7 0,0 0 2 16,0 0 0-16,0 0-2 16,-12-2 2-16,10 2 1 15,-4 4-2-15,1 3 0 0,0 1 1 16,0 2 0-16,0-1 1 16,-1 3-1-16,2-1-1 15,2 2 1-15,0-2 0 16,0 1 2-16,2-1-2 15,0 1 6-15,0-1-2 16,2 0 0-16,2-3-5 16,1 1 2-16,2 0 2 15,0-1 1-15,1-2 3 16,-1 1-2-16,2-3 0 0,0 1 0 0,-1-3 2 16,0 1 2-1,0-2-3-15,0-1-1 16,0 0-1-16,-3 0-3 15,1 0 0-15,1 0-2 0,-3-1 1 0,1-4-14 16,-1-3-47 0,-1-3-193-16</inkml:trace>
  <inkml:trace contextRef="#ctx0" brushRef="#br0" timeOffset="81232.75">18058 6963 113 0,'0'0'33'0,"0"0"-7"0,0 0 12 15,0 0-6-15,0 0-2 16,0 0-10-16,0 0-9 0,0 0-2 16,0 0-4-1,0 0-2-15,38 0 0 16,-27 0 0-16,1 0 1 0,4 0-4 15,-2 0 1-15,4 0 0 0,0 0-1 16,-1 0 1 0,2 0-1-16,-4 0 1 0,3 0-2 15,-6 0 2-15,-1-1-1 16,-3-1-2-16,-3-1-12 16,-3-1-14-16,-2 1-40 0,0-1-154 15</inkml:trace>
  <inkml:trace contextRef="#ctx0" brushRef="#br0" timeOffset="81540.25">18173 6886 241 0,'0'0'25'0,"0"0"-21"0,0 0 1 15,0 0 2-15,0 0 1 16,0 0-5-16,0 0 1 16,8 39 5-16,-6-25-4 0,-1 0-1 15,2 3-2-15,-3-1-1 16,0 1 0-1,2 0-1-15,-1-3-14 16,-1-3-54-16,2-5-92 0</inkml:trace>
  <inkml:trace contextRef="#ctx0" brushRef="#br0" timeOffset="82120.92">18546 6707 112 0,'0'0'50'0,"0"0"-33"0,0 0 0 0,0 0-8 16,0 0 0-16,0 0-2 15,0 0 1-15,0 0 3 16,0 0-2-16,0 0 0 0,1 46 1 15,0-32-2-15,0 0 0 16,0 5 0-16,2-2-3 16,0 1-1-16,1 3-1 15,-1-3-2-15,1 0 0 16,0-1-1-16,0 0 1 16,-3-2 0-16,1 0-3 0,-1-5-32 15,-1-2-33-15,0-2-52 16</inkml:trace>
  <inkml:trace contextRef="#ctx0" brushRef="#br0" timeOffset="82663.48">18614 6928 114 0,'0'0'6'0,"0"0"-4"15,0 0 5 1,0 0 4-16,0 0 7 0,0 0 2 16,0 0 0-16,42-25-3 0,-35 21-5 15,4 0 3 1,1 1 2-16,1 0-1 0,1 3-5 0,-1-1-3 31,1 1-5-31,1 0-1 0,-2 0 1 16,-2 0-2-16,-3 1 0 0,1 5-1 15,-1 0 1 1,-3-1-2-16,-2 2 2 16,-1 2-3-16,-1 2 0 15,-1-1 3-15,0 0 0 0,0-1-1 0,0-1 1 16,-3 1 1-1,-1-4 0-15,-2 1-3 16,-1-2 0-16,0-1 2 16,0 1-2-16,-3-4 6 15,-2 2-1-15,0-2 1 0,-1 0-3 16,0 0-1-16,0 0 0 16,-1 0 0-16,3 0-1 15,0 0 1-15,2 0-1 16,4 0-2-16,1 0-4 15,0 0-6-15,4 0-18 0,0-3-34 16,0-1-57-16</inkml:trace>
  <inkml:trace contextRef="#ctx0" brushRef="#br0" timeOffset="84352.88">18987 6953 73 0,'0'0'148'0,"0"0"-131"0,-2 0 0 0,2 0 6 0,0-1 0 16,0 1-11-16,0 0-6 15,0 0-6-15,0 0-2 16,0 5 2-16,0 4 0 0,0 2 2 15,3 2 1-15,-1 1-1 16,1 2-1-16,2-2 0 16,-3 0-1-16,1-2 1 15,-1 0-1-15,2-2 3 16,-2-1-3-16,1-3-6 16,-3-2-37-16,0-3-61 0</inkml:trace>
  <inkml:trace contextRef="#ctx0" brushRef="#br0" timeOffset="87273">19374 6813 180 0,'2'0'22'0,"0"0"-10"0,2 0 2 0,-1 0 7 0,-1 0 1 16,2 0-2 0,-1 0-5-16,1 0-1 0,1-2-2 0,0 2-5 15,0 0-5 1,1 0 1-16,0 0-3 0,1 0 1 16,1 0-1-1,-1 0 0-15,1 0 0 0,2 0-5 16,-3 0-22-16,0 2-35 15,-2-1-82-15</inkml:trace>
  <inkml:trace contextRef="#ctx0" brushRef="#br0" timeOffset="87458.26">19432 6933 288 0,'0'0'16'0,"0"0"-11"16,0 0 7-16,0 0 8 0,0 0-13 0,0 0-5 0,45 0-3 31,-32 0-10-31,1-1-71 16</inkml:trace>
  <inkml:trace contextRef="#ctx0" brushRef="#br0" timeOffset="88225.8">19964 6766 88 0,'0'0'19'0,"0"0"9"16,0 0 4-1,0 0-12-15,0 0-8 0,0 0 4 16,0 0 1-16,0 0-5 16,0 0-2-16,17-37 0 15,-8 31-4-15,-2 3 4 16,3-2-1-16,0 3-3 15,-1-1-2-15,1 3-1 16,-2 0-2-16,-1 0 0 0,1 0-1 16,-2 3 0-16,0 4 0 15,-3 0 1-15,0 2-2 16,-2 1 0-16,-1 0-1 16,0 1-2-16,0 0 1 0,0-1-7 0,0 2 1 15,-5-4 3-15,-1 2 4 0,-2-3-6 31,0 2 3-31,-1-3-1 16,0 1 1-16,-2-2-2 0,2-1 6 16,3 1 1-1,1-2-1-15,0-2-2 0,2 2 1 16,2-3 1-16,1 3 1 16,0-2-7-16,0-1 10 15,3 0 9-15,7 0 2 16,-1 0-2-16,2 0 0 0,3 0-3 15,-1 0 1 1,3-4-1-16,-1 4-2 0,-1-1 3 16,1-1 1-16,-1 2-7 15,-5 0-2-15,1 0-2 16,0 0 0-16,-5 0-1 16,1 0-21-16,-4 0-54 0</inkml:trace>
  <inkml:trace contextRef="#ctx0" brushRef="#br0" timeOffset="88754.35">20549 6510 126 0,'0'0'47'0,"0"0"-43"0,0 0 17 0,0 0 5 16,0 0 14-16,0 0-10 16,0 0-19-16,0 0-8 15,0 0-3 1,0 0-3-16,0 0 1 16,0 0 6-16,-30 30-3 15,22-14 2-15,-3 1-3 16,0 1 1-16,3 2 0 0,1 0 1 15,0 1-1-15,2-2 1 16,2-1 2-16,1 3 1 16,2-4 2-16,0 0-2 15,0-1 0-15,6 0-2 0,2-2-1 16,0-2-1-16,2 0 4 16,3-1-4-16,1-1-2 15,2-4-13-15,-1 0-32 16,1-2-58-16</inkml:trace>
  <inkml:trace contextRef="#ctx0" brushRef="#br0" timeOffset="89204.38">20725 6696 237 0,'0'0'17'0,"0"0"-16"0,0 0-2 16,0 0 1-16,0 0-1 16,0 0 2-1,0 0-1-15,-20 44-2 0,20-28 4 16,0-2-3-16,4-3 5 16,6 3-2-16,-2-5-2 0,4 0 5 0,0-2-1 15,2-2 0-15,1-2 5 16,0-1-4-16,0-2-2 15,-1 0 0 1,-1-2 0-16,-1-5 1 0,-3-3 5 16,2-4-1-16,-6-2-2 15,-2 1-2-15,-2-1 0 0,-1-1 0 16,0 0-1-16,0 3 8 16,-6 1 5-1,-1 2-10-15,-1 1 2 0,-2 5-6 16,1 0-1-1,-3 3-4-15,1-1 2 16,-2 3-5-16,-1 0-9 0,2 0-5 0,0 5-7 16,5 1-27-16,2-2-43 15,4 1-55 1</inkml:trace>
  <inkml:trace contextRef="#ctx0" brushRef="#br0" timeOffset="89396.4">21016 6689 335 0,'0'0'16'0,"0"0"-16"0,0 0 1 0,0 0-1 0,0 0 1 16,0 0-7-16,0 0-23 15,0 0-22-15,0 0-49 16,0 0-4-16</inkml:trace>
  <inkml:trace contextRef="#ctx0" brushRef="#br0" timeOffset="89914.61">21173 6638 31 0,'0'0'253'15,"0"0"-242"-15,0 0-9 0,0 0-8 16,0 0-4-16,0 0 13 0,0 0-2 16,0 0-1-1,-18 14 0-15,15-7 0 0,2 0-1 16,1 2 0-16,0-2-1 15,0-1 2-15,2-1 3 16,4 1-3 0,1-2 0-16,2-1-1 0,-1 0 4 0,2-2 1 15,2 2 1 1,1-3 2-16,-2 2-4 16,4 0 1-16,-4 1-1 15,1-1 1-15,-2 2-2 16,0-1-2-16,-1 1 1 0,-4-1-1 15,-2 3 0-15,-2-1 1 0,-1 1-1 0,0-2-3 32,0 3 2-32,0 0 3 0,0-1-2 15,-5-2 2 1,1 0-1-16,-5 1 1 0,0-2 5 16,2 0-5-16,-3-2 1 15,2 3-1-15,0-4-2 16,0 1 3-16,0-1-3 0,1 0-7 0,2 0-15 31,1 0-38-31,-1-5-74 16</inkml:trace>
  <inkml:trace contextRef="#ctx0" brushRef="#br0" timeOffset="90120.68">21210 6607 295 0,'0'0'12'0,"0"0"-10"0,41 0 0 0,-23 0-1 16,-3 0 0-16,0 0 1 0,-1 0-13 15,-2 0-31-15,-3 0-57 16</inkml:trace>
  <inkml:trace contextRef="#ctx0" brushRef="#br0" timeOffset="90441.58">21436 6472 268 0,'0'0'11'0,"35"1"-10"16,-16 3 3-16,1 4 6 15,0 1 1-15,-2 4-6 0,-2 3-2 16,-2 4 1 0,-1 2-2-16,-2 1-1 0,-5 4 0 15,-1 0-2-15,-3-1 1 0,-2 1 3 31,0-4-2-31,0 1-2 0,-2-5 1 16,-5 0-1-16,-2-2 0 16,-1-3-9-16,-3-4-26 15,-1-3-34-15,0-4-111 16</inkml:trace>
  <inkml:trace contextRef="#ctx0" brushRef="#br0" timeOffset="90861.59">21773 6614 34 0,'0'0'187'0,"0"0"-177"0,0 0 6 0,0 0 1 0,41 0 0 16,-29 0-4-16,1 0 1 15,0 0 0-15,2 0-1 0,3 0-6 0,1 0 1 16,0 0-3-16,0 0 0 16,-1 0-4-1,0 0-1-15,-5 0 0 0,0 0 0 0,-3 0-4 32,-4 0-17-32,-4 0-25 15,-2-4-33-15</inkml:trace>
  <inkml:trace contextRef="#ctx0" brushRef="#br0" timeOffset="91117.6">21907 6534 248 0,'0'0'7'16,"0"0"-8"-16,0 0 3 15,0 0 1-15,0 0 3 0,0 0 5 16,0 41 1-16,0-28-1 16,0 1-4-16,0-1-6 15,0 3 1-15,0-2-1 16,0-3 0-16,3 1 0 0,2-1 0 16,-3-1-1-1,3 0-15-15,1-3-42 0,-1-3-88 16</inkml:trace>
  <inkml:trace contextRef="#ctx0" brushRef="#br0" timeOffset="91701.95">22251 6557 82 0,'0'0'64'0,"0"0"-48"16,0 0-4-16,0 0-2 15,0 0 6-15,0 0-5 0,0 0-6 0,0 0-5 32,0 0 6-32,-30 38-3 0,30-25 4 15,0 0 8-15,0 0-8 0,0 0-2 0,1-1 1 32,5-3-1-32,2 0 2 0,1-1 1 0,1-2-1 31,1-1-2-31,0-1 0 15,1-2-1-15,0-2-1 0,-1 0 1 16,1 0 6-16,-1-6 1 16,1-4-4-16,-2 1 0 15,1-3 0-15,-3-1-2 16,0-4-1-16,-3 3-3 16,-1-3 0-16,0 1 1 0,-2 1-2 15,-2 2 6-15,0 0-3 16,0 1 0-16,-2 1-1 15,-6 3 0-15,-1 1-3 16,0 2-2-16,-5 1-2 16,1 4-2-16,-3 0-5 0,-1 0-14 15,0 4-21-15,2 2-47 16</inkml:trace>
  <inkml:trace contextRef="#ctx0" brushRef="#br0" timeOffset="92912.53">22633 6438 69 0,'0'0'25'0,"0"0"0"0,0 0-2 0,0 0 6 31,0 0-1-31,0 0-9 0,0 0 1 0,0 0-6 0,0 0-5 31,0 0 4-31,0 0 2 16,0 0-3-16,0 1-5 15,0-1 1-15,0 0-3 16,3 0-3-16,2 0 0 0,0 0-1 16,2 0 3-16,1 0-4 15,-1 1 1-15,2-1 0 16,2 1 0-16,0 0-1 16,0 0 1-16,0-1-1 15,-1 0 1-15,1 3-2 0,-2-3-7 16,-3 2-10-16,0 0-9 15,-1 0-11-15,-3-1-30 16,-2 2-13-16</inkml:trace>
  <inkml:trace contextRef="#ctx0" brushRef="#br0" timeOffset="93168.75">22677 6538 151 0,'0'0'23'0,"0"0"7"15,0 0 8 1,0 0-6-16,0 0-2 0,0 0-12 16,0 0-5-16,0 0 0 15,40 2-1-15,-29-2-5 16,-1 0-5-16,1 0-2 0,0 0 0 15,2 3-3-15,-2-2-23 16,0-1-50 0</inkml:trace>
  <inkml:trace contextRef="#ctx0" brushRef="#br0" timeOffset="94309.74">23257 6399 132 0,'0'0'2'0,"0"0"10"0,0 0 8 0,0 0 0 15,0 0-8-15,0 0-5 16,0 0 7-16,0 0 8 15,0 0-2-15,0 0-5 16,39 10-8-16,-32-17 0 0,0 0 0 16,1-2-1-16,1 1-2 15,-2-2-1 1,0-1-1-16,0 1 3 0,-2 1-2 16,0-2-2-16,-1 2 0 0,-1 2-1 15,-2 0-1 1,-1 3-2-16,0 0 3 15,0 2 5-15,0 1-2 0,0 1-2 16,0 0 2-16,0 0-6 16,0 2 2-16,0 6 0 15,0 2 1-15,0 2 0 0,0 3 0 16,0 1 0-16,0 0 0 16,0 3 0-16,2 1-1 0,1-2 1 15,2-1 1-15,-2 2-1 16,1-4 1-16,3 1-1 15,-3-2 0 1,1 0-5-16,-1-3-18 16,-1-2-21-16,-1 0-50 0</inkml:trace>
  <inkml:trace contextRef="#ctx0" brushRef="#br0" timeOffset="94605.81">23334 6581 77 0,'0'0'39'0,"0"0"-21"0,0 0 15 0,0 0 4 15,40 0-10-15,-31 0-5 0,3 0-1 0,-1 0-1 16,3 0 1-16,-3 0-6 31,-2 0-6-31,4 0-3 16,-2 0-4-16,-1 0-2 0,0 0 0 15,-3 0 1-15,1 0-2 16,-4 0-4-16,-3 0-14 16,1 0-20-16,0 0-52 15</inkml:trace>
  <inkml:trace contextRef="#ctx0" brushRef="#br0" timeOffset="95026.5">23658 6418 248 0,'0'0'38'0,"0"0"-14"0,0 0-2 0,0 0 5 16,0 0 11-16,0 0-5 0,0 0-21 0,0 0-7 0,0 0-3 16,0 0-2-1,8-6-5 1,-8 6-35-16,0 0-12 15,0 0-41-15,0 0-41 16</inkml:trace>
  <inkml:trace contextRef="#ctx0" brushRef="#br0" timeOffset="95867.39">23934 6321 165 0,'0'0'33'0,"0"0"-25"16,0 0 0 0,0 0 5-16,0 0-1 15,0 0-6-15,0 0-4 0,0 0-2 16,0 0 1-16,-23 3-1 15,17 1 1-15,1 0 0 16,2 2 0-16,-3 0 0 0,2 0 0 0,1 3 0 16,-4-2 0-1,3 2 0-15,1-1 0 0,-3 1 0 16,3 1 2-16,0 0-3 16,2-1 1-16,-1-1 1 15,0 2-2-15,2-1 1 0,0-1 1 31,0 1 2-31,2-2 1 0,0 0 1 0,3 0 4 16,3-3-5-16,-2 3-3 0,3-1 2 31,-1-2 0-31,2-1 1 16,0-2 2-16,1 1-2 0,-4-2 2 16,4 0-2-16,-4 0 0 0,0-3 7 0,3-3-5 31,-2-1-4-31,-1 0-1 15,-1 0-2-15,2-1 1 16,-3 0 0-16,2 0-1 16,-4-1 0-16,1 2 0 0,-1-1 1 15,0 1 0-15,0-1 1 16,0 3-1-16,-2-4 1 16,2 2-1-16,1 2 0 15,-4-3 0-15,0 3 0 16,0-4 1-16,0 3-2 0,0 0 0 15,0-2 0-15,-7 1 0 16,3 0-3-16,-3 1 4 16,1 1-3-16,-2-1 4 0,1 3-2 15,-2 0-1 1,0-1-1-16,-2 4-10 0,0-1-11 16,-1 1-8-16,-1 0-14 15,-1 0-48-15</inkml:trace>
  <inkml:trace contextRef="#ctx0" brushRef="#br0" timeOffset="99792.26">15482 8300 52 0,'0'-3'31'0,"0"-2"-2"0,0 1 11 0,-1-1 10 15,0-1-17-15,-3 0-11 16,-1 0-3-16,2 1-9 16,1-1-3-16,-2 2 1 0,-1-1-2 15,1 2-3-15,-2-1-1 16,-1 2-1-16,2 0 1 16,-2 1-2-1,1 1 1-15,-4 0-1 0,0 0-1 0,3 0 1 16,-4 0 0-1,-1 0 0-15,0 0 0 0,3 3 0 16,-1 3 0 0,0-1 0-16,3 2 1 15,-3 0-1-15,1 3 0 0,3 0 0 0,-1 1 1 16,3 1-1 0,4-1 0-16,0 1 0 0,0-1 0 15,0 0 3-15,0-1-2 0,3 0 3 16,3-1-3-16,-1-1-1 15,1-2 0-15,0 0 0 16,2-1 1 0,-1-2 3-16,1 0 1 0,-1-2 0 0,2 1 1 31,0-2 0-31,0 0-2 16,2 0 2-16,-4 0-5 15,1-2 2-15,1-2-1 0,-1-2 7 16,0-1-3-16,-1-1-3 15,1-1 1-15,0-2-2 16,-1 0-1-16,0-1-1 0,0 2 2 16,-4 0-2-16,1 2 1 15,-1-2-1-15,-1 4 1 16,-2 0 0-16,0 1-1 16,0 0-1-16,0 1 1 0,0 2-5 15,0 1 2 1,0 0 0-16,0 1 2 0,0 0 0 15,0 0 2-15,0 0-4 0,0 3 0 16,0 5-1-16,0 1 4 16,0 1 0-1,0 3 1-15,0-1 0 16,0 1 0-16,2-1 1 0,3 0 1 16,1-2-1-16,0 0 2 15,4-3-2-15,-1-1 2 0,-2-2-3 16,4-1 2-1,2-2-2-15,0-1-13 0,-1-1-39 0,-2-12-120 32</inkml:trace>
  <inkml:trace contextRef="#ctx0" brushRef="#br0" timeOffset="100407.39">15618 7889 172 0,'0'0'46'0,"-1"0"-35"0,1 0 9 0,-3 0-4 0,1 0-4 16,-4 0-8-16,3 0 0 16,-6 0 1-16,2 0-1 0,-1 3-1 15,1 1 1 1,-3 2-2-16,-1-1 0 0,3 3-1 15,-4 1 2 1,3 3 0-16,3-1 1 0,-2 2-1 0,5 1-1 16,-2 2 1-1,2-2 3-15,3 2 0 16,0-3 3-16,0-1-3 0,1 1-1 16,8-3 4-16,0-1-6 0,2-1 1 15,3-3-2-15,0 0 0 16,3-4-2-16,0 0-12 15,0-1-37 1,0 0-48-16</inkml:trace>
  <inkml:trace contextRef="#ctx0" brushRef="#br0" timeOffset="100726.16">15715 7954 217 0,'0'0'48'0,"0"0"-14"16,0 0-9-16,0 0-2 0,0 0-15 15,0 0-6 1,0 0 4-16,0 0 1 15,0 0-1-15,2 49-3 16,-2-38-3-16,0 2 1 16,0-2 1-16,-2 0-1 15,0-2 0-15,1 0-2 0,1-2-15 16,0-3-17-16,0-1-40 16,0-3-104-16</inkml:trace>
  <inkml:trace contextRef="#ctx0" brushRef="#br0" timeOffset="101112.36">15830 7875 208 0,'0'0'27'0,"0"0"-11"15,0 0-3 1,0 0-2-16,38 1-5 16,-27 5-2-16,-1 4 8 0,1 0-3 0,1 1-4 15,-1 4 4-15,-1 0 1 16,0 1-2-16,-3 1-2 15,1 0-2 1,-5 0-1-16,-1 0-1 0,-2-1 0 16,0-1 0-16,-1 2 1 15,-8-3 0-15,1-1-2 16,-2 1 0-16,-2-1 0 0,1 0-19 16,-2-4-20-1,3-4-107-15</inkml:trace>
  <inkml:trace contextRef="#ctx0" brushRef="#br0" timeOffset="101736.63">16352 8135 113 0,'0'0'32'0,"0"0"-16"0,0 0 25 0,0 0-7 0,0 0-11 16,0 0-4-16,0 0-6 15,41 1 0-15,-32-1 0 16,1 2 0-1,-1-1-7-15,3-1 2 0,-2 0-3 0,1 1-4 16,-2 1 0-16,0-2 0 16,0 1-2-16,-1 1 1 15,-2-1-1 1,-2-1-8-16,-1 3-11 0,1-2-22 16,-4 2-39-16,0-2-23 15</inkml:trace>
  <inkml:trace contextRef="#ctx0" brushRef="#br0" timeOffset="102068.97">16425 8251 146 0,'0'0'15'0,"0"0"22"15,0 0 3 1,0 0-9-16,0 0-10 0,0 0-6 16,0 0 0-16,0 0-3 15,37 6-2-15,-29-5 1 16,-2 0-1-16,1 1-5 0,3-2 1 15,-5 3-5-15,3 0-1 16,-2-1 0 0,2 0-3-16,-1 1-9 0,-1-2-26 0,-2-1-62 15</inkml:trace>
  <inkml:trace contextRef="#ctx0" brushRef="#br0" timeOffset="103624.99">17213 8118 135 0,'0'0'43'0,"0"0"-38"0,0 0 12 0,0 0-2 15,0 0-2-15,1 0-4 16,-1 0-8-16,0 0-1 0,0 0-1 15,0 0 3-15,0 4 2 16,0 0 0 0,0 2-3-16,0 1 1 0,-1 0 1 15,-2 1-2 1,0 0 0-16,1 0-1 0,-1-2 1 0,1 0 0 16,-1-2-2-1,-2 0 2-15,1-1-5 16,1 0 0-16,-1-2 6 15,-2-1-2-15,1 0 0 0,-4 0 2 0,2 0-1 32,-1 0-2-32,0 0-1 0,0 0-4 0,1-4 1 15,3 0 4 1,1-2 2-16,-1 2-2 16,4-3-3-16,-3-2 0 15,3 2-4-15,0 0-3 16,0-2 2-16,0 2 4 0,0 0 5 15,3 0 2-15,1 1 2 0,1 1 3 0,1-1-4 32,-1 3 2-32,4-1 1 15,-3 1-5-15,1-1 0 16,-2 1 0-16,1 0-1 0,2 0 0 16,0 1 1-16,-3 0-1 15,6 1 0-15,-4-2 3 16,3 1 3-16,1 0-5 0,1 0 2 15,-3 1-2 1,2 1-1-16,1 0 0 0,0 0 1 16,0 0-1-16,-3 0 0 15,3 0 0-15,0 0 0 16,-1 0 0-16,0 0 0 16,-3 0 0-16,0 0 0 0,-2 1 0 15,1-1 1-15,-1 0 2 16,0 0 2-16,1 0 4 15,1 0-2-15,-1 0 3 16,3 0-1-16,0 0 0 0,-1 0 2 16,1 0-4-1,-2 0-3-15,-2 0-1 16,-1 0 0-16,-1 0-3 0,0 0 1 0,-2 0-2 16,-2 0-6-16,0 0-41 15,0 0-71 1</inkml:trace>
  <inkml:trace contextRef="#ctx0" brushRef="#br0" timeOffset="104363.57">17975 7797 168 0,'0'0'34'0,"0"0"-5"0,0 0-7 0,0 0-8 15,0 0-2-15,0-2-6 16,-4 2 1-16,1 0-5 16,-6 0 1-16,2 0-6 15,-3 0 6-15,-1 2-3 16,-1 5 0-16,-3 0 0 0,0 3 0 0,-3 1 0 15,0 2 1-15,-1 3 0 16,1 1-1 0,-2 1 0-16,1 3 2 0,4-2-2 15,-1 2 1-15,1 3-1 0,1-4 1 16,5 3-1-16,-2-2 1 16,5-1 0-1,-1 3 0-15,4-3-1 0,1 1 0 16,2 0 0-16,0 1 1 0,0-1-1 31,3-1 1-31,6 0-2 0,-2-2 2 16,3-1 0-16,1-2-2 0,3-1 3 15,1-3 0 1,0-4-2-16,2 0 0 0,3-2-13 0,-2-3-22 16,0-2-61-16</inkml:trace>
  <inkml:trace contextRef="#ctx0" brushRef="#br0" timeOffset="105161.2">17996 8034 88 0,'0'0'52'0,"0"0"-37"0,0 0-5 0,0 0 2 16,0 0 9-16,0 0-8 15,39-2-1-15,-30 0 5 0,4-1-4 16,1 1 2-16,-1 1-2 16,1-2 3-1,-1 2-7-15,-1-1 0 0,-2 1-1 16,-1 1-1-16,-2 0-7 16,-2 0 1-16,-1 0-1 15,-2 0 1-15,0 0-2 0,-2 1-4 16,0 5 3-16,0 1 0 15,-4 2 3-15,-2 2 2 16,-2-1 1-16,0 4-3 16,0-1-1-16,-1-2-4 15,2 2 3-15,1-1 0 16,0-3 1-16,2 0 0 16,1-2 0-16,-2-2 0 0,3 0 0 0,2-1 1 15,-1-1-1-15,1 0 0 16,0-2 0-1,0-1 0-15,0 2-2 16,0-2 0-16,0 0 5 0,6 0-1 16,0 0 4-16,1 0-1 0,2 0-1 15,3 0 0 1,-1 0 0-16,1 0-1 16,3-2-2-16,-2 2-1 0,2 0 1 15,-2 0-2-15,1-1-6 16,-3 1-7-1,0 0-11-15,1-4-22 0,-3 2-44 0</inkml:trace>
  <inkml:trace contextRef="#ctx0" brushRef="#br0" timeOffset="106231.88">18484 7839 159 0,'0'0'15'0,"0"0"0"0,0 0 2 0,0 0-1 16,40-4-2 0,-31 4-8-16,2 0 0 0,-1 0 4 0,1 0-2 0,1 7-2 15,2 0-2-15,-2 1 1 31,2 1 2-31,-1 4-3 16,0 3-1-16,0-2 3 16,0 4-3-16,-1 2-1 0,-2 0-1 15,0 1 1-15,1-2-1 16,-4 1-1-16,-1-2 2 16,-1 1-1-16,-3-1 1 15,0-1 0-15,-2-1 0 16,0 2 0-16,0-1-1 0,0-1 0 15,-2 1 0-15,-1-3 0 16,0-1-1-16,0 1 1 16,-1-4-2-16,1-1 2 15,0-2 0-15,0-3 2 16,0 1-8-16,-1-3-21 0,0-2-50 16,3 0-94-16</inkml:trace>
  <inkml:trace contextRef="#ctx0" brushRef="#br0" timeOffset="129742.22">18344 7866 96 0,'0'0'0'0,"0"0"1"0,0 0-1 16,0 0 2-16,0 0-4 15,0 0 0-15,0 0-6 16,0 0-4-16,0 0 3 0,0 0 9 16,-26 11 0-1,22-11-2-15</inkml:trace>
  <inkml:trace contextRef="#ctx0" brushRef="#br0" timeOffset="130553.35">18296 7815 111 0,'0'0'14'0,"0"0"-7"0,0 0 13 0,0 0 15 0,0 0-3 16,0 0-11-16,0 0-9 15,0 0 0-15,0 0-5 0,0 0 1 16,0-4-3-16,0 4-4 15,0 4 0 1,0 2 1-16,0 1 0 16,0 3-1-16,0-2 1 0,0 2 0 0,2-1 0 15,-2 0 2 1,1-1 1-16,1-1 2 16,0 0 1-16,1-1-3 0,-1-1 1 15,0 1-1-15,0 0-1 0,-2-1 0 16,2 3-2-16,-2-4 0 15,0 3 0-15,1-1-1 16,-1-2-1 0,0 2 1-16,0-1 1 0,1-2-1 15,0 1 0-15,0-1 1 0,-1-3 0 16,0 2 2 0,1-1 1-16,0-1 1 0,-1 0-2 15,1 0-1 1,1 0-2-16,-2 0 1 0,2 0-1 0,0 0-2 31,0 0-9-31,1-5-51 0,2-4-144 16</inkml:trace>
  <inkml:trace contextRef="#ctx0" brushRef="#br0" timeOffset="133935.84">19194 8001 1 0,'0'0'35'0,"0"-4"-4"0,0 2-3 0,0 0-17 16,0-1-6-16,1 2-2 0,-1-2 0 16,0 1 8-1,1 1 14-15,0 0 6 16,-1 0-1-16,0-1-5 0,0 0-6 16,0 1-1-1,0-1-1-15,0 2-1 0,0-2-3 16,0 1-3-16,0 0 0 0,0 1 1 0,0 0 1 31,0-1-5-31,0 1-3 16,0 0-4-16,0 0 1 15,0 0-1-15,2 0 2 16,3 0-2-16,-1 0 0 0,1 0 0 16,3 0 0-16,-2 0 2 15,4 0-2-15,1 0 1 16,-4 0-1-16,5 0 0 0,-3 0 0 15,1 1-2-15,-1 1-3 16,-2 0-14-16,-1 1-14 16,-3 1-24-16,-3-1-57 15</inkml:trace>
  <inkml:trace contextRef="#ctx0" brushRef="#br0" timeOffset="134141.94">19255 8051 193 0,'0'0'57'0,"0"0"-43"0,0 0-1 0,0 0 9 16,0 0 2 0,0 0-17-16,0 0-6 0,45 1 0 15,-33 1-2 1,3 1-9-16,0-3-68 15</inkml:trace>
  <inkml:trace contextRef="#ctx0" brushRef="#br0" timeOffset="134724.07">20369 7606 152 0,'0'0'5'0,"0"0"-4"0,0 0 9 0,0 0 15 0,0 0 0 15,0 0-4 1,0 0-1-16,0 0-5 16,15 40-7-16,-11-30-1 0,-1 3-4 0,0 0-2 31,0 2-1-31,2 0 1 0,-3 0-17 16,-2-2-64-16</inkml:trace>
  <inkml:trace contextRef="#ctx0" brushRef="#br0" timeOffset="135487.14">19917 7984 67 0,'0'0'5'0,"0"0"15"0,0 0-2 0,46 4 1 0,-31-3-6 16,1 0-6 0,2-1-3-16,3 0 6 0,-3 0 6 0,4 0-2 15,-1 0 4-15,1 0 0 31,2 0-2-31,-1 0-2 0,1 0-4 0,1 0-1 0,1 0-3 32,1-1 1-32,2 0 0 15,-2-1-2-15,2 2-2 16,1-2 0-16,-1 1 0 16,0 0 2-16,1 0 1 0,0-1-2 15,-1 0 1-15,0-1 0 16,-3 3 2-16,1-3-1 15,-3 2 0-15,-2-2 3 16,0 2 2-16,-6-1-2 0,1 1 0 16,-3-1-6-16,-3 1-1 15,0 1-1-15,-4 0 0 16,1 0 0-16,-3 0-1 0,-1 0-16 16,-1 0-32-16,-3 0-66 15</inkml:trace>
  <inkml:trace contextRef="#ctx0" brushRef="#br0" timeOffset="136064.04">19840 8299 262 0,'0'0'8'0,"0"0"-7"0,0 0 0 15,0 0 4-15,14 37-2 16,-12-22 1-16,0 2 0 16,-1 0 0-16,1 1 1 0,0 1 0 15,0 2-2-15,0-1-1 16,-1-2 0-16,2-2-1 15,0 1 0-15,2-3 0 16,-2 0-1-16,1-2 0 0,2-2-8 16,-1-5-29-1,1-2-54-15</inkml:trace>
  <inkml:trace contextRef="#ctx0" brushRef="#br0" timeOffset="136398.29">20076 8454 198 0,'0'0'8'0,"0"0"3"16,0 0 10-16,0 0 3 15,37 6-10 1,-27-3-4-16,1-2 5 16,2 1-4-16,1-1 0 0,0 1-4 0,1-1-4 15,0 0-1 1,3-1-1-16,-5 0-1 16,3 0 0-16,-3 0 1 0,1 0-2 0,-1 0-14 31,-4 0-14-31,1-4-35 0,-6-3-72 0</inkml:trace>
  <inkml:trace contextRef="#ctx0" brushRef="#br0" timeOffset="136719.31">20198 8349 266 0,'0'0'9'0,"0"0"-6"16,0 0-1-16,0 0 1 16,0 0 3-16,0 0 2 15,8 40 1-15,-5-26-2 0,-3 3-2 16,2 0-3-16,-2 0 0 15,0 0 0-15,1 0-1 16,1-1 1-16,1-2-2 16,-1-1 0-16,2-1 3 15,-2-1-7-15,1-3-19 0,1-2-44 16,2-5-73-16</inkml:trace>
  <inkml:trace contextRef="#ctx0" brushRef="#br0" timeOffset="137595.04">20532 8410 134 0,'0'0'4'0,"0"0"18"0,0 0 5 0,0 0 0 16,0 0-13-1,0 0-4-15,40 5 0 0,-30-5-1 0,-2 0-2 32,0 0-5-32,-1 0 1 0,-1-2-2 15,0-4 1-15,-2 1 0 16,-2-1 0-16,0-1 1 15,-2 0-3-15,0-3 2 0,0 3-3 0,0-2-1 32,0 2 2-32,-4 2-4 15,-5-1-2-15,2 2 2 0,0 1 2 0,-1 0 2 16,0 2 2-16,-2-1-2 0,-1 2 1 31,4 0 0-31,-5 0-1 0,0 2-1 0,2 3 1 31,1 1-1-31,1 1 1 16,0-1 0-16,1 2 0 16,3 2 0-16,-2 0 0 0,2 0 0 15,1 1 0-15,-1 2 0 16,2-4 2-16,-1 2 0 16,1 0-1-16,2 1 4 0,0-2-5 15,0 0 2-15,0-2 2 16,0 0 4-16,0 0-3 15,5-2 1-15,-1-1 2 16,1 1-2-16,1-3 0 0,1 1-2 16,4-2 0-16,-2 0 1 15,2 1-2-15,3-3 1 16,-2 0 1-16,0 0 1 16,1 0 0-16,-5 0-2 0,1 0-1 15,-1 0-3 1,-3 0 1-16,0-4 0 15,0 2 1-15,-4-1 1 0,2 1-2 16,2 0 0-16,-2-1-1 16,-1 2-1-16,0 1-6 15,-2-1-7-15,0-1-9 16,0 2-16-16,0-3-73 0</inkml:trace>
  <inkml:trace contextRef="#ctx0" brushRef="#br0" timeOffset="139596.78">20330 8166 120 0,'0'0'25'0,"0"0"7"0,0 0 2 0,0 0-14 15,0 0-4-15,0 0-5 0,0 0-2 16,2 0-2-16,2 0-1 16,2 0 0-16,2 0 0 15,1 0-1-15,3 0-4 16,-1 0 3-16,2 0-2 0,1 0-1 15,-1 0 2 1,3-1-1-16,-1 1-2 0,3-2 1 16,-3 2-1-16,1 0 0 15,0 0-1-15,2 0-19 16,-4-3-28-16,0 2-53 16</inkml:trace>
  <inkml:trace contextRef="#ctx0" brushRef="#br0" timeOffset="139993.84">20686 8085 121 0,'0'0'41'0,"0"0"-3"0,0 0-2 0,0 0-13 0,0 0 2 15,0 0-6 1,0 0-11-16,0 0-8 0,0 0 1 15,6 9 5-15,-4 0 1 0,1 3 0 32,3 2-1-32,-4 0-2 0,2-1-1 15,-1 1-2-15,1-1 0 0,1 0-1 16,-3-2 0 0,1 1-6-16,1-4-14 15,0-1-27-15,-3-3-66 0</inkml:trace>
  <inkml:trace contextRef="#ctx0" brushRef="#br0" timeOffset="140202.91">20815 8143 278 0,'0'0'19'0,"0"0"-17"15,0 0 1-15,0 0-2 16,0 0-1 0,0 0-10-16,0 0-38 0,0 0-26 15,24-4-49-15</inkml:trace>
  <inkml:trace contextRef="#ctx0" brushRef="#br0" timeOffset="140729.94">20994 8089 236 0,'0'0'4'0,"0"0"-3"15,0 0-1-15,0 0 0 16,0 0 0-16,0 0 0 16,0 0 2-16,0 0 7 15,-6 10 6-15,4-3-5 0,-2 0-4 16,2 2-3-16,-2 2 2 16,2 1-3-16,1-1 0 15,0 2 0-15,1-3 0 0,0 1 3 16,0-1-4-16,4-3 3 15,3 3 2 1,2-3-4-16,-1-4-2 16,2 1 1-16,3-2 1 15,-2-1-2-15,-2-1 1 16,3 0-1-16,-2 0 2 0,-3-5 0 16,1-3 3-16,-2-3 1 0,0 0-3 15,-4-2 0-15,0-1 0 0,-2-2-2 31,0 0-1-31,0 2 0 0,0 0 0 0,-4 1-2 32,-4 3 2-32,0 3-3 15,-3 0-1-15,-3 6 2 0,-1 1-3 16,0 0-21-16,-3 0-29 16,4 0-88-16</inkml:trace>
  <inkml:trace contextRef="#ctx0" brushRef="#br0" timeOffset="141667.63">21372 7764 151 0,'0'0'21'0,"0"0"8"0,0 0-16 0,0 0-9 0,0 0-1 16,0 0 3-16,0 0 2 16,2 0 1-16,2 0 2 15,0 0 0-15,2 2-1 0,0 0-2 16,-2 0 1-16,3-1 3 15,-1-1-2 1,4 0-1-16,-3 3-1 0,3-3-2 0,2 0 2 16,-3 0-3-1,2 0-1-15,0 0-2 0,-2 0 1 16,-1 0 0-16,0 0-3 16,0 0 0-1,-3 0 0-15,-2 0 0 0,0 0-6 0,-2 0-11 16,-1 0-21-1,0 3-24-15,0 0-29 0,-6 1-50 16</inkml:trace>
  <inkml:trace contextRef="#ctx0" brushRef="#br0" timeOffset="141925.19">21419 7892 71 0,'0'0'18'0,"0"0"4"0,0 0 24 0,0 0-1 31,0 0-2-31,0 0-12 16,0 0-9-16,0 0-5 15,37 4-2-15,-24-2-7 0,0-1-1 16,0 0-6-16,1 2-1 15,-1 0 0-15,-2 0-19 16,2-3-38-16,-2 0-75 16</inkml:trace>
  <inkml:trace contextRef="#ctx0" brushRef="#br0" timeOffset="143021.44">22114 7724 110 0,'0'0'13'0,"0"0"11"0,0 0 7 16,0 0 0-1,0 0-12-15,0 0-5 16,0 0-4-16,0 0-4 0,0 0 0 0,0 0-2 16,0 0-1-16,-15-12 0 15,12 12-2 1,-4 0-2-16,1 1 2 0,0 3-1 15,1 3 0 1,0 2 1-16,-2 0 0 0,3 2 0 0,1-1 0 16,-1 1-1-1,2-1 0 1,1 1-1-16,1-2 3 16,0 2-2-16,0-2 5 0,1-1-2 15,5 2 0-15,1-3 1 16,2 1-1-16,-4-1 1 15,3-2-2-15,1 1 0 0,1-2-1 16,-1-1 4 0,0 0 3-16,2-2-3 0,0-1 0 15,-1 0-1-15,0 0-1 16,-1 0-1-16,0 0 0 16,2-5 2-16,-6 0-1 0,2-1-1 15,-1 0-1-15,0 0 0 16,1 0 0-16,-2-1-1 15,1 0 1-15,-3-2 0 16,1 2 0-16,0 0 2 16,1 0-1-16,-4 2 0 0,0-1 0 15,0 1-1-15,-1-2 0 16,0 0 0-16,0 3 0 16,0-2 0-16,0-1 0 0,0 3-2 15,0-2 3-15,-1 2 1 16,-1-1-1-16,-3-1 2 15,1 1 0-15,1 0 1 16,-1-1-3-16,0 3 2 16,-2-1-6-16,1 0 0 15,-3 1 1-15,0 0 2 0,0 2-2 16,-2-1 1-16,3 2-2 16,-4 0 0-16,0 0-3 15,2 0-10-15,2 2-11 0,-3 2-18 16,7 0-47-1</inkml:trace>
  <inkml:trace contextRef="#ctx0" brushRef="#br0" timeOffset="143258.37">22464 7774 193 0,'0'0'117'0,"0"0"-108"0,0 0-11 16,0 0-2 0,0 0-1-16,0 0-17 15,0 0-48-15,0 0-57 0</inkml:trace>
  <inkml:trace contextRef="#ctx0" brushRef="#br0" timeOffset="144131.56">22619 7699 158 0,'0'0'27'0,"0"0"-12"0,0 0-5 16,0 0-5 0,0 0-2-16,0 0 1 15,0 0-2-15,0 0 5 0,0 0 2 0,0 0 6 31,40 1-3-31,-31-1-1 0,4 0-4 0,-1 1-2 16,1-1-2 0,1 0-2-16,-1 0 2 0,1 0-3 0,-2 0 2 31,-1 0 1-31,1 0 0 16,-4-1 0-16,0-2 0 0,0 2 2 15,-1-2-4-15,-1 0 0 16,-1-1 1-16,-2 4-1 15,-1-3 1-15,0 3 6 16,0-1-1-16,-1 1-4 0,0 0-2 16,-1 0-1-16,3 0 0 15,-3 0-1-15,2 0 0 16,-2 4-1-16,1 3 2 16,1 2-1-16,-1 1 2 0,0 0-1 15,0 1 0 1,0 1 0-16,-1 0 1 0,0 1 0 15,0 0 1-15,0 1 1 16,0-1-2-16,0-1 0 0,0 1-1 16,0-1 1-1,-2-2 1-15,0-2-1 16,0-1 0-16,1-1 0 0,1-2 0 16,0 0-1-16,0-4-7 0,0 0-62 15,0-1-121 1</inkml:trace>
  <inkml:trace contextRef="#ctx0" brushRef="#br0" timeOffset="144952.41">23016 7692 126 0,'0'0'23'0,"0"0"17"0,0 0-8 0,0 0-4 0,0 0-8 16,0 0-6-1,0 0-4-15,0 0-6 16,0 0-2-16,0 0 2 15,0 0-3-15,35 0 1 0,-26 0 1 0,3-2 5 16,2 2 0-16,-1 0-2 0,-1 0-2 31,-1 0-1-31,1 0-2 16,0 0 1-16,-2 3-2 0,0 1 1 16,0 0-1-16,-3 1-1 15,-3-1 1-15,-1 2 0 16,-2-2-1-16,-1 2-2 15,0-1 1-15,-4 0 0 16,-1 1 0-16,-3-1 1 0,-2-1-2 16,2-1 3-16,-1 0 3 15,4 1 0-15,-3-1-1 16,3 0-1-16,2-2-1 16,1 2 2-16,1 0-3 15,0-3-1-15,1 3-3 0,0-2-4 16,0-1 7-1,0 3 2-15,0-3 1 0,6 2-2 16,-3-1 3-16,5 0-2 0,-2 2 1 16,2-3-1-16,-3 4 1 15,2-3-1 1,1 3 0-16,-3 0 0 16,2-1 0-16,-1 1 1 0,0 3-1 15,0-1 0-15,0 1 0 0,-3 0 0 0,0 0 0 31,-1 0-1-31,-1 0 2 16,-1-1-1-16,0-2 0 0,0 1-2 16,-2-1 1-16,-3-2 1 15,-6 0 2-15,2 0 5 0,0-1-5 0,-1 0 4 32,-2-1-4-32,1 0 0 15,-2 0 5-15,3 0-6 0,-1 0-3 16,-2 0 4-16,2 0 1 15,1-2-1-15,1 0 0 16,2-1 0-16,1 2-1 16,4-2 0-16,0 2-9 15,2-2-26-15,0-3-54 16</inkml:trace>
  <inkml:trace contextRef="#ctx0" brushRef="#br0" timeOffset="145532.81">23374 7712 141 0,'0'0'14'0,"0"0"6"0,0 0 19 0,0 0-2 16,0 0-16-1,0 0-8-15,0 0 0 0,0 0 0 16,0 0-1-1,0 0-1-15,0 0-5 16,0 0 0-16,0 0-3 0,32-29 0 16,-29 23 0-16,2-1 1 0,0-1-2 15,-1-1 0 1,0 2 1-16,0 0-2 16,-1 3 1-16,-1-2 0 15,0 3 2-15,-1 2-2 0,-1-2-2 16,0 3 0-16,1 0-1 15,-1 0-1-15,0 0-3 0,0 4 3 16,0 5 1 0,0 1 0-16,0-1 2 15,3 3-1-15,-3 1 0 16,1 1 0-16,2 0 1 0,1-1-1 16,-1 0 1-16,0 1-1 15,0-1 1-15,-1-2-1 16,0 2 0-16,-2-2-10 15,0 1-27-15,0-5-34 0,0 0-67 16</inkml:trace>
  <inkml:trace contextRef="#ctx0" brushRef="#br0" timeOffset="145751.65">23406 7838 212 0,'0'0'12'0,"0"0"-7"0,0 0 9 16,0 0-1-16,0 0 3 15,0 0-8-15,38 4-4 16,-29-4 1-16,-2 0-2 0,3 0 0 16,-3 0-1-16,5 0-2 15,-2-2-18-15,-1-3-86 16</inkml:trace>
  <inkml:trace contextRef="#ctx0" brushRef="#br0" timeOffset="146351.17">23636 7678 182 0,'0'0'28'0,"0"0"-11"16,0 0-4-1,0 0-6-15,0 0 4 0,0 0-2 16,0 0-2 0,0 0 1-16,0 0 4 15,18-22-2-15,-14 15-2 16,3 3-2-16,-3-5-2 0,0 2 4 16,1-1-5-16,-3 0 0 15,1 1 0-15,-1-1 0 16,0 1-1-16,-1 1 1 0,2 3-3 15,-3 2 1-15,0 1 0 16,0 0-1-16,0 0 0 16,0 0-4-16,0 1 1 0,1 6 2 15,0 3 1-15,0 0 0 16,2 2 0-16,-1-1 0 16,0 3 1-16,2-1-2 15,-2 0 2-15,0 0-1 0,1-1 0 16,-1 0 0-1,2-1 0-15,-3 1 0 0,1-1 2 16,1-1-2 0,0-2 0-16,-2 1-4 15,0-2-11-15,-1-1-9 0,0-1-21 0,0-1-11 16,0-1-11 0,-6 0-3-16</inkml:trace>
  <inkml:trace contextRef="#ctx0" brushRef="#br0" timeOffset="146629.9">23678 7804 41 0,'0'0'29'0,"0"0"-11"0,0 0-4 32,0 0-4-32,0 0 8 15,0 0 1-15,0 0 2 0,0 0-2 16,0 0 3-16,0 0 4 0,-2 6 5 0,4-6-13 31,2 0-6-31,5 0-2 16,-2 0 1-16,2 0 0 15,2 0-4-15,-1 0-2 0,1 0-1 16,0 0-2-16,0 0-2 16,-3 0 0-16,-1 0-7 15,-2 0-39-15,-2 0-121 16</inkml:trace>
  <inkml:trace contextRef="#ctx0" brushRef="#br0" timeOffset="171337.69">15401 9410 95 0,'0'0'14'0,"0"-3"-3"0,0 2 3 0,0-2 2 16,0 3-1-16,0-1 5 15,0-1 3-15,0 2-10 0,0 0-3 16,-1-1 0 0,1 1 2-16,-1 0-1 0,0 0-7 15,0 0 0-15,1 0-1 16,0 0-2-16,-2 0-1 16,2 0 0-16,0 0 2 15,0 0 0-15,0 0-1 0,0 0 2 16,0 0 10-16,5 0-8 15,3 0 5-15,0 0 0 16,3-2-2-16,1 0-6 16,4 0 1-16,-1 1-2 0,2-1 0 15,1 1 0 1,-3-1 1-16,0 1-2 0,-1 0 1 16,-1-1 0-16,-1 2-1 0,-4 0 0 15,0 0 2 1,-1 0-2-16,-1 0 0 0,-4 0 0 15,0 0 0-15,-1 0 1 16,1 3-1 0,-2 0 0-16,2 1-5 15,-2 2 4-15,0 1 0 0,0 0 0 16,0 2 1-16,-6 2-1 0,1 1 2 16,-2 0-1-1,2 2 2-15,-3 0 0 0,1-1-1 0,-1 2-1 16,0 0 2-16,0-3-2 15,1 3-2 1,-5-2 1-16,4-2 1 16,1 0-2-16,-2 1 3 15,1-2 0-15,3-3 0 16,2 0 1-16,-2-1-4 0,2-1 4 16,3-2-1-16,0-1-2 0,0 1-2 15,0-2 2-15,0 0 1 0,6 1 5 31,-1-2-5-31,3 0 1 0,1 0 0 0,2 0 1 16,2 0-1-16,1 0 1 16,-1 0-2-16,2 0 1 0,-1 0 0 31,1 0-1-31,-2 0 1 16,1 0-1-16,-1 0 0 0,-3 0 0 15,0 0 1 1,-2-2-1-16,-1 2 0 0,-2-1 0 15,-1 1 0-15,1-1 0 16,-3 1 1-16,-2 0-2 16,0 0-1-16,0 0-14 15,0 0-33-15,0 0-42 0</inkml:trace>
  <inkml:trace contextRef="#ctx0" brushRef="#br0" timeOffset="172074.18">15795 9037 196 0,'0'0'38'0,"0"-2"-20"0,0 1-1 0,0 1-10 0,-4-1-4 31,-2 1-2-31,3 0 5 16,-6 0-2-16,4 1-2 15,-3 4-1-15,1 3 0 0,-1 2-1 16,0 1 0-16,1 2 3 16,1-1-2-16,1 3 3 15,1-1 1-15,2-1-1 16,2-1-2-16,0 1 0 15,0-3-2-15,6 1 0 0,3-2 2 16,2-2 2-16,3-3-12 16,-1-1-55-16,3-3-99 0</inkml:trace>
  <inkml:trace contextRef="#ctx0" brushRef="#br0" timeOffset="172611.18">15892 9106 79 0,'0'0'18'0,"0"0"14"16,0 0 4-16,0 0-6 15,0 0-17-15,0 0-5 0,0 0 5 0,41-7 0 16,-29 7 1 0,1-1 2-16,1 1-7 15,-4 0-4-15,0 0 1 0,1 0-1 0,-2 0-5 32,-2 3 1-32,-1 2 0 0,0 1-1 0,-4 0 0 15,-1 1-2 1,-1 0-2-16,0 1 2 15,0-2 0-15,-4 3-9 0,-6-1 7 0,2-1 2 16,-1-1-2 0,0 0 5-16,2-1-4 15,-1-2 5-15,4 0-2 0,3-2 4 0,-1-1-1 32,0 1 0-32,2 0 2 15,0-1 4-15,0 0-4 16,0 0 2-16,2 0 1 15,5 0 6-15,1 0-4 16,2 0-4-16,-1 0-3 0,2 0 1 16,0 0-2-16,0 0 0 15,0 0-1-15,0 0-2 16,-1 0 1-16,0-2-3 16,0-2-28-16,-2 1-51 0,-3-4-99 15</inkml:trace>
  <inkml:trace contextRef="#ctx0" brushRef="#br0" timeOffset="172913.62">16131 8997 6 0,'0'0'221'0,"0"0"-220"0,0 0 0 15,0 0 4-15,38-3 2 16,-28 3-1-16,-1 4 1 0,1 3 5 16,0 2 1-1,2 4-1-15,-1 2-6 0,-2 0-1 16,1 3-2-16,-2 2-1 16,-2 0-2-16,-1 1 1 0,0-1-1 15,-5-2 1 1,0 1-4-16,0-1-1 0,-10-2-37 15,0 0-32-15,1-4-109 16</inkml:trace>
  <inkml:trace contextRef="#ctx0" brushRef="#br0" timeOffset="173976.19">16570 9426 167 0,'0'0'47'0,"0"0"-30"0,0 0 1 16,0 0 1-16,0 0-6 16,0 0-8-16,0 0-2 15,0 0-2-15,0 0 0 0,5 0 0 16,1 0 6-16,0 0 4 15,2 0-1-15,3 0-5 0,1 0 0 16,-3 0-2 0,4 0-3-16,-1 0 1 0,0 2-2 15,0-1 1-15,-5 1-20 16,0 1-15-16,-3-1-59 16,-3-1-82-16</inkml:trace>
  <inkml:trace contextRef="#ctx0" brushRef="#br0" timeOffset="174180.51">16591 9551 90 0,'0'0'141'0,"0"0"-141"0,0 0 14 15,0 0 15-15,0 0-10 16,49 10-11-1,-31-9-7-15,2-1 1 0,-1 0-18 0,2 0-92 32</inkml:trace>
  <inkml:trace contextRef="#ctx0" brushRef="#br0" timeOffset="175200.74">17152 9305 148 0,'0'0'14'0,"0"0"-5"0,0 0 10 15,0 0-5-15,0 0-2 16,0 0-11-16,0 0 1 0,0 0 0 0,0 0-2 16,0 0 0-16,-9 10 1 15,5-3 1 1,1 3 2-16,0 0 3 16,1 0-1-16,1 1 2 15,1 2-3-15,-1-2-1 16,1 1 6-16,0-1-3 0,0 1-1 15,1-1 1-15,3 0-1 16,5-2-3-16,-2-1 1 0,1-1-2 0,-2-1-3 31,3-2 3-31,-1-2-1 16,-1-1 0-16,2-1 2 16,-1 0-1-16,0 0 5 0,-1-5-3 15,-1-2-1-15,2-1 2 0,-1-3-5 16,-4 0 1-16,1 1 0 15,0 0 0-15,-2 1 0 16,-2 1 0-16,0 2 0 16,0 3-1-16,0 0 1 15,0 3-1-15,0 0-1 16,0 0 2-16,0 3-6 16,1 4 4-16,3 3 0 15,1 2 1-15,0-1 0 0,3 0-3 0,1 0 6 16,3-2-3-16,0-1 0 15,3-2 0 1,0-1 0-16,2-3 1 16,-1-2 0-16,0 0 2 0,-1 0 0 0,-1-7 3 15,-1-4 2-15,-5-2 3 16,1-4 5 0,-1-1 1-16,-4-1 1 0,-3 1-9 15,-1 1 0-15,0 1 0 0,0 3 2 16,0 2-7-1,-5 4-3-15,-3 2-2 0,0 4-12 16,1 1-39-16,-4 0-14 16,2 2-17-16,1 5-90 0</inkml:trace>
  <inkml:trace contextRef="#ctx0" brushRef="#br0" timeOffset="175819.61">17550 9481 92 0,'0'0'11'0,"0"0"10"0,0 0 8 0,0 0 16 16,0 0-11-16,0 0-2 16,0 0-15-16,0 0-3 15,0 0 1-15,0 0-5 0,0 0 0 16,0 0-9-16,21-26 1 16,-11 22-1-16,-2 2-1 15,3 0 0-15,-1 2 1 16,1 0 0-16,-4 0-1 0,2 0-1 15,-3 4 1-15,1 2 0 16,-3 1-1 0,-1 3 0-16,1-1-1 0,-4 2-3 15,0 0 1-15,0-1 0 0,0 0-5 16,-7-1-3-16,-1-1-2 16,-1 1 0-1,-3-2-2-15,0 0 1 16,2-1-6-16,-1-1 10 0,3 1 8 15,1-3 4-15,3 0 0 0,2-2-1 0,2 0 1 32,0 1-2-32,0-2 5 15,0 0 32-15,5 0-11 16,3 0-9-16,2 0-7 16,0 0 2-16,1 0 4 0,0 0 0 15,4 0-3-15,-1-2-1 16,1 1 0-16,-1 1 6 15,0 0-7-15,-2-1-9 16,1 1-1-16,-3 0-7 0,-1 0-39 16,-2-3-49-16</inkml:trace>
  <inkml:trace contextRef="#ctx0" brushRef="#br0" timeOffset="176785.87">18085 9306 73 0,'0'0'26'0,"0"0"-15"0,0 0 12 15,0 0 6-15,0 0 5 0,0 0-21 16,0 0-4-16,0 0 0 0,-41-24-5 0,34 24 1 31,0 0-3-31,0 0-2 16,-3 0 1-16,0 3-1 0,1 4 0 16,-2 0 0-16,1 1 0 15,0 1 0-15,3 1 1 16,3 2-1-16,-2-2 1 15,3 2 1-15,2-3 0 16,1 2 0-16,0-1 1 0,0-1-1 16,0-1 3-16,3 0 3 15,4-3-1-15,0 1 1 16,4-1 5-16,0-2-4 0,-2 0-4 16,3-3-1-16,0 1 2 15,-1-1-2 1,1 0 0-16,-1 0 1 0,1-4-3 15,-3-1-1-15,1-4 1 16,-2 1-1-16,0-4 0 16,-2 1 0-16,-1 0-1 15,-2-1 1-15,-1 2 0 0,-1-1-1 0,-1 4 1 16,0-2-2 0,0 5 2-16,0 0-3 15,0 1 2-15,0 0 0 0,0 3 2 16,0 0-5-1,0 0 3-15,0 1 1 0,-1 5-2 0,-1 4 1 16,2-2 0 0,0 3-1-16,0 1 1 0,0 0 0 15,2-1-1 1,6-2 2-16,-2 0 1 16,4 0 0-16,-1-3-1 15,1-1 2-15,1-3-3 16,1 0 0-16,1-2-9 0,-3 0-34 15,-5-7-67-15</inkml:trace>
  <inkml:trace contextRef="#ctx0" brushRef="#br0" timeOffset="177306.76">18101 9042 48 0,'0'0'100'0,"0"0"-85"0,0 0 13 0,0 0 0 0,0 0 0 16,0 0-16-16,0 0-1 15,0 0 3-15,0 0 5 16,0 0-4-16,0 0-3 16,16 37-6-16,-16-27-2 0,0 0 3 15,0-1-5 1,0 1 1-16,0 1 0 0,0 0-3 15,0-1 1 1,0 0 0-16,2 2-3 16,0-3-23-16,1-3-61 0</inkml:trace>
  <inkml:trace contextRef="#ctx0" brushRef="#br0" timeOffset="178461.49">18431 9343 204 0,'0'0'31'0,"0"0"-22"0,0 0 1 0,0 0-5 0,0 0 0 0,0 0-4 31,0 0-1-31,0 0-1 16,0 0 1-16,0 0-7 0,0 0 1 0,0 1-7 16,2 0-27-1,-2-1-33-15,0 0-52 0</inkml:trace>
  <inkml:trace contextRef="#ctx0" brushRef="#br0" timeOffset="179510.99">18242 8977 115 0,'0'0'22'0,"0"0"8"0,0 0 7 0,0 0-2 0,0 0-10 16,0 0-15-16,0 0 2 0,0 0 0 15,0 0-2 1,37 36-2-16,-30-25 0 16,0 3 0-16,-1 2-4 0,1 1-3 15,-1 1-1-15,-3-2 1 16,-3 1-2-16,0-2 1 0,0-2-5 16,-5 1-20-16,-7-2-33 15,-6-5-54-15</inkml:trace>
  <inkml:trace contextRef="#ctx0" brushRef="#br0" timeOffset="179865.66">17914 8979 198 0,'0'0'70'0,"0"0"-58"0,0 0-7 0,0 0-1 16,0 0-1-16,-13 52-2 15,13-33 3-15,11 3-6 16,-2 1 1-16,9 0-4 16,0-2-45-16,8-2-64 0</inkml:trace>
  <inkml:trace contextRef="#ctx0" brushRef="#br0" timeOffset="180280.03">18472 9325 165 0,'0'0'26'15,"0"0"14"-15,0 0-10 0,45 0-7 0,-27 0-6 16,2 0-3 0,1 0 1-16,3 0-8 0,-2 0 0 15,-1 0-2-15,-1-1-2 16,0 1-3-16,-5-2 1 0,-3 2-1 31,-5 0 0-31,-1-1-5 0,-4-1-24 16,-2-1-24-16,-2-1-94 0</inkml:trace>
  <inkml:trace contextRef="#ctx0" brushRef="#br0" timeOffset="180512.92">18575 9244 257 0,'0'0'32'0,"0"0"-30"16,0 0 0-16,0 0 9 16,0 0-5-16,16 39-3 0,-12-27 0 15,1 5-1-15,0-1-1 16,-1-1 0 0,3 2 0-16,-4-2-1 0,2 0-1 15,1-2-22-15,-1-3-33 0,2-6-77 16</inkml:trace>
  <inkml:trace contextRef="#ctx0" brushRef="#br0" timeOffset="181215.08">18840 9096 205 0,'0'0'5'0,"0"0"2"0,0 0 8 16,0 0 14-1,0 0-5-15,0 0-14 0,0 0-2 0,0 0-9 31,0 0 1-31,2 6 0 16,2 5 0-16,0 5 0 0,-1 1 1 16,1 2-1-16,3-1 0 15,-4 3 0-15,2-3 0 16,0 0 2-16,0-1-2 0,1-2 0 0,0-2-1 31,-2-3 2-31,0 1-1 16,-1-3 0-16,-1-3 0 15,0 0 0-15,-1-3 0 0,0 0 1 16,-1-2-2-16,2 0 3 16,2 0 0-16,-2-7-4 15,5-1-11-15,1 0-5 16,4 0 10-16,0 1 7 16,1 2 0-16,1 2 3 0,-1 2 2 15,3 1 0-15,-5 0 3 16,2 0 0-16,-3 0 0 0,-1 4-6 15,1 1 0-15,-4 2-1 16,2 1 2-16,-4 2-1 16,-1-3 0-16,-1 3-2 15,-2 0 1-15,0-1 2 16,0 0-4-16,-2-3 4 0,-3 0-2 16,-2-2 1-16,-2-1 2 15,-1-2 1-15,-1-1 1 16,-2 0 0-16,0 0-3 0,-2 0 4 15,2 0-4-15,-1-1-1 16,5-2 0-16,1 2-2 16,3-2 0-16,2 3-13 15,3-3-24-15,0 0-32 0,3 0-140 16</inkml:trace>
  <inkml:trace contextRef="#ctx0" brushRef="#br0" timeOffset="181564.37">19233 9318 161 0,'0'0'9'0,"0"0"11"0,0 0 13 32,0 0-4-32,0 0-10 15,0 0-6-15,0 0 0 0,0 0 0 0,0 0 0 0,29 37 1 32,-27-26-2-32,1 3-5 0,0-1 1 0,0 4 2 31,0-3-5-31,-1 2-3 15,0-1-1-15,0 1 0 16,-2-2-1-16,0-1-12 16,0-3-41-16,0-1-81 0</inkml:trace>
  <inkml:trace contextRef="#ctx0" brushRef="#br0" timeOffset="185691.84">19759 9295 117 0,'-1'0'24'16,"1"0"22"-16,0 0-8 0,0 0-4 0,0 0-19 16,1 0-8-1,3 0 0 1,4 0-1-16,-3 0 1 0,1 0-1 16,2 0 4-16,1 0-2 15,1 0-2-15,-1 0-2 16,3 0-3-16,-1 0 0 15,3 0-1-15,-2 3 0 0,2 0-1 16,-5 0-13-16,0 0-14 16,-3 0-25-16,-1 0-60 15</inkml:trace>
  <inkml:trace contextRef="#ctx0" brushRef="#br0" timeOffset="185921.39">19817 9399 223 0,'0'0'20'16,"0"0"-11"-16,0 0 15 0,0 0-2 16,0 0-7-1,0 0-8-15,50 1-5 16,-33-1-1-16,0 0 0 0,3 2-10 0,0-2-64 15,0 0-167 1</inkml:trace>
  <inkml:trace contextRef="#ctx0" brushRef="#br0" timeOffset="186544.43">20556 9227 219 0,'0'0'17'15,"0"0"-11"-15,0 0-1 16,0 0-4-16,0 0 0 0,0 0 0 16,0 0 0-16,-42 11 1 15,36-5 0-15,1 5 0 16,2-1 3-16,1 3-1 15,-2-3 0-15,4 2 1 0,0 0 4 16,0-2-3-16,2 1 2 16,4-1-2-16,3-2 0 15,0 1-7-15,3-4 3 16,0-1-1-16,1-1 2 0,-1-3-2 16,1 0 2-16,-1 0-3 15,1 0-1 1,-1-2 4-16,-1-5 3 0,-2-1-1 15,-3-4-3-15,2 0 0 16,-4-3-1-16,-4 0 1 16,0 1-2-16,0-2-1 0,0 0 0 15,-4 1 2-15,-4 2 1 0,1 3 3 16,-3 0 0 0,-1 3-2-16,-3 2-2 15,2 3-2-15,-3 1 5 16,0 1-10-16,1 0-3 15,1 1-8-15,4 3-22 0,-2 3-41 0,8-1-110 16</inkml:trace>
  <inkml:trace contextRef="#ctx0" brushRef="#br0" timeOffset="186790.31">20826 9258 66 0,'0'0'243'0,"0"0"-232"0,0 0 1 0,0 0-2 31,0 0 0-31,0 0-7 16,0 0-8-16,0 0-21 15,0 0-48-15,0 0-62 0</inkml:trace>
  <inkml:trace contextRef="#ctx0" brushRef="#br0" timeOffset="187296.04">20928 9155 82 0,'0'0'158'0,"0"0"-139"0,0 0 2 16,0 0-10-1,0 0 1-15,0 0-4 0,0 0-4 16,0 0-3-16,25 0 0 15,-13 0 3-15,-2 0 1 0,4 0 0 16,-1 0-3 0,2 0 0-16,-2 0-1 0,2 0 0 15,-3 0 0 1,-3-2-1-16,1 1 1 0,-5-1-1 16,-1 2 1-16,-3-1 3 0,1-1 1 15,0 1 2-15,-2 1-3 16,0 0-1-1,0 0-3-15,2 0-2 0,-2 1 1 0,1 5 1 32,-1 3 0-32,0-1 1 0,0 3-1 15,0 1 2-15,0-1-1 16,0 2 2-16,0-3-2 0,-1 3 0 0,-1-2 1 31,-1-1-2-31,3 1 1 16,0-2 1-16,0-2-2 0,0-3-17 15,3-2-27-15,2-2-85 16</inkml:trace>
  <inkml:trace contextRef="#ctx0" brushRef="#br0" timeOffset="187899.87">21260 9133 235 0,'0'0'2'0,"0"0"-1"0,0 0 5 0,39-11 14 0,-27 8-4 16,2 1-5-16,-1 1-3 15,-2 0 2-15,2 1-1 16,-1 0 3-16,0 0-7 15,-2 0-1-15,-1 0-3 0,-4 4-1 16,-1 2 1-16,-3-2-2 16,-1 4-7-16,0-2 6 15,-3 1-3-15,-4 1 1 0,-1-2 3 16,-1 1-2 0,-1-1 5-16,0-1-1 15,4-1 1-15,1-2-1 16,1 0 0-16,2 0-1 0,2-1 1 0,0-1 1 15,0 0-5 1,0 0 1-16,2 0 11 0,5 0-6 16,0 1 2-1,0-1 0-15,2 1-1 16,0 1-1-16,-2 1-1 16,2 0 0-16,-3 1-2 15,3 0 0-15,-6 2 1 0,1-2 0 0,0 2-2 16,-4 0 1-1,0-1-3-15,0 1 2 0,-2 0-1 0,-6-1 4 32,-1-2 1-32,-1 3-3 0,-1-3 4 15,-3-2 1-15,-1-1-1 16,1 3-4-16,1-3 3 16,0 1-3-16,2 1 1 15,1-2-3-15,4 0-15 16,-1 0-27-16,5 0-67 0</inkml:trace>
  <inkml:trace contextRef="#ctx0" brushRef="#br0" timeOffset="188347.81">21609 9093 229 0,'0'0'20'0,"0"0"-15"0,0 0 5 16,0 0 4-16,0 0-8 0,0 0 1 31,0 0 5-31,0 0 2 0,9 40-6 0,-9-27-3 16,0 1-2-16,0-2 3 15,0 3 0 1,0-2-1-16,1 0-2 15,0-1 0-15,0 1-2 0,0-3-1 0,-1 0 0 16,1 0 2 0,2-3-4-16,-3 0 0 0,0-2-21 15,2-3-37-15,-2-2-66 0</inkml:trace>
  <inkml:trace contextRef="#ctx0" brushRef="#br0" timeOffset="188688.57">21730 9122 235 0,'0'0'3'0,"0"0"-1"0,0 0 9 15,0 0 6-15,0 0-2 16,0 0-8-16,0 0-2 16,0 0 9-16,0 0 0 15,29 33-5-15,-28-21-5 16,-1 2 0-16,0-2-2 0,0 2 1 16,0-2-2-1,0 0 1-15,0-3-1 0,0 2 0 16,0-1 0-16,0-1 0 15,0-4 0-15,0 2-2 0,0-4-18 16,0-3-43-16,0 0-85 16</inkml:trace>
  <inkml:trace contextRef="#ctx0" brushRef="#br0" timeOffset="189047.34">21925 9033 205 0,'0'0'4'0,"0"0"0"0,50 9 19 15,-33-2 2 1,2 1-11-16,-3 2-8 0,2 2 2 0,-3 2 1 16,0 3 0-1,-3 1-3-15,-2 0 0 0,0 3 1 0,-7 0-2 32,-1 2-5-32,-2-1 0 0,0 0 3 0,-1 1-3 31,-9 0 0-31,-6-2-14 0,-5 0-13 15,-7-3-40-15,-3-4-76 16</inkml:trace>
  <inkml:trace contextRef="#ctx0" brushRef="#br0" timeOffset="189676.93">20478 8992 66 0,'0'0'55'0,"0"0"-47"0,0 0 3 0,-41-2-2 0,28 2 7 0,0 0-2 15,-1 0 5 1,1 4-1-16,0 3 0 0,-2 6 2 0,2 1-2 16,-1 5-1-16,2 2-3 15,0 3-5 1,2 1 1-16,2 1-2 16,3 2-3-16,5-2-2 15,0 2-1-15,2 0 0 16,11 0 1-16,5-3-2 15,7 2-2-15,6 0 1 0,5-5-21 16,5-4-36-16,6-5-76 16</inkml:trace>
  <inkml:trace contextRef="#ctx0" brushRef="#br0" timeOffset="190280.16">22424 8882 211 0,'0'0'31'0,"0"0"-5"0,0 0-4 0,0 0 0 0,0 0-3 15,0 0-4 1,0 0-5-16,0 0 4 16,0 0 3-16,0 0-13 15,4-2-8-15,-8 5 2 0,-6 6 4 0,-1 3-3 16,-5 4 1-1,2 4 0-15,-1 4 0 0,1 0 0 16,0 2 1 0,4-1 1-16,2 1-1 0,1-2-1 0,5-2-1 31,2 0 1-31,0-2-2 0,2-2 6 16,10-1-4-16,-1-1 0 0,3 0 0 15,1-3 3-15,4-2-23 0,2-4-31 31,-2 0-58-31</inkml:trace>
  <inkml:trace contextRef="#ctx0" brushRef="#br0" timeOffset="190732.02">22576 9069 271 0,'0'0'1'0,"0"0"-1"0,0 0 3 15,-32 39-1-15,26-25 1 0,2 3-1 0,0-1 2 32,4-1 0-32,0 1-1 15,6-2-1-15,3 0 5 16,5-3-3-16,3 1 0 15,-1-5 2-15,1 0 0 0,1-3-3 16,0-2-1-16,-2-2 1 16,-1 0-2-16,-1-2 2 15,-1-9 0-15,-1 0 1 0,-4-4 0 16,-2-3-3-16,-1-2 0 16,-3-3 0-16,-2 2-3 15,0-2 2-15,-3 2-1 16,-6 1 4-16,0 3 3 15,-4 4-1-15,1 1 0 0,-2 0-3 16,1 7-2 0,1 0 1-16,-2 4-1 0,4 1-2 15,-1 0-3-15,3 4-19 16,3 5-20-16,1-1-46 16,3 2-79-16</inkml:trace>
  <inkml:trace contextRef="#ctx0" brushRef="#br0" timeOffset="190960.33">22936 9133 322 0,'0'0'8'0,"0"0"-6"0,0 0-8 16,0 0-27 0,0 0-1-16,0 0-22 15,0 0-27-15</inkml:trace>
  <inkml:trace contextRef="#ctx0" brushRef="#br0" timeOffset="191695.26">23205 9021 268 0,'0'0'4'16,"0"0"-2"-16,0 0-1 0,0 0-1 15,6-36 4-15,-8 32 1 16,-7-1 2-16,0 1-6 16,0 3 2-16,-4 1-1 15,1 0 0-15,-1 0-2 16,0 0 0-16,1 5 2 16,1 3-1-16,2 1 0 15,1-1 0-15,3 2 0 0,0 0-1 16,4 1 1-16,1-1-1 15,0-3-2-15,0 0 1 0,2-1 5 16,4 1-1 0,1-1-1-16,2 0-1 0,2-1 3 15,0 1-2-15,-2-3 1 16,5 1 0-16,-2 2 2 16,1-1-4-16,-2-2 0 0,1 2 0 15,-4-1-1 1,0 2 1-16,-1-1-1 0,-1 1 0 0,-2 0 1 31,2-1-1-31,-4 2 1 0,-1-1-2 16,-1 0 0-16,0-3 0 15,0 2 0-15,-1 0 1 0,-7-1 0 0,0-1-1 32,-2 0 3-32,-4-2-2 0,2 0 2 15,-2-1-2-15,1 0 2 16,1 0 0-16,0 0-1 15,3 0-1-15,1-1 1 16,3-3 0-16,-2-2 1 0,3 2 0 16,4-3 0-16,0 1 1 0,0-2 2 0,2 0-2 31,7 1 1-31,-2-3 1 16,4 3-4-16,1-3 0 15,0 4-1-15,2-2 0 0,0 1-2 16,0 1 3-16,0-1-1 15,-1 3-2-15,-3-2-15 16,-1 2-13-16,-1-2-34 16,-6-1-65-16</inkml:trace>
  <inkml:trace contextRef="#ctx0" brushRef="#br0" timeOffset="191985.33">23372 8907 267 0,'0'0'3'0,"0"0"-1"0,48 0 3 0,-33 3 8 15,3 1-2 1,-1 2 0-16,0 1 4 0,-1 3-6 0,0 3-3 15,-2 1 2 1,-1 6-2-16,-3 1-1 16,-4 4-2-16,-2 1-2 0,-4 3-2 15,0-1 2 1,-13 4-3-16,-7 0-19 0,-6-2-30 16,-8 1-99-16</inkml:trace>
  <inkml:trace contextRef="#ctx0" brushRef="#br0" timeOffset="193148.21">19834 10029 123 0,'0'0'15'0,"0"0"-7"0,6 0 13 0,0 0 12 15,0 0-8-15,1 0-12 16,1 0-7-16,-1 0-2 16,2 0-1-16,-2 0 0 15,0 0 0-15,1 2-1 16,-1-1 1-16,0 1-1 0,0-1-4 16,1 3 2-16,0-1-3 15,-2 1-25-15,-2-2-50 16,-1 1-75-16</inkml:trace>
  <inkml:trace contextRef="#ctx0" brushRef="#br0" timeOffset="193487.66">19852 10173 76 0,'0'0'13'16,"0"0"5"-16,0 0 12 15,0 0 8 1,0 0-3-16,0 0-13 15,0 0-4-15,0 0-3 0,42 1-2 0,-31 1-2 16,-2-2-3 0,2 2-4-16,0 0-4 0,1 1 1 15,-3 0-4 1,1-2-18-16,0 2-29 16,-4-3-57-16</inkml:trace>
  <inkml:trace contextRef="#ctx0" brushRef="#br0" timeOffset="196707.23">20694 10001 79 0,'0'0'87'0,"0"-1"-79"0,0-2 16 0,0 1-21 31,0-1 14-31,0 1 3 0,0-1 6 16,0 1-1-16,0-1-11 0,-2 2-7 0,0 0-2 31,-4-1-2-31,1 2-3 15,-2 0-1-15,0 0 2 16,-2 0 1-16,1 0-2 0,-1 4 1 16,2 2-1-16,0 1 0 15,3 2 0-15,-4-1 1 16,4 2-1-16,2 2 0 16,-2 0 0-16,2-2-1 15,2 3 1-15,0 1 1 0,0-1-2 16,0-2 0-16,1 1 0 15,6 1 0-15,-2-2 4 16,4-1-4-16,-2 0 1 16,3 0 1-16,2-3 0 15,-1-1-1-15,3-2-1 0,-1 0 2 16,0-2 0-16,1-2-1 16,-1 0 1-16,-1 0 1 15,0 0 3-15,-2-6-4 0,-1 2 1 16,-2-2 0-16,1-1-1 15,-4-4 1 1,1 2-1-16,0-1-1 0,-3-1 2 0,-2-2-2 16,1 1 2-1,-1 1-2-15,0 0 0 0,0 1 1 16,0-1 1 0,-3 3-2-16,-2 0 1 15,0 2 1-15,1-1-2 0,-3 4 0 16,1-1 1-16,-3 0-3 15,2 2 0-15,-4 2 1 0,-2 0-8 16,0 0-5 0,1 0-12-16,-2 3-30 0,2 0-48 0</inkml:trace>
  <inkml:trace contextRef="#ctx0" brushRef="#br0" timeOffset="196943.27">20953 10086 272 0,'0'0'9'0,"0"0"0"0,0 0 6 0,0 0-11 15,0 0-3-15,0 0-6 16,0 0-35-16,0 0-58 16,0 0-12-16</inkml:trace>
  <inkml:trace contextRef="#ctx0" brushRef="#br0" timeOffset="197554.91">21111 9971 87 0,'0'0'127'0,"0"0"-125"0,0 0-2 15,0 0 0-15,0 0 0 16,0 0-3 0,0 0 8-16,0 0 2 0,2 34-1 15,-2-24 0-15,-1 0-1 16,1 0 0-16,0-3-1 16,0 2 0-16,5-4-1 0,-2 1 0 15,7-3 7-15,-3 0 2 0,4-2 0 16,0-1-1-1,-2 0-5-15,4 0-1 0,-2 0-1 16,1 0 1-16,0 0 1 0,0 0-1 16,-2-1 0-16,1 1 0 31,-2 0-4-31,2 0 1 0,-2 0-2 0,-1 0 0 16,2 1 0-16,-3 5 0 0,1 0 0 31,-3-1 1-31,-1 5-1 15,3-3-1-15,-6 2 0 16,1 2 0-16,-2-4 0 16,0 2-4-16,0-2 3 0,0-1 1 15,-5-1 1-15,-2-1-2 16,0-1 1-16,-3 0 2 16,-2-1-2-16,1-2 2 15,-1 0 4-15,1 0-5 16,-2 0-1-16,0 0-7 0,0 0-10 15,2 0-28-15,-1-2-37 16,3-5-21-16</inkml:trace>
  <inkml:trace contextRef="#ctx0" brushRef="#br0" timeOffset="197881.37">21175 9974 195 0,'0'0'30'0,"0"0"-8"16,0 0 0-16,0 0 3 0,0 0-10 16,0 0-7-16,42-5-3 15,-31 4-1-15,3 1-3 16,-3 0-1-16,2 0-1 0,-1 0-20 16,-1 0-44-16,1 0-88 15</inkml:trace>
  <inkml:trace contextRef="#ctx0" brushRef="#br0" timeOffset="198706.4">21547 10008 132 0,'0'0'28'0,"0"0"2"0,0 0 3 15,0 0-14 1,0 0-6-16,0 0-2 16,0 0-5-16,0 0 3 15,12-18 2-15,-12 15 2 0,0-2-3 16,0 1-5-1,0 0-4-15,-6-2-1 0,1 2-1 16,-3 0-2-16,-2 1-1 16,0 1 4-16,-4 1 0 0,1 1-1 15,0 0 1-15,-3 0 0 16,2 3 1 0,0 3-1-16,3 2 2 0,1 1-2 15,4-1-2-15,4 1 0 0,0-1 0 16,2 0 1-16,0 0 0 15,2 0 1 1,3-2 3-16,6 1-3 0,0-1 3 16,-2-2 2-16,5 0-2 0,-1 2 0 15,0-3 0 1,0 1 0-16,0 0-2 16,-1 1 0-16,-1-1 1 0,1-1 0 0,-3 1-1 15,-1 0-2-15,-1-1 2 16,0 2-1-16,-2 0 0 15,1-1 0 1,-3 2 0-16,-1 1-1 16,0-4 2-16,-1 3-1 0,-1-1-2 0,0 0 1 15,0-1 0 1,-3 0 1-16,-2-1-2 16,-4 0 3-16,-1-2 1 0,0-1-1 0,-1 0-1 31,-2 1-4-31,2-1 3 15,-1 0-2-15,0 0 2 16,2 0-3-16,-2 0 1 0,-1-1-4 16,3-3-4-16,0 1 2 0,3-1 3 0,2-2 8 31,4 2-1-31,1-2 1 16,0 0-2-16,0-1 8 15,4 0-3-15,0 0-2 0,3 0 2 16,1 0 0-16,0-1-1 15,1 2-3-15,1-3 0 0,-2 4-1 16,1 0 0 0,0 0-12-16,2 0-31 0,-4-1-76 15</inkml:trace>
  <inkml:trace contextRef="#ctx0" brushRef="#br0" timeOffset="199165.37">21728 9931 176 0,'0'0'39'0,"0"0"-19"0,0 0-7 0,0 0-7 0,0 0-3 32,0 0 2-32,0 0 1 15,0 0 0-15,8 43-2 0,-8-30-1 16,0-2-1-16,0 2 4 0,0-2-1 0,0 1-2 16,0-4 2-16,0 1 0 31,0-2 0-31,2-3 2 15,1 0-1-15,3-1 0 16,2-1 2-16,2-2 3 0,-1 0-2 16,3 0 1-16,0 0 0 15,2 0-4-15,-1 0-2 16,0-3-3-16,1 0 0 16,-2-1-1-16,0 1 0 15,2 0-1-15,-3-1-18 0,-3 0-8 16,1 1-19-16,-3-2-14 15,0 1-57-15</inkml:trace>
  <inkml:trace contextRef="#ctx0" brushRef="#br0" timeOffset="199472.04">21895 9964 78 0,'0'0'113'0,"0"0"-96"0,0 0-4 16,0 0 2-16,0 0 3 16,0 0 3-16,0 38-5 0,1-28-3 0,0 2-5 15,0 0 0-15,2 1-2 16,-3-1 1-16,2 2-3 15,-1-3-3-15,2 1-1 0,-1-4 1 16,0 2 0-16,2-3-2 16,-4-1-12-1,2-3-25-15,0-3-48 16,2 0-116-16</inkml:trace>
  <inkml:trace contextRef="#ctx0" brushRef="#br0" timeOffset="200464.09">22210 9943 117 0,'0'0'11'16,"0"0"5"-16,0 0-1 15,0 0 4-15,0 0 11 16,0 0-9-16,0 0 2 0,0 0-8 16,0 0-7-1,25-33 3-15,-25 29-4 0,-3-3-6 16,-3 1 2-16,1 2-1 15,-2-2-3-15,1 2 2 16,-1 1-1-16,-1 0 0 0,1 0-2 16,-1 2 2-1,-2 1 0-15,1 0 0 0,1 0 0 16,-2 1 0-16,1 7 0 16,2 0 0-16,-3 0 0 0,4 2 1 15,-1-1-1-15,3 2-1 16,2-1 1-16,-3-1 0 15,3 1 0 1,2-2 1-16,0-1-2 0,0 0 1 16,0-1 0-16,5-1 2 15,-1-1-2-15,3-1 5 16,0-1 1-16,1 1-1 16,0-1-3-16,0-1 0 0,0 2-1 0,0-2 0 15,0 1 1-15,-1-1 1 16,0 3-3-16,-1-2 1 15,2 1 2-15,-3-1-3 16,1 3 0 0,0-1 1-16,-2-1-1 15,0 1 0-15,0 0 0 16,0 1 1-16,-3-1-1 0,0 1 1 16,0 0-1-16,-1 1-1 15,0-1 1-15,0 1 0 16,0-2 1-16,0 2-3 15,-3-2 1-15,-4-1 1 0,1 1 0 0,-2 0 2 16,0-1-1 0,-2 0-2-16,0-1 3 15,1 0-4-15,-2 0 4 16,1-2-2-16,0 0 1 16,0 0-1-16,2 0 1 15,3 0 0-15,-2 0-1 16,2 0 0-16,-1-2 0 0,2-2 0 15,1-2-3-15,1 0 2 16,0 0 1-16,0-1 0 16,2-1-1-16,0 0-1 15,0-1 2-15,2 0-3 0,3-1 8 16,4 1-5-16,-2-2 0 16,1 2 0-16,1 0 0 15,1 2 0-15,0-1 0 16,-1 2 0-16,1-1 0 0,-1 3 0 15,-2 0 0-15,1 1 1 16,-1 0-1-16,-2 0 0 16,-1 0 1-16,0 2-5 15,0 1-21-15,-3-2-37 0,-1 1-51 16</inkml:trace>
  <inkml:trace contextRef="#ctx0" brushRef="#br0" timeOffset="211651.5">15966 11088 96 0,'0'0'29'0,"0"0"-20"0,0 0 5 0,0 0 4 0,0 0 5 0,0 0 0 16,0 0-7 0,0 0 4-16,0 0 0 0,0-2 1 0,0 2-13 31,-3-3-3-31,2 2-4 15,-1-2 3-15,-2 2-3 0,1-1 0 0,0-2 2 32,0 1-2-32,-3-1 1 0,0 1 0 15,2-1 1-15,-2 0-2 16,1 1 0-16,-1-2 0 16,0 3 1-16,3 0-3 15,-6 2 1-15,2 0-2 16,-1 0 1-16,1 0 1 0,-3 0-1 15,-1 4 0-15,1 4 2 16,2-1-1-16,-2 1 0 16,2 2 0-16,1-1 0 15,3-1 0-15,0 1 0 16,2 0 0-16,1 0 0 0,1 0-1 16,0 0 1-16,0 0 0 15,0-1 0-15,5 1 0 0,-1 0 1 16,0 0 0-16,1-2 0 15,0 0 0-15,-1 1-1 16,3-1 1-16,-3-1-1 16,2-1-2-16,0-2 2 15,0 0 0-15,3 0 1 16,-2-2 0-16,3-1 1 16,1 0 2-16,2 0-4 0,-2 0 1 0,2 0 0 15,-1-4-1-15,-1-2 1 16,1-1 0-1,-1 0 0-15,-3 0-1 0,-1 0 0 0,2-2 1 32,-5 1-1-32,-3-1 0 0,1-1-2 15,-2 2-1-15,0-1 2 16,0-1-4-16,0 2 3 16,0-1 1-16,0 0 1 0,0 0-2 0,0 3 1 31,0 2 0-31,0-2 0 15,0 3 1-15,0 2 0 16,0-2 0-16,0 3 0 0,0-1 0 16,0 1-5-16,0 0-1 15,0 0 5-15,0 0 2 16,0 0-2-16,0 4 1 16,-2 3 0-16,1 3-1 0,1-3 2 15,0 2 1-15,0 2 1 16,0-1 2-16,0 0 0 15,0 0-2-15,1 1 1 16,3-4 1-16,4 2-1 0,1-1 2 16,-1-2 0-16,2-1-1 15,1 0 2-15,1-1-2 16,-1-2-3-16,1-1 0 16,-1-1-2-16,2 0 0 15,1 0-10-15,-4-6-32 0,-1-5-59 16</inkml:trace>
  <inkml:trace contextRef="#ctx0" brushRef="#br0" timeOffset="212223.72">16085 10728 76 0,'-4'3'6'0,"-3"1"11"0,1 2-1 0,-2-1-1 0,0 1 2 15,0 0-1-15,-1 5 9 0,2-1-1 0,-1 3-12 32,4-2-5-32,0 2 2 15,0 0 1-15,4 1-2 0,0-2-2 16,0 0 2-16,0-3-2 15,8 2 5-15,-1-4-3 16,4-1 2-16,1-2-4 16,3 0-2-16,-1-2-1 0,2-1-11 15,-1-1-29-15,1 0-77 16</inkml:trace>
  <inkml:trace contextRef="#ctx0" brushRef="#br0" timeOffset="212821.81">16191 10805 193 0,'0'0'29'0,"0"0"-15"0,0 0 5 16,0 0 2-16,0 0-4 15,0 0-8 1,0 0-3-16,40-16 1 16,-32 15-1-16,2-1 3 0,-1 1-5 0,0 1-2 15,0 0-2-15,-1 0 1 16,-1 0-1-16,0 3 0 16,0 2-1-16,-2 1 1 15,-1 1-2-15,0-1-5 16,-3 3 2-1,-1-1-1-15,0-1-2 16,0 3 3-16,0-3 1 0,-1-2 2 16,-6 1 2-16,2 0 1 15,-1-2-2-15,-1 1 3 16,1-1 0-16,0-1-1 0,3 0 0 0,-1 0-1 31,0-1 1-31,2 0-1 0,1-1 1 16,1-1-1-16,0 0 0 0,0 0 0 15,0 0-2 1,0 2 4-16,0-2 0 16,3 1 4-16,3-1-3 0,-1 0 1 15,1 0 0-15,1 1 2 16,4-1-3-16,-2 0 1 0,0 0 0 0,4 0-1 16,-1 0 0-16,0 0-2 15,0 0 0-15,1 0 0 16,-4 0-1-1,1 0 0-15,0 0-6 0,-4-1-19 0,-1-3-37 32,-2-2-54-32</inkml:trace>
  <inkml:trace contextRef="#ctx0" brushRef="#br0" timeOffset="213215.99">16431 10731 110 0,'0'0'36'0,"0"0"-24"0,0 0 26 0,0 0-5 16,0 0-6-16,0 0-4 15,44-1-8-15,-35 1-1 16,2 0-5-16,0 0-6 16,-2 5-1-16,2 4-2 15,-2 1 0-15,-2 1 0 0,2 3-1 16,-4 3 0-16,-1-1 2 16,0 1 0-1,-2 3 0-15,-1-2 0 0,-1-1 0 0,0-1-2 16,0 0-1-1,0-2-1-15,0-1 0 0,-5-2 0 16,-2-1 0-16,-2-3 1 16,2 2-17-16,-1-6-38 0,1-2-68 15</inkml:trace>
  <inkml:trace contextRef="#ctx0" brushRef="#br0" timeOffset="214088.99">16886 11001 129 0,'0'0'28'0,"0"0"6"0,0 0-10 0,0 0-10 0,0 0 2 0,0 0-9 15,0 0-3-15,0 0 5 16,0 0 2 0,41 0 3-16,-33 0-2 15,-1 0-3-15,3 0 0 0,0 0-4 0,-1 0 1 16,3 0-4-16,-2 0-1 16,1 0 0-16,-1 0 0 15,-1 0-1-15,-1 0-1 16,-1 0 2-16,2 0 0 15,-6 0-2-15,1 0 0 0,-2 0-14 16,0 0-16 0,-2 1-24-16,0 1-30 0,-2-1-38 15</inkml:trace>
  <inkml:trace contextRef="#ctx0" brushRef="#br0" timeOffset="214386.09">16937 11119 146 0,'0'0'24'0,"0"0"29"0,0 0-15 16,0 0-9-16,47 0-9 15,-33 0-7-15,4 0-4 16,-3 0-6-16,1 0-2 16,-1 0-1-16,-1 0-10 0,-1 0-30 15,-2 0-41-15,-1 0-80 16</inkml:trace>
  <inkml:trace contextRef="#ctx0" brushRef="#br0" timeOffset="-214131.46">17473 10903 125 0,'0'0'17'0,"0"0"-14"0,0 0-2 0,0 0 1 0,0 0 8 32,0 0-3-32,0 45 2 15,0-35 10-15,0 0 4 16,4 0-5-16,1-1-8 0,1 0-4 16,2-4 10-16,2 1-3 15,0-2 2-15,1-3-3 16,3 2-3-16,-1-3-6 15,3 0 1-15,-3 0 0 16,3 0 0-16,-2 0-2 16,1-3 1-16,-1-2 2 0,0-1 1 15,-1-3-3-15,-1 2-1 16,-2-3-1-16,-4 2 0 16,1-1 0-16,-3 1 0 0,-3 1-1 15,-1-1 0-15,0 2 1 16,0 1-2-16,0 2 1 15,0 0 8-15,0 2-5 16,0 0-2-16,0-1 0 0,0 2-3 16,-1 0 2-1,1 2-3-15,-2 5 1 16,2 3 0-16,0 3 0 0,0 2 2 16,0 0 2-16,0 5-2 0,0-4 0 15,0 3 1 1,2-2-1-16,2 0 1 0,-1-2-1 15,1 1 0-15,-1-2 0 16,-1-1 0-16,-1-2 0 16,-1 1 2-16,0-2-2 0,0-2-2 15,0 2 2 1,0-4-1-16,0 0 1 16,-2-1 0-16,-2-2 0 15,-2-3 1-15,1 3-1 0,-2-3 2 0,1 0-2 16,-4 0 4-16,4 0-3 15,-3-5 1 1,3 0-1-16,-1 1 0 0,3-3 2 0,1 2-2 16,0-2-2-1,2-3-13-15,1 3-17 16,0-4-33-16,0 0-90 16</inkml:trace>
  <inkml:trace contextRef="#ctx0" brushRef="#br0" timeOffset="-213585.42">17461 10755 210 0,'0'0'14'0,"0"0"-9"0,0 0 9 0,0 0 7 0,0 0-9 16,0 0-8-16,0 0-3 0,0 0 4 16,0 0 6-16,0 0 4 15,37-30-1 1,-32 23-1-16,0-1-2 0,-1-2-4 16,-2 0 0-16,2 0-1 15,0 1-4-15,1-1 0 0,-2 3-1 16,3-1-1-16,1 1 0 15,-3 1 0 1,3 3-1-16,-2 2-1 0,4 0 1 16,-3 1 1-16,3 0-2 15,-3 0 2-15,1 2-1 0,1 5 2 16,0 3-3 0,-2 3 1-16,1 1 0 15,1 3 0-15,-1 0 2 0,1 3-3 16,1-1-31-16,1-4-57 0</inkml:trace>
  <inkml:trace contextRef="#ctx0" brushRef="#br0" timeOffset="-213142.7">18119 10951 195 0,'0'0'26'0,"0"0"4"0,0 0 4 0,0 0-13 16,44 0-6-16,-34 0-3 15,4 0-5-15,-5 0-1 0,3 0-4 16,0 0-1-16,-1 0-1 16,-2 0-1-16,-1 3-7 15,0 1-14-15,-6-1-32 16,-1 0-70-16</inkml:trace>
  <inkml:trace contextRef="#ctx0" brushRef="#br0" timeOffset="-212923.3">18153 11089 251 0,'0'0'18'0,"0"0"12"0,0 0 7 15,41 1-12-15,-29-1 28 16,3 0-38-1,-2 0-10-15,3 0-4 0,-2 0-3 0,1 0-39 16,-3 0-24 0,0 0-57-16</inkml:trace>
  <inkml:trace contextRef="#ctx0" brushRef="#br0" timeOffset="-212117.57">18860 10955 104 0,'0'0'53'0,"0"0"-6"0,0 0-13 15,0 0-11-15,0 0 8 0,0 0-5 16,0 0-10 0,0 0-10-16,0 0-2 0,0 0-3 15,-12-6-2-15,4 6 3 16,-4 0-2-16,3 0 1 0,-2 2-1 15,-2 5-1-15,3 2 1 16,-1 0 0-16,2 4 0 16,0-1-1-16,5 1-3 15,-1 1-2-15,4-1 3 16,1-1 1-16,0-1-2 0,2 1 2 16,6-2 1-1,4 0 3-15,-3-2-1 16,2 0-2-16,2-1 2 15,0-1-3-15,0-2 2 0,2-3 1 16,-2 2 0-16,1-3 3 0,-2 0-2 16,1 0 0-16,-2 0-1 15,1-7 2-15,-2 2 0 16,-1-4 1 0,-1 0-2-16,-2-1 0 0,0-3-1 0,-2 1 0 15,-3 0-1-15,0-1 0 16,-1 1 0-1,0 0-2-15,-1 1-1 0,-4 2 3 16,-5-1 1-16,0 2-6 0,-1 2 4 16,-4 2-2-16,1 0-4 15,-2 2-5 1,1 2-2-16,1 0-32 16,3 0-14-16,2 0-22 0</inkml:trace>
  <inkml:trace contextRef="#ctx0" brushRef="#br0" timeOffset="-211845.8">19142 11037 299 0,'0'0'22'0,"0"0"-6"0,0 0-9 16,0 0-5-16,0 0-2 15,0 0-19-15,0 0-37 16,0 0-43-16,0 0-67 15</inkml:trace>
  <inkml:trace contextRef="#ctx0" brushRef="#br0" timeOffset="-211144.23">19342 10880 182 0,'0'0'5'0,"0"0"-2"16,0 0 2-1,0 0 4-15,0 0 5 0,0 0-5 0,0 0-5 16,3 39 0 0,-3-27-2-16,0 1 0 0,0 0 1 15,0-2 0-15,2 1 4 0,1-4 2 16,3-2-5-1,-1-1 3 1,0-2 0-16,2 0 0 16,2-3 4-16,-1 0 3 0,2 0-1 0,1 0-3 0,1 0-5 31,-1 0 0-31,2 0-1 16,0-1-1-16,-1-1-1 15,2 2-2-15,-1 0 1 0,0 0 0 16,-1 0-1-16,-2 0 1 15,0 2-1-15,-2 2 0 16,-1 3 0-16,-3-1 0 16,0 2 0-16,-1-1 0 0,-3 1-1 15,0-1 1-15,0 0-1 16,0 0 2-16,-1 0-2 16,-5-3 0-16,-1 1-1 15,-1 0 2-15,-1-2 4 0,-2-2-6 16,-1 2 6-1,-2-3-1-15,2 0 0 0,1 0-3 16,-3 0 0-16,3 0-4 0,0 0-1 16,0 0-3-1,0 0-16-15,1-4-30 16,0-2-43-16</inkml:trace>
  <inkml:trace contextRef="#ctx0" brushRef="#br0" timeOffset="-210815.93">19373 10866 147 0,'0'0'84'0,"0"0"-59"0,0 0 14 0,40 0-19 16,-26 0-3-1,0 0-9-15,1 0-4 16,1 0-4-16,2 0-2 0,0 0-6 15,-2 0-22 1,2 0-37-16,-1 0-80 16</inkml:trace>
  <inkml:trace contextRef="#ctx0" brushRef="#br0" timeOffset="-209933.55">19895 10903 129 0,'0'0'18'0,"0"0"37"16,0 0-25-16,0 0-7 16,0 0-2-16,2-43-5 15,-2 38-9-15,0 0 1 16,-1 1-6-16,-3 1 0 0,-2 0-1 16,-1 1-1-1,-3 0 1-15,-1 2-1 0,-3 0 0 16,1 0 0-16,-1 0 0 15,0 7 0-15,2 0-1 0,0 1 1 16,2 3 0 0,2 0 0-16,3 1 0 15,-2-1-2-15,4 0-4 0,2-1-1 0,1-1 0 16,0-1 1 0,1-2 7-16,5 0-3 15,2-2 3-15,1-3 3 16,0 2-2-16,2 0 5 15,-1-3 1-15,2 0-2 16,2 0-1-16,-3 0-1 0,2 0 2 16,0 1 2-16,-1 1-1 15,1-1-1-15,-1 1-3 16,-1-1-1-16,-2 3-1 16,-2-1-1-16,-1 0 1 15,0 1-1-15,-2 0 0 0,-2 1 1 16,0 0-1-16,-2 0-1 15,0 2-1-15,0 0 1 16,0-1 0-16,-2 1 1 0,-4-1-1 16,-2 0-1-1,2-1 0-15,-2-1 1 16,0-1-1-16,-3 0-1 0,1-1 4 16,2 0 1-16,-4-2 0 15,0 0-2-15,0 0 0 0,2 0 0 16,2 0-2-16,-2 0 2 15,4 0 0-15,-2 0 0 16,5-1 0-16,-3-2 0 16,4 0 2-16,0-1-2 0,1-1 1 15,1 1-2 1,0-2-3-16,0-1 8 16,3 0-2-16,3-3 2 0,-1 3-2 15,5-2 0-15,-2 0-1 16,3 0-1-16,0-1 0 0,4 6 0 15,-2-3 0-15,0 1-6 16,0 3-33-16,2-2-75 16</inkml:trace>
  <inkml:trace contextRef="#ctx0" brushRef="#br0" timeOffset="-209385.65">20127 10846 121 0,'0'0'17'0,"0"0"-5"0,0 0 20 0,0 0-6 31,0 0-8-31,0 0-5 16,0 0 2-16,0 0 0 15,0 37-7-15,-4-24-3 0,1-2 4 16,2 3-2-16,0 0-1 16,0-1 0-16,0-1 0 15,1-1-2-15,0-1 0 16,0-2 2-16,0-1 0 0,4-4 0 16,3 0 5-16,0 0 6 15,2-1 5-15,4-2 6 16,0 0-14-16,0 0-4 15,3 0-3-15,0 0-4 16,0-2-2-16,1 1-1 0,-1-3 1 16,-5 0-3-16,2 0-11 15,-3 0-39-15,-2-1 3 16,-4-2-21-16,-2 2-87 0</inkml:trace>
  <inkml:trace contextRef="#ctx0" brushRef="#br0" timeOffset="-209055.09">20248 10880 166 0,'0'0'18'0,"0"0"10"0,0 0 3 0,0 0-10 16,0 0 0-16,0 0-5 16,7 43-6-1,-7-29 0-15,0-2-4 0,-2 3 2 16,1-3 2 0,-1 3-6-16,2-4 0 15,0 1-3-15,0-1 0 0,0-1-1 16,0-3 1-16,0-1-5 15,2-1-9-15,0-2-17 0,3-1-38 0,1-2-102 32</inkml:trace>
  <inkml:trace contextRef="#ctx0" brushRef="#br0" timeOffset="-208093.89">20619 10843 19 0,'0'0'119'15,"0"0"-70"-15,0 0-7 0,0 0-14 16,0 0-2-16,0 0-11 16,2-37-8-16,-2 33-2 15,-3 0-3-15,-2 2-1 16,1-2-1-16,-3 1-1 0,-1 2-1 16,-3-1 3-1,0 1-4-15,-2 1 5 0,-1 0-1 16,1 0-2-16,-2 0 1 15,3 1 1-15,0 5-2 16,0 0 2-16,2 1-2 0,-1 0 2 16,4 3-1-1,2-3 0-15,1 3 1 0,2-3-2 16,2-1 0 0,0 0 0-16,0 0 0 0,0-3 2 0,4 0 2 15,1 1 1 1,3-2-3-16,-2 2 2 15,2-1 0-15,-1 1 0 0,2 0 2 0,2-1-3 32,0 0 0-32,1 0 2 0,0 1 1 15,0 2-1-15,2-2-2 0,-3 0-1 0,0 2 1 32,0-2-1-32,-4 2 0 0,1 0-1 0,-3-2 0 15,2 3 0-15,-3-1 0 16,0 1 1-16,-1-3-1 0,1 3 0 31,-2-1 0-31,-2 0-1 16,0 1 0-16,0-1 1 15,0-1 0-15,-2 1-1 16,-4-2 1-16,2 2 0 0,-1-3 1 16,-3-1-2-16,4 1 1 15,-4-3 1-15,1 2 1 16,-1-2-2-16,-1 0 0 15,1 0 4-15,-4 0-4 16,1 0 1-16,0 0-1 16,-1-2 0-16,2-2 2 0,0 2-2 15,3 0 0-15,-1-1 0 16,6 0 0-16,0-1 2 16,2 0-1-16,0-1 0 15,0 0-1-15,0-3 1 0,5 0 3 16,4 1 0-16,-3-3-3 15,4 0 0-15,1-1-1 16,-2 1 1-16,2-2-1 16,0 1 0-16,-3 1 1 0,0 1-1 15,0 1 0 1,0 0 0-16,-4 2 0 0,1 3 0 16,-1-1-2-16,-1 2-10 15,2 0-13-15,-2 1-23 0,2-3-77 16</inkml:trace>
  <inkml:trace contextRef="#ctx0" brushRef="#br0" timeOffset="-202873.57">23547 4424 67 0,'6'-5'23'0,"-3"0"2"0,1 2 6 0,-2 1 12 15,2-2-8-15,-2 1-4 16,-1-1-5-16,0 1-6 0,2 1-9 16,-2 1-1-16,1-1 2 15,-2 0-5-15,1 2-3 16,0 0-3-16,1 0-3 15,0 3-2-15,1 4 3 16,3 4 3-16,1-2-1 16,4 2 1-16,-1 1-1 0,3-1 0 15,4-4 1-15,-4 2-1 16,3-4-1-16,-2-1 1 16,2-1-1-16,-4-2 0 0,2-1 1 15,-1 0-1-15,1 0 1 16,-5-5-1-16,0-2 1 15,1-1 0-15,-2-1 0 16,-3-4-1-16,-1 3 1 0,-2 0-1 16,-1 2-4-1,0-1-1-15,-1 2-5 0,0 3 5 0,0 0 3 32,0 2 2-32,0 2 3 0,0 0-2 0,0 0-3 15,0 0 1 1,-1 0 0-16,1 7 1 15,0 3 0-15,0 0-4 0,0 3 4 0,0 0 1 16,0 1 2-16,1 2-3 31,3 0 0-31,-1-1 0 0,0 0 1 16,-1-2-1-16,0 0 0 0,-1-1 1 16,-1-4-2-16,0-1 1 0,0 0 0 15,0-4-1-15,-1 1-3 16,-4-3 5-1,-4 1 2-15,1-2-2 16,-4 0 3-16,-2 0-2 16,0 0 0-16,-1 0-1 0,2 0 1 0,1 0-2 31,4 0 2-31,4 0-7 16,3 0-35-16,1 0-93 0</inkml:trace>
  <inkml:trace contextRef="#ctx0" brushRef="#br0" timeOffset="-202526.23">24031 4429 214 0,'0'0'30'0,"0"0"-24"0,0 0 8 0,0 0 16 15,0 0-13-15,0 0-8 16,38 0-7-16,-29 0 1 15,2 0-1 1,-1 0 1-16,2 0-3 0,0 0 0 16,1 3-3-16,-1 0-22 0,-1 0-53 15,-2 0-96-15</inkml:trace>
  <inkml:trace contextRef="#ctx0" brushRef="#br0" timeOffset="-202334.75">24105 4513 309 0,'0'0'9'0,"0"0"-11"0,0 0 5 16,0 0 8-16,40 0-8 15,-31 0-3-15,5 3 0 16,-1-3-22-16,1 0-63 0,-2 0-101 0</inkml:trace>
  <inkml:trace contextRef="#ctx0" brushRef="#br0" timeOffset="-201869.94">24316 4459 66 0,'0'0'217'0,"0"0"-215"0,0 0 3 16,0 0-1-16,0 0 11 15,0 0-4-15,0 0-5 16,0 0 0-16,27-35-2 16,-25 29 0-16,0 2-2 15,2-1 3-15,-4-2-2 16,2 3-2-16,-1 0-1 0,1 1 1 15,-2-1-2-15,1 2 2 16,0 2-1-16,-1-1 1 16,0 1-1-16,0 0-2 15,1 0 0-15,1 0 0 16,1 0 2-16,-1 0 0 0,1 3 0 16,-1 2-1-16,3 1 0 15,-1 1 1-15,-2 2 0 0,2 1 1 16,-1 1 0-1,1 0 0-15,-3 2 0 0,2-3-1 16,-2 3 1-16,1 0-1 16,0-1 1-16,1 0-1 15,-1 0 0-15,-2 0-1 16,0 2-15-16,0-4-17 0,0 0-45 16,-2-3-62-16</inkml:trace>
  <inkml:trace contextRef="#ctx0" brushRef="#br0" timeOffset="-201629.72">24347 4593 210 0,'0'0'34'0,"0"0"-16"0,0 0-9 15,0 0 13 1,0 0-4-16,0 0-9 15,0 0-4-15,36-9 2 16,-25 9-3-16,2 0-1 0,-4-2-2 16,4 2 0-16,-1 0-1 0,-3 0 0 0,-1 0-1 31,0 0-9-31,-5 0-29 16,-1-1-54-16,-2-2-105 0</inkml:trace>
  <inkml:trace contextRef="#ctx0" brushRef="#br0" timeOffset="-199016.02">24429 4175 140 0,'0'0'10'0,"0"0"8"0,0 0-4 0,0 0-10 0,0 0-2 32,0 0 5-32,0 0-4 15,0 0 0-15,0 0-3 16,-17-38 0-16,13 32 1 0,1 3-1 15,-2-2 1-15,1 0-1 0,1 0 1 0,-3 0-1 32,2 1-1-32,-3-1 1 15,0 0 0-15,-1 1 0 0,1-2 0 16,0 3 0 0,-3-1 3-16,2 1-1 0,-1-1-4 15,-1 1 4-15,-2 0-2 16,1 0-2-16,-3 2-1 15,1-2 6-15,-3 0-3 16,1 2-1-16,-2-2 2 0,1-1-1 16,-2 1 0-16,0 1-1 15,-1 0 1-15,1 0 0 16,1 1 0-16,0-1 1 16,-4 2-1-16,2-2 2 15,-1 0-2-15,0 1 0 0,-1 1-3 16,0-2 4-16,2 2-1 15,0 0-3-15,1 0 6 16,-2 0-1-16,0 0 0 0,4 0-3 16,-4 0 3-1,1 3-2-15,2 1 0 0,-1-1 1 16,3 1-1-16,-2 1 0 16,2-1 0-16,0 2 1 15,1-1-1-15,-3 1 1 0,2 3-1 16,-1-1 0-16,0-1 1 15,-1 1-1-15,2 0 1 16,-3-1-1-16,1 3 1 16,0-2-1-16,2 1 0 15,-1 0 0-15,-2 0 0 16,5 1 0-16,-2 0 0 16,0 2 1-16,3-4-2 0,-1 4 2 15,4 0-1-15,-1 0 0 0,1-1 0 16,3 2 0-1,1 1 1-15,0-2 1 0,0-1-1 16,2 4 0-16,-2-3 0 16,3-1-2-16,-1-2 1 15,2 2 0 1,0-1 1-16,1 1 0 0,0 1 1 0,0-1-2 16,0 0 1-1,0-2 0-15,0 2-1 16,0-3 0-16,0 1 2 0,0 1-2 0,0-2-4 15,0 1 3-15,1 0 2 16,3-1 0 0,-1 2 0-16,3 0 1 0,-4-1-2 15,1 1 0-15,1-3 0 0,0 3 0 32,-1-2 1-32,2-2-1 0,0 1 0 15,0 2-1-15,1-3-1 16,1 3 5-16,0-2 1 0,-1 0-1 0,4-1-2 31,-3 1 0-31,1 0-1 0,0-1 1 0,-1 1-1 16,1 0 0-16,-1 0 1 15,-1 0 0 1,3-2-1-16,-2 3 1 16,0-1 1-16,1-1-2 15,0 1 0-15,0 0 1 16,-3 0-1-16,1-2 0 0,-3 0 0 15,3 2 0-15,-1-3 1 16,-1 1-1-16,1 1 1 16,1-1 0-16,2 2 0 15,0-1 0-15,0-2 2 16,2 3-1-16,0-1 1 0,2 1-2 16,-3-2 1-16,3 2-2 15,-1-2 1-15,0 1-1 16,2-2 0-16,-2 2 1 15,3-2 0-15,-4 2 0 16,2-2 1-16,2-1 2 0,-2 1 0 16,2-1-1-16,-2 1 0 15,2-2 1-15,-2 2-1 16,2-1-2-16,-1-1 0 16,0 1-1-16,2 0 2 15,-1 0-2-15,2 0 0 0,-1-3 2 16,2 4-2-16,-3-1 0 15,3-2 1-15,-4 2 0 16,1-1 1-16,-1-2-2 16,-2 1 1-16,3 0-1 0,-3-1 1 15,1 0-2 1,0 0 2-16,1 0 0 0,0 0 1 16,0-1 2-16,1-2 2 15,1-1-3-15,1 1 0 0,-1-1-2 16,1 1 0-16,-1-1-1 15,1 0 0 1,-1-1 1-16,-1 0-1 0,1-1 0 16,-1 0 0-16,-3 1 1 0,0-1-1 15,1-1 1 1,-2 0 2-16,-1 0-3 0,0 0 1 0,-1-1 0 31,0 1 0-31,-1 0-1 0,2 0 0 0,-1 0 0 16,1 0 0-1,3-3 0-15,-3 2 0 0,2 0 0 16,1-2 0 0,-2 2 0-16,-1-2 1 0,-1-1-1 0,-1 2 0 15,-1-2 1 1,0 2 0-16,-1 1-1 0,-1-4 0 0,1 5 1 16,-1-3-1-1,-2 3 0-15,-1-2 1 0,2 0-1 16,1 0 1-1,-1 1-1-15,0-1 1 0,1-1-1 0,3-1 1 32,-4 0-1-32,1 0 0 15,4 0 0-15,-4 1 0 16,1-1 0-16,0 1 0 16,-2 0 1-16,-1-1 2 0,-2 2-2 15,0-2-3-15,0 1 3 16,0 0 2-16,0 0-1 15,0 1-1-15,0-2 0 16,0 1-2-16,0 0 1 16,0 3-1-16,0-2 1 0,0 2 1 15,0 0 0-15,0 0-1 16,0 3 0-16,0-2 1 16,0-1-1-16,0 3 1 0,0-3-2 15,0 0 1-15,0-2 0 16,-1 1 0-16,0 0-2 15,1 0 3-15,-2-2 0 16,1 0-1-16,-2 0 1 16,1 2-1-16,-2-2 0 0,2 1 0 15,0 2-1-15,-1-3 2 16,-1 4-1-16,1 1 0 16,0-1-1-16,0 2 2 15,0-3-2-15,-3 4 1 0,2-3-2 16,-2 0 0-1,-1 2 1-15,-1-3 2 0,-3 1-2 16,3 1-2-16,-3-1 4 16,-1-1-2-16,-4 4 0 0,-2-3-7 15,-6 0-19-15,-5-2-50 16</inkml:trace>
  <inkml:trace contextRef="#ctx0" brushRef="#br0" timeOffset="-191837.83">15516 11822 95 0,'0'0'21'0,"-2"0"16"0,2-2 3 16,0 2-11-16,0-2-4 15,-1 0 2-15,0 1-7 16,1 0-3-16,0-1-4 0,0 1-3 0,0 0-6 15,0 1-3-15,-1 0 0 16,1 0 1 0,0 0 1-16,0 0-2 0,-1 0-2 15,1 0-2-15,0 6 1 0,0 4 2 32,0 5 0-32,0-1 0 0,0 2 0 0,0 2 0 15,0 0 1-15,0 0-2 16,0 0 2-1,0 0-1-15,0 0 0 0,0-1 0 0,0 1-1 32,0 0 1-32,0-4 1 15,0 2-1-15,0-1 0 0,0-2 0 16,0 1 0-16,0-4 1 16,0 0-1-16,0-1 0 15,0-2 2-15,0-3-2 16,0 2 0-16,2-2 1 15,2-1-1-15,-2 0 0 0,2 1 1 16,0-3 0-16,1 1-1 16,-1 2 1-16,4-4-1 15,-2 2 2-15,3-2 2 16,1 0 2-16,1 0 0 0,0 0-3 16,3 0 0-16,-2 0 0 15,4 0-1-15,-3 0 3 16,2 0 0-16,1 0 0 15,0-2 1-15,0 2-1 0,0-3-4 16,-3 2 1 0,-2-1-1-16,1 1 5 0,-3 1-2 15,-1 0-1-15,-2-3 0 16,0 3-2-16,0 0-2 16,-5 0 2-16,1 0-1 0,-1 0-25 15,0 0-17-15,-1 0-13 16,0-1-92-1</inkml:trace>
  <inkml:trace contextRef="#ctx0" brushRef="#br0" timeOffset="-191225.73">16184 11940 115 0,'0'0'61'0,"0"0"-25"0,0 0-6 16,0 0-8-16,0 0-5 16,0 0-6-16,0 0-5 0,0 0-1 15,0 0 2 1,0 0 2-16,0 0 2 0,0 0 0 15,45 0 1-15,-36 0 1 16,3 0-3-16,0-2-4 16,-4 2-4-16,3 0-2 0,-1 0 0 15,-5 0 0 1,4 0 0-16,-6 0-1 0,1 0-6 16,-2 3-10-16,-2 0-6 15,0 1-22-15,0-1-68 0</inkml:trace>
  <inkml:trace contextRef="#ctx0" brushRef="#br0" timeOffset="-190969.7">16231 12039 235 0,'0'0'27'15,"0"0"-13"-15,0 0 13 16,0 0-8 0,0 0-8-16,0 0-7 15,0 0-3-15,43 0-1 0,-36 0 0 0,1 0 1 16,3 0-2-16,-4 0 1 16,2 0-2-1,-2 5-11-15,1 0-19 16,-2-1-32-16,-2 3-61 15</inkml:trace>
  <inkml:trace contextRef="#ctx0" brushRef="#br0" timeOffset="-190720.66">16316 12147 149 0,'0'0'22'15,"0"0"-10"-15,0 0 18 16,0 0 6-16,0 0 8 16,0 0-17-16,0 0-6 0,0 0-6 15,34 10-7-15,-24-9-3 16,2 1-4-16,1-1 0 16,-1 2-1-16,-2 0-6 15,1 1-24-15,0-2-40 0,-1-2-151 16</inkml:trace>
  <inkml:trace contextRef="#ctx0" brushRef="#br0" timeOffset="-189997.09">17123 11810 62 0,'0'0'144'0,"0"0"-134"0,0 0 9 0,0 0-5 16,0 0 2-16,0 0 8 15,0 0 3-15,0 0-3 16,0 0-9-16,0 0-6 0,0 0-8 15,9-11-2-15,-7 21 1 16,1 0 2-16,1 1-1 16,-2 5 0-16,0-2-2 15,1 0 0-15,-1 3-11 0,0-2-6 16,0 0-10 0,-2-1-38-16,0-1-56 0</inkml:trace>
  <inkml:trace contextRef="#ctx0" brushRef="#br0" timeOffset="-189629.47">16999 12053 210 0,'0'0'25'0,"0"0"-17"0,0 0 4 16,0 0-3-16,0 0 9 15,0 0 1 1,0 0-8-16,0 0-1 0,39 0 0 0,-24 0-4 16,3 0 0-1,2 0-2-15,3 0-1 0,-1 0-2 16,3 0 0-1,0 0 0-15,1 0-1 16,1 2 0-16,0 0 0 16,-2 1-3-16,-2-1-6 0,0 0-6 0,-5 0-6 15,-2 0-11 1,-4-1-25-16,-4-1-47 0</inkml:trace>
  <inkml:trace contextRef="#ctx0" brushRef="#br0" timeOffset="-188984.4">17217 12198 94 0,'0'0'38'16,"0"0"-26"-16,0 0-8 15,0 0 8-15,0 0 21 16,0 0-3-16,0 0 0 16,0 0 0-16,0 0-11 15,-20-24-1-15,23 21-11 0,3-1-2 16,2 1-1-16,3 3-2 15,1 0 2-15,-3 0 0 16,1 0-3-16,2 0 0 0,-3 0-1 16,-2 3 0-16,0 1 0 15,-3 3 0-15,-3 0-1 16,-1 2-4-16,0 1 2 16,-1 0-4-16,-8 1-4 15,0 1 6-15,-2-1 0 16,0-1 3-16,0-1-2 15,-1-1 2-15,0-1 3 0,4-3-3 0,-1 2 2 16,3-2 1 0,-2-2-1-16,4 0 1 0,2 0 0 15,0-1-1-15,2-1 0 16,0 2 1 0,0-2-1-16,0 1-2 0,0-1 7 0,2 0 6 15,4 0-1 1,4 0-5-16,1 0 2 15,0 0 0-15,5 0-2 16,-3 0-2-16,3 0 3 16,-1 0 0-16,2 0-1 0,0 0 0 15,-1 0-4-15,-1 1-1 0,-1 2 0 16,-4-1-5-16,0-2-17 0,-1 0-16 16,-3 0-82-16</inkml:trace>
  <inkml:trace contextRef="#ctx0" brushRef="#br0" timeOffset="-188187.77">17988 11658 172 0,'0'0'27'0,"0"0"-20"0,0 0 22 0,0 0-11 0,0 0-7 16,-40-11-11-16,31 11 0 16,-2 0 0-16,0 2 1 0,0 5-1 15,-3 1 5 1,0 6 3-16,-2 2-2 0,0 1 0 0,-1 4-1 16,-4 2-3-1,4 1-1-15,-1 2 2 0,1 1-1 0,2 1-1 31,1 1 1-31,1 1 1 0,3 1 3 0,1 1-2 16,5-3-1 0,-2-1 0-16,5-1-2 15,1 0 3-15,0-6 0 16,9 2 2-16,2-4 4 16,4-1 0-16,1-2-5 15,4-2 1-15,0-3-3 0,1 1-2 0,1-4-6 0,2-2-9 31,-3-3-18-31,1-3-28 16,-3 0-70-16</inkml:trace>
  <inkml:trace contextRef="#ctx0" brushRef="#br0" timeOffset="-185624.68">18258 11938 99 0,'0'0'16'0,"0"0"7"0,0 0 5 16,0 0 5-16,1 0-7 0,-1 0-8 15,0 2-8-15,0-1-5 16,0 2-1-16,1 1 3 16,1 3 4-16,-1 0-5 15,2 3 1-15,2 3-1 16,3-2 1-16,-1 2-2 0,1-1 0 15,1 0-4-15,3-1 1 16,-2-2-1-16,4 0 0 16,-1-2 0-16,3-1 2 15,-1-2 2-15,2-3-2 16,-2-1-1-16,1 0-1 0,-3 0-1 16,-3 0 1-16,0-7-1 15,-3 0 1-15,-1 0 0 16,-3-3 0-16,1 0 0 15,0-1 0-15,-4-2-1 16,3 0-1-16,-3 2-3 0,0 2 1 16,0 0-6-16,0 1 5 15,0 5-1-15,0 0 1 16,-3 1 7-16,1 0-2 16,-1 2-5-16,2 0 9 15,-1 0-5-15,1 0 0 16,0 4 0-16,1 2-1 0,0 4 1 15,0 1 0-15,0 2 0 16,2 3 1-16,3 1 0 16,1 0 0-16,0 2 0 15,1 0-1-15,-1-2 0 0,1 1 1 16,0-3-2-16,0-1 2 16,-4-1-1-16,1-2 0 15,-2-1 0-15,-2-2 0 16,0-1 0-16,0 0 1 15,-5-3 2-15,-4 0 3 16,-2 0-3-16,0-1 1 0,-2-3-2 16,-1 0-1-16,1 0 0 15,1 0 1-15,1 0-2 16,3 0-10-16,-2-3-38 16,2-5-68-16</inkml:trace>
  <inkml:trace contextRef="#ctx0" brushRef="#br0" timeOffset="-185112.75">18286 11814 176 0,'0'0'35'0,"0"0"-10"0,0 0-12 0,0 0-7 15,0 0-4-15,0 0-1 0,0 0-1 16,0 0 1-16,0 0-1 16,0 0 5-16,21-45 15 0,-18 35-5 15,1-2-4-15,-3 0-4 16,1-1 0 0,0 3-1-16,-1-1-3 0,2 4 1 15,-3 1-1 1,0 2 4-16,0 2-2 0,0 0 7 0,2 2-2 15,0 0-12-15,2 0 1 16,2 4 0 0,0 5 1-16,1 2 0 0,0 0 0 15,4 4 0-15,-4 1-1 16,3-1 0-16,1 0-15 0,1-2-24 16,-1 0-50-16,3-3-99 15</inkml:trace>
  <inkml:trace contextRef="#ctx0" brushRef="#br0" timeOffset="-184785.6">18739 12012 19 0,'0'0'156'0,"0"0"-133"0,0 0 10 0,36 3-13 16,-23-3 3-16,1 0-9 0,3 0-4 15,1 0-4 1,0 0-4-16,2 0-1 0,-1 0-1 16,-1 0-3-16,1 0-42 15,-4 0-81-15</inkml:trace>
  <inkml:trace contextRef="#ctx0" brushRef="#br0" timeOffset="-184009.9">19155 11857 44 0,'0'0'117'0,"0"0"-113"0,0 0 30 16,0 0-6 0,0 0-1-16,0 0-15 0,0 0-9 15,0 0 5 1,0 0 5-16,5 12-4 0,-2-5 2 0,0 4-2 16,2-4-2-16,1 3-1 15,1 0-3-15,1-3 0 0,0 0-1 31,3 0 3-31,0-1-1 16,2-3-1-16,0 1 1 16,1-2 0-16,-1-1-1 0,-2-1-3 15,3 0 1-15,-3 0 0 0,1 0 0 16,-3-4-1 0,1-2 1-16,-3 0 0 15,0-3 0-15,-4 2-1 16,-1-1 2-16,0 0-3 0,-2 1-1 0,0 1 0 31,0 0 1-31,0 2-1 0,0 0 2 16,0 2-3-16,-2 1-3 15,1 1 7-15,0 0-3 16,0 0 1-16,1 0-2 16,0 0-1-16,0 6 3 0,0 1-1 15,0 1 1-15,0 2 2 16,0 2-1-16,1 0 2 15,1 3-2-15,0 1 1 16,0-2-2-16,-2 3 1 0,0-2 0 16,1 1 0-16,0-1 1 15,1-2-1-15,-2 0 1 16,0-2-1-16,0-1 0 16,0 0 1-16,0-3-1 0,0 0 0 15,-5-3 4 1,0 1-2-16,-3-2 1 0,1-1 4 15,-1-1-1-15,-1-1-1 16,-1 0 1-16,2 0-1 0,-1 0-3 16,1 0 1-1,-2 0-3-15,3 0-4 16,0-3-13-16,1-4-16 0,-3-1-58 16</inkml:trace>
  <inkml:trace contextRef="#ctx0" brushRef="#br0" timeOffset="-183111.84">19452 11678 110 0,'7'0'43'0,"1"0"-19"0,4 2 8 0,0 0-15 15,5 1 5-15,-2 0-4 16,2 3-2-16,4 1 0 0,-1 3-4 16,3 0-2-16,-3 1 0 15,2 1-3-15,-2 2-2 16,0 0 0-16,-3 3-3 15,-2 0-2-15,-2 0 2 16,0 6 0-16,-5-2-1 0,0 3 0 16,-2-1 0-16,0 0 0 15,-2 0-2-15,-3 1 2 16,-1-2-2-16,0 1 2 16,0-1-1-16,0-1 2 15,0-3 0-15,-2 2-2 0,-1-3 2 16,0-3-2-16,-1-1 2 15,0 0 0-15,1-2 2 0,-3-1 3 16,2-1-1 0,0-4-3-16,-3 2 2 15,3-4-1-15,-2 0-4 16,-1 0-2-16,0-3 2 0,-1 0-26 16,-1 0-30-16,1-6-148 0</inkml:trace>
  <inkml:trace contextRef="#ctx0" brushRef="#br0" timeOffset="-182287.27">19756 11553 99 0,'0'0'17'0,"0"0"13"0,0 0-6 0,0 0-9 15,0 0 3-15,0 0-2 0,-8-35 2 0,8 29-7 32,0 3 2-32,0-1-2 0,6 3 6 15,1-1-5-15,3 1 0 16,-2 1-5-16,3 0-1 0,-1 0 1 0,1 0-3 31,-2 1-2-31,0 2 1 0,0 3 0 0,-4-2-1 16,0 3-1-1,1 0-1-15,-5 3 1 0,-1-1-2 16,0 3 0-16,0-2 1 16,-1 3 1-1,-7 1-2-15,3-2-1 16,-1 0 4-16,2 0-2 16,0-2 0-16,2 0 0 15,2-2 1-15,-4-1-1 0,2-1 0 16,2-2 0-16,0 2 0 15,0-3 0-15,0 0 0 16,0-1-1-16,0 0 1 16,4-2 3-16,0 0-1 0,1 0 2 15,3 0 0-15,0 0 1 16,3 0 1-16,-2 0 2 16,4 0 2-16,-2 0-1 15,-2 0-1-15,3 0-4 16,-1 0-1-16,-1-1-2 0,0 0-1 15,-3 1 0-15,0 0-1 16,-1 0-14-16,1 0-28 16,-3-2-27-16,-2-2-184 0</inkml:trace>
  <inkml:trace contextRef="#ctx0" brushRef="#br0" timeOffset="-180857.58">20209 11874 213 0,'2'0'25'0,"0"0"-5"0,4 0 1 16,0 0-3-16,-3 0-2 16,2 0-8-16,1-1-4 0,-2 0 3 15,3 0 0-15,-3 1-1 16,1 0 0-16,3 0-1 15,-3 0 0-15,5 0-2 0,-3 0-2 16,1 0 0-16,3 0-1 16,-4 0 0-16,2 0 0 15,-1 2-3-15,0-1-6 16,-2 1-6-16,-1 0-6 0,-1 0-16 16,-1-2-29-16,-2 3-58 15</inkml:trace>
  <inkml:trace contextRef="#ctx0" brushRef="#br0" timeOffset="-180482.89">20232 11957 24 0,'0'0'148'0,"0"0"-132"31,0 0 14-31,0 0 0 0,0 0-2 0,37 2-12 31,-25-2-4-31,-1 0 0 0,-2 0-2 16,3 0 1-16,1 0-3 16,-2 0-4-16,2 0-1 15,-2 0-3-15,1 1 1 16,-2 0-1-16,0 2 0 16,1-2 0-16,-4 2-5 0,0 2-11 15,0-2-22-15,-1 0-71 16</inkml:trace>
  <inkml:trace contextRef="#ctx0" brushRef="#br0" timeOffset="-178066.63">20936 11624 10 0,'0'0'202'0,"0"0"-198"0,0 0 14 0,0 0-9 0,0 0 12 16,0 0-9-16,0 0-9 16,0 0 0-16,0 5 6 15,0 2 2-15,0 1-2 16,0 2 2-16,0 2-6 0,0 0-1 16,2 1-2-16,1 1-2 15,0-1 1-15,0 1-1 16,1 0-10-16,-2-3-17 0,-2-2-42 15,0 0-84 1</inkml:trace>
  <inkml:trace contextRef="#ctx0" brushRef="#br0" timeOffset="-177751.57">20831 11876 151 0,'0'0'1'0,"0"0"22"31,0 0 15-31,0 0-7 0,0 0-4 0,45 4-1 16,-30-4-7-1,2 0-2-15,3 0-6 16,-1 0-2-16,4 0-3 16,1 0-5-16,-4 0-1 0,3 0 1 0,-1 4-3 15,-2-1-11-15,-3 1-23 16,-2-1-36-16,-3-1-62 16</inkml:trace>
  <inkml:trace contextRef="#ctx0" brushRef="#br0" timeOffset="-177098.5">20973 12055 17 0,'0'0'62'0,"0"0"-45"0,0 0 4 0,0 0-2 0,0 0 5 16,39-26 3-16,-28 25 2 0,-3-1-7 16,3 2-4-1,-1 0-3-15,1 0-5 0,-5 0-2 16,4 0-4-16,-4 6-3 16,-1-2 0-16,-1 4-3 15,-1 1 1-15,-2 3 0 0,-1 0-8 16,0 0-4-1,0 1 2-15,-5-1-5 0,-3 1-21 16,-1-1 9-16,-2-2-19 16,-1-2 36-16,0-1-9 15,1-3 5-15,2-1 15 0,1-1 7 16,4-2 10-16,-2 0-1 16,4 0 7-1,1 0-5-15,1 0 1 0,0 0-5 16,0 0 1-16,1 0-9 0,5 0 1 15,-1 1-1 1,4 0 4-16,-1-1 6 16,1 0-4-16,4 2 2 0,-1-2 0 15,1 1-3-15,3-1 0 0,-3 2-4 16,2 0-1 0,0 0-5-16,-1 1-1 0,-1-2-14 15,0-1-47-15,-2 0-99 16</inkml:trace>
  <inkml:trace contextRef="#ctx0" brushRef="#br0" timeOffset="-176408.28">21562 11533 146 0,'0'0'9'0,"0"0"25"0,0 0 0 0,0 0-21 0,0 0-2 16,0 0-4-16,0 0 0 16,0 0-4-16,0 0-3 0,0 0 0 15,-37-8 0 1,25 18 1-16,-2 1 0 0,-1 7 1 15,-1 0 1-15,2 4 2 16,-1 3-1-16,4 0-1 16,2 3 2-16,0 0-3 15,4-2 2-15,1 2 5 0,4-3-2 16,0 0 2-16,0-2-3 16,1-1 2-16,7-1-3 15,3 2-1-15,2-3 0 0,1-2-2 16,1 0-1-16,0-3 0 15,0-3 1 1,1-2-2-16,-1-2 1 0,-1-3-16 16,1-3-24-16,-2-2-61 15,0 0-99-15</inkml:trace>
  <inkml:trace contextRef="#ctx0" brushRef="#br0" timeOffset="-175867.62">21704 11753 101 0,'0'0'20'0,"0"0"-7"16,0 0 7-16,0 0-6 16,0 0 2-16,-37 43 3 15,33-30 3-15,1-3-3 16,3 3-4-16,0-2-2 16,0-1-2-16,5-1 0 15,2 0-1-15,3 0-3 0,-1-2-2 16,3-1-1-16,3-2-2 15,-1 0 2-15,1-2 1 16,3-2-3-16,-5 0 0 16,3 0 1-16,-2-6 1 15,0 0 1-15,-2-5 0 0,-4-2-1 16,1 1-1-16,-3-2-1 16,0-1-2-16,-5 0 2 15,0 0-2-15,-1 1 1 0,0 1 1 16,0 3-3-16,-4-1 4 15,-4 4 1-15,-2-2-6 16,-1 5 4-16,0-1-4 16,-5 4-5-16,-2 1 4 15,1 0-1-15,0 0-3 16,2 3-5-16,-1 4-16 0,5 3-23 16,1-4-37-16</inkml:trace>
  <inkml:trace contextRef="#ctx0" brushRef="#br0" timeOffset="-175568.16">22091 11803 135 0,'0'0'114'0,"0"0"-88"0,0 0 9 0,0 0-15 16,0 0-10-1,0 0-8-15,0 0-3 16,0 0-8-16,0 0-25 15,0 0-38-15,0-5-119 16</inkml:trace>
  <inkml:trace contextRef="#ctx0" brushRef="#br0" timeOffset="-174824.17">22250 11649 96 0,'0'0'39'0,"0"0"-27"0,0 0 7 0,0 0-17 15,0 0 2-15,0 0-3 0,0 0 4 16,0 0 8-16,0 0-1 16,-13 39-1-16,12-27 2 0,1-2-1 15,0-2-1 1,0 0-5-16,1 0 3 0,3-1-5 15,4-4 2 1,0 1 0-16,1 0 2 0,4-1 0 16,-1 0-2-16,2-2-2 15,3 1-1-15,-2-1 2 16,0 1-1-16,1-1 2 0,-3 0 1 0,-1 1 0 31,0-1-2-31,-3 2-1 0,-1 0-1 0,-1 0 0 16,0 1 2-1,-2 0-4-15,-2 2 0 16,-2-2-1-16,1 3 0 16,-2 1-1-16,0-3 1 15,0 2 1-15,-1 0-1 16,-3-1 2-16,0-2-2 0,-4-1-3 16,2 1 4-16,-3-2-1 0,-1-1-1 0,-3-1-7 31,1 0-8-31,0 0-10 15,1 0-19-15,0 0-47 0</inkml:trace>
  <inkml:trace contextRef="#ctx0" brushRef="#br0" timeOffset="-174619.94">22290 11646 255 0,'0'0'3'0,"0"0"-3"0,41-5 1 16,-26 5-9-16,-2 0-52 16,0 0-34-16</inkml:trace>
  <inkml:trace contextRef="#ctx0" brushRef="#br0" timeOffset="-173995.81">22715 11617 201 0,'0'0'1'0,"0"0"2"16,0 0 13-1,0 0 15-15,11-35-14 16,-20 28-11-16,-4 1-1 16,0 1-4-16,-3 1 0 0,2 3 0 0,-5 1 0 15,3 0-1 1,-1 0 0-16,1 3 0 16,2 4 0-16,3 3 0 15,0 1 1-15,4 1 0 16,3 0 3-16,3-2-2 0,1 2 3 15,0-1-3-15,4 0 5 16,4-1-2-16,3 0 1 16,1-2-1-16,3 0 3 15,0-1-7-15,2 1 1 16,1-2 5-16,0 3-3 0,-1-1-1 0,0-2-1 16,-1 2-1-1,-4-2 0-15,0 3 0 16,-3-3-1-16,-4 2 0 15,-1-1 0-15,-4 0-2 0,0-2 1 0,0 2-2 32,-4-2 3-32,-4 1-1 0,-4-2-2 15,-1-1 1-15,-4-2-2 16,2-1-2-16,-5 0-3 16,0 0 6-16,6 0 2 15,-2-1 1-15,5-2 0 16,3-1 1-16,3 1 0 0,3-3 0 15,2 1 2-15,0-1-3 16,0-3 3-16,3 1 1 16,5-1-3-16,1-2-1 15,3 0 0-15,1-1 0 0,5 2-11 16,-1-1-21-16,2 1-20 16,-2-1-55-16</inkml:trace>
  <inkml:trace contextRef="#ctx0" brushRef="#br0" timeOffset="-173481.72">22861 11582 94 0,'0'0'124'0,"0"0"-117"0,0 0-4 0,0 0-3 0,0 0 3 16,0 0 1 0,0 0 3-16,0 0-1 0,6 37 0 0,-6-23 5 15,0-1-2 1,1 1 0-16,2-3-2 16,1 1 0-16,2-1-1 0,4-2-3 15,-2-1-1 1,3-2-1-16,0-2-1 15,2-1 1-15,0-2-1 0,-1-1 0 0,-1 0 1 16,1 0-2 0,1-5 1-16,-4-4-2 0,-1-1-4 15,-1-3-4 1,-2 1 0-16,-3 0-3 0,-1 2 3 0,-1-1 6 16,0 2-2-1,0 4 10-15,0-1 4 0,0 5 5 0,0 1 5 31,-1 0-13-31,0 0-4 16,0 8 4-16,0 1 3 16,0 3 2-16,1 1-5 15,0-1 0-15,0 2-3 0,0 0-1 16,0-3-1-16,2 3 0 16,4-2-12-16,-1-5-13 15,3 0-43-15,0-1-87 16</inkml:trace>
  <inkml:trace contextRef="#ctx0" brushRef="#br0" timeOffset="-172812.63">23289 11590 96 0,'0'0'5'0,"0"0"10"0,0 0 4 15,0 0-4-15,0 0-7 0,7-37-4 16,-7 32-4 0,-3 0 0-16,-2-2 1 0,0 4 1 15,0-1 6 1,-2 3 2-16,-2-2-8 0,1 2-2 0,-3-1 1 15,0 2-1 1,1 0 0-16,-1 0 4 0,0 2 7 16,2 3-3-1,1 2 1-15,2 0 1 16,3 2 0-16,1-1-1 0,2 1-2 0,0 1 7 16,2-3-8-1,7 3 4-15,3-1 1 0,2 0 0 16,1 0-5-16,0 0 1 15,4 0-2-15,-1 1-2 0,-1 0 1 16,-1-2-3 0,-3 1 1-16,0 0 0 0,-5-2-1 15,-3 2-1 1,-2-1 0-16,-2-2 1 16,-1 2-2-16,0-1-1 0,0 0 4 0,-4-2-2 15,-3 2 0-15,0-3 2 16,-6 0-1-16,2-2 1 15,0-2-2 1,-2 0 0-16,1 0 3 16,3 0-2-16,-2 0 0 15,3-6 0-15,1 2 0 16,4-1 0-16,-2 0 0 0,5-1 1 0,0-1-1 16,0 0-3-1,5 0 2-15,4 0 3 0,1-2-3 0,3 1-15 31,2 0-16-31,2-3-35 16,1 4-69-16</inkml:trace>
  <inkml:trace contextRef="#ctx0" brushRef="#br0" timeOffset="-172523.25">23508 11651 221 0,'0'0'28'0,"0"0"-6"0,0 0-1 0,0 0-4 16,42-4-3-16,-29 1-4 15,4 2-3-15,-2 1-3 16,2 0-3-16,-2 0-1 16,1 0-3-16,-3 0-12 15,2 0-28-15,-3 1-57 0</inkml:trace>
  <inkml:trace contextRef="#ctx0" brushRef="#br0" timeOffset="-172143.6">23902 11564 142 0,'0'0'51'0,"0"0"-39"0,0 0 5 15,0 0-4 1,0 0 2-16,0 0 2 0,14 40-3 16,-11-27 0-16,-2 0-1 0,1 1-1 0,2 2-2 31,-3-1-7-31,2 0 2 15,0-1-3-15,1-1 0 16,-1-1-2-16,0-2 2 16,-2-1-4-16,0-2-4 0,-1-3-22 15,0-2-53-15,0-2-82 16</inkml:trace>
  <inkml:trace contextRef="#ctx0" brushRef="#br0" timeOffset="-171669.4">24113 11481 179 0,'0'0'3'0,"0"0"4"0,36 13 8 16,-22-8-4-16,-2 4-2 0,2-1-4 15,-2 2 6-15,1 3 2 16,1 3 0-1,-3 1 0-15,1 3 2 0,0 3-1 16,-2 2-9 0,1 2 0-16,-5 0-3 0,-1 0-1 0,-3-1 0 15,-1-4 1 1,-1 1 1-16,0-6 0 16,0-1-1-16,-3-2 1 0,-3-3-2 0,-1-1 2 31,-2-1-1-31,0-4-1 15,0 1 2-15,-4-2-2 16,3-4 0-16,-2 0-9 0,2 0-19 16,1 0-26-16,3-10-45 15</inkml:trace>
  <inkml:trace contextRef="#ctx0" brushRef="#br0" timeOffset="-171009.14">24371 11404 144 0,'0'0'10'0,"0"0"24"0,0 0-8 16,0 0-19-16,0 0-4 16,0 0 0-16,0 0-1 15,0 0 3-15,0 0 2 16,-4-37 3-16,4 35 4 15,0 1 2-15,0-1-8 0,0 0-5 16,4 2-2 0,1-1-2-16,0 1 3 0,1 0-3 0,0 0 1 15,-1 0-1 1,4 0 1-16,-4 1 0 16,1 6-1-16,-1-1 1 0,-1 1-1 0,-4 0 1 15,0 3-1-15,0 1 0 16,0 0-1-1,-7 0 1-15,-1 0 0 0,-3-1 1 16,3 0-1-16,-4 0 1 16,1-2 1-16,2 0-1 15,2-1 0 1,4-3 1-16,-3 3 0 0,4-3 3 16,2-1 1-16,0 0 5 0,1 0 6 0,6-2 7 15,2 1 0-15,6-1 1 31,-1-1 0-31,4 2-14 16,-5-1-3-16,4-1-1 0,-2 3-5 0,-1-2 1 0,-3 2-4 31,-3 0-37-31,-3-2-23 16,-5-1-105-16</inkml:trace>
  <inkml:trace contextRef="#ctx0" brushRef="#br0" timeOffset="-169957.38">19097 12777 104 0,'0'0'23'0,"-1"0"8"0,-1 0 12 16,-1 0-25-1,0 0 12-15,3 0-5 16,0 0 0-16,0 0-5 0,0 0-13 0,0 0-3 15,0 0-4 1,0 0-5-16,2 0 10 16,7 1-4-16,2 0 0 0,0 2 2 0,0 0-2 15,4 1 0-15,1-1 0 16,0 1-1-16,-1 0 0 16,-1-1-8-1,-3 1-11-15,0-1-22 0,-3 1-42 0,-4-2-50 31</inkml:trace>
  <inkml:trace contextRef="#ctx0" brushRef="#br0" timeOffset="-169608.18">19139 12944 66 0,'0'0'97'0,"0"0"-78"16,0 0 17-16,0 0 0 15,0 0-4-15,0 0-10 16,0 0-7-16,0 0 2 15,0 0-5-15,43 10-1 0,-30-9 1 16,0 3-5-16,0-1-6 16,1 0-1-16,-1 1 0 15,-2-1 0-15,-1 1-1 16,-1 0-3-16,-1 0-13 0,-2 0-10 16,-3-3-21-16,-2-1-70 15</inkml:trace>
  <inkml:trace contextRef="#ctx0" brushRef="#br0" timeOffset="-167372.83">19888 12854 94 0,'-2'-4'20'0,"-1"1"19"0,1 0 9 16,-2-1-27-16,0 3-6 15,1-3-2-15,0 2-1 0,1 1-6 0,-2-1-2 16,2 2-2-16,-2 0-1 15,1 0-1 1,-1 0 0-16,-2 0 0 16,0 0 0-16,-2 7 0 15,0-2 0-15,-1 0 0 0,-1 2 0 0,1 1 0 16,-1 0 1-16,2 0-1 16,0 1 0-16,3 0 0 15,0-1 0 1,0 0-1-16,3 1 0 0,2-2 2 15,0 2-2 1,0-1 1-16,0-2 0 0,2 1 1 0,5-1-1 16,0-1 3-1,4 1 1-15,-1-2 3 16,2-1-1-16,-1 0-2 16,3 0-1-16,-1-2-2 0,1 1 0 15,1-2 0-15,-3 0 0 0,-1 0-1 16,0 0 1-1,0 0 1-15,-2-2 2 16,-2-2-1-16,-1-2 0 16,0-1 0-16,-2 0-2 0,0-3 2 15,0 0-2-15,-4 0 2 16,1-3-3-16,0 1 1 16,-1-1 0-16,0 0 6 15,0 0 0-15,0-1 1 0,-2 4 1 16,-4 0-6-16,0 0-3 15,-4 2 0-15,1 1 0 16,-2 3 0-16,-2 1-3 16,0 1 3-16,-1 2-3 0,0 0-7 15,0 0-2-15,2 4-11 16,1 3-48 0,1-1-79-16</inkml:trace>
  <inkml:trace contextRef="#ctx0" brushRef="#br0" timeOffset="-167074.22">20162 12878 276 0,'0'0'50'0,"0"0"-35"0,0 0-11 0,0 0-3 16,0 0-1-16,0 0-6 15,0 0-4 1,0 0-9-16,0 0-43 15,0 0-66-15</inkml:trace>
  <inkml:trace contextRef="#ctx0" brushRef="#br0" timeOffset="-166332.95">20467 12786 153 0,'0'0'12'0,"0"0"-7"0,0 0 12 16,0 0-12-16,0 0-1 16,0 0-2-16,0 0 2 15,0 0 2-15,-39 3-2 16,29 1 0-16,2 3 1 0,2 2-1 16,-2-2 2-1,3 3-1-15,2-3-2 0,0 4-1 16,2-2 1-16,1 0 0 15,0 0-1-15,0 2 1 16,4-2 0-16,1 0 3 0,4-1-2 16,-2-1 1-1,2 0 0-15,4-1-2 16,-4-1-1-16,2-1-1 0,1 0 0 16,-2-3 7-16,1 2 0 0,-1-3-2 15,1 0 0-15,0 0-1 16,2 0-4-1,-2 0 0-15,-4 0 0 16,3-1 0-16,-4-4 0 0,1-2 0 0,-2 0 4 16,0-1 1-1,-2-1-1-15,2 1-1 0,-2-4 2 16,0 2-4-16,0-2-1 0,-1 0-1 31,0 2 1-31,-1-1-1 0,-1 1 1 0,0 3 0 16,0-1 1-1,0 0 0-15,0 2 2 0,-1 1-1 0,-3-1-1 32,1 1 0-32,-2 0 1 15,-1 1 0-15,-1 3-6 0,0-1 3 16,-3 1-3-16,-2 1-5 0,0 0-7 16,-3 0-7-16,2 0-2 0,0 4-11 15,-2 0-37 1,1-1-67-1</inkml:trace>
  <inkml:trace contextRef="#ctx0" brushRef="#br0" timeOffset="-164187.72">20921 12792 119 0,'4'-7'14'0,"-1"0"23"0,-1-2-3 0,-1 2-19 0,0-2 2 15,-1 0-6-15,0-1 4 16,0 1 2-16,0-1-3 0,0 2 1 15,0 1-10 1,-4-1-2-16,-4 3-3 16,-1 2-1-16,-2 1-1 0,-3 2-1 15,-1 0 2-15,-5 0 0 0,3 1-1 16,1 6-5 0,2 3 5-16,0-2-5 0,4 2 1 0,5 1 4 31,0 1 1-31,3-2 0 15,2 1 1-15,0-1-4 0,9 0 4 0,2-2 1 16,3 0 1 0,-1 1 0-16,3-4 1 0,0-1-2 0,0 2 0 31,0-3 2-31,-1-1 2 16,-2 0 3-16,-2-1-2 0,-1 1-3 15,0-1 1-15,-1 2-3 0,1 0 0 0,-2-2 0 31,-1 3-1-31,1-1 0 16,1 3 1-16,-1-2-1 0,2 1 2 16,-5 2-1-1,4 1-1-15,-6-1 0 0,0 0 0 16,-2 0 0-16,-1 0-1 16,0-1 0-16,0-1 1 15,-2 0-1-15,-3-1 2 0,-5-2-2 16,1-1 4-16,-1 1-2 15,-2-2 0-15,1 0 0 16,-2 0-1-16,0 0 0 16,1 0-3-16,1-2 3 15,2-1 0-15,1 1 0 16,1 0 0-16,0-2 1 16,2-1-1-16,-1 1 1 0,1-3-3 15,1 3-1-15,-2-3 1 0,1 0 0 16,2 1-2-1,1-1 4-15,1-1 0 0,1 3-1 16,0-2 3 0,0 1 1-16,3 1 3 0,2-1-2 15,4 0 1-15,-1 2-3 0,2 0 0 16,1 1-2 0,-4-1 0-16,3 2 0 0,0 0-2 15,-1 0 0-15,0 1-3 0,1-1 0 16,2-1-21-1,-4-4-37-15,1 2-85 0</inkml:trace>
  <inkml:trace contextRef="#ctx0" brushRef="#br0" timeOffset="-163398.36">21300 12647 166 0,'0'0'26'0,"0"0"-1"0,0 0-11 0,0 0-2 15,0 0-3-15,0 0-6 16,0 0-2-16,0 0 1 16,0 0 2-16,0 0 0 15,0 0-3-15,0 0 0 0,0 0 0 16,-40 33-1-16,32-24 1 15,1 3 0 1,-1-2 2-16,1 1-2 0,3 1 0 0,-1 0 1 16,2-2-1-16,1 2 0 15,1-1 0-15,1 0 0 16,0-1 0-16,0-1-1 16,0 1 1-16,0-2-1 15,0 1 1-15,0-2 3 0,4 0-2 16,0-1 1-1,5-2 4-15,1 0-1 0,-1-1 0 16,3 1-2 0,-1-2-2-16,2-2-1 0,1 1 0 0,-1-1-1 15,1 0 1 1,-2 0-1-16,-1 0 0 16,-1 0 1-16,-1-1 0 0,-1-5 1 0,-3 1 3 31,-1 0-1-31,-1-2 0 0,-1-1-2 15,-2-1-1-15,0 2 1 0,0-2 1 16,0 2-3 0,-6 0 1-16,1 1-1 15,-2-1-1-15,0 1 1 16,0 1-1-16,-2-1 1 0,-1 2-1 16,1 2 2-16,-3 0-2 15,1 2 1-15,-2 0 0 16,-1 0 0-16,1 0 0 15,-1 2 0-15,3 4-4 0,0 1-2 16,4 2-6-16,0-1-8 16,5-2-11-16,2 1-12 15,0-3-50-15</inkml:trace>
  <inkml:trace contextRef="#ctx0" brushRef="#br0" timeOffset="-162143.25">21561 12674 102 0,'0'0'20'0,"0"0"6"0,0 0 6 0,0 0-10 0,0 0-10 0,0 0-7 15,0 0 0 1,0 0 2-16,0 0 4 16,0 0-2-16,0 0 1 0,0 0-2 0,2 15-2 31,-5-15-1-31,0 0-4 0,1 0 1 15,0 0 0-15,0 0 2 0,2-1-1 0,-1-2 0 32,1 0-1-32,0-1-1 0,0 0 0 0,1 0 2 15,5 0 0 1,-1 2-3-16,4-1 1 16,-2 1-1-16,2 2 0 15,3 0 0-15,-1 0 0 0,0 0 0 0,2 1 0 31,-3 3 0-31,1-1 1 16,-3 2-1-16,1 1 0 16,-3-2 0-16,0 2 0 0,-2 0 0 15,-1 2 0-15,2-2 0 16,-5 3-1-16,0-1 0 0,0 1 0 16,0 0 1-16,-4 0 1 15,-1-2-1-15,0-1 0 16,-2 1-1-16,1-3 1 15,-3-1 3-15,2 1-1 16,-3-2-1-16,2 3 1 16,-1-3-1-16,1 2 1 0,3 0-2 15,-1-1 1-15,2 1-1 16,0-1 1-16,0 2-1 16,2-1 0-16,-2 0 0 0,1 2 1 15,-1-2-1-15,1 0-1 16,0 1 2-1,0-1-1-15,1 0 0 0,-3-1 0 16,5 1 0-16,-2-1 0 16,2-1 0-16,0 3 0 15,0-2 0-15,0 0 1 0,0 1-2 0,0-2 2 32,0 1 1-32,2-2 0 0,3 0 0 0,-3-1 3 15,-1 0-2 1,0 0-1-16,0 0 0 15,0 0-1-15,0 0 0 16,0 0 0-16,0 0-1 16,-1 0 1-16,2 0-1 15,-1 0 0-15,2 0 0 0,-2 0 1 16,1 0 1-16,0 0-1 16,2 0 0-16,3 0 0 15,-4-2-1-15,3-2 0 0,0 0 0 16,0 1 0-16,0-1 0 0,2 1 0 31,-2 0 1-31,-1 1-1 0,0 0 0 16,0 1 0-16,2 1 0 15,-3 0 0-15,0 0 0 0,1 0-1 16,-1 0 1-16,-1 0 0 16,0 0-1-16,3 3 2 15,-2 0-2-15,-1 2 1 16,1-1 0-16,0-1 0 15,-1 0 0-15,2 0 0 0,0 0 0 16,2-2 1-16,0 2-2 16,-2-3 2-16,3 1-1 15,-1-1 0-15,-1 0 0 16,0 0 0-16,-1 0 1 0,0 0-1 16,-3-1 2-1,1-4 3-15,0 0 1 16,-1-1-1-16,-2 1-2 0,0-2-2 15,0 1 3-15,0 0-6 0,0 1 0 16,0 0-5 0,-4 3-10-16,0 2-7 0,-4 0-18 15,-2-2-83 1</inkml:trace>
  <inkml:trace contextRef="#ctx0" brushRef="#br0" timeOffset="-149843.22">15824 13690 88 0,'-2'0'14'0,"2"0"12"0,0 0-14 16,0 0-11-16,0 0-1 15,0 0 0-15,0 0 0 0,0 0 0 16,0 0 3-1,0 0-1-15,0 0 0 0,0 0 0 16,3 0 1-16,1 0-2 16,2 0 0-16,-1 0 2 15,2 0 0-15,-1 0 2 16,1 0 0-16,0-1-1 0,2-1 1 16,-2 0-1-16,1 2 2 15,1-1-1-15,2-1 0 16,-1 2-2-16,2 0-2 0,-2-2 0 15,0 1 0 1,1 1-1-16,0-1 0 16,-1 0 0-16,-1-1 2 0,2 2-1 15,0-1 3-15,-2-1 0 0,2 1-2 16,0-2 1 0,1 3-1-16,-1-3-2 15,0 2 1-15,3-1 0 0,-3 1-1 16,2 1 2-1,0-1 1-15,0-1-3 0,0 1 1 0,0-1-1 16,2 2 2 0,-1-2-2-16,0 0 1 15,0 1-1-15,1-1 0 16,-2 1 0-16,0-2 0 16,1 0 0-16,-3 3 1 0,3-1-2 0,-4-1 2 15,1 1-1 1,-1 1 0-16,1-1 0 0,-1-1 0 0,4 2 0 31,-3 0 0-31,3-2 0 16,-3 0 0-16,1 2 0 15,1-2 1-15,-2 1-1 0,1 1-1 16,0-2 2-16,-1 0-1 16,3 0-1-16,-3 2 1 15,-1-2 0-15,3 1 0 16,-1-1 1-16,2 0-1 0,-1 2 0 15,0-3-1-15,0 2 2 16,-1-1-1-16,2 1 0 16,-1 1 0-16,1-1 0 15,-1-1 0-15,1 2 0 16,1 0 1-16,1-1-1 16,-3 1 1-16,2-1 1 0,0 0-1 15,-2 0 0-15,1 1-1 16,-1 0 1-16,0-3-1 0,-2 2 1 15,0 0-1-15,0 0 0 16,0 0 2 0,1 1 0-16,1-2 1 0,0 2-1 0,2-1-1 15,-1 1 0-15,2 0 0 16,0 0-1 0,0 0 0-16,1 0 1 15,-1 0-1-15,0 0 0 16,0 0 0-16,0 0 0 0,1 0 0 0,1 0 0 15,0 0 0 1,2 0 0-16,-2 0 1 0,2 0-1 16,0 0 0-16,-2 0 0 15,2 0 0 1,-4 0 0-16,4 0 0 0,0 0 0 0,-3 0 0 16,2 0 0-16,1 0 0 15,-2 0 2-15,4 0-2 16,-4 0 0-16,4 0 0 15,-3 0 0 1,0 0 0-16,1 0 0 0,-1 0 0 0,0 0 0 16,-1 0 0-1,0 0 0-15,0 0 0 0,1 0 1 16,-2-1-1 0,1-1 2-16,1 2-2 15,-2-2 1-15,5 1 0 0,-2 0-1 0,0-2 2 16,1 3-1-1,0 0 0-15,-1-3 0 0,1 3-1 0,-1 0 0 32,2-1 0-32,-3 1 0 0,0-2 0 0,1 2 1 15,-4 0-1-15,3-1 0 16,0 1 0 0,-2 0 0-16,2 0 2 15,2-1-2-15,-2 0 0 16,3 1 0-16,1-1 0 15,-3 0 0-15,4 1 0 16,-2-1 0-16,2-1 0 0,0 2 0 16,0-2 0-16,-1 1 0 15,1 0 0-15,-2-1 0 16,0 1 0-16,1 1 0 16,-4-2 0-16,2 2 0 15,0-1 0-15,0 0 0 0,2-1 1 16,-2 1-2-16,3-1 2 15,-3 0-1-15,3 0 0 16,0 1 1-16,-3-1-1 0,1-1 0 16,2 2 1-16,-5-1-1 15,2 0 1-15,-3 0 0 16,2 1-1-16,-2-1 0 16,1 1 1-16,0-2-1 15,2 2 1-15,1-1-1 0,-2-1 0 16,2 2 2-16,1-2 4 15,1 2-3-15,1-2 2 16,-3 3-4-16,3 0-1 16,0 0 1-16,0-1-1 15,1-1 2-15,-2 2-2 16,-1-1 0-16,2 1 1 16,1-2-1-16,-2 1 0 0,1-1 0 0,1 1 0 15,0-1 0-15,0 2 1 16,2-2-2-1,-2 0 2-15,-1 1-2 16,1-1 2-16,-1 0-1 0,-4 0 1 16,0-2-2-16,1 3 2 0,-1-1-1 15,-1 0-1-15,2 1 2 16,0-1-1-16,0 0 0 16,1 1 0-16,0-1 0 0,0-1 0 15,2 2 0-15,-2-2 0 16,0 0 0-1,2 3 0-15,-1-1 0 16,-2-1 0-16,2 1 0 0,0-2 0 16,0 1 0-16,0 1 0 15,0-1 0-15,2 0 0 0,0 0 0 16,1 1 1 0,0-2-1-16,-2 2 0 0,-1-1 0 15,1 0 0-15,0-1 0 16,-1 1 0-1,-3 0 1-15,1 0-2 16,2-1 1-16,-3 1 0 0,2 0 1 0,0-1 0 16,2 1 1-16,1 0 0 15,0 0 0-15,0 1 0 0,3-2-1 32,-2 2-1-32,0-2 0 0,1 2 0 0,-2-1 0 15,0-1 1 1,-1 0-1-16,-1 2 0 0,0-2 0 0,-1 0 0 31,2 1 0-31,-6 0 0 16,4-2 1-16,-3 2-2 15,2 1 1-15,-1-1 1 16,2-2-1-16,1 2 0 0,-4 1 2 16,4-3-2-16,-3 2 1 15,1 1 0-15,2 0-1 16,-3-2 0-16,1 3 1 0,0-3 0 15,1 3-1 1,1-1 0-16,-1 0 0 0,0 0 0 16,1 1 1-16,0-1-1 15,0 1 0-15,-1 0 0 0,1-3 0 16,-2 3 0-16,2 0 1 16,-2-1-2-16,2 1 1 15,0 0 0-15,1-2 0 16,1 2 1-16,-1 0-1 15,2 0 0-15,0 0 0 0,0 0 0 16,0 0 0 0,0 0 0-16,-2 0 0 0,2 0 1 15,-2 0-1-15,-1 0 0 16,0 0 0-16,0 0 0 16,-1 0 0-16,1 0-1 0,-1 0 2 15,2 2-1 1,0-2 0-16,-1 1 0 0,2-1 0 15,1 0 0-15,-3 0 0 0,2 3 0 16,1-3 0 0,-1 0 0-16,2 0 0 0,1 0 0 15,1 1 0 1,1-1 0-16,-1 0 0 16,0 0 0-16,1 0 0 0,1 0 0 15,-4 0 3-15,4 0-3 0,-2 0 0 16,1 0 0-16,1 0 0 0,-1 1 0 15,1 0 0-15,1-1 0 16,-1 0 0 0,5 1 0-1,-3 1 0-15,2-2 0 0,1 1 0 16,0-1 0-16,2 0 2 0,-2 3 0 0,0-2 0 16,-1-1 0-16,0 1-2 15,-2-1 1-15,2 2-1 16,-2-2 1-1,0 0-1-15,-2 0 1 16,1 0-1-16,-2 0 1 16,0 0-1-16,-1 0 0 0,-2 0 0 0,0 0 2 31,0 0-4-31,-2 0 4 16,2 0-2-16,-1 0 0 0,0 0 1 15,1 0-1-15,-2 0 0 16,-1 0 0-16,3-2 1 15,-1 1 1-15,2-1 1 16,1 0-2-16,0 2 1 0,3-1-1 16,-3-1 0-16,-1 2-1 15,1-1 1-15,0 1-1 16,-1-1 0-16,2 0 2 16,-1 1-2-16,2 0 1 15,2 0-1-15,-2 0 0 0,4 0 0 16,-4 0 0-16,1 0 1 15,1 0-1-15,-2 0-1 16,0 0 2-16,0 2-1 16,-2-2 0-16,-1 1 0 0,0 2 0 15,-3-1 0-15,0 0 0 16,1-1 0-16,-3 1 0 16,-1-2 0-16,1 0 2 15,-1 0-2-15,-2 0 0 16,0 0 0-16,0 0 0 0,1 0 0 15,0 0 0-15,-2 0 2 16,2 0-1-16,-1 0 1 16,1 0-2-16,-5 0 2 0,2 0-2 15,-2 0 0-15,0 0 1 16,-2 0-1-16,0 0 3 16,-1 0-2-16,0 0 0 15,-1 0 0-15,0 0 1 16,-1 0 0-16,-2 0 0 0,-1 0 2 15,-1 0 1-15,-1 0-1 16,0-2-1-16,-3 1 0 16,0-1-1-16,0 0-2 15,-4 2 9-15,1 0-9 0,0 0 0 16,0 0 0 0,0 0-12-16,-1 0-4 15,0 0-35-15,0 0-69 16</inkml:trace>
  <inkml:trace contextRef="#ctx0" brushRef="#br0" timeOffset="-121342.38">15838 14341 74 0,'1'0'29'0,"0"0"-2"0,2-1 6 0,-1-3-3 0,0-1-6 0,0 1-5 16,0 1-6-1,-2-1-3-15,0 2 1 0,0-2 0 16,1 3-1-16,-1-3-4 16,0 2-4-16,0 2-2 0,0 0-1 15,0 0 0-15,0 0-2 16,-3 0-7-1,-3 0 9-15,0 0-1 0,-4 0 3 0,3 0-2 32,-5 0-1-32,0 3 3 15,-1 1-3-15,-1 0 0 16,2 2 1-16,-1 1 2 0,3-2 1 16,0 2-2-16,1 1 0 15,2 1 0-15,-1-1-1 16,3 0 1-16,-1 0 0 15,3-1-1-15,2 0 0 0,1-2-4 16,0 0 0-16,0 1 1 16,0-1 2-16,0-2 0 15,3 3 0-15,4-2 4 16,-2-2 2-16,3 1-3 0,1-1 3 16,0-2 1-16,0 0 2 15,0 0-5-15,2 0 0 16,-2 0-1-16,-1 0 1 0,2 0 1 15,1 0-3-15,-2-3 1 16,1-2-1 0,2-1 1-16,-1 1-1 15,-1-1 1-15,-1 0 0 0,-1-4 0 0,-2 3 0 16,0-1 0 0,-2-2 1-16,-3 1 0 15,0-4 0-15,0 2 0 16,-1-2 0-16,1 0-1 0,-1 1 0 15,0-1-1-15,0 1 1 0,0 1 1 16,0-2 0 0,0 3 2-16,0 1 2 15,-1 1 3-15,-1-2-3 16,-1 0-4-16,-2 2 0 0,1 1 2 16,-1 0-3-1,0 0 1-15,0 0-1 0,0 1 0 16,-4 0 0-16,4 1 2 15,-3 0-1-15,-1 2-3 16,1 1 1-16,-2 0 0 16,0 1-2-16,1 1-2 0,-2-2 2 15,3 2 1-15,1 0-5 16,-3 0 1-16,4 0-5 16,-1 0-11-16,1 3-13 15,-1-1-45-15,0-2-49 0</inkml:trace>
  <inkml:trace contextRef="#ctx0" brushRef="#br0" timeOffset="-120544.47">16035 14145 110 0,'0'0'98'0,"0"0"-67"0,0 0-9 16,0 0-16 0,0 0-5-16,0 0 0 0,0 0-2 15,0 0-1 1,0 0 1-16,0 0 0 0,0 0 1 0,4 39 0 15,-4-28 1 1,0 2 0-16,0 0-1 16,0 2 0-16,0-3 0 0,0-1 0 0,0 2 1 31,0-2-1-31,0 0 0 16,0-2 0-16,0 4 0 0,0-3 1 15,0-2-1-15,0 1 0 16,0-4-1-16,0 1-2 15,0 0 4-15,0-2 1 16,2 0-2-16,0-4 4 16,0 2 1-16,1-1-2 15,-1 1-1-15,0-1-2 0,0 0 3 16,2 0-2-16,-2 0 2 16,0-1-2-16,2 1 0 15,0 2-1-15,-3-2 1 16,4 1-1-16,0 0-1 0,0 0 1 15,4-1-1-15,-5 0 0 16,3 0 2-16,0-1-1 16,2 0 2-16,-1 0-2 15,1 0 3-15,3 0 0 16,-5 0 2-16,4 0 1 16,2 0 3-16,-2 0 0 15,2-3 0-15,1 2-5 0,-3-2-3 16,3 2 0-16,-4 0-1 15,0 1-1-15,1 0-17 0,-6 0-22 16,-3 0-125 0</inkml:trace>
  <inkml:trace contextRef="#ctx0" brushRef="#br0" timeOffset="-119653">15664 14662 106 0,'0'0'11'0,"0"0"-2"0,0 0 12 0,0 0-3 16,0 0 2-16,0 0-2 15,0 0-7-15,0 0-2 16,0 0-3-16,0 0-4 16,0 0 1-16,0 0-3 0,0 0 1 15,0 0-2-15,0 0-2 16,0 0-6-16,0 0 11 15,2 0-1-15,4 0 8 0,-2 0-3 16,3 0-1-16,2 0 0 16,1 0-1-16,1 0-3 15,4 0-1 1,0 0 2-16,3 0-1 0,0 0 0 0,0 0 1 16,3 0-2-16,-1 0 1 15,2-1-1 1,-1-1-8-16,5 1 8 0,-2-2 0 0,3 2 3 31,2-2-1-31,1 0 1 0,2 2-1 16,0-4-2-16,0 2 0 0,-1 1 1 15,2-1 0 1,-4 0 4-16,0-1 2 0,-2 2-4 0,-2-2-2 31,-2 4 0-31,-4-3 0 16,-1 3 1-16,-4 0-2 0,-1-2 2 0,-2 2-2 0,-4 0 1 31,0 0 0-31,-5 0-5 16,-2 2-31-16,0 1-67 15</inkml:trace>
  <inkml:trace contextRef="#ctx0" brushRef="#br0" timeOffset="-118744.52">15916 15027 108 0,'0'0'16'0,"0"0"5"0,0 0-12 16,0 0-3-1,0 0 0-15,-40 0 1 0,28 0 7 0,0 0 8 32,0 2-9-32,-1 1-8 0,1 1-1 0,-1 2-3 15,2-1 3 1,-1 4-3-16,4-2-1 16,3 1 1-16,-1 4 0 15,4-4-4-15,1 5 2 16,1-2 1-16,0 1 1 0,0-1-1 0,0 1 2 0,3-1-3 31,3-1 3-31,1-2 6 16,2-1-3-16,-2-2-1 15,2-1 4-15,1 0 2 16,-1-3-4-16,0 0-3 0,0-1 3 16,1 0-5-16,-3 0 1 15,3-1 0-15,-4-5 6 16,4-1-1-16,-4-1 0 0,1-2-2 15,-2-1 4-15,1-2-4 16,-1 2-3 0,-2-3 0-16,-1 1 1 0,0-1 1 15,0 1 1-15,-2-3 0 16,0 3 3-16,0-1 3 0,-3-1-1 16,-1 2-4-16,-3-1-1 15,-1 2 3-15,1-2-5 16,-2 3-1-16,-4 1-1 15,2 1 0-15,0 2-3 16,1 0 1-16,-1 3 0 16,-2 1-2-16,3 3-10 0,0 0-12 15,0 0-7 1,1 1-8-16,1 5-41 0,1-2-54 16</inkml:trace>
  <inkml:trace contextRef="#ctx0" brushRef="#br0" timeOffset="-117851.33">16041 14966 212 0,'0'0'7'0,"0"0"-8"0,0 0-1 31,0 0-11-31,0 0 20 0,0 0-5 16,0 0-4-16,0 0 0 16,0 0 4-16,0 0 0 15,0 0 0-15,-11 46 0 16,9-35-2-16,2 0 0 16,-3 1-1-16,3-1 2 0,-2 1 0 15,1 0 0-15,1-2 0 16,0 0 1-16,0 0 4 15,0 0-2-15,3-3 3 0,2 1-2 16,0-4-1 0,3 0 3-16,-2-3 3 0,3 3-6 15,-1-4 4-15,-1 0-2 16,1 0-2-16,1 0 2 16,0 0-3-16,0-5 3 15,-2-1-1-15,4-1-1 0,-5-3 2 16,1 2-2-16,-3-1 0 15,1-1-2-15,0 2-2 16,-2-1 4-16,-1 2-4 0,0 1 2 16,-1 2-1-1,-1 1 1-15,0 0-2 0,0 3-1 16,0 0-1-16,0 0-9 16,0 3 0-16,1 4 10 15,1 3 1-15,1 0 1 0,0 0-1 16,4 1-1-16,-1 0-1 15,2-2 2-15,0 2-1 16,2-5 0 0,3 1 0-16,-4-4 1 0,5 0 0 0,-5-3 0 15,2 0 0 1,2 0 1-16,-4 0 1 16,2-3 6-16,-2-5 3 0,0-2 5 0,-3-1-4 31,1-2-2-31,-4-3 2 0,0 2-2 0,-1-3-3 15,-2 1-1 1,0 2 3-16,0 0 1 16,0 3-4-16,0 1-7 15,-5 4-3-15,0 0-1 16,-2 3-9-16,1 0-11 0,-2 3-3 16,2 0-18-16,-3 0-50 0,3 0-68 0</inkml:trace>
  <inkml:trace contextRef="#ctx0" brushRef="#br0" timeOffset="-116742.6">16435 15125 126 0,'0'0'29'0,"0"0"-6"0,0 0 12 0,0 0-11 16,0 0-10-16,0 0-6 16,0 0-2-16,0 0-2 0,0 0 2 15,0 0-3-15,0 0 2 16,0 0-2-16,0 0 2 16,17-24-3-16,-11 21-1 15,0-1-2-15,1 1 2 0,1 3-1 16,-1-2 0-1,4 1 0-15,-4 1 1 0,0 0-1 16,-1 0 0 0,3 0 0-16,-4 0 2 15,1 0-2-15,-2 3 0 0,0 2 0 0,2-1 1 16,-4 1 0 0,-1 1-2-16,-1-1-4 15,0 2 0-15,0-1 3 16,0 1 1-16,-3-2 0 0,-4-1 0 15,2 2 1-15,-1-2 7 16,-1 2-4-16,1-3-2 16,-1 2 0-16,2-2-1 0,-1 0 0 15,1 1 2-15,-1-1-2 16,0 1 0 0,2-2 0-16,-3 2 0 0,3-1 0 15,-4 2 0-15,4-1 0 0,0 0 1 0,0 0-2 31,1 0 1-31,0 0 1 16,2 1-2-16,-1-1 1 0,0 0 0 0,0 1 0 16,1 0-2-1,0-1 2-15,1-1-1 0,0 1 1 0,0-2 0 32,0 0-1-32,0-1 1 15,0 0 0-15,0 1-1 16,0-2 2-16,0 1-3 0,0-1 2 15,0 0 0-15,0 0 2 16,0 0 2-16,0 0-2 16,0 0 0-16,0 0 0 15,0 0 1-15,1 0-2 0,0 0 1 16,1 0-2 0,0 0 0-16,0 0 0 0,-1 0 0 15,1 0 0-15,1-1 2 16,2-1-2-16,-3 2 0 15,2-1 1-15,0 0 2 0,2 0-1 16,-2 1-1-16,1-1 2 16,0 0 0-16,2 0 0 15,-1 1 5-15,0 0-2 0,1 0-1 16,-1-2-4-16,2 2 1 16,-3 0-1-16,1 0 0 15,-1 0-1-15,1 0 0 16,-1 0 0-16,-1 0 1 15,-1 0-1-15,1 0 0 0,-2 0 1 16,0 0-1 0,-1 0 1-16,1 0-1 0,-1 0 0 15,0 0-6-15,-1 0-12 0,0 0-18 16,0 0-104 0</inkml:trace>
  <inkml:trace contextRef="#ctx0" brushRef="#br0" timeOffset="-110606.53">17002 14539 123 0,'8'0'12'0,"2"0"19"0,1 0-9 0,-3-3-2 15,3 1-7 1,-3 1-2-16,1 1-4 15,0 0-4-15,-2-1-1 16,-1 1-1-16,0 0 1 0,1-1-1 16,-1 1 0-16,0 0-1 15,-3 0 0-15,1 0 0 16,0 0-1-16,0 0-23 16,-4 0-35-16,0 0-29 0</inkml:trace>
  <inkml:trace contextRef="#ctx0" brushRef="#br0" timeOffset="-110143.71">17048 14648 99 0,'0'0'15'0,"0"0"21"0,0 0 2 0,0 0-5 0,0 0-6 16,0 0-1-16,39-1-3 16,-31-2-8-1,0 0-2-15,1 3-4 0,-1-1-5 0,1 0-3 31,3 1 0-31,-4 0-1 0,1 0 1 0,1 0-2 16,-2 0 2 0,1 0-1-16,-3 2-8 0,2-1-32 0,-5-1-103 31</inkml:trace>
  <inkml:trace contextRef="#ctx0" brushRef="#br0" timeOffset="-92558.38">17971 14273 123 0,'2'0'4'0,"-2"0"8"0,1-1 3 0,-1-1 5 16,0-2-2-1,0 3 5-15,0-1 1 0,0-2 1 0,0 2-7 16,0 0-7-16,0-1-7 16,0 1-2-1,0 0 0-15,0 2-5 16,-1-2-2-16,-4 2-2 15,-4-1 5-15,2 1 6 0,-4 0-3 16,-2 0 2-16,2 0-2 16,-3 0 0-16,1 0-1 15,0 1 0-15,1 5 1 0,1 1-2 0,2 0-1 16,0 3-2 0,4 0 0-1,-1 1 1-15,4-1-2 16,0 1-1-16,2 1 3 0,0-2 0 15,0 1 3-15,0 1-3 16,4-4 0-16,2 3 1 16,0-4 0-16,2 1 3 0,-1-3-1 15,1 0 1-15,-1-2 2 16,2-2 3-16,0-1 4 16,-2 0-5-16,2 0 3 15,2-3 1-15,-4-4-1 16,1-1 2-16,-2-2-2 0,2-2-4 15,-2 2 0-15,1-1-2 16,-2-2-1-16,1 0-1 16,-1 2 1-16,-2-2 0 0,-1 0-1 15,2 2 0 1,-4 0 1-16,0-1-1 0,0 2-1 16,0 0 1-1,0 0 0-15,-3 0-1 0,-2-1 3 0,-1 3-1 16,-1-2 1-1,1 1-2-15,-1-1-2 0,1 3 0 16,-3 0 0-16,4 1 0 16,-2 2 4-1,3 1-1-15,-4 2-3 0,2 0-4 16,2-1 0-16,-2 2 1 16,1 0 1-16,-2 0 0 15,2 0-7-15,-3 0-14 0,3 0-5 16,-3 3-21-16,1-2-8 0,0-1-35 15</inkml:trace>
  <inkml:trace contextRef="#ctx0" brushRef="#br0" timeOffset="-91928.49">18131 14111 130 0,'0'0'22'0,"0"0"-16"0,0 0-5 0,0 0 0 0,0 0-4 15,0 0 4-15,0 0 4 16,0 0-2-16,0 0 3 15,0 0 0-15,5 40 1 16,-3-30-4-16,-1 3-1 0,0 0-1 16,-1 1-1-16,0 1 1 15,0 1 0-15,0-2 1 0,0 0-2 16,0-1 1-16,1 0-1 16,2-3 0-1,-3-3 0-15,2 3 0 0,0-5 0 16,2 0 2-16,-2-2-1 0,2 0 2 15,1-1 4-15,-1 0 2 16,4-1 4 0,-2-1 0-16,3 0 2 15,1 0-3-15,1 0-4 0,1 0 1 16,0 0-2-16,3 0-3 16,-2 0 0-16,3 0-4 0,-2 0 1 15,3 0-1-15,-4 0 1 16,3 0-13-16,-5 0-23 15,-2 5-50-15,0-3-43 16</inkml:trace>
  <inkml:trace contextRef="#ctx0" brushRef="#br0" timeOffset="-91326.38">17792 14611 79 0,'0'0'11'0,"0"0"5"0,0 0-2 15,0 0 3-15,0 0 1 0,0 0 0 16,0 0-1-16,0 0-3 15,0 0-5-15,0 0-4 0,0 0-2 16,27 0-2 0,-19 0 0-16,1 0 0 15,3 0 2-15,1 0 1 0,4-1 7 0,1-1 2 16,5 1-4 0,2-2 1-16,3-1 0 15,3 1 0-15,3-1 0 0,-1 1-1 16,3 0-2-16,-2 0-4 0,1 2-2 15,-3-1-1 1,-2 1 1-16,-1-2 0 16,-3 2-1-16,-2-1 1 15,-1 2 2-15,-5-1-3 16,0 1 0-16,-5 0 1 16,0 0-1-16,-4 0 0 0,-3 0-12 0,-3 0-24 15,-3 3-57-15,0-2-74 16</inkml:trace>
  <inkml:trace contextRef="#ctx0" brushRef="#br0" timeOffset="-90528.28">17887 15025 150 0,'0'0'7'0,"0"0"18"0,0 0-6 16,0 0-7-16,0 0 3 0,0 0-2 15,0 0-1-15,0 0-1 16,0 0-5-16,0 0 1 15,0 0-3-15,-18-23-1 16,10 23-4-16,0 5 1 16,0 1-1-16,-5 4 2 0,2 0-2 15,4 1 2-15,-3-1-1 16,3 2-1-16,3 1 0 16,2-4 0-16,2 1-1 15,0-1-1-15,0-1-1 16,0 0 0-16,3-2 5 0,5-1-5 15,-1-1 4-15,5 0 1 16,-1-2 1-16,3-1-2 16,0-1 1-16,-1 0-2 15,1 0 3-15,-1-1-1 16,-1-5 0-16,-2 1 2 0,-2-3 0 16,1 1 1-1,-4-3-2-15,0 2 0 0,0-2 1 16,-3 0-1-16,0-2 0 0,-2 0 0 15,0-1 1 1,0-3-1-16,0 1 4 16,-4 0 4-16,-4-2-3 0,1 2 2 15,-4-2-5-15,1 6-4 16,0 0 0-16,-2 0 4 0,1 4-1 16,1 1 1-1,0 1-3-15,1 2 0 16,0 0-1-16,0 3-1 0,2 0-5 0,-4 0-22 15,1 0-4 1,2 4-12-16,-2 2-41 0,5-2-54 0</inkml:trace>
  <inkml:trace contextRef="#ctx0" brushRef="#br0" timeOffset="-89739.13">18138 14916 85 0,'0'0'15'0,"0"0"13"0,0 0-9 0,0 0-15 15,0 0-2-15,0 0 5 16,0 0 0-16,0 0-4 0,0 0-6 16,0 0 6-16,0 0-3 15,1 47 2-15,1-35-2 16,3-1 1-16,-2 0-3 15,4-1 6-15,0-1 1 0,3-2 5 16,-2 0 2-16,5-3-2 16,0-1-3-16,2-3 3 15,1 0 0-15,2 0-5 0,-2 0-1 16,2-1-3-16,-2-6 1 16,-3-2 0-1,-1 1 0-15,-2 0 0 0,-3-3 3 16,0 0-2-16,-4 0 1 0,0 3 1 15,-2 0 4 1,2 1 7-16,-3 4-5 0,0-1-5 0,0 2-4 31,0 1-1-31,0 1-1 0,0 0 0 0,0 0 3 16,0 0-5 0,-2 7 0-16,0 0 1 15,1 3 2-15,1 0-1 16,0 1-1-16,0 2-1 15,0 0-1-15,0 1 2 16,0 0 1-16,3 1 1 0,2-1-2 16,-4 3 1-16,2-3 0 0,0-1 0 0,-2 0 0 31,2 0 0-31,-3-1 1 16,0-1-2-16,0 1 1 15,0-4 0-15,0 2-1 0,-4-3-3 16,-2-1 1-16,-1 1-2 15,0-4 5-15,-1 0 4 16,0-2 0-16,-4-1 1 16,0 0 0-16,-1 0-4 0,1 0 0 15,-1 0 0-15,-2 0-2 16,1-7-26-16,0 0-71 16</inkml:trace>
  <inkml:trace contextRef="#ctx0" brushRef="#br0" timeOffset="-89042.01">18207 14823 82 0,'0'0'28'0,"0"0"6"0,0 0-1 0,0 0 4 0,0 0-9 16,0 0-6 0,0 0-8-16,0 0-6 15,0 0-3-15,0 0-4 0,0 0 0 0,0 0 0 31,0 0 0-31,11-9 1 0,-9 6 2 0,1-1-2 16,1-1 0 0,-2 0-1-16,1-2 0 15,1 1-1-15,0-1 1 16,-2 2 0-16,1-1 0 16,-1 2 0-16,0-1 0 0,1 2-1 15,1-3 0-15,-2 3 0 16,1 0-1-16,-1 0 0 15,1 0 0-15,0 0 0 0,-1 2 2 16,2-2-1 0,-2 2 0-16,0-1 0 0,2 2-1 15,-2 0 0 1,0 0 1-16,1 0-1 0,0 0 1 0,2 0 1 16,-2 0-1-16,6 7 0 15,-5-1 0 1,3 3 0-16,0 0 0 15,4 0 0-15,-4 1-10 0,1-3-30 0,1-3-97 16</inkml:trace>
  <inkml:trace contextRef="#ctx0" brushRef="#br0" timeOffset="-88268.91">18795 14486 114 0,'1'0'6'0,"-1"0"8"0,0 0 22 0,0 0-4 16,0 0-12-16,0 0-3 15,0 0 1-15,0 0-9 16,0 0-7-16,0 0-3 0,0 2-24 16,0-2-41-1,0 0-37-15</inkml:trace>
  <inkml:trace contextRef="#ctx0" brushRef="#br0" timeOffset="-87040.42">19333 14189 161 0,'0'0'37'0,"0"0"-16"0,0 0-12 0,0 0-6 32,0 0-3-32,0 0-3 15,0 0 2-15,0 0-5 0,0 0 11 16,0 0-4-16,0 0 3 0,-36-3 0 0,25 3-3 31,-2 5-1-31,-1-1 0 0,1 5 0 16,0-1-1-1,-1 1 0-15,3-1 2 16,4 3-2-16,2-3-2 0,3-1-5 16,2 1 2-16,0 1 3 15,0-2-2-15,6 0 8 16,2-3-1-16,3 1-3 0,-2-2 4 16,4-1-3-16,1 0 2 15,4-1-1-15,-5-1 2 16,1 0 2-16,-1 0 3 15,0-3-3-15,-3-1 2 0,0-3 2 16,-2 1 0-16,-1-1 0 16,-3-3-2-16,0 1 3 15,-2 0-4-15,-2-3-1 16,0 1-1-16,0-3 0 0,0 1-2 16,0 1 1-1,0-3-2-15,0 4-1 0,-2-1 0 16,-3 2 0-16,-1 2 2 15,-1-1-3-15,0 2 1 16,-2 0 0-16,1 0 2 16,-1 1-1-16,0-1 0 15,0 3-2-15,-5-2 4 0,3 0-4 16,-5 1-2-16,1 0 1 16,-1 1 5-16,3-3-1 0,2 4-1 15,-1-2-1 1,2 2 1-16,3 0-1 15,0 0-1-15,2 3-30 0,-1-1-33 0,5 1-61 32</inkml:trace>
  <inkml:trace contextRef="#ctx0" brushRef="#br0" timeOffset="-86093.95">19626 14087 113 0,'0'0'19'0,"0"0"0"0,0 0 2 16,0 0-14-16,0 0-4 0,0 0-3 16,0 0-7-16,0 0-1 15,0 0 17-15,0 0-9 16,0 0 1-16,0 0 0 16,0 0-1-16,-3 14 0 0,3-8 4 15,0-2 0 1,0 3-1-16,3-2 7 0,5 2 5 15,0-3-2-15,3 2-5 16,2-1-2-16,1-2 3 16,2 1-3-16,1-1 2 0,1 0-2 15,-2-3 0 1,3 0-3-16,0 0-2 16,-4 0 2-16,0 0-2 15,-3 0 0-15,-3-3 0 0,-2 0 3 16,-1-2-2-16,-1-1 1 15,-3-1-1-15,-1 3-1 0,-1-3-2 16,0 0-3 0,0 2-6-16,0 2-3 0,0-1 7 0,-3 3-2 15,-2 0 8 1,2 1 2-16,-2 0-3 16,2 0-3-16,-1 0-4 15,1 5 1-15,0-1 0 16,0 3 4-16,1-1 0 0,2 0-4 0,0 1 3 15,0 1 3-15,0 1 1 16,0 2 1 0,0 1 1-16,2 0-2 0,1 1 0 0,3 4 1 31,0-3 0-31,1 1-1 0,0 0 3 0,-3-2-2 16,0 0 0-16,-1-2 0 15,-1 2 1-15,-1-4 1 16,0-2 2-16,-1-2 0 0,0 0 4 31,0-3 0-31,-1 1 0 0,-4-3 3 16,-2 0 1-16,-2 0-7 15,0 0-4-15,-4 0 0 16,1 0 0-16,-1 0-6 16,0 0-11-16,-1-4-46 0,2-5-92 0</inkml:trace>
  <inkml:trace contextRef="#ctx0" brushRef="#br0" timeOffset="-85322.76">19785 13958 85 0,'0'0'28'0,"0"0"-34"0,0 0 12 0,0 0-2 16,0 0 6-16,0 0 5 0,0 0 0 15,0 0-2 1,0 0 2-16,0 0 12 16,0 0-4-16,0 0-13 15,0 0 0-15,0 0-1 0,15-2-4 0,-13-2-2 16,0 0 0-1,0 1-2-15,1-2-1 16,1 1 1-16,-2-3 0 0,2 2-1 0,2-1 0 31,-2-1-1-31,1 0 0 0,1 0 1 0,1 0 0 0,1-3-1 32,-2 4 1-32,0 0 0 15,-1-1-1-15,2 0 2 16,-4 3-1-16,0 0 0 15,0 1 0-15,1 0 2 0,-2 0 1 16,-1 2 0-16,1-2 5 16,-1 3-1-16,1 0-1 15,3 0-3-15,-2 0-3 16,2 7 0-16,3 3 1 0,-2 4 0 16,3 2-1-16,0 5 1 15,0 2-1-15,0 1-13 16,-3 0-36-16,0-1-74 15</inkml:trace>
  <inkml:trace contextRef="#ctx0" brushRef="#br0" timeOffset="-81098.76">19204 14640 50 0,'0'0'14'0,"-2"0"1"0,2 0-7 16,0 0 2-1,0 0-1-15,0 0-1 0,0 0 3 0,0 0 8 16,0 0-5-16,0 0-1 16,0 0-9-16,0 0-3 15,0 0-1-15,0 0 1 16,0 0-3-16,0 0 0 0,0 0 2 16,0 0 0-1,0 0 1-15,0 0 0 0,0 0 1 31,0 0 0-31,0 0 4 0,0 0-5 0,0 0 0 0,2 0-1 32,0 0-1-32,2 0 1 0,-1 0-2 0,1 0 2 15,0-1 0 1,1 0 0 0,2 0-1-16,-1 0 3 0,3-1 1 15,-2 1 0-15,6 0-1 16,-1 0 4-16,2-2 0 15,1 2-2-15,1-1-4 16,1 1 2-16,1-2-3 0,-1 2 2 16,0-1-1-16,0 2-2 15,-1-2 3-15,-2 1 4 16,1 0-4-16,-2 1 0 16,1-1-1-16,-1-1 1 0,2 2-1 15,1 0 0-15,0-1 1 16,2-1-1-16,2 1 0 15,3 1 0-15,-1-3 0 16,3 3 0-16,1-3 2 0,1 3-2 16,0-1-2-16,0-1 4 15,-5 1-2 1,-1-2 0-16,1 2 2 0,-4-1 12 16,1 1 4-16,0-2-7 15,-3 3-3-15,0-3-3 0,-1 3 1 16,0-1 1-1,-3-1 0-15,-1 1 2 0,2 0-5 16,-5-1 0-16,2 2-2 16,1 0-1-16,-4 0 0 15,2 0-1-15,0 0 1 0,-2 4-2 16,-1 2-20 0,-3-2-39-16,-3-1-78 0</inkml:trace>
  <inkml:trace contextRef="#ctx0" brushRef="#br0" timeOffset="-80076.38">19479 15057 66 0,'0'0'31'0,"0"0"-4"0,0-3 10 0,0-1-6 0,0 1 0 15,0-1-5-15,0 0-6 16,0 2-3-16,0-1-4 16,0 1-7-16,0 0-4 15,0 1-1-15,-3-1-1 16,-1 1-3-16,1-2 1 0,-3 3-4 15,-2 0 1-15,-1 0 1 16,-4 0 2 0,0 0-1-16,-1 0 2 15,0 0 1-15,1 0 2 0,3 3-2 0,-1 2 1 16,-1 0-2 0,4 1 0-16,1 0-1 0,0 2 0 15,1-1 0-15,3 0 0 0,1 2-3 16,0-2 3-1,2 0-2-15,0 0-2 16,2 0 3-16,3-2-2 0,4 1 11 16,-1 1-5-16,1-3 1 15,1 1-2-15,-1-1 2 16,1-1-5-16,2 0-1 0,-3-2-5 16,2-1 7-1,0 0 3-15,-2 0-3 16,0 0 4-16,-1-1-1 15,2-5 3-15,-5 1-2 0,3-3 1 0,-3 1 1 16,1-3 2-16,1 0-2 16,-4-2 3-16,3-3-1 15,-2 1 3-15,0-3-4 16,-1 0 1 0,-2-1-1-16,0 1 4 15,-1 0-2-15,0 1 1 0,0 2-3 0,0 0 0 16,-4 2-1-16,0 2 1 15,1-1 1-15,-4 1-2 0,3 1 1 16,-5 0-2-16,4 3 1 31,-2 1-6-31,1 1 0 0,0 1 2 16,-1 2-1 0,2 1-2-16,-1 0-9 0,-1 0-1 15,1 1-15-15,-2 5-15 16,1-2-32-16,1-1-18 15</inkml:trace>
  <inkml:trace contextRef="#ctx0" brushRef="#br0" timeOffset="-79141.36">19673 14850 145 0,'0'0'25'0,"0"0"-15"0,0 0-4 16,0 0-4-16,0 0-7 0,0 0 1 16,0 0 10-16,0 0-7 0,0 0 6 15,0 0-1-15,0 0-1 16,-16 37-1-1,10-29 1-15,3 2-2 0,-1 0 0 0,-1 1-1 32,3 1 1-32,2-2-1 15,-1 0-1-15,1-2 1 0,0 1 1 0,0-1-3 0,2-2 10 32,1 2-4-32,2-3-1 15,1 0-1-15,1 0 4 16,-1-1-2-16,2-4-1 0,1 4 3 15,2-4-2-15,-2 0 2 16,-1 0 0-16,0 0 1 16,1 0-1-16,-4-4 4 0,0-2 3 15,0 0-2 1,0-3-3-16,-1 0-2 0,1-1-2 16,-3 3-1-16,-1-1 0 15,0 1-1-15,0 1 1 0,-1 2-2 16,0 1 0-1,0 1-2-15,0 2 0 16,0 0-6-16,0 0-4 0,0 0 5 0,0 5 2 16,0 3 1-1,0-1 2-15,0 3-2 16,0 1 1-16,1-2-3 16,6 0 2-16,-2-1 1 15,3-1-1-15,0-4 2 16,1 1 1-16,1-2 0 0,0-2 1 0,-1 0 0 15,1 0 2-15,-2-2 4 0,2-2 1 32,-1-3 0-32,-2-2 0 15,2-2 0-15,-3 1-1 16,1-4-2-16,-2 1 1 0,-1-1 1 16,1-2-3-16,-3 3 0 0,-2 2-1 0,0 0-1 31,0 2 0-31,0 2-4 15,-2 1 1-15,-4 2-4 16,0 4-5-16,0 0-12 0,0 0-6 16,1 0-26-16,-4 0-63 15</inkml:trace>
  <inkml:trace contextRef="#ctx0" brushRef="#br0" timeOffset="-78082.38">20022 15012 14 0,'0'0'42'0,"0"0"-4"0,0 0-2 0,0 0-1 16,0 0 5-16,0 0-9 15,0 0-3-15,0 0-11 16,0 0-10-16,0 0-7 0,0 0-2 15,0 0 6-15,0 0-4 16,0-30 0-16,4 24 0 16,3 3-2-1,-2-1-1-15,1 1 3 0,1 2-2 16,1 1 1-16,4 0 0 0,-5 0 1 16,3 0 0-16,0 0 2 15,-2 1-2-15,1 5 0 16,-6-2-4-1,0 3-11-15,-1-1-7 0,-2 0 2 16,0-1 6-16,0 1 8 0,-4 0 6 16,0-2-2-1,-4 3 6-15,1 0-2 0,0-1 0 0,0 0-1 16,0-1 0-16,1 2-1 16,-1 0 1-16,1-2-1 15,0 0 0-15,1 1 0 16,2 0 0-1,-2-2 1-15,1 0-1 16,1-1 0-16,0 3-1 0,-2-2 0 16,3 0 3-1,-1-1-1-15,1 1-1 0,0-1 0 16,0 2-1-16,0-3 0 16,2 1 2-16,-1 1-2 0,0-2-1 15,1 1 1-15,0-2 1 16,0-1 0-16,0 3 5 15,0-2-1-15,0-1 1 16,0 2-4-16,0-2 1 16,0 1 1-16,0-1-2 0,0 0 2 15,0 0 7-15,0 0 0 16,0 0-1-16,0 0-3 16,0 0 5-16,0 0-3 0,1 0-5 15,0 0-3 1,1 0 1-16,0 0 0 0,0 0 0 15,0 0-2-15,1 0 2 16,0-1-1-16,3 1 0 0,-3-2 2 16,3 1 1-16,0 0-2 15,1-1 2 1,1 2-1-16,0 0 0 0,-1-1 0 16,3 1 1-1,-2-1 2-15,1 1-3 0,2 0-1 0,0 0 1 16,-2 0-2-16,0 0 1 15,2 0-1-15,-3 0 0 16,0 0 0 0,0 0 1-16,-1 0-1 15,0 0 0-15,-2 0 0 0,-1 0 1 16,2 0 0-16,-4 0-1 0,-1 0-4 16,0 0-12-1,-1 0-18-15,0 0-62 0</inkml:trace>
  <inkml:trace contextRef="#ctx0" brushRef="#br0" timeOffset="-53614.18">18071 15409 111 0,'4'-2'9'0,"-4"0"-6"0,2 1-3 0,-2-1 1 0,0 2-1 15,0-1 2-15,0 1 8 16,0-2 5 0,0 2 8-16,0 0 1 15,0-1-9-15,0 0 0 16,0-1-2-16,0 2-4 0,0 0-5 0,0 0-1 15,0 0-3 1,0 0 0-16,0 0-1 16,0 0 0-16,0 0 0 15,0 0 0-15,0 4 1 16,0-1 0-16,0 2 1 0,0 0-1 16,0 1 0-16,0 1 1 15,0 1-1-15,0 1 0 16,0 1 0-16,0 1 0 0,0-1 0 0,0 3 0 15,0 0 0 1,0 0 0-16,2-1 0 0,-2 3 0 16,1 0 0-1,0-3 0-15,0 3 0 0,0-1 0 0,0-2 0 32,0 1 0-32,0-2 1 15,-1-2 2-15,2 0 3 16,1-3-1-16,-3 1 2 15,0-1-2-15,2-2 5 0,-2 0-4 16,0 1-3-16,1-2-3 16,0-1 1-16,1 1 0 15,-1 1-2-15,1-1 2 16,-2 1-7-16,0-3-40 0,0-1-76 16</inkml:trace>
  <inkml:trace contextRef="#ctx0" brushRef="#br0" timeOffset="-53201.64">17939 15701 205 0,'0'0'34'0,"0"0"-14"0,0 0-2 0,0 0-13 16,0 0-3-1,0 0-2-15,0 0 0 0,0 0 5 0,0 0-1 16,40 5-2-16,-32-3 1 16,1 1-2-16,1-1-1 15,-2 1 2 1,1 1-2-16,-2-1 1 16,2 0-2-16,-4 0-8 15,3-1-13-15,-4-2-39 0,2 0-45 0</inkml:trace>
  <inkml:trace contextRef="#ctx0" brushRef="#br0" timeOffset="-52802.08">18229 15662 126 0,'0'0'33'0,"0"0"-8"15,0 0-11-15,0 0-7 0,0 0-2 16,0 0-5-16,-36 14 2 16,22-6-1-16,-1 3 0 0,-1 0-1 15,1-1 1-15,-1 3-1 16,3-2 0-16,0 1-3 15,-1-4-62-15</inkml:trace>
  <inkml:trace contextRef="#ctx0" brushRef="#br0" timeOffset="-51363.82">17516 16048 150 0,'0'0'38'0,"0"0"-8"0,0 0-11 0,0 0-3 16,0 0-4 0,0 0-8-16,0 0-1 0,0 0 1 15,0 0 2-15,0 0 0 16,0 0-2-16,0 0-2 0,1-4-1 16,-1 4-2-16,0 0 1 15,0 4-1 1,-1 2 0-16,-1 1 1 0,0 4 1 15,-1-2-1-15,2 3 0 16,0-1 0-16,1 0 0 16,0-1-1-16,0-1 1 0,5 1-1 15,0-2 1 1,3-1 0-16,-1-1 0 16,4 1 3-16,-2-4 0 0,0 1-2 0,4-2 0 0,-3-2-1 31,2 1 2-31,0-1-2 0,-4 0 0 0,2 0 2 31,1-1-1-31,-5-4 0 16,3-2 0-16,-1 0 1 15,-1 1-1-15,0-1 0 0,0-2 0 16,0 0 1-16,0 0 0 16,-5 0-1-16,2 1 0 15,1 2 0-15,-3 1 2 16,-2 1 2-16,0 1 2 0,0 0-6 15,0 3-1-15,0 0-1 16,0 0-1-16,0 0-2 16,0 0 4-16,0 0-1 15,0 7 1-15,0-1 0 0,0 1 0 16,0 1 0-16,0 2 0 16,0 2-1-16,0 1 1 15,0 2-1-15,0 1 1 16,0 1 1-16,0 0-1 0,0 0 0 15,0-3 0 1,0 0-1-16,0-1 2 0,1-3-2 16,-1 0 1-16,0-2 0 15,0 1 1-15,0-1-1 0,0-1-1 16,0-1-2 0,-1 0 1-16,-3-2 2 0,-1-1-1 15,1 1 0-15,0-2 2 16,-4-1 3-16,2-1 0 15,-3 0 1-15,0 0-4 0,-2 0 3 16,2-1-4 0,-4-5 1-16,2 2-3 0,-2-2-1 0,0 0-12 31,0-2-27-31,-3-5-88 0</inkml:trace>
  <inkml:trace contextRef="#ctx0" brushRef="#br0" timeOffset="-50651.38">17578 15888 90 0,'0'0'29'0,"0"0"-11"0,0 0-1 15,0 0 21-15,0 0-7 0,0 0-14 16,0 0 1 0,0 0 2-16,0 0-6 0,0 0-3 15,0 0-3-15,0 0-1 16,0 0-3-16,0 0-1 15,5-11 2-15,-4 8-2 16,-1-2-1-16,2 0 0 16,-1-1 0-16,0-1-1 0,1 1 0 15,-1 0 0-15,2-2-1 16,2 3 0-16,-4-1-1 0,3 0 1 16,0-1 0-1,0 4-1-15,-2-4 0 0,1 3-2 16,3-3 1-1,-3 1 0-15,1 2 0 0,1-2 2 0,-1 2 0 16,-1 1 0 0,-1 1 0-16,0 0 0 0,-1 2 0 0,0 0 1 31,1 0-1-31,-2 0-1 16,3 0 1-16,-1 2-3 0,3 3 2 0,1 3 1 15,-3 1 0-15,1 1 1 16,2 1-1-1,-1-1 0-15,2 2 0 0,-3 1-1 0,0-1-12 32,1-1-36-32,-1-1-78 0</inkml:trace>
  <inkml:trace contextRef="#ctx0" brushRef="#br0" timeOffset="-50109.98">17881 16132 135 0,'0'0'24'0,"0"0"3"0,0 0 10 16,0 0-5 0,0 0-11-16,0 0-5 0,0 0-5 0,38-1-4 15,-29 1-2 1,2-1 0-16,2 0 0 0,-2 0 3 15,5 1-2-15,-3 0 0 16,3 0-4-16,-3 0-1 0,1 0-1 16,-3 0 0-1,0 0 2-15,0 0-3 0,0 0-13 16,-4-1-31 0,1-4-99-16</inkml:trace>
  <inkml:trace contextRef="#ctx0" brushRef="#br0" timeOffset="-49166.62">18245 16000 144 0,'0'0'14'0,"0"0"0"16,0 0 2-16,0 0-16 15,0 0 5-15,0 0 0 0,0 0-5 16,0 0 2-16,0 0 2 15,0 39 4-15,0-30 4 16,0 0 4-16,0 1 1 16,4-2-9-16,3 0-1 0,0-1 1 15,1 0 1-15,1-3-3 16,1 0 1-16,-1-2 0 16,4-1 0-16,-2-1-3 15,3 0 0-15,-4 0 2 16,1 0-5-16,0-3 1 0,-1-2 3 15,-1-2 2-15,-1-2-3 16,0 0-2-16,-1-1-2 16,-1 1 0-16,0-1 0 15,-4 1 0-15,2 1-2 0,0-1 2 16,-4 3-1-16,0 2 0 16,0 0-1-16,0 2-2 15,0 0 1-15,0 0 2 16,0 2-1-16,0 0 2 0,0 0-3 15,0 0-2-15,0 0 2 16,0 5 2-16,0 2 0 16,-2 1 1-16,1 2-1 15,-2 1 1-15,2 0 0 16,0 2-1-16,1 0 0 0,0 0 1 16,0 1-1-1,0 3 0-15,0-1 1 0,0 1 1 0,0 1 0 31,0-1-1-31,0-1 0 0,0 1 0 0,0-2 0 16,0-3 0-16,0-1 0 16,-1 0-1-1,0-3 0-15,-3-2-1 0,-2 1-1 0,3-3 2 16,-1 0 0-16,-2-1-1 16,2-3 1-16,-2 2 1 15,1-2 2 1,1 0 4-16,-3 0-4 15,1 0 1-15,-2 0-3 0,2-2 2 0,0-1-2 16,2-1 1 0,1-2 1-16,3 2-1 0,0-2-3 15,0 1 3 1,0-1 4-16,0 2 1 16,2-1 5-16,3 0-5 15,1 1-2-15,0-1-2 0,2 2-1 16,1 1-2-16,0 0-8 0,1-2-14 0,0-2-40 15,-3 1-113-15</inkml:trace>
  <inkml:trace contextRef="#ctx0" brushRef="#br0" timeOffset="-44415.62">18746 16043 120 0,'4'1'10'0,"1"2"23"0,-1 0 4 0,0-1-16 16,1 2-7-16,-4-3-6 0,3 3-4 16,-3 0-1-16,2-1 1 15,-3-1 4-15,4 4-2 16,-3-1-2-16,1 2 0 16,2 0-1-16,2 3-2 0,0 2 1 15,0 0 1-15,-1 1 0 16,0 0-2-16,1 4 0 15,-2-3-1-15,3 1 1 16,-5-1 0-16,0 1 0 16,1-1 1-16,-2-1-2 15,-1 0 0-15,0 1 2 16,0-2-2-16,0-1 0 0,0 0 2 16,0 1 1-16,0-1-3 0,-4-1 1 15,-3 1 2-15,-1 1-3 16,-1-2 0-16,-4 0-7 15,-2-3-64 1,-1-4-129-16</inkml:trace>
  <inkml:trace contextRef="#ctx0" brushRef="#br0" timeOffset="-43311.5">17266 15901 119 0,'0'0'23'0,"0"0"-2"0,0 0 1 0,0 0-14 0,0 0-3 16,0 0-1-16,0 0-1 0,0 0 5 0,0 0 6 31,0 0-6-31,0 0-6 16,0 0-2-16,0 0-3 15,-6-9 0-15,3 9-2 0,1 0 10 0,-1 0-4 16,1 0-1-16,-3 0 0 0,1 2 0 31,0 3 2-31,-2-2-2 16,-2 2 0-16,2 2 0 16,1 1 1-16,-3 1-1 15,3-1 1-15,-3 3-1 0,2 1 0 16,-2-1 1-16,-1 4-4 15,-1 1 5-15,-1-3-1 16,-2 4 0-16,3 0 0 16,2 0 0-16,-2 2 1 15,2-1 0-15,3 1-1 0,2-2 1 16,2 1 0-16,1-1 1 16,0 0-1-16,0 0 1 15,4-1 4-15,3-2-5 16,0-2 1-16,2 0 4 0,-4-2-5 15,3-1 1-15,-3-2-2 16,4 0 1-16,-4 0-2 16,1-4 4-16,-1 4 1 15,1-3-1-15,1 0 0 0,-2-1-1 16,1-1-1-16,-2 2-1 16,1-1 0-16,2 0 0 15,-4 0-2-15,0 1-10 16,0-3-34-16,-1-1-68 0</inkml:trace>
  <inkml:trace contextRef="#ctx0" brushRef="#br0" timeOffset="-38288.36">17074 17051 142 0,'0'0'17'0,"0"0"7"0,0 0-3 0,0 0-6 0,0 0 2 15,0 0 1-15,0 0 4 0,0 0-3 16,0 0-3-1,0 0-1-15,0 0-6 16,0 0-7-16,0 0-1 0,0 0-1 16,0 0-1-16,0 0 0 0,3 0 0 15,1 0-1 1,4 0 0-16,-2 0 1 16,4 0 2-16,1 0 1 15,0 3 0-15,-1-3-1 0,0 1-1 0,-1 0-12 16,-2 1-10-1,2-2-10-15,-6 0-47 0,-2 0-60 0</inkml:trace>
  <inkml:trace contextRef="#ctx0" brushRef="#br0" timeOffset="-37853.61">17079 17180 84 0,'0'0'12'0,"0"0"38"0,0 0 0 0,0 0-17 16,0 0-6-16,0 0-8 16,0 0-3-16,0 0 0 0,0 0-2 15,0 0-5 1,24 2-4-16,-20-2-1 0,1 0-2 15,0 0-1-15,1 1-1 16,1-1 2-16,1 0-2 0,1 0 0 16,0 0 0-1,-1 0 1-15,3 0-2 16,-1 0-8-16,-1 0-29 0,-1 0-94 16</inkml:trace>
  <inkml:trace contextRef="#ctx0" brushRef="#br0" timeOffset="-35651.67">17485 17095 149 0,'0'0'26'0,"0"0"-21"0,0 0 5 0,0 0-1 32,0 0 6-32,0 0-5 15,0 0 1-15,0 0 1 16,0 0-6-16,2 0 0 0,-2 0-1 16,3 0-3-16,-1 0-2 15,4 0 1-15,-2 0-1 16,4 0 1-16,-1 0 1 15,3 0 2-15,2 0 3 16,1 0 2-16,-2 0-2 0,4 0-2 16,-1 0 0-16,0-1 3 15,-2 0-2-15,0 0-1 16,-1 1 1-16,-2-1-2 0,-3 1-3 16,2 0 1-16,-4 0-2 15,-1 0 1-15,-1 0 0 16,2 0 0-16,-4 0-3 15,0 0-8-15,0 0-10 16,0 0-11-16,0 0-50 0,-2 0-113 16</inkml:trace>
  <inkml:trace contextRef="#ctx0" brushRef="#br0" timeOffset="-34953.75">17927 17058 91 0,'0'0'86'0,"0"0"-68"0,0 0-1 0,0 0-6 15,0 0-5-15,0 0 0 0,0 0 2 16,0 0-6-16,0 0 0 16,0 0-1-1,-31 0 0-15,24 4-1 16,-1 2 0-16,0 0 0 0,-2 1 0 15,0 2-1-15,2 1 1 0,0-1-1 16,3 1-2 0,2 2-1-16,1-1 3 0,2-1 1 0,0 1-1 15,2 1 0-15,5 0 2 16,3-2 9 0,0-1-3-16,3 0 2 15,-1-1-7-15,0-2 2 16,3-2-3-16,-2-1 3 15,0-3-1-15,1 0 0 16,-1 0-1-16,0 0-1 16,-2-2-2-16,0-3-1 0,-3-2 2 15,0-2-1-15,-3 1 0 16,-1-2 0-16,-1 0 1 16,-3-1 0-16,0 0-2 15,0 0-3-15,0 1 3 0,-1-1 10 16,-3 2-4-16,0-1 5 15,-1 2-2-15,1-1 0 16,0 4-3-16,-2 0-5 16,0 1 3-16,0 0-2 0,1 1 2 15,-3 1 0-15,0 2-4 16,1 0 1-16,-3 0-12 16,1 0-17-16,-1 0-33 15,0 0-31-15</inkml:trace>
  <inkml:trace contextRef="#ctx0" brushRef="#br0" timeOffset="-34123.17">18173 17138 50 0,'0'0'77'0,"0"0"-66"0,0 0 14 15,0 0 10-15,0 0-14 0,0 0-2 16,0 0-1-1,0 0 0-15,0 0 0 0,0 0-2 16,0 0-6-16,0 0-7 16,0 0-2-16,5 0-2 15,-5 0 2-15,0 0 1 0,0 0-1 16,0 0 0-16,0 0 4 16,0 0-5-16,0 0 1 15,-1 0-1-15,1 0 0 16,0 0 0-16,0 2 0 0,0-1-1 15,0 0 0-15,0-1-3 16,0 0 2-16,0 0-1 16,0 0-1-16,0 0 5 15,0 0 2-15,0 0 0 16,0 0-2-16,0 0 0 0,0 0 3 16,0 0-3-1,0 0-2-15,0 0 1 0,0 0-4 16,0 0 3-16,0 0-1 0,0 0-2 15,0 0 2-15,0 0 2 16,-1 0-1 0,1 0 2-16,-1 0-6 15,-1 0-27-15,-2 0-74 0</inkml:trace>
  <inkml:trace contextRef="#ctx0" brushRef="#br0" timeOffset="-32821.75">18365 17014 200 0,'3'0'12'0,"-1"0"-11"0,0 0 0 0,-1 0 0 16,0 3 1-16,0 0-2 15,-1 1-1-15,0 3 1 16,0 0 5-16,0-1-5 0,0 2 0 16,0 1 2-1,0 0 0-15,-1 0 0 0,0-1-1 16,-1 0 0-16,1-1 1 16,1-1-2-16,0 0 0 0,0-2 4 15,0 0 5 1,3-1 2-16,5 1 0 0,-1 0 2 15,5-2-1 1,0-1-2-16,2 1-2 0,2-2-1 0,-1 0 1 16,5 0 0-16,-4 0-3 15,1 0-2 1,-1 0-1-16,-1 0-2 0,-1 0 0 16,-3 0-2-1,-1 0-17-15,1 0-14 0,-6-5-63 16,-2-3-96-16</inkml:trace>
  <inkml:trace contextRef="#ctx0" brushRef="#br0" timeOffset="-32487.73">18519 17062 237 0,'0'0'21'0,"0"0"-21"0,0 0 4 16,0 0 0-16,0 0 0 15,0 0 3-15,6 43 0 0,-6-30-1 0,2 0-2 31,-1 1-1-31,2-1 1 16,-1-1-1-16,-1 0-2 16,1-2 0-16,0-2-1 0,1 0 0 15,0-3-9-15,-1-2-41 16,-2-3-72-16</inkml:trace>
  <inkml:trace contextRef="#ctx0" brushRef="#br0" timeOffset="-32129.83">18716 17008 238 0,'0'0'31'0,"0"0"-17"0,0 0-3 15,0 0 1 1,0 0-1-16,0 0-5 0,0 0-2 0,0 0 4 16,0 0 2-16,7 36-5 15,-5-22-3-15,-2-2-1 16,1 3 0-1,0-2-1-15,1 0 1 0,0 0-1 0,1-2 1 32,2-2-1-32,-3-1 0 15,2-1-8-15,-1-3-21 0,1-4-71 16</inkml:trace>
  <inkml:trace contextRef="#ctx0" brushRef="#br0" timeOffset="-31591.3">18873 17009 187 0,'0'0'2'0,"0"0"-3"0,0 0 2 15,0 0 0-15,0 0 0 16,-4 38 3-16,2-30 2 16,0-1 2-1,2 1 0-15,0-1-3 0,0-1-1 0,0-2 4 16,0 0 12 0,0-3 0-16,2 1-3 15,6-1 0-15,-3-1-1 16,3 2 0-16,2-2-5 15,1 1-1-15,2-1 1 0,-1 0 1 16,0 2-3-16,2-1-2 16,-3 0-4-16,3 2-3 0,-5 0 3 15,0 0-3 1,2 1 0-16,-4 0 1 16,-1 1-2-16,-3 2-1 0,-1-1-4 15,-1-1-3-15,-1 2 1 0,0 0 3 0,0-1 4 31,-3 0 0-31,0-1-1 16,-5-2 0-16,3 1 2 16,-6-1 0-16,2 0 0 15,0-1-3-15,-2 0-1 0,0-1-22 16,1 0 9-16,-1-1-20 16,2 0-24-16,-4 0-62 15</inkml:trace>
  <inkml:trace contextRef="#ctx0" brushRef="#br0" timeOffset="-31341.53">18891 16970 253 0,'0'0'8'0,"0"0"-7"0,0 0 1 0,38 0-2 0,-28-3 0 16,1 3 0-16,1-4-9 16,-1 1-40-1,3-2-115-15</inkml:trace>
  <inkml:trace contextRef="#ctx0" brushRef="#br0" timeOffset="-30642.08">19117 17008 170 0,'0'0'13'0,"0"0"2"0,0 0 6 16,0 0-5 0,0 0 1-16,0 0-4 15,0 0-7-15,0 0 1 0,0-7-3 0,0 3-1 32,0 1 1-32,0-1-1 15,0 1 2-15,0-1 0 0,0 1-3 0,1-2 0 16,4 3-2-1,2-1 0-15,2 3 0 16,-2 0 1-16,3 0-2 16,0 0 1-16,3 0 1 15,-4 3 1-15,2 4 1 16,-2 0-3-16,-3 0 1 0,1 3 1 0,-4-2-4 0,-1 0 1 16,-1 1-2-16,-1-1-2 31,0-2 0-31,0 1 3 15,0-1 2-15,-3 0 0 16,0 0 0-16,-1 1 0 0,0 1-2 16,-1-3 2-16,-2 2-1 15,0 0-3-15,-3-1-4 16,3 0 0-16,-2-1 4 16,1 0 2-16,2 0 5 0,4-2-3 15,-2 0 0-15,3 0-1 16,0-1-2-16,1-1 0 15,0 0 5-15,0-1 2 16,4 0 0-16,-1 0 1 16,2 0-1-16,0 0 3 0,0 0 0 15,0 0-1-15,2 0 0 16,0 0 1-16,0 0 2 16,3 0 0-16,-3 0 3 15,3 0 1-15,-3 0-2 0,3 0-2 16,0 0-2-1,-3 0-3-15,3 0-3 0,-2 0-2 16,-1 0-12-16,1 0-41 16,-3-5-116-16</inkml:trace>
  <inkml:trace contextRef="#ctx0" brushRef="#br0" timeOffset="-28002.99">19952 15493 25 0,'0'0'124'0,"0"0"-116"0,0 0-3 16,0 0-2-16,0 0-3 15,0 0 2-15,0 0 9 16,0 0 12-16,0 0 0 0,0 0-4 15,0 0-7-15,0 2-8 16,0 0-2-16,0 1-1 16,1 1 1-16,1 1-2 0,0 2 1 15,2 1-1 1,-1 1 1-16,3 1 0 0,1 1 1 16,-3 1 1-1,3-1 0-15,-2 0-1 0,2 2-1 0,-1-2 0 16,0 2 0-1,1-4 0-15,0 6-1 0,0-5 0 16,-1 3 0 0,1-4 1-16,-3 3-1 0,0-1 1 0,1-3 1 31,0 2 2-31,-1-2 1 0,-1-1 0 0,0-1 2 16,1 1 0-16,-1-2-1 15,0-1-3 1,-1 0 0-16,1-1-2 15,0 1 0-15,-3-2 2 16,2 0-3-16,-2 1 0 0,0-1-6 16,0-1-21-16,0-1-27 0,0 0-69 0</inkml:trace>
  <inkml:trace contextRef="#ctx0" brushRef="#br0" timeOffset="-27625.9">20002 15770 145 0,'0'0'33'0,"0"0"0"0,0 0-1 0,0 0-10 0,0 0-10 16,0 0-1-16,0 0-2 15,42 6 0-15,-35-5-4 16,1 2-3-16,1 1 0 15,0 1-1-15,0-1-1 16,0 0 0-16,-1-1 0 16,0 1-5-16,-1-4-11 0,0 2-27 15,-2-2-84-15</inkml:trace>
  <inkml:trace contextRef="#ctx0" brushRef="#br0" timeOffset="-27175.84">20198 15715 16 0,'0'0'29'0,"0"0"-8"0,0 0 5 32,0 0-3-32,0 0 1 0,0 0-6 15,0 0-3 1,0 0-1-16,0 0-2 0,-18 32-1 0,13-25-5 15,1-2 4-15,0 2-4 0,0 0-1 32,0 0-2-32,-1 0-2 15,-2 0 3-15,3 0 0 16,-1-1-3-16,1 1 1 16,-1-2-1-16,3 0 0 0,-2-2-1 15,1 0 1-15,2 0-2 16,1-2-4-16,0 1-14 15,0-2-14-15,0 0-55 16</inkml:trace>
  <inkml:trace contextRef="#ctx0" brushRef="#br0" timeOffset="-18338.38">20231 16159 99 0,'1'0'46'0,"1"0"-44"0,-2 0-1 16,2 0-2-16,-2 0 2 16,0 0-1-16,0 0 2 0,0 0 21 15,2 0 2-15,-2 0 5 16,0 0-5-16,1-2-8 15,-1 0-2-15,0-1-5 16,0 0-2-16,0-1-2 0,0 3-2 16,0-3-2-1,0 0-2-15,-3 2-3 16,-2-1 3-16,-1 1 6 0,0 1-5 16,-2 1-1-16,-1 0 3 15,0 0-2-15,-2 0-1 0,1 1 1 16,1 4-1-1,0 3-1-15,-2 1 0 0,2-1 0 16,2 5 0-16,-2-4 1 16,4 0-2-16,-1 1 0 0,3-1 1 15,2 1-1-15,0-2 1 16,1-2 0 0,0 1 1-16,0 0 0 0,4-2 0 0,3-2 0 15,-1-1 0-15,4 0 7 16,-3 0-4-16,2-2 0 15,2 0-1 1,-3 0 2-16,1 0-3 0,0 0 2 0,-1 0-1 31,0 0 1-31,-3-2 0 0,1-2 4 16,-1-1-3-16,0 1 2 16,-1-2-2-16,-1 0-1 15,-1-1-1-15,0 0-1 0,0 0 0 0,0-1-1 31,0 2 0-31,0-2 0 0,-2 1 1 16,0 2-1-16,1 1 1 16,-1 1-1-16,1-1-1 15,-1 2 0-15,0 1-1 0,0 0 1 16,0 1-1-16,0 0-3 16,0 0-5-16,0 0-2 15,0 0 8-15,0 0 5 16,0 2-1-16,0 5 0 15,0 1-1-15,0 1 0 0,0 0 0 16,1-2 0 0,5 4 1-16,1-2 0 15,0-2 0-15,1 0 2 0,4-4-1 0,-1-1 0 16,-1-2-13-16,2 0-59 16,-1-9-142-1</inkml:trace>
  <inkml:trace contextRef="#ctx0" brushRef="#br0" timeOffset="-17897.57">20418 15884 7 0,'0'0'181'0,"0"0"-178"0,0 0 14 0,0 0 10 16,0 0 0-16,0 0-5 15,0 0-2-15,0 0-6 16,0 0-5-16,0 0-5 16,0 0-5-16,0 0 1 15,0 0 1-15,-6 4-1 0,0 7 0 16,0 2 2-16,-1 1-3 16,4-2 2-16,-1 0-2 15,2-3 1-15,1 1-1 16,1 0 1-16,0-3-1 0,0 0-2 15,2-3 8 1,5-1-11-16,-1-3-35 0,3 0-117 16</inkml:trace>
  <inkml:trace contextRef="#ctx0" brushRef="#br0" timeOffset="-17640.19">20533 15919 252 0,'0'0'26'0,"0"0"-16"16,0 0 4-16,0 0-1 0,0 0-6 0,0 0 1 16,0 0-4-1,0 0-2-15,1 37-1 0,-1-26 0 16,0-2-1-16,0 1-1 0,0-2 0 31,0-2-10-31,-2-1-20 0,-1-4-49 16,1-1-133-16</inkml:trace>
  <inkml:trace contextRef="#ctx0" brushRef="#br0" timeOffset="-17341.59">20590 15864 244 0,'0'0'6'0,"0"0"3"16,0 0 10-16,37-6-2 15,-26 6-1-15,-2 0-4 0,2 0-3 16,0 7-4-16,0 3-1 16,-1 2-1-16,-1 3-2 15,3 2-1-15,-4 3 1 16,-5 0-2-16,0 4-11 16,-3 0-12-16,0 0-14 0,-10-4-67 15</inkml:trace>
  <inkml:trace contextRef="#ctx0" brushRef="#br0" timeOffset="-10479.15">20257 16960 147 0,'0'-1'6'0,"-2"1"3"0,-1 0 3 32,-1 0-7-32,-1 0-2 0,0 0-1 0,-1 0-1 15,1 4 1 1,-1 2-1-16,-1 1 1 16,2 3 1-16,-2 0 2 15,3 2-1-15,-1-2 2 16,2 2-2-16,1-1 2 15,2-1-2-15,0 0 5 0,0-1 4 16,2 1 0-16,6-2 1 16,-3-1-8-16,3 2 0 0,2-4 2 15,-1 0-2 1,0-1-1-16,4-2-3 16,-2 0 2-16,-2-2-2 15,4 0 0-15,-3 0 1 0,0 0-2 16,-1-2 2-16,-1-3 1 15,-1-1 0-15,-1-1 1 16,0-1-2-16,-1-1-1 16,0-1 0-16,-3 0-1 15,0-1 1-15,-2-2 0 0,0 3-2 16,0-3 0-16,0 1-3 16,0 0 2-16,-4 2 2 15,-1-1-1-15,-1 5-1 0,0-2-2 16,-2 3 5-16,1 0-4 15,-3 2-2-15,0 0-8 16,-1 1 6-16,2 1 7 0,-3 1-1 16,2 0-5-16,3 0-13 15,-3 0-25 1,2 1-30-16,2 1-25 16</inkml:trace>
  <inkml:trace contextRef="#ctx0" brushRef="#br0" timeOffset="-10188.36">20484 17011 231 0,'0'0'82'0,"0"0"-71"0,0 0 2 0,0 0 11 16,0 0-8-16,0 0-12 0,0 0-4 16,0 0 1-16,0 0-2 15,0 0-4-15,0 0-21 16,6 0-18-16,-6-1-87 15</inkml:trace>
  <inkml:trace contextRef="#ctx0" brushRef="#br0" timeOffset="-9561.95">20580 16902 218 0,'0'0'11'0,"0"0"-9"15,0 0-1-15,0 0 5 16,0 0 6-16,0 0 3 15,0 0-5-15,0 0 1 0,0 0 0 0,30 0-1 16,-19 0-1-16,-3 0-3 16,3 0-4-1,3 0 0-15,-1 0-2 16,3-1 0-16,-2-1 0 16,2 1 1-16,-3-1-1 0,-2 1 3 0,0 0-3 15,-4-1 0-15,-1 1 0 16,-3 0 0-1,-2 1 0-15,0-2 0 16,-1 1 1-16,0 0 0 16,0 1-3-16,0-1-2 15,0 1 3-15,0 0 6 0,0 0-3 0,0 0 0 16,0 0-3-16,0 0 1 0,0 0-1 31,0 0 0-31,0 3 1 0,0 3-1 0,0 1 1 16,-3 3 0-1,1 1 0-15,2 3 0 16,-4-1 0-16,3 1 1 16,0 3 0-16,1-3-1 15,-1 0 3-15,1-2-2 16,0 1-1-16,0-5 2 16,0 2-1-16,0-3 0 0,1-3-2 15,3 1-6-15,-2-4-22 16,1-1-69-16</inkml:trace>
  <inkml:trace contextRef="#ctx0" brushRef="#br0" timeOffset="-8822.24">20907 16848 175 0,'0'0'31'0,"0"0"1"0,0 0 4 0,0 0-9 16,0 0-10-16,40 0-4 16,-31 0-2-16,0 0-2 15,-2 0-4-15,1 0 4 16,0 0-3-16,1 0-1 15,1 0-1-15,-3 0-1 0,3 0-1 16,0 3-2-16,-4 0 0 0,2 0 1 16,-3 1-1-16,-1 0-1 15,-1 0 0 1,0 1-3-16,-3 0-12 16,0 3-4-16,0-2 3 15,-4 0 12-15,-3 4 0 16,-4-2-4-16,0 0-8 0,-1 2-9 0,-1-2 6 15,2-1 7-15,-3-1-3 16,6 0-1-16,1-2 14 16,3-1 6-1,2-2-1-15,2 2-2 16,0-3 3-16,0 2 15 0,2-2 8 0,4 1-5 16,-2-1 0-16,2 1-7 0,0-1-1 15,2 2-3-15,0-1 1 31,0-1 3-31,1 3-2 16,-1-2-6-16,2 2-2 0,-3 0-2 16,2 1-2-16,-2-1 1 15,1 1-1-15,-2 3 0 0,2-2-1 0,-4 1 0 32,0-1-2-32,1 2 1 15,-3-1 0-15,-1-2-2 16,1-1-4-16,-2 1 5 0,0-1 1 15,0 1 0-15,0-1 0 16,-4 0 3-16,-3-2 1 16,1 1-3-16,-4-1 2 15,3 1 3-15,-4-2-2 16,1 1 5-16,2-1-7 0,-2 0 0 16,3 0-16-16,0 0-15 15,4 0-15-15,0 0-64 16</inkml:trace>
  <inkml:trace contextRef="#ctx0" brushRef="#br0" timeOffset="-8259.87">21218 16911 241 0,'0'0'4'0,"0"0"-5"0,0 0 1 0,0 0 1 0,0 0-1 16,0 0 2-1,0 0-1-15,37 1 6 16,-35-4 9-16,-1 0 3 0,0-1-7 0,0-2-7 15,0 1-2 1,1-1-1-16,-1-4-1 16,0 4 1-16,0-1-2 0,0 0 0 0,1 0 1 15,-2 0-1-15,0 1-3 16,0 2 3 0,2 0 3-16,-2 1-3 0,0 2 0 15,1 0 1-15,0-1-1 16,-1 2 0-16,1 0 0 0,-1 0-2 31,0 0 0-31,1 0 1 0,-1 0 0 0,1 4 0 16,-1 3-3-16,2 6 4 0,0 0 1 31,0 2 1-31,0 3 0 0,1-2-1 16,-1 0 4-1,2 0 0-15,-1-2-1 0,-1-3-3 16,0 1-1-16,-1-1 3 15,0-3-3-15,0 0 1 0,-1-1-1 0,0-2-12 32,0-2-45-32,-2-2-105 0</inkml:trace>
  <inkml:trace contextRef="#ctx0" brushRef="#br0" timeOffset="-8094.49">21240 17044 76 0,'0'0'215'0,"0"0"-198"0,0 0 1 16,0 0 2-16,0 0-3 15,38 2-11-15,-30-2-4 16,4 0-1-16,-6 0-2 16,3-3-20-16,-1-2-35 15,1-2-125-15</inkml:trace>
  <inkml:trace contextRef="#ctx0" brushRef="#br0" timeOffset="-7547.55">21432 16896 104 0,'0'0'120'0,"0"0"-116"16,0 0 0 0,0 0 0-16,0 0-1 0,0 0 6 15,0 0-2-15,0 0 2 0,32-22 1 16,-29 15-2-1,0-1-1-15,1 0-1 0,-2-1 1 16,0 0-1 0,-1 0-1-16,-1 0-1 0,0 2-1 0,1 0-2 15,-1 3-2 1,0-2 4-16,0 5-1 16,1-2 0-16,0 1 3 0,-1 2 0 0,2 0-3 31,0 0-2-31,0 0 0 15,0 1-1-15,-1 7 1 0,1 2-1 0,0 3 0 16,-1 0 1 0,0 2 1-16,1 2 0 15,2 2 1-15,-4-2 3 16,2 0-1-16,2-1-2 16,-3-1-1-16,0-2 0 0,-1 0-2 15,0-1-5-15,0-3-10 16,0-1-13-16,-2-3-38 0,-2-1-33 15</inkml:trace>
  <inkml:trace contextRef="#ctx0" brushRef="#br0" timeOffset="-7327.64">21482 17014 198 0,'0'0'47'0,"0"0"-23"0,0 0-2 0,0 0-6 0,0 0-3 16,0 0-1 0,0 0-3-16,0 0 1 15,41 5 2-15,-30-4-6 0,2 2-3 0,-1 0-1 16,2-2-2-16,-5 2-6 16,2-3-27-16,-2 0-45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2:29:53.12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17144 17895 203 0,'-1'0'32'0,"1"0"-1"0,0 0-5 0,0 0-8 15,0 0-3-15,0 0-3 16,0 0 0-16,-2 0-2 0,2 0-2 15,0 0-1-15,0 0-5 16,0 0-2 0,0 0 0-16,0 0-1 15,0 0 0-15,0 0 1 0,0 0 1 0,2 0-2 16,2 0 1-16,3-2 2 16,-2 1 3-1,6-1-1-15,-4 0-2 16,3 0 1-16,2 2-1 0,-3-3-2 0,0 2 1 15,0 0 2-15,2-1 1 16,-3 2 3 0,1 0-2-16,-1 0-4 0,-1 0 0 0,1 0-1 31,-2 0-1-31,-2 0-1 16,2 0-17-16,-4 0-22 0,-1 0-7 0,-1 0-63 15</inkml:trace>
  <inkml:trace contextRef="#ctx0" brushRef="#br0" timeOffset="449.1">17219 18013 103 0,'0'0'13'0,"0"0"4"0,0 0 2 0,0 0 18 0,0 0-9 15,0 0-5 1,0 0-4-16,0 0-4 0,0 0-1 16,0 0-1-16,27 1 1 15,-19-1-3-15,0 0 3 0,-1 0-2 16,3 0 2-16,-3 0-1 16,3 1-3-1,0-1-6-15,-5 0-4 0,6 0 1 16,-6 1 1-16,3-1-2 15,-4 1 1-15,1-1-2 16,-1 1 1-16,1-1-21 0,-3 0-29 16,-1 0-49-16</inkml:trace>
  <inkml:trace contextRef="#ctx0" brushRef="#br0" timeOffset="1756.98">19733 17127 138 0,'0'1'19'0,"0"-1"6"0,1 0-2 16,-1 0 0 0,0 0 5-16,2 0-6 15,-2 0-3-15,2 0-5 16,-2 0-6-16,2 0-7 16,-2 0-2-16,0 0-12 0,0 0-40 15,0 0-94-15</inkml:trace>
  <inkml:trace contextRef="#ctx0" brushRef="#br0" timeOffset="4738.14">18079 18031 82 0,'-4'2'3'0,"0"-2"14"0,0 1 7 0,3-1 9 0,-1 0 8 16,2 0-13 0,-2 0-6-16,2 0-4 0,0 0-7 0,0 0 0 15,0 0 0 1,0 0-3-16,0 0-5 0,0 0-2 16,0 0 1-1,0 0-4-15,0 0 0 0,0 0 1 16,0 0 1-16,0 0-1 15,0 0-1-15,0 0-10 16,0 0 15-16,4 0 2 0,1 0 0 16,4 0-2-1,2 0-3-15,0 0 7 0,2 0 0 0,5 0 2 32,-2 0-1-32,4 0-1 0,1 0 0 15,-1 0 0-15,2 1-4 16,0-1-3-16,-4 2 1 15,0-2 0-15,-2 0-1 0,-3 1 0 0,0-1 1 32,-4 0-1-32,-3 0 1 0,-1 0-1 0,-3 0-2 15,-2 0-7-15,0 0-13 0,0 0-13 32,-2 0-54-32,-4 0-50 15</inkml:trace>
  <inkml:trace contextRef="#ctx0" brushRef="#br0" timeOffset="5565.01">18712 17892 132 0,'0'0'35'0,"0"0"-4"0,0 0-2 0,0 0-14 0,0 0-4 16,0 0 0 0,0 0-8-16,0 0-1 15,0 0-1-15,0 0-1 0,0 0-1 16,-40 0 7-16,31 3 0 16,2 1-5-16,-4 2 0 0,-1-1-3 15,0 4 9 1,0-1-3-16,5 1-1 0,-1-2-1 15,3 3-2-15,3-3 4 16,-4 3-3-16,5 0-2 0,1-3-1 16,0 2 2-1,0-1 3-15,7-2 2 0,0-1 4 16,1 0-4 0,4 2-3-16,-3-3-2 15,1 0 2-15,0-1-2 0,1 0 0 0,-1 0 0 16,0-2 1-16,1-1 3 0,0 0-3 15,1 0 2-15,-1 0-1 32,0 0-1-32,2 0 0 15,-1-4 0-15,1 0-1 0,-4-2 1 16,-1 2-1-16,1-5 0 16,-3 2 0-16,0 0 0 15,-2 0 0-15,0 0 0 16,-1-3 0-16,-1 0-1 15,0 0 2-15,-1 0 1 0,-1 0-2 0,0 1 3 16,0 0-2 0,0 0 0-16,-3 2-1 15,-2 2 3-15,0-1 0 16,-1 1-1-16,-1 0 3 16,3 1-2-16,-4-1 2 0,3 3-4 15,-3 1-5-15,0 1 2 16,0 0-8-16,-2 0-7 15,2 3-3-15,-4 2-7 16,0 0-13-16,0 0-32 0,5-3-30 16</inkml:trace>
  <inkml:trace contextRef="#ctx0" brushRef="#br0" timeOffset="6462.06">19089 17943 107 0,'-1'0'7'0,"1"0"4"0,0 0 1 0,0 0 6 16,-1 0 16-16,1 0 0 16,-1 0-8-16,1 2-7 0,0-2-10 15,0 0-6-15,0 0-1 16,-1 0-4-16,0 0-2 15,0 0 3-15,1 1 2 16,-2 0 0-16,2-1-1 16,-2 0-1-16,2 0 0 15,0 2 1-15,0-2-5 16,0 1 6-16,0-1 0 0,0 3 1 0,0-3-4 16,0 0 0-16,0 0 4 15,0 0 5 1,0 0 3-16,0 0-2 0,0 0-1 15,0 0-1-15,0 0 1 0,0 0-5 16,0 0-1 0,0-1 1-16,0 1-2 15,0 0 0-15,0 0-1 16,0 0 2-16,0 0 0 16,0 0-2-16,0 0 1 0,-1 0-1 0,1 0 0 15,0 0 1-15,0 1 0 16,0 0 1-1,0-1-1-15,0 0 2 16,0 1 0-16,0-1-1 0,0 0-1 0,0 0-2 16,0 0-18-16,0 0-58 15</inkml:trace>
  <inkml:trace contextRef="#ctx0" brushRef="#br0" timeOffset="7593.2">19388 17818 139 0,'0'0'18'0,"0"0"-10"0,0 0-1 0,0 0 10 0,0 0 12 16,0 0-2-16,0 0-6 15,0 0-5 1,0 0-4-16,0 0-4 0,0 0-3 16,0 0-2-1,0 0-1-15,39 1-1 0,-28-1-1 0,1 0 2 16,1 0-2 0,1 0 1-16,0 0-1 15,-1 0 1-15,2 0-1 16,-5 0 0-16,-1 0 1 15,-3 0-2-15,-2 0 1 0,-2 0-1 0,-2 0-4 16,0 0-11 0,-2 3-14-16,-6 2 26 0,-2 2-1 0,1 1 10 31,-4 3-30-31,1-3 20 0,4 0-10 0,1 1 4 16,0-1 2-1,3-3 9-15,3-1 2 0,1-1 4 16,0-2 5-1,0 2-5-15,0-3 5 16,0 0 0-16,7 1 2 16,0-1-1-16,-1 0-3 15,3 0-1-15,3 0 0 0,-1 0 1 16,-2 2-2-16,3-2 0 16,1 1-2-16,-2 2 0 15,0 0-1-15,-2 1-3 0,1 2 0 16,1-1-1-16,-1 1 1 15,-3 1-1-15,2 0-3 16,-5 0-5-16,0-1 2 16,-1 1-6-16,-3-2 3 15,0 0-1-15,0-1 7 0,-7 0 1 16,1-2 0 0,-6 2 3-16,2-3 6 0,-3 0-2 15,1-1 2-15,1 0 1 0,-1 0-3 16,-1 0 2-1,1 0 1-15,1 0-2 16,0 0-2-16,0 0-3 0,2 0-2 16,-1 1-8-16,2-1-17 15,1 0-65-15,5 0-105 0</inkml:trace>
  <inkml:trace contextRef="#ctx0" brushRef="#br0" timeOffset="8227.42">19875 17881 108 0,'0'0'2'0,"0"0"-1"0,0 0 1 16,0 0-1-16,0 0 4 15,0 0-4-15,0 0 1 0,0 0 2 16,0 0 4-16,0 0-3 15,-37 35 2-15,33-28-1 16,2 1-1-16,2-1-2 16,0 1 5-16,0-1 2 15,0 0 4-15,4-1 9 16,3-2-1-16,2 2-6 0,1-2-5 16,0-1-6-16,2-2-2 15,-1 0 1-15,2 0-4 16,0-1 2-16,0 0-1 15,3 0 2-15,-3 0 0 16,1 0 1-16,-3-1-1 0,-2-3 7 16,0 0 4-16,-2 0 0 15,-1-2 2-15,-3 1 1 16,0-3-2-16,-1 0-4 16,2-1-3-16,-4-1-2 0,0-1 0 15,0 1-1-15,0 0-4 16,0 2-5-16,0 1 2 15,-10-1 0-15,2 4-9 0,-1 2-1 16,-2 1 6-16,-1 1 6 16,0 0 0-16,-2 0-13 15,2 0-18-15,0 4-9 16,4 0-20-16,0-1-59 16</inkml:trace>
  <inkml:trace contextRef="#ctx0" brushRef="#br0" timeOffset="9053.17">20171 17826 187 0,'0'0'26'0,"0"0"-16"0,0 0-2 0,0 0 2 15,0 0 3-15,0 0 1 16,0 0-2-1,43 0-2-15,-32 0-3 0,2 0-1 16,1 0-3 0,-1 0-2-16,-1 0 0 0,1 0 1 0,-1 0-1 31,0 0 3-31,-2 0-3 0,-2 0-1 16,-3 1 1-16,1 1 0 0,-3 0 0 15,-1 3-2-15,-2-3-5 16,0 5-9-1,0-3 4-15,-7 3 5 16,-2-1-8-16,-2 0-4 0,0-1 19 0,-1-1 4 16,2 0 0-1,3 1-7-15,-4-3 6 0,6 1-1 0,0-1-3 16,3 0 1-16,1-1-2 31,1 1-4-31,0-2 2 0,0 0-1 0,0 1 4 16,0-1 3-1,0 0-2-15,2 2 4 0,2 0 2 0,1-2 0 32,0 2-3-32,3-1 0 15,-3 2-3-15,3-1 1 16,-2 0 0-16,3 1-2 0,-1 0 1 0,1-2-1 0,0 2 0 31,2 0 1-31,-3 2-1 16,1-1 1-16,-2-1-1 15,-2 1 1-15,-2-1-1 16,-1 1 0-16,-2-1-3 0,0 1 0 16,0-1 2-16,0 1 0 15,-1-1 2-15,-3 1 0 16,-4 0-1-16,2-1-1 16,-4 1 4-16,2 0-1 15,-1-1 3-15,-1 1-6 0,2-2 4 16,1 2-2-1,-1-2-2-15,4-1 1 0,2-1-13 16,2 0-68-16,0 0-108 16</inkml:trace>
  <inkml:trace contextRef="#ctx0" brushRef="#br0" timeOffset="9871.5">20607 17824 114 0,'0'0'6'0,"0"0"-13"0,0 0 6 0,0 0 0 16,0 0 2-16,0 0 10 15,0 0 10-15,0 0-3 16,0 0 2-16,0 0-10 16,0 0-1-16,0 0-4 15,-13 20 3-15,8-15-3 0,2 1 3 16,-1 0-4-16,0 0-3 0,1 0 2 15,1 0-3 1,1 0 2-16,1-3 3 0,0 1 4 16,0-1 4-16,0 0-3 15,0-2-5-15,1 1-1 0,1 0-3 16,3 0 1 0,-3-2-3-16,4 1 1 0,0 1 4 15,-1-1-3-15,1 0 1 0,1-1 1 31,2 1-1-31,-2-1 0 16,1 2 2-16,-1 0 0 16,3-1-2-16,0 2-1 0,-3-2 0 0,2 2-1 0,-2 0 0 31,-1-2 1-31,-2 1-1 16,-1 1 1-16,1 0 1 15,-2-1-2-15,1 1 1 0,-2-1-1 16,1 1 0-16,0 1 0 15,-1 0 1-15,0-1-2 16,0 0 2-16,-1 1-1 16,0 0-1-16,0-1 2 15,0 1-2-15,0 1 1 0,-1-1 1 16,-2-2 1-16,-1 1-1 16,-1 1 3-16,-2-2-3 15,3 3 4-15,-4-1-10 0,3-1 10 16,-4 1-9-16,4-3 8 15,-3 3-2-15,3-3-1 16,-3 1 0-16,2 0-1 16,-1-2 1-16,1 0-1 0,0 0 2 15,-3 0-3 1,1 0 1-16,2 0-15 0,-2 0-32 16,0-3-74-1</inkml:trace>
  <inkml:trace contextRef="#ctx0" brushRef="#br0" timeOffset="10511.3">20633 17841 9 0,'0'0'69'0,"0"0"-44"0,0 0 14 15,0 0-4-15,0 0-8 16,0 0-9-16,0 0-5 15,0 0-4-15,0 0-3 0,0 0-2 16,0 0-4-16,0 0 1 16,0 0 0-16,28 0 0 15,-22 0-1-15,1 0 1 0,1 0-1 16,0 0 1-16,0 0-1 16,2 0 0-16,-4 0 0 15,2 0 2-15,-2 0 1 16,1 0 2-16,0 0 0 0,0 0-2 15,-1-3-2-15,0 3 0 16,-3 0-1 0,0 0 0-16,3 0 0 0,-4 0 0 15,-1 0 0-15,0 0-1 0,0 0-1 16,-1 0-5-16,0 0-15 16,0 0-20-1,0 0-22-15,0 0-52 0</inkml:trace>
  <inkml:trace contextRef="#ctx0" brushRef="#br0" timeOffset="17974.2">1431 3557 94 0,'0'0'9'0,"0"0"18"0,0 0 1 0,0 0-3 0,0 0-3 31,0 0-6-31,0 0-2 0,0 0-4 0,0 0 1 15,0 0 0 1,0 0-4-16,0 0-3 16,0 0 0-16,0 0 0 15,2-38 0-15,-2 37-3 16,-4-1 0-16,1-2-2 16,-1 1 2-16,1 0 0 0,-3-1 3 15,-1 1 0-15,1 0 1 16,-6 0-5-16,3 1 1 0,-1 0-1 15,0 1 2 1,-1 1-4-16,0 0 3 0,-1 0 0 16,2 0-1-16,-2 0 0 15,3 0 1-15,-2 3-1 16,5 2 0-16,-4 2-1 0,4-1 0 16,-1 3 0-1,1 0-1-15,0 1 1 0,0 2-1 16,2 0 1-16,1 0-1 15,1-1 1-15,2-1-3 16,0 2 0-16,0-4 2 0,0 2-1 16,0-3 0-1,5 0 2-15,1 0 0 0,2-1 1 16,0 0 2-16,1-1-1 0,3-1-1 16,-1-2 1-1,2 1 0-15,3-3 3 16,-1 1-3-16,1-1-2 0,-1 0 3 15,1 0-1 1,-1 0-2-16,0 0 2 0,-1-1-1 0,-2-2 1 16,-1-3 0-16,-2 1 0 15,-2-1 1 1,0-1 0-16,-3-3 6 16,-2 0 2-16,0 0-2 0,-1 0-2 0,-1-3-3 15,0-1 0-15,0 0-2 16,0-3-2-1,-3 3 2-15,-3-2 0 0,1-1-2 16,-2 3 2 0,-2-2 0-16,3 2 0 15,-3 0-1-15,-1 1 1 0,2 1-2 16,-3-1 1-16,-1 1-1 16,1 5 5-16,-2-3 1 0,2 0-4 0,0 3-1 31,-3 0 1-31,3 1 1 15,-2 0-1-15,1 2-1 0,2 0 0 0,1 0 1 16,1 1 0 0,4 0-1-16,-2 2-3 15,3 1-6-15,3 0-22 16,0 0-27-16,0 0-82 16</inkml:trace>
  <inkml:trace contextRef="#ctx0" brushRef="#br0" timeOffset="18794.24">1638 3353 85 0,'0'0'62'0,"0"0"-42"0,0 0 1 15,0 0 9-15,0 0-14 0,0 0-1 16,0 0-2-16,0 0-1 16,0 0 2-16,0 0-4 15,0 0-3-15,0 0-4 16,0 0-2-16,0 0 1 0,0 0-2 16,0 1-2-1,0 6 0-15,0-1 1 16,0 5-2-16,0-1 3 0,0 3 0 15,0 2 0-15,0-3-1 0,0 2 2 0,0-1-2 32,0 1 2-32,0-1-1 15,0-2-1-15,-2 1 2 0,2-1-1 16,0-2-1-16,-2 1 2 0,2-2-1 0,0-1-1 16,0 2 1-16,0-4-3 31,0 1 1-31,0-1 0 15,2 0 2-15,2-1 0 0,-2-1 0 0,2 1 2 32,-2-2-2-32,2 1 0 0,-2 1 0 15,1-3-2-15,1 1 2 16,-2-1-2-16,2 2 0 0,1-3 1 16,0 1 2-1,-1 2-2-15,1-3 1 0,1 0-1 16,-2 2 2-16,3-2-3 15,1 0 3-15,0 0 0 16,-2 0 1-16,3 0 0 16,1 0-1-16,-3 0 1 0,3 0-2 15,0 0 4-15,-1 0-4 16,1 0 1-16,0 0 0 16,1 0 1-16,-3 0-1 15,4 0-1-15,-3 0 1 0,0 0-1 16,-1 0-1-1,0 0-20-15,-6 0-114 0</inkml:trace>
  <inkml:trace contextRef="#ctx0" brushRef="#br0" timeOffset="19771.82">1185 3932 58 0,'-7'0'14'0,"0"0"-1"0,3 0-3 0,-3 0-5 0,3 0 3 16,2 0 4-16,0 0 2 16,-1 0 9-16,3-1 16 15,0-1-10-15,0 1-18 16,0-2-8-16,0 2 2 15,3 1-4-15,1-2 3 16,0 1-5-16,1 1 1 16,1-1 1-16,-1-1-3 0,4 2 3 0,0 0 0 15,0 0-1 1,2 0 0-16,0 0-1 0,4 0 2 16,-1 0-1-1,1 0-4-15,6 0 3 0,-1 0 1 0,2 0 3 16,1 0-5-16,1 0 5 15,3 0-4 1,0 0-2-16,-3 0 4 16,5-1 1-16,-2 0-1 15,0-1-1-15,2 2 1 16,-4 0-1-16,4 0 2 0,-2-2 1 0,2 2-1 16,-2 0-1-16,-1-1 0 0,3-1 2 31,-2 1 0-31,0 0-2 0,0-1 4 0,-2 1 1 15,-3-2-4 1,2 3 1 0,-3-1-1-16,-1-1 3 0,-3 0-2 0,-2 1 3 0,0 0-4 31,-2-1 4-31,-1 1-2 16,0 1-4-16,-4 0 1 15,0 0 0-15,-3 0 0 16,-1 0-12-16,-4 0-38 0,0 0-137 15</inkml:trace>
  <inkml:trace contextRef="#ctx0" brushRef="#br0" timeOffset="20701.16">1386 4381 35 0,'0'0'69'0,"0"0"-65"0,-36 3-3 15,20-2-1-15,3 5 1 0,-5-2-1 0,5 3 0 16,0 0 4-16,3-2 3 16,0 5-3-1,3-2-1-15,-1 2-1 0,4 3 0 0,2-2-4 32,0 0 2-32,2 1 3 15,0 2-1-15,0-3 1 16,4 0 8-16,4-1-8 15,0-3 7-15,3 0 4 0,1-3-2 16,-3-1 0-16,2-2 2 16,2-1 1-16,0 0-4 15,-2 0-3-15,1 0-2 16,-1-7-1-16,-2 0 1 16,2-1 1-16,-2-1 1 0,-3-3 0 15,2 1-4-15,-4-3 1 16,-1 1 0-16,-2 1 4 15,-1-3-2-15,0 3 0 16,0-1-1-16,0 0-5 0,-1 0-1 16,-2 2 2-16,-1-2 3 15,-4 2-2-15,4 0-4 0,-4-1 0 16,3 2 2-16,-5-3 0 16,2 3-1-16,-1 2 2 15,0-1-2 1,-2 3 4-16,4-1-1 0,-3 3-2 15,0 3-6-15,1 1-12 16,-2 0-11-16,0 0 2 0,0 5-22 16,2 0-39-16,-1-1-45 15</inkml:trace>
  <inkml:trace contextRef="#ctx0" brushRef="#br0" timeOffset="21678.21">1619 4256 35 0,'0'0'124'0,"0"0"-117"0,0 0 9 0,0 0 3 31,0 0-3-31,0 0-7 15,0 0-6-15,0 0-1 0,0 0-2 16,0 0 0-16,0 0 0 16,0 0 0-16,-32 24 0 15,28-15-2-15,1 2 2 16,-1 2 0-16,4-2 0 16,-3 1 0-16,2 0 0 0,1 1 2 15,0-1-2-15,0 0 0 16,0-2 0-16,4 3 5 15,0-3-2-15,2-1-1 0,0-1-1 16,0-1 5-16,-1-1-5 16,1-1-1-16,2-2 2 15,0 0 2-15,1-3 6 16,-2 0 3-16,4 0-6 0,0-1 0 16,-2-5-2-16,2-4-1 15,-2 2-2 1,0-3 0-16,0-1 1 0,0-1-4 15,-2 0 0-15,-1 2-3 16,-1 0 4-16,-3 1 0 0,-1 1 0 16,-1 1 1-16,0 2 0 15,0 0 0 1,0 2-1-16,0 1 1 0,0 0-1 0,0 0 1 16,0 3-1-16,0 0-3 15,0 0 3-15,0 0-7 16,0 6 3-1,0 1 0-15,4 3-1 16,2-1 2-16,1 1 3 16,0 1-1-16,2-1 0 0,0-2 1 0,1 1-1 15,0-4 0-15,-1 1 2 16,0-3 1 0,4-1 0-16,-2-2 4 0,0 0-2 0,1 0-1 31,1-2 3-31,-1-5-1 0,-2-1 1 15,1-2 4-15,1-2-2 0,-1-1-2 0,-4-1-2 32,1 0 0-32,-1 0-2 15,-4-3 1-15,1 3-1 16,-4 0 2-16,0-1 1 0,0 2-5 0,-6 2 0 16,-2 1 0-16,-1 0-5 0,1 4 6 31,-3 2-11-31,1 3-15 15,0 1 1-15,3 0-21 16,-1 0-50-16</inkml:trace>
  <inkml:trace contextRef="#ctx0" brushRef="#br0" timeOffset="22196.56">2121 4371 111 0,'0'0'19'0,"0"0"21"0,0 0 5 0,0 0-9 15,0 0-13 1,0 0-12-16,0 0-8 0,0 0-7 16,0 0 5-1,0 0 3-15,0 0-3 0,0 0 0 16,11 38-1-16,-7-29 1 16,0 4 1-16,-2-2 1 0,0 0 1 15,0 2-1 1,0-3-1-16,0 2 0 0,-2-1-1 0,3 0 0 15,-1-1 0-15,-2-1 1 16,0-4-9-16,0-5-94 16</inkml:trace>
  <inkml:trace contextRef="#ctx0" brushRef="#br0" timeOffset="23058.78">2497 3843 84 0,'0'0'31'0,"0"0"-10"0,0 0 3 15,0 0-1 1,0 0-3-16,0 0 8 0,0 0-9 0,0 0-8 15,0 0 2-15,0 0-7 32,0 0-3-32,0 0-1 15,0 0 1-15,27 0-2 0,-17 0-1 16,2-2 1-16,-3 0-1 16,5 0 1-16,-3 1-1 15,0-1 1-15,0-1-1 16,-2 2 1-16,-1 0-1 15,1-1 1-15,-1 2-2 0,-2 0-7 16,-3 0-28-16,-1 0-63 16</inkml:trace>
  <inkml:trace contextRef="#ctx0" brushRef="#br0" timeOffset="23556.67">2548 3949 77 0,'0'0'7'0,"0"0"9"0,0 0 10 16,0 0 1-16,0 0-3 0,0 0 4 16,0 0-2-16,40 0-5 0,-33 0-4 15,0 0-6 1,0 0-2-16,1 0-4 0,-1 0-2 16,1 0-3-16,0 0 0 0,1 0 1 31,-1 0 0-31,0 0-1 15,0 4-2-15,-1 2-23 0,-3-2-41 0,-2-1-95 0</inkml:trace>
  <inkml:trace contextRef="#ctx0" brushRef="#br0" timeOffset="28117.62">3771 3321 26 0,'2'0'30'0,"-1"0"-25"0,3 0 6 0,-4 0 8 16,2 0 10 0,-2 0 5-16,0 0 8 0,0 0-10 0,0 0-4 15,0-1-10-15,0 0-8 16,0 1 0-1,0-2-6-15,0 1-1 0,0-1 0 0,0 1-2 32,0 0 2-32,-2-1-3 0,-2 1-10 0,1-1 6 15,-2 2 4-15,-2-1 0 16,1 1 1 0,-1 0 3-16,-2 0-6 15,0 0 2-15,-2 0-2 16,0 0-3-16,0 1 1 15,0 4 2-15,-1 0 2 0,3-1 0 16,-1 2 0-16,2 1 0 0,0-1-1 0,3 0 0 31,1 2-1-31,2 1 0 16,-1-1 0-16,2 1 0 16,1-1-1-16,0 2-2 0,0-3 3 15,0 1 0-15,4-2-3 16,4 0 4-16,-1-3 11 15,3 4-7-15,0-4-2 16,1 1 1-16,3-1 1 16,-3 0-2-16,3-2-1 0,-3 0 1 15,-1-1-1-15,0 0 2 16,1 0-1-16,-4 0 2 16,1-1 2-16,0-3 4 15,-2-3 1-15,-1 1-1 0,1-2-2 16,-4-2 0-16,0-1-4 15,0 0-1-15,-2 0-1 16,0 0 0-16,0-2 0 16,0 2 0-16,0-1 1 0,-2 2 1 15,-2-1-3 1,-3 0 0-16,-1 1-4 0,1 0 0 16,-5 0 4-16,2 0 0 0,-2 0 0 15,3 1 5-15,-2 1-5 16,-2-2 3-16,4 2-2 15,-2 0-1-15,-1 0 1 0,3 2-1 16,1 0 0-16,-2 2-7 16,1 1 1-1,1 2-10-15,1 1-4 0,0 0-9 16,0 0-40-16,3 0-23 0</inkml:trace>
  <inkml:trace contextRef="#ctx0" brushRef="#br0" timeOffset="28851.85">3951 3151 99 0,'0'0'11'0,"0"0"-17"0,0 0 10 16,0 0-1-16,0 0 1 0,0 0 4 15,0 0-3-15,0 0 2 16,0 0-1-16,10 41-2 16,-10-32 0-16,0-1 4 15,0 4-4-15,0-2 0 0,0 1-2 16,0-1 3-16,2 1-1 15,-2 1-2-15,0-1 0 16,0-1 0-16,0 1 0 16,0 1-1-16,0-3 0 15,0 0-1-15,0 0 1 0,0-2 0 16,2 1 0-16,-2-2 0 16,0 0-1-16,1-1 1 15,-1 1-1-15,2-3 0 16,0 0 0-16,0-1 5 0,0 1 1 15,0 0-3 1,0-3 0-16,-1 2-2 16,1-1 0-16,3-1 1 0,-3 2 4 0,2-2 3 15,-1 1 2 1,3 0-4-16,0-1 2 16,1 0-1-16,5 0-3 0,-4 0 2 0,3 0 1 15,-1 0 1-15,3 0-3 16,-1 0 0-16,-2 0-2 15,-1 0-2-15,3 0-1 16,-1 0-1-16,-1 0 1 0,2 2-1 31,-3 2-2-31,-3-2-19 16,-1-1-67-16</inkml:trace>
  <inkml:trace contextRef="#ctx0" brushRef="#br0" timeOffset="29748.7">3565 3716 48 0,'0'0'38'0,"0"0"-25"0,0 0 7 0,0 0-10 0,0 0 3 16,0 0 0-16,0 0-2 0,0 0 0 15,0 0-2 1,0 0 0-16,0 0 4 15,0 0 0-15,0 0 0 0,-11-2 2 0,11 1-6 16,0 1-2 0,0 0-7-16,1 0 2 15,5 0-3-15,0 0 6 0,5 0-6 0,1 0 2 16,3 0-3 0,1 0 0-16,2 0 7 15,4-1 0-15,1 1-4 0,2 0-1 0,-2 0 1 31,4 0 0-31,2-1 0 16,3 1 0-16,-1 0 0 16,2 0-1-16,1-2-1 15,0 2 3-15,2 0-2 0,-2 0 1 16,-3 0-1-16,0-2 0 16,-2 0 1-16,-2 2 1 15,-1-3 0-15,-3 0 0 16,2 2 1-16,-3-2 3 0,-2 0-3 15,2 2-1-15,-3-2 1 16,-2 2-3-16,-1-1 3 16,-3 2-2-16,-4 0 1 15,2 0-1-15,-4 0 0 16,-1 0 0-16,-3 3-6 16,1 1-22-16,-4 2-67 0</inkml:trace>
  <inkml:trace contextRef="#ctx0" brushRef="#br0" timeOffset="30693.65">3813 4206 99 0,'0'0'28'0,"0"0"-10"0,0 0 5 15,0 0-5-15,0 0-2 0,0 0-3 16,0 0 4-16,0 0-8 16,0 0-5-16,0 0-1 0,-47-8-2 15,34 8-1-15,0 4-1 16,-3 1 1-1,1 4-3-15,1 0 3 0,-2 1-2 0,3 1-5 16,4-1 2 0,0 3-1-16,2-2-2 0,2-1 3 15,1 0 1 1,4-1-3-16,0-1 5 16,0 2-5-16,0-3 3 0,2-1 2 0,5-1 0 15,0 0 10 1,2 0 2-16,-2-2-4 0,3 0-1 15,2-3-4 1,-1 2 0-16,1-2 0 16,-3 0 2-16,5 0 2 15,-2 0-2-15,-1 0 1 0,0-6 1 16,1 1 0-16,-3-2 4 16,1-1 5-16,-2-2-2 15,-2 0-6-15,-2-1 3 16,1-2-5-16,-5 0-1 15,2-1 4-15,-2-3-4 0,0 3-2 16,0-2-3-16,-7 2-3 16,1 0 5-16,-4 1 0 15,2-1 1-15,-1 2 3 16,-2-2-8-16,0 4 4 16,2-1 0-16,-5 1 1 0,3 1 3 15,0 2-4-15,-1 0 0 16,0 4-1-16,1-1 2 15,-1 4-8-15,3 0-15 16,-2 0-26-16,2 0-18 0,0 4-53 16</inkml:trace>
  <inkml:trace contextRef="#ctx0" brushRef="#br0" timeOffset="31713.85">3990 4084 125 0,'0'0'21'0,"0"0"0"0,0 0 5 16,0 0-9-1,0 0 0-15,0 0-6 0,0 0-8 0,0 0-2 32,0 0-3-32,0 0 2 0,0 0 0 15,0 0-2 1,-4 14 2-16,4-8-3 0,0 1 3 0,0 2 1 16,0 0-2-16,4 0 1 0,0 2 1 15,1 1 1-15,-1-2-1 31,1 0 1-31,1-2 1 16,3 1 0-16,-2-2-2 16,0-3 3-16,1 0-1 0,2-1 6 15,1-1-2-15,-2-2-3 0,6 0 3 16,-2 0-3-16,2-7 0 16,0-1-1-16,1 0-1 15,-3-2 0-15,0-1 0 16,-1-1 0-16,0 2 0 15,-2-1-1-15,-4 0 0 0,-1 2 1 16,-1 0 0-16,-2 3 0 16,-2 2 2-1,0-2-3-15,0 4-5 0,0 1 0 16,0-1-1-16,0 2-1 16,-2 0 6-16,2 0-5 0,-2 0 1 15,0 0 0 1,0 5 3-16,2 2 0 15,-4-2-2-15,3 1 2 0,-1 4-1 0,2 0 1 16,0 1-2 0,0-1 0-16,0 3 1 0,0 1 1 15,0-1 0 1,2 0 0-16,3 1-4 16,-3 0 7-16,2 2-4 15,-1-2 2-15,2 4 2 0,-3-3-1 0,0 3 1 16,-2-1-2-1,0 1 1-15,0-2-1 0,-2 1 0 0,-5 0-1 16,2-3 2-16,-4-1-1 31,1 0 6-31,-2-2-6 16,-1-1 0-16,1-1 1 0,0-2 1 0,-1-2 0 0,0-3 0 16,-1 1 3-16,4-3 0 31,1 0-1-31,1 0 3 15,-2 0 2-15,4-4 0 0,0-2-2 16,2-5-7-16,1-1-4 16,1-2-19-16,0-4-19 15,1-4-102-15</inkml:trace>
  <inkml:trace contextRef="#ctx0" brushRef="#br0" timeOffset="32512.08">4053 3932 154 0,'0'0'9'0,"0"0"-7"0,0 0-2 0,0 0 2 0,0 0 14 0,0 0 11 16,0 0 13-1,0 0-11-15,0 0-18 16,2-1-4-16,-2-3 2 16,2-1-5-16,0 0 1 15,0 0-3-15,-1-2-1 16,5 0 0-16,-4-1 0 0,0-2-1 0,1 0 1 16,2 1-1-16,-1-1-1 0,0 2 0 31,-2-1-2-31,3 2-2 15,-1 3 2-15,1 0 3 16,0 1-2-16,-3 0 1 16,2 2 2-16,-2 0-1 0,-1 0 0 15,-1 0 0-15,0 1 0 16,1 0 0-16,-1 0-2 16,1 0 1-16,1 0 0 15,0 0 1-15,0 4-1 16,0 0 1-16,1 3 0 0,1 0-2 15,1 3 1-15,-1-2 0 16,3 0 1-16,-3 1 0 16,0-1 0-16,1 2 0 15,2-3 0-15,-4 0 0 0,1 0 0 16,2 0 1-16,-3 2-1 16,3-2 0-16,-2-3-40 15,-2-1-92-15</inkml:trace>
  <inkml:trace contextRef="#ctx0" brushRef="#br0" timeOffset="36305.74">4614 3662 269 0,'1'0'6'0,"0"0"-6"0,-1 0 6 16,2 0 3-16,-2 0-1 0,0 0-5 31,0 0-3-31,0 0-3 15,2 4-10-15,-2-3-18 16,0-1-68-16</inkml:trace>
  <inkml:trace contextRef="#ctx0" brushRef="#br0" timeOffset="37416.11">5181 3364 113 0,'0'0'24'0,"0"0"9"0,0 0 9 0,0 0-11 0,0 0-9 0,0 0-11 31,0 0-3-31,0 0-3 0,0 0-3 0,0 0 0 31,0 0-2-31,-5-28 0 0,-1 26 0 16,-3 2 2-16,-3 0-3 15,0 0-2-15,1 0 5 0,-5 0-6 0,2 0 5 32,0 3-3-32,0 1 4 0,2 1-2 15,1 0-1-15,0 4 0 16,2-2-1-16,2 0 0 16,3 0-1-16,1 0-1 15,3 0-2-15,0-1-1 16,0 4 2-16,0-4 3 15,2-1-1-15,5 1 6 0,-1 0 2 16,4-2-1-16,-1 0 0 16,2-1-2-16,1-2-2 15,1-1 4-15,1 0-2 16,0 0-1-16,3 0 1 16,-6-1-3-16,2-5 4 0,1 1 0 15,-4-4 2-15,2 2-1 16,-3 0-2-16,-1-3 0 15,-1 3 0-15,0-2-1 0,-5 1 0 16,-1-1 2-16,-1 2 0 16,0-3-3-16,0 2-1 15,0-1 1-15,0-1 2 16,-3-1-1-16,-4-2 0 16,0 2-2-16,-1 0 0 0,-1-1 0 15,-1 1-1-15,-2 1 4 16,-1 0-1-16,1 1 0 15,1 2-2-15,-3 1 4 16,1 1-1-16,1 1-4 16,1 0 4-16,1 2-1 0,0-1-1 15,1 0 0 1,0 2-1-16,1-1-1 16,1 1 1-16,2 1-2 0,1 0 1 0,0 0-4 15,3 0-14-15,1 0-22 16,0 3-30-1,0-2-38-15</inkml:trace>
  <inkml:trace contextRef="#ctx0" brushRef="#br0" timeOffset="38320.83">5345 3201 145 0,'0'0'16'0,"0"0"-10"0,0 0 7 0,0 0 8 0,0 0-10 32,0 0-6-32,0 0-4 15,0 0-2-15,0 0 1 16,0 0 0-16,0 0 5 16,0 0-5-16,0 0 0 15,2 38-1-15,0-28-1 0,2-3 2 16,0 3 2-16,3-1 0 15,0-2 6-15,2 0 0 16,0 0 1-16,0-1-4 16,2-2-4-16,0 1 3 0,0-2-3 15,3 0 2-15,-3-3-1 16,5 0-2-16,-1 0 0 16,-1 0-2-16,1 0 5 15,-1 0-3-15,1-4 1 16,-1-2 1-16,-3-1 0 15,0 1 2-15,-2-1-3 0,-2-2 1 16,-1 3 1-16,-3 0-2 16,-1-2 1-16,-2 2 1 0,0 2-1 15,0-1-2 1,0 3 3-16,0 0-1 0,0 1-2 16,0-2 0-16,0 3 0 15,0 0-2-15,0 0 8 0,0 0-6 16,-2 1-3-1,1 6 1-15,0 2 0 16,1 2 0-16,0 1 2 0,0 2 0 16,0 0 0-1,0 2 1-15,0-1-1 0,0 1 0 16,0 0-3-16,4-2 2 16,-2 0 1-16,0 0 0 0,0-1 0 15,0 0 0 1,0-2 1-16,-2 3-1 15,0-2 0-15,0-1 0 0,0 0 0 0,0-2 2 16,-2-1-2 0,-2-1-3-16,-2 1 2 15,1-3 3-15,-4 0-3 0,2-1 5 0,-3 0-3 32,3-1 0-32,-4 0 1 0,-3-3 0 0,3 1-2 15,-3-1 2 1,1 0-2-16,-3 0 0 0,1 0 1 0,-1 0-2 31,1 0-15-31,-2-5-52 16,4-1-67-16</inkml:trace>
  <inkml:trace contextRef="#ctx0" brushRef="#br0" timeOffset="38937.97">5405 3096 54 0,'0'0'90'0,"0"0"-71"0,0 0-16 15,0 0 2-15,0 0 4 16,0 0 1-16,0 0-4 16,0 0 0-16,0 0 4 15,0 0 4-15,0 0-3 0,0 0 0 16,0 0-1-16,24-37 0 16,-19 28-2-16,-3 1-4 15,0-2-1-15,0-1-1 16,1 0-1-1,-1 2 2-15,0 0 0 0,-2-1 0 0,2 3-1 16,0 1-2 0,-2 1 0-16,1 0 0 0,1 3 1 15,0 0 0-15,-2 2 3 16,2 0 0 0,0 0-5-16,0 0 0 0,2 7 0 0,2 2 0 15,0 5 0-15,3 3 0 16,-1 3 2-16,2 3-1 15,-1 2 0-15,-1-1-31 0,0-1-81 32</inkml:trace>
  <inkml:trace contextRef="#ctx0" brushRef="#br0" timeOffset="39821.86">5095 3746 101 0,'0'0'28'0,"0"0"6"0,0 0-13 0,0 0-10 16,0 0-4-16,0 0-3 0,0 0 9 16,0 0-1-16,0 0-5 31,0 0-4-31,0 0 3 0,0 0-1 15,0 0-3-15,6 0-2 0,0 0-2 16,1 0 1-16,5 0-1 16,-3 0 4-16,5 0-6 15,0 0 6-15,1 0-3 0,4 0 0 16,1 0 2 0,0 0 0-16,2 0-5 0,1 0 7 15,1 0-2-15,0-1 0 0,2 1 0 31,3 0-1-31,-3-2 1 16,1 1 0-16,0 1-3 0,-3-3 6 16,1 3-4-16,0-3 4 0,-2 3-1 15,0-1 1 1,0 0-1-16,-3-1 2 16,1 2 0-16,-4-1 0 0,3 0 1 0,-7 0-5 15,4 1 1 1,-5 0-1-16,1 0-1 15,-3 0 1-15,-4 0-1 16,1 0 2-16,-3 3-8 16,-4 0-23-16,0-2-61 15</inkml:trace>
  <inkml:trace contextRef="#ctx0" brushRef="#br0" timeOffset="40933.8">5268 4239 81 0,'0'0'11'0,"0"0"7"0,0 0 6 0,0 0-8 31,0 0-3-31,0 0-5 16,0 0 0-16,0 0-1 15,-38 0-1-15,34 0 4 0,-2 0-8 16,-2 1 0-16,0 4-2 16,1-1 0-16,-2 3 0 15,-1 3-1-15,4-1 1 16,-2 1-1-16,5 1 0 16,-1-1-2-16,-1 1 1 0,2-2 2 15,3-1-3-15,-2 1 6 16,2 0-3-16,0-1-7 15,0-4 6-15,0 3-1 16,2-1 4-16,3-2 6 16,0 2-3-16,-1-1 4 15,1 1-8-15,1-2 0 0,-2 1-1 16,4-1-1-16,-2-3 0 16,1 1 4-16,0-2 3 15,1 0 1-15,0 0 2 0,0 0-2 16,-1-3 0-16,1-3 1 15,0-1-2-15,-2 0-1 16,-1 0-3-16,-1 0 1 0,0-2-1 16,-2 2 0-16,1-1 1 15,0 0-2 1,-3 0 1-16,0 1-1 0,0-3 1 16,0 1-1-16,0-3 0 15,0-1-2-15,-3 0 3 0,-2-1 0 16,1 0 2-16,0-1-4 15,-1 1 4-15,-1 0-8 16,-2-2 4-16,2 4 2 16,-2-1-2-16,1 0 3 15,-3 2 1-15,-1 1-2 0,0 0-1 16,0 4 1-16,0-1 6 16,0 5-8-16,-3-2 0 15,4 4 0-15,1 0-2 16,-3 0-11-16,3 0-10 15,3 6-15-15,1 0-33 0,0-2-60 16</inkml:trace>
  <inkml:trace contextRef="#ctx0" brushRef="#br0" timeOffset="41994.57">5588 4216 114 0,'0'0'3'0,"0"0"5"0,0 0-6 0,0 0 12 16,0 0 5-16,0 0-3 0,0 0 13 15,0 0-10-15,-40-21-5 16,31 21-9-16,0 0-3 16,-1 0-2-16,-1 0 2 15,1 1-2-15,-2 5 0 16,3 1 0-16,-3 0-2 0,0 3 2 16,5 0 0-16,-2 0-1 15,2 3-1-15,0 1 0 16,3-2-1-16,2 2 0 15,0-2 4-15,2 1-1 16,0-1-1-16,0-2 2 16,0 0-2-16,0-2-1 0,0-1 6 15,4-1-1-15,0-2 2 16,1 0 2-16,2-2-1 16,-2-1 3-16,1 1-3 15,1-2-1-15,1 0-1 0,0 0 0 16,0 0-3-1,1 0 2-15,-1 0-1 0,2-2 0 0,-3-1 0 16,1-1 0 0,2 0 0-16,-4-2 1 0,3 2-1 15,-2-2-1 1,0 0 0-16,-2 1 0 16,1-2 1-16,-2 1-1 0,-2-1 1 0,1 0-1 15,1-2 2 1,-2-1-4-16,1 2-1 15,-3-1 2-15,1 2 0 0,-1 0 2 0,1 0-2 16,-1 1 0 0,1-1-2-16,-1 3-1 0,0 0 0 15,0-1-1 1,0 1-1-16,0 2 2 0,0 0 3 0,0-1 2 31,0 2-2-31,0-1 0 0,0 2 0 16,0 0-3-16,0 0 1 15,0 0 1-15,0 0-1 16,0 0-1-16,0 0-1 16,-1 0 8-16,0 6-4 15,-3-2 0-15,4 5-1 16,-2-1 0-16,2 2 0 0,-2 0 0 16,2 1 0-16,0-1 0 15,0 2 1-15,0-2 0 0,2-2 1 16,4 2-1-1,0-5 2-15,0 0 3 0,1-1-4 16,-1 0 0-16,4-1 2 16,1-2 1-16,0-1 0 15,1 0-2-15,0 0-1 0,2 0-10 16,-5-6-31-16,-1-3-87 16</inkml:trace>
  <inkml:trace contextRef="#ctx0" brushRef="#br0" timeOffset="42770.71">5610 3993 28 0,'0'0'34'0,"0"-4"-5"0,0 1-5 0,2-1-5 15,2 1-6-15,4-1 0 16,-2 1-6-16,-1 0-1 15,3 0 1-15,0 0 2 0,-2 1 4 16,3 0 1-16,-4 0-1 16,4 1-6-16,-2 1-4 15,1 0 0-15,-4 0-2 16,1 2 1-16,-1 3 0 0,-1 1-1 16,-3 3-6-16,0-2-1 15,0 3 0-15,0-2 4 16,-5 1 1-16,-2-1-3 0,1 2 3 15,-3-3 4-15,-1 1 0 16,2-3-4-16,-1 2 4 16,1-1-3-16,0-2-2 15,2-1-1-15,2 0-4 16,3-2 4-16,-1-1 4 0,2 0-1 16,0 0 2-1,0 0 11-15,0 0 7 0,3 0-18 16,1 0-1-16,0 0 2 15,1 0-2-15,2-1 2 16,-1-2 0-16,1 3 0 16,0-1-2-16,4 1 1 15,0 0-1-15,-2 0 1 0,2 0-2 16,2 0 1 0,-4 0-1-16,3 0 0 0,-4 0-16 0,1 0-27 15,-5 0-48-15</inkml:trace>
  <inkml:trace contextRef="#ctx0" brushRef="#br0" timeOffset="43141.02">5870 3932 138 0,'0'0'19'0,"0"0"-11"0,0 0 19 0,0 0-5 15,0 0-4-15,0 0 1 16,36 23-12-16,-30-16-1 15,-2 2-2-15,-1 2-1 16,-1-1-3-16,-1 1 3 0,-1 2-2 16,0 0-1-16,0-2 0 15,0-1 1-15,-4 1-2 16,-2-3 3-16,-3 1-3 16,-3 0 2-16,-3-3-8 15,-3-1-16-15,3-3-67 0</inkml:trace>
  <inkml:trace contextRef="#ctx0" brushRef="#br0" timeOffset="43685.49">5395 3874 63 0,'0'0'7'0,"0"0"6"0,0 0 0 0,0 0 1 0,0 0 5 31,-42 14-3-31,36-11-9 0,1 2 0 0,0 3-1 16,1-1 2 0,0 0 2-16,1 2-4 0,3 2-4 0,0-1 9 31,0-2-7-31,0 2 5 16,0 0 3-16,3 1 9 0,3-2-12 15,1-2-2-15,0 3-2 16,-1-4 0-16,3 4-4 15,1-5-4-15,0 1 2 16,1-1-39-16,-3-4-57 16</inkml:trace>
  <inkml:trace contextRef="#ctx0" brushRef="#br0" timeOffset="61619.49">5610 3966 36 0,'0'0'2'0</inkml:trace>
  <inkml:trace contextRef="#ctx0" brushRef="#br0" timeOffset="62395.15">5610 3966 112 0,'20'21'32'0,"-19"-23"-6"0,0-1 7 16,-1 0 6-1,0-2-15-15,3 0-8 16,-3 2-3-16,0 0-4 0,2 1-1 16,-2 0-2-1,0-1 0-15,0 2 4 16,0 1 3-16,2 0-1 16,-2 0-6-16,0 0-6 0,0 0-4 15,4 0-4-15,-3 4 6 0,4 3 2 16,-1 2 0-1,0 2-1-15,1 1-1 0,-1 0 2 0,0 1 0 16,-1 1-1 0,1-1 1-16,-1 0-1 0,1-2 4 15,-2 1-2 1,0-4-1-16,1 0 0 16,-1-3 0-16,-2-1 1 15,0-2-2-15,0-1-1 0,0-1 0 0,0 0 4 31,0 0 2-31,0 0 10 0,-2-3-10 16,-2-6-2-16,3-2-3 16,-1-3-9-16,2 0-2 15,-2-3 4-15,2 3-1 16,0-4 2-16,0 3 4 0,0-2-1 16,0 3 4-16,0 1 0 15,0-1 0-15,0 2 1 16,0 1 0-16,0 4-1 15,0-1 1-15,0 3 0 16,0 0 2-16,0 3 2 0,0-1-4 16,0 2 3-16,0 1-3 15,0 0-1-15,0 0-2 16,0 0-10-16,0 4-3 0,0 6 12 16,2 3 3-16,-2 0 0 15,2 2 0-15,-1 1-1 16,3-1 1-16,-4-1 0 15,4 1-1-15,-2-1 0 0,0-1 2 16,-1-2-1-16,3-1 0 16,-2-1 0-1,-2-1 0-15,2-1 1 0,1-3-1 16,-3 2 0-16,0-4 1 16,0-1 0-16,0 2 0 15,0-3-3-15,0 0-44 0,0-3-102 16</inkml:trace>
  <inkml:trace contextRef="#ctx0" brushRef="#br0" timeOffset="69993.5">6764 3273 66 0,'0'0'33'0,"0"0"-16"0,0 0 17 16,0 0 14-16,0 0-29 15,0 0-1 1,0 0 0-16,0 0-2 0,0 0-2 0,0 0-3 15,0-2-2-15,0 1-9 16,-2 0-1-16,-1 1 0 16,1 0-1-16,-3 0 2 15,-1 0-2-15,1 0 7 16,-2 0-10-16,1 1 6 0,-5 4-1 16,4 0 1-1,0 1-3-15,-2 1 6 0,2-1-6 16,-1 1 2-16,3 0-1 0,1-1 0 15,0 2-2-15,1-1-1 16,2 0 0 0,1 0 3-16,0 0 0 15,0 2-1-15,0-2 0 0,0 2-2 0,4-1 3 32,2-1 3-32,-1-1-1 15,3 4-1-15,1-4 1 0,-2-2 0 16,2 0-2-16,-2-1 2 0,4 0-1 0,-2-2 5 15,0-1-2 1,2 0-1-16,-2 0 1 0,-1 0 1 16,1-4 0-16,-1 0 1 31,-2-3-2-31,-2-1 0 0,1-1 1 16,-3 0 0-16,0-1 1 15,0 0 1-15,-2 0-3 16,0-2-1-16,0 0 0 15,0-1-1-15,0 0 0 0,-2-2-1 16,-2 3 0-16,-2-2-1 16,3 0-1-16,-3 3 0 15,-2-2 2-15,2 2 3 16,-1-2-1-16,-1 3-1 0,0-1-1 16,-2-1-2-16,3 1 2 15,-2 2 5-15,-2 2-9 16,1-1 0-16,2 1 2 15,-4 2 2-15,2 1 1 0,1 3 2 16,-1-1-3-16,1 2-3 16,1 0-2-16,1 0-7 15,0 0-5-15,0 6-10 16,3-2-34-16,-2 2-46 0</inkml:trace>
  <inkml:trace contextRef="#ctx0" brushRef="#br0" timeOffset="71040.2">7170 3246 67 0,'0'0'17'0,"0"0"20"0,0 0 0 0,0 0-3 15,0 0-4 1,0 0-5-16,0 0-5 0,0 0-6 0,0 0-3 31,0 0-10-31,0 0-3 16,0 0-1-16,1-37 4 15,-8 36-2-15,-5 1 10 16,1 0-13-16,-2 0 3 0,-3 0-3 16,1 1 0-16,-3 3 5 15,0 2-1-15,4 0 1 16,-2 1 1-16,5 2-4 16,1-1 1-16,3 1 0 15,-1 0-1-15,4 0-4 0,2 2 4 16,0-2-3-16,2 4 2 15,0-3-1-15,0 1-1 16,2 0 4-16,1-2-1 16,3 2 5-16,1-3-1 15,0-2 1-15,-1 0 0 0,1 0 4 16,2-3-4-16,0-1-1 16,-2 1 0-16,3-2 1 15,0-1-1-15,1 0 0 0,-2 0 3 16,4 0-2-16,-2 0 0 15,-2-1 1-15,3-3-1 16,-4-2-1-16,1 2-1 16,-1-3 2-16,0 0-2 0,-2 1 1 15,1-2 0-15,-4-1-1 16,4-1 0 0,-5 1-1-16,0 0 1 0,0-1-1 15,-2 0 1-15,0 3-1 0,0 0 0 16,0 1 2-16,0 2-1 15,0 1 1-15,0 0-1 16,0 0 0-16,0 0 0 16,0 2 2-16,0 1-2 15,0 0 0-15,0 0-2 16,0 0-5-16,0 0 1 0,0 0 2 16,0 0-1-1,0 7 4-15,0 0 0 16,0 0 2-16,0 0-2 0,0 2 0 15,0-2-2-15,0 3 4 16,3-3-2-16,1 1 1 0,0 0 1 16,1-1-1-1,4-4 3-15,-4 4-1 0,5-3 1 16,-1 0-1-16,0-2 2 16,2-1-2-16,-2-1 0 0,1 0-2 15,0 0 1 1,-1-3-4-16,1-5-24 15,-4-2-66-15</inkml:trace>
  <inkml:trace contextRef="#ctx0" brushRef="#br0" timeOffset="71594.7">7349 2924 44 0,'0'0'115'0,"0"0"-100"0,0 1-9 0,0-1 12 15,0 0 3-15,0 2-6 0,0 2-9 16,0-1 7-16,0 2 2 16,0 1-6-16,0 4-3 0,0-1-1 15,0 0-3-15,0 3 0 16,0-2-2-1,0 0 1-15,0-2 0 0,0 1-1 16,0-1 1-16,0-1 1 0,0-1-4 16,1-3-34-1,1-3-99-15</inkml:trace>
  <inkml:trace contextRef="#ctx0" brushRef="#br0" timeOffset="71864.67">7470 2921 255 0,'0'0'1'0,"0"0"0"0,0 0 3 0,0 0 1 15,42 21 0-15,-33-14-1 31,-2 3-2-31,0 0-1 0,-3 3-1 16,-1 0-1-16,-3 0 0 0,0 0 0 0,0-1 0 16,-1 1-1-16,-10-2-11 15,-1-2-35-15,-1-2-53 16</inkml:trace>
  <inkml:trace contextRef="#ctx0" brushRef="#br0" timeOffset="72163.69">7200 2904 149 0,'0'0'3'16,"0"0"3"-16,0 0 3 16,-23 37-2-16,20-26-3 15,3 3-3-15,0 2 2 16,1-3-3-16,8-2-14 0,6-1-90 15</inkml:trace>
  <inkml:trace contextRef="#ctx0" brushRef="#br0" timeOffset="73032.05">6676 3735 58 0,'0'0'38'0,"0"0"-17"0,0 0 9 0,0 0-4 16,0 0-1-16,0 0-6 15,0 0 3-15,0 0-10 0,0 0-1 16,0 0-2-16,-8-10 2 16,8 10-3-16,0 0-4 15,-2 0-1-15,1-1-3 0,-1 1-2 16,2 0 4-16,0 0-4 16,0 0-1-16,0 0-6 15,0 0-5-15,7 0 14 16,-1 0 3-16,5 1 0 15,1 2-3-15,3-2 2 16,4-1 0-16,5 0-1 16,-2 0-3-16,7 0 3 0,2 0 0 15,1 0 2-15,3 0-4 0,-1-3 2 16,4 2 0-16,-2-1 5 16,0 0-3-1,2 0-1-15,-3 1 0 0,2-1-2 0,-2 0 0 16,-2 0 0-1,1 1 0-15,-5-1 0 16,0 0 1-16,-4 1 2 0,-3 0 0 16,-2 0 0-16,-1-1 0 15,-5 1-2 1,-3-1 1-16,1 1 0 0,-6 1-1 0,1 0 0 16,-3 0 0-1,-3 0-2-15,-1 0-24 0,0 0-131 16</inkml:trace>
  <inkml:trace contextRef="#ctx0" brushRef="#br0" timeOffset="73880.03">6909 4219 144 0,'0'0'17'0,"0"0"20"0,0 0-11 0,0 0 1 16,0 0-10 0,0 0-7-16,0 0-7 0,0 0 0 15,0 0 1-15,0 0-7 16,-39-10 8-16,33 10-4 0,-3 0-1 16,-2 7 0-1,2 2 1-15,-2 2-3 0,-1 2 2 16,0 1 0-16,3 3 0 15,1-1-1-15,2 1 0 0,1-3-2 16,3 0 2 0,2-2-1-16,0-1-1 0,0-2-2 15,3-2 3 1,5-2 4-16,0 1-4 16,2-4 5-16,1 0-1 0,1-2-1 15,-1 0 1-15,-1 0 0 16,3 0-1-16,-1-7 4 0,0 0-4 0,-1 0 1 31,0-3 2-31,-4 0-2 16,2-1 3-16,-3-1-2 15,-1-2 1-15,-3 0 3 16,0 0 1-16,-2-2-5 0,0-1 2 16,-2 0-1-16,-5 1-2 15,1 0-2-15,-6 1 4 16,1 1 2-16,-1 0-6 15,0 2 7-15,1 0-7 0,-5 0 0 16,5 2 2-16,-2 3-6 16,-1 0 4-16,1 1 0 15,-1 2-2-15,5 3-7 16,-2 1-6-16,-2 0-17 0,6 0-44 16,1 0-69-16</inkml:trace>
  <inkml:trace contextRef="#ctx0" brushRef="#br0" timeOffset="74668.19">7077 4127 74 0,'0'0'3'0,"0"0"5"0,0 0 10 0,0 0 4 16,0 0 10-1,0 0 1-15,0 0-8 16,39 0-8-16,-27-2-1 0,-1 1-7 0,0-2-4 16,1 0-1-16,-2 2-1 15,2-2-1 1,-1 3 1-16,0-1-1 0,0 0-1 0,-2 0-1 31,-2 1 1-31,0 0 1 0,-3 0-1 16,0 0 0-16,-1 0-1 0,-1 0-2 0,-2 0-1 15,0 3-4-15,0 4 7 16,0 0-4-16,0 2 2 31,-5 2 3-31,0 2 0 16,-1 1 2-16,0 2-3 0,-1-1 3 16,-2 2-4-16,2-1 4 15,0 1-2-15,1 0-1 16,0-4 0-16,0 1 0 15,2-1 0-15,0-2 0 0,1-1-1 16,1-3 1-16,2 0 0 16,-2-2 0-16,2-1-2 15,0 0 1-15,0-2-1 16,0-1 4-16,0-1-1 16,0 3-1-16,2-3 4 0,0 0 3 15,3 0-2-15,-1 0 0 16,1 0-1-16,4 0-3 15,-3 0 3-15,3 0-1 0,1 0-1 16,-3 0 1 0,5 0-3-16,-3 0 1 0,3 0 0 15,-5 0-1-15,3 0 0 0,0 0 0 16,-2 0 0 0,1 0 0-16,-2 0 0 0,0 0 0 15,-3 0 0-15,-1 1-9 0,-1-1-41 31,-2 0-53-31</inkml:trace>
  <inkml:trace contextRef="#ctx0" brushRef="#br0" timeOffset="74940.31">7186 4269 210 0,'0'0'30'0,"0"0"-25"0,0 0-1 0,0 0 1 16,0 0-2-16,0 0-3 0,43-3 1 15,-35 3-1-15,-1 0-7 16,0-2-84-16</inkml:trace>
  <inkml:trace contextRef="#ctx0" brushRef="#br0" timeOffset="75467.45">7335 3873 108 0,'0'0'9'0,"0"0"4"16,0 0 1-1,0 0-7-15,0 0 8 16,0 0-7-16,0 0-2 0,0 0-1 0,0 0 1 16,-39 25-1-16,36-16 2 15,-1-2-4 1,2 4 4-16,0-2 3 0,1-1-9 0,1-1 10 31,0 1-4-31,0-2-4 0,0 0 1 16,3 0-1-16,1-2 0 0,2-1-1 15,1 1-2-15,3-1 2 0,-1-3-7 32,3 2-36-32,0-2-22 15,1 0-23-15</inkml:trace>
  <inkml:trace contextRef="#ctx0" brushRef="#br0" timeOffset="75755.89">7431 3911 177 0,'0'0'13'0,"0"0"-10"16,0 0 5-16,0 0-4 15,0 0 7-15,0 0 1 16,0 0-1-16,0 0-6 16,0 0-2-16,10 38 0 0,-8-32-1 15,-2-2 0-15,2 1-1 16,-1 0 0-16,-1 1 0 16,2-2-5-16,-2-1-33 15,0-3-54-15</inkml:trace>
  <inkml:trace contextRef="#ctx0" brushRef="#br0" timeOffset="76015.95">7541 3871 193 0,'0'0'11'0,"0"0"-9"0,38 10 9 16,-24-3 0 0,-3 0-7-16,-2 5-2 0,2-1 1 0,-8 3-2 15,-1 3 3-15,-2-2-2 16,0 3-3-16,-5 0 2 0,-8-2-10 16,-1-2-30-16,-4-5-69 31</inkml:trace>
  <inkml:trace contextRef="#ctx0" brushRef="#br0" timeOffset="76493.53">7966 3563 261 0,'0'0'70'0,"0"0"-70"0,0 0-1 0,0 0 3 0,0 0 0 0,0 0-1 15,0 0-17 1,0 0-59-16,0 0-154 0</inkml:trace>
  <inkml:trace contextRef="#ctx0" brushRef="#br0" timeOffset="77256.31">8550 3306 224 0,'0'0'7'0,"0"0"11"16,0 0 5-1,0 0-6-15,0 0 1 0,0 0-6 16,0 0-6-16,0 0-4 16,0 0-3-16,-16-6 0 15,9 6 0-15,-2 0 0 16,-3 0 3-16,1 5 4 15,1 2-5-15,-2 1-2 0,1 2 1 16,5 1-1-16,-2-1-4 16,4 3 1-16,4-3 0 15,0 1 2-15,0 0 2 16,0 0-3-16,7-2 1 16,0-1 2-16,0-1 2 0,3-1-1 15,0-1 1-15,0-2-1 16,0 1-1-16,3-4 0 15,-2 0 2-15,-2 0-1 16,1 0 1-16,0-4 0 0,-1-6 0 16,0 0 0-16,-2-1 1 15,-1-3-2-15,-1-1 0 16,-1-1-1-16,-2 0 1 16,-2 0-4-16,0-1 3 0,0 0 0 15,-4 3 1 1,-5 0-1-16,0-1 0 0,-2 1 1 15,0 3 3-15,-5-2-6 16,3 2 3-16,-5 1 1 16,3 1-1-16,-1 2-9 0,3 2 14 15,0 0-5-15,3 5-8 16,1 0-40 0,1 0-22-16,5 0-53 0</inkml:trace>
  <inkml:trace contextRef="#ctx0" brushRef="#br0" timeOffset="77998.73">8835 3201 140 0,'0'0'22'0,"0"0"-17"0,0 0 16 0,0 0 4 0,0 0-12 16,0 0-3 0,0 0 1-16,42 0-5 15,-30 0-2-15,-1-2 0 16,0 1-1-16,3 1-2 16,-4-3-1-16,2 3 1 0,-1 0 1 15,-4 0 1-15,2 0 0 16,-4 0-2-16,1 0 0 15,-4 0 0-15,1 0-1 0,-1 0-2 16,-2 0-3 0,0 6 0-16,0 1 1 0,-3 2 0 15,-3 2 4-15,-3 0 4 16,0 3 0-16,-2 0-5 16,2 1 5-16,-2-1-4 0,4 2 0 15,-2-2 0-15,2-2 0 16,2 0 0-16,1 1 0 15,0-5 0-15,0 1 0 16,2-4 0-16,1 1 0 0,1-2 0 16,0-1-1-1,0-1 1-15,0-1 1 16,0 1 1-16,0-2 8 16,3 1-6-16,3-1 4 0,0 0-3 0,4 0 1 15,-1 0-3-15,0 0-1 16,2 0-1-16,0 0 0 15,0 0 1-15,-2 0-2 16,2 0 0-16,-4 0 0 16,1 0 1-1,0 0-2-15,-4 0 0 0,-3 0-12 16,1 0-18-16,-2 0-22 0,0-4-61 16</inkml:trace>
  <inkml:trace contextRef="#ctx0" brushRef="#br0" timeOffset="78254.12">8858 3286 139 0,'0'0'83'0,"0"0"-80"0,0 0 4 0,48-4 8 0,-32 2-9 15,0 0-4-15,0 0-2 16,-1 1 0-16,-1-1-8 16,-1-1-69-16,-1-1-77 0</inkml:trace>
  <inkml:trace contextRef="#ctx0" brushRef="#br0" timeOffset="78692.53">9154 2921 144 0,'0'0'5'0,"0"0"3"15,0 0 7 1,0 0 1-16,-43-1-1 0,31 8-4 0,-1 1 4 31,2 2-5-31,1 3-4 0,0 0-1 16,3 1-6-16,2 0 2 0,3 0-1 16,2 3-2-1,0-4 2-15,1 0 3 16,7-2-1-16,3-1 0 15,3-1-2-15,1-2 2 0,5-4-8 16,-2-3-83-16</inkml:trace>
  <inkml:trace contextRef="#ctx0" brushRef="#br0" timeOffset="78969.82">9231 2959 176 0,'0'0'103'16,"0"0"-102"-16,0 0-2 0,0 0 0 16,0 0 0-16,0 0 4 15,0 0-1 1,4 42 0-16,-4-31-1 0,0-3-1 15,0 2 1-15,0-1-1 16,0 1-1-16,0-3-4 16,0 0-7-16,3-3-14 0,1-1-56 15</inkml:trace>
  <inkml:trace contextRef="#ctx0" brushRef="#br0" timeOffset="79290">9385 2903 175 0,'0'0'3'0,"0"0"-3"15,0 0 2-15,45 7 3 16,-34 0 3-16,-2-3 8 0,-2 6 7 16,1 1-12-1,0 2-1-15,0 3-4 0,-5 2-3 16,1 2-3-16,-4 4 2 0,0-1-2 16,0 3-2-16,-7-1 1 15,-6 3-3 1,-9-1-11-16,-5-1-55 15</inkml:trace>
  <inkml:trace contextRef="#ctx0" brushRef="#br0" timeOffset="80116.05">8371 3668 44 0,'0'0'10'0,"0"0"-8"0,0 0 8 15,0 0 6-15,0 0-3 16,0 0 3-16,0 0 8 0,0 0-4 0,0 0-15 16,0 0 0-16,-19 0 0 15,17 0-3-15,0 0-3 31,2 0 1-31,0 0-1 0,0 0-2 0,0 0-1 0,0 0 2 32,0 0 4-32,4 0 1 15,4 0 5-15,0 0 1 16,1 0-4-16,5 0-8 16,3 0 4-16,2 0 0 15,2 0 3-15,2 0-5 0,2 0 2 16,4 0-2-16,0 0-2 15,2 0 1-15,5 0 12 16,-3 0-6-16,5 0 0 16,-1 0-3-16,2 0-2 0,1 0-1 15,-2 0 9-15,3 0 4 16,-3 0 5-16,-2 0-2 16,-1 0-4-16,-1 0-3 15,-1 0-4-15,-2 0 0 16,-2 0 2-16,-2-1 2 0,-4 0-1 15,-3-3-2-15,-4 3 0 16,-3-2 0-16,-2 2-1 16,-2-1-1-16,-5 1-1 15,-1 0-1-15,0 1 0 0,-3 0-19 16,0 0-96-16</inkml:trace>
  <inkml:trace contextRef="#ctx0" brushRef="#br0" timeOffset="80997.57">8679 4145 121 0,'0'0'25'0,"0"0"-12"0,0 0 5 16,0 0 6-16,0 0-1 16,0 0 1-16,0 0-7 15,0 0-7-15,0 0-1 16,0 0-7-16,0 0 2 0,0 0-6 16,-38-27 4-16,26 33-1 15,0 1-1-15,-2 3 0 16,3 4-1-16,2-1 0 15,2 1-2-15,2-1 1 16,3-1 1-16,2 0-3 0,0-2-4 16,0-3 11-16,5 2-3 15,2-4 1-15,0 1-2 16,3-2-1-16,2-1 2 0,-1-2 4 16,-1-1-6-1,3 0 5-15,-3 0-2 0,1 0 1 16,-3-3 4-16,2-3 0 0,-5-3 0 15,1 1 0 1,0-4-2-16,0 0-3 0,-2-3 0 16,0 1 0-1,-1-2-2-15,-1 0 0 0,-2 0-1 16,0 2 1-16,0-2 1 16,0 3 6-16,-6 0 2 15,1-1-6-15,-2 4 7 0,-2-1-6 16,0 2 0-16,-3 1-3 0,1-2 3 15,1 4-6-15,-1 2 7 16,1 0 1-16,-1 2-5 16,3 1-2-16,-2 1-12 15,0 0-8-15,3 0 7 0,-1 1-11 32,0 2-36-32,3 1-39 0</inkml:trace>
  <inkml:trace contextRef="#ctx0" brushRef="#br0" timeOffset="81854.62">8929 3979 185 0,'0'0'20'0,"0"0"-17"0,0 0 2 15,0 0-6-15,0 0 4 16,0 0-1-16,0 0-1 0,0 0-2 16,0 0 2-16,0 0-2 15,0 0 1-15,-31 20 0 16,27-10 1-16,1 0 0 15,1 1 2-15,0 2 1 0,0 1 1 16,2-1-2-16,0 3 0 16,0-2-1-16,0 0-3 15,0 0 1-15,0-1 0 16,0-2 1-16,0-2-1 0,4-2 3 16,0 0-1-16,1-3 1 15,1-1-2-15,1-1-1 16,0-2 3-1,2 0 3-15,-1 0 6 0,2-5 4 0,-1-6-8 16,2 1-6 0,-2-2 0-16,0 0 0 0,-2-1 0 15,-1 3-1-15,-1-1 0 16,-1 2 0-16,-3 2 0 0,-1 3 0 16,0 0 2-1,0 1 0-15,0 0-2 0,0 2 1 16,0 1 2-1,-3 0-5-15,1 1-6 0,1 6 3 16,-1 2 1 0,2 0-3-16,0 2 3 0,0 0 1 15,0 0 0-15,2-1 1 0,4 0 0 16,0-1 1 0,3-2 0-16,-3 0-3 0,4-3 2 0,-3 0-2 15,3-2 5 1,1-2 4-16,1 0-2 15,-1 0-1-15,1-2 1 16,-1-5 0-16,1-1 3 16,-4-1 0-16,-1-1 5 15,-1 0-4-15,-2-1-1 16,0-2-2-16,-4 2 1 0,1-2 1 16,-1 2-2-16,0-2-2 15,0 0 0-15,0 2-1 0,0 1-3 0,-1 0 1 31,-1 3 0-31,-2 0-6 16,-2 1 3-16,3 3-12 0,-3 3-7 16,-2 0-11-16,2 0-24 15,-1 0-43-15,3 6-20 16</inkml:trace>
  <inkml:trace contextRef="#ctx0" brushRef="#br0" timeOffset="82387.5">9283 4108 79 0,'0'0'72'0,"0"0"-43"0,0 0-4 0,0 0 9 16,0 0-6-1,0 0-12-15,0 0-6 16,0 0-2-16,0 0-3 16,0 0-4-16,0 0-1 0,0 0-3 0,0 0 0 15,7 16 1 1,-5-5 0-16,-2-1 0 16,2 3 2-16,0 3 0 0,-2-3 2 15,2 2-1-15,-2-1 2 16,2 0-1-1,0-1-1-15,-1 0 0 0,-1-2 1 16,2-1 0-16,0-1 0 0,0-2-1 16,-2-1 2-1,2-2-2-15,-2 0-1 16,0 2 2-16,0-3-1 16,0 1 1-16,0-1-3 0,-2-3-53 0</inkml:trace>
  <inkml:trace contextRef="#ctx0" brushRef="#br0" timeOffset="101709.67">3930 4634 81 0,'0'0'11'0,"0"0"3"0,0 0-6 0,0 0 5 0,0 0 4 15,0 0-6 1,0 0-1-16,0 0-4 0,0 0 6 0,0 0 0 31,0 0-3-31,0 0 5 16,0 0 3-16,0 0-1 0,2-13-1 0,-2 13-5 15,0 0 2 1,0 0-5-16,0 0-4 0,0 0 0 0,0 0-1 16,0 0 0-16,0 0-2 15,0 0 0 1,0 0-1-16,0 0-2 15,2 0 0-15,-2 0 3 16,0 4 0-16,2 2-1 16,-2 0 1-16,2 2 0 15,-2 1-2-15,1-1 0 0,0 2 1 0,0 0 1 0,1 1-2 32,-2 1 2-32,0-1 0 15,2-1 1-15,0 2-1 16,0-1 0-16,0 0 0 15,-1-1 0-15,2 0 0 0,-1 1 0 16,0 0 0-16,0 0-1 16,0 0 1-16,-2 1 0 15,2 0-4-15,-1 0 3 16,0-1 2-16,2 3 1 16,-3-2-2-16,2-2 0 0,0 1 1 15,-2 0-1-15,2-1 1 16,-2 0-1-16,2 0 0 0,-1-3 0 15,0 3 1 1,2-1-1-16,-3-2 0 16,3 0 0-16,-3-3 0 0,2 3 1 15,-2-3-1-15,2 2 1 16,-2-3-1-16,2 1 1 16,-2-2 0-16,0 0 1 0,0-1-1 0,2 1 2 31,-2-2-2-31,1 2 1 15,-1-2-1-15,1 1 0 0,0 1 1 16,-1 0-1-16,0-1-8 16,0-1-45-16,0 0-115 15</inkml:trace>
  <inkml:trace contextRef="#ctx0" brushRef="#br0" timeOffset="102278.45">3878 5060 88 0,'0'0'6'0,"0"0"-1"0,0 0 7 0,0 0 4 16,0 0 1-16,0 0-6 16,0 0 2-16,38 0 2 15,-32 0 0 1,-2 0-2-16,2 0-1 0,-2 0-4 15,3 0-3-15,-3 4-1 16,1-1 0-16,4 0 0 0,-3 0-3 0,1 1 0 31,0-2-1-31,2 0 1 16,0 1 0-16,-1-1 0 0,-1-1 0 16,1 2 0-16,-2-2-4 15,0-1-22-15,1 0-63 16</inkml:trace>
  <inkml:trace contextRef="#ctx0" brushRef="#br0" timeOffset="102561.74">4135 5010 139 0,'0'0'21'0,"0"0"7"15,0 0-1-15,0 0-8 16,0 0-14-16,0 0-5 16,0 0 6-16,0 0-3 0,0 0 2 15,-40 33 0 1,29-20-2-16,-3 1 2 15,1 0-4-15,1 0 0 0,-1-1-19 0,-2 0-98 16</inkml:trace>
  <inkml:trace contextRef="#ctx0" brushRef="#br0" timeOffset="105683.32">3194 5384 64 0,'0'-3'60'0,"0"0"-54"0,0 0 4 0,0 2 7 16,0-1 13-16,0 1-11 16,0 0-4-16,0-1-8 15,0 2 0-15,0 0 1 16,0 0 0-16,0 0-9 0,0 0-5 15,0 3 4-15,0 4 3 16,0 0 0-16,0 3 3 16,0 0-1-16,0 1 0 15,0-2-2-15,0 1 0 0,0-3-1 16,5 1 2-16,-1 1-2 16,2-3 1-16,2 0 5 15,-1 0-2-15,1-1-2 16,1-1-1-16,1 2 1 15,3-5-1-15,0 2 1 16,0-2 1-16,0-1 0 16,3 0 0-16,-2 0 1 0,1 0 0 15,1-5-1-15,-2-1-2 16,-4-1 2-16,4 0-1 16,-5-2 0-16,0 0 0 0,-3 0 0 15,2 0 0 1,-6 1-1-16,0 0 0 0,0 1 1 15,-2 2-2-15,0-1 0 16,0 2-4-16,0 1 5 0,0 0 4 16,-2 3-4-1,0-1-1-15,2 1 2 16,0-2-1-16,-2 2-1 0,2 0 0 16,0 0 0-16,0 0-1 15,0 0 1-15,-3 0-1 16,1 0-1-16,1 3 1 0,1 4 0 0,-2-1-1 15,2 4 1-15,-2-3 0 16,2 3 0 0,0 0 0-16,0 1-1 0,0 1 1 0,0-1 0 31,0 1 0-31,2 0 0 16,3 0 0-16,-2 0 1 15,-1-2 0-15,0 3-1 0,0-2 1 0,-2 1 0 16,0-4 0-16,0 2-2 0,0 0 2 31,0-4 2-31,0 1-1 16,-4-1 2-16,-3-2 2 15,2 0 0-15,-4-1 4 16,1 1-3-16,-4-2 4 0,3-1-3 16,-2-1-6-16,2 0 1 15,0 0 0-15,0 0-1 16,3 0-1-16,1-4-16 15,3-6-16-15,2-2-75 16</inkml:trace>
  <inkml:trace contextRef="#ctx0" brushRef="#br0" timeOffset="106409.47">3337 5212 73 0,'0'0'26'0,"0"0"-26"0,0 0 1 0,0 1-1 16,0-1 3-1,0 0 5-15,0 3 0 0,0-3 3 16,0 0 7-1,0 0 14-15,0 1 5 16,0-1-10-16,0 0 1 16,0 0-12-16,0 0-10 15,0-1-1-15,0-4 1 0,0-1-3 16,0 3-2-16,0-6 1 0,0 2 7 0,0 0-7 16,3-1-1-16,3-2-1 31,-5 1 1-31,5 1 0 15,-2-1-1-15,-1-1 0 0,3 2 1 16,-1-1-2-16,-3 3 2 0,1 1-1 16,-1 1 0-1,0-1 0-15,0 4 0 16,0-1 0-16,-2 1 0 16,0 1 0-16,0 0-1 15,2 0-1-15,-2 0-1 0,0 0 1 16,3 3 0-16,1 1 1 15,-2 3 1-15,3 0-2 16,-1 2 2-16,1 2 0 16,-1 1 9-16,3 0-8 0,-1 1 2 15,0 1-2-15,2-1 2 16,-3 1-3-16,1 1 0 16,0-1 0-16,2 1-13 15,-4-2 8-15,-1 1-50 16,3-4-121-16</inkml:trace>
  <inkml:trace contextRef="#ctx0" brushRef="#br0" timeOffset="106829.7">3630 5449 145 0,'0'0'31'0,"0"0"-9"0,0 0 6 15,0 0-6-15,0 0-6 16,0 0-2-16,0 0-6 0,0 0 3 0,44 0 0 16,-32 0-3-16,1 0-5 15,1 0-1-15,-1 0-2 0,1 0 0 31,-1 1 0-31,2 1 0 16,-1-1-11-16,-1-1-42 0,-1 0-88 16</inkml:trace>
  <inkml:trace contextRef="#ctx0" brushRef="#br0" timeOffset="107606.64">3920 5348 127 0,'0'0'9'0,"0"0"2"15,0 0-10-15,0 0-1 16,0 0 17-16,0 0-6 15,0 0 0-15,0 0 3 0,-4 30-3 16,1-20-1-16,3 1-5 16,0-1-3-16,0-2 0 15,0 0 3-15,5-4-1 16,2 2 1-16,0-2 9 0,4-1-8 16,-2-3-1-16,4 0 1 15,-2 0-1-15,3 0-1 16,-1 0 0-16,-2-3-3 15,3-4 0-15,-3 1 1 16,-1 0 2-16,0-3-4 0,-3 0 2 16,-1 1 0-16,-3-1-1 0,2 1 0 15,-5-1-1 1,0 2 0-16,0 0 2 0,0 3-2 16,0 1 2-16,-4 0 1 0,2 1-1 31,0 1-1-31,0 1-3 0,-2 0 6 0,4 0-6 15,-4 0 2 1,3 1 0-16,1 5-1 0,-2 0 1 16,0 5-1-1,2-2 1-15,-2 1-1 0,2 0 1 16,0 0 0-16,0 2-1 16,0-3 2-16,0 2-2 15,0-1 2-15,0-1-1 0,0 1 1 16,0-2-1-1,0 1 1-15,0-1 0 16,-2-1-1-16,0 0 2 16,0 1-2-16,-2-3 1 0,0 2 1 15,0 0-2-15,-1-2 1 16,1-1-2-16,0-1 3 16,1 0-1-16,-1-1 3 15,-3-1-3-15,4 0 3 16,-3-1-1-16,0 0-1 15,1 0 0-15,-2 0-3 0,-2-1 5 16,2-2-3-16,3-2-1 16,-2 2-9-16,0-1-14 15,2-1-31-15,2-1-69 16</inkml:trace>
  <inkml:trace contextRef="#ctx0" brushRef="#br0" timeOffset="108090.7">4242 5260 144 0,'0'0'4'0,"0"0"16"0,0 0 10 0,0 0-9 0,0 0-1 15,0 0-8 1,0 0-4-16,40-3-1 15,-33 9-1-15,0 4-2 0,0-1-1 16,2 5 1-16,1 0-3 16,0 3 0-16,-3-2 0 0,1 3-2 15,2-1 4 1,-4 0 1-16,-1 1-3 0,-1-1-4 0,-4 0 10 31,0 3-2-31,0-4 1 0,-9 5-1 0,-3-1 0 16,-5-2-1-1,-3 1 1-15,0-1-2 0,-7 2-3 0,0-1-9 32,-2-4-37-32,0-2-70 15</inkml:trace>
  <inkml:trace contextRef="#ctx0" brushRef="#br0" timeOffset="109051.82">3044 5107 78 0,'0'0'16'0,"0"0"-9"0,0 0 1 0,0 0-3 15,0 0-3-15,-35 7-1 16,23-3 3-16,1 0 2 0,0 2 0 16,-2-2 2-16,4 2 10 15,0 1-3-15,-3 0 3 0,4 0-5 16,-3 5-8-16,1-1-3 15,0 2-2 1,1 1 0-16,-1 2 0 0,1 1 0 0,1 0 1 16,-1-1-1-16,-1 1 0 15,4 1 0 1,-2 0 3-16,3 2 2 0,1 0-1 16,-2 3-1-16,2-1 0 15,2 0-3 1,0-2 1-16,2 0 1 15,0-3 0-15,0 0 1 0,0-3 1 0,6 1 2 16,2-3 1 0,0 1-2-16,-1-3 1 0,4-1 1 15,0 0-1-15,-2 0-2 16,2-4 0-16,1 1-1 16,-3 0-1-16,1-3-2 0,2 0 1 15,-1-1-1 1,3 1-2-16,-5-3-12 15,1 0-39-15,-3 0-88 16</inkml:trace>
  <inkml:trace contextRef="#ctx0" brushRef="#br0" timeOffset="118620.93">5462 4621 84 0,'0'0'7'0,"0"0"-4"0,0 0 5 0,0 0 7 16,0 0 12-16,0 0 2 15,0 0-4-15,0 0-10 0,0 0 1 16,0 0 2-16,0 0-7 16,0 0-3-1,0 0-5-15,0 0-4 0,0 0-3 16,0 6 4-16,0-2-2 0,-2 2-1 15,2 1 3 1,0 1 5-16,0-2-5 0,0 0 1 16,0 2-1-1,-2-1 1-15,2-1 0 0,0 1 0 0,-2-3 1 16,0 2-1 0,1-3 2-16,0 1-2 0,1-2-1 15,-1 0 2 1,1 1-2-16,0 1 2 0,0-2-1 0,0 1 0 15,0 1-1 1,-2-1 0-16,2 1 1 16,-2 3-1-16,2-3 0 0,0 2 0 15,-2 1 0 1,2-1 0-16,0 1 0 16,0 0 0-16,0 0 1 0,0-1-1 0,0 1 0 15,0 0 0 1,0 0 1-16,0 0-1 15,0 0 0-15,0 2 1 0,0-1-1 0,0 0 1 32,4 0-1-32,-2 2 2 0,0 1-2 0,1-1 0 15,1 0 0 1,-2 2 1-16,1-1-1 16,-1 1 0-16,-1 0 0 15,1 0 0-15,-2 0 1 0,0 1-1 16,0-2 2-1,0 1-1-15,0-4 1 0,0 2 1 0,0 0 2 0,0 0-2 32,0-3 1-32,0 3 1 15,0 0-3-15,0-2 0 16,0 1-1-16,0 0 0 0,0-2 0 16,0 0 0-16,0 1 0 15,0-2 0-15,0 0 0 16,0-3 0-16,0-2 2 15,2 2-3-15,-2-2 1 16,0-1 1-16,0 0-1 0,0 0 1 16,0 0-1-16,0 0 1 15,0 0 8-15,-4 0-52 16,-4 0-43-16,-3 0-85 16</inkml:trace>
  <inkml:trace contextRef="#ctx0" brushRef="#br0" timeOffset="119153.06">5239 5148 104 0,'6'0'16'0,"0"0"-1"0,0-3 10 0,1 0-1 16,-1 3-6-1,1-1-5-15,-2 1-3 16,0 0-3-16,3 0-1 15,-1 0-2-15,2 0 1 16,-4 0-1-16,3 3-1 16,1 1-1-16,0 0 0 0,-2-1-2 15,0 1 1-15,3-1-1 0,-2 1 0 0,1 0 2 32,1-1-4-32,0-1-4 0,-2 1-47 0,1-2-57 15</inkml:trace>
  <inkml:trace contextRef="#ctx0" brushRef="#br0" timeOffset="119516.42">5632 5093 99 0,'0'0'15'0,"0"0"19"0,0 0 3 16,0 0-10-16,0 0-3 15,0 0-15-15,0 0-3 16,0 0 4-16,0 0-6 15,-29 2 1-15,18 5 1 0,-3 1-1 16,0 2-3-16,-2 0-1 16,0 1 3-1,0 0-2-15,-1 1-1 0,-1 2 0 16,2-1-1-16,-2-2-4 0,2-4-53 16,3-3-113-1</inkml:trace>
  <inkml:trace contextRef="#ctx0" brushRef="#br0" timeOffset="122261.34">5204 5534 77 0,'0'-2'7'0,"0"1"10"0,0 1-3 0,0-2-3 0,0 2-1 16,0-2 1-16,0 2-6 15,0 0 1-15,0 0 1 16,0 0 6-16,0 0 5 0,0 0-5 16,-1 0-6-16,1 0-4 15,0 0-1-15,0 0-1 16,0 0 2-16,0 0-1 15,0 0 0-15,0 0-2 16,0 0 0-16,0 0 2 0,0 0-2 16,0 0 1-1,0 0 1-15,0 4 0 0,0-1 0 16,0-1-1-16,0 3 0 16,0-2 1-16,0 3-1 0,0-2-1 15,0 0 1 1,0 3-1-16,0-2 0 15,0-1 1-15,0 3-1 16,0 0 0-16,0-2 2 0,0 2-4 0,0-3 4 16,0 3-1-16,0-1-1 15,0-2 0 1,0 3 1-16,0-3-1 16,0 2 0-16,0 0 1 15,1-1 2-15,0 1-1 0,2 0-1 0,-1-1 1 16,0 2-1-1,0-1-1-15,1 0 0 16,-2 1 0-16,1-3-1 0,2-1 2 0,-4 1-2 31,4-1 2-31,-2 0-1 0,0-2 3 16,3 2 2-16,-1-3 0 16,0 2-3-16,2-1 0 15,-2-1 2-15,2 0-1 0,1 0-1 16,-2 0 1-1,2 0-2-15,-1-3 1 0,1-1 0 0,-3-2 0 16,-2-1 1 0,3 0-2-16,-1 0 1 15,-1-1-1-15,-1 0 0 16,1-1 0-16,-1 1-1 16,0 0 1-16,0-1-1 15,0 4 0-15,0-1 0 0,-2 2 1 16,2 2-1-16,-2-2 0 15,0 1 0-15,0-1 1 16,1 3-1-16,0-2 0 16,2 1 0-16,-1-1 0 15,0 1 0-15,1 0 0 0,-1 2 0 16,-1 0 0-16,0-1-2 16,0 1 2-16,1 0-4 15,-2 0 0-15,0 0 1 0,2 5 0 16,-2 2 5-16,2-1-3 15,-2 1 4-15,4 2-3 16,-3-1 0-16,3 1-1 0,0 0 0 16,0 0 1-1,4-2-2-15,-4 0 1 16,1-1-1-16,1 0-1 16,-1-2 3-16,2-1-1 0,-3 0 6 15,0-2-4-15,1 0 0 0,-1-1 1 16,1 0-2-1,1 0 4-15,-1 0 0 16,2-2 0-16,-3-4 0 0,1-1 3 16,1 3-2-16,1-3 4 0,-2-2-5 15,-3 1 0 1,2-1-2-16,-2-1 0 16,-1 2 1-16,0-2-1 0,-1 0-1 0,1 1 2 31,-1-1-3-31,0 0 3 15,0 2-2-15,0-1 0 0,0 1-2 0,-2-2 2 16,-1 1 0-16,1 2 3 0,2 0-2 31,-4 0-1-31,4 1-1 16,-3 1-1-16,2 0 1 0,-3 1-2 16,2 1 2-16,0 1-1 15,2 0 0-15,-4 1-2 16,3 0-2-16,0 1-2 15,0 0 2-15,1 0 1 16,-2 0-1-16,0 0-10 16,0 0-1-16,0 0 5 0,-2 0-3 15,3 0 4-15,-1 0-15 16,0 2-11-16,-1 1 0 16,-1-2-20-16</inkml:trace>
  <inkml:trace contextRef="#ctx0" brushRef="#br0" timeOffset="123928.96">5591 5709 23 0,'1'1'2'0,"-1"-1"19"0,0 0-5 15,0 0 5 1,0 1 2-16,0-1 0 16,0 2-1-16,0-2-5 0,0 0-2 0,0 0-2 15,-1 0-3 1,-1 2-1-16,-2-2-1 0,2 1-3 16,0-1 1-1,-2 0-2-15,2 0 1 0,1 0 4 0,-1 0 1 31,2 0-2-31,-2-1 1 0,2-3-5 16,0-1-2-16,0 2-1 16,0-2 1-16,0-1-1 0,4 0 7 0,-1-1-4 31,3 3-3-31,-1-1 0 16,2 0 0-16,-1 1-1 0,-3 2 0 15,3 1 0-15,0 1-1 16,0 0 0-16,-2 0-2 15,0 0 2-15,1 0 0 16,-1 0-1-16,0 3 1 0,-2 1 0 16,4 1-1-16,-4-2 0 15,0 3-1-15,0 0 0 16,-2-2 0-16,0 4 1 16,0-2 1-16,0 1 1 15,0-1 1-15,0 0-2 0,-4 0 0 16,0-2 0-1,-2 3 2-15,2-3-3 0,0 2 7 16,-3-2-6-16,3 0 3 0,-2 3-1 16,0-1-1-16,2-3 0 15,0 3 0 1,3-1 0-16,-3 0 0 0,0 0 0 16,1 0 0-16,0 0 0 15,2 1 0-15,-2-1-1 0,1 0 0 16,2-1 1-16,-2 0-1 15,2-1 1-15,0 1 0 16,0-1 0 0,0-3 0-16,0 3 0 0,0-2 0 15,0 0-1-15,0 1 0 0,0-2 1 16,0 0 0 0,0 2-1-16,0-2 1 0,0 0 0 15,0 1 1 1,0-1 0-16,0 1-1 0,0 0 0 0,0 1 0 15,2-2-6-15,0 1 6 16,1-1 0 0,-2 1 5-16,1-1-2 0,4 0-2 0,-4 0 1 31,3 0 0-31,1 0-1 0,-2 0 2 16,4 0-2-16,-4 0 0 0,3 0-1 15,-1 0 0-15,0 0 1 0,2 0-1 31,-2 0 1-31,3 0 0 0,-4 0 1 0,4 0 0 16,-3 0 2-16,1 0-3 16,-2 0 0-1,1 0-1-15,1 0 0 16,-4 0 1-16,-1 0-1 16,2 0 0-16,-2 0 0 15,-2 0 0-15,2 0-1 0,-2 0-1 16,0 1-11-16,0-1-44 0,0 0-157 0</inkml:trace>
  <inkml:trace contextRef="#ctx0" brushRef="#br0" timeOffset="137833.51">6899 4743 79 0,'0'0'20'0,"0"-1"-2"0,0 1-5 0,0 0-1 31,0 0-1-31,0 0 1 0,0 0-2 0,0 0 4 15,0 0 2 1,0-2-7-16,0 2-2 0,0 0-4 0,0 0-3 31,0 0 0-31,0 0-2 16,0 0 2-16,0 0 2 16,0 0-1-16,0 0 0 0,0 2 1 15,0-1 1-15,0 3-3 16,0 1 3-16,0-1-2 15,0 0-1-15,0 2 1 16,0 0 0-16,0 1 1 0,0 0-1 16,0 1 2-16,0 2-1 15,0-1 1-15,0 2-1 16,0 0 1-16,-1 2-2 16,1 0 2-16,-2 0-1 0,1 2 1 15,-1 1-1-15,2 0-2 16,-2 0 0-16,0 1 1 15,0-1 0-15,0 0 0 16,1 1 0-16,0 0 0 16,1-3 0-16,0 0 0 0,0-1 0 15,0 3 2-15,0-5 0 16,0 3-2-16,0-2 0 16,0 1 0-16,0-2 0 15,0 1 0-15,0 0-1 0,1 1 1 16,0-2 0-16,1 1 0 15,0-1 1 1,0 1-1-16,-2-1 1 0,2-3 0 16,0 1 0-16,-2 1 0 0,0-2-2 15,1 0 1-15,-1-1 2 16,0 3-2-16,0-2 0 16,0 3 0-1,0-2 0-15,0 1 0 0,0-2-1 16,0 2 0-16,0 0 0 0,0-1 0 15,1-2 0-15,0 0 1 16,-1-1-1 0,0-2 1-16,0 0-1 0,0 0 0 15,0-1 1-15,0 0-1 0,0 1 0 16,0-2 1-16,0 2 0 16,0-3 0-16,0 1-1 15,0 0 1-15,0 0-1 16,0-1 0-16,0 1 3 15,0 1-3-15,0 1 1 0,-2-1-12 16,-3-2-45 0,-3-1-106-16</inkml:trace>
  <inkml:trace contextRef="#ctx0" brushRef="#br0" timeOffset="138196.65">6772 5420 185 0,'0'0'24'0,"0"0"-8"0,0 0-5 0,0 0 4 0,0 0-2 16,0 0-10-16,0 0-2 16,0 0 1-16,0 0-1 15,0 0 2-15,0 0-5 16,0 0 4-16,41 15-2 16,-32-12 0-16,-2 0 0 0,1-1 1 15,-1 1-1-15,2-1 0 16,0-1 0-16,-2 0 0 15,4 1-1-15,-2-2-42 0,-2 0-55 16</inkml:trace>
  <inkml:trace contextRef="#ctx0" brushRef="#br0" timeOffset="138410.66">6989 5360 240 0,'0'0'37'0,"0"0"-20"16,0 0-8-1,0 0-1-15,0 0-10 16,0 0-3-16,0 0 10 0,0 0-8 0,-13 34 3 16,6-17 0-16,0 0-2 15,-3 0-70 1,1 0-98-16</inkml:trace>
  <inkml:trace contextRef="#ctx0" brushRef="#br0" timeOffset="141095.81">6674 5755 125 0,'0'-2'7'0,"0"-1"1"0,0-2 5 0,0 0 16 31,0-3-3-31,0 4-5 0,0-2 3 0,0 0-6 0,-4 1-4 32,-1 0-9-32,0 1-3 0,-1-2-2 15,-3 2 1 1,0 0-3-16,0 1 2 0,0 0 2 16,-2 3 2-16,0 0-6 15,2 0 8-15,-2 0-10 16,-1 0 8-16,0 0-3 0,2 3-1 15,-1 1 0 1,2 4 0-16,0-2-1 16,0 3-1-16,2-1 1 0,1 1 0 0,0 2-3 15,3-1 3 1,-2 2 0-16,3-1-1 16,-2-2-1-16,4 2 1 15,0-1-2-15,0-3 2 0,0 0 0 0,0-1 0 16,4-1 4-16,3 2-2 15,-4-4-1 1,3 1 1-16,0-1 0 16,-1 0 0-16,4-1 1 15,-2 0 0-15,0-2 1 16,5 0-1-16,-2 0 0 0,1 0 1 16,0 0-1-16,1 0 0 0,0 0-1 15,0-4 1 1,-1 1 1-16,-3-1-2 15,2 1 1-15,-3-1-1 16,0-2 0-16,-1 2 1 0,-2 1 0 0,0-1-1 16,-3-2 0-16,4 2 1 0,-3-3-1 31,-2 2 0-31,2 0 0 16,0-1 0-16,-2 1 0 15,0-1 0-15,0 3 0 16,0 0-1-16,0 0-2 0,0 1-2 15,0 0 2-15,0-1 2 16,0 3 3-16,0-1-1 16,0 0-1-16,0 1 1 15,0-1-1-15,0 1 1 0,0 0-1 16,0 0 0-16,0 0 0 16,0 0 0-16,0 0 0 15,0 0 0-15,0 0-1 16,0 0-5-16,0 0 3 0,0 3-1 15,0 3 6-15,0-2-4 16,0 2 4-16,0 0 0 16,0-1-1-16,0 1 0 0,0-2 1 15,0-1 0-15,3 0 0 16,1 1-1 0,-2-1 1-16,0 1-1 0,2 0-1 15,1-1 0-15,-2 0 0 0,1-1 3 16,1-1-2-1,3 2 0-15,-3-2-1 16,4 1 1-16,2-1-7 16,-2-1-31-16,2 0-62 0</inkml:trace>
  <inkml:trace contextRef="#ctx0" brushRef="#br0" timeOffset="141621.04">6875 5766 104 0,'0'0'16'0,"0"0"2"0,0 0 4 0,0 0 0 0,0 0 0 15,0 0-2-15,0 0-2 16,0 0-6-16,0 0-5 0,0 0-2 15,0 0-5-15,0 1-1 16,0 3 0-16,0 2 3 16,-2 1-1-16,2 2 1 15,-2-2-2-15,0 3 1 0,1-2-1 16,1 1 1 0,-2-1 0-16,2 1 2 0,0-1-1 15,0-1-1-15,0 0 0 16,-2 0 0-16,2-2 0 0,0 2-1 15,0-3 0 1,0 1 1-16,0-3-3 16,0 1 2-16,0 0 2 0,2-1-7 0,0-2-17 15,1 0-43 1,1 0-59-16</inkml:trace>
  <inkml:trace contextRef="#ctx0" brushRef="#br0" timeOffset="142760.26">7222 5517 106 0,'0'-1'9'0,"0"-3"9"0,0 1 0 0,0 0-7 15,-2 0 4-15,-1-1 6 32,0 1-10-32,1 0-3 0,0 2-4 15,-2-2-4-15,2 3 1 16,-3 0-1-16,-1 0 5 16,-1 0-7-16,2 0 8 15,-4 0-6-15,1 3 0 0,-2 4 1 0,0 1-1 16,1 5-1-16,-1-1 1 15,-1 5 0-15,0 1 0 0,-1 1-3 32,4 3 4-32,-1-1-2 15,0 2 2-15,2-2 1 16,3 1-2-16,-2-1 5 0,5-2-2 16,-1 0 1-16,2-1-3 15,0-1 4-15,0-2 0 16,0-1 0-16,2-1-2 15,3-2-1-15,1 1-1 0,1-2 2 16,2-1 0 0,-2 0-7-16,0-2 5 0,4-1 1 15,-2-1-2-15,-1-1 0 16,4-3-14-16,-1-1-39 0,-2 0-42 16</inkml:trace>
  <inkml:trace contextRef="#ctx0" brushRef="#br0" timeOffset="143087.51">7269 5662 129 0,'0'0'17'0,"0"0"-21"0,0 0 11 0,0 0 7 0,0 0-7 15,0 0 0-15,0 44 0 16,0-30 1 0,0-2 4-16,0-1-4 15,0 2 1-15,0-2-3 0,-1-1-4 0,0 1 0 16,1-2-2-1,0-2 1-15,0 0-1 0,0-1-4 16,0-3-45 0,2-3-44-16</inkml:trace>
  <inkml:trace contextRef="#ctx0" brushRef="#br0" timeOffset="143343.91">7394 5711 99 0,'0'0'128'0,"0"0"-124"0,0 0 0 15,0 0 15-15,0 0-8 16,47 1-8-16,-36-1-2 15,3 0-1-15,1 0 1 16,3 0-1-16,-2 1 0 0,4-1-19 16,-1 0-64-1,0 0-85-15</inkml:trace>
  <inkml:trace contextRef="#ctx0" brushRef="#br0" timeOffset="144198.34">7787 5665 134 0,'0'0'15'0,"0"0"12"0,0 0-15 15,0 0 1 1,0 0 1-16,0 0-3 16,0 0-3-16,0 0-1 0,0-23 2 15,-2 22-8-15,-4-1 2 0,1 2-5 16,-4 0 8 0,2 0-12-16,-4 0 15 0,0 5-11 0,2 0 4 15,-2 3-4-15,1 1 5 16,1 0-7-16,3 2 4 15,-2 2 0 1,2 0-2-16,2 0 0 16,1 1 2-16,2-1-2 0,0-1 0 15,1-3 1 1,0 0 2-16,0-1 1 0,1-3 0 0,3 0 0 16,0-5-1-16,2 3 3 0,0-2-3 15,-1-1 4 1,3 0 2-16,-3 0-5 15,4 0 1 1,-2 0-1-16,3-4 0 16,-3-2 0-16,3 0 1 0,-2-1-1 15,-2-1-1-15,1 1 0 16,-1-2 0-16,0 2 0 16,-2-1 0-16,-2-2-1 15,-1 5 2-15,1-2 0 16,-2 0 0-16,0 2 0 0,1-1-1 15,-1 1 0-15,0 0 0 16,3-1-1-16,-3 2 0 16,0 3 1-16,2-1-1 15,-2 1 1-15,0-1 1 0,0 1 0 16,0 1 1-16,0 0-6 16,0 0 2-16,0 0 0 15,0 0-1-15,0 0-1 16,0 0 0-16,0 0 2 15,0 1 3-15,0 5-2 0,0-2 0 16,0 3 0-16,0 0-2 16,0 1 2-16,0-1 0 15,2 0-2-15,0 0 4 16,2 0-2-16,2 0 0 0,-2-1 0 0,1 1 1 31,3-1 0-31,0-1-2 0,-2 1 2 0,3-2-1 16,-1 0-11-1,4-3-23-15,-3-1-59 0,-1 0-45 16</inkml:trace>
  <inkml:trace contextRef="#ctx0" brushRef="#br0" timeOffset="144531.7">7989 5726 119 0,'0'0'29'0,"0"0"-15"0,0 0-2 0,0 0 13 0,0 0 4 15,0 0-5-15,0 0-9 16,0 0-4-16,0 0-6 16,0 0 0-16,0 0-7 0,0 0 2 15,2 6 2-15,-2 2-2 16,0 1 1-16,0-1 1 15,0 1-1-15,0-2 1 16,0 4 1-16,0-2-2 16,0-2 2-16,0 0-2 0,0 1 0 15,0-2 0-15,0 0-2 16,0-1 2-16,0 1 0 16,0 0-1-16,0-2 0 0,0 0 0 15,0-2-23-15,-6-2-86 16</inkml:trace>
  <inkml:trace contextRef="#ctx0" brushRef="#br0" timeOffset="145333.07">8064 5489 79 0,'0'0'20'0,"0"0"-3"0,0 0 0 0,0 0 5 0,0 0-1 16,0 0-4-1,0 0-5-15,0 0-5 0,38-10-4 0,-31 10-1 31,2 0 3-31,0 0-1 16,-2 0 1-16,4 0-4 0,-2 1 4 0,-1 3 1 16,4 1 1-1,-3-1-3-15,-1 2 0 0,1-1-3 16,-1 4 2 0,0-2-1-16,-1 2-2 15,-1 1 1-15,2 1-1 0,-4 2 0 16,-1-2 0-16,-1 3-1 15,2-2 1-15,-4 2 1 16,0 0 0-16,0 0 0 16,0 3-3-16,0-2 4 0,0 0-2 15,-2 2 1-15,-1-1 2 16,1-2-2-16,-2 0-1 16,0-1 2-16,0-2-2 0,2 1-2 15,-2-1-1-15,0-4 3 16,0 0 0-16,1 2 1 15,-1-2 0-15,-1-3-1 16,0 3 1-16,1-1 1 16,-2-1 0-16,3 0 0 15,1 0-1-15,-2 1-1 0,0-3 0 16,1 1 1-16,-2-1-1 16,3 0 1-16,-2 1-1 15,1-2 0-15,1-1 4 0,0-1-1 16,0 3-2-1,-2-3 0-15,2 0-1 16,1 0-20-16,-1 0-116 16</inkml:trace>
  <inkml:trace contextRef="#ctx0" brushRef="#br0" timeOffset="147427.96">8911 4606 64 0,'3'-1'9'0,"-3"-2"6"0,0 3-2 0,0-2-3 16,0 0-1-1,0 1-5-15,0-2 7 0,0 2 1 16,-3-1 3-16,3 2 7 0,-2 0 0 15,1-1-5 1,1 1-6-16,0 0-2 0,0 0-2 16,0 0-6-1,0 0-2-15,0 0 0 0,0 0-5 16,0 4 5-16,0 4 0 0,0 1 3 16,0 1 3-1,0 1-4-15,0 2 1 0,3 1-1 16,0-1-3-16,1 0 0 15,0 4 5-15,1-3-3 0,1 2-1 16,1 1 1 0,0 0-1-16,0-3 3 15,1 3 5-15,4 0-3 0,-3 0-2 16,2-1-1 0,-2-2 0-16,3 2 0 0,0-2-1 0,0-3 1 15,-3-1 0 1,-1 0 0-16,1-1 1 0,0-2 1 15,0-2-1 1,-2 1 0-16,1-2 0 16,0 1 0-16,-4-3 0 15,3 1-1-15,-3 0 1 0,0-1-1 0,2 0 0 16,-4 0-1-16,2-1 1 16,-3 1-1-16,1 0 1 15,2 0-8 1,-4-2-50-16,0 0-67 0</inkml:trace>
  <inkml:trace contextRef="#ctx0" brushRef="#br0" timeOffset="147844.87">9183 4900 88 0,'0'0'35'0,"0"0"-30"0,0 0-5 0,0 0 7 0,0 0 7 16,0 0 0-16,0 0 3 15,0 0 1-15,0 0-8 16,0 0 3-16,0 0-3 0,25 32-3 15,-20-27-4-15,-1 1-2 16,1 0 0-16,0 0 0 16,-1 2-1-16,-2-1 0 15,0-2 1-15,-1 0-1 0,-1 0 0 16,0-1 0-16,0 0 2 16,0 0 4-16,-1-1 0 15,-5 2 4-15,-4 0-2 0,-1 1 0 16,-3 1-7-16,-3 0 2 15,0 2 0 1,-2-1 2-16,1 2-3 0,3 0-4 16,1-3-69-16</inkml:trace>
  <inkml:trace contextRef="#ctx0" brushRef="#br0" timeOffset="148597.87">8956 5615 87 0,'0'0'62'0,"0"0"-56"0,0 0 0 0,0 0 0 16,0 0 1-16,0 0 5 15,38-24 3-15,-29 21-1 0,3 3 0 16,0 0-3-16,-2 0-6 16,-1 0-1-16,0 0-2 15,1 0 0-15,-3 0-1 16,0 4 0-16,0 2 0 0,-1 0-1 15,-2 1-1-15,-2 2 1 16,0-1 1 0,-2-1 0-16,0 3-2 0,0-3 0 15,-1 2 2-15,-6 0 1 16,-2-1 4-16,-3 0-5 16,0 1 4-16,-1-2-1 0,-1-1-4 15,3-1 2-15,-2-1 1 16,3 1-3-16,0-2 1 15,3-1 0-15,1-2-10 0,2 1-23 16,4-1-13 0,0 0-3-16,0-3-60 0</inkml:trace>
  <inkml:trace contextRef="#ctx0" brushRef="#br0" timeOffset="149251.93">9222 5544 82 0,'0'0'21'0,"0"0"-5"0,0 0-10 15,0 0-2 1,0 0 1-16,0 0-4 16,0 0 1-16,0 0 3 15,0 0 6-15,0 0-2 16,-15 3 0-16,10 0-3 0,-1 4 2 16,1 1-3-16,-4 0-2 15,4 0 2-15,-2-1-1 16,1 3 3-16,2-3 6 0,-1 3-4 15,2-4 1-15,-3 11 4 16,6-10-10 0,-2 2-1-16,2-2-1 0,-3-2-2 15,3 3 1-15,0-3 1 16,0 1 0 0,0-2 0-16,0 2 2 0,0-2 0 15,0-1-2-15,3 0 1 0,3 1-1 16,-3-1 0-16,4-2 0 15,-1 2-2 1,-1-2 3-16,1 2-3 16,0-3 4-16,2 0-2 0,-1 0 1 0,-1 0 0 15,0 0-1 1,1 0 1-16,-1 0-1 16,2 0 2-16,-4 0 0 0,3 0-2 0,-1 0-1 31,0-3 0-31,0 2-1 0,-3 0 1 15,3-1-1-15,-2 1 1 0,-2-1-1 16,1 1 1 0,-1 0 2-16,1-1-2 15,-3 2-1-15,0 0 0 16,0 0-9-16,0-3-34 0,0-1-136 16</inkml:trace>
  <inkml:trace contextRef="#ctx0" brushRef="#br0" timeOffset="158835.1">3628 5912 20 0,'0'0'95'15,"0"0"-69"-15,0 0-7 0,0 0-6 16,0 0 3-16,0 0 0 0,0 0-2 15,0 0-6-15,0 0 0 0,0 0 1 32,0 0-1-32,0 0-1 0,0 0 0 0,0 0-4 15,0 0-2 1,0 0-1-16,0 0 0 0,0 0 1 0,0 0-3 31,0 3 2-31,-2 2-2 16,2 1 2-16,-2 3 0 0,2 1 0 0,0 0 1 15,-1 2-3-15,1 3 2 16,0-1 0 0,0 0 0-16,0 3 0 15,0-3 0-15,0 2 0 16,0 0 1-16,0-1-2 16,0 1 1-16,0-2 0 15,0 1 1-15,0-1-2 0,0 0 1 16,0-3 1-16,0 2-1 15,0-2 1-15,-1-1-1 16,1 1 0-16,0-2 1 16,0-1-1-16,0 0 0 15,0-1 0-15,0-2 1 0,0 1-1 16,0-2 0-16,0-1 0 16,0 1 0-16,0-2 0 0,0-1 1 15,0 2-1-15,0-3 0 16,0 0 0-1,0 0 0-15,0 0-4 0,0 0-16 16,0 0-28-16,0 0-66 16</inkml:trace>
  <inkml:trace contextRef="#ctx0" brushRef="#br0" timeOffset="159189.78">3554 6238 151 0,'0'0'36'0,"0"0"-13"0,0 0-2 0,0 0 1 15,0 0-4 1,0 0-12-16,0 0-11 0,0 0 9 16,0 0-1-1,0 0 1-15,0 0-5 16,26 15 4-16,-18-11-2 0,-2-2 1 0,1 0-2 16,-3 2 1-16,1-2-1 15,2 1 1 1,-2 0-1-16,1-3-7 15,0 3-27-15,-1-3-65 16</inkml:trace>
  <inkml:trace contextRef="#ctx0" brushRef="#br0" timeOffset="159468.04">3717 6199 128 0,'0'0'29'0,"0"0"-19"0,0 0-1 16,0 0 2-16,0 0 4 15,0 0-1-15,0 0-4 16,0 0-1-16,0 0-1 0,-31 40-2 15,27-29-3-15,-1 0-2 16,0 2-1-16,1 1 1 16,-3-5-52-16</inkml:trace>
  <inkml:trace contextRef="#ctx0" brushRef="#br0" timeOffset="160773.71">2903 6814 111 0,'0'1'14'0,"0"-1"-9"0,0 0 1 0,0 0 9 0,0 0 2 0,0 2-9 16,0-2-4-1,0 0 3-15,0 0 2 16,0 0 13-16,4 0-2 0,2 0-10 0,0 1-3 16,3-1-3-1,1 0 1-15,1 0-4 16,2 0 0-16,2 0 1 0,-1 0-1 15,4 0-1-15,-3 0 1 0,-1 0-1 32,1 0 1-32,-1 0-1 15,-3 0 1-15,-3 0-1 0,2 0 0 16,-3 0 0-16,-3 0-14 0,-2 0-35 0,0 0-35 16</inkml:trace>
  <inkml:trace contextRef="#ctx0" brushRef="#br0" timeOffset="161902.41">3330 6746 70 0,'0'0'16'0,"0"0"6"0,0 0-10 15,0 0 0 1,0 0-2-16,0 0-3 0,0 0-5 15,0 0-1-15,0 0-1 0,0 0 0 16,0 0 1 0,0 0-1-16,-24-3 0 15,21 3 1-15,-1 4 0 0,-1 0 1 0,1 2-2 16,0 0 1 0,0-1 0-16,1 1 0 15,1 1-1-15,-1 0 1 0,1 1 1 0,0-1 1 16,2 0 1-16,0 0 0 15,0 0 1 1,0 0 1-16,0 0-3 16,0 0 0-16,2 0 1 0,3 0-1 0,-2-1-3 31,3 1 7-31,-2-1 2 16,3-1 1-16,-3 0 1 15,3-4-3-15,2 2 2 0,-2-2-2 0,1 1-5 0,0-2-1 31,3 0 0-31,-3 0 1 16,-1 0 0-16,2 0-1 16,-2 0-1-16,-1-4 2 0,1-1-2 15,-2 2 1-15,-1-4 0 16,1 2 3-16,-1-1-1 16,-2 0-1-16,0-1-1 15,-1 0 1-15,1 0-2 0,-2-3 0 16,0 3 1-16,0-3-1 15,0 3 2-15,0-2-2 16,0 2 0-16,0-3-1 16,0 3 1-16,0 0 1 15,0 0-2-15,-2 3-4 16,0-2 4-16,-1 1 0 16,1-1 0-16,-4 1 1 0,1 1-2 0,-2 0 0 15,-2 1 3-15,0 1 4 16,0 1-5-16,0 0-1 15,0 0-2-15,1 1 0 16,0 0-2 0,0 0 3-16,3 0-2 0,-1 0 0 15,-1 0 0-15,4 3-1 0,-1 1-8 16,2 1-7 0,-2 1-25-16,3-1-23 15,1 0-3-15</inkml:trace>
  <inkml:trace contextRef="#ctx0" brushRef="#br0" timeOffset="162505.1">3586 6800 116 0,'0'0'37'0,"0"0"-14"0,0 0 5 16,0 0 8-16,0 0-12 15,0 0-11-15,0 0 0 16,0 0-2-16,0 0-1 0,0 0 0 15,0 0-1-15,0 0-2 16,0 0 2 0,0 0-2-16,0-2-4 0,0 1-2 15,0 1-1-15,0 0-2 0,0 0-18 16,0 0-38-16,0-4-120 16</inkml:trace>
  <inkml:trace contextRef="#ctx0" brushRef="#br0" timeOffset="164038.66">3755 6681 157 0,'2'-2'15'0,"0"-1"1"0,-2 3-6 0,1-1 3 31,-1 1 2-31,0 0-10 16,0 0-7-16,0 2 2 15,0 6 3-15,0 0-3 0,0 2 5 16,0 1-5-16,0 2 1 15,0 0 0-15,-1 0 1 16,-1-2-1-16,2 1-1 16,-2 0 0-16,2-5 0 15,0 0 0-15,0 1 1 0,0-4-1 16,0 0 0-16,0 0 0 16,0-1 1-16,0 0 0 15,4 0 2-15,-2 0 1 16,3-2 1-16,3 2 6 0,0-3-5 15,1 0-2-15,2 0 0 16,2 0-1-16,-2 0 1 16,3 0-3-16,-1 0 0 15,1 0 0-15,-3 0-1 0,-2 0 1 16,1 0-1 0,0 0-3-16,-4 0-20 0,1-3-21 15,1 0-25-15,-2-1-19 16</inkml:trace>
  <inkml:trace contextRef="#ctx0" brushRef="#br0" timeOffset="164414.04">3934 6736 67 0,'0'0'90'0,"0"0"-72"0,0 0 10 0,0 0-4 0,0 0-1 15,0 0-15 1,0 0-5-16,0 0-6 0,0 0 1 0,0 0 1 16,-2 15 1-16,2-6-1 15,2 2 2-15,0 2 0 16,0 0-1-1,-1 1 2-15,3-1 1 16,-2 1 0-16,0-1-2 0,0-3-1 0,0 0 1 16,-1-2-1-16,-1 1 0 15,3-4 1 1,-3 1 0-16,2-2 0 16,-2-1-1-16,0 0 0 15,0-2-15-15,0-1-29 16,0 0-65-16</inkml:trace>
  <inkml:trace contextRef="#ctx0" brushRef="#br0" timeOffset="164762.24">4057 6706 190 0,'0'0'34'16,"0"0"-15"-16,0 0-6 16,0 0 8-16,0 0-8 15,0 0-12-15,0 0-2 0,0 0 1 16,0 0 1-16,7 28 1 15,-5-15 0-15,0 0-2 16,0-1 0-16,0 0 0 16,0 1 2-16,-1-2-2 0,2-2 0 15,-1-1 0-15,2 2 0 16,-2-5-2-16,2-1-24 16,-2-3-51-16,3-1-21 15</inkml:trace>
  <inkml:trace contextRef="#ctx0" brushRef="#br0" timeOffset="165328.81">4224 6683 241 0,'0'0'6'0,"0"0"-4"16,0 0-3-16,0 0-5 15,0 0-8-15,0 0 13 16,0 0-1-16,0 0 5 0,2 27-2 16,-4-17 1-16,0 1-2 15,2 1 1-15,-2-2-1 16,2 0 2-16,0-2-2 0,0-2 1 16,0-2-1-1,0 3-3-15,0-5 3 0,4-1 2 16,-2 1 2-1,1-1 1-15,4 0 5 0,-3-1-2 0,3 0-2 16,0 0-3 0,4 0 1-16,-2 0-1 15,-1 0-2-15,1 0 2 0,1 0-1 16,-1 0-1 0,-1 1 0-16,2 1-1 0,-4 3 1 0,-2-1-1 15,3 2 2 1,-3-1-1-16,-2 2-2 15,0-1 1-15,2 1-3 0,-4-1 2 16,0-1 1 0,0 0 1-16,0 2-1 15,-6-3-1-15,-2-1 2 0,1 4 5 0,-1-3-5 16,-2 0 1-16,1-2-1 16,1 1 1-16,-2 0-2 0,2-2 2 31,3-1 0-31,-3 0-5 15,5 0-11-15,-1 0-17 0,1 0-38 0,0-7-74 16</inkml:trace>
  <inkml:trace contextRef="#ctx0" brushRef="#br0" timeOffset="165576.65">4274 6668 198 0,'0'0'30'0,"0"0"-14"0,0 0-12 15,0 0 0-15,0 0 0 16,0 0-3-16,0 0 0 0,44 0-4 15,-34 0-28-15,3 0-36 16,-3-2-68-16</inkml:trace>
  <inkml:trace contextRef="#ctx0" brushRef="#br0" timeOffset="166260.29">4443 6707 109 0,'0'0'10'0,"0"0"8"0,0 0-1 32,0 0 1-32,0 0 11 0,0 0-14 0,0 0 3 15,0 0-5-15,-10-24-7 16,14 20 2-1,2 0-3-15,4 0-3 0,-2 1 1 0,-1 0-2 32,1 2 1-32,2 1 0 15,-3 0 0-15,1 0-1 16,-3 0 0-16,2 1 0 0,-2 4-1 0,1 2 1 0,-2 2-1 31,-2 2 0-31,0 2-2 16,1 0 2-16,-3 2 0 15,0-2-2-15,0 2 1 16,0-3-1-16,-7 0-1 16,1-1 1-16,-1-2 1 0,1-1 2 15,-2 1 5-15,0-1-6 16,3-3 0-16,1 0 1 16,0-1-1-16,-1-1 0 0,4-1 0 15,-1 0 0-15,2-2 1 16,0 0-1-16,-2 0 0 15,2 0 0-15,0 0 1 16,0 0-1-16,0 0 1 0,0 0 0 16,0 0 1-1,0 0-2-15,0 0 0 0,0 0 1 16,0 0 4-16,0 0-4 16,4 0-1-16,0 0 1 0,2 0-2 15,1 0 1-15,1 0 4 16,2 0-1-16,-2 0 1 15,1 0-2-15,0 0 0 16,0 0-1-16,-2 0 1 16,0 0-3-16,-1 0 2 15,-2 0 0-15,1 0-2 16,0 0-14-16,-3 0-44 0,-2-5-85 16</inkml:trace>
  <inkml:trace contextRef="#ctx0" brushRef="#br0" timeOffset="167134.64">4620 6568 150 0,'2'0'10'0,"0"0"-2"0,0 0-4 15,0 0 11-15,4 0 8 16,-2 0-10-16,0 0 2 0,1 0-1 16,1 3-8-16,1 0 4 15,0 1 0-15,2 2-4 16,-2 1-1-16,1 2-2 15,2 2 0-15,-4 0-1 0,1 2-2 16,-1 1 1 0,0 1 0-16,0 0-1 0,-1-1-1 15,-1 3 1 1,0-2 1-16,-2 2-3 0,0-2 2 0,-2 2 0 16,0 0 0-16,0-1 0 15,0 0 1-15,0 0 0 16,-4-1 1-1,-3-1-1-15,1-1-1 0,-3 1 1 16,2-5 1-16,-4 0 1 16,1 0-1-16,-2 1 0 0,1-3-1 15,-7 0-3 1,2-3-20-16,-4-3-69 16</inkml:trace>
  <inkml:trace contextRef="#ctx0" brushRef="#br0" timeOffset="167842.21">2926 6577 83 0,'0'0'16'0,"0"0"19"0,0 0-4 16,0 0-8-16,0 0-12 15,0 0 1-15,0 0-1 0,0 0-2 16,0 0-5-16,-38-10 0 15,34 10-2 1,-1 0 0-16,-4 0-2 0,0 6 1 0,-2 2-1 16,-1 0-1-1,-3 5 2-15,1 3-1 16,1 1 1-16,-1 4 1 16,3 2 0-16,3 1 1 15,1 2-1-15,2-1 3 0,5 0 2 0,0 0-3 16,8-1-3-1,9-1-2-15,10-2 1 0,9-4 0 16,7-4-22 0,7-9-126-16</inkml:trace>
  <inkml:trace contextRef="#ctx0" brushRef="#br0" timeOffset="168952.19">5434 6135 26 0,'0'0'33'0,"0"0"-8"0,0 0 0 15,0 0 3-15,0 0-2 0,0 0-4 0,0 0 2 32,0 0-7-32,0 0-3 0,0 0 0 0,0 0-7 0,0 0-1 31,0-30-2-31,0 29 1 15,0 0 0-15,-3 0-2 16,3 1 2-16,0 0-4 16,-2 0 1-16,2 0-2 0,-3 0 2 15,1 0-1-15,0 7-2 16,0 2 1-16,0 5-1 16,0 1 0-16,0 3 1 15,2 0-1-15,-1 2 2 0,1 2-1 16,0-1 1-16,0 3 1 15,0-3 0-15,1 3-2 16,3-1 1-16,0 0 0 16,0 1 3-16,1-1-2 15,2-2-1-15,-2 2 0 16,1-2-1-16,-2-1 0 0,1 1 0 16,2-4 0-16,-4 0 0 15,1-1 0-15,-2-2 0 0,0-3 1 16,-2 0-1-1,2-2 1-15,-2-3 0 0,0 1 1 16,0-2 1-16,0-1-1 16,0 0 0-16,0-1 0 0,0 0-1 15,0 1 2 1,0-2-1-16,0 0 1 0,0 1-2 16,1 1-1-1,1-1 1-15,-2 0-1 0,2 0 0 16,-2 0 0-16,0 1-11 0,0 0-13 15,0-1-58-15,-5 1-113 16</inkml:trace>
  <inkml:trace contextRef="#ctx0" brushRef="#br0" timeOffset="169344.24">5378 6693 152 0,'0'0'31'0,"0"0"-21"0,0 0 6 16,0 0-4-16,0 0 7 15,0 0-8-15,0 0-4 0,0 0 1 16,0 0 1-16,0 0-2 16,35 10 0-16,-26-6-5 15,0-1 0-15,1 2-2 16,0-2 1-16,-3 1-1 15,5-1 1-15,-4-1 1 0,1 1-4 16,-1-3-9-16,2 0-26 16,1 0-62-16</inkml:trace>
  <inkml:trace contextRef="#ctx0" brushRef="#br0" timeOffset="169615.33">5631 6632 166 0,'0'0'4'0,"0"0"5"16,0 0 1-16,0 0 0 0,0 0 4 16,0 0 0-16,0 0-6 15,-36 10-6-15,30 0 0 16,-2 0-1-1,1 0 1-15,1 1-2 0,0 1 1 0,1-1-2 16,-3 0 2-16,2 1-1 16,-3 1-14-1,1-4-45-15,-4 0-61 0</inkml:trace>
  <inkml:trace contextRef="#ctx0" brushRef="#br0" timeOffset="173247.77">5326 7126 162 0,'0'-1'4'16,"-2"-2"5"-16,0 2 9 0,0-2 5 16,2 3-3-1,-3-3-8-15,2 3-5 16,-1 0-3-16,1-1 2 0,-1 0-1 15,-3 1-1-15,3 0-1 16,-3 0-2-16,1 0 1 16,-4 0-2-16,3 2 0 0,-4 5 0 15,4 0 0-15,-3 2 0 16,3-1 0-16,-4 2-1 16,6 2 1-16,-1-1-2 0,2 0 0 15,2 2-1-15,0-1 0 16,0 0 1-1,0-1 2-15,0 0 0 0,4-1-1 16,1 2 2-16,2-3 0 16,-1-1-1-16,3-1 0 15,-2-1 2-15,4-3-1 16,-2 1 0-16,2-1 2 0,0-1 0 16,0-2-2-1,1 0 2-15,-3 0-2 0,2 0 1 0,-3-5 1 16,0 1-2-16,-2-3 1 15,-1-2 1 1,-1 0 1-16,0-3-1 0,-2-1-1 16,0-1 0-1,2 1-1-15,-4-4 1 0,0 3-1 16,0 1 0-16,0 0 0 0,-5-1-1 16,2 4 0-16,-3 0 0 15,1 0 0-15,-1 2-1 0,-1 1 0 31,0 0 1-31,0 4 0 16,1-1-2-16,-1 2-1 0,0 2-4 0,0 0 0 0,1 0-13 16,2 2-14-16,-2 3-24 31,3 0-25-31</inkml:trace>
  <inkml:trace contextRef="#ctx0" brushRef="#br0" timeOffset="173738.81">5532 7203 135 0,'0'0'16'0,"0"0"5"0,0 0 5 0,0 0 7 16,0 0 0-16,0 0-7 15,0 0-6-15,0 0-3 0,0 0 0 16,0 0 4 0,0 0 0-16,0 0 2 15,-6-17-8-15,6 16-1 0,0-1-4 0,0 2-3 16,0 0-4-1,0 0-1-15,0 0-2 16,0 0-5-16,0 0-25 16,0 0-34-16,0 1 21 0,0 1-49 0,0 0-131 31</inkml:trace>
  <inkml:trace contextRef="#ctx0" brushRef="#br0" timeOffset="174898.57">5829 7149 94 0,'0'0'29'0,"0"0"-1"0,0 0 11 0,0 0-3 16,0 0-8-16,0 0-14 15,0 0-2-15,0 0-3 16,0 0-1-16,11-40-6 15,-11 35 1-15,0-2-3 16,0 1 0-16,0 0-3 0,-3-1 1 16,-3 3-2-16,2-2 0 15,-3 3-4-15,-2 2 9 16,1 0-2-16,-4 1-2 0,3 0 1 16,-4 0-3-16,4 5 1 15,-2 2 1-15,1 2-3 16,2-2 1-16,1 3-3 0,1-2 5 15,1 1 1 1,3-2-1-16,2 2-3 0,0-4 1 0,0 2 4 31,0 0-1-31,0-2 2 0,4 0 1 0,1 0 2 16,-1 1-1 0,1-4-4-16,1 1 3 0,0 1 2 15,2-3 2-15,-4 1 1 16,5 0 2-1,-3 0-1-15,2-1 0 0,-2 1-2 16,1-2-2-16,-1 3 2 16,2-2-2-16,-2 2-1 15,-1-2-1-15,1 1 0 0,-1 2 0 0,1-1-1 32,-3 2 1-32,0 0 1 0,0-1-1 15,0 1-1-15,1 0 1 16,-2 1 0-16,-1 0 0 0,1-1-1 15,2 1 1 1,-4-2-2-16,2 2 0 16,-2 1 1-16,0-3 0 15,0 1-1-15,0-2 2 0,0 2-2 16,-2-1 1-16,0-1 2 16,-2 0-1-16,1-1-1 15,-1 1 2-15,0-2-2 16,-1 0 2-16,-2 2 0 15,2-3 0-15,-3 2-5 0,1-1 2 16,-4-1 2-16,4 0-2 16,0 0-1-16,-1 0 1 15,0 0 1-15,4 0 0 16,-2 0 1-16,1 0-1 0,3-3 0 16,-4 0 0-16,2-1 0 15,0 2 0-15,0-2-3 0,-1 0-3 16,3 0 4-16,-2-1 0 15,2 1 0-15,2 0-3 16,0-2-4-16,0 2 4 16,0-2-1-16,0 2 4 15,0-2 6-15,0 2-4 0,4-3 0 16,0 3 0 0,1-2 0-16,1 0 2 0,0 0 3 15,4 0 0-15,-3 0 1 0,2-1 0 16,2 0 1-1,-4 1-3-15,2-1 1 16,0 3-4-16,-4-1 0 0,3-2 1 16,-4 3-2-16,1-1 1 15,2 0 0-15,-4 2-1 16,0 0-2-16,2 1-9 0,-5 0-24 16,2-2-85-1</inkml:trace>
  <inkml:trace contextRef="#ctx0" brushRef="#br0" timeOffset="179677.55">7137 6209 130 0,'0'0'0'0,"0"0"2"0,0 0-1 0,0 0 2 15,0 0 0-15,0 0 2 16,0 0 9-16,0 0 1 0,0 0-3 16,0 0-9-16,0 0-5 15,-25-16-16-15,25 16-31 16,-2 0-61-16</inkml:trace>
  <inkml:trace contextRef="#ctx0" brushRef="#br0" timeOffset="180339.54">7137 6209 101 0,'-27'-17'23'0,"27"15"2"0,0 1-1 15,0 0 6-15,0-1-7 16,0 2-6-1,0-1-2-15,0 1-4 0,0 0 1 16,0 0-3 0,0 0-4-16,0 0-3 0,0 0-1 0,0 0-2 15,0 0-1 1,0 0 1-16,0 1 5 16,0 5-4-16,0 0 0 0,-2 2-1 0,-1 2 1 31,2-1 0-31,0 2 0 0,1 0 0 0,0 1 0 15,-2 1 0-15,2-1 0 16,0 2 0-16,-2 2 0 16,2-2 1-1,-2 3-1-15,-1-1 0 16,3 0 0-16,-2 2 0 0,1 0 0 16,1-2 0-16,0 4 0 15,0-2 0-15,0 1 0 0,0-1 0 0,0-1 1 31,0-2-1-31,0-1 0 16,0 1 2-16,1-2-1 16,-1 0-1-16,0 0 1 0,0-2 0 15,0 1 0-15,0-1 1 16,0 0-1-16,0 2 1 0,0-3-2 16,0 3 1-1,0-2-1-15,0 2 1 0,0-4-1 16,0 0 1-16,0 2-1 15,0-3 2-15,0-1-2 0,0 0 1 16,0-3 1 0,0 2 2-16,0-3 1 15,0 2 0-15,0-2-2 0,0 0 0 16,0 1 0-16,-2-2 0 0,2 1-1 16,0-1-1-16,-2 0 0 15,1-2 1 1,1 4-1-16,0-2-1 15,-2-1 1-15,0 3-2 0,-2-1-20 0,0 0-40 16,-1 0-101-16</inkml:trace>
  <inkml:trace contextRef="#ctx0" brushRef="#br0" timeOffset="180660.64">7006 6831 124 0,'0'0'58'0,"0"0"-12"0,0 0-10 0,0 0-14 15,0 0-11-15,0 0-10 31,0 0 7-31,0 0-2 16,0 0 1-16,0 0-3 0,0 0 0 16,42 10 0-16,-34-6-3 15,1 0-1-15,0-1 1 16,-2 2-1-16,0-3-8 16,4 1-11-16,-6-1-17 0,3-2-35 15,-3 0-19-15</inkml:trace>
  <inkml:trace contextRef="#ctx0" brushRef="#br0" timeOffset="180833.22">7158 6790 185 0,'0'0'73'0,"0"0"-41"16,0 0-10-16,0 0-8 0,0 0-10 15,0 0-7-15,0 0 3 16,0 0-2-1,-17 28 2-15,7-11-8 0,0 0-42 16,-3-1-109-16</inkml:trace>
  <inkml:trace contextRef="#ctx0" brushRef="#br0" timeOffset="182332.64">6760 7497 78 0,'-1'0'3'0,"-4"0"6"0,3 3 5 0,-2-2 2 16,-1 2-7-16,1 0 0 0,-2 1 0 16,1 2-4-1,-2 1 3-15,2 0 2 0,-1 2 0 16,-1 3 5 0,1-2-5-16,-1 3 2 0,4 2-5 15,-1-1-4-15,4 0-2 0,0-3-1 31,0-1 0-31,0 0 4 16,2-3 1-16,2 0 0 16,4-1 0-16,-2-1-1 0,-1-2-2 15,3-1 1-15,2-1 3 16,1-1-2-16,-3 0 1 16,4 0 3-16,-3 0-5 15,-1-4 0-15,-1-2 1 16,0-1-2-16,-2 2 2 0,-1-1 0 15,-2-4-1-15,-1 1 1 16,1 0 0-16,-2-1-2 16,0-2 3-16,0 0 2 15,0 0-4-15,0 1 0 0,-2 1-1 16,-1-2-1 0,-1 5 0-16,-4-1-1 0,4 2-1 0,-4 0-1 15,3 2 6-15,-1 1-6 0,1 2-6 31,-2 1-5-31,1 0-16 0,1 0-30 0,1 4-39 16</inkml:trace>
  <inkml:trace contextRef="#ctx0" brushRef="#br0" timeOffset="182775.42">6947 7568 140 0,'0'0'13'0,"0"0"-8"0,0 0-3 0,0 0 8 16,0 0 5-1,0 0 3-15,0 0 10 0,0 0-2 16,0 0-1-16,0 0-9 15,0 0-4-15,0 0-1 16,0 0-2-16,0 0-4 0,0 0-2 16,0 0-1-1,0 0-2-15,0 0 1 0,0 0-3 16,0 0-6-16,0 0-13 16,2 1-10-16,0-1-53 15</inkml:trace>
  <inkml:trace contextRef="#ctx0" brushRef="#br0" timeOffset="183312.74">7000 7501 173 0,'0'0'16'0,"0"0"-15"0,0 0-4 16,0 0 11 0,0 0 8-16,0 0-9 0,0 0-1 15,0 0 1 1,0 0 5-16,45 2 2 15,-34-2-3-15,1 0-2 0,-1 0-4 0,0-2-1 16,2 0 0 0,-4 0-3-16,0-1 0 0,0 2 0 0,-2 1-1 31,-3-2 1-31,1 2-1 16,-1 0 1-16,-2 0 1 0,0 0-1 0,1 0 0 15,-3 0 1 1,0 2-4-16,0 2 4 15,0 3-2-15,0 2 3 16,0-1-2-16,0 4 0 0,0-2-1 16,0 1 2-1,0 0-2-15,-5-1 0 0,3 1 0 16,2 0 1-16,-4-1 0 16,3-2 0-16,-1 2-1 15,2-3 1-15,-2 0-1 16,2 0 0-16,-2-4-3 15,2 1-24-15,0-4-80 0</inkml:trace>
  <inkml:trace contextRef="#ctx0" brushRef="#br0" timeOffset="183943.21">7241 7496 190 0,'0'0'13'0,"0"0"-3"0,0 0 13 0,0 0 5 0,0 0-11 16,46-19-1-1,-37 16-3-15,4 1-3 0,1 0 0 0,-1 2-2 16,0 0-2-16,-2 0-4 15,-2 0 0 1,-2 0-1-16,-3 6-3 16,-1-1 1-16,-1 2-3 15,-2 1 2-15,0 0 2 16,-2 2-1-16,-7-3-4 0,-2 3 3 16,0-3 1-16,-2 2 0 0,3-2 1 0,1-3 1 31,1 2-1-31,2-3 0 15,4-2 1-15,2 0 0 16,0-1-2-16,0 0-5 0,0 0-2 16,0 0-1-16,5 0 13 15,2 0-5-15,-1 0 4 16,3 0-1-16,-3 0-2 16,2 0 1-16,-3 0 0 15,1 0 0-15,-2 3-1 16,-2 0 0-16,-1 3-1 0,1-1 0 15,-2 1 0-15,0 3 1 16,0-2-1-16,0 0 2 16,-5-1-5-16,-3-1 3 15,1 1 5-15,-3-2-2 0,-1-1 1 16,1 0-1-16,-2 0-1 16,1-2 0-16,2-1 0 15,0 0 0-15,2 0-1 0,3 0-7 16,2 0-12-16,2-1-18 15,0-8-75-15</inkml:trace>
  <inkml:trace contextRef="#ctx0" brushRef="#br0" timeOffset="184448.08">7481 7466 86 0,'0'0'23'0,"0"0"9"0,0 0-6 16,0 0-2-16,0 0-11 0,0 0-7 0,0 0 5 31,0 0 6-31,0 0 1 16,0 0-7-16,0 0-3 0,0 0-6 15,6-7-5-15,-6 7 4 16,0 6 2-16,1 1 0 0,-1 2-2 0,2 0 1 15,-2 2 0 1,2 1 4 0,-2-1-1-16,0-1-3 0,0 1 0 15,0 0 0-15,0-2-2 16,0 1 1-16,0 0 0 16,0 0-1-16,0-3 0 15,0 0 1-15,0-1-1 16,0 0-1-16,0-3-15 0,0-1-17 15,0-2-45-15,0 0-44 16</inkml:trace>
  <inkml:trace contextRef="#ctx0" brushRef="#br0" timeOffset="184788.83">7575 7474 71 0,'0'0'95'0,"0"0"-69"0,0 0-1 0,0 0 1 16,0 0-5-1,0 0-7-15,0 0-3 16,0 0-3-16,0 0-6 0,18-10 1 0,-16 16 1 15,0 3-2-15,1 1 0 16,-1 4 1-16,0-1-3 16,0-1 2-1,-2 3-2-15,0-1 1 0,2-1 0 16,-2-1 0-16,0 1 1 0,0-2-2 16,0-2 0-1,0 0-8-15,0-5-62 0</inkml:trace>
  <inkml:trace contextRef="#ctx0" brushRef="#br0" timeOffset="185400.98">7997 7259 42 0,'0'0'67'0,"0"0"-59"0,0 0 2 0,0 0-7 16,0 0 2-16,-42-3-2 15,33 8 1-15,0 4 2 16,-5-1-1-16,3 2 0 16,0 2 0-16,-2 2 3 0,2 0 0 15,2 3 0-15,-3 2-2 16,1 2 1-16,1 0-2 16,2 2-1-16,0 0 0 0,3-1 6 15,3 1-2 1,0 0 2-16,0-2 3 0,2 2-3 15,0-5-3-15,0 2-1 16,2-3-2-16,4-3-1 0,-1 1-2 16,1-4 0-16,4 0 2 15,-2-2-2 1,-1-2 0-16,1 0-1 0,4-4-20 0,-3-3-24 16,2 0-58-16</inkml:trace>
  <inkml:trace contextRef="#ctx0" brushRef="#br0" timeOffset="185716.31">7981 7420 87 0,'0'0'85'0,"0"0"-87"0,0 0 4 0,0 0 12 0,0 0 5 15,0 37-1 1,0-24-6-16,0 1-3 16,0 3-4-16,0-1-3 15,0 0 0-15,1-1-1 0,0 1 0 0,0-2-1 31,0-2 1-31,3 0-1 0,-2-3-14 16,0-5-51-16,2-3-99 0</inkml:trace>
  <inkml:trace contextRef="#ctx0" brushRef="#br0" timeOffset="185955.77">8093 7536 208 0,'0'0'34'0,"0"0"-21"16,0 0-1-16,0 0 5 15,38 0-8-15,-24-1-7 0,1 0 0 16,1 0-2-16,-3-1 0 15,1 2-3-15,1-3-21 16,-3 2-61-16,1-2-48 16</inkml:trace>
  <inkml:trace contextRef="#ctx0" brushRef="#br0" timeOffset="186377.21">8313 7459 149 0,'0'0'116'16,"0"0"-98"-16,0 0-19 16,0 0 0-16,0 0 0 15,0 0 2-15,0 0-2 16,-21 38 0-16,17-28 0 16,1 3-1-16,3-2 1 0,-2-1 1 0,2 3 2 15,0-3-3-15,0-2 1 16,0-2-1-1,2 1 0-15,1-4 2 16,3-1-2-16,0-1 1 16,0-1 5-16,1 0 5 15,1-1-5-15,-1-5 2 16,0-3-1-16,-1-1 2 0,-1 1-2 16,-1-6 0-16,-2 2 0 15,-2 2-2-15,0-2-1 16,0 2 1-16,0 1 0 15,0 1-1-15,-4 2-2 16,-4 3-3-16,3 1 2 0,-5 2-3 16,4 1-9-16,-3 0-7 15,2 0-15-15,1 4-39 16,1-2-84-16</inkml:trace>
  <inkml:trace contextRef="#ctx0" brushRef="#br0" timeOffset="186616.55">8446 7497 241 0,'0'0'49'0,"0"0"-40"0,0 0 7 15,0 0 10-15,0 0-4 0,0 0-6 0,0 0-11 16,0 0-7-16,0 0-1 16,0 0-17-1,14 0-35-15,-10 0-13 0,3-3-108 16</inkml:trace>
  <inkml:trace contextRef="#ctx0" brushRef="#br0" timeOffset="187137.37">8550 7413 239 0,'0'0'15'0,"0"0"-14"0,0 0 2 31,0 0 5-31,0 0-5 16,0 0-2-16,41 0-2 0,-31 0 2 0,1 0 0 0,-2-2 5 15,-1 0 0-15,2 1 1 16,-1-1-3-16,-1-1-1 31,-1 2-1-31,0-1 0 16,-3 1-2-16,-1 1 1 0,-1 0 0 15,-2 0 1-15,0 0-2 16,0 0-2-16,0 3 1 16,0 4 2-16,0 2 1 15,-4 0 2-15,0 3-3 0,3-1 0 16,-4 2 0-16,3 0 0 15,-2 1 2-15,1 0-2 16,1-1 0-16,0 0 0 16,0-2-1-16,-1 2 0 15,2-3 1-15,0-2-2 0,1-1-1 16,0-2-22 0,0-4-96-16</inkml:trace>
  <inkml:trace contextRef="#ctx0" brushRef="#br0" timeOffset="187720.43">8755 7415 33 0,'0'0'278'0,"0"0"-285"0,0 0 4 0,0 0 6 16,0 0 2-16,0 0-2 15,0 0 2-15,45-15 0 16,-37 14 0-16,4-2-2 16,-1 3-2-1,0-1 0-15,-2 1-1 16,0 0 2-16,-3 0-2 0,-1 1 2 16,-3 3-3-16,-2 4-1 0,0-1-1 15,0 2-5 1,-4-1 3-16,-5 2-8 0,-3 0-3 15,0 0 9-15,0-2 11 0,3-1-1 16,0-2-1 0,3-1-2-16,1-1 1 0,3-2-1 15,2 2 0-15,0-2-2 16,0-1-7 0,0 0 0-16,3 2 16 0,3-2 1 15,1 1 0-15,1-1-3 0,-2 3 1 16,0-2-2-1,0 2-2-15,1 0 0 0,-3 1 0 16,-1-1-2 0,1 1 1-16,-1 2 0 15,-1-2-2-15,-2 1 1 16,0 0 0-16,0-2 1 16,-2 3-1-16,-5-1-1 0,-2-1 6 15,0-2 0-15,-2 1-4 16,-1 0 2-16,-1-2-3 15,0 1 1-15,1 0-2 0,2 0-14 16,2-1-21-16,4-1-45 16,-1 0-48-16</inkml:trace>
  <inkml:trace contextRef="#ctx0" brushRef="#br0" timeOffset="188155.34">8974 7416 165 0,'0'0'24'0,"0"0"-1"0,0 0 2 15,0 0 2 1,0 0-10-16,0 0-1 16,0 0-1-16,0 0-4 0,0 0 0 15,0 0-5-15,0 0-8 0,16-20-2 16,-16 30 5-16,0 0 0 15,0 3 5 1,0-1-6-16,-1 1 2 16,0 1-2-16,0-1 0 0,1 0 1 15,0 0-2-15,-2-2 2 16,2-1-2-16,-2-2-16 0,2 0-31 16,-2-4-36-1,0-2-73-15</inkml:trace>
  <inkml:trace contextRef="#ctx0" brushRef="#br0" timeOffset="188461.56">9071 7411 290 0,'0'0'8'0,"0"0"-9"15,0 0 1-15,0 0 2 16,0 0 4-16,0 0-4 16,0 0-4-16,0 0 2 0,0 0 5 15,12 18 4-15,-12-7-6 16,0 2-1-16,0 1-2 16,0 0 0-16,0-1 0 15,0 0-1-15,0-2 2 0,0-1-1 16,0 0 1-16,0-3 0 15,-4 0-18-15,-2-3-16 16,3-3-52-16,-2-1-55 16</inkml:trace>
  <inkml:trace contextRef="#ctx0" brushRef="#br0" timeOffset="188795.57">9177 7308 173 0,'0'0'27'0,"0"0"-3"16,0 0 2-16,46-4-4 0,-34 4-9 15,1 0-3 1,1 10 0-16,0 0-4 0,0 2-1 16,-2 4-2-16,-3 3-2 0,-3 1-2 15,-4 0-1 1,-2-1 2-16,0 2 1 0,-3-1 1 16,-10-1-3-16,-1 0-8 0,-4-4-21 15,-3-3-61-15</inkml:trace>
  <inkml:trace contextRef="#ctx0" brushRef="#br0" timeOffset="190062.74">9249 6031 94 0,'0'2'36'0,"0"-2"-27"0,0 0-10 0,0 1 11 0,0-1 3 16,1 0-3-1,2 4-6-15,0-3-2 0,-1 1 3 16,0 2 2 0,1 1 2-16,3 2-3 0,0 1 0 15,4 4 0-15,-2-1 0 0,3 3-4 16,2 0-1-1,2 2 0-15,0 1 0 16,3 0 1-16,0 2 6 0,-1-1-1 16,4 2 0-16,-1 0 0 0,0 1 0 15,1-1 0-15,-1 0-1 16,1 1-2 0,0 1-2-16,0 2 0 15,-2-1 1-15,1 1-2 16,0 0-1-16,-2 0 1 0,0-2 0 15,-4-1-1-15,1-3 0 0,-2-2 1 16,-4-2 0-16,3-3 0 0,-3-1-2 16,-1 0 4-16,2-4-3 15,-4 0 0-15,1 0 0 16,-3-3 1-16,-2-1-1 16,0 1 1-1,-2-2-1-15,0 2-10 0,0-3-25 0,0 0-48 31,0 0-54-31</inkml:trace>
  <inkml:trace contextRef="#ctx0" brushRef="#br0" timeOffset="190574.51">9850 6538 128 0,'0'0'13'0,"0"0"-2"0,0 0 3 0,0 0 5 0,0 0-12 16,0 0-1-1,0 0-2-15,0 0 4 16,0 0 0-16,0 0 1 0,29 20-4 16,-29-17 3-16,2 1-3 15,-2-1 0-15,0 2-2 0,0 0-1 16,0-2 0-16,0 4 0 16,0-4 1-1,0 3 0-15,-2-1 1 0,-2-1-1 16,-2 2 4-16,0 0-8 0,0-2 3 15,1 1 2-15,-1-1-2 16,-1-1 0-16,0 1 1 16,0-3 1-16,-3 2-2 15,1 1 4-15,-1-2-2 16,0-1 1-16,1 2 0 16,-1-3-1-16,2 1-2 0,3 0 0 15,1 1-1 1,-2-2-1-16,4 3-1 0,0-3-4 0,2 1-31 15,0-1-114-15</inkml:trace>
  <inkml:trace contextRef="#ctx0" brushRef="#br0" timeOffset="191953.6">10069 6999 108 0,'0'2'-1'0,"0"-2"0"0,0 2-2 0,-6-1-6 16,1 1 3-16,-5-1 7 15,2-1 2 1,-3 0-17-16,0 0 22 0,0 0-5 16,2 0 4-16,-1-3 6 15,2-1 7-15,5 0 8 16,1-2-12-16,2 0-11 16,0 1-7-16,0-2 6 0,7 0 0 15,2 2-2 1,2-2-2-16,-2 4-1 0,2-1-1 15,1 4 8-15,-2-1-5 0,2 1 4 16,-4 0 4 0,1 0 0-16,-2 1 0 15,-2 3-3-15,0 2-2 0,-1 1-1 0,-2 2-2 16,-2 2 0-16,0 0 0 16,0-1 0-1,0 3 1-15,-4-2 0 0,-1 1-6 16,-2-2 5-16,-2-1 0 0,1 0-2 15,1 0 3-15,-3-1 1 32,1-2 3-32,1 2-2 0,2-1-3 15,-2-1 1-15,2 0-2 0,2 1 1 0,1-3-1 32,1 3-1-32,0-4 0 0,2 1 0 0,0-1 3 15,0 0-2-15,0 0 3 16,0-2 4-1,0-1 5-15,4 1-4 16,-1 1-3-16,3-2-1 16,1 0 0-16,4 0-4 15,-2 0 3-15,1 0-1 0,3 0 4 16,0 0 0-16,0 0 0 0,0 0 3 0,1 0 0 31,1 0 0-31,-4 0-1 16,1 0-3-16,-1 0-2 15,-4 0-2-15,2 0-2 0,-5 0-29 16,-4-2-86-16</inkml:trace>
  <inkml:trace contextRef="#ctx0" brushRef="#br0" timeOffset="194998.92">3207 8569 37 0,'0'0'26'0,"0"0"-7"0,0 0 0 0,0 0 5 15,0 0-5 1,0 0-2-16,0 0-4 16,0 0-2-16,0 0-1 15,0 0-2-15,0 0 1 0,3 0 4 16,2 0 2-16,-1 0-2 16,1 0-8-16,3 0-1 15,1 0-1-15,0 0 1 0,2 0-2 0,0 0 2 31,-1 0-1-31,0 0-2 0,-1 0-1 0,1 2 1 16,-4 1 0 0,-1 0-4-16,1 1-11 15,-4 0-25-15,-2-1-40 16,0 1-67-16</inkml:trace>
  <inkml:trace contextRef="#ctx0" brushRef="#br0" timeOffset="195300.02">3241 8743 204 0,'0'0'22'0,"0"0"-16"16,0 0 16-16,0 0 12 16,0 0-12-16,0 0-2 15,0 0-10-15,0 0-3 16,0 0-2-16,31 0-3 0,-19 0-1 16,1 0-1-16,1 0 0 15,-1 2-14-15,3-2-33 16,-1 0-108-16</inkml:trace>
  <inkml:trace contextRef="#ctx0" brushRef="#br0" timeOffset="196027.87">3913 8663 87 0,'0'0'46'0,"0"0"-34"0,0 0 8 15,0 0 4-15,0 0-5 16,0 0-9-16,39 1-3 0,-23-1 2 16,2 0 5-16,3 0 0 15,2 0 0 1,-2 0-1-16,0 0-7 0,0 0-2 15,1 2-1-15,-6-1-2 0,2 1 0 16,-3-1-1 0,-1 1 0-16,-5-2 1 0,1 2-1 15,0-1 1-15,-4 0 0 16,-1 2-4-16,-3-2-13 16,0-1-34-16,-2 0-77 0</inkml:trace>
  <inkml:trace contextRef="#ctx0" brushRef="#br0" timeOffset="196859.28">4605 8531 67 0,'0'0'2'0,"0"0"-2"0,0 0 0 0,-39 6 1 0,30-1 1 16,-1-2 5-16,3 6 10 15,-2-2-2-15,2 1-4 16,1 0-5-16,3 3 0 0,-1 0-4 16,2 0 2-16,-1-1 0 15,3 0 0-15,0 2 2 16,0-2 11-16,0 0-3 16,7-2-4-16,-2 1 1 15,3-1-2-15,3-2-1 16,1 1-3-16,-2-1 3 0,4-2 3 15,-2-1-4-15,1-2 1 16,3 1-1-16,-1-2 0 16,1 0-4-16,-3 0 0 0,1 0-2 15,-1-2 0 1,-2-1 0-16,0-2 0 0,-2-1 1 16,-2 0 0-16,2-1 2 15,-5-1-1-15,1-1 1 0,-3 1-3 16,0-2 1-16,0-2-1 15,-2 1-1 1,0 1-6-16,0-1 5 0,0 1 2 0,0 0 1 16,-4 1-1-1,2 1 1-15,-3 1-1 16,1 0-1-16,-2 1 0 0,0 0 8 16,0 3-8-16,-1-1 2 15,1 1 1-15,-1 2-2 0,-2 0 0 16,2 1-2-16,-3 0-1 15,0 0-3-15,-1 2-3 16,2 5-3 0,-2-2-20-16,4 2-33 15,0-3-32-15</inkml:trace>
  <inkml:trace contextRef="#ctx0" brushRef="#br0" timeOffset="197206.92">4928 8606 139 0,'0'0'125'0,"0"0"-96"0,0 0-15 0,0 0 12 0,0 0 16 16,0 0-10-16,0 0-10 15,0 0-6-15,0 0-6 16,0 0-8-16,0 0-7 0,0 0-3 15,9 2-30-15,-4-4-41 16,0-3-73-16</inkml:trace>
  <inkml:trace contextRef="#ctx0" brushRef="#br0" timeOffset="198380.99">5149 8504 76 0,'0'0'23'0,"0"0"1"0,0 0 0 0,0 0-1 0,0 0-6 16,0 0-4-16,0 0-5 15,0 0-5-15,0 0 3 16,0 0 2-16,30-12 1 0,-21 10-1 16,0 0 4-16,0 1 0 15,2 1-4-15,0-2 1 16,0 1-1-16,-1 1-2 15,1 0 0-15,1 0-3 16,0 0 0-16,-1 0-2 0,-2 3 0 16,0 2-1-16,-2-1 1 15,-1 1-1-15,-3 2 3 0,-1-1-5 16,0 1-1-16,-2 2-3 16,0-2 0-16,-5-1 0 15,-3 1 0 1,-1-3 12-16,-3 3-6 0,0-3 0 15,0 0 0-15,3-2 1 0,2-1-1 16,1 1 0-16,4-1 1 16,2-1-1-16,0 0 1 15,0 0-4-15,0 0-5 16,2 0 15-16,4 0-6 16,3 0 5-16,0 0-1 0,1 0-2 15,2 0-2-15,-3 0 0 16,3 3 0-16,-4 0-1 15,4 1 1-15,-5 0-1 0,1 3 0 16,1 0 1 0,-4 1-1-16,4 1 1 0,-5-3-2 15,-1 4 0-15,1-3-2 16,-4 2 2 0,0-3 1-16,0 0-2 15,0 0 1-15,-4-2-4 0,-3-2 6 0,-5 1 4 16,2-2-4-1,-1 1-1-15,-1-2 2 0,1 0 0 0,0 0-2 32,0 0 1-32,4 0 1 15,0 0-1-15,1 0 1 0,1 0 0 16,2 1-2-16,-1-1 0 16,2 0 0-16,0 1 1 0,0-1-1 0,0 0 0 31,-1 0 0-31,3 0 1 15,-2 0-2-15,0 0 2 16,0 0-2-16,-3 0 0 0,4 0-4 16,-1 0-5-16,2 0-3 15,-2 0-4-15,2 0-28 16,0 0-34-16,0 0-34 0</inkml:trace>
  <inkml:trace contextRef="#ctx0" brushRef="#br0" timeOffset="200354.93">5032 8508 86 0,'0'0'11'0,"0"0"-2"0,0 0 1 15,0 0 21-15,0 0-1 16,0 0-7-16,0 0-8 0,0 0-4 16,0 0 4-16,0 0-3 15,0 0-1-15,0 0-1 16,0 0-2-16,0 0-1 0,0 0-3 16,0 0-2-1,0 0 0-15,0 0-2 16,0 0 0-16,0 0 0 0,0 0 0 0,0 0 1 15,0 0 0-15,0 0-1 16,0 0 0 0,0 0-1-16,0 0 0 15,0 0 1-15,0 0 0 16,0 0 0-16,0 0 0 0,0 0 2 16,0 0 2-16,0 2-2 15,0-2-2-15,0 1 0 0,0-1 0 16,0 2 0-16,0-1-1 15,0 3 1-15,0-1-1 0,0 1 1 16,0-1 0-16,0 3-1 16,0-1 1-1,0 1 0-15,0 1-1 16,0-1-1-16,0 1 1 16,0 2 2-16,2-1-1 15,2 2 0-15,-2-1 0 16,1 0 2-16,1 1-2 0,-2-1 0 15,0 0 0-15,-1-1 0 16,1 0 0-16,2-2 0 16,-2 1 0-16,1-2 0 0,-3-1 0 15,2-1 0-15,-2 0 0 0,0-2 1 0,2 3 1 32,-2-4-1-32,0 2-1 15,0-1 0-15,1-1 0 16,0 2-3-16,0-1 3 15,1-1 1-15,-2 1 0 16,2 0-4-16,0 0-15 0,2 0-18 16,1-1-37-16,-1 0-99 15</inkml:trace>
  <inkml:trace contextRef="#ctx0" brushRef="#br0" timeOffset="201094.94">5589 8511 139 0,'0'0'31'0,"0"0"13"16,0 0-13-16,0 0-6 15,0 0-13-15,0 0-5 0,0 0-1 16,0 0-7-1,0 0 6-15,0 0-5 16,0 0 0-16,0 0 2 16,-23-7-4-16,18 11 2 0,-2 2 0 0,1 0 2 15,-1 1-4-15,0 1 4 16,1 1-2 0,0 1 0-16,2-2 0 0,0 2 0 0,2-1-2 15,2-1 1 1,0 2 0-16,0-3 1 0,0 1 0 15,2-2 0-15,2 0 2 16,0-3 0-16,4 3-1 0,1-4 1 16,0 0-1-1,2-1 3 1,0 1-1-16,0-2 0 0,1 0-1 16,-2 0 1-16,1 0-2 15,3-2 1-15,-3-1 0 16,-4-1 0-16,2 0 5 15,-2-3-2-15,-1 1 1 0,-2 0-3 0,1-1 0 16,0 0-1-16,-1 0 0 31,-2 0-1-31,1 0 0 0,-1 1 1 16,-2-2 0-16,0 1 0 16,0 0-4-16,0 2 0 15,-2-3 0-15,-3 2-2 16,-4 0-3-16,0 2 0 0,-1 0 1 15,1 1-1-15,-3 3-13 16,1-1-16-16,1 1-36 16,2 0-38-16</inkml:trace>
  <inkml:trace contextRef="#ctx0" brushRef="#br0" timeOffset="202072.84">6020 8426 92 0,'0'0'53'0,"0"0"-33"0,0 0-2 0,0 0-5 0,0 0-1 15,0 0 7 1,0 0 3-16,0 0-6 15,0 0-2-15,0 0-5 16,0 0-5-16,0 0-3 16,-18-4 0-16,13 4 0 0,-3 0-1 0,0 0 2 15,-1 2-2 1,-2 3 0-16,-2-1 1 0,2 2-1 0,0 1-1 31,-1 1 1-31,1-1 0 0,-1 2 0 0,1 0 0 16,3 1 0-1,-2-1 0-15,4 3 0 16,-3-2 0-16,3 1-2 16,2-2 2-16,1 2-1 15,0-1-1-15,1 0-1 0,2 0 2 0,0-2 1 16,0 4 0-16,0-3 0 0,0 0-4 31,7-2 5-31,-4 0 2 16,3-1-3-16,-1 1 2 15,3-2 1-15,0 0-1 0,0-1 2 16,-1-1-1-16,3 1-2 16,-2-2 0-16,-1-1-1 15,1 1 1-15,-1-2-2 16,4 0 2-16,-4 0-2 16,2 0 2-16,0 0 0 0,0 0-1 15,-1 0 2-15,-3-2 0 16,1-2 0-16,-2 1 4 15,2-2-2-15,-2 0 0 0,-2 1 0 16,0-2 2-16,1 2-1 16,-1-2-1-16,-2 2-1 15,0-3-1-15,0 4-1 16,0-1 0-16,0-1 0 0,0 1 2 16,0 1-3-1,0-1 1-15,0 2-3 0,-2 0-1 16,-2-1 3-1,3 3-1-15,-1 0 4 0,-2 0-5 0,0-3 2 16,-2 3 0 0,2 0-1-16,-5 0-2 0,-1 0 5 15,0 0-2 1,-1 0 0-16,-2 3 0 16,-1 0-2-16,3 0 0 0,-1 0 2 0,0 0 0 15,5 1-1-15,-3 0-10 16,4 0-16-1,-1 0-16-15,1-2-76 0</inkml:trace>
  <inkml:trace contextRef="#ctx0" brushRef="#br0" timeOffset="205260.49">1406 9522 148 0,'0'-1'12'0,"0"-2"16"0,0 2-8 16,0 1-5-16,0-2-3 0,0 2-4 31,0-1 3-31,0 1-1 16,-2-1-3-16,0 1-1 0,2 0-2 16,-4 0-3-16,-1 0-1 15,2 0 0-15,1 2 0 0,-2 1 0 0,-1 4 0 31,1 0 0-31,2 0 0 16,-3 3 0-16,3-1 0 16,1 2-1-16,1-1 2 0,0 1 0 15,0 2 0-15,1-1 0 16,6-1 0-16,-1 0 1 16,1-1-2-16,0 0 1 15,4-4-1-15,-2 1 0 0,2-1 1 16,3-2-2-16,-4-1 1 15,4-3-1-15,-1 0-2 16,-2 0 1-16,-1 0-1 16,-2-7 2-16,-1 0 0 0,-1-2-2 15,2-2 0-15,-4 1 1 16,-2 1 0-16,1 1 3 16,-3 2-1-16,0 2 1 15,0 2-1-15,0 0-1 0,0 2-2 16,0 0-7-16,-2 0 18 15,1 5-13-15,1 2 3 16,0 2-5-16,0-1-3 16,5 2 8-16,3-1 2 15,4-2 0-15,1 1-2 0,1-1 4 16,1-4-3-16,4 0-1 16,-4-1 7-16,1-2-5 15,-1 0 2-15,-1 0 5 0,-5-5 2 16,-1-2 5-16,-1 0 5 15,-5-3-1 1,-2 0 3-16,0-1-9 0,0-3-6 16,-2 4-5-16,-7 0-1 0,0 0-10 15,-6 1-21-15,3 4-7 16,-2-1-59-16</inkml:trace>
  <inkml:trace contextRef="#ctx0" brushRef="#br0" timeOffset="206045.59">1844 9632 149 0,'0'0'30'0,"0"0"-21"0,0 0-2 16,0 0-3-1,0 0-1-15,0 0 3 16,0 0-4-16,0 0 0 16,40-20 1-16,-38 16 3 15,0-2-2-15,2 0 2 16,-4 2 1-16,0-2-4 0,0 2 1 15,0 0-2-15,-8 1-6 16,2 0 1-16,-3 3 8 16,-3 0-1-16,2 0-3 15,1 0 1-15,-3 0-1 16,1 7-2-16,0 0 0 16,-1 2 1-16,4 2-1 0,1 0-1 15,3 1-1-15,4-1 0 16,0 2-3-16,0 0-2 15,6-3 7-15,3 1 0 0,5-1 3 16,3-1-1-16,2-4 4 16,3 2-3-16,-2-4-1 15,2 0 4-15,1-3-2 16,-4 0-1-16,2 0-1 0,-6 0 0 16,3-3 1-16,-5-2-2 15,1-4 2-15,-3 1 2 16,1-4 0-16,-3 3-1 15,-1-4-1-15,-3 1-7 16,2-1-5-16,-5 2-14 0,-2 0 7 16,0 1 12-16,0 2 5 15,0 1 7-15,0 2 0 16,-5 0-3-16,3 4-4 16,0-2 3-16,0 3-5 15,2 0-1-15,0 0-1 16,0 0-2-16,0 7 3 0,0 2 0 15,0 1 4-15,0 0 4 0,4 0 2 16,1 2 3 0,1-2 1-16,1 0-1 15,2 0-4-15,1-1 3 16,0-2-7-16,1-3 0 0,1 2 0 16,-1-3-1-16,-1-3-2 15,0 0-13-15,-3 0-49 0,-1-9-103 16</inkml:trace>
  <inkml:trace contextRef="#ctx0" brushRef="#br0" timeOffset="206201.73">2095 9440 319 0,'0'0'3'0,"0"0"-3"0,0 0-10 0,0 0-31 15,0 0-39-15,0 0-41 16</inkml:trace>
  <inkml:trace contextRef="#ctx0" brushRef="#br0" timeOffset="206984.48">2380 9599 209 0,'0'0'22'0,"0"0"-1"0,0 0-5 15,0 0-1-15,0 0 0 16,0 0-11-16,0 0-4 16,0 0-3-16,-8-20-4 0,-1 17 0 15,0 1 6-15,-5 0 5 16,1 2-4-16,-5 0 2 16,3 0-2-16,-1 0 0 15,-1 6 0-15,2 2 0 0,3 0-1 16,4 3 0-1,2-1-3-15,5 1-1 0,1-1-5 16,0 0-4 0,9-2 10-16,3 0 1 0,1-1-3 15,3-4 3-15,-1 1-5 0,3-2-4 16,-2-2-1 0,0 0 15-16,-1 0-5 15,-1-4 1-15,-6-1 3 16,1-2 10-16,-3-2 2 0,-2-1 4 0,-2 2-4 15,0-1-7 1,-2 2-3-16,0 1 0 16,0 3 4-16,0-1-1 0,0 4-4 0,-2 0 1 15,0 0 3-15,0 0-8 32,2 2-2-32,-3 5-1 0,2 0 2 0,1 4 0 15,0 3-2-15,0-1 4 0,0 3-1 16,0 2 2-16,4 1-1 31,-2 1 1-31,0 0 1 0,-2 1 0 0,0 0-1 16,0-2-1-16,0-1-2 15,-2-1 6-15,-6-4-5 16,2-1 1 0,-5-1 2-16,0-3 0 15,-3-2-2-15,-1-2 8 16,-1-3-5-16,3 1 0 0,3-2 4 15,2 0 0-15,1-3-1 0,5-5-2 0,2-1-7 32,0-5-20-32,5-3-2 0,5-6-58 0</inkml:trace>
  <inkml:trace contextRef="#ctx0" brushRef="#br0" timeOffset="207606.62">2497 9446 211 0,'0'0'15'0,"0"0"-1"0,0 0-11 16,0 0-6-16,0 0-5 16,0 0 10-16,0 0-1 0,0 0-2 15,0 48 1-15,0-29 1 16,0 0-1-16,0 0 1 16,0 1 0-16,0-2 0 0,0 1-1 15,0-2 0 1,0-3-1-16,2 0 1 15,0-4 0-15,-2-2 0 0,0-1 1 16,0-4 0-16,0-1 0 16,0-2 0-16,0 0 0 0,0 0 14 15,0-2 0 1,0-5-11-16,0 0-2 0,0-3-3 16,0-2 3-16,0-1-2 15,4 0-3-15,6 0-1 16,-1 1 1-16,1 3 3 0,4 0 2 15,-1 2-1 1,3 0-2-16,0 5 1 16,0-2-1-16,-1 3 0 0,1 1 2 0,-1 0 3 15,-1 0-2 1,-3 0 2-16,-4 3 0 0,4 4 1 16,-9 2-3-1,3-1 0-15,-3 5-2 0,-2-2 1 16,0 2-1-16,0-2 1 15,0-1-1-15,-4 0 0 0,1 0-10 16,1-5-21 0,2-3-28-16,-2 0-72 15</inkml:trace>
  <inkml:trace contextRef="#ctx0" brushRef="#br0" timeOffset="207924.65">2819 9475 215 0,'0'0'6'0,"0"0"-6"15,0 0-6-15,0 0 7 16,0 0 9-16,0 0 4 15,2 40-3-15,-2-24-5 16,0 0-2-16,0 2-1 0,2-1-3 0,3 0 0 31,-3-1 0-31,2-1 0 16,0-2 1-16,1 0-1 0,-2-4 1 0,-1 0-1 16,0-3-2-1,-2-2-26-15,0-1-36 16,0-3-32-16</inkml:trace>
  <inkml:trace contextRef="#ctx0" brushRef="#br0" timeOffset="208117.86">2776 9576 259 0,'0'0'5'15,"0"0"-4"-15,0 0 2 16,43-8-1-16,-28 6 0 16,1 1 0-16,-3 1-2 15,1 0-22-15,-3-3-70 0</inkml:trace>
  <inkml:trace contextRef="#ctx0" brushRef="#br0" timeOffset="208616">3132 9555 79 0,'0'0'-59'0,"0"0"51"15,0 0 22-15,0 0 27 0,0 0 1 16,0 0-5 0,0 0-15-16,0 0-3 15,-32-30-1-15,24 30-5 0,-4 0-8 0,3 0-5 16,-4 0 0 0,4 6 0-16,-2 0 1 0,4 1-1 0,0 1-1 31,3 1 1-31,4-1-4 15,0 1 1-15,0-2 2 16,2 0 5-16,7 0-1 0,2-3 6 16,2 3 3-16,1-4-3 15,1 1-5-15,0 1 2 16,-1-2-1-16,-2 1-2 16,-1-1-2-16,-4 1 2 0,-1-1-2 15,-1 0-1-15,-4 1 2 16,-1 0-3-16,0-1 2 15,0 1-4-15,-8-1 6 16,-1 0 1-16,-2 1-4 16,-5-2-3-16,3-1-7 0,-3 0-24 15,3-1-60-15</inkml:trace>
  <inkml:trace contextRef="#ctx0" brushRef="#br0" timeOffset="208887.29">3084 9564 239 0,'0'0'11'0,"0"0"-14"0,0 0-2 15,0 0 0-15,0 0 0 16,0 0 11-16,0 0 5 15,-31 37-8-15,18-26 0 0,-1 2 0 16,-1-1 0 0,-1 1-3-16,3-1 1 0,2 0 1 0,1-2-4 15,4 0 1 1,0-1-3-16,6-5-47 16,0-3-89-16</inkml:trace>
  <inkml:trace contextRef="#ctx0" brushRef="#br0" timeOffset="209723.07">3601 9514 102 0,'0'0'13'0,"0"0"-12"0,0 0 3 0,0 0-1 0,0 0 2 0,-40 41 2 16,38-31 3-1,-1 1 7-15,3 0 1 0,0 1 1 16,5-1 4 0,4-1-7-16,2 0-6 0,4-1-4 15,1-2 1-15,2-1-7 16,0-4 4-16,0 1-2 16,2-3 0-16,-2 0 0 15,0 0-2-15,-3-5 0 16,1-4 0-16,-5-1 1 0,3-1 1 15,-6-3-1 1,-1 1-2-16,-3 0-3 0,-4 0-1 16,0 2 4-16,0 1 2 15,0 2 3-15,0 3 6 16,0 4 4-16,0 1 2 16,0 0-12-16,-2 0-8 0,2 5 3 15,0 5-2-15,0 1 1 16,0 1 0-16,4-2-2 15,6 2 4-15,1 0-2 16,0-3 4-16,5-2-2 0,-3 0-16 16,3-3-31-16,-1-2-63 15</inkml:trace>
  <inkml:trace contextRef="#ctx0" brushRef="#br0" timeOffset="209997.04">4009 9517 251 0,'0'0'16'0,"0"0"-4"0,0 0-10 0,0 0-3 16,0 0-2-16,0 0 0 16,0 0 1-16,0 0 2 0,0 45 0 15,-1-28 2-15,1 3-2 16,0 3-2-16,0 0 4 15,0 1-2-15,0 0 1 16,1-1 0-16,-1-2 0 16,0-1-1-16,0-3-9 0,0-6-23 15,-2-1-26 1,-2-3-18-16</inkml:trace>
  <inkml:trace contextRef="#ctx0" brushRef="#br0" timeOffset="210297.23">4034 9542 216 0,'0'0'2'0,"36"-2"-1"15,-16 2 3 1,3 0-2-16,-1 0 0 0,-4 4-1 0,0 3 0 31,-5 2 1-31,-4-1 1 0,-5 2-3 16,-4 1 0-16,0 0 0 0,-4 0 0 15,-11-3 4-15,-5 2 1 0,-1-2-4 32,-1-2 7-32,-5-2-7 0,3-1-5 0,3 0-35 15,4-3-67-15</inkml:trace>
  <inkml:trace contextRef="#ctx0" brushRef="#br0" timeOffset="210701.34">4482 9569 49 0,'0'0'21'0,"0"0"10"16,0 0 4-16,-43 0 2 15,32 0-9-15,0 0-1 16,-1 0-11-16,-1 3-5 15,0 3-7-15,1-1-1 0,2 2-1 16,0 2-1-16,2 0 0 16,3-1-1-1,3 2 1-15,2-3 1 0,0 2-2 16,2-1 5-16,9-2 1 0,3 0-1 16,5-2 0-1,4-1 0-15,4-2-1 0,2-1-4 16,0 0-5-16,-2-1-21 0,-3-6-50 15,-3-5-43 1</inkml:trace>
  <inkml:trace contextRef="#ctx0" brushRef="#br0" timeOffset="210958.18">4518 9339 232 0,'0'0'2'0,"0"0"-23"0,0 0 21 15,0 0 0-15,0 0 0 0,-3 53 0 32,1-33 5-32,0 1 6 15,2 4 1-15,0 1-4 16,0 0-5-16,0-2-2 15,4 0-1-15,5-3 0 0,4-1 0 16,1-4-22-16,1-2-59 16</inkml:trace>
  <inkml:trace contextRef="#ctx0" brushRef="#br0" timeOffset="211407.2">4824 9590 278 0,'0'0'14'16,"0"0"-12"-16,0 0-5 15,0 0 7-15,0 0 0 16,-41-19-2-16,28 19 0 0,-2 0-2 16,1 1 0-16,1 6 0 15,1 3-1 1,3 0 0-16,3-1-1 0,0 0 0 0,5 0-3 15,1 0-2 1,0-2 3-16,9 0 4 16,2-3-1-16,3 0 2 0,-1-1 1 0,5-3-2 31,-1 0 1-31,0 0-4 0,0-4 1 0,-1-3 2 16,-5-2 1-1,-2-1 1-15,0 2-1 0,-4-1 1 16,-1 2 2-16,-2 1 4 0,-2 1 10 15,0 3-3-15,0 1-5 16,2 1-8 0,-2 0-4-16,2 0-4 15,1 0 3-15,2 4 2 0,1 3-3 0,0-2 3 32,3 2-11-32,1-3-13 15,-3-1-39-15,3 0-84 16</inkml:trace>
  <inkml:trace contextRef="#ctx0" brushRef="#br0" timeOffset="211729.24">5107 9339 64 0,'0'0'55'0,"0"0"-46"0,0 0 21 0,0 0 2 16,0 50 0-16,0-32-14 16,0 3-3-16,0 1-5 15,0 2-3-15,0-1 0 16,1 1-5-16,1-3 0 0,0-1-1 15,2-3-1 1,-2-1 1-16,-2-1-2 16,0-5-19-16,0 0-30 0,0-3-36 15</inkml:trace>
  <inkml:trace contextRef="#ctx0" brushRef="#br0" timeOffset="212270.49">5005 9542 136 0,'0'0'1'0,"0"0"1"0,49 3 6 15,-27-1 12-15,-2 0-7 16,2 0 6-16,1-1 0 15,0 1-1-15,1-1-4 0,0-1-8 0,-2 0-3 16,1 0-1-16,-3 0 1 16,0 0-3-16,-2 0 0 15,-5 0 1 1,-1-3-1-16,-5 0 1 16,-3-1 3-16,0 1 7 0,-4 0 2 0,0-1-8 15,0 0-5 1,0-2 3-16,0 3-4 15,-6-1-3-15,0 3 5 0,-2-2 2 0,1 3 1 32,-1 0-3-32,-1 0-1 15,-1 0 1-15,2 4-1 16,-3 3 0-16,-1 3 0 16,2-1 1-16,3 3-2 0,-1-2 3 15,2 2-2-15,4-3 0 16,-1 2 2-16,3-3-1 15,0-1 4-15,0-1-5 16,0 0 2-16,7-1-2 0,3-2 2 16,1 1 2-16,2-1-3 15,5-3 0-15,-3 2-17 16,3-2-31-16,-1 0-51 16,2-2-60-16</inkml:trace>
  <inkml:trace contextRef="#ctx0" brushRef="#br0" timeOffset="214440.6">1607 9965 103 0,'0'0'12'0,"0"0"11"0,0 0-2 0,-2 0-4 16,2 0 7-16,0 0-3 15,0 0-11-15,0 0-6 0,0 0-1 16,0 0-3-16,0 0 0 15,0 0-1-15,0 0 2 16,0 0 0-16,0 0-6 16,4 0 6-16,-2 0-5 0,4 2 4 15,0-1 3 1,1 0-2-16,3 1 0 0,2-2 2 16,3 3 0-16,1-3 0 0,2 1-5 15,4-1 7-15,1 0-5 16,2 0 1-1,-1 0 0-15,2 0-1 0,0 0 1 16,2 0-1-16,-3 0 0 16,4 0 0-16,0 0 0 15,-1 0 0-15,5 0 0 0,-2 0 0 16,2-1 0 0,1-2 0-16,0 1 0 0,1 0 1 0,-4-1-1 31,1 2-2-31,-1-1 3 0,0-1-2 0,1 2 1 15,1-1 0 1,0 0 1-16,-1 0-1 16,1 1 0-16,1-2 0 15,0 2 1-15,-1-1-2 0,1 1 1 16,-1-2 0-16,-1 2-2 0,1-1 2 16,-2 2-1-16,1-1 1 15,1 1 0-15,2 0 0 0,-3 0 0 31,3 0 0-31,-2 0 0 0,-2 0-1 0,0 0 1 32,0 0 0-32,-4 0 0 0,4 0 1 15,0 0-1-15,-2 0 0 16,2 0 0-16,-2 0 0 16,1 0 1-16,1 0-1 15,0 0 0-15,0 1-1 0,-2-1 1 16,1 0 0-16,1 0 0 15,-2 0 0-15,0 0 1 16,2 0 0-16,-1 0-1 16,1 0 1-16,0 0-1 0,0 0 0 15,0 0 0-15,1 0 0 16,1 0 0-16,-1 0 0 16,3 0 0-16,2 0 1 15,-2 0-2-15,1 0 1 16,2 0 1-16,-2 0-1 0,2 0-1 15,-2-1 1-15,-1 1-2 16,1-2-8-16,-2 2 0 16,1-1 4-16,-2-1 4 15,1 2 0-15,0-3 1 16,0 3 1-16,-1 0 0 16,1-2 1-16,-1 2-2 0,0-2 1 15,-1 2 0-15,-1 0-1 16,0-1 6-16,-1 1 1 0,3-2 0 15,-2 2-1-15,0-1-2 16,-1 1 0-16,1-1 2 16,-2 1-2-16,0-2 0 15,0 2 2-15,0-1 1 16,0-2 1-16,-2 3-1 16,0 0-2-16,1-1 0 0,-3 1-3 15,0-1 0-15,0 1-1 16,-3 0 3-16,-2 0 1 15,0 0 4-15,-2 0 2 0,2 0-1 16,-2 0-2 0,0 0-4-16,0 0 1 0,-3 0-4 15,-1 0 1-15,-3 0 0 16,-2 0 0-16,0 0-1 16,-5 1 1-16,-2-1 1 0,1 0 0 15,-1 0-1 1,0 0-6-16,-2 0-25 0,2-6-68 15</inkml:trace>
  <inkml:trace contextRef="#ctx0" brushRef="#br0" timeOffset="-214649.92">5608 9558 186 0,'0'0'9'0,"2"0"-6"0,-2 0 9 0,0 0 18 0,0 0-12 16,0 0-11-16,0 0-5 15,0 2-3-15,0-1-7 16,0 0-5-16,0 1-41 16,-2-1-35-16</inkml:trace>
  <inkml:trace contextRef="#ctx0" brushRef="#br0" timeOffset="-214522.05">5599 9628 72 0,'0'0'206'0,"0"0"-206"16,0 0 5-16,0 0-6 16,0 0 0-16,0 0-94 15</inkml:trace>
  <inkml:trace contextRef="#ctx0" brushRef="#br0" timeOffset="-212721.94">1572 10607 101 0,'0'-2'6'0,"0"0"13"0,0 2-16 15,1-1 3-15,-1-1 4 0,0 1 3 16,0-1 0-16,0 1 12 16,0-2 3-16,0 2-10 15,0-2-3-15,3 2-3 0,-3-1-4 16,0 2-5-16,2 0-2 16,-2 0 0-16,0 0-1 15,0 0 0-15,0 0-1 16,0 0 0-16,0 0 2 0,0 2-2 15,0 2 0-15,0 1-1 16,-2 1 1 0,-2 1 4-16,3 0 1 0,-1 1-1 15,0 0-1-15,0 2 0 16,0 0-1-16,-1 0 0 0,3 1-1 16,-1-1 0-16,1 2 1 15,0-1-1 1,0 0-1-16,0-1 1 0,4-1-1 15,2 1 0-15,-2-5 1 0,3 1-1 16,-1-3 2-16,2-2-1 16,-2 0 1-1,1-1 3-15,1 0 0 0,0 0 1 0,-1-2 0 32,1-5-2-32,2 1 1 0,-3-4-3 15,1 2 0-15,-3-1 0 16,1 2 0-16,-1 0 0 15,-1 1 2-15,-3-1 0 0,1 4 4 0,0-1-3 16,-2 4-2 0,0-1-2-16,2 1 0 15,2 0-4-15,-2 1 1 0,3 5 1 0,2 1 3 32,0 0-1-32,2 1 0 15,-1 1 0-15,4-2 0 16,-1 3-1-16,-2-4 0 0,4-1 1 15,0 0 0-15,1-4 0 16,-3-1 0-16,5 0 0 16,-5 0 0-16,0 0 1 15,-2-3 2-15,0-2 1 0,-2-3 3 16,-3-3-1-16,-2 1 0 16,0-1 0-16,-2-2-3 15,0-1 0-15,0-2-2 16,0 3 1-16,0-2 0 0,-4 1 1 15,0 1 6-15,-3 1-3 16,1 1-4-16,-2 1 0 16,2 4-1-16,1-2 2 15,-1 3-7-15,1 1-12 16,1 3-3-16,-1 1-7 0,3 0-19 16,2 0-61-16</inkml:trace>
  <inkml:trace contextRef="#ctx0" brushRef="#br0" timeOffset="-212253.63">2048 10701 124 0,'0'0'48'0,"0"0"-22"0,0 0-3 0,0 0 1 16,0 0 0-1,0 0-10-15,0 0-3 0,0 0-2 0,0 0-2 32,0 0-1-32,0 0-5 15,0 0 2-15,6 40-4 0,-6-29 2 0,0 4 2 16,0-1-1 0,0 1-1-16,1-1-1 15,1-1 1-15,0 0-1 16,-2-3 0-16,2 1 0 15,0-3 0-15,-2 0 0 0,0-2 3 16,2-2-3-16,-2 2-3 16,2-4-7-16,-1-1-22 15,3-1-42-15,-4 0-87 16</inkml:trace>
  <inkml:trace contextRef="#ctx0" brushRef="#br0" timeOffset="-211744.98">2374 10666 111 0,'0'0'36'0,"0"0"-28"0,0 0 16 0,0 0 3 16,0 0 2-1,0 0-11-15,0 0-1 16,0 0-1-16,47 1-1 0,-38-1-8 0,0 0-5 15,4 0-1 1,0 0 0-16,-4 0-1 16,3 0-1-16,-4 0-13 15,3 0-13-15,-3 0-31 0,-4 0-42 16</inkml:trace>
  <inkml:trace contextRef="#ctx0" brushRef="#br0" timeOffset="-211489.7">2423 10775 134 0,'0'0'2'0,"0"0"2"15,0 0 23-15,0 0 19 16,0 0-7-16,0 0-10 15,0 0-9-15,40 13-5 0,-29-12-4 16,1-1-4 0,1 2-6-16,1-2 0 0,1 1-1 15,3-1-16-15,-2 0-22 16,2 0-110-16</inkml:trace>
  <inkml:trace contextRef="#ctx0" brushRef="#br0" timeOffset="-210436.67">3183 10562 40 0,'0'0'2'0,"0"0"0"0,0 0 3 0,0 0 22 15,0 0 4-15,0 0-2 16,0 0 0-16,0 0-9 16,-16 43 1-16,16-33-3 0,-2 1-6 15,2 2-5-15,0 1 0 16,0-3-3-16,0 3-3 15,0 1-2-15,5-4 2 16,3 0 0-16,2-1 1 16,-1-1 2-16,3-2 3 0,0-1 0 15,-1-2-2-15,0-3 4 16,1 1-4-16,1-2-3 16,-3 0 2-16,2 0-2 15,-3 0 2-15,3-4 0 16,-4-2 3-16,1-3 1 0,-4 0-2 15,2 0-1-15,-1-1-2 16,-1-1-1-16,-3 0 0 16,0 2-1-16,0 0-1 15,-2 2 1-15,0 1 0 16,0 2 0-16,2 1 0 0,-2-1-1 16,0 3 0-1,0 0-1-15,0 1-1 0,0 0-6 16,0 0 0-16,0 6 4 15,2 3 5-15,3-1-1 16,0 2-1-16,2 2 1 0,1-1-1 16,1-1-1-1,3-3 1-15,1 0-2 0,3-2 4 16,-1-1-2-16,-1-3 1 0,1 1 0 16,3-2 1-16,-4 0 1 15,2 0 3-15,-1-5 3 16,-2-1-2-1,-2-2 1-15,-2-1 5 0,-3-2 2 0,0 0 3 16,-4-1 5 0,0-2-1-16,-2-1-10 0,0-1-7 15,0 0-1 1,-2 2-2-16,-5 0-1 0,2 1-1 0,-3 5-1 16,3 1-12-1,-3 2-13-15,0 3-6 0,2 2-13 16,-1 0-4-1,3 0-65-15</inkml:trace>
  <inkml:trace contextRef="#ctx0" brushRef="#br0" timeOffset="-210006.27">3742 10731 94 0,'0'0'92'0,"0"0"-79"0,0 0-9 0,0 0 5 0,0 0 16 16,0 0-5-16,0 0 2 15,0 0-4-15,0 0-10 16,0 0-8-16,0 0 1 16,0 0 0-16,0 0 1 15,15 43 0-15,-13-28-1 0,-2-1-1 16,1 1-1-16,1 0 1 15,2-1 1-15,-2-1-1 16,3-1 1-16,-2-1-1 16,1-5-5-16,-2-4-44 15,-2-2-160-15</inkml:trace>
  <inkml:trace contextRef="#ctx0" brushRef="#br0" timeOffset="-207628.6">4088 10637 64 0,'0'0'10'0,"0"0"-2"0,0 0 5 0,0 0 5 16,0 0 14-16,0 0-2 16,0 0-7-16,0 0-7 15,0 0-1-15,47 17-2 0,-33-15-3 16,-1-1 2-16,0-1-4 16,0 0-1-16,4 0-3 15,-4 0-1-15,1 0 1 16,-5 0 0-16,1 0 0 15,-1 0 1-15,-2 0-1 0,0 0-2 16,-3 0-1-16,0 0 0 16,-2 1-2-16,1 1-14 0,-3-2-45 15,0 0-112-15</inkml:trace>
  <inkml:trace contextRef="#ctx0" brushRef="#br0" timeOffset="-206428.57">4658 10536 171 0,'0'0'2'15,"0"0"-2"-15,0 0 0 0,0 0 1 0,0 0-1 16,0 0 2-16,0 0 5 16,0 0 11-16,0 0 8 15,0 0-9-15,-11-29-7 16,17 19-6-16,1 1-1 0,0-1-2 15,0 0-1-15,-1 2 2 16,-1-1-2-16,1 1 0 16,1 2 0-16,2 2 0 15,-2 0 0-15,-1 3-2 16,4 1-4-16,-3 0 7 0,3 0-1 16,0 0 0-16,-1 5 0 15,1 2 0-15,0 3-1 16,-3 1 1-16,1 3 0 15,-4-2-1-15,1 2 1 0,-3 0 0 16,0-3 0-16,1 1 0 16,-3-3 0-16,0-1 1 15,0-1-2-15,0-3 0 16,0-2-1-16,0-2 1 0,0 0 11 16,0-2-6-16,0-6-1 15,0-1-3-15,0-4 1 16,0 0-1-16,0-2-1 15,0-1 0-15,0 0 2 16,0 0 0-16,0-1-1 0,5 0-5 16,1 1-2-16,1 0 2 15,3 2 0-15,0 3 1 16,1 0 1-16,3 3-3 16,-3 1 3-16,0 3-2 0,2 1 2 15,-4 3 1 1,0 0 2-16,-2 0 4 0,0 0-3 15,-3 3 1 1,1 4-1-16,-2 0 1 0,0 3-1 0,-1 1 2 16,-2 2-3-1,2 3 1-15,-2 1 0 16,0 0-1-16,0 6 0 16,0-3-1-16,0 4 1 0,0 0 0 0,0-1 1 15,0 1-1-15,0-2 0 16,0 0 0-1,0 0 0-15,0-2 0 16,0 0 0-16,0 0 0 16,0 0 0-16,0 1-1 0,0-1 3 15,2 0-1-15,-2 0 0 16,0-1-1-16,0 0 1 16,0-2 0-16,0 0 0 0,0 0 0 0,0-4 2 31,0 2 0-31,0-1 0 15,0-3-1-15,3-1 1 16,0 0 3-16,1-2-1 0,2 1 2 16,1-3 2-16,-1-1-1 15,2 1 0-15,-1-3 0 16,1 0 0-16,1-2-1 0,1 2-1 16,2-3 0-16,2 0-2 15,1 0-3-15,4 0 0 16,-2 0-7-16,4-6-51 15,-1-5-156-15</inkml:trace>
  <inkml:trace contextRef="#ctx0" brushRef="#br0" timeOffset="-205532.88">5608 10194 19 0,'-5'0'94'0,"-1"0"-93"0,-2 0 0 15,0 3-1 1,-3 1 2-16,0 2 1 16,-1 0 1-16,1 4 2 15,3-2 4-15,0 1 0 16,2 2-1-16,4-1 3 16,2 0 6-16,0 0-3 15,0-1-4-15,2 0-1 0,4 0 3 16,2-2 2-16,3-1-7 15,-2-1-1-15,4-2-3 0,0-1 2 16,1-1-5 0,-1-1 0-16,0 0 1 15,-1 0 0-15,-1 0-2 0,-3-6 1 16,0-1 3-16,-3 0 6 16,-1-3-5-16,0 0-2 15,-4-4-1-15,0-1-1 0,0-1-2 16,0 0-3-16,0-4-3 15,-4 3 4-15,-1 2 2 16,-3-1 1-16,-4 2-2 16,-1 0 2-16,-1 2 10 15,1-1-6-15,-3 3-1 16,3 0-1-16,-1 2-1 16,1 1 0-16,0 1 1 0,3 1-4 0,4 2 4 15,1 0-4-15,-1 3 1 16,0 0-3-1,2 0-15-15,0 0-22 0,-2 0-24 0,3 0-17 32</inkml:trace>
  <inkml:trace contextRef="#ctx0" brushRef="#br0" timeOffset="-204913.11">5754 10048 63 0,'0'0'47'0,"0"0"-47"0,0 0 2 0,0 0 0 15,0 0 1-15,0 0 0 16,0 44-2-16,0-33-1 0,0 1 1 15,0 1 2-15,0-1 7 0,0 4-1 16,0-2-4-16,0 0 0 16,0 0 4-16,0 1-4 15,0 0 0-15,0-3-3 16,0 0-1-16,0 0 0 0,0-3 0 16,0-1 3-1,0-1 6-15,3-1 3 0,2-1 7 16,-1-2-5-1,-1 1-5-15,2-2-2 16,-1-2-2-16,1 4-1 16,1-4 1-16,1 2-1 0,6-1-2 0,-4 0-2 15,0 1 4 1,2-1-2-16,0 1 0 16,0 0 0-16,1-2 2 15,-1 3-1-15,3-3 2 16,-3 2-2-16,0-1-2 0,0 1-2 15,-2 0 1-15,-1 0-2 16,-1-1-17-16,-2-1-57 16</inkml:trace>
  <inkml:trace contextRef="#ctx0" brushRef="#br0" timeOffset="-204286.89">5465 10498 89 0,'0'0'14'0,"0"0"2"0,0 0 4 0,0 0 0 0,0 0-3 16,40 1 2-1,-27-1 1-15,5 0 2 0,3 1-4 16,1 0-5-1,3-1-2-15,2 1 0 0,2 1-6 16,4-1 1 0,0-1 0-16,-1 0-2 15,3 0 0-15,-1 2 1 0,-1-1 1 16,-1-1 1-16,-2 0-2 0,0 3-3 16,-3-3 0-16,-2 1 0 0,-3 2-2 31,-5-1 1-31,-3 0 0 15,-1 1-2-15,-6 0-13 0,-2-2-23 16,-5 1-65-16</inkml:trace>
  <inkml:trace contextRef="#ctx0" brushRef="#br0" timeOffset="-203508.85">5666 10784 135 0,'0'0'6'0,"0"0"4"0,0 0 11 0,0 0 8 16,0 0-4-16,0 0 0 16,0 0-9-16,0 0-8 0,0 0-5 15,0 0-1 1,-15 2-2-16,7 1-1 0,0 4 2 16,1-1 0-1,-3 3-1-15,0 2-1 16,1 2 1-16,-1-1 0 0,2 1 0 0,2 1-1 15,3-1-1 1,3-1 0-16,0-1-2 0,0-3 2 16,2 0-2-1,5-1 5-15,2-3 2 0,2 0 0 16,0-1 4-16,3-3-4 16,-1 0-1-16,-1 0 0 0,1 0 0 15,-3 0-1-15,2-1 0 0,-1-5 1 31,-2-1 0-31,-1 0 3 0,0-2 1 0,-4-1 0 16,1-2 1 0,-5-4-3-16,2 2-2 0,-2-2 0 15,0-4-1 1,0 2 3-16,-2-1-5 16,-5 2 1-16,-1 0 0 0,-4 0 0 0,-1 3 0 15,-1 0 0 1,-4 2 5-16,0 1-2 15,-4 2-2-15,2 1-2 16,2 1-1-16,0 4-10 16,3 0 0-16,2 3-3 15,6 0-39-15,0 0-62 0</inkml:trace>
  <inkml:trace contextRef="#ctx0" brushRef="#br0" timeOffset="-202679.2">5851 10697 245 0,'0'0'13'0,"0"0"-10"0,0 0 0 0,0 0-5 0,0 0-6 16,0 0 5-16,0 0 3 15,0 0 1 1,0 0-1-16,0 0 2 0,0 0-1 0,-8 34 0 15,6-21 0 1,2-2 0-16,0 2 0 16,0-2-1-16,0 2 2 0,0-2 1 0,0-2 0 31,4 0 2-31,1-1 2 0,1-1-2 0,0 0 0 16,2-1-5-16,-2-2 2 15,1-1-1 1,1-2 0-16,0 0-1 15,-2-1 2-15,1 0-2 16,-1 0 2-16,-2-3 2 16,2-3-1-16,-1-3 0 0,1-2 0 15,-2 1-1-15,-2-1-1 16,1 2 1-16,1-1-2 16,-4 2 1-16,2 2-1 15,-2 4 3-15,0 0 1 0,0 0-3 16,0 2-1-16,0 0-4 15,0 0-1-15,0 4 2 16,0 2-1-16,0 3 2 16,3-1-3-16,2 1 1 15,1-2 2-15,1 3 2 0,1-3 2 16,2 0-2-16,-2-1 0 16,3-2 0-16,-1-4 1 15,1 0-1-15,0 0 3 16,2 0 1-16,-2 0 0 15,1-6 3-15,-1-2 1 0,-4-1 1 16,3-2-3-16,-4 0 2 16,0-3-1-16,-2-1-1 0,-2-2 0 15,-2 3-1 1,0-2 0-16,0 2-5 16,-2 1 0-16,-4 1 1 0,-4 4-4 15,1 1-7-15,-1 3-15 0,-2 1-6 16,1 3-8-1,2 0-55-15</inkml:trace>
  <inkml:trace contextRef="#ctx0" brushRef="#br0" timeOffset="-202258.31">6252 10804 201 0,'0'0'56'0,"0"0"-36"0,0 0-8 0,0 0-2 0,0 0 2 31,0 0-11-31,0 0-2 16,0 0-1-16,0 0 1 15,0 0 0-15,2 43 2 0,-2-26 0 0,0-1 0 16,2 4 0-1,-2-2 0-15,0 1 0 16,0 1 1-16,0-3-2 16,0 0-4-16,0-4-28 15,0-5-97-15</inkml:trace>
  <inkml:trace contextRef="#ctx0" brushRef="#br0" timeOffset="-201305.58">6531 10451 11 0,'0'0'80'0,"0"0"-56"0,0 0-12 15,0 0-1-15,0 0 5 16,0 0 3-16,0 0 4 15,0 0-5-15,0 0-4 0,0 0 1 16,0 0-4 0,38 0 3-16,-29 0-3 15,0 0-5-15,2 0-1 16,-2 0-3-16,2 2-1 0,-2-2 0 0,0 0-1 16,0 1 0-16,0 1 1 15,-5-1-3 1,0 0-11-16,-1 2-32 0,-3-3-49 15</inkml:trace>
  <inkml:trace contextRef="#ctx0" brushRef="#br0" timeOffset="-200928.44">6574 10578 11 0,'0'0'143'0,"0"0"-124"0,0 0-5 0,0 0 13 16,0 0-2-16,0 0-9 15,0 0 0-15,38 0-3 16,-30 0-5-16,1 0 1 16,3 0-4-16,-4 0-4 15,3 0-1-15,-1 1 1 0,1-1-3 16,-3 2-20-16,2-1-38 15,-5-1-78-15</inkml:trace>
  <inkml:trace contextRef="#ctx0" brushRef="#br0" timeOffset="-199668.37">7371 10353 71 0,'0'0'16'0,"0"0"0"0,0 0-2 0,0 0-5 15,0 0 3 1,0 0 12-16,0 0 5 0,0 0-8 16,0 0 1-16,0 0-8 0,0 0-8 15,0 0-2-15,0 0-3 16,-9-7-2 0,7 7 4-16,-2 0-2 0,-2 0 2 15,3 0-2-15,-1 0-3 16,-1 0 5-16,0 0-3 0,1 0-2 15,-3 0 3-15,1 0-3 16,-2 3 4 0,2 1-2-16,-1 3 1 0,1 0-1 0,-1 0-1 31,2 2 0-31,1 1 0 0,-1 1-1 16,4 2 4-16,1-2-2 0,0 0-2 15,0 0 1-15,0 0 1 16,6-2 3-16,3-1 0 15,0-1 1-15,4 0 0 0,1-2-1 16,3-1 0 0,0-1-3-16,0-2 3 0,1-1-2 15,0 0 0 1,-4 0 1-16,-2 0-2 0,2 0 1 0,-3-5-1 16,-1-1 1-16,-4-1-1 15,1 0 2 1,-3-2-1-16,0 1 0 0,-2-4 0 15,1 4 1-15,-3-5 0 0,0 3 4 32,0 0-2-32,-2-3 2 0,-3 5-4 15,-4-2-1-15,1 1 0 16,-4 4-2-16,1-3 2 16,-3 4-1-16,2 0 3 0,-1 1 0 0,1 3-4 31,3 0-3-31,0 0-14 15,4 0-17-15,0 0-47 0,5 0-46 16</inkml:trace>
  <inkml:trace contextRef="#ctx0" brushRef="#br0" timeOffset="-199407.78">7617 10393 293 0,'0'0'24'0,"0"0"-17"0,0 0-1 15,0 0 5-15,0 0-6 0,0 0-9 16,0 0 3-16,0 0-10 15,0 0-20-15,0 0-44 16,0 0-55-16</inkml:trace>
  <inkml:trace contextRef="#ctx0" brushRef="#br0" timeOffset="-198828.26">7808 10322 245 0,'0'0'11'0,"0"0"-8"16,0 0 2-16,0 0-5 31,0 0 6-31,0 0-1 0,0 0-5 16,0 0-1-16,0 7 1 0,0 0 0 15,0 3 1 1,-1-3-1-16,0 0 0 16,0 0 1-16,1-1-1 0,0-3 0 15,0 1-2-15,0-1 2 0,0 1-3 16,0-1 3 0,2-3 1-16,5 3 1 15,-2-3 3-15,5 1-1 16,0 1-1-16,-1-2 0 15,1 1 0-15,2-1-2 16,1 3 0-16,1-1 0 0,-1 0-1 16,2 1 2-16,-3 1-2 15,1 2 0-15,-3 0 0 0,-1-1 0 16,-1 1 1 0,-4 3-1-16,0-1 0 0,0 1 0 15,-2-1 0-15,0 2 0 0,-2-3-1 16,0 2 1-16,0-2 0 15,0 0-2 1,-4 0 2-16,-4-3 2 16,2 1-4-16,-3-3 6 0,1 1 0 15,-2-3-2-15,1 0 2 16,1 0-1-16,0 0-3 16,-1 0 0-16,3 0-17 15,-1-3-24-15,3-2-59 16</inkml:trace>
  <inkml:trace contextRef="#ctx0" brushRef="#br0" timeOffset="-198491.57">7894 10302 137 0,'0'0'21'0,"0"0"-3"0,0 0 10 0,0 0 6 16,0 0-14-16,0 0-9 16,45 0-2-16,-36 0-6 15,2 0-2-15,0 0 0 0,0 0-6 16,1 0-29-16,1 0-51 16</inkml:trace>
  <inkml:trace contextRef="#ctx0" brushRef="#br0" timeOffset="-197989.13">8167 10428 6 0,'0'0'122'0,"0"0"-93"16,0 0 7-1,0 0-5-15,0 0-2 16,0 0-11-16,0 0-1 0,0 0-4 0,0 0-4 16,41 1 2-1,-33-1-2-15,3 0 0 16,-1 0 8-16,0 0-5 15,2 0-4-15,-1 0-3 0,0 0-5 0,-3 0 1 32,2 1 0-32,-1-1-1 0,-2 3 0 0,1-2-12 15,-3 0-39 1,0-1-80-16</inkml:trace>
  <inkml:trace contextRef="#ctx0" brushRef="#br0" timeOffset="-194200.72">8781 10103 168 0,'0'0'10'0,"0"0"4"0,-1 0-7 0,-2 0 7 0,1 0-10 16,-4 0-3-16,3 2 3 15,-3 0-2-15,1 3 3 16,2-1 8-16,-3 3-4 0,0-1-4 16,1 2-3-16,-4 4-2 15,2-1 1-15,-2 5-1 16,0-2 2-16,0 6-2 16,-2-2 0-16,1 1 0 0,0-1 0 15,3 1 0-15,-3-1 3 16,5-1-1-16,-2 0 6 15,4 0-2-15,1 0-1 16,2-2 1-16,0-1 0 0,0-1-1 16,2-2 2-1,2-1-4-15,4-3-2 0,-1 0 2 16,1 2-2-16,4-4 4 16,-3 1-5-16,4-2-19 15,-3-4-32-15,2 0-92 0</inkml:trace>
  <inkml:trace contextRef="#ctx0" brushRef="#br0" timeOffset="-193517.67">8927 10289 174 0,'0'0'12'0,"0"0"-9"0,0 0-3 16,0 0 2 0,0 0 0-16,0 0 0 0,-36 7 1 15,32-2 0 1,-3 0-1-16,3 4 4 16,1-1 0-16,1-2 2 0,0 4 0 15,0-1-2-15,2 0-1 0,0 1 0 0,0-2-2 31,0 0-3-31,2-1 2 16,4 0 0-16,-2-1 1 16,4 1 5-16,-3-4-3 0,3 3 2 0,-1-2-3 0,4-3-1 31,-2 3-1-31,2-4 2 16,0 0 1-16,1 0-2 15,1 0 0-15,-4 0-2 16,-1-2 1-16,1-3-1 0,-1-2 1 15,-2 1 0-15,1 0 0 16,-3-3 0-16,-2 2 2 16,0 0-1-16,-1-2 0 15,-1-1-1-15,0 2 0 0,0-1-2 16,0 1 3-16,-2-1 0 16,-3 2-2-16,-2 2-3 15,1-1 1-15,-3 0 3 16,2 3 3-16,-4 0-6 15,-1 1 0-15,-1 0-2 0,0 2-3 16,-3 0-12-16,3 0-8 16,-3 4-39-16,5-2-58 15</inkml:trace>
  <inkml:trace contextRef="#ctx0" brushRef="#br0" timeOffset="-193103.52">9204 10329 259 0,'0'0'23'0,"0"0"-1"0,0 0-3 16,0 0 4-1,0 0-6-15,0 0-8 16,0 0 1-16,0 0-7 16,0 0-3-16,0 0 2 15,0 0-6-15,0 0-27 0,0-7-11 0,0 8-1 16,2 1-86-16</inkml:trace>
  <inkml:trace contextRef="#ctx0" brushRef="#br0" timeOffset="-192621.41">9421 10274 170 0,'0'0'47'0,"0"0"-29"16,0 0-6-16,0 0 8 15,0 0-3-15,0 0-8 16,0 0-1-16,0 0-5 16,0 0-5-16,6 5 1 0,-6 1 3 15,0-1-1 1,1 4 2-16,-1-2 0 0,0 5-1 16,1-2-1-16,0 1 1 15,1 0-1-15,0-1-1 0,1 2 1 16,-1-4-1-16,-2 1 0 15,2-1 0-15,-2-2 0 16,1 1 1-16,-1-4 0 0,0 1-1 16,0-4-6-16,0 0-29 15,0 0-63 1</inkml:trace>
  <inkml:trace contextRef="#ctx0" brushRef="#br0" timeOffset="-191973.41">9526 10140 154 0,'0'0'26'0,"0"0"-20"16,0 0 4-16,0 0 9 0,47-1 0 15,-36 1-13-15,0 0 4 16,0 0-1-16,2 1-2 16,-3 6-1-16,-2 0-1 15,2 0-1-15,1 3 0 0,-2 0 0 16,-2-1-2-16,4 2-2 15,-4 1 1-15,3 1 0 16,-3 1-1-16,0 0-1 16,0 0 2-16,-1 0-1 0,-3 0 2 15,1 1 0 1,-2-1-5-16,0 0 4 16,0 0 1-16,-2 2-1 0,0-2 0 15,0 0-2-15,0 1 2 16,-4-3-1-16,-2 1 2 0,3 0 1 15,-1-2-2-15,-3-1 0 16,3-1 0-16,-3-2 2 16,2 2-2-16,1-4 3 15,-1 2-3-15,2-2 1 0,0 0 0 16,1-4-17-16,-3-1-77 16</inkml:trace>
  <inkml:trace contextRef="#ctx0" brushRef="#br0" timeOffset="-191244.01">10169 9960 76 0,'0'0'12'0,"0"0"-1"0,0 0 5 16,0 0-4-16,-42 15 1 15,34-7 1-15,-2-1 2 16,1 3-4-16,-1 1-2 15,3 2 1-15,-3 3-4 0,1 0-2 16,3 6-2 0,-2-1 0-16,2 2 0 0,0 1 0 15,0 1 1-15,1 1 0 16,0-2-1-16,1 1 1 16,3-3 1-16,-1-3 1 0,2 0 6 15,0-2-2 1,2-4-5-16,6 2-1 0,2-1 2 0,2-3-2 31,4-1-1-31,1-3-2 0,1 0-1 16,-1-3 6-16,2-1-6 0,1-2-14 0,-3-1-24 31,-1 0-77-31</inkml:trace>
  <inkml:trace contextRef="#ctx0" brushRef="#br0" timeOffset="-190856.33">10136 10251 175 0,'0'0'38'0,"0"0"-17"0,0 0-1 0,0 0-3 0,45 0-6 15,-30 0-2-15,2 0 5 16,-2-1-1 0,3 0-1-16,1 0-2 0,-2 1-8 15,3 0 0-15,-5 0-2 16,3-1-20-16,-4 0-23 0,-1-3-100 16</inkml:trace>
  <inkml:trace contextRef="#ctx0" brushRef="#br0" timeOffset="-190234.28">10525 10156 145 0,'0'0'9'0,"0"0"-5"0,0 0-3 0,0 0 12 16,0 0-7-1,0 0 0 1,-40 25-1-16,32-19-1 0,4 4 5 0,0 1 3 0,2 1 0 15,2-1 5-15,0 0-12 16,0 1 4-16,2-1 2 31,3-1-5-31,6 0-1 16,-2-3 1-16,-1 2-1 16,4-4-4-16,1 1 0 0,0-2 1 15,1-1 1-15,1-1 1 16,0-2-4-16,-2 0 2 15,1 0-1-15,-2 0 1 16,1-5 2-16,-3-3 2 0,-2 1 1 16,-1-2 1-16,-2-2-4 15,0-2 0-15,-1-3-2 16,-4 1-2-16,0-1-1 16,0 0 2-16,0 1-1 0,-4 3 1 15,-2-2-1 1,-3 6-2-16,1 1 2 0,-1 0 6 15,-3 2-4-15,0 1 0 0,0 3-3 16,-1-1-1 0,-3 2-4-16,3 0-8 0,2 0-6 15,-3 2-10-15,5 1-49 16,3-1-86-16</inkml:trace>
  <inkml:trace contextRef="#ctx0" brushRef="#br0" timeOffset="-189834.11">10859 10231 245 0,'0'0'39'0,"0"0"-20"0,0 0 0 0,0 0 14 31,0 0-4-31,0 0-11 16,0 0-9-16,0 0-9 16,0 0-3-16,0 0-22 0,0 0-46 15,12-10-86-15</inkml:trace>
  <inkml:trace contextRef="#ctx0" brushRef="#br0" timeOffset="-188948.1">11088 10110 203 0,'0'0'22'0,"0"0"-3"0,0 0-5 0,0 0 3 0,0 0-7 15,0 0-5-15,0 0-5 0,0 0 1 16,0 0-1-16,0 0 0 15,0 0 1-15,0 0 0 16,2 37 1-16,-2-22 0 0,1 2 0 16,1-2-2-16,1 2 3 15,1 0-3 1,0-2 1-16,-1-3-1 0,1-2 1 16,0 0-2-16,0-3-5 15,-1-2-12-15,1-3-46 0,1-2-38 16</inkml:trace>
  <inkml:trace contextRef="#ctx0" brushRef="#br0" timeOffset="-188098.17">11238 10123 150 0,'0'0'30'15,"0"0"-17"-15,0 0-4 0,0 0 14 0,0 0-5 31,0 0-9-31,0 0 3 16,0 0-7-16,0 0-2 16,0 0 1-16,4 1 3 15,1-1 0-15,4 0-3 0,0 0 0 16,1 0 0-16,1 0-2 16,2 1-1-16,-1-1 1 15,0 0 1-15,-3 0-1 16,0 0 2-16,0 0-2 15,-4 0-1-15,1 0-1 0,-2 1 1 16,-2 1 0-16,-1 0-1 16,0 1 0-16,-1 0-1 15,0 3-1-15,0-1-1 0,0 2-1 16,0 2 4-16,-4-1-1 16,0 1 1-16,-2-2-1 15,3 0 3-15,-1-1-3 0,-1-1 2 16,3 0-1-16,0-4 1 15,1 3-1-15,1-2 0 16,0-1 0 0,-2-1 0-16,2 2 0 0,0-1-4 0,0-1-6 15,2 0 10 1,2 0 0-16,4 3 1 16,-3-3 1-16,3 1-1 0,-1 0-1 15,2 1 1-15,0 1-1 16,-3-1 1-16,1 0-1 0,0 1 0 15,-4 1 0 1,1 0 1-16,0 1-1 0,-4 1 0 0,2 0-1 31,-2 0-1-31,0 3 2 0,0-3 0 0,0-1 0 16,-4 2 0 0,-1-2-3-16,-2 0 1 0,1-3-1 0,-1 2 3 31,-3-1 8-31,-2-2-5 15,3 1-2-15,-2-2 1 16,-1 0-2-16,0 0 1 16,5 0 0-16,-1 0-1 0,2-2 1 15,0 1 0-15,3-2-3 16,3-1-17-16,-2-1-41 16,2 0-64-16</inkml:trace>
  <inkml:trace contextRef="#ctx0" brushRef="#br0" timeOffset="-187394.05">11576 10157 79 0,'0'0'11'0,"0"0"-10"0,0 0 8 0,0 0 12 16,0 0-3 0,0 0 0-16,0 0-5 0,0 0-5 15,0 0 3-15,-34 41-1 16,34-32-1-16,-2-1-2 16,2 1 1-16,0-2-2 0,0 2 0 0,2-1-2 15,2-1 1-15,-1-1 8 16,3-2-1-1,1 2-6-15,0-4 2 16,0 0-1-16,1 1 0 16,2-3 0-16,-1 0-3 15,1 0-2-15,0 0 1 0,-3 0 0 0,3 0 0 32,-1 0-1-32,-1-4 1 15,-2-2 4-15,0 0-1 0,-1-1-1 16,1 1 0-16,-4-1-3 15,2-1 0-15,0 0 0 16,-2 0-1-16,0-2 1 0,0 0 2 16,-2 1-3-16,0 0 1 15,0 0-2-15,0 1 0 16,0 1 0-16,0 0 0 16,-4 1-2-16,-2 0 0 0,-2-1 0 15,-3 2 5-15,-2-1-6 16,-1 2 0-16,1-1 1 15,-3 3 2-15,5 1-1 16,-1 1-10-16,4 0-24 16,-1 0-17-16,5 1-73 15</inkml:trace>
  <inkml:trace contextRef="#ctx0" brushRef="#br0" timeOffset="-186527.76">11982 10031 64 0,'0'0'33'0,"0"0"-21"0,0 0 1 0,0 0 1 16,0 0 0 0,0 0 6-16,0 0-1 0,0 0-2 0,-38 11 1 31,34-7-4-31,-4 2-7 16,2 0-1-16,-2 1-2 15,3 3-2-15,-3-2 0 0,3 3 1 0,-4 1 0 0,4-1-1 31,-1 2 0-31,2 0 1 16,1 0 0-16,1 1 1 16,0-1-2-16,2-2 1 15,0 2-2-15,0-2-1 0,0-1 0 16,0-3 1-16,0 2-1 16,0-2 3-16,2-1 1 15,2-1 0-15,1-2 0 16,1 1 2-16,-2-1-1 0,3-2 1 15,0 0-2 1,0-1 1-16,0 0-2 0,1 0-2 16,0 0 1-16,0 0 0 15,-1-2 0-15,1-2 1 16,-2-1-1-16,2-1 1 16,-5 0 1-16,3-1 0 0,-2 1 0 15,-3 1 2-15,1 0-3 16,-2-2-3-16,0 3 1 15,0-2-2-15,0 3 2 16,0 0 0-16,0 1-1 16,0-1-1-16,0 0 0 0,-3 2 2 15,-3-1 1-15,0 2 0 16,-1-1-1-16,0 1 1 16,2 0-2-16,-3 0 0 0,3 0 1 15,-3 0-2 1,2 1 1-16,-2 5-2 15,3-2-2-15,-1 0-11 0,3 1-6 0,1 0-8 16,0-2-20 0,2-3-46-16</inkml:trace>
  <inkml:trace contextRef="#ctx0" brushRef="#br0" timeOffset="-185637.58">12134 9899 141 0,'0'0'25'0,"0"0"-12"0,0 0-2 0,0 0 0 16,0 0-7-16,40 0 2 16,-33 0 5-1,2 1 1-15,-3 2-2 0,3 1 1 16,-1-1 0-16,-1 0-2 15,3 3-3-15,-3-1-1 0,2 0 0 16,0 2-2 0,-3 1 0-16,-2-1-3 0,2 3 1 0,-1 0 2 15,-1 2-3-15,0 0 1 16,0 1 0 0,-2 3-1-16,1-1 0 0,1 1 1 15,-2 1 0 1,-2 0 0-16,3 2-2 0,-3 1 0 0,0-1 2 15,0 0-2 1,-3 1 1-16,-3-2-1 16,1-1 4-16,-4 0-2 0,3-1 1 15,-2-2-1 1,2-1 1-16,0 0-2 0,0-1 1 16,1 0-1-16,-5-4 0 0,3 2-2 15,1 0 6-15,0-3-4 16,-2 2 4-1,0-2 1-15,1 0 1 16,-2 0 0-16,0-1-1 16,0-1-1-16,1 1 0 15,1-2-1-15,-2 0-2 0,4 1 0 16,-3-1 0-16,3-2 0 0,1 2 0 0,-3-3 2 16,4 1 1-16,-1 0-1 31,-1 0 0-31,3-2-2 15,-2 1 2-15,2 1-3 0,-3-1 1 16,0 1-1-16,-2-1 0 16,1-1-7-16,-4 0-57 15</inkml:trace>
  <inkml:trace contextRef="#ctx0" brushRef="#br0" timeOffset="-177461.65">1710 12737 121 0,'0'0'33'0,"0"0"-8"0,0 0 4 0,0 0-14 16,0-2-4-16,0-1-4 0,0 3-4 0,0-3-2 15,0 3-1 1,0-1 3-16,0-2-2 0,0 3 0 16,0 0 2-16,0-1 6 15,0-1 0 1,0 2 1-16,0 0-3 0,0 0-4 15,0-1-2-15,0 1 0 0,0-2-1 16,3 2 0-16,-3 0 0 16,0 0 0-1,0 0-1-15,0 0 0 0,0 0-4 0,0 0 3 32,0 0 2-32,0 2 0 0,0 1 1 15,0 1-1-15,0 0 1 16,0 2-1-16,0-1-1 15,0 2 2-15,0-1-1 16,0 3 2-16,0-2-1 16,0 3 0-16,0 1-1 0,0-1 1 0,0 1-1 15,0 0 0 1,2 1 0-16,2-2 1 16,0 0-1-16,3-3 1 15,-3 2 0-15,6-2 0 16,-4-1 1-16,-1-1-1 0,1-1 0 15,-1-1 1-15,2 0-2 0,-3 1 1 0,1-2 1 32,1-1-2-32,-1-1 2 15,2 0 1-15,0 0 1 16,-1 0 2-16,2 0-2 0,2 0-1 16,-3-7 1-16,2 2-3 15,-1-3 0-15,2 0 0 16,-4 1 0-16,1-2 0 15,-1 2 0-15,-2 0-1 16,2 1 0-16,-4 1 1 0,0-1-1 16,-2 3 1-16,0 0 0 15,0 3 0-15,0 0-3 16,0 0 1-16,0 0-4 0,0 3 4 16,2 4 1-1,0 0-1-15,1 2 1 0,3 0 0 16,-2 0 0-16,4-1 0 15,-2 0 0-15,3-1 0 16,0-3 0-16,2-1 0 0,-2 0 0 16,4-3 0-1,-1 0 1-15,-1 0 1 0,3-1-2 16,-6-5 2-16,1-3 0 0,-2-1 1 16,0-2 4-1,-5 0 7-15,0-2-4 0,-2-3-1 16,0 3-6-16,0-3 1 15,-9 0 0-15,2 1 8 16,-3 1-8-16,1 3-3 0,-1 1 2 16,1 2-1-16,1 2-2 15,-2 4-3-15,4 3-22 16,-1 0-7 0,1 0-15-16,1 3-56 0,0 4-63 0</inkml:trace>
  <inkml:trace contextRef="#ctx0" brushRef="#br0" timeOffset="-176471.6">2155 12921 22 0,'0'1'112'0,"0"-1"-110"0,0 0-5 0,0 0 6 31,0 0 5-31,0 0 9 16,0 0 15-16,0 0-6 0,0 0-7 16,0 0-1-16,0 0-7 15,0-1-6-15,0-3 1 16,2 2-3-16,4-2 0 16,0 1-2-16,0-1 0 15,3 0 1-15,-1 0-2 0,2 1 1 16,-1 0 1-16,-1 1 0 15,-1 1-1-15,0 1 0 16,-2 0-2-16,1 0 0 16,-3 0 0-16,1 3-2 0,-2 2 0 15,0 1 1-15,-2 1-1 16,0 1 3 0,0 1-2-16,0 0 2 0,0-1 0 15,0 2-1-15,-4-1 1 0,-1-2 2 16,-3 1 0-1,1 0-1-15,-4-3 1 0,2 2 1 16,-2-2-3-16,1-1 3 16,2 0-3-16,-1-1 2 15,1 0 0-15,4-2 0 16,-2 2-2-16,2-3 1 0,1 3-1 16,1-2 0-1,0 3 0-15,0-2 0 0,0-1 0 16,-2 2 0-16,4 0-1 0,-2 1 1 15,0-1 0-15,0 1-2 16,2-1 1 0,0 4 0-16,0-2 1 0,0 1-2 0,0 1 2 15,0-2 0-15,0 0 0 16,2 0-1-16,2-2 4 16,0 0-2-1,-2-2 3-15,2 2 1 0,0-3 2 0,1 0 2 16,1 0-2-1,2 0-3 1,-2 0-3-16,3-3 1 0,-3 0-1 16,4-1 0-16,-4 1-1 0,3 0 1 0,-2 2-1 31,2-2 0-31,0 3 0 16,-2 0 0-16,3 0 0 15,0 0-1-15,-1 0 1 0,1 2 0 0,0 0 0 0,-1 1 0 31,-1-1 0-31,-1-1 0 0,0 1 0 0,-4-2 1 32,1 0 1-32,-4 0 1 15,2 0 1-15,-2 0-1 16,0 0 0-16,0 0 0 0,0 0-4 16,0-2-17-16,0-4-62 15</inkml:trace>
  <inkml:trace contextRef="#ctx0" brushRef="#br0" timeOffset="-175744.4">2640 12830 117 0,'-2'0'13'0,"2"0"-3"0,0 0 2 0,0 0-7 16,0 0 3-1,0 0 4-15,0 0-1 0,0 0-4 0,4 0 3 16,-1 0 7-16,3 0-4 31,-2 0 1-31,4 0 1 16,0 0-4-16,1 0-4 16,0 0-4-16,2 0 1 0,0 0-2 15,1 0-1-15,-1 0 0 16,0 0-1-16,0 0 1 15,0 0-1-15,0 0 0 16,-1 0 1-16,-4 0-1 0,1 0-5 16,-3 0-26-16,-2 0-19 15,0 3-26-15,-2-1-57 16</inkml:trace>
  <inkml:trace contextRef="#ctx0" brushRef="#br0" timeOffset="-175509.46">2718 12948 219 0,'0'0'40'0,"0"0"-32"0,0 0 0 16,0 0 19-16,0 0-17 15,0 0-6-15,49 2-4 16,-34-2 1-16,4 1-12 0,1-1-54 16,0 0-95-16</inkml:trace>
  <inkml:trace contextRef="#ctx0" brushRef="#br0" timeOffset="-174546.64">3395 12790 145 0,'0'0'41'0,"0"0"-3"0,0 0-10 15,0 0-9-15,0 0 0 0,0 0-11 16,0 0-4-16,0 0-4 0,0 0-1 16,-5-8 1-16,3 8-2 15,-2 2 2 1,0 5-1-16,-1 2 2 0,1-1-1 0,-1 3 2 15,3 0-2 1,-1 2 0-16,3-2 0 16,0 1 0-16,0 0 0 0,0 0 1 15,5-2 1 1,4 0-2-16,-2 0 2 16,0-2-1-16,1 1 0 0,2-1 1 15,-1-2-2-15,1-2 3 0,0 0 0 16,-2-1-2-1,1-1 1-15,1-2-1 16,-2 0 1-16,1 0 1 0,-3-3-1 0,2-4 1 16,-4-2-3-1,3-1 2-15,-3 0-2 0,-1-1 1 16,1 1 0 0,0 1 0-16,-1-2-1 0,-1 5 1 0,-2 1-1 31,0-1 0-31,0 3 0 0,0 1-1 15,0 2-1-15,0 0-1 0,0 0-4 0,0 0 4 32,0 8 1-32,0 0 1 15,0 1-1-15,1 2 0 0,7-1 1 16,-1 0 0-16,6 0 2 16,-2-3-2-16,4 0 2 15,-1-1 0-15,4-3 1 16,-2 0-1-16,-1-3 1 15,-1 0 1-15,-3 0 2 16,1-6 4-16,-4-1 6 16,-1-2 3-16,-1-3-1 0,-4-1 8 15,-2-1-17-15,0-2-2 16,0 0-1-16,0 1-5 16,-4-1-2-16,0 3 4 0,-3 4-5 15,1 1 1-15,-2 4-6 16,-1 1-12-16,1 3-39 15,1 0-17-15,-2 3-59 16</inkml:trace>
  <inkml:trace contextRef="#ctx0" brushRef="#br0" timeOffset="-173784.84">3773 13004 188 0,'0'0'13'0,"0"0"-5"0,0 0-6 0,0 0 1 16,0 0 0 0,0 0 4-16,0 0 8 15,0 0 2-15,0 0 3 0,0 0-4 0,0 0-10 16,0 0-3 0,0 0-2-16,38-30-1 0,-27 28 0 15,-1 2 0 1,0 0 0-16,3 0 0 15,-3 0 4-15,1 0 0 0,-2 0-1 16,0 4-1-16,-2 2-2 16,-1 1-2-16,-2 0 0 15,-2 0 1-15,-1 2 0 16,-1 1 2-16,0 0-1 0,0 0 0 16,-1 1-1-16,-5-2 2 15,0 2-2-15,-4 0-2 16,-1-2 4-16,0 1-3 15,-3-2 3-15,2-1-2 16,-2 2-3-16,5-6 0 0,-2 4 0 16,3-3 3-16,2-1 1 15,2-1 0-15,-1 0 0 16,3 0 0-16,2-2 0 16,0 1-1-16,0-1-4 0,0 0 2 15,0 0 4-15,7 0 6 16,1 0-1-16,4 0 1 15,-3 0-3-15,5 0-1 16,-1 0 2-16,0 0-1 0,3 0-1 16,-3-1 1-16,1 1 3 15,-1 0 0 1,3 0 0-16,-3 0-4 0,-1 0-1 16,-3 0-1-16,1 0-1 15,0 0 0-15,-4 0 1 0,-3 0-1 16,3 0-6-16,-2 0-18 15,-1 0-51 1,1-3-97-16</inkml:trace>
  <inkml:trace contextRef="#ctx0" brushRef="#br0" timeOffset="-173324.84">4182 12882 92 0,'0'0'93'0,"0"0"-72"0,0 0-9 0,0 0-4 15,0 0 3-15,0 0-6 16,0 0 19-16,0 0 3 16,0 0-11-16,0 0 0 15,0 0-4-15,44 0-2 0,-29 0-6 16,2 0-2-16,5 0-1 16,-1 0-1-16,2 0-7 15,2 0-35-15,0 0-93 0</inkml:trace>
  <inkml:trace contextRef="#ctx0" brushRef="#br0" timeOffset="-172199.11">4710 12789 175 0,'0'0'13'0,"0"0"-11"0,0 0-1 16,0 0 4 0,0 0 1-16,0 0 3 15,-36-7 2-15,30 3-5 16,1-2 5-16,0 0 1 16,2-1-1-16,1-1-2 15,2-1-3-15,0 1-4 0,0-1-3 16,0-1 4-16,5 3 1 15,4 0-4-15,0 0 3 16,2 0-5-16,3 2 2 16,1 1 0-16,-1 3-1 15,-1 1 1-15,1 0 0 16,-3 0 0-16,-1 1 0 0,0 6-2 16,-4 2-2-16,-1 4 1 15,-1-1 1-15,-2 1 0 16,-1-1 2-16,0 2 0 0,-1-3 0 15,1-1 2-15,-1 0-2 16,0-3 1-16,0-3-1 16,0 1 0-16,0-3 0 15,0-1 0-15,0-1 4 0,0 0 12 16,-2-2-6-16,-1-4-5 16,1-4 0-16,0-1-2 15,-2-2-2-15,3 2-1 16,1-2-1-16,0 0 2 0,0-1-1 15,0 3 2 1,5-2-1-16,1 2 0 0,3-1-1 16,1 2 1-16,1 2-1 15,2-1 0-15,1 2-1 0,0 3 0 16,3 2 1 0,-1 1 0-16,-1 1-1 0,-2 0 0 15,1 0 1 1,-3 2-2-16,-2 3 1 15,-2 4-3-15,-1-1 2 0,-1 0 0 0,-1 1-1 16,0 5 1 0,-4-2-1-16,0 2 0 0,0 2 2 15,0 1 1-15,0 1 0 0,-4 0 0 16,2 2 0-16,-4-1 0 16,3 2-2-16,1-1 4 15,-2 0-4-15,-1 0 2 16,2-1 2-1,-1 2-2-15,-2 0 0 16,3 1 0-16,-3 1 0 0,2 2 0 16,1 0 0-16,-2 1 0 15,3-1 0-15,0 1 0 16,0 1 1-16,2-2 0 16,0-2 1-16,0 1 1 0,0-3 0 15,2-1-1-15,5-3 1 16,-2-1 2-16,1-3 1 15,5-2 4-15,-1-2-1 0,2-2 2 16,2-3 4 0,1 1 1-16,4-3 3 0,-2-2-10 15,2 0-4 1,2 0-1-16,-2 0 0 0,5-7-2 0,-4-1-2 16,2-4-33-16,-1-6-39 15,-2-5-146 1</inkml:trace>
  <inkml:trace contextRef="#ctx0" brushRef="#br0" timeOffset="-171287.02">5554 12451 47 0,'-13'0'40'0,"4"0"-30"0,-2 0 3 0,4 0 1 0,0 4-1 15,1 0-5-15,-3 1-2 16,4 2 1-16,-2 4-3 16,3-2 2-16,0 4-1 15,2-1-1-15,0 0-2 0,2 0 2 16,0 0-2-16,4-2 6 16,2 0 4-16,5-2 0 15,1 1 0-15,-1-2 1 16,3-2-3-16,1 0-4 15,-2-4 0-15,-1 1-3 0,0-2-1 16,0 0 0 0,-1 0 2-16,-4 0 1 0,-1-5 6 15,2-2 2-15,-4-1-1 16,-2-2-5-16,0-3-3 0,-1 2-1 16,-1-4-2-16,0 0 0 15,0-2 1 1,-3-2-2-16,-5 2 3 15,0 0 1-15,-1 0 0 0,1 1 0 16,-2 2-2-16,0-1-1 0,1 1 0 16,0 1-2-1,-3 1 1-15,1 1 0 0,3 3 0 16,-4 0-1 0,5 3 0-16,-1 2-3 0,0 0-3 0,2 1 0 15,0 2-3 1,3 0-3-16,-1 0-11 0,4 0-11 15,0 0-17 1,0 2-30-16</inkml:trace>
  <inkml:trace contextRef="#ctx0" brushRef="#br0" timeOffset="-170752.91">5783 12357 145 0,'0'0'37'0,"0"0"-7"0,0 0-15 0,0 0 6 31,0 0-8-31,0 0-8 0,0 0-1 16,0 0-2-16,0 0-3 15,0 0 0-15,0 0 0 0,4 33 0 0,-4-22 2 32,0 5-1-32,0 1 0 15,0 0 1-15,0 1-1 16,0-2 1-16,0 3-1 0,0-4 1 15,0-2-1-15,2-2 2 16,0-1-2-16,0-3 0 16,0-1 1-16,3 0-1 15,-2-2 0-15,-1-1 1 16,2-2-1-16,-3-1 3 0,5 0-1 16,-2 0 3-16,3 0 6 15,2 0 0-15,0 0-4 16,2 0-3-16,0 0-1 0,1 0-1 15,2 0-1-15,0 0 0 16,-2 2-1-16,-1 0-2 16,-2 3-28-16,-3-1-41 0,-4-1-43 15</inkml:trace>
  <inkml:trace contextRef="#ctx0" brushRef="#br0" timeOffset="-170268.16">5349 12765 74 0,'0'0'32'0,"0"0"2"0,0 0-6 0,51 3-4 31,-29-2-5-31,3-1-2 16,4 0-2-16,2 0-1 0,3 0 3 0,0 0-1 15,3 0 0-15,2 0-3 16,-1 0-2 0,0 0-6-16,-1-1 0 15,2 0-3-15,-6 1 0 0,-3 0-1 16,-3 0-1-16,-2 0 0 15,-2 0-1-15,-5 0-12 16,-3 0-30-16,-6 0-36 16,-3 0-68-16</inkml:trace>
  <inkml:trace contextRef="#ctx0" brushRef="#br0" timeOffset="-169583.12">5633 13053 150 0,'0'0'12'0,"0"0"18"0,0 0-14 16,0 0-5-16,0 0-2 15,0 0-5-15,-41-8 1 0,30 8-4 16,0 0 2-1,-2 2-1-15,-1 4-1 0,-1 1 0 16,1 2-1-16,1 1 0 0,1 1 2 16,3-1-2-16,5 1 0 15,0-1 0 1,4 2 0-16,0-1-2 16,0-1 4-16,6 1-1 0,3-1 2 0,3-1-2 31,1-1 1-31,1-2 0 0,-1 0-1 0,0-2 3 15,1-1 1-15,-3-3 3 16,2 0-1-16,-2 0 4 16,-2 0 2-1,-1-3-2-15,-2-3-5 0,0-1-2 16,-3-4 0-16,1 0-2 16,-2-1-1-16,0-2-1 0,0-3 1 0,-2 1-1 15,1-1 1-15,-1 2-2 31,0-1 1-31,0 0 0 16,0 2-2-16,-3 1 1 0,-3 1-3 0,-3 1-2 0,-3 2 2 31,1 0-1-31,-1 2-2 16,-2 0-3-16,3 3-10 16,-3 1-16-16,-1-1-32 15,1 1-7-15</inkml:trace>
  <inkml:trace contextRef="#ctx0" brushRef="#br0" timeOffset="-168793.7">5800 12982 208 0,'0'0'11'0,"0"0"4"0,0 0-9 0,0 0-1 15,0 0-3 1,0 0-2-16,0 0 1 0,0 0-1 16,0 0 1-1,0 0 1-15,-26 47 0 0,24-37 1 0,2 3-1 16,0-1 1 0,0 3 0-16,0-1-2 0,0 0 1 15,2-2 1-15,2-1-1 16,0 0 3-16,3-2 1 0,-1-1 1 15,2-4-3-15,-2 2 0 16,1-3 0-16,-1-2-1 16,1-1 1-16,0 0-1 15,0 0 2 1,-1-4-4-16,-2-3 1 0,3-3-1 16,-1 0 0-16,0-1-1 0,0-3-1 15,-1 2 0-15,1-2-2 16,-3 4 2-1,4 0 1-15,-5 4 1 16,0 1-1-16,0 2 0 0,-2 2 0 0,0 1 0 16,0 0-9-16,0 0-1 15,1 7 6 1,3 2 5-16,-2 2-1 16,2 0 0-16,1 0 0 15,2-1 0-15,0-1 2 16,3-2-2-16,-1-3 0 15,1 0 0-15,1-4 0 0,2 0 4 0,-4 0 0 0,2-4 8 32,-1-5-3-32,0-2-1 15,-3-2-1-15,-1 1 1 16,-3-4 3-16,2 1 1 16,-5-1-6-16,0 1-5 0,0-1-3 15,0 5-9-15,-4 0-6 16,0 4-5-16,-2 4-11 15,0 0-39-15,1 3-72 16</inkml:trace>
  <inkml:trace contextRef="#ctx0" brushRef="#br0" timeOffset="-168144.86">6187 13154 170 0,'0'0'26'0,"0"0"-14"0,0 0-5 0,0 0 1 16,0 0 3-16,0 0 2 15,0 0-1-15,0 0-2 16,0 0 5-16,0 0-4 16,0 0-3-16,7-40-5 0,-1 36-2 15,2-2-1 1,0 3 1-16,-1-1-2 0,4 3 1 16,-2-1 0-16,-3 2-1 0,1 0 1 31,-1 0 0-31,2 0 0 0,-4 6-2 0,-1-2 0 15,-1 3-2 1,-1 2 0-16,-1 0 1 0,0 0 2 16,0 1 0-1,0-1 1-15,-4 2 0 16,-4-4 0-16,0 2 0 0,-2-1-3 0,1-2 0 16,-3 1 2-1,1 0 0-15,0 0-1 0,-1-1 2 0,4 1 0 31,1-4-1-31,1 4 1 0,0-3 1 0,4 0-2 16,2 0-1 0,0-2 2-16,0 1-1 15,1-3 7-15,8 2 6 16,-2-1 1-16,3-1-1 16,0 0 0-16,1 0-4 0,2 0 0 0,-2 0-1 15,1 0-1 1,0 3-2-16,2-2-4 15,-3 2 0-15,-1-2 0 16,-2 2-3-16,-1-1-10 16,-3-2-18-16,-1 0-79 15</inkml:trace>
  <inkml:trace contextRef="#ctx0" brushRef="#br0" timeOffset="-167439.75">6514 12667 124 0,'0'0'29'0,"0"0"-10"0,0 0-12 0,0 0 6 31,0 0-2-31,0 0-2 16,0 0 1-16,37 0 0 16,-30 0 1-16,2 0 2 15,2 0 2-15,0 1 0 0,0 2-7 16,1-3-5-16,-4 3-3 16,3 0 0-16,-1-2 0 15,-3 1-14-15,1 0-20 16,-4-1-22-16,-2 0-28 0</inkml:trace>
  <inkml:trace contextRef="#ctx0" brushRef="#br0" timeOffset="-167231.3">6565 12782 184 0,'0'0'12'0,"0"0"6"16,0 0 22-16,0 0 1 16,0 0-21-16,47 6-11 15,-30-4-6-15,2 0 0 16,1-1-11-16,1-1-62 0,0 0-134 16</inkml:trace>
  <inkml:trace contextRef="#ctx0" brushRef="#br0" timeOffset="-165042.15">7501 12582 124 0,'0'0'17'0,"0"0"-12"0,0 0-3 0,0 0 1 0,0 0-3 15,0 0 1-15,0 0 10 16,0 0 1-16,-2 0 15 16,-3 0-3-16,3 0-7 15,0 0-4-15,-1 0-5 0,1 0-8 16,-2 0 1-16,-3 0 0 16,1 0-1-16,-4 1 1 15,1 2-2-15,1 1 1 16,-4 0 1-16,2 2 0 15,0 1 0-15,-1 0 0 16,2 2-1-16,3 0 0 0,-1 0 0 16,0 1 0-16,2 1 0 15,3 0-1-15,2 0 1 16,0-1 2-16,0 1 4 0,4-1 1 16,6 0-2-16,1 0-1 15,2-1-2-15,3 0 5 16,-1-3-5-16,1-3 1 0,3 2 0 15,-2-3-1 1,1 1 3-16,-2-2-4 0,2-1 1 16,-3 0 0-1,1 0 0-15,-1-1 0 0,-1-5 2 0,-5-1-2 16,-1 0 2-16,0-1 1 16,-4-2 3-16,-2 1 0 15,-1-2-1 1,-1 1-4-16,0-3-2 0,0 2 1 15,0-2-1-15,-3 1 12 16,-4 1-10-16,0 0 1 16,1 1-3-16,-1-1-1 15,-1 3 1-15,0 0-3 0,-3 1 0 16,0 1 2 0,0 3 2-16,-2 0-3 0,-1 3-2 15,-1 0-16-15,-2 0 2 0,3 2-12 16,-1 4-16-1,2 2-6-15,3-1-40 16</inkml:trace>
  <inkml:trace contextRef="#ctx0" brushRef="#br0" timeOffset="-164743.22">7745 12682 297 0,'0'0'24'0,"0"0"1"0,0 0-10 0,0 0-1 15,0 0-10 1,0 0-4-16,0 0 1 0,0 0-2 16,0 0-6-16,0 0-18 15,0 0-25-15,0 0-58 16</inkml:trace>
  <inkml:trace contextRef="#ctx0" brushRef="#br0" timeOffset="-163900.56">8068 12624 136 0,'0'0'18'0,"0"0"23"16,0 0-8 0,0 0-8-16,0 0-6 0,0 0-2 15,0 0-7 1,0 0-3-16,-8-35-3 16,8 30-1-16,-2 1 2 0,-1 0-3 0,0 0-1 31,-1-2-2-31,-4 2 1 0,1 2-2 15,-2 1 1-15,0-1 1 16,-4 2 0-16,0 0-1 16,-3 0-2-16,2 0-2 15,-1 5-1-15,3 2 3 0,3-1 1 0,0 2 0 0,5-1 0 32,4 3-2-32,0-4-2 15,0 2 0-15,4-1 4 16,5 0 3-16,3-1 2 15,1 1 1-15,-1 0-1 0,1-1 0 16,-1 0-2-16,2-1 0 16,0 1 5-16,0-2-1 15,0 1-1-15,0 0 1 16,-1 1 1-16,0 1-5 0,-1-1 0 16,-3 1 0-16,1-1-2 15,-4 2 1-15,-1-1-1 16,1 3-1-16,-4-1 1 0,0-1 1 15,-1 2-2 1,-1-1 2-16,0 1 0 0,0-2 0 16,0-1 2-1,0 0-4-15,-3-1 1 0,-3-2 4 0,-1-1-6 16,-4 1 4-16,2-2 3 16,-4-1-4-1,-1-1-2-15,1 0 2 0,1 0 2 16,-1 0-1-1,2 0-4-15,0-3-1 0,4-1 5 0,0-2 0 16,1 1 2 0,4 0-1-16,-2-2 0 0,3 0 0 15,1-1 0-15,0 2 4 16,0-4 0 0,0 3-4-16,2-2 1 0,5 0 0 0,-2 0-2 15,5-1-1-15,-1 2 0 16,2-1 0-1,1 1-1-15,0-1-8 0,1 2-23 16,-1 0-39 0,0-2-40-16</inkml:trace>
  <inkml:trace contextRef="#ctx0" brushRef="#br0" timeOffset="-163500.99">8348 12688 103 0,'0'0'111'0,"0"0"-93"0,0 0-14 0,0 0 5 0,0 0-1 15,43 0-4-15,-30 0-2 16,5 0 1-16,0 0-1 16,4 0-2-16,-1 0-8 15,0 0-83-15</inkml:trace>
  <inkml:trace contextRef="#ctx0" brushRef="#br0" timeOffset="-162826.78">9099 12408 66 0,'0'0'72'0,"0"0"-64"0,0 0 5 15,0 0-5-15,0 0-3 16,0 0-4-16,0 0 1 15,0 0 3-15,-36 7 2 16,27-1 2-16,-3 0-2 16,-2 2 0-16,0 1 0 15,-2 2-3-15,1 2-1 0,-1 1-1 0,1 0-1 0,1 2 0 16,1-2 0-16,-1 0-1 31,5 2 2-31,0-2 1 0,3 2 2 0,2 1-1 16,0 0 0-1,4 0-2-15,0 3 1 0,0-2 1 16,4 1-1-16,2-1-1 16,0 2-1-16,3-4 1 0,3-2 0 15,-1 3 0 1,2-3 0-16,1-2 3 16,3-1-2-16,-1-2-12 0,5-2-22 0,-2-4-47 31</inkml:trace>
  <inkml:trace contextRef="#ctx0" brushRef="#br0" timeOffset="-162244.18">9184 12619 179 0,'0'0'20'0,"0"0"6"0,0 0-15 0,0 0-9 16,0 0-2-16,0 0 0 15,0 0 0-15,-36-5 1 0,28 10-1 16,1 2 1-16,0 1 0 15,2 1-1-15,1 1 1 16,0 1-2 0,4-1 1-16,0 0-1 0,0 0 2 0,0 0 1 15,6-2 2 1,-1 1-1-16,6-4 3 0,0 1 2 0,0-3-4 31,3 1 2-31,1-1-3 16,1-3 0-16,-1 0 0 0,1 0 0 15,-3 0 0-15,1-7-1 16,-3 1 1-16,1-2 0 0,-6-1 4 0,1-1 1 16,-1 0 1-16,-3 0-4 15,1-1 2 1,-4-2-3-16,0 3-2 16,0-1-2-16,0 1-1 0,-6 0 3 0,-3 4-2 31,-2 0 1-31,-3 1-3 15,-2 2 2-15,0 2 0 16,1-1-1-16,-1 2-11 16,3 0-9-16,-1 0-12 0,2 6-2 15,5-3-40-15,0 1-78 16</inkml:trace>
  <inkml:trace contextRef="#ctx0" brushRef="#br0" timeOffset="-161925.39">9434 12661 1 0,'0'0'176'0,"0"0"-128"0,0 0-19 0,0 0 14 0,0 0-15 15,0 0-8-15,0 0-4 16,0 0-2-16,0 0-7 16,0 0-6-16,0 0-1 15,10-13-4-15,-10 13-18 0,0 0-17 16,0 0-30-1,0 0-12-15</inkml:trace>
  <inkml:trace contextRef="#ctx0" brushRef="#br0" timeOffset="-161445.58">9602 12589 171 0,'0'0'8'15,"0"0"-2"-15,0 0-4 0,0 0 1 31,0 0 0-31,0 0-1 16,0 0-1-16,0 0 4 16,0 0 11-16,4-5 1 0,-4 5-8 15,0 0 2-15,0 0 3 16,0 0-7-16,0 0-8 0,0 0-1 16,0 6 1-1,0 1 4-15,0 2-1 16,0 1 0-16,0 1-1 0,0-1 1 15,0 4 0-15,0-3-1 0,0 2 1 16,1-3 1 0,1 2-2-16,0-4 1 15,0 1-1-15,-2-2 0 16,2 0 2-16,-2-3-3 0,0-1 0 16,0 1-17-16,0-2-14 0,0-2-53 15,0 0-81-15</inkml:trace>
  <inkml:trace contextRef="#ctx0" brushRef="#br0" timeOffset="-161013.45">9746 12441 130 0,'0'0'3'0,"0"0"5"0,50 3 9 0,-34 1 8 15,0 2-13-15,2-1 6 16,-3 1 0-16,1 3 10 16,-1 1-8-16,1 0-8 15,-3 5-2-15,1-2-5 0,-3 4-2 16,-3 0-2-16,2 2 0 16,-6 0-1-1,-1 3 0-15,-1-1 0 0,-2 0 0 16,0 1 0-16,-2-2 0 0,-5-1 1 15,-4-1 2 1,2 0-2-16,-4-4-2 16,-1 0-25-16,3-4-39 0,-3-6-68 15</inkml:trace>
  <inkml:trace contextRef="#ctx0" brushRef="#br0" timeOffset="-160229.35">10572 12323 72 0,'0'0'75'0,"0"0"-57"0,0 0-10 16,0 0-3-16,0 0-1 15,0 0-6-15,0 0 5 16,-38-16 1-16,32 14 9 0,-1 2 1 16,1 0-9-16,-2 0-3 15,-1 0-2-15,-2 0 1 16,-2 0-1-16,0 0-1 16,-3 4 1-16,2 1 1 15,-4 3-1-15,1-1-1 0,-2 3-1 16,-1 1 1-16,3 1 1 15,-1 3 1-15,2 2-2 16,0 1 0-16,1 3 0 0,1 1 1 16,3-1 1-1,1 1 0-15,2-1 0 16,2 2 1-16,3-3 0 0,3 1 1 16,0 0 0-16,0-2 5 0,2 1-3 15,5-1-2 1,3 1 3-16,1-4 0 0,1 1 2 15,2 0-1 1,-1-3 3-16,1-2-1 0,-1-1-2 0,3 2-3 16,-2-2-2-1,1-2 0-15,1-2-10 0,2-2-47 16,-3-3-60-16</inkml:trace>
  <inkml:trace contextRef="#ctx0" brushRef="#br0" timeOffset="-159118.33">10425 12596 99 0,'-7'0'25'0,"2"0"17"0,3-3 5 0,-2 2-12 16,3-1-4-1,0-1-2-15,1 1-14 0,0 0-7 16,0 1 0-16,0-1 3 16,0 2-10-16,3-1 4 15,4 1-4-15,3 0-2 0,3 0 1 16,3 0 0-16,1 0 0 15,2 0 0-15,2 0 1 16,2 0-2-16,-2 0-5 16,3 0-9-16,-4 0-10 15,2 0-36-15,-1 0-53 0</inkml:trace>
  <inkml:trace contextRef="#ctx0" brushRef="#br0" timeOffset="-158507.47">10967 12523 120 0,'0'0'102'0,"0"0"-100"16,0 0 13-16,0 0-4 16,0 0-8-1,0 0-4-15,-40-14 2 16,34 14-2-16,-4 0 2 0,2 0-2 0,1 5 0 16,-3 2 2-1,2 1-2-15,-1 2 1 0,2 1 0 16,1-1 0-1,1 2 0-15,1-1 0 0,1 0-1 0,3 2 1 32,0-3-1-32,0 1-4 0,1-2 11 0,8 2-3 15,-2-4 2 1,4 0-1-16,2-1 0 0,0-1 0 0,1-1 1 16,1-3-2-1,-2 1-1-15,1-2 0 0,-3 0-1 16,1 0 1-1,-1 0 2-15,-3-2-1 16,1-2 7-16,-1-3 0 0,0-1-2 0,-3-1-4 16,-1-4 2-1,0 3-5-15,-4-5 1 0,0 3-1 16,0-2-1-16,0 1 0 16,-4 2 2-1,-3 0-1-15,-3 2-2 0,2 2 2 0,-3 1-3 31,-2 3 1-31,-3 0-9 16,1 3-5-16,-1 0-18 16,-1 0 2-16,3 3-39 0,3 3-44 15</inkml:trace>
  <inkml:trace contextRef="#ctx0" brushRef="#br0" timeOffset="-158245.97">11184 12607 291 0,'0'0'33'0,"0"0"-7"0,0 0 2 0,0 0 0 16,0 0-22-16,0 0-6 0,0 0-16 16,0 0-41-1,0 0-41-15,0 0-36 0</inkml:trace>
  <inkml:trace contextRef="#ctx0" brushRef="#br0" timeOffset="-156399.3">11388 12432 138 0,'-2'0'6'0,"2"1"-6"0,-2 0 0 0,2 0 3 16,0-1 3-16,0 2 3 0,0-2 2 15,0 1 6 1,0-1 4-16,0 1-1 0,0 0-7 15,4 0-3-15,0-1-5 16,-1 0 0-16,5 0-3 0,0 0 1 16,2 0-1-1,3 0 1-15,1 0-1 16,1 0 0-16,0 0-1 16,-1 0 0-16,0 0 0 0,-3 0-1 0,-2 0 1 15,-2 0-2-15,-2 0 1 16,-1 0-1-1,-4 2-1-15,0-1-6 0,0 3 2 0,-2 3 3 16,-7-1 3 0,-3 2 1-16,1 1 1 0,0-2-2 0,0 2 0 31,0 1 1-31,0-2-1 16,4-1 0-16,0 1 0 15,3-2 1-15,2-1-1 16,2-2 0-16,0-1-1 15,0 1 0-15,0-3 3 0,4 0 6 16,2 0 6-16,4 0-1 16,4 0-6-16,0 0-4 15,1 0-1-15,-1 0 0 16,1 0-2-16,-1 1 1 0,-1 2-1 16,-3-2 0-16,-1 1 0 15,-2 2-1-15,0-1-1 16,-5-1 0-16,0 5-2 0,-1-3 1 15,-1 2-3-15,0-2 5 16,-1 2 1 0,-5-1 0-16,-6 1 0 0,1-1 1 15,-3-1-1-15,-1-1 1 0,-1 1-1 16,-3-3 4 0,0-1-3-16,2 0-2 15,-3 0 3-15,3 0 1 0,4 0-2 0,2 0 0 16,4 0 0-1,2 0 0-15,5 0-4 16,0 0-42-16,3 0-79 16</inkml:trace>
  <inkml:trace contextRef="#ctx0" brushRef="#br0" timeOffset="-155888.5">11849 12482 145 0,'0'0'9'0,"0"0"-8"0,0 0 2 0,0 0 4 0,0 0 0 15,-43 3 3-15,38 1-6 16,-3 3 0-16,1 2 4 16,0-2 0-16,2 3-2 15,-1-2 1-15,3 2-4 0,1 0-1 16,2 0 1-16,0-1-1 16,0-1 1-16,2-2 2 15,5 1-2-15,1-1 4 16,2-1-1-16,1-1-1 15,3-2 1-15,-3 1-2 0,3-3 0 16,-1 0 1-16,0 0-1 16,-1 0 1-16,0-4 3 15,0-2 2-15,-3-4-2 16,-3 2-1-16,-2-2-3 0,-1-2 0 16,-3 0-1-16,0 0-2 15,0 2-1-15,-9 0 2 16,-4 3-3-16,-5 0 0 15,-2 2-4-15,2 4-3 0,-4 1-13 16,3 0-8 0,2 0-11-16,8 5-67 0</inkml:trace>
  <inkml:trace contextRef="#ctx0" brushRef="#br0" timeOffset="-155082.12">12041 12417 184 0,'0'0'18'0,"0"0"-10"0,0 0-7 16,0 0 4-16,0 0-2 15,0 0 2-15,0 0 0 0,0 0 0 16,0 0 2-16,0 0 8 16,18 4-1-16,-9-4-4 15,1 0-2-15,2 0-4 0,1 0-1 16,1 0 0-16,1 0 0 15,1 0-2-15,-1 0 0 16,1 1 0-16,-3 1 0 16,-4-1-1-16,1 2 0 0,-2-1 0 15,-5 0-1-15,1 1 0 16,-2 0-5-16,-2 0-3 16,0 4 1-16,-4 0 5 15,-3 0 5-15,-4 0-2 0,1 2 1 16,2-2-2-16,-3 0 0 15,0 1 4 1,4-2-3-16,0 0 1 16,3-3-1-16,1 1 1 0,3-2-1 15,0-1-3-15,0 0 7 0,0-1 1 16,3 0 1 0,4 0-2-16,1 0 0 0,3 0-3 15,1 0 0-15,1 0-1 16,3 0 1-16,-3 0-1 0,1 0 0 15,-1 0 0 1,-2 0 0-16,0 0 0 16,-2 3 0-16,0 3-1 15,-2-2 0-15,-3 2-1 0,1 0-2 0,-3 2 1 16,-2-2-1-16,0 2-1 16,0-1 3-16,-2 0 0 15,-6-1 1 1,0 0 1-16,-1-2-2 15,-4-1 4-15,1-1 1 0,-3-1 1 0,-1 0-1 16,1-1 0 0,-1 0 0-16,3 0-3 0,-1 0 1 0,5 0 0 31,1 0 1-31,3 0-2 16,3 0-19-16,2-2-51 15,0 0-46-15</inkml:trace>
  <inkml:trace contextRef="#ctx0" brushRef="#br0" timeOffset="-154455.72">12468 12416 211 0,'0'0'18'0,"0"0"-3"0,0 0-7 0,0 0-1 16,0 0-2 0,0 0-7-16,0 0-2 15,0 0 3-15,0 0 1 0,0 0-2 0,0 0 1 16,0 0 1-16,-15 32 0 15,13-23 0-15,2-2 1 16,0 0-1-16,-2-2 0 16,2 1 1-1,0-3 1-15,0 1 2 0,0-1 2 0,6-1 4 16,2 0 2 0,-1 0 1-16,4-2-5 0,2 2-2 15,-2-2-1 1,3 1 0-16,-3 0-1 15,2 0-2-15,3 1-1 0,-3 2 1 0,1-1-2 16,-1 0 1 0,-1 1-1-16,-2 2 0 15,1-2 0-15,-3 2-1 16,-2 0 1-16,1 1-1 16,-3 0 0-16,-1 0-2 0,-1 1 3 15,-2 1-1-15,0-2-2 16,0 0 2-16,0 0-1 0,0 0 1 0,-3-2 0 15,-5-1-2-15,1-1 4 32,-4-1-1-32,0 0 3 0,-1-2-3 0,-1 0 4 0,0 0-1 31,-1 0-1-31,3 0-2 16,0 0-5-16,-1 0-27 15,1-2-11-15,5-2-51 16</inkml:trace>
  <inkml:trace contextRef="#ctx0" brushRef="#br0" timeOffset="-154120.25">12456 12417 153 0,'0'0'22'0,"0"0"4"0,0 0 4 0,0 0-2 16,0 0-2-16,0 0-12 0,43-23-4 15,-32 22-2 1,1-1-5-16,0 1-2 0,2 1-1 16,-5 0 0-1,0 0-12-15,1 0-35 16,-2 0-44-16,-2 0-41 0</inkml:trace>
  <inkml:trace contextRef="#ctx0" brushRef="#br0" timeOffset="-153608.25">12695 12265 83 0,'0'0'31'0,"0"0"-30"0,34 6 5 0,-18-4 1 0,-3 2 1 32,1 1 8-32,-1-1 5 15,1 3-2-15,-1 0-2 16,0 0-2-16,-2 2-5 0,0 2-1 15,-2-2-1 1,0 2-3-16,-3-1 1 0,1 4-3 16,-1-2-1-16,2 2 0 15,-3 3 1-15,1-1-1 16,-2 2-1-16,0 2 2 16,-1 0-2-16,-3 1 0 0,0-1-1 15,0 1 1-15,0-2-1 16,0 1 0-16,-6 0 0 15,-1-2-1-15,-2 1 0 16,-2-3 3-16,-2 0-1 0,-4 0 0 16,0 1 2-16,-8-3 4 15,-6 2-3-15,-2-4-36 16,-6-6-163-16</inkml:trace>
  <inkml:trace contextRef="#ctx0" brushRef="#br0" timeOffset="-152534.78">6860 13857 88 0,'0'0'16'0,"0"0"-10"0,0 0-2 16,0 1 6-1,0-1 2-15,0 1 2 16,-2 0 1-16,1 0-3 0,0-1 0 16,0 2-2-1,-1-1-3-15,0-1 1 0,-1 0 0 0,3 0 1 16,0 1 0-16,0-1 2 31,0 0 6-31,0 0-3 0,0 0-4 16,0 0 2-16,7 0-1 15,-2 0-5-15,3 0-3 16,-1 0-2-16,1 0-1 0,0 0 0 16,-3 0 0-16,3 0 1 15,-4 0-1-15,2 0-1 16,0 3-4-16,-2-2-22 15,-2 1-24-15,1 0-29 0,-1-2-32 16</inkml:trace>
  <inkml:trace contextRef="#ctx0" brushRef="#br0" timeOffset="-152285.66">6862 14023 104 0,'0'0'127'0,"0"0"-116"0,0 0-4 0,0 0 11 16,0 0 6-1,0 0-17-15,0 0-4 0,40 7-2 16,-28-5 0-1,0-2-11-15,-1 0-60 16,3 0-112-16</inkml:trace>
  <inkml:trace contextRef="#ctx0" brushRef="#br0" timeOffset="-150910.59">6752 11369 97 0,'2'0'20'0,"-2"0"-7"0,0 0-5 0,0 0 3 31,3 0 1-31,-3 0 5 16,0 0 7-16,2 0-3 16,-1 0-3-16,3 0-5 15,2 0-2-15,-2 0-1 16,3-2-2-16,3 2 0 0,-2-1-4 16,1 0-4-16,-2 1 2 15,2 0-4-15,-3 0-4 0,1 0-19 16,-5 0 0-1,0 2-27-15,-2 0-9 16,0-1-65-16</inkml:trace>
  <inkml:trace contextRef="#ctx0" brushRef="#br0" timeOffset="-150630.5">6716 11485 165 0,'0'0'41'0,"0"0"-7"0,0 0-13 0,0 0 1 31,0 0-10-31,0 0-10 0,0 0 2 0,0 0-4 16,50 2 0-16,-37-1 0 16,1 0-39-16,-1-1-86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2:35:35.0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7468 11333 17 0,'0'0'170'0,"0"0"-130"0,0 0-14 0,0 0-4 0,0 0 0 16,0 0-9-16,0 0-1 15,0 0 0-15,0 0-2 16,0 0 0-16,0 0 0 0,0 0-5 16,-7-17-2-16,4 17-1 15,-1 0-4 1,0 0 6-16,-1 0-3 0,-1 0-2 15,-2 0-3-15,-2 0 6 16,-1 3-1-16,-1 3-2 0,1-1 1 16,0 1 0-16,-2 1-2 15,6 0 2 1,-2 3 0-16,0-3-1 16,6-1 1-16,-1 1 0 0,-1 3 0 15,3-1-1-15,0 0 0 16,2 1-2-16,0 0 1 0,0 0 1 15,0 1-1-15,7 1-2 16,0-2 1-16,4-1 1 0,-2 2 2 16,2-3 1-1,0 2 0-15,2-3 0 16,-2 2 0-16,3-2 2 16,-1-1 1-16,1-2-1 0,-1-2-1 15,3 2 1-15,-5-3 2 0,3-1-3 16,-3 0 0-1,0 0 0-15,0 0-2 0,0 0 2 0,-2-5 0 16,3 0-1-16,-4-2 4 31,1-1-1-31,-2-1-2 0,2-1 3 0,-5-3-1 16,1 2-2 0,-1 1 1-16,-1-2-1 0,-2-3 1 0,-1 4-1 31,0-1 0-31,0 1 2 15,0-2-4-15,-4 3 2 16,-4-1-3-16,1 2 4 16,-3-1-3-16,-2 2-3 0,1 1 6 15,1 0-3-15,-3 1 1 16,1 2 0-16,-1 1 2 16,2 0-2-16,-3 3-2 0,1 0-9 15,1 0-10-15,2 0-8 16,1 7-18-16,-2-3-25 15,6-1-97-15</inkml:trace>
  <inkml:trace contextRef="#ctx0" brushRef="#br0" timeOffset="272.24">7774 11399 304 0,'0'0'26'0,"0"0"1"0,0 0 14 15,0 0 7-15,0 0-21 16,0 0-12-16,0 0-14 0,0 0-7 15,0 0-11 1,0 0-51-16,0 0-42 16</inkml:trace>
  <inkml:trace contextRef="#ctx0" brushRef="#br0" timeOffset="992.99">8017 11274 81 0,'0'0'160'0,"0"0"-139"16,0 0-11-16,0 0-2 15,0 0 3-15,0 0-8 0,0 0-3 16,0 0 0-16,0 0 0 16,0 8 1-16,0 1 1 15,0-1-1-15,0 5 2 16,0-2-3-16,0-1 1 15,0 3-1-15,0-3 0 0,0 0 0 16,0-3-1-16,0 0 1 16,3-1 1-16,-1-2 0 15,1-1 0-15,1-2 1 16,0 1 4-16,0-2 0 0,-1 0 1 16,3 0 4-16,2 0 0 15,0 0-6-15,1 0-1 16,-1 0-3-16,4 0 2 0,-3 0 0 15,0 0-2-15,2 0 3 16,0 0 0-16,-2 0-2 16,2 0 0-16,-2 0-1 15,0 3 1-15,-2 1 0 0,0 1 2 16,-3 3-3 0,-1-1 0-16,1 3-2 0,-2 0 1 15,0 2 3-15,-2-2-1 16,0 1 1-16,0 0-3 15,0-1 0-15,-4 0 0 0,-3-2 0 16,-1 1 0-16,-4-1 2 16,-1-2 0-16,-3-1 3 15,1 0-1 1,-1 0-4-16,0-2 1 0,0 0 2 0,3-2-3 16,2-1-2-16,0 0-11 15,2 0-17 1,3 0-16-16,3-5-10 0,1-6-91 0</inkml:trace>
  <inkml:trace contextRef="#ctx0" brushRef="#br0" timeOffset="1422.53">8079 11288 76 0,'0'0'54'0,"0"0"-19"0,0 0 2 0,0 0-4 15,0 0-6-15,0 0-7 16,0 0-7-16,0 0-9 16,0 0 5-16,0 0 4 0,0 0-4 15,0 0 3-15,31-7-1 16,-18 5-1-16,-1 2-6 15,4-1 0-15,0-1-1 16,0 1-1-16,1-2-2 0,-1 3 1 16,-1-3-18-16,-1 2-30 15,0-2-68-15</inkml:trace>
  <inkml:trace contextRef="#ctx0" brushRef="#br0" timeOffset="1858.62">8398 11255 206 0,'0'0'25'0,"0"0"-19"15,0 0 6 1,0 0 6-16,0 0-8 0,0 0-6 0,0 0 1 31,0 0-1-31,13 41 0 16,-13-28 6-16,2 3-3 0,0 2 2 0,-2-1 1 15,0-1-3 1,0-1 0-16,2 1-2 0,1-2-2 0,-3-2-1 31,0-1-1-31,2-2 0 16,1-1 0-16,-3-2-1 0,2-1 0 16,0-2 2-16,0-3-9 0,0 0-29 0,0 0-58 31,1-7-95-31</inkml:trace>
  <inkml:trace contextRef="#ctx0" brushRef="#br0" timeOffset="2771.44">8610 11230 140 0,'0'0'35'0,"0"0"-7"0,0 0 0 0,0 0 3 0,0 0-13 16,0 0-3 0,0 0-6-16,0 0-4 0,0 0 2 0,0 0-3 15,0 0 3-15,4 0-4 16,1 0-2-16,3 0 2 15,2 0 0 1,0 0 2-16,2 0 0 0,2 0 1 0,1 0-2 31,1 0 3-31,-1 0-1 16,1 0 1-16,-1-1-3 0,-1 0-2 16,-3 1 0-16,0 0-1 0,-2 0 2 0,-4 0-1 31,-1 0 0-31,-2 1-1 0,-2 4-1 15,0 0-4 1,0 3 5-16,-10 0-2 0,0 2 0 16,-1 1 8-16,-2 1-7 15,-1-1 0-15,1 0 1 16,3-2-2-16,-1 2 1 16,5-2-3-16,0-2 0 0,3 0-4 15,2 0 1-15,1-3-1 16,0-1 1-16,6-1 1 15,2-1 5-15,1-1 1 16,3 0 2-16,1 0 0 16,1 0 3-16,-1 0 0 0,0 0-1 15,1 0-1-15,-5 0-1 16,4 0-1-16,-4 3 0 16,-2 0 0-16,-1 0-1 15,-1 1-1-15,2 0 1 0,-5 3-2 16,0 0 1-16,0 2 0 15,-2-2 0-15,0 0 1 16,0 2-1-16,0-2 1 16,0-3 0-16,-4 3-3 15,-5 1 2-15,0-2 1 0,-2-1 3 16,-3 0 0 0,-1-2-3-16,1 0 0 0,-2 1 0 15,0-2 0-15,4-2 0 16,1 0 0-16,3 0-1 0,2 0 1 15,1 0-3-15,3-2-7 16,2-3-15 0,0-3-23-16,2-3-48 0</inkml:trace>
  <inkml:trace contextRef="#ctx0" brushRef="#br0" timeOffset="3375.79">9000 11339 188 0,'0'0'40'0,"0"0"-18"0,0 0-1 0,0 0 5 16,0 0-11-16,0 0-5 0,0 0 0 16,0 0-3-1,0 0 2-15,0 0-2 0,0 0 10 0,34-40-8 16,-27 30-7-16,-2-1 2 15,1-2 5 1,-1 0-5-16,1 3-2 0,-1-1-1 0,-1 2 2 16,-2 1 0-1,1 2-2-15,-3 3 1 16,0 2 0-16,0 1-3 16,0 0-2-16,0 0-1 0,0 7 0 15,0 5 5-15,0 0 2 0,2 4-2 16,-2 2-1-16,2-1 1 31,0 0-1-31,0 2 0 0,1-2 0 16,1 0 0-16,-2-1 0 15,0-1 0-15,1-1 0 0,0-1 1 0,-1-1-1 32,0-1 0-32,0-1 0 15,0 1-1-15,-2-4-17 16,0 0-32-16,0-1 2 0,0-2-36 15,0-1-37-15</inkml:trace>
  <inkml:trace contextRef="#ctx0" brushRef="#br0" timeOffset="3535.11">9071 11492 182 0,'0'0'45'16,"0"0"-10"-16,0 0-5 15,0 0 2-15,0 0-15 16,0 0 5-16,0 0 11 0,0 0-12 15,39 2-8-15,-20-2-9 16,2 2-3-16,4-2-11 16,0 0-97-16</inkml:trace>
  <inkml:trace contextRef="#ctx0" brushRef="#br0" timeOffset="4783.91">7658 13766 142 0,'0'0'86'0,"0"0"-70"0,0 0-7 15,0 0 3-15,0 0 2 16,0 0-7-16,0 0 4 0,0 0-2 16,-38 0-2-16,30 0 0 15,2 0-4-15,-2 0-2 16,-1 6-1-1,-1-2 1-15,-1 2-1 0,-3 2 0 16,3-1 0-16,3 3 0 0,-2-1 0 16,1 1 0-1,5 1-1-15,-2 2 1 16,3-2-1-16,1 3-1 0,0 1 1 16,2-3 2-16,0 1-1 0,0 1 1 15,2-2-3 1,2-2 2-16,5 1-1 15,-2-2 0-15,4-1 3 16,1-1-1-16,0-1 1 16,2-2 2-16,0 0-1 0,0-2-1 0,0-1 1 15,0-1-1 1,-1 0-1-16,1 0-1 0,-1 0 1 0,0 0 0 31,-1-5 0-31,-1-3 0 16,1 0 2-16,-3-2-3 15,1-1 1-15,0-2 2 0,-4 1 0 0,-1-2 2 0,-1 0 1 16,-2 1-1-16,0-2 1 31,-2 3 0-31,0 1-1 16,0-1 0-16,0 1-2 16,-4 1 2-16,-4 1 0 0,3 1-1 15,-4 1-7-15,0 0 1 16,0 3 0-16,-1 0 3 15,0 2-5-15,1 2-13 16,-5 0-13-16,3 0 4 0,-2 0-5 16,-1 0-63-16</inkml:trace>
  <inkml:trace contextRef="#ctx0" brushRef="#br0" timeOffset="5225.85">7939 13893 176 0,'0'0'66'0,"0"0"-40"0,0 0 3 0,0 0 15 0,0 0 8 32,0 0-11-32,0 0-4 15,0 0-8-15,0 0-5 0,0 0-9 16,0 0-10-16,0 0-4 0,3-18-2 0,-3 16-11 31,0-1-58-31,0-3-85 16</inkml:trace>
  <inkml:trace contextRef="#ctx0" brushRef="#br0" timeOffset="7547.29">8480 13839 139 0,'7'0'8'0,"-3"0"17"0,-1-3 11 0,1-1-8 16,0-1-14-16,-2 1-2 16,1 0 2-16,1-2 3 0,-1-1 2 15,-1-1-4-15,0 0 3 16,-2 0-6-16,1-2 0 16,-1 1-3-1,0 1-3-15,0-1-4 0,-1 2-3 0,-6 1-1 16,-2 1 2-16,0 2-4 15,-2 2-3 1,-3 1 6-16,-1 0-3 0,-1 0-2 16,-4 5-4-1,5 5 5-15,-3-1-6 0,5 2-2 0,4 0 6 16,1 2 3 0,4-2-5-16,2 1-5 0,2-2 8 15,0 0-1-15,7 0 0 0,4-2 3 31,2-1 7-31,3 0 5 0,0-1 0 16,4 0 1-16,0-1 0 16,0-2-4-16,1-1 0 15,3 5 2-15,-6-4-4 16,2 1-1-16,-3 0-1 16,-3 0 0-16,-3 2-2 0,-2 1 2 15,-2 0-1-15,-5 3-2 16,-2-2-1-16,0 0-1 15,0-1-1-15,-6 1 4 16,-4-2-5-16,-3-3 8 0,-1 1 2 16,-1-1 2-16,-1-2-6 0,1-1 4 0,1 0-3 31,1 0 3-31,2 0-3 16,1-1 3-16,4-3-2 15,2-2 2-15,2 0-1 16,1-3-3-16,1 0 3 15,0-4-1-15,0-1-2 0,2 1 1 16,5-1-9-16,0 1-3 16,4 3-4-16,0-1-20 15,1 1-40-15,1 2-53 16</inkml:trace>
  <inkml:trace contextRef="#ctx0" brushRef="#br0" timeOffset="8350.35">8753 13752 189 0,'0'0'7'0,"0"0"-2"0,0 0 10 0,0 0 11 16,0 0-10 0,38 0-2-16,-25 0-1 15,-2 0-1-15,3-1 2 0,-1 0-3 16,3-1-2-1,-3 2-1-15,1-2-2 16,-1 2-2-16,-3 0-2 0,2 0 0 0,-3 0-2 16,0 0 1-1,-2 0 0-15,-3 0 0 0,1 0 0 16,-5 0-2 0,0 4-4-16,0 2-4 15,0 1 3-15,-8 2 2 0,0-1-2 16,-3 2-1-16,0 0 8 15,0-1 1-15,4 0-1 0,0-4 0 16,3 1 0 0,0-1-2-16,4-2-1 15,0 1-1-15,0 0-1 16,2-2-1-16,4-2 4 0,3 3 4 16,-1-2 2-16,5-1 1 15,-2 1 1-15,3 0-4 16,-2-1-1-16,1 1-1 15,-1 2 1-15,1-2 0 16,-1 2 0-16,-2 0 0 0,0 1-1 16,-1 1 0-16,-2 0 0 15,-1 3 0-15,-2-1-1 16,-3 0 0-16,-1 0 0 16,0 0-1-16,0 0 2 0,0-3-2 15,-3 0 1-15,-5 1 0 16,-2-3 9-16,-1 0-4 15,-4-1-2-15,1 0-1 16,1-1-2-16,-3 0 2 0,3 0 0 16,1 0 0-1,1 0-2-15,3 0 2 0,3 0-4 16,0 0 4-16,0 0-5 16,4-3-18-16,1-2-19 0,0-4-68 15,0-2-90-15</inkml:trace>
  <inkml:trace contextRef="#ctx0" brushRef="#br0" timeOffset="8932.34">9278 13813 78 0,'0'0'14'0,"0"0"7"0,0 0-1 0,0 0-2 0,0 0 1 31,0 0-5-31,-36 9-5 0,30-5 2 15,3 0 6-15,-3 0 2 0,-2 2-1 16,4 1-6 0,-2-1-6-16,3 2-4 15,-1 2 0-15,2-1-2 16,2 2 1-16,0-1 0 0,0 1 1 16,2-1-1-16,3-2 0 15,3 1 4-15,2-3 1 16,1-3 5-16,1 1 1 15,2-4-2-15,-1 0-3 16,2 0-3-16,-1 0-1 0,1 0 0 0,-1-4-1 16,1-3 0-16,-2-2 1 15,-2-1 0 1,-2-1 3-16,-2-2 2 0,-1 1 2 16,-2-3-6-16,-4 1 2 15,0 1-4-15,0-1-6 0,-9 3 1 0,-1 2 0 31,-8 1 5-31,-1 2-6 16,-2 2 2-16,-2 2-6 16,0 1 3-16,-2 1-12 15,4 0-15-15,3 0-24 16,5 0-84-16</inkml:trace>
  <inkml:trace contextRef="#ctx0" brushRef="#br0" timeOffset="9537.51">9531 13743 132 0,'0'0'5'0,"0"0"-2"0,0 0 9 0,0 0 16 16,0 0-4-16,0 0 7 16,0 0-10-1,0 0-9-15,0 0 5 0,0 0-7 16,33 44-1-1,-32-31-4-15,1 1-5 0,-1 1 0 16,0 1 1-16,-1-2 0 0,0-2 1 16,0-3-2-1,0 2-2-15,-5-5 2 0,-2-2 0 0,0-3 2 32,-2 0 4-32,1-1 2 0,-1 0-5 0,2 0 0 15,1 0-2-15,3-1 1 0,-1-3-2 31,4 1 0-31,0-1-3 0,0 1-4 16,0-1 2-16,6 3 8 16,3-2-2-16,3 3-2 15,-3 0 3-15,4 0 4 16,2 0-1-16,1 4 5 16,0 0-1-16,1-1 2 15,1 3-4-15,1-5-3 16,-4 2-1-16,-1-2-3 15,-1-1 1-15,-3 0 0 0,0 0-1 16,-3 0-11-16,-3-5-19 16,1-4-15-16,-1-2-110 15</inkml:trace>
  <inkml:trace contextRef="#ctx0" brushRef="#br0" timeOffset="10100.56">9725 13722 111 0,'0'0'14'0,"0"0"-13"0,0 0 0 0,0 0 2 0,0 0 1 16,0 0 4-16,0 0 10 16,0 0 0-16,0 0 9 15,0 0-1-15,-4 0-6 0,4 0-10 16,0 0-6-16,0 4 0 0,0-1-2 0,0 3 1 16,0 4-1-1,0-2 1-15,0 4 0 0,0 2-2 16,0 0 1-1,2 2 2-15,0-1-2 16,-2 2 0 0,2-1-1-16,0-2 0 0,-1 2 1 15,-1-2 2-15,2 0-1 16,-2 0-1-16,1-1 1 16,-1-1 1-16,3-1 1 15,-3-1-2-15,2-1-1 0,-2 0 1 16,2-2 1-16,-2-1-1 15,2-2 2-15,-2 1-1 16,2-2 1-16,-2-1-1 16,1 0-1-16,-1-1-1 0,1-1 2 15,-1 3-3-15,0-3 1 16,0 1-2-16,0 1 1 16,0-1-2-16,0-1-22 15,-2 0-25-15,-2 0-119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24:05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14853 4823 108 0,'-3'-5'2'0,"1"1"1"0,1 4-3 0,-1-3-2 16,0 2-6-16,0-2 6 0,-2 2 3 15,2-2 1-15,-1 0 3 16,-1 0 3-16,-1-2 16 16,1 0-4-16,1 0-2 15,1 2-6-15,-4-1-4 16,3 2-3-16,1-1-3 0,-4 1 0 15,0 1-4-15,-2 1 1 16,1 0-2-16,-7 0-1 16,1 0-1-16,-2 3 1 15,-4 0 1-15,1 1 2 16,1 1 0-16,-1 0 2 0,2-2-1 16,-1 0 1-16,2 1-2 15,-2-1 2-15,0 3 0 16,-3-2-1-16,1 3 0 15,0 0 0-15,0 3 0 16,-3 0 1-16,2 1-1 16,-3 2-1-16,1 1 1 0,-1-1 0 15,1 1 0-15,0 2 1 16,-2 1-1-16,4 0 0 16,-2 0 0-16,1 2 0 15,2-1 0-15,0 1 0 16,-1-1 1-16,2 0-2 0,-3 1 2 15,1 2-1-15,1 2 1 16,-4 0-1-16,-1 4 0 16,2 1 0-16,-3 3 0 15,0 2 0-15,1-2 0 16,3 2 1-16,0 2-1 16,2-2-1-16,0 1 2 0,4 0-1 15,1-4 0-15,0-1 1 16,5-1-1-16,-2-3 0 15,2-1 1-15,4-1 1 16,-1 0-1-16,2 1-1 0,1 0 2 16,1 0-2-16,-2-1 0 15,1-1 0-15,1 0 0 16,1-1 0-16,-1-1 0 16,2 0 0-16,-2-1 1 15,2 1-2-15,0-2 1 0,0 2 1 16,0 1-1-16,0-1 0 15,2 0-1-15,3 1 2 16,4 1-1-16,-3-4 0 16,3 2 1-16,3-2 0 15,-1-1-1-15,-1-1 1 0,3 1 1 16,1-1 2-16,1 1-3 16,-1 0-1-16,3 1 1 15,-4-1 0-15,2-1-1 16,-4 0 0-16,1-2 0 15,0 1 0-15,-1-6 1 16,1 2-2-16,2-1-2 0,-1 0 6 16,3 0 0-16,-2-3 0 15,4 2-2-15,1-1 3 16,0-2-1-16,0 4-1 16,-1-3-1-16,1 3 0 0,-4-2-1 15,0 2 0-15,-2-1 2 16,2-2-2-16,-2 3 0 15,2-3 0-15,1 0 0 16,0 0 0-16,-1 1 1 16,1-3-1-16,0 2 0 15,1-2 0-15,-1 0 0 0,0-2 0 16,-1 1-1-16,-3-1 2 16,1 0-1-16,1 0 0 15,-1-2-3-15,0 2 3 16,5-2 2-16,0-1-1 15,2 0 2-15,0 0 0 0,1 0-3 16,-2 0 1-16,-2-1-1 16,0-2 0-16,1 3 0 15,-3 0 0-15,2-1 1 16,1 1 0-16,3-2-2 16,2 2 2-16,-1 0-1 0,2-1 1 15,1 0-1-15,0-1 0 16,-2-1 0-16,-2 2 0 15,-2-2 1-15,1 2 0 16,-5-1 4-16,3 1-3 16,-3 0-1-16,2 1 0 0,2 0-1 15,-1 0 1-15,2 0-1 16,0 0 0-16,1 0 0 16,1 0 0-16,0 0 0 15,0 0 0-15,1 0 0 16,2 0 1-16,-3 0-1 0,3 0 0 15,0 0 0-15,3 0 0 16,-1 0 0-16,0 0 0 16,2 0 0-16,-1 0 0 15,-1-2 0-15,3-1 1 16,-1 0-1-16,2 0-1 0,2-1 2 16,-1 1-1-16,4-1 0 15,-1-2 0-15,0-1 0 16,2 0 1-16,-2 1-1 15,2-1-1-15,-1 2 2 16,0-1-1-16,3 2 0 16,-3-1 0-16,2 1 0 0,2 1 0 15,0 0 0-15,1 2 0 16,2-1 0-16,0 1 0 16,3-2 0-16,-1-1 0 15,1 0 0-15,-1-2 0 16,-3-1 0-16,1 0 0 0,-5 1 0 15,-1 1 0-15,2 0 1 16,1 1-1-16,0 0 0 16,0-2 0-16,3 2 0 15,0-2 0-15,2-1 0 16,-3 1 0-16,3-1 0 0,-6 2 0 16,2 0 0-16,-3 3 0 15,1 0 0-15,-2 2 0 16,-1 0 0-16,1 0 0 15,1-1 0-15,3-1 0 16,1-1 0-16,4-1 0 0,2 0 0 16,-2-2 0-16,1 2 1 15,1-2-1-15,-3 1 2 16,-1 2-1-16,1 0 1 16,-3 0-2-16,4 0 0 15,-2 0 0-15,5 0 0 0,-1 0 1 16,2-1-2-16,0-1 2 15,1 1-1-15,1-1 0 16,1 2 0-16,-1-1 0 16,-1 1 0-16,0 2 0 15,1-2 0-15,-3 3 0 0,3-1-1 16,2-1 2-16,-1 1-1 16,3-2 0-16,0-1 0 15,0-2 0-15,2 2 0 16,0-2 0-16,0 2 0 15,3-3 0-15,2 1 0 0,-2-1 0 16,2 1 0-16,4-1 0 16,-4 0 0-16,2 1 0 15,-1 0 0-15,2-1-1 16,0 1-1-16,0-1-1 16,1 1 3-16,1 0 0 15,1-1 0-15,1 0 0 0,-1 0 0 16,-2 2 0-16,0-3-2 15,-3 4 2-15,0-4 0 16,2 2 0-16,-3 0 1 16,6-3-1-16,1 2 3 15,1 0 0-15,0 0 1 0,0 1-1 16,-2 1 1-16,-1 1-3 16,-1-1 0-16,0 1-2 15,1-2 2-15,-2 3-1 16,2-4 0-16,1 3 0 15,-1-2 0-15,-1 2 0 0,-2-3 1 16,-5 1 5-16,-3-1 9 16,-2-1 4-16,0 2-6 15,-1-1-5-15,0-1-3 16,3 3-3-16,3-1-1 16,-1-1 0-16,3 3 0 0,0-2-1 15,1 2 0-15,-3 0 0 16,0-1 1-16,-1 1 0 15,-3 1 2-15,-5 1 0 16,-3 0 0-16,-5 1-4 16,-6-1-5-16,-7-2-25 0,-11-10-57 15</inkml:trace>
  <inkml:trace contextRef="#ctx0" brushRef="#br0" timeOffset="2669.55">14795 4759 174 0,'0'-6'1'0,"0"0"1"0,0 2-1 0,0 0 1 16,0 1 0-16,0 2-1 16,0-2-1-16,0 1 0 15,1 2 1-15,1-1-2 16,1 1-3-16,1 0-2 16,1-2 1-16,4 0 3 0,4-1 1 15,2-3-2-15,5-1 7 16,2 0 2-16,1-6 2 15,-1 3 0-15,4-1 2 16,0 0-4-16,0-1-1 16,5-2 0-16,2 1-2 0,5-1-3 15,2-3 1-15,7 3 0 16,-1-2 1-16,6-1-2 16,-3 0 0-16,4 0 0 15,2 0 0-15,-2-1 1 16,0-1-1-16,1 2 0 0,-2 0 0 15,-3 1 0-15,2-1 0 16,3 3 0-16,3-2 0 16,3-2 0-16,4 1 1 15,4-1-1-15,3-2 0 16,2-2 0-16,-1 1 0 0,-3 1 0 16,0 0 0-16,-3 0 0 15,-1 3 0-15,-3 0 0 16,-1 0 1-16,3 3-2 15,-4 0 1-15,5 1 0 16,-3 0 1-16,4 0-1 16,0 1-1-16,-1 0 2 0,2-1-1 15,-2 1 0-15,0-1 0 16,-4 3 0-16,1 0 0 16,-3 0 0-16,-4 0 0 15,0 0 1-15,0 3-1 0,0-3 0 16,3 0 0-16,3 0 0 15,-2-1 0-15,7 0 0 16,1-2 0-16,0 0-1 16,-3-1 2-16,2 0-2 15,1-2 2-15,0 0-1 16,0 1 0-16,0-2 0 0,-2 0 0 16,3-1 0-16,0 2 0 15,3-1-1-15,1 0 2 16,-1 1-1-16,-1 0 0 15,-3 2 0-15,0 0 0 16,-2 1 0-16,-3-1 0 0,0 1 1 16,1-1-2-16,-4 0 2 15,1-2-1-15,0 1 0 16,-1 0 0-16,-1 1 0 16,2 0 0-16,-1 1 0 15,1-1 1-15,3 1-1 0,1 0 1 16,0 1-1-16,0 0 0 15,2 2 0-15,-4 0-1 16,1 2 2-16,-4-2-1 16,3 3 0-16,-3-2 1 15,1 1-2-15,0 3 2 0,1-2 1 16,1 3-2-16,-2 1 0 16,1-1 0-16,-1 0 0 15,-3 1 0-15,-3 0 0 16,-4-3 0-16,0 2 1 15,-4 1-1-15,1 2 0 0,-4-2 3 16,-1 3-2-16,1 0 1 16,-1 0-1-16,1 0 0 15,1 0-1-15,2 0 0 16,-2 0 0-16,0 0 0 16,1 3 0-16,-5-2 1 0,0 2-1 15,-5 0-1-15,-1 0 1 16,-2 1 1-16,-3 0 0 15,-1 2 0-15,0-1 1 16,3 4-2-16,0-2 2 16,3 3-2-16,1 0 0 0,1 1 0 15,0-1-2-15,-4 0 4 16,1 0-2-16,-4-1 0 16,-2-2 0-16,-2 0 0 15,-3 0 1-15,-2 1-1 16,2-1 0-16,-6 2 0 15,2-2-1-15,-1 2 1 0,0-2 0 16,0 4 0-16,0-1 0 16,2 0 0-16,-1 0 1 15,2-1-2-15,1 2 2 16,0-1-1-16,0-1 0 0,-1-1 0 16,0-1 0-16,-2 2 0 15,-3-2 1-15,-1 0-2 16,-1 1 0-16,2 1 2 15,-1 2 1-15,2 1-1 16,1 3-1-16,2 0 0 16,3 0 0-16,-4 5 0 0,2-2 0 15,-2 0 1-15,0 0-2 16,0-2 1-16,-4 1-1 16,3-2 2-16,-7 2-3 15,1 0 2-15,-1-2 0 16,-1 0-4-16,-2 2 4 0,-1 2-1 15,0-2 4-15,1 3-1 16,0-1 0-16,0 3-2 16,0 0 1-16,2 3-3 15,-2-1 3-15,1 2 0 16,-3 2-1-16,4-1 0 0,-2 2 0 16,0 3-1-16,-1-1 2 15,3 0-1-15,-4 0 0 16,1 1 0-16,-3 0-1 15,-1-2-2-15,-1 3 3 16,-1-2-1-16,0 2 2 0,0 1-1 16,0 0 1-16,0 0 0 15,-1 0-1-15,-1 0 0 16,2-1 1-16,-1 0-1 16,1-2 0-16,0 0 0 0,0-1 1 15,0 3-2-15,0-1 2 16,0 1-1-16,0 0 0 15,0-1 0-15,-2-2 0 16,-1-1 0-16,0-1 0 16,1-2 0-16,-1-1-1 15,-4-1 2-15,4 0-1 0,-1 1 0 16,0-4-1-16,-1 3 1 16,1-3 1-16,-4 3-2 15,2-1 2-15,-1 1-1 16,0-2 1-16,0 2-2 15,-1-3 2-15,1 2 0 0,1-3-2 16,-3-1 1-16,2 2 0 16,-2-2 1-16,1 1-2 15,2 0 1-15,0 0 1 16,0 0-1-16,1-2 0 16,1-1 1-16,0 1-1 0,0 0 0 15,3-4 1-15,-5 2-2 16,3-5 2-16,-2 4-2 15,3-3 1-15,-5-1 1 16,3-1-1-16,-5 2 0 16,2-1-2-16,-6 0 2 15,-7 1-1-15,-7 0 3 0,-12-1-2 16,-14 0-1-16,-22 0-2 16,-19-1-14-16,-23-6-72 15</inkml:trace>
  <inkml:trace contextRef="#ctx0" brushRef="#br0" timeOffset="5292.34">14268 5638 66 0,'0'-3'6'0,"0"3"8"0,0 0-12 16,1 0-4-16,2 0 1 0,0 0 2 15,0 0-1-15,-1 0 0 16,-2 0 0-16,2 3 0 15,0-2 0-15,-1 5 1 16,1-2-1-16,2 2 1 16,-2 2-1-16,-2 0 0 0,2 0 0 15,-1-1 1-15,1 0-1 16,-1-1 1-16,2-2-1 16,2 2 0-16,-1-5 1 15,3 0-3-15,-1-1 2 16,0 0 2-16,3 0 1 0,-1 0-2 15,1-5 3-15,1-2 1 16,0-3 3-16,1-1-1 16,-1-2 1-16,2-2 4 15,0-3-4-15,3 1 0 16,-1-3 2-16,4-4-1 16,2 1 5-16,-3-4-2 0,4-1 0 15,-1 0-5-15,2-5-2 16,-4 3 2-16,-2 2 0 15,4-1 3-15,-7 2-3 16,1 3-1-16,-3 5-3 0,-2 3 0 16,0 4-1-16,-5 4-1 15,-1 4-1-15,-1 1 1 16,-1 3-2-16,-1 2-20 16,0 7-30-16,-2-3-19 15</inkml:trace>
  <inkml:trace contextRef="#ctx0" brushRef="#br0" timeOffset="7015.78">23845 3804 66 0,'0'-1'10'0,"0"-2"-2"0,2 3-3 0,-1-1 1 0,2 1-6 15,1 0 0-15,-2 0 1 16,-2 0-1-16,0-3 0 16,1 3 0-16,0 0 0 15,0 0 0-15,1 0 3 16,0 0 2-16,0 0-1 0,2 0-3 16,-1 0 1-16,1 0-1 15,0 0-1-15,0 0 1 16,-1 4-1-16,0 0 0 15,1 1 0-15,-1-1 0 16,0 2 0-16,0 2 0 16,0-1 0-16,3 0 0 0,-5 0 0 15,1 1 0-15,1-2 0 16,-1 0 0-16,1 0 0 16,-1-1 0-16,-1 0 0 15,1-2 0-15,0 0 0 0,0-2 1 16,-1 0-1-16,2-1 1 15,0 0 4-15,0 0 14 16,1 0-4-16,2 0-8 16,-1 0-3-16,-1-1-4 15,3-3 1-15,0-2 0 0,2-1 0 16,-1 0 1-16,3-3-1 16,0 1 1-16,1-1 0 15,2-1-1-15,1-3 1 16,2 1-1-16,1 0 0 15,1-2-1-15,3-1 2 16,-1 1-2-16,2-3 0 0,0 2 2 16,0-2 2-16,-3 0 12 15,1 2-2-15,0-4 3 16,-3 2-3-16,0 1-5 16,0 1-2-16,2-1-3 0,0 2-2 15,-5 0-1-15,2 1-1 16,-4 4 0-16,0 0 2 15,-5 3-2-15,-2 3 0 16,-2 1 0-16,-2 3 0 16,2 0-5-16,-4 4-13 15,0 5-17-15,0 2-20 0,0-1 8 16</inkml:trace>
  <inkml:trace contextRef="#ctx0" brushRef="#br0" timeOffset="8005.68">23947 3796 40 0,'0'0'27'0,"0"0"-10"0,0 0-7 0,0 0-2 0,0 0-3 16,0 0-5-16,0 0 0 16,0 0-1-16,0 4 1 15,0-1 0-15,0 1 0 16,0 1 1-16,0 0-1 0,0 1 0 16,0 1 0-16,2 0 0 15,0 0 0-15,1-1 1 16,-2 1-1-16,0-3 0 15,1-1 0-15,-1 0 0 0,0-2 1 16,1 2-1-16,-1-3 0 16,0 0 1-16,1 0 2 15,0 0 7-15,1 0 6 16,3 0-7-16,0-5-4 16,4-4 5-16,-1 1 2 15,7-4-2-15,0-1 4 0,3-2-8 16,4-2-1-16,1-2-3 15,3-1 1-15,-2 1-1 16,2-2-1-16,-2 0 3 16,0 0-2-16,1 1 1 0,-4 3 4 15,3-3-1-15,0 2-2 16,2-1 1-16,0 3 0 16,-1-2-3-16,0 2 0 15,-5 2 1-15,-1 0-2 16,-5 4-1-16,-1 3 2 15,-8 3-2-15,1 1 0 0,-4 2 0 16,-1 1-2-16,-2 0-11 16,0 6-9-16,0 3-18 15,-5-2-19-15</inkml:trace>
  <inkml:trace contextRef="#ctx0" brushRef="#br0" timeOffset="10816.9">14299 5648 10 0,'6'0'-2'0,"-2"0"2"0,-1 0 1 0,0 0 0 15,0 0 10-15,-1 0 24 16,0-3-1-16,-2-1 4 0,2 2-29 15,-2 1-5-15,1-2-3 16,-1 3-1-16,0 0 0 16,0 0-3-16,0 0 2 15,1 0 2-15,-1 0 1 16,1 0-1-16,1 4 2 0,5 2-2 16,-4-1-1-16,1 3 1 15,4 0-1-15,-1-1 0 16,1-1 1-16,0-3-1 15,-2 0 1-15,3-2-1 16,-1-1 2-16,2 0 1 16,1-10 1-16,3-1 1 0,2-8 7 15,1-2 3-15,3-4-3 16,2-4-1-16,1 1-2 16,-3-2 1-16,2-1-2 15,-1-2 0-15,2 0-3 0,0-1-3 16,0 0 0-16,2 2-1 15,0 0-1-15,-3 5 0 16,-4 5 0-16,-2 4 0 16,-5 4 1-16,-3 6-2 15,-4 1 2-15,-3 4-1 16,2 0 0-16,-1 3 0 0,0 0-2 16,2 0-4-16,-1 3-7 15,2 4-19-15,0 0-19 16,0-1-17-16</inkml:trace>
  <inkml:trace contextRef="#ctx0" brushRef="#br0" timeOffset="12284.21">23950 3873 44 0,'0'-2'42'0,"0"0"-29"0,0 1 3 0,0 1-7 16,1 0-1-16,1 0-6 15,-2 0-2-15,0 0 0 0,0 0 0 16,1 2-1-16,-1 2-2 16,0 2 5-16,0 1-2 15,0-3 1-15,0 3-1 16,0-4 0-16,0 3 0 15,1-1 0-15,0-3 1 0,0 2-1 16,0-1 0-16,1 0 0 16,-2-2 0-16,2-1 1 15,0 0-1-15,0 0 6 16,1 0 18-16,2 0-14 16,1 0-7-16,-2-1-1 0,3-5 0 15,1 0-1-15,3-1 0 16,1-2 0-16,0 0 0 15,3-4 3-15,2 1 2 16,2-1-3-16,4 0-2 16,2-3-1-16,1 2 0 15,0-1 1-15,3-1-1 0,-2 0 0 16,2-4 0-16,-1 2 0 16,-1-1 0-16,2-1 1 15,-1 0-1-15,-2 3 3 16,-3 0 4-16,-2 2 0 15,-2 2 2-15,-4 2 3 16,-2 2-4-16,-4 3-5 0,-3 1-1 16,-2 2-1-16,0 1-1 15,-1 2 0-15,2 0-20 16,-3 2-34-16,1 2-1 16,-1 0-60-16</inkml:trace>
  <inkml:trace contextRef="#ctx0" brushRef="#br0" timeOffset="14988.06">16815 5280 87 0,'0'-1'22'0,"0"-1"4"0,0-1-4 0,0 2-13 0,0-1-7 15,0 2-3-15,0-1 4 16,0 1-3-16,0 0-4 16,0 0 3-16,0-3 2 15,0 3-1-15,-1-1 2 16,-1-1 4-16,0 1 3 0,-2 0-3 15,2-1-3-15,-1 2-3 16,1-1 0-16,-4 1 0 16,2 0-2-16,0 0-2 15,-4 0 2-15,3 0 2 16,-6 0 1-16,0 0-1 0,2 0 0 16,-5 0 0-16,-2 0 2 15,1 1-2-15,0 5 0 16,0-1 0-16,0 1 0 15,0-1 0-15,1-1 0 16,0 0 0-16,2-1 0 0,0-2 1 16,-1 2 0-16,4-1-2 15,-5-1 3-15,3 3 0 16,1-1 2-16,0 0-2 16,1 1-2-16,1-1 0 15,1 1 0-15,-2 2 0 16,0-1 0-16,0 3 0 0,-3-1 0 15,1 0 0-15,-3 0 1 16,0 0 3-16,1 2 3 16,0-1-4-16,1 2-3 15,1-1 1-15,1 0-1 16,1 0 1-16,0-2 0 0,2-1-2 16,-1-2 2-16,3 2 0 15,-3-1-1-15,3 4 1 16,-6-1-1-16,6 3 0 15,-4 1 1-15,3 1-1 16,-1 1 0-16,2-1 0 0,-1 0 0 16,2-2 2-16,1 0-2 15,-1-1 1-15,-1 0-2 16,3-1 2-16,1 1-1 16,0 1-1-16,1 1 1 15,0-1 1-15,0 0-1 0,0 1 1 16,0-1-2-16,0-1 1 15,4 1 0-15,1-1 0 16,-1-1 0-16,-1-1 0 16,2 1 0-16,2 2 0 15,-2-1 0-15,4 0 0 0,0 0 1 16,-2-3-2-16,4 0 2 16,-2 0-2-16,-2-1 1 15,3-3 3-15,-1 1-1 16,1-1 2-16,1 1-1 15,2 0 0-15,0-1-2 0,2 0 0 16,0 1 0-16,3 1 0 16,1 0-1-16,0 1 1 15,3-2-1-15,-2 1 1 16,2-1-1-16,-1 0 0 16,-2-1 0-16,2 1 1 0,3-2-2 15,1 1 2-15,2-1 3 16,1 1-2-16,7 0-1 15,0 1-1-15,1-1 1 16,1 1-1-16,1-1 1 16,-1 2-1-16,-4 0 0 0,3 1 1 15,-4-1-1-15,0 2 0 16,0-2 0-16,-1-1 0 16,-1 2 0-16,2-3 0 15,2 0 0-15,0-1 1 16,2 0-1-16,6-1 0 0,1-1 0 15,1 0 0-15,1 0 1 16,-3 0-1-16,-1 0 0 16,-3-3 0-16,-3-1 1 15,-4-3-1-15,3 0 1 16,-3-2-1-16,1 2 3 0,3-2-2 16,-2 1 1-16,4 1-2 15,-7-3 0-15,-2 3 0 16,-2-1 0-16,-3 0 0 15,-4 0 1-15,-3-1-1 16,1-2 1-16,0 2 2 16,-3-2 0-16,-1-2 0 0,1-1-2 15,-1 0 0-15,-3-2 0 16,-1-2 0-16,-1 0-1 16,-3 0 1-16,-1-2 1 15,2-1 0-15,-2-2 4 16,-1 2 1-16,0-2-1 0,1 1-2 15,0 0 1-15,-2 1-4 16,-1 0 3-16,1 1 1 16,-2 2-1-16,0 0 0 15,0 3-2-15,0-1-1 16,-4-1 0-16,-1 3-2 0,-1-2 1 16,-2 1 0-16,1 1 1 15,1 1-1-15,-2-1 1 16,-1 2-2-16,1-1 0 15,-1 3-1-15,-1-2 1 16,-2 0-2-16,1 2 3 16,-3-1 0-16,-1-2 3 0,1 1-2 15,-1 0-1-15,-3-1 1 16,3 2 0-16,-3-2-1 16,-2 2-1-16,-3 1 0 15,-4 0 0-15,-6 0-4 0,-5 4 4 16,-8 2 0-16,-7 4 0 15,-10 0-3-15,-14 6 6 16,-9 11-13-16,-12 3-39 16,-11-1-41-16</inkml:trace>
  <inkml:trace contextRef="#ctx0" brushRef="#br0" timeOffset="17017.18">20073 4922 66 0,'0'0'6'0,"0"0"1"0,0-1-3 16,0-2-3-16,0 1 0 16,0 0 1-16,0-1 5 15,0 1 12-15,0-2-6 16,-5 1-3-16,0-1-2 0,-1-1-1 16,1 1 3-16,0 2-1 15,2-1-1-15,-1 1-6 16,-1 1-2-16,-2 0-2 15,-2 1 1-15,-1 0 0 16,-2 0 0-16,1 0 0 0,0 0 3 16,-3 0-2-16,1 0 1 15,-3-1 1-15,3 1 2 16,-3-2-1-16,0 2 4 16,-1 0-5-16,-1 0 1 15,-2 0-3-15,1 0 0 16,2 0 0-16,-2 3 0 15,1 2 0-15,1-2 0 0,2 4 0 16,-4 0 1-16,0 2-1 16,-1 1 0-16,1 1 1 15,0 2-1-15,-1 0 0 0,-1 1 1 16,4 0-1-16,0 0 0 16,3 2 0-16,-1-1 1 15,2 0-1-15,2-1 1 16,4 0-2-16,-1-2 2 15,3 0-1-15,1 1 1 16,-1 3-1-16,3-2 0 0,2 0 0 16,-2 3 1-16,2-2 0 15,0 1-1-15,0-1 0 16,0-1 2-16,0-1-4 16,0 1 2-16,0 0 2 0,2-1-2 15,5 1 1-15,-1 3 0 16,3 0 0-16,-2-1-1 15,4 2 0-15,1-2 0 16,0-1-1-16,4 1 2 16,-1-3-1-16,2 1 1 15,1 0-1-15,0 0 2 0,2-2-1 16,3 3 0-16,2-2-1 16,0 0-2-16,2-2 4 15,0 1-3-15,4-4 4 16,-2 3-3-16,3-2 5 15,1-1-2-15,-1 2-1 16,3 2 1-16,-1-1-3 0,-1-1 0 16,1 0 0-16,-1 1 0 15,1-2 0-15,-4-2 1 16,1 1-1-16,1-3 3 16,0-1-1-16,0 2 1 0,0-2 0 15,2 0-2-15,-3 0 0 16,1-2-1-16,1 2 2 15,-4-2-2-15,3-1 0 16,1-1 0-16,-3 2 1 16,1-1-1-16,1-1 0 0,0 0 1 15,-3 0-1-15,1 0 0 16,-1 0 0-16,-4 0 1 16,-1 0-1-16,-4 0 1 15,0-4 5-15,-4-2 6 16,2 3-2-16,-1-4-4 15,1 3-3-15,-1-2-2 0,2 0-1 16,3-1 0-16,-3-1 1 16,-3-1-1-16,1-2 0 15,-7 1 1-15,0-1 1 16,-1-2 9-16,-4 0 5 0,3 0-6 16,-1 1-8-16,2-1-2 15,2-2 1-15,-2 2-1 16,3-2-1-16,-2 1 1 15,1-3 0-15,-3 1 0 16,0 1 0-16,-5-1 0 0,0 0 1 16,-2-2-1-16,-1 1 1 15,0 1 1-15,0-2-1 16,0 2 1-16,2 0-2 16,0-1-1-16,1 1-1 15,1 1-7-15,0-2 5 0,1-1-4 16,-4 2 6-16,1-1-1 15,-2 3 0-15,0 0 0 16,0-2 2-16,-2 5 1 16,-1-1 1-16,-5 1 0 15,2 0-3-15,-1 3 3 16,1-1-1-16,-3 1 0 0,2 0 1 16,-2-1-1-16,1 1 1 15,0 1-1-15,-2-3 0 16,-1 3-1-16,-1-2 0 15,1 2 0-15,0-3-3 16,-5 5 4-16,3-1 3 0,-5 0-4 16,3 2 2-16,-1-3-2 15,-1 4-2-15,0-3 4 16,-1-1 2-16,1 1-4 16,-2 0 2-16,0-1-1 0,-2-1 1 15,0 0-1 1,2-1 1-16,-5 1 0 0,3 1-1 15,-3 0 0-15,0 2 0 16,-3 1 0-16,-5 2-1 16,-6 2-1-16,-5 0 1 15,-9 9-15-15,-8 2-53 0,-8 0-55 16</inkml:trace>
  <inkml:trace contextRef="#ctx0" brushRef="#br0" timeOffset="18673.09">14491 3721 58 0,'0'0'6'0,"0"0"-4"0,0 0-6 15,-19-43-58-15</inkml:trace>
  <inkml:trace contextRef="#ctx0" brushRef="#br0" timeOffset="18894.33">14447 3604 113 0,'0'0'12'0,"0"0"31"16,0 0-7-16,0 0-25 15,-24-41-5-15,22 38-4 0,1 0 6 16,-1 2 3-16,2 1 3 16,0 0-13-16,0 3-4 15,2 7 3-15,1 5-1 16,6 5 1-16,-2 0 0 15,1 4 0-15,2-4 1 0,-5-1-1 16,1-1 0-16,0-4 1 16,-4-1-1-16,0-2-1 15,-2-1-6-15,0-7-25 16,0-3-39-16</inkml:trace>
  <inkml:trace contextRef="#ctx0" brushRef="#br0" timeOffset="19471.54">14432 3550 162 0,'0'0'6'0,"0"0"35"16,0 0-21-16,25-41-12 0,-16 28-3 15,1 5-3-15,-1 1 1 16,1 1-2-16,1 2-1 16,1 2 0-16,1 2 0 15,-3 0 0-15,4 0-1 16,-5 9-1-16,-1 2 0 0,-4 6 0 16,-3 2-2-16,-1 1 1 15,-4 2 0-15,-10-1 3 16,-4 2 1-16,0-6-2 15,-1 0 2-15,5-5 1 16,3-3-1-16,4-4 0 0,5-2 0 16,2-3-1-16,0 0 0 15,0 0-5-15,9-3 11 16,5-4-5-16,1 1 2 16,5-1-2-16,-4 1-1 15,2 1 0-15,0 3 0 16,-1 2 0-16,-1 0 0 0,-2 0 0 15,-2 4-1-15,0 5 0 16,-5 2 1-16,-1-1 0 16,-4 3-1-16,-2 0 0 15,0-2 0-15,-9 3 1 16,-4-1 0-16,-3 0 3 0,-1 1-2 16,-3-4 2-16,1 1-6 15,2-2 5-15,1-3-2 16,1-2 1-16,5-1-1 15,2-3-6-15,6 0-33 16,2-10-52-16</inkml:trace>
  <inkml:trace contextRef="#ctx0" brushRef="#br0" timeOffset="19728.61">14687 3600 76 0,'0'0'15'0,"0"0"15"16,0 0-21-16,0 0-10 0,0 0 2 16,0 0 4-16,0 0-2 15,0 50-1-15,4-36 0 16,-2-3 0-16,0 2 0 15,1-2-1-15,-1-1-1 16,3-7-3-16,-5-3-44 0</inkml:trace>
  <inkml:trace contextRef="#ctx0" brushRef="#br0" timeOffset="19877.47">14707 3405 244 0,'0'0'0'16,"0"0"6"-16,0 0-5 16,0 0-4-16,0 0-49 15,0 0-35-15</inkml:trace>
  <inkml:trace contextRef="#ctx0" brushRef="#br0" timeOffset="20653.05">14828 3587 110 0,'0'0'0'0,"0"0"2"16,0 0 2-16,6-37 12 15,-6 30 20-15,0 1-2 0,-2 3-14 16,-2 3-7-16,-5 0-12 15,0 6-6-15,0 7 5 16,-1 4 0-16,-1 1 0 16,2 1 1-16,4-2-1 0,4-1 0 15,1-3 0-15,0-4-1 16,2-3 1-16,9-3 0 16,2-3 0-16,2 0 0 15,2-5 4-15,3-6-2 16,-1-3-1-16,-3-3-2 0,-2 1 1 15,-3-1-1-15,-2 3 0 16,-6 3 1-16,-2 1 1 16,1 4 0-16,-2 2 0 15,0 4 0-15,0 0-5 16,-2 8 0-16,0 4-2 16,2-1-4-16,0 3-18 0,0-2 0 15,0-4 5-15,2-2 10 16,6-2 3-16,1-2 4 15,2-2 3-15,2 0 3 16,1-6 0-16,2-6 0 16,1-4 0-16,3-4 0 0,1-4 0 15,0-3 0-15,-4-2 0 16,-1 2 0-16,-5 3 0 16,-3 3 4-16,-6 4 7 15,-2 5 16-15,-2 8-10 16,-7 0-7-16,-3 4-10 0,4 0-3 15,-3 1 6-15,0 9-3 16,6 0 0-16,-3 3 0 16,5 0-1-16,3 1 1 15,0 0 0-15,0-1 0 16,0 1 0-16,7-3 0 16,2 2-1-16,4-3 2 0,-2-1-1 15,1 0 3-15,-2-3-1 16,-1 0 0-16,-3 1-1 15,0 1-1-15,-6-2 2 16,0 2-2-16,-9-1 3 0,-2 0 0 16,0 0-1-16,-1 0-1 15,2-3 0-15,5-1-4 16,5-3-37-16,0 0-28 16</inkml:trace>
  <inkml:trace contextRef="#ctx0" brushRef="#br0" timeOffset="21237.08">15218 3478 82 0,'0'0'41'0,"0"0"-32"0,0 0 18 0,0 0-20 0,0 0-6 16,17-40-1-16,-17 34 0 16,0 1 0-16,0 2 1 15,0-1 1-15,-3 2 4 16,-7 1 4-16,4 1-6 15,-4 0 4-15,-2 4-13 0,5 7 7 16,-3 2-1-16,5 4-1 16,-1 1 0-16,3-2-1 15,3 1 4-15,0-5-9 16,2-2 5-16,5-3 1 16,0-6-1-16,3-1 0 0,4 0 3 15,1 0 6-15,0-9 1 16,2-2-5-16,3-4-1 15,-1-4-1-15,-4-1 0 16,-2-1 0-16,-1-3-1 16,-2-2 0-16,-6 3 0 0,-1 2-2 15,-2 3 0-15,-1 3-2 16,0 6 2-16,0 3 1 16,-5 3 0-16,0 3-3 15,-3 0-4-15,3 10 0 16,-4 1 9-16,4 2-2 15,2 0 0-15,3 4-1 16,0-3 0-16,0-1 0 0,10 0-1 16,2-3 2-16,3-3 0 15,1 0 0-15,1-4 0 16,1 0 0-16,-5-1 2 16,1 1-1-16,-7 0 0 0,-1 1-1 15,-4 2 0-15,-2 1-1 16,0 0 1-16,-10 2-3 15,-2 1 8-15,-3 1-6 16,0-1 1-16,1-2-48 16,2-6-14-16</inkml:trace>
  <inkml:trace contextRef="#ctx0" brushRef="#br0" timeOffset="21457.38">15601 3303 129 0,'0'0'10'0,"0"0"-5"0,0 0 0 0,35-21-3 16,-23 19-1-16,0 0-4 15,-4 0-44-15</inkml:trace>
  <inkml:trace contextRef="#ctx0" brushRef="#br0" timeOffset="21606.99">15631 3413 244 0,'0'0'1'16,"0"0"-2"-16,0 0 5 15,0 0-5-15,42-15-27 16,-26 7-52-16,-1-2-56 16</inkml:trace>
  <inkml:trace contextRef="#ctx0" brushRef="#br0" timeOffset="21997.35">15982 3096 109 0,'0'0'18'16,"0"0"-13"-16,0 0 8 15,0 0-14-15,0 0-2 0,-37 0 2 16,30 13 2-16,2 2-2 15,-1 2 1-15,3 3 0 16,2-3 0-16,1 0 0 16,0-3 0-16,2-2-1 0,6-5 0 15,2 0 2-15,1-6 2 16,3-1 6-16,-1 0 10 16,0-5 13-16,1-7-9 15,-3-3-4-15,-2-4-6 16,-3-2-6-16,-5 1 1 0,-1-3-3 15,0 5-3-15,-14 4-2 16,-4 7-15-16,-10 7-27 16,-4 0-43-16,-6 11-25 15</inkml:trace>
  <inkml:trace contextRef="#ctx0" brushRef="#br0" timeOffset="23150.12">14570 4066 0 0,'0'0'24'0,"52"-10"0"0,-18-3-2 0,8-3-3 0,7-2 1 16,5-5-6-16,2-1-2 0,5-1 4 15,5-4-1-15,6-2 5 16,6 0-4-16,4-1-6 16,4 2-4-16,7-1-2 15,-5 3-3-15,1 1 0 16,-7 1-1-16,-3 2 1 0,-3 1 2 16,-5 1 8-16,-4-3 3 15,-2 3-3-15,-6-4-3 16,-2 2 0-16,-3 0-4 15,-5 0-2-15,-4 0 0 0,-7 2-1 16,-7-2 0-16,-6 0-1 16,-5 1 1-16,-6-1-1 15,-4-1 1-15,-3-1 0 16,0-1 0-16,-6 1-1 16,-1 0 1-16,0-3 1 15,0 2-2-15,-1 0 0 0,-9 1-2 16,-2 1 1-16,-6 2-1 15,-2-1 0-15,-5 3 0 16,-4 0 3-16,-3 1-1 16,0 0-3-16,0 1 3 15,-2 1 3-15,3-1-3 16,0 2 2-16,-1 3-2 0,1 0 0 16,-5 1 0-16,-2 5-7 15,-4 2 4-15,-6 6-2 16,-4 0 3-16,-3 0-1 15,-2 10 6-15,-2 0-7 0,-1 1 4 16,2 1 2-16,0-1-2 16,1-1 2-16,3 4-2 15,-1-1-2-15,0 0 2 16,-1 1-2-16,-1 3 1 16,-2 0 2-16,-5 4 0 0,-1 3-1 15,-3 1-1-15,0 3-1 16,-2 1-2-16,0 1 6 15,0 0-1-15,0 1-6 16,2 1 8-16,0-2-2 16,3 1 1-16,1 2-2 0,2 0 0 15,3 2-2-15,3-1 0 16,3 0 4-16,6 6-2 16,2 0 1-16,10 1-1 15,2 1 1-15,10 1-1 16,4 2-1-16,9-2 2 0,5 1-1 15,5-3-1-15,9-2-1 16,14-1 2-16,10-10-3 16,16-5 3-16,14-6-4 15,17-10 4-15,19-7-1 16,13-6-21-16,11-18-73 0</inkml:trace>
  <inkml:trace contextRef="#ctx0" brushRef="#br0" timeOffset="23813.25">16633 3020 56 0,'0'0'8'0,"0"0"10"0,0 0-10 0,-2 0 1 0,2 0-2 15,-3 0-7-15,2 0 1 16,-1 2-2-16,0 2 2 15,1 0-2-15,1 1 2 16,0-2-1-16,-2-1 1 0,2 1-1 16,0-3 0-16,0 0 1 15,0 0 16-15,3-4 43 16,7-7-25-16,7-4-21 16,10-5-8-16,10-6-3 15,8-3-2-15,12-8-3 0,8-8-66 16</inkml:trace>
  <inkml:trace contextRef="#ctx0" brushRef="#br0" timeOffset="30721.15">19006 5470 53 0,'3'-3'7'0,"-1"2"8"0,1 1-4 0,0 0-7 0,-1 0-4 16,0 0 0-16,2 0 0 15,-2 0 0-15,1 0 0 16,-2 0 0-16,0 0 1 16,1 0-1-16,-2 0 0 15,0 0 3-15,1 0-2 0,2 0 0 16,-1 0 0-16,0 2 1 15,3 0-2-15,0 1 2 16,-1 0-1-16,1 0-1 16,1 2 0-16,-1 0 0 15,1-1 1-15,0 2-1 0,0-1 0 16,1 1 0-16,-2-2 0 16,3 2 0-16,-3-2 1 15,3 1-2-15,-5-2 2 16,1 1-1-16,-1-2 0 15,0-2 2-15,0 1 1 0,-3-1 12 16,0 0 0-16,1 0-1 16,0 0 3-16,-1 0-7 15,1 0-7-15,1-1-1 16,-1-1 1-16,0-2 0 16,0 1-1-16,0-2 5 0,1 1-1 15,0-3-3-15,1 3 0 16,1-5 0-16,2 2-2 15,-1-1 0-15,4 0-2 16,-4 1 2-16,3-3-1 16,-3 2 0-16,4-1 1 0,-4 1-1 15,1-2 0-15,-1 1 0 16,1 1 0-16,2-2 3 16,-3 0 3-16,2 0-1 15,-2 0 1-15,4 0-2 16,-3 0-2-16,1-1-1 0,-1 1 1 15,1 0-2-15,-1-3 1 16,0 3 0-16,-2 0 1 16,1 0 2-16,-1 0 2 15,0 1 0-15,-1 1-3 16,0 3-1-16,0-1-2 0,0 2 2 16,-3 2-2-16,2 1 1 15,-2 1-1-15,0 0 0 16,0 0-5-16,1 0-22 15,-1 3 1-15,2 4-19 16,3-6-37-16</inkml:trace>
  <inkml:trace contextRef="#ctx0" brushRef="#br0" timeOffset="32538.09">21450 5220 66 0,'0'0'9'0,"0"0"-8"0,0 0 0 0,0 0-1 16,0 0 0-16,0 0 0 15,0 0 0-15,0 0 0 16,0 0 0-16,0 0 0 0,0 0 0 16,0 0 0-16,0 0 1 15,0 0-1-15,0 2 0 16,0-1 0-16,3 2 0 15,0 0 1-15,2 0-1 16,-1 1 0-16,1 0 0 0,1-1 0 16,-2 0 0-16,1 0 0 15,0-2 0-15,-2 2 3 16,1 1 0-16,-1 1-2 16,0 0-1-16,0-1 0 15,0 2 0-15,-1-1 1 0,1 0-1 16,0 2 0-16,0-1 0 15,1 0 1-15,0 1-1 16,0 0 0-16,-1-3 0 16,2 3 0-16,-1-3 0 15,-2 2 0-15,1-2 0 16,1-1 0-16,0-1 1 0,-2 1-1 16,0-2 0-16,-1-1 1 15,1 0 1-15,-2 0 12 16,1 0 18-16,0-2-13 15,4-3-15-15,-2-5 2 0,2 1-3 16,2-2 2-16,1-2-4 16,3 0 2-16,-1-1 0 15,1-3-1-15,3 3 0 16,-1-3 1-16,1 0-1 16,1 0-1-16,1 0 0 15,-2 0 1-15,2 1-2 0,-3 1 0 16,-2-1 1-16,-2 4 1 15,-2 1 3-15,-1 1 4 16,-2 0-3-16,-1 3-2 16,0 2-3-16,-1 0 0 0,-1 4-1 15,0 1 0-15,-1 0-19 16,0 0-46-16,0 7 44 16,-5 1-11-16</inkml:trace>
  <inkml:trace contextRef="#ctx0" brushRef="#br0" timeOffset="33333.86">21488 5256 53 0,'0'0'3'0,"0"0"1"0,0 0 0 16,0 0-2-16,0 0-2 0,0 0 3 16,0 0 11-16,0 0 6 15,0 0-8-15,0 0-6 16,0 0-4-16,0 0-4 16,0 0 2-16,0 0 0 15,21-1-1-15,-20 9-3 0,0-1 0 16,2 0 3-16,0-2 1 15,0 2 0-15,1-2 0 16,-1 1 0-16,2-2 0 16,-2 3 1-16,2-1-2 15,-1-2 2-15,1 2-1 0,-1-3-3 16,2 1-4-16,-3-3 4 16,1-1 1-16,1 0 2 15,-2 0 2-15,-1 0 3 16,2 0 1-16,0-4-3 15,0-3-2-15,1 1 1 16,1-1-1-16,2-4 1 0,0 1-2 16,-1-3 1-16,4 0-1 15,-1-2 3-15,2-2 1 16,0-2 1-16,0-2-3 16,5 2 4-16,-2-2 2 15,1 3 1-15,-2 1-5 0,2 3-4 16,-1 2-1-16,-1 2-20 15,-2-1-41-15</inkml:trace>
  <inkml:trace contextRef="#ctx0" brushRef="#br0" timeOffset="49219.5">15160 6378 88 0,'0'3'-22'0</inkml:trace>
  <inkml:trace contextRef="#ctx0" brushRef="#br0" timeOffset="50756.03">20142 7075 22 0,'-6'0'36'0,"1"0"-24"0,3 0 8 0,-2 0-8 0,2 0 0 15,0 0 4-15,1 0 1 16,1 0 1-16,0 0 5 15,-1 0-2-15,1 0-6 16,0 0-3-16,0 0-6 0,0 0-6 16,0 0-10-16,8 0 14 15,-3 0-5-15,6 0 0 16,2 0 1-16,2 0-3 16,5 0 3-16,6 0 0 15,7 0 0-15,3 0 0 16,10 0 0-16,7 0-4 0,8-5 8 15,6 0-7-15,7-2 4 16,5 1-2-16,3-1 5 16,-2 0 0-16,5 0-6 15,-2-3 5-15,1 5-3 16,-3-2 0-16,0 1 1 0,-4-1-1 16,-2 1 2-16,-6 0 0 15,-10 2-1-15,-6-1 0 16,-9 2-1-16,-8 1 1 15,-7-1 2-15,-8 2-2 16,-4 0 0-16,-3 1 0 0,-5 0 0 16,-1 0-2-16,2 0-8 15,-1-2-83-15</inkml:trace>
  <inkml:trace contextRef="#ctx0" brushRef="#br0" timeOffset="52278.48">23816 6004 89 0,'0'0'5'0,"0"0"14"0,0 0-3 0,0 0-7 16,0 0-7-16,0 0-1 16,-21-38 0-16,11 33-1 0,0 0 0 15,-1 1 0-15,-3-2 3 16,1 2 1-16,-1 0 0 15,1-2 0-15,-4 2-1 16,2 1-2-16,-3 0 0 16,1 1-1-16,-3 2 0 0,1 0 0 15,0 0 1-15,-4 0-1 16,4 0 0-16,-4 2 0 16,0 5 0-16,-4 0 0 15,1 2 0-15,1-1 0 16,-1 2 0-16,2 3 2 0,2 1-2 15,-2 2 0-15,6 4 0 16,-3 0 0-16,2 4 0 16,-3 0 0-16,1 0 0 15,-3 3 1-15,2-1 0 16,-1 1 2-16,-2 0 1 0,2 1 0 16,0 3 2-16,0 2-2 15,2 0-2-15,2 5 0 16,1-1-2-16,2 1 1 15,5-2 1-15,3 0 1 16,1 0 0-16,1-1 1 0,2-2 4 16,0 3-4-16,0-1-3 15,0-2 0-15,1 0 1 16,1-3 0-16,0-2 6 16,2-3 1-16,0 0-2 15,4-3 1-15,5 1-6 0,2 1 2 16,3 0-1-16,1 0-3 15,5 1 3-15,-3-3-2 16,0 0-2-16,3-1 2 16,-2-3 0-16,2 1-5 15,3-2 4-15,2-3 3 16,4 3 1-16,2-4-1 0,8 1-2 16,3-1 1-16,6-2 0 15,1-2-1-15,3 1 0 16,1-3 0-16,-4 0 0 15,3 0 0-15,-1-3-1 16,-4 0 1-16,2 1 1 0,-2-1-2 16,2 0 1-16,-6-4-1 15,1 2 0-15,-3-2 0 16,-3 0 1-16,0 0 0 16,-4-7-1-16,-1-2 2 15,-2-1 4-15,0-3 5 0,-1-2 0 16,0 3-6-16,0-5-4 15,-4 0 2-15,-1-1-3 16,-2-2 0-16,1-1 0 16,-6-2 0-16,0-1 1 15,2-2-1-15,-4 2 1 0,0-3-1 16,-3 3 1-16,-2-2-1 16,2 2 2-16,-8-3-1 15,3 0 1-15,-3 2 1 16,1-2 0-16,-1 1-1 15,-1-1-2-15,3 2 1 0,-3-1-1 16,-1 2 1-16,2 0-2 16,-1 1 1-16,-4-1 0 15,0 2 0-15,0-3 3 16,0 2-1-16,-5-2 1 16,-1-1 1-16,1 2 0 0,-5-3 0 15,3 0-2-15,0 0 1 16,-2 0-1-16,-2-1-2 15,-1-1 0-15,-1-1 0 16,-7-1 1-16,-3-1 0 16,-3 0 0-16,-7 0-3 15,-13 2-1-15,-10 1 0 0,-12 2-5 16,-13-1-48-16,-6-2-110 16</inkml:trace>
  <inkml:trace contextRef="#ctx0" brushRef="#br0" timeOffset="58490.23">17242 8436 11 0,'0'1'68'0,"2"-1"-87"0</inkml:trace>
  <inkml:trace contextRef="#ctx0" brushRef="#br0" timeOffset="59018.86">18229 8264 223 0,'0'0'8'0,"0"0"8"0,0 0-14 16,0 0-2-16,0 0-4 15,0 0-24-15,0 0-14 16,0 0-60-16</inkml:trace>
  <inkml:trace contextRef="#ctx0" brushRef="#br0" timeOffset="61339.47">22498 7388 104 0,'-9'-2'2'0,"2"-5"5"0,1 3 4 0,2-3-7 16,-1 2-3-16,-2-1-1 0,0 1 0 16,-1-1 0-16,-1 1 0 15,-1 2 0-15,0 0 0 16,-1 1 1-16,-2 1-1 16,1 1 0-16,-3 0 0 15,0 0-1-15,-4 0 2 0,3 0-1 16,-6 0 0-16,1 2 2 15,-2 0 0-15,1 1 4 16,0 0 3-16,-3 1-3 16,2 2-3-16,0 0-2 15,1 1 0-15,-1 0-1 16,3 3 0-16,-4 0 1 0,1 4-1 16,3-2 0-16,-2 3 1 15,2-1 2-15,4 3 5 16,-2 0 2-16,3 1-3 15,1 1-2-15,5 3-2 16,-3 2-3-16,2-2 1 0,2 4-1 16,1-2 1-16,-2 3-1 15,2-4 0-15,0 4 0 16,0-4 1-16,-5 2 0 16,3 0 2-16,1 0 4 0,0-1-2 15,4 3-3-15,-2 0 0 16,5-1-1-16,1 2 0 15,0-2 0-15,0-1 0 16,7-1 1-16,3-2 2 16,0-4 0-16,3 2 1 15,4-2 2-15,1 0-2 0,-1 0-1 16,6 0-1-16,-2 2-1 16,1-1-1-16,1-1 1 15,3-1-2-15,0 2 0 16,2-2 0-16,1 0 3 15,4 1 4-15,0-1-2 16,5 0-5-16,1-1 2 0,4 0-2 16,-1-2 1-16,0-1 0 15,1-2-1-15,0-1-2 16,0-2 0-16,4-3 5 16,-3 2 0-16,6-3 5 0,2 2-2 15,-1-2-2-15,3-1-1 16,-2 1-2-16,1-1 1 15,-3 0-2-15,-1-2 1 16,0-1 0-16,-2 0 0 16,1 0 0-16,2 0 2 0,1 0-2 15,-3 0 0-15,2 0 0 16,-2-1 0-16,0-5-1 16,-2-1 0-16,-2 1 1 15,2-4-1-15,-2 0 0 16,-1-1 0-16,1-2 1 15,-2-1-1-15,-2 0 0 0,-1-3 1 16,-6-2-1-16,0-2 0 16,-6 0 0-16,0-2 1 15,-3-3 0-15,-1 1 0 16,1-2-1-16,1 0 1 0,-5 3-1 16,-2-3 0-16,-1 1-1 15,-3 1 0-15,-6-1-1 16,-1-1 0-16,-5 2 0 15,-1-1 4-15,-1 0-1 16,0 1-1-16,-1 1 1 0,-3 0 0 16,-4 2-1-16,3 1 0 15,-3 2-1-15,2 1-4 16,-1-2-1-16,1 2-1 16,0-1 4-16,0-1 0 15,-3 0 1-15,1-1 3 16,0-2 0-16,-3 1 1 15,3-1-1-15,-4 2 1 0,0-1-1 16,-1 1-2-16,0 1 2 16,-3 2-1-16,0 2-2 15,-4-1 5-15,-1 0-3 16,-3 1 1-16,-3 0-1 0,-4 1 0 16,-7-2 0-16,-6 3 0 15,-10 1 0-15,-12 0-1 16,-14 3 0-16,-14 3-20 15,-19-2-28-15,-18-1-52 16</inkml:trace>
  <inkml:trace contextRef="#ctx0" brushRef="#br0" timeOffset="63380.31">19761 4702 111 0,'0'0'5'0,"0"0"6"0,0 0-3 0,0 0-7 0,0 0 1 16,0 0 1-16,0 0 0 16,0 0-2-16,0 0-11 15,0 0-46-15</inkml:trace>
  <inkml:trace contextRef="#ctx0" brushRef="#br0" timeOffset="66768.62">19996 5539 125 0,'0'0'8'0,"0"0"24"0,0 0-25 0,0 1-7 0,0 0-13 15,-2 4-6-15,0-3-6 16,0-1-26-16</inkml:trace>
  <inkml:trace contextRef="#ctx0" brushRef="#br0" timeOffset="70456.16">17514 9721 71 0,'0'0'16'0,"0"0"10"0,0 0-12 0,2 0-11 16,-1-1 1-16,1-1-2 15,0 1 1-15,2 0 5 16,0-1-7-16,1 1-3 15,2-2-54-15</inkml:trace>
  <inkml:trace contextRef="#ctx0" brushRef="#br0" timeOffset="71175.46">18158 9518 90 0,'0'0'16'0,"0"0"-15"0,0 0-1 16,0 0-8-16,0 0-17 15,0 0-46-15</inkml:trace>
  <inkml:trace contextRef="#ctx0" brushRef="#br0" timeOffset="74318.67">22461 9902 58 0,'-1'0'-10'15</inkml:trace>
  <inkml:trace contextRef="#ctx0" brushRef="#br0" timeOffset="74509.5">22461 9902 112 0,'-21'17'-2'0,"26"-17"2"0,3 0-25 15,-2-2-40-15</inkml:trace>
  <inkml:trace contextRef="#ctx0" brushRef="#br0" timeOffset="75710.49">22853 8106 3 0,'0'0'59'0,"0"0"-19"0,0 0-18 0,-2 0 1 0,2 0-7 16,0 0-9-16,-2 0-6 15,2 0-1-15,0 0-4 16,0 0-2-16,0 0 6 16,4 0 2-16,3-2-2 15,4 1 8-15,1 0 5 0,2-2 1 16,3 3-8-16,3-3-1 16,3 2-4-16,-1-2 0 15,5 1 0-15,2 0-1 16,-2-1-8-16,0 2-26 0,-3-1-17 15,-6 1-15-15</inkml:trace>
  <inkml:trace contextRef="#ctx0" brushRef="#br0" timeOffset="75932.42">22867 8119 104 0,'0'0'22'0,"0"0"-12"0,0 0 5 15,0 0-11-15,0 0 6 16,0 0 2-16,60-11 11 16,-24 6-18-16,4 1-2 15,3-1-28-15,6-3-120 16</inkml:trace>
  <inkml:trace contextRef="#ctx0" brushRef="#br0" timeOffset="78359.39">22637 9437 85 0,'-3'0'1'0,"1"0"2"0,0 0 2 0,-1-1 2 16,2-4-2-16,1 2 5 16,-1-3 6-16,0 1 4 15,1 1 3-15,0 1-3 0,0 0-5 16,0-1-11-16,6 3-5 15,1-1 0-15,5 1-3 16,1-2-19-16,5 0 0 16,1 0 14-16,0 0 8 15,2-2-1-15,0-1 5 0,1 2 17 16,-1-2 10-16,2 0-12 16,2 1-11-16,-2-1-4 15,1 2-3-15,-1 1 0 16,-1-1 1-16,-2 1-1 15,-4 1-1-15,1 1-12 16,-4 1-16-16,-1 0-18 0,-3 0-13 16</inkml:trace>
  <inkml:trace contextRef="#ctx0" brushRef="#br0" timeOffset="78529.58">22820 9426 193 0,'0'0'17'0,"0"0"20"0,0 0-35 15,0 0 1-15,54 0 2 16,-23-2-9-16,1-1-107 16</inkml:trace>
  <inkml:trace contextRef="#ctx0" brushRef="#br0" timeOffset="79447.17">20876 10429 34 0,'0'0'32'0,"0"0"-15"0,0 0 2 0,0 0-4 16,0 0 6-16,0 0-12 15,0 0-6-15,0 0-2 16,0 0 1-16,49-32-1 15,-32 28-2-15,6 0-4 0,0 1 20 16,3-1-13-16,5 1-1 16,4-1 0-16,4-1 2 15,3 1-2-15,0 0-1 16,4-2 1-16,1 0-1 16,-2 2 0-16,0-3 1 15,-1 4 1-15,0-2 10 0,1 0 5 16,-5 2 1-16,0-1-5 15,-3 0-4-15,-1 0-1 16,-3 1-6-16,0 0 3 16,-5 0-2-16,0 2-1 15,-1-1-1-15,-3 2 0 0,-3 0-1 16,1 0-2-16,-4 0-6 16,0 0-3-16,-2 0-10 15,-3 0-10-15,-2 0-8 16,-1 0 1-16,-6 0-3 15</inkml:trace>
  <inkml:trace contextRef="#ctx0" brushRef="#br0" timeOffset="79796.57">21311 10369 63 0,'0'0'6'0,"0"0"13"0,-48 3 5 0,40-3-3 0,3 0 7 16,3 0 2-16,2 0 4 15,0 0-12-15,0 0-19 16,9 0-9-16,5 1 10 0,4 0-3 15,7-1 0-15,3 0 2 16,4 0 0-16,2 0-2 16,3 0 0-16,2 0-1 15,2-4 0-15,0 3-1 16,1-1-1-16,-1 0 4 0,-1 0-17 16,0-1-60-16,-6-4-29 15</inkml:trace>
  <inkml:trace contextRef="#ctx0" brushRef="#br0" timeOffset="80388.14">22626 9887 101 0,'0'0'29'0,"0"0"8"0,0 0-3 0,0 0-6 15,0 0-9-15,0 0-14 0,0 0-9 16,0 0 6-16,0 0-2 15,0 0 0-15,9 6-1 16,-8 1 1-16,0 0 0 16,-1 1 0-16,0 1 0 0,0 0 1 15,1-2-1-15,0 3 1 16,0-4-1-16,2-1 0 16,0-2-1-16,3 0 0 15,3-2-1-15,-1-1-3 16,6 0 18-16,4-4 5 15,3-5-4-15,8-6 0 0,7-4 0 16,10-5-3-16,10-6-4 16,16-5-5-16,10-5-1 15,14-8-12-15,12-9-64 16</inkml:trace>
  <inkml:trace contextRef="#ctx0" brushRef="#br0" timeOffset="104223.39">21146 4705 63 0,'0'0'4'0,"0"-3"8"0,0 3-7 0,0-3-3 16,2 2-1-16,0-2 0 15,0 1 0-15,1 1 0 16,-1 1-1-16,0 0 1 16,0 0-1-16,-2 0-1 15,0 0-2-15,0 0 1 0,1 0-2 16,-1 0 0-16,0 0 10 16,2 0-5-16,-2 1 2 15,2 1-2-15,0-1 1 16,1 1 0-16,-1-1 0 0,0-1-2 15,-1 0 2-15,-1 3-1 16,0-3 1-16,0 0 1 16,0 0 6-16,0 0 22 15,0 0 10-15,2 0-5 16,-2 0-19-16,1-4-5 16,2-2-3-16,3-4 3 0,1 0-4 15,3-3-4-15,4-2-2 16,1-4 0-16,6 0 2 15,-2-3-3-15,5-6-11 16,-4-6-94-16</inkml:trace>
  <inkml:trace contextRef="#ctx0" brushRef="#br0" timeOffset="114154.49">20969 10912 38 0,'0'0'1'0,"0"0"1"0,0 0-2 0,40-4-4 16</inkml:trace>
  <inkml:trace contextRef="#ctx0" brushRef="#br0" timeOffset="116679.42">17127 5827 34 0,'0'0'2'0,"0"0"9"0,0 0 5 0,0 0 4 16,0 0 22-16,0 0 9 16,0 0-32-16,0 0-16 0,0 0-35 15,0 0-24-15</inkml:trace>
  <inkml:trace contextRef="#ctx0" brushRef="#br0" timeOffset="117163.73">20002 5436 208 0,'0'0'18'0,"0"0"-15"0,0 0-15 16,0 0 0-16,0 0-33 0,0 0-24 16,0 0 2-16</inkml:trace>
  <inkml:trace contextRef="#ctx0" brushRef="#br0" timeOffset="117769.71">19116 4905 41 0,'0'0'10'0,"0"0"-3"0,0 0-4 0,0 0-5 16,0 0-16-16</inkml:trace>
  <inkml:trace contextRef="#ctx0" brushRef="#br0" timeOffset="131528.88">23904 3907 33 0,'0'-2'29'0,"0"-2"-13"0,0 1-5 0,0 0-6 16,0 1-2-16,0 0-1 15,0 2 1-15,0-1 6 16,0-1 0-16,-1 2 4 15,0 0 0-15,1 0-2 16,0 0-5-16,0 0-3 0,0 0-4 16,0 0-2-16,0 0 0 15,0 0 2-15,0 0 2 16,0 0-2-16,0 0 2 16,0 0-2-16,4 2 0 15,1 0 1-15,-2 1-3 16,1-2 3-16,2 1-2 0,-2-1 1 15,1 0 0-15,1-1 0 16,-2 0 0-16,1 0 1 16,1 0 0-16,-1 0 1 15,2 0-1-15,0 0 0 16,1 0 0-16,2-5 0 0,-1 0 1 16,7-6 0-16,2-1 0 15,0-5 2-15,4-3 7 16,5-3-2-16,4-2 1 15,0-4-4-15,5 1-4 16,-1 1 1-16,1 1-1 0,-2 5-1 16,-1 4-2-16,-4 3-21 15,-5 7-16-15,-4 5 7 16,-3 2 12-16,-5 0-6 16</inkml:trace>
  <inkml:trace contextRef="#ctx0" brushRef="#br0" timeOffset="133222.82">23970 3830 12 0,'0'0'41'0,"0"0"-28"0,0 0-8 0,0 0 3 0,0 0-2 15,0-1 1-15,0 1-3 16,0 0-5-16,0 0-3 16,0 0 4-16,3 0 0 0,-1 0 1 15,1 0-2-15,0 1 1 16,0 3-1-16,-1 2-1 15,1 0 1-15,1 1 0 16,-2-2 1-16,1 3 2 16,1-3-2-16,3 1 0 0,-4-2 1 15,1 0-2-15,2-2 0 16,-1-2 0-16,2 0-1 16,-1 0 1-16,3-3 2 15,0-4 0-15,3-3-1 16,2-2 0-16,2-2 0 0,2-1-1 15,0-2 3-15,0-2-2 16,3-2 6-16,1 1-2 16,0-3-1-16,0 2-2 15,3-3 1-15,0 0-2 16,3 1 0-16,1-1 1 0,1 1-1 16,0 2 0-1,1-2 0-15,-4 7 1 0,-3 2-1 16,-2 2-1-16,-4 4 0 15,-8 4 1-15,-3 4-8 16,-4 0-53-16</inkml:trace>
  <inkml:trace contextRef="#ctx0" brushRef="#br0" timeOffset="133962.97">23948 3841 70 0,'0'0'7'0,"0"0"16"0,0 0-9 0,0 0 1 16,0 0-5-16,0 0-4 0,0 0-6 16,0 0-1-16,0 0-1 15,0 0 2-15,0 0 3 16,0 0-3-16,0 0 1 16,-11-14-1-16,11 14 0 15,0 0 0-15,0 0 0 0,0 5 0 16,2 1 1-16,-1 1-2 15,2 1 0-15,0 0 2 16,0-2-1-16,1 0 0 16,-2-2 1-16,2-1-3 0,3-3-3 15,-2 0 3-15,6 0-1 16,3-9 9-16,4-5 7 16,5-2 3-16,5-6-8 15,6-4-4-15,4-4-2 16,4-2 1-16,4-3-1 15,-1 0-16-15,-2-3-53 0</inkml:trace>
  <inkml:trace contextRef="#ctx0" brushRef="#br0" timeOffset="136440.16">23967 3850 29 0,'0'0'20'0,"-1"0"1"0,1-1-3 15,-2 1-4-15,2 0-8 16,0 0-6-16,0 0-2 16,0 0 2-16,0 0 1 15,0 0-1-15,0 0 0 16,0 0-1-16,0 0 1 0,0 0 1 15,0 0-1-15,0 0 0 16,0 0 0-16,0 1 1 16,2 2-2-16,0-2 2 15,-1 0-1-15,3 1-1 16,-3-1-2-16,1 2 3 0,0-3 0 16,0 3-1-16,0-1 2 15,-1 0-1-15,2 0 0 16,0-1 0-16,1-1-4 15,1 0 3-15,4 0 6 16,-2-3 3-16,2-4 0 16,2-4 2-16,1-2-3 0,4-5 3 15,3-2-2-15,5-4 4 16,5-3 6-16,3-5-5 16,8-2-10-16,0 0-1 15,6-6-2-15,-1-1-40 16,1-3-29-16</inkml:trace>
  <inkml:trace contextRef="#ctx0" brushRef="#br0" timeOffset="142304.49">14597 12104 10 0,'2'0'6'0,"0"0"2"0,0 0 1 0,0 0 4 0,-2 0-2 15,0 0-4-15,0 0-4 0,0 0 0 16,0 1 1-16,0 4-2 16,0 1-1-16,0 2-1 15,0 1 0-15,0-1 1 16,1 0-1-16,1 0 1 0,1-1 1 15,0-1 1-15,1-3 2 16,2-1 5-16,-1-2 5 16,5 0 12-16,4-9 15 15,2-7-14-15,11-7-10 16,11-10-7-16,9-6-4 16,9-7-5-16,11-5-1 15,9-8-8-15,6-8-102 0</inkml:trace>
  <inkml:trace contextRef="#ctx0" brushRef="#br0" timeOffset="144695.07">22688 2853 23 0,'0'0'80'0,"0"0"-76"0,0 0-2 0,0 0-2 16,0 0 3-16,0 0 6 15,0 0-5-15,19 37-2 0,-10-23-1 16,-1 0 0-16,-1 3 0 16,-1-1-1-16,-1 2 2 15,-2-3-2-15,-2-1 0 16,-1-2 1-16,0 0-1 15,0-2 0-15,0-3-1 16,0-3-1-16,0-2 2 0,-1-2 2 16,-1 0-1-16,1-2-2 15,-3-8-1-15,2-1 2 16,0-3 0-16,1-2-2 16,-1-4 2-16,2 0 0 15,0 0 4-15,0-2-1 0,0 3 4 16,0-1 2-16,0 3-1 15,2 3-1-15,-1-1 0 16,0 3-3-16,1 0-4 16,0 1 1-16,1 1 0 0,0 0 2 15,-1 3 2-15,2 0-2 16,0 3-1-16,1 1-2 16,3 3 0-16,-1 0 3 15,2 3-2-15,0 7 1 16,1 0-2-16,0 3 1 15,1 0-1-15,-1-1 2 0,-2-2 0 16,-1 0-2-16,0-1 1 16,-3 0-5-16,3-4 7 15,-6-1-2-15,1-1-1 16,-1 1 1-16,-1-1-1 16,0-3 1-16,0 0 1 0,1 0 7 15,-1 0 25-15,1-4-26 16,1-5-6-16,1-2-5 15,-1-4 9-15,1 0-6 16,-1 1 0-16,2-4 0 0,0 3 0 16,-2-2 1-1,0 3 0-15,0 1-1 0,0 3 1 16,1-1 0-16,0 4 1 16,0 0-1-16,0 1-1 15,0 3-1-15,1 2 2 16,-1 1-1-16,2 0 0 0,1 0 0 15,-1 4-1-15,3 6 1 16,-1 3-1-16,3 1 1 16,0 2 3-16,-4 2-1 15,4 1-2-15,-5 0 1 16,3 1-2-16,-5-2 1 16,1 2-2-16,2-4-1 0,-2 3-13 15,1-4-20-15,0-3-16 16,-2-5-22-16</inkml:trace>
  <inkml:trace contextRef="#ctx0" brushRef="#br0" timeOffset="145263.25">23179 2607 87 0,'0'0'2'0,"0"0"9"0,0 0-4 0,0 0-3 15,0 0 0-15,0 0 5 16,0 0 4-16,0 0-1 15,0 0-2-15,0 0-3 16,-37 3-1-16,31 7-4 0,2-3-2 16,1 4 0-16,2 2 0 15,-1-2-1-15,2 1 1 16,0-1-1-16,0-1 0 16,2 0-2-16,2-3 1 15,6 0 1-15,-4 1 1 0,2-3 3 16,0 2-1-16,2 0-1 15,-2-1 0-15,-2 1 0 16,1 0 0-16,-3-1-1 16,1-1 1-16,0 3-1 15,-5-1 0-15,2-1 4 0,-2-1-1 16,0 2 1-16,0 0 2 16,-4-1 1-16,-3-2 5 15,0 2 3-15,-1-2-4 16,0 0-3-16,0-1 1 15,1 1-5-15,0-2-1 0,1-2-3 16,2 3 0-16,1-3-2 16,0 0-3-16,3 0-22 15,0-3-50-15,0-8-44 16</inkml:trace>
  <inkml:trace contextRef="#ctx0" brushRef="#br0" timeOffset="145723.21">23291 2566 72 0,'0'0'10'0,"0"0"11"0,0 0-7 0,0 0-4 0,0 0 1 15,0 0 5-15,0 0-8 16,0 0-7-16,0 0 1 15,0 0-2-15,2-6 10 0,-2 19-6 16,0 1 3-16,0 5-5 16,0-1 0-16,0 2 0 15,0-2 1-15,0 0-2 16,0 0 1-16,4-4-1 16,-2-1 0-16,0-2-1 0,0-1 1 15,0-3-1-15,0-1 1 16,0-2 1-16,0-1 3 15,0-1 1-15,1-1 2 16,-1-1-4-16,1 2-3 0,0-1 3 16,2 0 1-16,0-1-3 15,1 0 1-15,1 0-1 16,3 0 3-16,0 0-4 16,0 0-2-16,3 0 4 15,-2 0-2-15,0-1 0 16,0 1-1-16,0 0 0 0,0 0-11 15,1 0-23-15,-5-1-25 16,1-1 3-16</inkml:trace>
  <inkml:trace contextRef="#ctx0" brushRef="#br0" timeOffset="145995.37">23340 2639 114 0,'0'0'5'0,"0"0"29"0,0 0-10 0,0 0-10 0,0 0 5 15,0 0-11-15,7-41-2 16,3 32-7-16,3-2 2 15,1 2 3-15,3 0-1 16,0-2-5-16,0 1-23 16,-3-1-26-16,-3 2-26 15</inkml:trace>
  <inkml:trace contextRef="#ctx0" brushRef="#br0" timeOffset="146153.01">23377 2489 150 0,'0'0'-5'0,"0"0"2"0,0 0 7 15,46-38-1-15,-25 25-8 16,1-1-40-16,-1-2-53 16</inkml:trace>
  <inkml:trace contextRef="#ctx0" brushRef="#br0" timeOffset="146607.46">22907 3171 149 0,'0'0'1'15,"0"0"9"-15,0 0-5 16,0 0-4-16,0 0 0 16,56-40-2-16,-35 26 6 0,6 1-3 15,1 2-2-15,1-4-1 16,2 1 2-16,-1 0 1 16,1-1-2-16,-1-1 0 15,-2 2 1-15,0 1-1 16,-3 2 1-16,-5 1 0 0,-3 3-1 15,-5 2-6-15,-4 5-22 16,-4 0-12-16,-4 0-49 16</inkml:trace>
  <inkml:trace contextRef="#ctx0" brushRef="#br0" timeOffset="146822.09">23008 3178 161 0,'0'0'5'15,"0"0"8"-15,0 0-18 16,0 0 8-16,49-10 7 16,-23-1-7-16,6 0-1 15,0-1-1-15,4-1-14 0,-1-1-22 16,0 0-39-16</inkml:trace>
  <inkml:trace contextRef="#ctx0" brushRef="#br0" timeOffset="154169.57">15452 12450 85 0,'-3'0'3'0,"-1"0"0"0,1 0 2 0,0 0 1 15,2 0 4-15,0-2 6 0,-1 1 6 16,2-2-6-16,0 3-6 16,0 0-6-16,0 0-9 15,2 0 6-15,8 0 0 16,1 0-2-16,4 0 1 16,3 0 1-16,-1-3 0 0,4 0-4 15,-1 0 4-15,3-4 1 16,-4 2 0-16,4-1 5 15,-1 1-2-15,-2 1 1 16,-1-1-5-16,-1 0 1 16,-3 3 0-16,-4-1-1 0,-1 1 0 15,-2 1 0-15,-2 0-1 16,-1 1 2-16,0 0-2 16,-2 0-3-16,-3 0-63 15</inkml:trace>
  <inkml:trace contextRef="#ctx0" brushRef="#br0" timeOffset="154547.04">15507 12516 84 0,'0'0'108'0,"0"0"-104"0,0 0 1 16,0 0-6-16,0 0 1 16,0 0 2-16,0 0-2 15,0 0 0-15,0 0 2 16,27-1 3-16,-12-2 0 0,2 0 3 15,4-1-2-15,1 1-3 16,2-3 1-16,-1 1-3 16,0-1 0-16,0-1 1 15,1 0-1-15,-6 0 1 0,2 0-1 16,-1 1 0-16,-3-1-4 16,-3 2-40-16,-5-4-95 15</inkml:trace>
  <inkml:trace contextRef="#ctx0" brushRef="#br0" timeOffset="155685.49">17279 12472 115 0,'0'0'18'0,"0"0"-10"0,0 0 11 0,0 0-13 15,0 0-5-15,0 0-1 0,0 0 0 16,0 0 1-16,0 0 2 16,0 0-2-16,0 0-1 15,0 0-19-15,0 0-22 16</inkml:trace>
  <inkml:trace contextRef="#ctx0" brushRef="#br0" timeOffset="156994.81">18359 12366 99 0,'0'0'2'0,"0"0"12"16,0 0-2-16,0 0-1 0,0-2 6 15,0 2 0-15,0 0-4 16,0 0-6-16,0 0 1 15,0 0-7-15,0 0-3 16,4 0 1-16,5 0-1 0,3 0-31 16,4 0-34-1</inkml:trace>
  <inkml:trace contextRef="#ctx0" brushRef="#br0" timeOffset="160303.82">20666 12493 49 0,'-3'0'39'0,"-1"-1"-31"0,0-3 8 0,2 0-8 16,-1 0-5-16,-3-1-2 15,1 2 0-15,0-1-1 0,-1 1 0 16,1-1 1-16,-6 0 1 15,6-1 6-15,-5 3-2 16,-1 0-4-16,-1 1-1 16,0-2 0-16,-2 3-1 15,-2 0 0-15,-2 0 0 0,2 0 1 16,-2-1 0-16,0-1 2 16,0 1 4-16,2-1-3 15,-2 1-1-15,1-1-1 16,2 2-1-16,0 0-1 15,0 0 2-15,-1 0-2 0,-2 0 0 16,0 0 0-16,-1 3 0 16,-3 3 0-16,0-2 0 15,0 3-2-15,-2 0 4 16,-1-1-2-16,-1 1 0 16,-1 0 0-16,-1 0 0 0,0-2 0 15,0 4 1-15,-1-3-1 16,0 1 0-16,0 2 0 15,-1-2 0-15,-1 1 1 16,0 2 0-16,0-1 4 16,3 0 2-16,-1 0-5 0,2 3 0 15,-2 0-2-15,2 1 4 16,0 2-1-16,1 0-1 16,0 2-2-16,5 0 1 15,-1-1-1-15,-1 4 0 16,3-2 1-16,0 4-1 0,2-1 0 15,2 0 0-15,3-2 0 16,4-1-1-16,2 0 0 16,0-2 1-16,3 1-2 15,1 0-1-15,-3-1 0 16,4 1-3-16,-1 0-2 16,2-1 2-16,0 1 3 0,-1-1 2 15,2-4 1-15,0 4 0 16,0-4 0-16,0 0 1 15,2-2-1-15,2 1 3 16,3 0-1-16,-1-1-2 16,2 0 0-16,1 2 0 0,3-1 1 15,-1 0 0-15,2 1 0 16,3-1-1-16,1 1 0 16,3 0 0-16,-1 1 0 15,0-2 0-15,0-1 0 16,-1 0-1-16,1-4 0 0,-2 2 1 15,-1-3-1-15,1 0 11 16,2-3 8-16,0 1-7 16,5-2-1-16,-2 2-5 15,5 0 0-15,1-2-5 16,1-1 0-16,1 2 0 0,-1-1 1 16,0-1-1-16,-1 0 0 15,1 0-4-15,-2 0 10 16,3 0-5-16,-1 0 0 15,0 0 0-15,1 0 0 16,-1 0-1-16,-1 3 1 0,-1-2-1 16,0 3 0-16,2-2 1 15,0 1-1-15,0 0 0 16,3 1 1-16,3-2-2 16,3 2 1-16,-1-2 1 15,1 1-1-15,2-1 0 0,0-1 0 16,2-1 0-16,-4 0 0 15,4 0 0-15,-1 0-1 16,1 0 3-16,1 0-1 16,-2-3 4-16,1 0-4 15,1-1 0-15,-1 3 0 0,2-1-1 16,1 1 0-16,0-1 0 16,-2 2 0-16,-1-1 1 15,-3 0-1-15,2-1 0 16,-5-1-3-16,2 0 5 15,0-1 2-15,3-1 2 0,2-1-3 16,-1 0-2 0,2 0 0-16,-1-1-1 0,1-2 2 15,-4 0-2-15,-2-1 0 16,0-1 0-16,1-1 1 16,-3-1 0-16,3-1-1 15,-2 0 0-15,2-1 1 0,-1-1-1 16,-3 0 1-16,1-1-2 15,-5-1 1-15,-2 1-1 16,-3-2 1-16,-2 1 1 16,-8 1 0-16,-1-1 1 0,-2 0 3 15,-1 4 0-15,-6-2 0 16,1 1-2-16,-4 1-1 16,-1-2-1-16,0 0-1 15,-2 1 0-15,0-1-1 16,0-2-2-16,-2 1 1 0,-3-3 2 15,-3 4 0-15,0-2 1 16,-3-1 1-16,0 2-1 16,-1 0 0-16,1-1 0 15,1 0 1-15,-2 2-1 16,0-2 2-16,0 1-1 16,1 0 0-16,-2 2-1 0,-1 0-1 15,-2 2 0-15,-2 0-3 16,-4 1 1-16,-2 1 2 15,-3-1 0-15,0 0 2 16,-4 1-2-16,0 0 1 16,1 1 1-16,-3-1-2 0,2 4 0 15,0 1-1-15,1 1 1 16,-2 0 0-16,0 1-2 16,0-1 1-16,-4 0 1 15,-2 1 0-15,2-2 2 16,-4 2-2-16,-1 0 1 0,-1 0 0 15,1 2-1-15,-1 0 1 16,-4 1-1-16,-3 1 0 16,1 0 0-16,-3 0 0 15,-5 0 0-15,1 0 0 16,-7 3 0-16,-3 6 0 0,1 3-1 16,-4 1 0-16,0 1-26 15,0-2-65-15</inkml:trace>
  <inkml:trace contextRef="#ctx0" brushRef="#br0" timeOffset="161343.45">22381 12754 72 0,'-1'0'15'0,"1"0"13"0,0 0 6 0,-1 0-5 16,1 0-2-16,0 0-8 16,0 0-11-16,0 0-13 0,0 0 5 15,0 0 2-15,0 1 0 16,0 0-2-16,2 2 0 16,1 0 0-16,-2 0 0 15,1 0 0-15,0 1 0 16,0 1 0-16,-1 0 0 15,1 2 1-15,1-3-1 0,-1 3 2 16,-1-4-1-16,2 3-2 16,1-3 1-16,0 1 0 15,1-1-3-15,0-2 1 16,2-1-1-16,1 0 4 16,0 0-3-16,2-1 3 0,1-6 0 15,1-2 0-15,5-2 3 16,-1-4 4-16,4-1 0 15,3-4-3-15,5-2 1 16,1 0 1-16,2-4-1 16,2 2 4-16,-1-1-1 0,-1 3-1 15,-2-2-1-15,-3 3-2 16,-2 1-3-16,-2 3 1 16,-5 2-3-16,0 1 0 15,-4 4 1-15,-1 2-1 16,-2 4-4-16,-5 2-14 0,-4 2-15 15,-1 0-52-15,-4 7-28 16</inkml:trace>
  <inkml:trace contextRef="#ctx0" brushRef="#br0" timeOffset="161992.14">22392 12780 36 0,'0'0'1'0,"0"0"-1"0,0 0-9 0,0 0-8 0,0 0 7 16,-1 39 10-16,7-33 0 15,-3-1 0-15,2 4 0 16,-1-4 1-16,0 1-1 16,-1-2 4-16,1-1 11 0,2-3 9 15,-1 0 3-15,5 0-3 16,0 0-8-16,-1-6-3 15,5-1 0-15,1-4 3 16,3-3 2-16,-2-2 5 16,3-2-6-16,3-2-3 15,4-4 1-15,-2-2-2 0,7-2-1 16,3-2-4-16,3-1-3 16,4-2-3-16,2 0-1 15,2 0 0-15,-1 0 0 16,1 4-1-16,-8 4 0 15,-4 5 1-15,-7 4 0 0,-7 6-2 16,-8 7-6-16,-7 2-28 16,-4 1-62-16</inkml:trace>
  <inkml:trace contextRef="#ctx0" brushRef="#br0" timeOffset="162923.84">22313 12767 64 0,'4'1'-5'0,"-1"0"-1"0,5-1 1 15,-3 3-30-15</inkml:trace>
  <inkml:trace contextRef="#ctx0" brushRef="#br0" timeOffset="163231.35">22313 12767 14 0,'44'13'28'16,"-43"-11"1"-16,1-1-16 16,0 1-8-16,0 3-3 0,2-2-1 15,-1 2-1-15,-2 2-1 16,1-2-3-16,0 1-4 16,-2 0 2-16,1 1 5 15,-1-3 5-15,0 3-2 16,1-1 3-16,-1-1 0 0,2 1-2 15,2 1-2-15,-3 0-1 16,2-4 2-16,1 1-5 16,1-4 6-16,2 0 5 15,2-2 25-15,0-10 10 16,4-2 5-16,5-7-17 0,1-5-5 16,6-2-3-16,5-6-5 15,6-2-4-15,4-1-5 16,8-1-4-16,4 0-3 15,7-1-2-15,3-3-9 16,-5-2-57-16,-1-2-176 16</inkml:trace>
  <inkml:trace contextRef="#ctx0" brushRef="#br0" timeOffset="177511.97">1415 10181 63 0,'0'0'9'0,"0"0"7"0,0 0-5 0,0 0-4 16,0 0-2-16,0 0-2 16,0 0 3-16,0 0 2 0,0 0 2 15,0 0-6-15,0 0-4 16,0 0 12-16,0 0-12 16,-4-21 1-16,-1 24-1 15,1 3 0-15,-4-1 2 16,2 2-2-16,-1-1 0 15,1 1 0-15,-1 2 0 0,-2-1 0 16,0 2-2-16,1 4 4 16,-4-1-4-16,1 4 4 15,0 0-2-15,0 2 0 16,2-1 0-16,0 3 0 16,-1 2 0-16,2 0 0 0,1 2-2 15,-1 1 1-15,0 5 0 16,0 0-1-16,1 4 1 15,1 0 0-15,0 1 1 16,0 0 0-16,1-1-1 16,1-1 1-16,0-2 0 0,0 0 1 15,3-1-1-15,1 0 1 16,0 0 1-16,0-2-1 16,0-1 0-16,7-1 2 15,0 0-1-15,3-1-1 16,4-2 0-16,-1-3 3 0,1-1-2 15,1 1-2-15,-1-3 3 16,1 0 0-16,4-1 0 16,-2 1 1-16,4 1 7 15,1-2 1-15,3-10-45 16</inkml:trace>
  <inkml:trace contextRef="#ctx0" brushRef="#br0" timeOffset="179005.39">6214 9967 70 0,'0'0'15'0,"0"0"-1"0,0 0-3 16,0 0-4-16,0 0-1 15,0 0 1-15,0 0 4 16,0 0-4-16,0 0-4 16,0 0-4-16,2 0-2 0,2 0 4 15,3 0-1-15,2 1 0 16,0-1 0-16,0 0 0 15,-1 0-1-15,2 1 0 16,-3 1 0-16,1 0 0 16,2 0-1-16,-2 4 1 15,1-2 0-15,-2 3 1 0,4-1 0 16,-4 3 0-16,-1-1 0 16,1 2 0-16,1-1 0 15,0-1-1-15,-3 2 0 16,3-1 1-16,1-1-1 0,0 5 1 15,0-2-1-15,1 1 2 16,0 0-2-16,-1 1-1 16,0 0 1-16,1 1 1 15,-2 2 0-15,0-2 1 16,2 4 0-16,-3 1 0 0,1 1 2 16,-3 1-2-16,1 0 1 15,-1 1 1-15,0 3-1 16,-1-2 0-16,-1 1 0 15,3 0-1-15,-4 1 0 16,0 0 0-16,0 1 0 0,-2 2 1 16,0 0-1-16,0 2 3 15,0 0 0-15,0 0 0 16,-4 0-3-16,2-2 0 16,2-1 0-16,-2 0-1 15,2 0 0-15,-3 0 0 0,1-1 1 16,0 2-1-16,-2-1 1 15,-2 0 0-15,0 2 0 16,-1 0 0-16,1-2 0 16,2-4 2-16,-1-2-2 15,1-1-1-15,-1-3 1 16,0-1 0-16,3-1 0 16,-2 0-1-16,-2-1 0 0,3 1 1 15,-3-2-1-15,-2 4 1 16,2-3 1-16,-3 0 0 15,-1-1 4-15,2 1 2 16,-3 1 2-16,-1-4-7 0,3 2 0 16,1-3-2-16,-3-3-6 15,-1-4-64-15</inkml:trace>
  <inkml:trace contextRef="#ctx0" brushRef="#br0" timeOffset="180157.48">1435 12327 76 0,'-2'2'19'0,"0"-2"5"0,0 0 2 15,-1 0-17-15,1 1-8 16,2 2-1-16,-3 0 0 0,-1 0 0 16,0 2-1-16,-3 1 1 15,1 1 1-15,-2 3 1 16,0 3 2-16,-1 1 0 16,2 3-2-16,-2 2 1 15,2 2-3-15,-1 3 0 0,1 1 0 16,0 0 0-16,-2 0 0 15,3 2 0-15,-3 0 0 16,0 1 0-16,4 1-2 16,-4 2 2-16,3-1-1 0,-2 3 5 15,4-3-1-15,0 1 0 16,2 0-1-16,2 1 1 16,0 0-2-16,0-1 1 15,0 3-1-15,4 1 2 16,2 4 0-16,4 0 1 15,-1 2-2-15,0 0-1 0,4-4 1 16,-2 0-1-16,2-5 0 16,3-4 1-16,3-1 1 15,4-5-1-15,4-2 1 16,2-10-30-16,0-10-103 16</inkml:trace>
  <inkml:trace contextRef="#ctx0" brushRef="#br0" timeOffset="182323.08">6008 12387 1 0,'2'0'6'0,"-2"0"-10"0,4 0 17 0,-3 0-6 16,3 0 3-16,-1 0-1 15,1-1 3-15,-2-1-2 16,0 1-1-16,0 0-1 15,1 1-1-15,-3 0 0 16,2 0-2-16,-2 0-1 0,2 0 0 16,2 0-3-16,-2 0 0 15,4 0-1-15,-2 0 1 16,1 0 0-16,1-2 0 16,-2 0 0-16,1 1 2 15,2 0 1-15,0-1 0 0,-1 2-1 16,1 0-1-16,2 0 0 15,0 0-2-15,-2 0 1 16,3 0-1-16,2 0 0 16,-3 4 0-16,1 1 0 15,3 2-1-15,-1 1-3 0,0 2 1 16,1 2 2-16,-2 0 6 16,3 0 0-16,-3 3-4 15,3-2 3-15,-3 3-2 16,0-1 2-16,0-2-4 15,0 1 6-15,-4-1 3 0,2 4 1 16,-2-4-2-16,1 4 1 16,-1 3-3-16,2 0 0 15,0 3-4-15,-2 1-1 16,3 0 0-16,0 0 0 16,-4 1-3-16,-1-3 2 15,-1-1 8-15,0-2 6 0,-3-2-4 16,6 1-5-16,-3 1-1 15,-2 1-2-15,3-1 1 16,-3 1-1-16,2 1 0 16,-2 0-1-16,1 1 0 15,2 1-1-15,-3 3 0 0,-2-2 1 16,2 4 0-16,-2-2 0 16,0-1-1-16,0 4 1 15,0-4 0-15,-2 2 1 16,-6 1 1-16,0-1-3 15,-1-1 1-15,-3 3 0 0,0-2 0 16,-1-2 0-16,-1-1 0 16,1-2 0-16,1-2-1 15,1-2 1-15,0-3-1 16,-1-2 1-16,2 2-1 16,1-3 0-16,-3 1 2 15,3-2-2-15,1 1 0 0,-4-1 0 16,3-1 1-16,1 0-1 15,0 2 0-15,-3-1 0 16,3-1 1-16,1-1-1 16,2 0 0-16,-2-2-1 0,1-1 2 15,2-2 0-15,1-1-1 16,-1 0 1-16,0-2-2 16,-1 2 2-16,4 1-1 15,-1-1 0-15,0 4-12 16,-2-2-39-16,-3-1-47 0</inkml:trace>
  <inkml:trace contextRef="#ctx0" brushRef="#br0" timeOffset="184948.92">1686 11107 37 0,'0'0'36'0,"0"0"-34"0,0 0-1 15,0 0 0-15,0 0-1 16,0 0 0-16,0 0 1 0,0 0 3 16,0 0 5-16,0 0 4 15,0 0-5-15,0 1-7 16,0 1-2-16,0 0 0 16,0 0 2-16,0 1-1 15,0-1 0-15,0 2 0 0,2-1 0 16,-2 0-1-16,0-2 0 15,2 2 0-15,-2 1 0 16,0 0 2-16,0-2 0 16,0 2 0-16,0-1 0 15,2 0 0-15,-2-2-1 0,4 2 0 16,1-3 0-16,4 0 0 16,4-3-3-16,12-9 6 15,6-7 1-15,9-7 0 16,6-9 1-16,6-9-35 15</inkml:trace>
  <inkml:trace contextRef="#ctx0" brushRef="#br0" timeOffset="186630.34">3303 11093 64 0,'0'0'3'0,"0"0"6"0,0 0 0 16,0 0 5-16,-2 0 4 16,0 0 10-16,2 0-10 15,0 0 1-15,-2 0-5 16,2 0-5-16,0 0-5 15,0 0-5-15,0 0-7 0,4 0 7 16,4 0 0-16,2 0-2 16,1-1 1-16,3-2 2 15,-1 0-1-15,3-2 2 16,-1 0-1-16,0-2 2 16,2 3-4-16,-1-3 2 0,-5 1 0 15,2 0 2-15,-4 1-4 16,0 0 2-16,-3 0 2 15,-1 2-2-15,0-2 3 16,-1 0-3-16,1 2 0 16,-1-1 0-16,1 0 0 0,1 1-2 15,-1 1-9-15,-1 1-4 16,1 0 2-16,-3 1 3 16,0 0 8-16,0 0 1 15,-2 0 1-15,1 0 0 16,-1 0-2-16,1 0 1 0,-1 0-1 15,0 0 2-15,0 0 0 16,0 0 2-16,0 2-3 16,0 1-5-16,0-1-11 15,-1-1-12-15</inkml:trace>
  <inkml:trace contextRef="#ctx0" brushRef="#br0" timeOffset="187512.14">4653 11066 109 0,'0'0'10'0,"0"0"-6"0,0 0-6 0,0 2 1 16,0-1 1-16,0 2 0 16,0 0 0-16,0-2 1 0,0 2-2 15,5-1 1-15,5 0 1 16,2-2 0-16,2 0 0 16,2 0 3-16,4 0-2 15,-3-2 2-15,0 0-2 16,-1-1 4-16,1 0 2 0,-4-1-4 15,-2 3-2-15,0-1 1 16,-4 2-2-16,0 0 2 16,2 0 0-16,-4 0-1 15,-1 0-14-15,-2 0-46 16</inkml:trace>
  <inkml:trace contextRef="#ctx0" brushRef="#br0" timeOffset="188231.74">5614 11246 76 0,'0'0'0'0,"0"0"-2"0,0 0 2 0,0 0-12 0,43 0-1 16,-32 0 11-16,3 0 2 15,1-4 6-15,1-1 11 16,4-1-4-16,0 0-2 16,1-1-6-16,0-1-1 15,2 2 0-15,-2-1-1 0,0 1-1 16,-2 1 1-16,3 0 1 15,-5 4-2-15,-2-1-1 16,-1 0-1-16,-7 1-32 16</inkml:trace>
  <inkml:trace contextRef="#ctx0" brushRef="#br0" timeOffset="189056.31">1860 13465 89 0,'0'0'10'0,"0"0"8"0,0 0-9 0,0 0-10 16,0 0-1-16,0 0-1 0,0 0-1 15,0 0 2-15,0 0 7 16,0 0-5-16,0 0-2 16,0 0 5-16,0 0-2 15,38-13 1-15,-23-7-92 0</inkml:trace>
  <inkml:trace contextRef="#ctx0" brushRef="#br0" timeOffset="190637.3">930 11287 127 0,'-5'0'1'0,"-3"0"0"0,1 2-2 0,-2 1-3 16,0 1-5-16,-2-1 8 16,0 6-1-16,2-2 9 15,0 3-1-15,-1 1-3 0,2 3-3 16,-3 5 1-16,2-1-1 16,-2 6 0-16,2 1 0 15,0 1 0-15,-3 1 0 16,2 2 0-16,1-3-1 15,-1 3-2-15,2-2 2 0,1-1 1 16,3 2 1-16,2-4-1 16,2 1 0-16,0-3-1 15,6 1 0-15,3-4 1 16,2 0-1-16,2 0-1 16,1-1 1-16,-2 2 3 15,2 1-2-15,-5 4 2 0,-1 1-2 16,-2 6 1-16,-6 3 0 15,0 2-1-15,0 3 0 16,-11 1 0-16,-3 3 3 16,-1 2-2-16,-3-1-1 15,-3-1 1-15,2-1 2 0,-2-5-2 16,6-5-1-16,4-5 0 16,4-5 0-16,7-2-1 15,0-4 0-15,2-2-3 16,5 3 2-16,5 3 2 15,0 5 3-15,-3 12-2 0,3 8 3 16,-6 8-3-16,-3 5 1 16,1 7 0-16,-2 4-1 15,0-3 0-15,-2-4-29 16</inkml:trace>
  <inkml:trace contextRef="#ctx0" brushRef="#br0" timeOffset="191362.66">2852 13574 66 0,'0'0'16'0,"0"0"12"0,0 0 4 0,0 0-3 0,0 0 3 16,-37 0-8-16,32 0-9 15,2 0-8-15,3-1-3 16,-2 1-2-16,2 0-1 15,0 0-2-15,-2 0-2 16,2 10-1-16,0 7 1 0,-2 4 1 16,-2 9-1-16,1 4 0 15,-1 10 1-15,-2 3-1 16,2 4 3-16,-2 6 2 16,1 1-2-16,-1 1 1 15,-1-1 0-15,-2-4 0 0,2-9 0 16,-1-8 0-16,-1-3-1 15,0-7 1-15,4-4-2 16,-3-5-20-16,3-1-45 16,-5-7-50-16</inkml:trace>
  <inkml:trace contextRef="#ctx0" brushRef="#br0" timeOffset="191600.17">2562 14273 97 0,'0'0'5'0,"0"0"12"16,0 0-14-16,0 0-5 16,0 0 2-16,0 0 5 0,0 0 2 15,0 0-5-15,40 45-1 16,-25-33 0-16,4-3 2 15,-4-4-7-15,3-2-22 16,-5-3-10-16</inkml:trace>
  <inkml:trace contextRef="#ctx0" brushRef="#br0" timeOffset="191727.65">2776 14242 222 0,'0'0'5'0,"0"0"-6"15,-13 44 0-15,11-23 1 0,-3 5-26 16,-2-2-91-16</inkml:trace>
  <inkml:trace contextRef="#ctx0" brushRef="#br0" timeOffset="192581.82">1511 14790 102 0,'0'0'-3'0,"-42"19"6"0,19-8 2 0,1 0-2 0,4 5 1 16,-2 0 9-16,2 3 9 15,2 3-6-15,3 6-4 16,2 5-5-16,2 6-5 16,7 3-1-16,2 5-2 15,0 2 0-15,13 0-1 0,3-2-3 16,4-2 0-16,4-7-1 16,-1-2 4-16,0-6-2 15,-2-5 2-15,-2-5 2 16,1-6 0-16,-5-4 0 15,-1-4 0-15,-3-5-1 16,-3-1 3-16,2 0 3 0,-1-11 3 16,-1-5 6-16,-3-1-9 15,-1-7-21-15,-1 1-5 16,-3-4-5-16,0 2 25 16,-3 1 2-16,-4 2 6 15,3 4 16-15,-2 1 4 0,2 4-8 16,3 0-2-16,1 5-5 15,0-1-8-15,1 4-4 16,7 0-3-16,1 1-1 16,3 4-4-16,0 0-2 15,2 0 0-15,2 7 12 0,-3 4 1 16,5 2-3-16,-5 2 2 16,1 0 0-16,-1 4 1 15,-3 0 0-15,0 0-11 16,-3 0-22-16,-3-2-16 15,-2-5-25-15</inkml:trace>
  <inkml:trace contextRef="#ctx0" brushRef="#br0" timeOffset="192921.87">1773 15206 294 0,'0'0'-3'0,"0"0"3"0,0 0-5 16,0 0 9-16,0 0-3 16,0 0-8-16,0 0-11 0,0 0 8 15,44 0 7-15,-28 15 0 16,-3 2 0-16,3 2 3 16,-3 1 0-16,-2 2 1 15,-1-2-17-15,-6-2-18 16,-2-4 2-16,-1-1 21 0,-1-5 11 15,0-3 2-15,0-5 15 16,-3 0 18-16,-1-11-12 16,-3-8-8-16,4-7-9 15,-1-8-2-15,4-3-2 16,0-4-8-16,0 2-16 16,4 2-18-16,6 5-10 0,1 6 6 15</inkml:trace>
  <inkml:trace contextRef="#ctx0" brushRef="#br0" timeOffset="193313.36">2105 15131 119 0,'0'0'1'0,"0"0"-1"0,0 0 1 16,0 0 0-16,0 0 0 15,0 0-1-15,0 0 4 16,-38-16 9-16,28 24 9 16,3 3-4-16,-2 5-8 15,6 3-4-15,1 1-7 0,2 2 1 16,0-1-2-16,2-3 1 16,6-5 0-16,0-4-2 15,1-5-2-15,0-4 6 16,1 0-1-16,0-7 1 15,-1-7 1-15,-2-2-1 16,-2 0 2-16,-1-2 2 0,0 2 0 16,-3 2 3-16,1 1-6 15,2 6 1-15,0 3-3 16,2 3-2-16,2 1-5 16,1 1-2-16,5 9 5 15,-1 0 1-15,2 1-29 0,-1-1-18 16</inkml:trace>
  <inkml:trace contextRef="#ctx0" brushRef="#br0" timeOffset="193541.02">2374 15066 244 0,'0'0'5'0,"0"0"2"16,0 0-5-16,0 0-2 15,0 0-18-15,-43-5-24 0,35 20 22 16,-2 3 17-16,6 1 1 16,0 4 1-16,4-4 0 15,0 2 1-15,0-5 0 16,6-4-31-16,3-5-6 16,5-6 1-16,1-1-18 0</inkml:trace>
  <inkml:trace contextRef="#ctx0" brushRef="#br0" timeOffset="194017.81">2434 15108 15 0,'0'0'19'0,"27"-71"-8"16,-21 32 6-16,-1 0 0 16,-5 2-7-16,0 2-3 0,-6 2-2 15,-5 5 0-15,-1 6 10 16,-1 1-3-16,2 8 15 16,-1 3 1-16,3 5-8 15,3 2-11-15,2 1-5 16,0 2 2-16,4 0-2 0,0 0-10 15,0 9-16-15,0 5 21 16,6 8-1-16,0 4 1 16,3 8 0-16,3 2 1 15,-4 2-3-15,5-1-1 16,-1 1 0-16,1-3 1 0,-2-4 1 16,3-4-1-16,-3-3 3 15,3-7 1-15,-4-1 1 16,1-6-1-16,1-3-1 15,-3-6 0-15,2-1 8 16,-2 0 1-16,2-10 3 16,-2-5-3-16,-2-5-2 0,0-3-3 15,-3 0-2-15,0 0-2 16,-3 4 0-16,-1 3 1 16,1 5-1-16,-1 6 0 15,0 2 2-15,0 3 1 0,1 0-5 16,1 3-18-16,4 6 21 15,-1 7-1-15,2-2 2 16,2 1-2-16,1-2-4 16,2 0 3-16,-3-3 1 15,3-3 1-15,-3-6-32 0,-1-1-67 16</inkml:trace>
  <inkml:trace contextRef="#ctx0" brushRef="#br0" timeOffset="194160.22">2655 14871 243 0,'0'0'37'0,"0"0"-24"0,0 0-7 0,-40-11-3 16,40 11-7-16,-2 0-63 16,2 0-87-16</inkml:trace>
  <inkml:trace contextRef="#ctx0" brushRef="#br0" timeOffset="194458.78">2788 15037 144 0,'0'0'1'16,"0"0"1"-16,0 0 16 16,37-37 2-16,-30 19-12 15,-1-2-3-15,-3-1-3 16,-3 2 1-16,0 5-1 0,-3 1 2 15,-3 5 18-15,-3 2 2 16,1 6-10-16,-2 0-8 16,2 5-2-16,3 9-3 15,1 5-3-15,0 5-1 16,4 2 0-16,0 2 1 16,2-2 0-16,8-2-2 0,3-5 1 15,1-2 0-15,4-6 2 16,0-5-15-16,0-5-45 15,-3-1-29-15</inkml:trace>
  <inkml:trace contextRef="#ctx0" brushRef="#br0" timeOffset="194842.69">2997 14887 255 0,'0'0'14'0,"0"0"6"16,0 0-24-16,0 0-4 15,0 0-8-15,0 0 16 0,0 0 4 16,20 56-3-16,-17-36-1 16,1 3-1-16,0-5 1 15,-1-3 0-15,0-3 0 16,1-4-1-16,-2-3-19 0,0-4 0 16,0-1-8-16,-1-6 28 15,-1-8 2-15,0-3-2 16,0-3 1-16,0-2 1 15,0 1 3-15,0 1 8 16,0 3 3-16,4 0-2 0,0 3-5 16,1 3-6-16,4 5-3 15,0 1-3-15,0 5-1 16,4 0-3-16,-2 3-3 16,-2 10-4-16,2 6 19 15,-2 2-2-15,0 2-3 0,-2 1-3 16,0 1-11-16,-5-4-26 15,2-3-26-15,-3-7-42 16</inkml:trace>
  <inkml:trace contextRef="#ctx0" brushRef="#br0" timeOffset="195041.45">3224 14688 284 0,'0'0'10'16,"0"0"5"-16,0 0-8 0,0 0-10 0,0 0-12 16,0 0 14-16,-5 37 1 15,12-6 0-15,1 6-4 16,1 1-18-16,3 1-2 16,-4-2-22-16,-3-3-56 15</inkml:trace>
  <inkml:trace contextRef="#ctx0" brushRef="#br0" timeOffset="195177.17">3259 14941 290 0,'0'0'4'0,"0"0"-5"16,18-43-1-16,-2 22-4 15,6-2-106-15</inkml:trace>
  <inkml:trace contextRef="#ctx0" brushRef="#br0" timeOffset="195506.03">3807 14647 248 0,'0'0'4'16,"0"0"-14"-16,0 0 5 15,0 0 3-15,2 59-1 16,0-23 3-16,0 3-1 15,0 3-3-15,1-1-2 0,-1-3 4 16,0-2 2-16,2-3-1 16,-4-6-4-16,0-6-36 15,0-7-29-15</inkml:trace>
  <inkml:trace contextRef="#ctx0" brushRef="#br0" timeOffset="195796.71">3799 14712 206 0,'0'0'13'0,"10"-54"13"16,-3 32-12-16,5 1-3 0,2 2-5 15,0 2-5-15,4 4-2 16,-3 6-3-16,5 5-1 16,-2 2-5-16,2 12 2 15,-2 9 2-15,0 5 2 16,0 6 14-16,-5 1-6 0,1 1-3 15,-7-1 0-15,-1 1 2 16,-6-2-2-16,0-2-1 16,0 1 5-16,-11-1-4 15,-5 1-2-15,-3-4-10 16,2-2 11-16,-2-3-18 0,1-3-21 16,2-8-45-16,2-8 22 15</inkml:trace>
  <inkml:trace contextRef="#ctx0" brushRef="#br0" timeOffset="196551.27">4149 14804 87 0,'0'0'2'0,"0"0"-2"0,0 0 1 15,0 0 0-15,0 0-1 16,0 0 0-16,0 0 0 16,0 0-1-16,0 0 10 15,33 12 14-15,-33-19 10 0,0-1-16 16,0-3-10-16,-6 0-4 16,1-2 0-16,-4 4-2 15,2 2 0-15,-1 3 0 16,1 4-4-16,-2 0-6 15,4 8 16-15,-3 7-5 16,5 5-1-16,1 2-2 0,2 4 1 16,0-2-2-16,4 2-2 15,5-4 0-15,2-3-1 16,3-3 0-16,1-4-1 16,-1-5 4-16,1-4 2 15,3-3 1-15,-5 0 4 0,4-7 0 16,-2-7 0-16,3-4-1 15,-3-4-1-15,1-5 0 16,-1 0-1-16,-1-3-1 16,-3 1-4-16,-1 0-2 15,-2 2 5-15,-7 0 1 0,3 5 5 16,-4 3 14-16,0 2-2 16,0 2-10-16,0 3-4 15,-4 3-2-15,-1 4 0 16,1 2-1-16,-2 1-1 15,4 2-4-15,-2 0 9 0,4 2-4 16,-2 6-1-16,2 2-1 16,0 1-1-16,0 1 0 15,6 2 0-15,2 0-2 16,1-1 0-16,1-1-1 16,2 0-1-16,-1-4 1 0,2 1 0 15,1-3 7-15,-1 0-1 16,1-2 1-16,-1 0-1 15,-1 0 0-15,-2-1-1 16,-3 3 1-16,-1-3 0 0,-4 6-6 16,-1 0 7-16,-1 3-1 15,0 1 3-15,-1 1-3 16,-3 0 3-16,-4 0-8 16,1-1 2-16,-3-6-24 15,2-1-42-15</inkml:trace>
  <inkml:trace contextRef="#ctx0" brushRef="#br0" timeOffset="197078.03">4634 14583 115 0,'0'0'6'0,"0"0"-5"0,0 0 0 0,0 0-10 16,0 0-10-16,0 0 26 0,-41-6 40 16,35 6-25-16,1 6-20 15,-1 2 1-15,1 5 3 16,0 3-1-16,3 4-4 16,0 4-2-16,0-1-1 15,2 3 2-15,0-3-3 0,0-2-2 16,4-2 2-1,3-2 0-15,0-4-1 0,0-3 2 16,5-3-2-16,0-4 14 16,1-3-4-16,3 0 2 15,0-3 3-15,2-7-2 16,1-6-4-16,-1 0-4 0,-1-2-3 16,-2-3-2-16,-1 0 0 15,-6-2 1-15,-1 6 0 16,-5 0 4-16,-2 1 1 15,0 5-2-15,0 5 2 16,-9 2 0-16,-2 4 4 0,2 0 12 16,-2 1-5-16,1 9-7 15,4 6-3-15,-1 1-3 16,3 3-4-16,2 2 4 16,2-1 0-16,0-1-3 15,2-5-4-15,9-3-19 0,1-4-25 16,-2-5 2-16,3-3-14 15</inkml:trace>
  <inkml:trace contextRef="#ctx0" brushRef="#br0" timeOffset="197498.06">4875 14614 95 0,'0'0'115'0,"0"0"-86"0,0 0-15 0,0 0-19 16,0 0-11-16,0 0 9 15,0 0 20-15,0 0-9 0,13 47-3 16,-12-29 1-16,0 1 1 16,0 2-2-16,-1-2-1 15,2-3 1-15,-2-4 0 16,2-5-2-16,-2-1-2 16,0-6-4-16,0 0 5 0,0-2-5 15,0-9 7-15,2-1 3 16,-2-9-2-16,2 0 2 15,1-3 1-15,4 0 4 16,-1 1 0-16,1 2 1 16,0 5-1-16,4 3-6 15,-2 3-1-15,2 5-3 0,0 2-2 16,0 3 0-16,-2 0 0 16,3 3-2-16,-3 7 2 15,3 4-2-15,-2 0 6 16,3 3 5-16,-5 0-4 15,4 0 1-15,-5 0-2 0,2-4-8 16,-1 0-9-16,0-8-6 16,-4-3-40-16,1-2-23 15</inkml:trace>
  <inkml:trace contextRef="#ctx0" brushRef="#br0" timeOffset="197741.36">5126 14344 219 0,'0'0'87'0,"0"0"-72"0,0 0-9 0,0 0-7 15,0 0-5-15,0 0-2 16,0 0 4-16,-8 47 4 16,11-17 0-16,4 4-2 15,-3 3 1-15,0 0 0 16,1 0 2-16,1 1 0 0,-3-5 0 15,1-4-1-15,1-2-10 16,-3-7-23-16,-2-5-12 16,0-7-39-16</inkml:trace>
  <inkml:trace contextRef="#ctx0" brushRef="#br0" timeOffset="197895.02">5094 14618 150 0,'0'0'122'0,"0"0"-124"0,0 0-4 16,41-37 7-16,-17 20 1 15,-2-3-1-15,2-1-48 16,1 0-68-16</inkml:trace>
  <inkml:trace contextRef="#ctx0" brushRef="#br0" timeOffset="202432.39">5523 9897 48 0,'0'0'5'0,"0"0"3"0,0 0-2 15,0 0-1-15,0 0-4 0,0 0 1 16,0 0 2-16,0 0-1 15,0 0 3-15,0 0 5 16,0 0-1-16,0 0-7 16,0 0-3-16,-15-4 0 15,14 4 8-15,-3 0-7 0,2 0-1 16,-4 0 1-16,2 0-1 16,-2 2 1-16,0 0-1 15,1 1 0-15,-3 0 1 16,2 0-1-16,-2-2 0 15,3 4 1-15,1 0-1 16,-1 1 0-16,1-1 0 0,1 1 0 16,1 0 0-16,-2-2 0 15,3 2-1-15,-1-1 1 16,0 0 0-16,0-1-1 16,-2 3 1-16,1 0 0 15,1 3 0-15,-4 0 0 0,0 2 0 16,2 0-1-16,-2 2 1 15,-1-1 1-15,1-1-2 16,-2 0 1-16,4 1 0 16,-3 0 1-16,3 1 0 15,-3 3 0-15,3 2 0 0,-3-1-1 16,2 2 0-16,1-2 1 16,-2 1-1-16,1-3-1 15,0 1 1-15,1-2 1 16,0 0 0-16,1-1 1 15,-1 0 2-15,-1-1-2 0,3-1 0 16,0 1 1-16,2-1 0 16,-2-1-1-16,2 2-2 15,0 1 1-15,0 3-1 16,0 0 2-16,2 6 0 16,0-2 2-16,3 5-1 0,-3-3-1 15,0 0-1-15,0-1-1 16,1-1 0-16,1 0-1 15,0-4 1-15,1 3 0 16,-1-3-1-16,1-1 0 16,1-2 0-16,-1 0-1 0,-1-1 2 15,1 1 0-15,0-2 2 16,-3-1-4-16,0 3 4 16,0-2-2-16,0 0 0 15,0 0 0-15,1-1 0 16,1 3 0-16,-2-1 1 15,0 1 0-15,1-1-1 0,0 4 1 16,1-3 0-16,-2-1-1 16,0-2 0-16,-1-2 1 15,3 1-1-15,0-3-1 16,-2 0 0-16,1-1 1 0,0 1 1 16,3 1 0-16,-2 0-1 15,-2 0 1-15,3-1-1 16,-1 2 0-16,0-2-1 15,-1 0 1-15,4-3-3 16,-3 1 1-16,-1-1-2 16,3 1 2-16,-2-2-1 0,1 1 4 15,1-2-1-15,-1 1 0 16,0 0 0-16,1 1 0 16,-3-1 1-16,3 1-1 15,-2-1 1-15,0 1-1 16,0 0 1-16,-2-1 0 0,0 1 0 15,0-2-1-15,1 2 0 16,1 0-1-16,0 1 0 16,1-2 0-16,4 1 2 15,-3 0 0-15,1-1 0 16,2 0-1-16,-2-2 0 0,0 2-1 16,-1-3 0-16,-1 3 0 15,3-3 1-15,-2 1 0 16,2 2 0-16,1 0 0 15,-3 1-1-15,4 2 1 16,1-2 1-16,-3 3-2 0,4 2 1 16,-1-2 0-16,0 1 0 15,5 1-1-15,-1 1 1 16,4-2 0-16,3 1 1 16,3-2 0-16,4-3 2 15,2-4 3-15,0 0-37 0</inkml:trace>
  <inkml:trace contextRef="#ctx0" brushRef="#br0" timeOffset="204226.05">5465 9828 58 0,'0'0'3'0,"0"0"-6"0,0 0 2 0,0 0 3 0,0 0 14 16,0 0 0-16,0 0-7 16,0 0-3-16,0 0-5 15,3 0-2-15,1 0 2 16,0 0-2-16,2 0-2 0,3-3 4 15,-1-3-4-15,2 1 3 16,1-1-1-16,1-1 3 16,-1 0 3-16,0 1-3 15,1-1-1-15,0 0 0 16,1 1-1-16,-1-1 1 0,1 1 0 16,-1-1-1-16,1-1 0 15,-1 1 0-15,-1 2 0 16,-2-2 0-16,2 2 1 15,-2 0 0-15,0 2 0 16,2 2-1-16,0-1 0 0,0 2 0 16,3-1 1-16,-1 1 1 15,1 0-2-15,-1 0 1 16,1 0-1-16,-3 0-1 16,0 0 1-16,0 0-3 15,0 1 1-15,0 4 0 16,-1-1 1-16,1 3 2 0,2 0-1 15,2 0 1-15,-1 0-1 16,2-2 0-16,1 2 1 16,-3-3-1-16,-1 3 0 15,-1-2 0-15,-3 0 0 16,-1 1 0-16,0 1-1 0,0-1 1 16,-2-1 0-16,3 2-1 15,-1-1 1-15,1 3 0 16,1-1 1-16,-3 2-1 15,2-1-1-15,-4-1-1 16,1 1 1-16,-3-1 3 0,3-1-1 16,-2 2 0-16,-1-2 0 15,1 1-1-15,1 0 0 16,-1 1 1-16,3 1-1 16,-3-1 1-16,2 1-1 15,0 0 1-15,0 0-1 0,-1 1-1 16,1-2 1-16,2 2 0 15,-2 0 0-15,3 2 0 16,-3 0 0-16,4 0 0 16,-3 2 0-16,1 1 1 15,-3 0-1-15,1 1 0 16,1 1 0-16,-4-1 0 0,3 4 2 16,-2-3-2-16,1 1 0 15,1 1 0-15,2-4 0 16,-2 1 0-16,1 0 0 15,1-3 0-15,2 0 0 16,-4 2 1-16,3-2-1 0,0 0 1 16,-2 2-1-16,0-2 2 15,-1 2-1-15,-2 0 1 16,-1-2-1-16,-1 0 0 16,0 0 0-16,1 0-1 15,-3-1 0-15,2 2 0 0,-2-1 0 16,2 0 0-16,1 1 1 15,1 1-1-15,-2 2 0 16,0-1 2-16,0 0-2 16,0 0 1-16,-1-2 0 15,1 0-1-15,-2-2 1 0,2 0-2 16,0 0 1-16,-2 1 0 16,2-1 1-16,-1 1-1 15,1 1 1-15,-1 1 1 16,-1 0-1-16,0-1 0 15,0 1 1-15,0-2 0 0,0 2-2 16,-3-2 0-16,0-1 0 16,3 1 0-16,-2 2 0 15,0-1 0-15,2 4 1 16,-3-3 0-16,2 0-1 16,-1 0 1-16,-1-1-1 0,1-3 0 15,-4-1 0-15,1-1 0 16,0 0 2-16,-2-1-1 15,3-1 0-15,-4 1 0 16,1-1 0-16,-5 1 1 16,1-1 1-16,-3 1-1 0,-3 0 0 15,-3 0 1-15,-1 3 3 16,-1-4-1-16,0 2 2 16,-1 0-3-16,1-3-1 15,0 2-2-15,0-2 0 16,4 0 0-16,-4 0 2 0,-1 0-3 15,0 3-9-15,-4 0-17 16,-4-3-31-16</inkml:trace>
  <inkml:trace contextRef="#ctx0" brushRef="#br0" timeOffset="206881.49">5526 11947 49 0,'0'0'5'0,"0"0"15"0,0 0-3 0,-41 4-6 16,32 0-7-16,-1 0-4 15,2-2 1-15,1 1-1 16,1-2 0-16,0 1 1 16,1-1-1-16,0-1 1 15,1 1 3-15,1 1-3 16,-1-1 0-16,2 0-1 0,-3 1 0 15,1 5 0-15,0-4 0 16,-4 2 0-16,2 1 0 16,0-1 1-16,-1 3 0 15,-1-1 2-15,2 2-2 0,-1 2-1 16,1 1 0-16,-1 2 1 16,-2 1-2-16,2 1 1 15,-3 1 0-15,2 1 0 16,-1 0 0-16,-1 0 0 15,3 1 2-15,-3 0 0 0,4 3 0 16,0-2-2-16,3 2 0 16,-1-2 1-16,0 0-1 15,0 1 0-15,2 2 0 16,-2 1 0-16,0 3 0 16,1 4 0-16,1 2 0 0,-2 0 0 15,2 2 0-15,-3 0 0 16,3-2 0-16,-1 0 0 15,1 1 0-15,2 2 2 16,0 1 2-16,0 1-2 16,0 3 0-16,0 3-2 15,5 0 1-15,4 5 0 0,-2 2-1 16,5 0 0-16,2 2 0 16,-1 0 0-16,4-3 2 15,2-3 1-15,2-3-2 16,5-4-1-16,1-6 1 0,1-3 1 15,5-3 2-15,0-5 1 16,1-6 0-16,1-7-5 16,-2-10-14-16,1-9-19 15,-3-19-83-15</inkml:trace>
  <inkml:trace contextRef="#ctx0" brushRef="#br0" timeOffset="208261.11">5591 11874 63 0,'0'0'15'0,"0"0"1"0,0 0-8 0,0 0-3 16,0 0-2-16,0 0-2 16,0 0 1-16,0 0 0 15,0 0-1-15,39-22 0 0,-26 16 1 16,1 0-2-16,0-1 1 16,2 3-1-16,-3-2 1 15,5 5-1-15,-3-1 0 16,-1 2-1-16,1 0 0 15,-1 0-1-15,3 3-2 16,0 6 3-16,2-1 2 0,1 1 0 16,3-1 0-16,-3 2 0 15,4-1 0-15,-1 4-1 16,-1-1 0-16,-2 1-1 16,-2 3-2-16,-3 1 3 15,0 0 2-15,-1 1 0 0,1 2 1 16,-2 0-1-16,2 1 0 15,-1 0-2-15,0 0 2 16,-1 0-2-16,3 1 2 16,-1-3-2-16,-1 4 1 15,-3-2 0-15,0 5-7 0,2-2 10 16,-2 2-2-16,0 0 0 16,3 3-1-16,-3-1 0 15,0 0 0-15,1 2-1 16,0 0 0-16,0 0 1 15,-1 0-1-15,0 1 0 0,-4 0 0 16,2-1 3-16,-5 3 5 16,1 2-2-16,-1-1-1 15,1 3-2-15,-2 1 1 16,0 0-3-16,2 1 1 16,-1-1-2-16,-1 1 2 0,1 1-1 15,0-1 1-15,-1-3 0 16,1-2 0-16,-1-1-1 15,-1-6 1-15,-2 0-2 16,0-2 2-16,0-2-1 16,0 0 0-16,-6-1-1 0,0 0 2 15,-1-1-2-15,1 0 1 16,-2-2 0-16,3-1 0 16,-4-1 0-16,2-5 0 15,-2 3 0-15,-2-6 2 16,2 2-2-16,-2-3 1 0,-3-1 0 15,1 0-1-15,-1-2 0 16,1 1 0-16,-5-2 0 16,1 2 1-16,-1-3 0 15,0-2 0-15,-3 2 0 16,1 0 1-16,-1-2-1 0,0 2 0 16,-1 0-2-16,2-2 2 15,0 2 0-15,3 0 1 16,-2 0-2-16,0 1 0 15,0 0-1-15,-1-1 1 16,-1 1-1-16,2-4 0 0,-4 0 2 16,3 0-2-16,2 0 0 15,-2-4 4-15,0-3 9 16,2 0-6-16,-2-1-3 16,1-1 8-16,-2 2-11 15,0-1 1-15,-3 0-1 0,2 1 0 16,-5 1 5-16,0-1-3 15,2 1-3-15,-4 1 1 16,4-2 1-16,-1 3-1 16,6-1 0-16,0 0-5 15,2-2-39-15,0-3-116 16</inkml:trace>
  <inkml:trace contextRef="#ctx0" brushRef="#br0" timeOffset="-180117.48">5689 9764 35 0,'0'0'9'0,"0"0"19"0,0 0 2 0,0 0-6 16,0 0-9-16,0 0 1 15,0 0-3-15,0 0 1 16,0 0 0-16,0 0-7 15,0 0-1-15,10-33-5 0,-10 30 0 16,0 3 0-16,-2 0 0 16,2-3-1-16,-2 2 0 15,0 1 1-15,0-2 0 16,2 1 5-16,-4 0 2 16,3-1-3-16,1 1-2 0,-4-2-3 15,2 2 0-15,-3-1 0 16,0 1-2-16,-1-2-1 15,-3 1 0-15,-2 0 1 16,-1 0 1-16,-1 1 1 0,0-2 0 16,2 3-2-16,-3 0 5 15,3 0-3-15,2 0 2 16,-2 0-2-16,2 0 0 16,2 0 1-16,-1 0-1 15,0 0 0-15,-2 0 2 16,1 0-5-16,-1 0 3 15,-1 6-3-15,3-2 6 0,-2 3-3 16,1 3-4-16,1 1 6 16,-1 1-2-16,0 2 2 15,0 3-2-15,-2 0-3 16,1 0 1-16,-1 2 2 0,1-1-3 16,0-1 2-16,1 0 4 15,3-1-2-15,2-2-1 16,1 1 0-16,3-3 0 15,0 3 0-15,0-2 1 16,0 3-1-16,0 1 1 0,1 3-1 16,0 1 1-16,-1 5-2 15,0 2 1-15,-1 2 0 16,-2 0 0-16,-2 0 1 16,1-3-1-16,2 2 0 15,1-3 2-15,1-2-2 0,0 2 0 16,0-2 0-16,0 3 0 15,0 0 0-15,1 3 0 16,3 4 0-16,0 2 0 16,-1 2 1-16,-1-3-15 15,-2-7-93-15</inkml:trace>
  <inkml:trace contextRef="#ctx0" brushRef="#br0" timeOffset="-178125.59">6260 10437 44 0,'0'0'-2'0,"0"0"-20"0</inkml:trace>
  <inkml:trace contextRef="#ctx0" brushRef="#br0" timeOffset="-178055.22">6260 10437 11 0,'0'0'33'16,"0"0"-11"-16,0 0-17 15,0 0-4-15,0 0-3 16,0 10-56-16</inkml:trace>
  <inkml:trace contextRef="#ctx0" brushRef="#br0" timeOffset="-164365.58">15974 13860 37 0,'0'0'2'0,"0"-2"-1"0,-2 1 18 0,0-2 10 16,-2 1 6-16,0 1 2 16,2-2 1-16,0 2-8 15,0-1-17-15,-1 2-7 0,2-1-4 16,0 0-2-16,0 1 0 15,-1 0 1-15,-1 0-2 16,-2 0 2-16,0-2-1 16,-3 2 2-16,1-1 0 15,-3 0-1-15,2 1 1 0,-3 0-2 16,1 0-1-16,-3 0 2 16,3 0-1-16,-1 0-1 15,-1 1 0-15,1 0 1 16,1 1 1-16,-2-2-1 15,3 0 1-15,-1 0-1 16,-1 0 1-16,5 0-1 0,-1 0 0 16,3 0 0-16,0 0 0 15,-3 0 0-15,4 1 0 16,-1 0 0-16,-2-1 0 16,1 1 0-16,-2 0 0 15,0 2 0-15,1 0 0 0,0 1 0 16,1 0 0-16,-1 1-1 15,0 0 1-15,0 1 0 16,1 0 0-16,-1 1 0 16,0 0 0-16,-4 0 0 15,3 4 0-15,-5 1 0 0,-3 2 0 16,2 0 0-16,-5 3 0 16,1 0 0-16,-2-1 0 15,-1-1-1-15,2-2 1 16,0 0 0-16,1-2 0 15,-3-2 0-15,3 1 1 0,3 0-1 16,1-3 0-16,0 1 1 16,3 0-1-16,1 1 0 15,-1-1 0-15,-1 0 0 16,3 3 1-16,-2-2-1 16,0 2 0-16,0-1 0 15,1 3 0-15,-1 0 0 0,0-1 0 16,1 3 0-16,-2-1 0 15,1 1 2-15,2 0-2 16,-1 0 0-16,-1-2 0 16,3 3 0-16,-2-3 0 0,4-1 0 15,-3 0 1-15,3 0-1 16,-2 0 0-16,4-1 0 16,-1 2 0-16,2 0 0 15,-3-2 2-15,1 3-4 16,2-1 4-16,-4 3-2 0,1-2 0 15,2 2 0-15,-3 1 0 16,3 0 0-16,1 1 0 16,0 0 0-16,0 0 0 15,0 0 0-15,0 3 0 16,1-1 0-16,0 0 0 0,-1-1 0 16,1 1 0-16,-1-2 0 15,-1-1 0-15,-1 1 0 16,2-2 0-16,0 0 0 15,1 2 0-15,-1-2 0 16,0 2 0-16,0-1 0 0,0 0 0 16,1-1 0-16,-1 0 1 15,2-2-1-15,0 1-1 16,0-3 1-16,0 3 0 16,0-3 0-16,0 1 0 15,1-1 1-15,3 1-1 0,0 1 0 16,-1-1 0-16,-1 3 0 15,2-2 0-15,1 0 1 16,-2 0-1-16,1-1 0 16,2 1-1-16,1-1 0 15,1 1 1-15,4 0 0 0,-4 2 0 16,4 1 1-16,2-3-2 16,-2 3 2-16,1-2-2 15,-1-1 1-15,3 0 0 16,-2-1 0-16,2 2 0 15,-1 0 0-15,3 2 1 16,1 0 0-16,-2 1-1 0,2 2 1 16,2 1-1-16,0-1 0 15,2 2 0-15,1-1 1 16,4-1-2-16,0 0-1 16,3-5 2-16,2 2 1 15,-1-2-1-15,-1-2 1 0,-1-2 0 16,-2-3-1-16,-3 1 0 15,0-4 0-15,-3 0 1 16,3-2 0-16,2-1-1 16,1-2 1-16,2 0-1 15,0 0-2-15,1-2 1 0,-2-3-2 16,-2 1 3-16,-2-2 0 16,-6 2-1-16,-1 1 2 15,-1 1 1-15,0 2-1 16,-3 0-1-16,3 0 0 15,-1 0 0-15,0 2 0 0,0 5 0 16,1-1-1-16,-1-3-8 16,-1-2-22-16,0-1-35 15,0 0-34-15</inkml:trace>
  <inkml:trace contextRef="#ctx0" brushRef="#br0" timeOffset="-162607.7">15916 13841 49 0,'0'0'2'0,"0"0"0"0,0-1 6 0,0-2 10 15,0 2 2-15,0-1 2 0,0 0 5 16,0-1-10-16,6 1-16 15,5-1 0-15,3 2-1 16,1-1 0-16,3 0 0 16,1 1 0-16,-1-1 0 15,4 1 1-15,-2 0-1 0,0 0 4 16,0-2 8-16,3 2-4 16,-3 1 2-16,4 0-4 15,1-2-2-15,0 2-3 16,0 0 0-16,1 0-1 15,-1 0 0-15,-1 2 0 0,-3 3 0 16,-2 1 0-16,0 1 0 16,-1 2 0-16,1-2 0 15,0 1 1-15,2 1-1 16,0-1-1-16,1 1 2 16,-1-2-1-16,2 3 0 0,0-2 0 15,-1 2 0-15,0 0 0 16,0 0 0-16,2 2 0 15,1-1 1-15,-2 3-1 16,0-1-1-16,-1 1 1 16,-6-1 0-16,0 1 0 15,-4-1-1-15,0-1 0 0,-1 3 0 16,-4-1 1-16,3 0 1 16,0 2 0-16,-3 1-1 15,2 0 1-15,2 2-1 16,-3 0 1-16,1 0-2 0,1 4 0 15,-5-1 0-15,3 1 2 16,-3 1-1-16,0 0-2 16,3 2 3-16,-4-1 0 15,3-1 0-15,-3 2 0 16,1-2-1-16,2 0 0 16,-2-1 1-16,-1 1-1 0,0 3 0 15,-1 2 1-15,-1 2 0 16,2 3 1-16,0 1-2 15,-2 4 0-15,-1-2 1 16,2-2 0-16,-3-1-1 16,0-2 0-16,0-4 1 0,0 3-2 15,0-1 2-15,0-1 0 16,-4 1 0-16,-3-1 0 16,0 1-1-16,0 0 1 15,0-2-1-15,-3-2 1 16,2 1 1-16,-1-2-4 0,-1-2 4 15,2 4-2-15,-1-4 0 16,-2 1 0-16,4-3 0 16,-4 2 0-16,0-2 0 15,2 1 0-15,-2-4 0 16,-1 2 0-16,1-3 0 16,-2 1 3-16,-2-2-1 0,1-2-2 15,0 2 1-15,-3-1-1 16,-1-3-1-16,1 3 2 15,-2-3 0-15,1 1-2 16,0-3 3-16,0 2-2 16,3-1 1-16,-3 1-1 0,3-1 1 15,1 1 0-15,1-2-2 16,-1 0 2-16,5-2-1 16,-2 1 0-16,1-4 1 15,0 1-2-15,1-2 2 0,-3-1 0 16,0 1 0-16,0-1-1 15,-3 2 0-15,2 0 0 16,-3-1 0-16,2 0 0 16,-2-2 2-16,-2 4-2 15,0-3 0-15,0 1 0 16,1 0 0-16,-5-1 0 0,4 1 0 16,-6-2 0-16,5-1 0 15,-3 0 1-15,4-1 0 16,-4 0 5-16,4 0 6 15,-2 0-5-15,-1-2-2 16,0-4-2-16,-2 2 0 0,0-3 1 16,-4 1-4-16,0 2-1 15,-4-2-31-15,-2-5-112 16</inkml:trace>
  <inkml:trace contextRef="#ctx0" brushRef="#br0" timeOffset="-161097.66">16158 14371 72 0,'4'0'1'0,"0"0"0"0,-1 0-1 0,-3 0-2 15,1 0 0-15,-1 0 4 16,0 0 9-16,0 0 13 16,0 0 1-16,0 0-8 0,0 0-16 15,0 0-23-15,0 0-7 16,1 0-57-16</inkml:trace>
  <inkml:trace contextRef="#ctx0" brushRef="#br0" timeOffset="-160059.08">16104 15301 99 0,'0'0'23'0,"0"0"-20"0,0 0-6 0,0 0-2 0,0 0 4 16,0 0 1-16,0 0 1 16,0 0 1-16,0 0 11 15,0 0-5-15,0 0-7 16,0 0-2-16,0 0-1 16,0 0-10-16,18 0 0 0,-16 0-3 15,1 0-11-15,1-4-19 16</inkml:trace>
  <inkml:trace contextRef="#ctx0" brushRef="#br0" timeOffset="-154273.02">15470 12515 42 0,'6'1'4'0,"0"1"4"0,3-1 0 0,-3 2-3 16,4-3 0-16,-1 1-1 15,-2-1 3-15,1 0 2 0,0 0 2 16,-2 0 2-16,-2 0 5 16,1 0-6-16,3 0-6 15,-1 0 4-15,2 0-7 16,2 0-3-16,-1 0 0 16,0 0 0-16,0 0 0 15,2-1 0-15,0-2 0 0,-4 2 1 16,2-2 15-16,1-1 4 15,-2-1-12-15,2 0-7 16,1-2 0-16,0 2 0 16,1-2-1-16,0 0 0 15,0-1 0-15,-2 0-1 0,0-3 2 16,-1 1-1-16,2 0-1 16,1-2 4-16,0 0-2 15,-1 1 0-15,2 0-2 16,-1 0-5-16,-3 2-17 15,-1 0 7-15,-1 2 12 0,-3-2 5 16,1 1 4-16,-1-1 12 16,0-1-1-16,3 0-5 15,-3-1-5-15,1-1-2 16,2 0-4-16,0 0 1 16,1 0-1-16,-3 1-2 0,2-1 0 15,-3 1 2-15,-1-2 0 16,-2 3 0-16,2-1 1 15,-4-1-1-15,0 0 1 16,0 0 0-16,0-1 0 16,0-1 0-16,0 0-1 0,0 0 2 15,0-3 5-15,-3 1 6 16,0 0 2-16,-2-1 1 16,1 0-10-16,-4 0-4 15,2-1-2-15,1 1 0 16,1-2 0-16,-3 5-6 0,0-3-3 15,1 3-2-15,-1-2 4 16,-3 4-1-16,-2 0 11 16,1-2-4-16,-2 1 9 15,-1 2-3-15,1-1 0 16,-3 1 1-16,2-2-4 16,1 3-1-16,0 0-2 0,-1 3 1 15,3-3 1-15,1 3 0 16,-1 0 0-16,3 1 0 15,-1-1-1-15,-3 0 1 16,4 1-1-16,-3-2 1 0,-1 0-1 16,-1 0 0-16,-3 1-2 15,-3 0 1-15,-1 2 0 16,4 0-8-16,-5 2 4 16,3 3-5-16,3 0 7 15,-3 0 2-15,3 0-1 16,-1 0 3-16,1 2 0 0,0 2 1 15,1-1 0-15,-2 1-1 16,3 3-1-16,-1 0 0 16,0-1 1-16,2 0-1 15,0 0 0-15,1-1 0 16,2 2 1-16,-2-1 0 0,2 2 2 16,0 4-3-16,-1-1 0 15,-2 5 0-15,0-1 0 16,-2 1 0-16,2-2 2 15,-2 0-2-15,1-1 0 16,2 1 0-16,-1-1 0 0,3 1 0 16,-2-2 1-16,6 3-1 15,-1 0 1-15,2 0 0 16,1 2 0-16,-1 2 0 16,-1-1-1-16,1 3 0 15,1-2 0-15,-1 1 0 0,1-2 0 16,2-1 1-16,0 2-1 15,1-4 1-15,0 2 0 16,0-2-1-16,0 0-1 16,2-2 2-16,3 3 3 15,2-2-3-15,0 4 0 0,0 2 0 16,3-1 0-16,-2-1-1 16,1 2 0-16,-1-2 0 15,-1-2 0-15,2 0 0 16,-2-5 0-16,1-1-1 15,1-3 2-15,1 3-1 0,2-5 1 16,1-1-1-16,-1 0 0 16,2-3 1-16,0-1-1 15,-1 0 0-15,1 0 3 16,0 0 1-16,0 0 2 16,-1-1 3-16,1-3-2 15,-1 1-1-15,0-1-4 0,2 2-1 16,2 1 0-16,3 1-1 15,0 0-3-15,-3-2-32 16,-4-3-129-16</inkml:trace>
  <inkml:trace contextRef="#ctx0" brushRef="#br0" timeOffset="-153034.36">16302 15351 46 0,'-2'0'10'0,"-3"0"7"0,3 0-9 0,0 0-10 16,2 0 0-16,-4 0 2 0,1 0 0 15,0 0 4-15,0 3 16 16,-1-2 15-16,-2 1 9 16,3-1-13-16,2-1-21 15,1 2-9-15,0-2-7 16,0 0-49-16,0 0 19 0,0 0 15 15,0 0-48-15</inkml:trace>
  <inkml:trace contextRef="#ctx0" brushRef="#br0" timeOffset="-145186.52">17662 12519 6 0,'4'0'2'0,"-2"0"2"0,1 0 6 0,-1 0 1 15,2 0 4-15,-4 0-4 16,2 0-4-16,-2 0 0 16,0 0 12-16,2 0 6 15,-2 0-14-15,3 0-11 16,-1 0 1-16,3 0-2 0,-3 0-1 15,0-1 2-15,-1 0 0 16,1 1 1-16,0 0-1 16,-1 0 1-16,2 0 0 15,-1 0 2-15,0 0 1 16,1 0-1-16,0 0 3 0,5 0-3 16,-4 0 1-16,3 0-1 15,-2 0 4-15,3 0 4 16,-2 0 11-16,-1 0-8 15,1-1 0-15,0 1 2 16,2-1-2-16,-2 0-5 0,2-1-7 16,1 2-1-16,-1-1 0 15,2 0-1-15,-3 0 0 16,0 1 0-16,0 0 1 16,0 0-1-16,0 0 0 15,0-1 0-15,-1 1 1 16,3 0-1-16,-1 0 1 0,-1 0 0 15,3 0 0-15,2-2 0 16,-1 1-1-16,2 0 0 16,0-2 0-16,3 0 2 15,-2 1-2-15,3-2 0 16,0 1 1-16,-1-1-2 0,0 3 1 16,1-1 0-16,0-1 0 15,0 0 1-15,0 1-1 16,3-1 0-16,1-1 0 15,0 1 0-15,0 0 0 16,1 1 0-16,-2-2 0 0,0 1 0 16,-1 1 0-16,-2 0 0 15,1-2-1-15,-1 1 1 16,4-1 1-16,0 1-1 16,2-1 0-16,2 1 1 15,-1-1 0-15,2 2-1 16,-1-2 1-16,0 3-2 0,2 0 1 15,-2 0 0-15,2-2 0 16,-4 3 1-16,3-1-1 16,-1-1 0-16,1-2 0 15,1 1 0-15,2 2 0 0,1-2 0 16,1 0 1-16,2-1-1 16,1 0-1-16,-1 0 2 15,-1-2-1-15,0-1 0 16,0 0-1-16,0-1 2 15,-2 0-1-15,1 1 0 0,1-2 1 16,-3 2 0-16,3 2 0 16,1-1 0-16,0 1 0 15,0 0-1-15,2 1 1 16,-3-1-2-16,0 2 2 16,0-1-1-16,-5 1 0 0,0-1 1 15,-5 2-1-15,0 0-1 16,-3-1 2-16,0 0 1 15,-3 0-4-15,-3 1 2 16,1-1 0-16,-1 1 0 16,-1 1 2-16,-4-2-2 15,1 3 0-15,-2 0 0 0,0-1 0 16,-3 1 0-16,0 0 0 16,1 0-2-16,-3 0-7 15,-2-1-32-15,0-1-65 16</inkml:trace>
  <inkml:trace contextRef="#ctx0" brushRef="#br0" timeOffset="-144262.1">17814 12506 64 0,'5'0'43'0,"1"0"-31"0,0 0 17 0,1-2-5 0,1 0-7 16,0-2-7-16,1 2-6 16,1-1-3-16,2 1 0 15,1-1-1-15,3 0 1 16,-2 0-1-16,4-3-1 0,4 1 2 16,-2-1-1-16,5 1 0 15,2-3 0-15,4 3 2 16,2-1-2-16,0 2 0 15,3-1 0-15,-2 1 1 0,4 1-1 16,0-1 0-16,-1-1 0 16,4 0 2-16,6-2 4 15,0-3 1-15,7 2-2 16,0-2-3-16,4-2-1 16,-1 1 1-16,-2 1-1 15,0 0-1-15,-3 0 0 0,-1 3 0 16,-6 0 0-16,-1-1 1 15,1 1 3-15,-6 1 3 16,1 0-1-16,0-1-2 16,-3 0-2-16,1 0 3 15,-6 1-5-15,1-1 2 0,-4 1 2 16,-3 0 1-16,-3 2 0 16,-3-1-4-16,-2 0 0 15,-5 1 0-15,1 1-1 16,-3 0 0-16,0 2-1 15,-2 0-6-15,-2 1-12 0,-2 0-8 16,-4-1-44-16,-1-1-63 16</inkml:trace>
  <inkml:trace contextRef="#ctx0" brushRef="#br0" timeOffset="-143023.53">17586 11306 115 0,'-3'0'2'0,"1"2"-2"0,-2 0-7 15,1 0-13-15,0 1-21 16,2-2-8-16</inkml:trace>
  <inkml:trace contextRef="#ctx0" brushRef="#br0" timeOffset="-142752.87">17516 11328 47 0,'0'0'39'0,"0"0"-1"0,0 0-1 15,0 0-5-15,0 0-13 16,0 0-15-16,0 0-4 16,-13 0 1-16,13 0-3 15,0 0 0-15,-1 0-1 16,1 0-2-16,-2 0 4 0,2 0 1 16,-2 0 1-16,2 0 0 15,0 0 1-15,0 0-1 16,0 0-1-16,0 0-1 15,0 1-4-15,0 0-21 16,-2 1 15-16,2-1-3 16,0 2-14-16,0-3-25 0</inkml:trace>
  <inkml:trace contextRef="#ctx0" brushRef="#br0" timeOffset="-139168.33">16008 11441 57 0,'0'0'22'0,"0"0"-10"0,0 0-9 16,2 0-3-16,2 0-11 16,-2-1 5-16,1-1 2 0,1 1-6 15,1 1 6-15,-3-1 3 16,-1 0 2-16,1 1 2 15,0 0 4-15,2 0-3 16,0 0-3-16,-1 0 0 0,3 0 0 16,-2 0-2-16,1 0 0 15,0 1-1-15,-1 0 2 16,0-1 0-16,1 1 3 16,1-1 16-16,0 0 1 15,3 0 0-15,1 0-5 16,4 0-6-16,1 0-2 15,2 0-6-15,0 0-1 0,3 0 1 16,-4 0-1-16,6 0 0 16,-4 0 0-16,0 0 0 15,2 0 1-15,1 0 1 16,2 0 3-16,0 0-4 16,1 0 0-16,1 0-1 0,-3 0 1 15,1 0-2-15,0 0 2 16,-1-1-1-16,0 0 0 15,2-2 1-15,1 0 6 16,0-1 5-16,4 1-6 0,-2 0 0 16,2-1-3-16,2 0-1 15,-3-1-1-15,2 2-1 16,-2-1 1-16,1 1-1 16,-1 0 0-16,0 2-2 15,2-1 3-15,-3 0 0 0,2 0 0 16,0 1-1-16,0-1 0 15,0 1 0-15,1 1 0 16,-1-1 1-16,-1-1-2 16,1 1 2-16,0-2-2 15,2 0 2-15,-1 1-1 16,1 0 2-16,5 0-2 0,-4 0 0 16,1 1-2-16,0-3 4 15,-2 3-2-15,1-3 0 16,-1-2 0-16,-4 0 0 15,0-1 4-15,-1 0 7 16,-4 0 0-16,-1 0-1 0,-1 1 0 16,0 0-6-16,-4 2-1 15,-3 1-2-15,0 0-1 16,-1 2 0-16,-3 1 1 16,-1-1-1-16,-2 1-2 15,0 0-7-15,-6 0-17 0,0 5-21 16,0 0-17-16,-6 0 8 15</inkml:trace>
  <inkml:trace contextRef="#ctx0" brushRef="#br0" timeOffset="-138748.45">16647 11518 108 0,'16'0'1'0,"8"0"1"0,3 0 0 0,5-4-2 0,5-1-2 0,1-2 7 16,7-1-2-16,-1 1-1 16,2-1-1-16,0-1-10 15</inkml:trace>
  <inkml:trace contextRef="#ctx0" brushRef="#br0" timeOffset="-137793.41">17308 9822 38 0,'0'0'50'0,"0"0"-48"0,0 0-2 16,0 0-9-16,0 0-22 16,0 0 6-16,0 0 20 15,0 0 10-15,0 0 8 0,0 0 6 16,0 0-16-16,0 0-35 15</inkml:trace>
  <inkml:trace contextRef="#ctx0" brushRef="#br0" timeOffset="-136525.2">17308 9822 112 0,'22'-12'3'15,"-19"12"-6"-15,-1 1 5 16,0 2-6-16,-1 1-18 15,-1-3 0-15,0 4 10 0,0-3 10 16,0 0 3-16,0-2 7 16,0 1 22-16,0-1-8 15,0 0-9-15,0 0-4 16,0 0-9-16,0 0-1 16,0 0 2-16,1 0 0 0,-1 0-2 15,0 0 1-15,0 0-2 16,0 0 3-16,0 0 0 15,0 0-1-15,0 0 0 16,1 0-1-16,-1 2-11 16,0-2 0-16,0 0 5 15,0 0 8-15,0 0 6 0,0 0 10 16,0 0 7-16,0 0 12 16,0-2-9-16,2 2-8 15,0 0-13-15,0-1-6 16,3-1 1-16,-3 2 0 15,2 0-1-15,-1-1 0 0,-1 0 0 16,1 0 1-16,1 1-2 16,2-1 0-16,-3-2 2 15,4 3 1-15,0 0-2 16,3 0 0-16,-5 0 0 16,4 0 0-16,-2-1 0 15,1 1 1-15,-1-3-1 0,2 3 0 16,-2-1-2-16,1-1 3 15,1 2-2-15,-1 0 2 16,1-1-1-16,1 1 0 16,-3 0-1-16,2 0 2 0,-3 0-1 15,1 0 0-15,-1 0 0 16,4 0 0-16,-5 0 0 16,3 0 1-16,1 0-1 15,3 0 0-15,-2 0-1 16,2 0 0-16,1 0-2 0,-2 1-2 15,3 1 1-15,-3-2 4 16,3 0 0-16,1 0-2 16,1 0 0-16,-1 0 4 15,2-3 4-15,1 2-5 16,2-3 2-16,-1 0-2 0,1 1-1 16,-3 2 1-16,1-2-1 15,1 2 0-15,-4-1 0 16,1 0 0-16,-3 1 0 15,1-3 1-15,-1 4-1 16,1-3 1-16,-1 3-1 0,1 0-1 16,1 0 2-16,-2 0-1 15,2 0 0-15,0 0 0 16,1 0-1-16,0 0 2 16,1 0-1-16,2 0 0 15,-2 0 0-15,3 0 0 0,-3 0 0 16,4-1 0-16,1-2 0 15,1 3 0-15,-3 0 0 16,4-3 0-16,1 3 0 16,-5 0 0-16,4-1 0 15,-2-1 0-15,1 1 1 16,-1-2-1-16,3 0 0 0,-2-1-2 16,4 0 5-16,-2 0 2 15,3-1-3-15,-1 1-1 16,2 0 0-16,-1-1-1 15,0 1 0-15,0 1 0 16,1-1 1-16,0 1-1 0,3 0 0 16,-2 1 1-16,1-1 1 15,2 0-2-15,-2 0 0 16,-3 3 1-16,1-2-1 16,-3 0 0-16,-1 2 0 15,-4-2 0-15,0 1 2 0,-3 0-2 16,-2-1 0-16,0-1 0 15,1 2 0-15,1-2 1 16,-4 0-1-16,3 2 0 16,-2-1 0-16,0 1 0 15,-2 0 0-15,-4 0 2 0,2-1-4 16,-6 1 4-16,1-1-2 16,-2 0 0-16,-1 2 2 15,1-2-2-15,1 2 0 16,-2 0-2-16,1 0-17 15,-2 0-35-15,-2 0-18 0,0 0-47 16</inkml:trace>
  <inkml:trace contextRef="#ctx0" brushRef="#br0" timeOffset="-134959.52">17219 9860 1 0,'2'2'6'0,"0"-1"24"0,0-1-14 0,1 2-7 0,-1-1-7 16,-1 0-2-16,-1 0 2 15,1 0-2-15,-1-1 3 16,1 0-2-16,-1 0 8 15,2 0 23-15,0 0-5 16,0 0-12-16,1-2 5 0,-1-2-7 16,0 3-3-16,0-1-4 15,0 2-4-15,0 0-1 16,-2 0 0-16,0 0-1 16,2 0 0-16,-2 0 3 15,2 0-3-15,2 0 1 16,2-2 1-16,0 1 1 0,3 0 1 15,3 1-1-15,-1-3-2 16,2 3-1-16,3-3 1 16,-3 2-1-16,1 0 0 15,-1-2 1-15,1 2-2 16,1-1 1-16,-1-1 0 0,1 2 3 16,1-1 5-16,0-1-4 15,3 2-2-15,1 0-1 16,-1-1-1-16,3 2 0 15,-4 0 0-15,4 0 0 16,-5 0 1-16,0-1-1 0,3-1 0 16,-3 0 1-16,0-3-1 15,3 1 1-15,-2 1 3 16,2 1-2-16,-1-1-1 16,1 1-1-16,1 0 0 15,-3 1 1-15,0 0-1 0,2 1 0 16,-2-2 0-16,2 0 0 15,0 0 1-15,2-1-1 16,1 0 0-16,0-1 1 16,4 1-1-16,-2-1 0 15,2 1 0-15,2 2 0 0,-2-2-1 16,2 0 1-16,-1-1 1 16,2 1-1-16,0-1 0 15,3 1 0-15,-1-1-2 16,1 1 5-16,1 0-2 15,1 2-1-15,1 0 1 0,2-1-1 16,-2 2 0-16,0-2 0 16,1 1 0-16,-1-1 0 15,1-2 0-15,2 1 0 16,-4-1 1-16,2 1-1 16,0 0 2-16,2-1-2 15,-4 0 0-15,1 1 0 0,-1 0 0 16,-1-1 0-16,-2 1 0 15,-1-1 1-15,-3 1-2 16,-2 0 2-16,-1-1-1 16,-4 1 0-16,-2 1 2 15,-1 0-2-15,-4 0 0 0,-4 0 0 16,-1 2 0-16,-4-1 0 16,-1 1 0-16,-2 0 1 15,-2-1 2-15,0 1 23 16,0-1-3-16,0 1-10 15,0-2-6-15,2 2-3 0,-2-1-1 16,0 0-3-16,0-1-2 16,0 2 4-16,0 0-2 15,0 0 0-15,0 0-3 16,0 0-1-16,0-1 4 16,0 1 3-16,0-2 2 0,0 2-3 15,0 0-1-15,0 0-1 16,0 0-3-16,0 0 2 15,0 0-4-15,0 0 3 16,0 0 0-16,0 0-1 16,0 0 1-16,0 0-7 15,0 0 1-15,0 0 6 0,0 0-7 16,0 0-14-16,-4 2-19 16,-3-2-42-16</inkml:trace>
  <inkml:trace contextRef="#ctx0" brushRef="#br0" timeOffset="-105161.56">18686 14218 38 0,'0'0'1'0,"48"-7"-2"0,-27 7-37 0</inkml:trace>
  <inkml:trace contextRef="#ctx0" brushRef="#br0" timeOffset="-100860.17">18371 14021 38 0,'2'0'0'0,"0"0"-1"0,2 0-3 0,-4 0 0 16,2 0 4-16,-2 0 4 15,0-1 25-15,0 0 0 0,0-2 6 16,0 2-12-16,0-1-11 16,0-1-11-16,0 2-2 15,0 1-14-15,0 0-7 16,0 0 0-16,0-1 8 0,-2 0 13 16,-2-1 13-16,0 0 8 15,2 0 9-15,1-1 3 16,1 1-19-16,-3-1-10 15,3 0 2-15,-3 1-5 16,2-2 1-16,-1 0-2 0,-2 0-2 16,1 0 5-16,-1 1-1 15,1 0 3-15,0 0 4 16,2 1-3-16,-1-1-1 16,0 0-4-16,-3 0 1 15,1-1-1-15,1 3 0 0,-4-1-1 16,1-2 1-16,-2 0 0 15,0 1 1-15,-2-2 1 16,1 1 1-16,1 1 1 16,-3-1-2-16,2 1-1 15,0 2-1-15,1-2 0 16,3 0 0-16,-3 2 0 0,5-1 0 16,-5 1 0-16,3 0 0 15,-2 0 0-15,1 0 0 16,-1 1 0-16,-3 0-1 15,1 0 1-15,0 0 0 0,0 0 0 16,1 0 1-16,1 0-1 16,-1 0 1-16,0 0 2 15,1 0-3-15,0 0 1 16,1 0 0-16,-1 0-1 16,1 0 0-16,1 0 0 15,-4 2 0-15,3 2 0 0,-4-3 1 16,0 3-2-16,0-1 2 15,1 0-2-15,1 0 2 16,1 0-1-16,0 0 0 16,2 2 0-16,-3-1 0 15,3-1-1-15,-1 3 1 0,-1-3 0 16,-1 3 0-16,2-1 0 16,-2-1 1-16,1 1-1 15,-2-1 0-15,2-1 0 16,-1 1 0-16,-1 0 0 15,-1-1 0-15,0 3 0 0,-1-2 1 16,0 0-2-16,1 1 2 16,-1-1-1-16,-1 0 0 15,2 1 0-15,-2 0 0 16,1 1 0-16,2 1 0 16,-3 0 0-16,2 0 0 0,1 0-1 15,-3 2 1-15,2-1 0 16,-1 1 1-16,1-1-1 15,-1 1 0-15,0 0 0 16,-2 2 0-16,0 1 0 0,0 1 0 16,1 0 0-16,0 0 0 15,1 4 0-15,0-3 0 16,2 3 0-16,0 0 0 16,1-5 0-16,1 3 0 15,2-1 0-15,-2-1 1 16,1 0-1-16,1 2 0 15,-3-2 0-15,1 3 1 0,-2 0 1 16,0-1-1-16,2 2-1 16,-2 2 0-16,2-2 1 15,1 0-1-15,1 3 0 16,0 0 1-16,2 1 0 0,-1 0-1 16,0 2 1-16,0 0-1 15,0 2 1-15,1 0-1 16,-1 0 1-16,2 0-1 15,0 1 1-15,2-3-1 16,0 0 1-16,0-1-1 16,0 0 0-16,0-3 0 0,6 1 1 15,-4 0 0-15,1-1 0 16,3-1-1-16,0 1 0 16,-2-1 2-16,4-1-2 15,-3-1 0-15,3 1 0 16,0-3 1-16,0 2-1 0,1-2 2 15,-1 1-1-15,2-2 0 16,-1 1-1-16,0-1 1 16,3 0 0-16,-2 0-1 15,-3-2 1-15,3-1-1 16,0 3 0-16,-3-2 0 0,1 1 1 16,-1 0-2-16,1-2 2 15,-2 2-1-15,2-1 1 16,2 0-2-16,-3 1 2 15,4-1 2-15,2 0 1 16,-2-1-1-16,2-1 2 0,1 2-1 16,-1-1-2-16,1-2-1 15,-3 1 0-15,1 0-1 16,-1-1 1-16,1 2-1 16,1-2 0-16,0 1 2 15,0 1-2-15,0 0 0 0,2-1 0 16,-1 1 0-16,0 1 0 15,2-1 0-15,-1 0 0 16,1-1 0-16,-2-2-2 16,3 0 4-16,0-3-2 15,0 0 0-15,0-2 1 0,1-1 0 16,1 1 1-16,0-1 0 16,3-1-1-16,1 0 0 15,0 0-1-15,2 0 1 16,1 0-2-16,1 0-7 15,1-3 14-15,-1-1-4 0,0-2 0 16,0 0-2-16,-3-2 0 16,-1-1 1-16,2 1 0 15,-1-4-1-15,-4 1 1 16,1 0-1-16,-3-4 1 16,1 0 0-16,-3-1 5 15,0-2-1-15,0-1-3 0,1-2 0 16,3 0-2-16,-3-2 0 15,0-1 0-15,1 1 0 16,-1-4 0-16,-1 0 0 16,-3-3 0-16,3-2 0 15,-2-3 0-15,2-1 3 0,-2 0-3 16,0-1 0-16,-4 3 0 16,0 0 0-16,-3-2 0 15,0 1 0-15,-4-3 1 16,0 1-1-16,-1-5 1 15,-1 1 1-15,-1 0-1 0,0 0 1 16,0 1 0-16,-2-1-1 16,-3 0 0-16,-3 0-1 15,2-2 0-15,-4 1 0 16,3 0 0-16,-2 4 0 16,-3 2 0-16,0 2 0 15,0 7 1-15,-1 2-1 0,0 3 0 16,-2 4-2-16,-2 2 3 15,1 2-1-15,0 4 0 16,-1 0 0-16,2 5 0 16,3 3 0-16,4 2-9 0,5 0-35 15,3 0-54-15</inkml:trace>
  <inkml:trace contextRef="#ctx0" brushRef="#br0" timeOffset="-97909.16">20025 13733 64 0,'0'0'23'0,"0"0"-8"0,1-1-1 0,-1-1-9 0,0 1-3 16,0 1-1-16,0-1 0 15,0 0 4-15,0 0 10 0,0 1 7 16,0-1 10-16,0 0-20 16,0-1-10-16,0 2 0 15,0-1 0-15,0-1 3 16,-1 1-3-16,-3-1 0 16,2-1 0-16,-4 1-1 0,1-1 1 15,1 0-2-15,0-1 3 16,-1 0-2-16,2 1 1 15,1-2 0-15,0 1-2 16,-2 1 1-16,1 0 0 16,1 1 0-16,0-1-1 15,0 1 1-15,-3 0 3 0,1 0-1 16,1-1 0-16,-2 2-2 16,0-1 0-16,2 0-1 15,-3 0 0-15,0 1 1 16,2-1-1-16,-3 0 0 15,3 0 0-15,-3 1 0 0,1-1 1 16,-2-1-1-16,1 1 0 16,-1 0 0-16,0 1 0 15,-1 1 0-15,0-2 0 16,2 2 0-16,-4 0-1 16,3 0 1-16,0 0-1 0,0 0 2 15,0 0-2-15,-2 0 1 16,0 0 1-16,-2 0-1 15,-1 0 0-15,-1-1-1 16,-1 1 1-16,-1 0 0 16,0 0-1-16,-1 0 1 0,-1 0 0 15,1 0 1-15,2 0-1 16,0 0 0-16,3 0 0 16,1 0 0-16,-1 0 1 15,4 0-1-15,-1 0 0 0,1 3 0 16,-2-2 0-16,2 2 0 15,-1 0 0-15,0 0 0 16,-1-2 0-16,-2 2 0 16,1 0 0-16,-2-2 0 15,1 2 0-15,-2 0 0 16,0 1 1-16,1-1-2 0,1 1 2 16,-1 1-1-16,0-1 0 15,0 2 0-15,1-1-1 16,1 0 2-16,-1 0-1 15,2 1 0-15,-2 1 0 16,3-1 0-16,0 2-1 0,1-1 2 16,0 2-1-16,-1-1 0 15,2 2 0-15,1-1-1 16,-1 1 1-16,1 1 1 16,1-2-1-16,-4 2 0 15,0 0 0-15,2 1 0 0,-5 0 0 16,-1 1 0-16,0 3 1 15,-1-1-1-15,-1 2 0 16,1 0 0-16,-1 2 1 16,2-1-1-16,-1 2 2 15,0-3-2-15,2 1 1 0,-1 4-1 16,1-2 2-16,-2 1-2 16,1 2 0-16,-1 2 0 15,2-2 0-15,0 4 1 16,1-1-1-16,1-1 1 15,2 1-1-15,1 1 0 16,-1-2 0-16,3 0 1 0,1 0-1 16,-2-2 1-16,0 1-1 15,4 0 1-15,-3-1-1 16,2 0 1-16,0 0-1 16,-2-1 0-16,2 2 1 15,-1-1-1-15,0 0 1 0,-2-2-1 16,4-1 3-16,0 1-1 15,2 0-1-15,0-2 1 16,0 1 0-16,0-1-1 16,0 1 0-16,3-3-1 15,0 1 1-15,1 0-1 0,1-1 0 16,-2 0 0-16,1 2 0 16,0-2 1-16,0 1-1 15,1-1 0-15,0 0 0 16,2 2 0-16,-1-2 2 15,-1 0-2-15,3-2 0 0,-1 1 0 16,3 0-2-16,0-1 2 16,0 0 0-16,2 1 3 15,-2 0-3-15,1 0 1 16,0 2-1-16,-3-3 0 16,2 0 1-16,1 1-2 0,-2-3 1 15,4-1 1-15,0 1-7 16,1-3 9-16,0 1-2 15,1-2 0-15,0 2 1 16,-1-2-1-16,2 1-1 16,-1-2 0-16,1 1 1 0,-1-2-1 15,2 1 0-15,-1-1 0 16,4 1 0-16,-2-1 1 16,1 1-1-16,2-2 2 15,1 1-1-15,-3-1-1 16,2 1 1-16,0 0-1 0,0 1 0 15,0-3 0-15,3 2 0 16,-4 0 0-16,5-1 0 16,0 1 2-16,1-2-2 15,1 1 2-15,0-2 0 16,2 2 0-16,-2-2 0 0,2-1-1 16,-2 1-1-16,2-1 1 15,-3 1-1-15,1-2 1 16,-2 1-1-16,-2-2 1 15,2 1 2-15,-1-1-2 16,3 2 0-16,-1-3-1 16,-1 0 0-16,-3 0 1 0,4 0-1 15,0 0 1-15,0-1 0 16,1-4 3-16,0-3 1 16,-3-1-3-16,2-1 0 15,1 0-1-15,-1-3-1 16,2-2 1-16,-2 1-1 0,1-2 0 15,0-4 1-15,1 0-1 16,-1-1 0-16,1-2 0 16,-2-2 2-16,1-1-1 15,-3-1-1-15,-2-3 1 0,-1 2 0 16,-1-5-1-16,-3 0 0 16,1 1 0-16,-5-4 2 15,1 2-4-15,-3 0 2 16,-4 2 2-16,2 0-1 15,-6 1-1-15,1 1 0 16,0 0 1-16,-4-1 0 0,2 0 1 16,-1-2-1-16,-1-1-1 15,0-3 0-15,0 2 0 16,0-2 0-16,0 1 0 16,-3 2 0-16,-3 1-1 15,1 0 0-15,-6 1 2 0,0 2-3 16,-1 2 1-16,-1-2 1 15,2 2 1-15,-3 2 0 16,3 3 0-16,1 3-1 16,0-2 0-16,3 3 0 15,-3 1 0-15,0-1 0 0,1 2 0 16,-2 2-4-16,-2-2 3 16,2 2 2-16,0 1-1 15,-2-1 1-15,1-2 0 16,0 2 0-16,1 0-1 15,1-1 0-15,0 2 1 0,2 0-2 16,1 1 2-16,0 0-1 16,-2 2 0-16,4-2 0 15,-3 2 1-15,3-1-1 16,-3 2 0-16,0-1 1 16,-2 3-3-16,1 0 0 0,-1 1 1 15,-1-2 0-15,-1 1 2 16,-2 1-1-16,0 0 0 15,0-1 0-15,-3-1 1 16,1 1 0-16,-1 0 1 16,1-1 0-16,1 1 1 0,0 1-2 15,0 3-1-15,1 0 1 16,1 1-2-16,-1 0 1 16,1 3 0-16,0 0-1 15,2 0 0-15,0 0-3 16,1 7-15-16,0 0-8 15,1-1-22-15,2-6-67 0</inkml:trace>
  <inkml:trace contextRef="#ctx0" brushRef="#br0" timeOffset="-89769.97">18104 15445 33 0,'0'-2'2'0,"2"0"0"0,0-3-6 0,1 3-29 0</inkml:trace>
  <inkml:trace contextRef="#ctx0" brushRef="#br0" timeOffset="-89172.06">18104 15445 91 0,'-25'-34'3'0,"23"34"2"15,0 0-2-15,2 0-1 16,-2-2 1-16,1-2 4 16,0 3 7-16,0-2 9 15,0 0-6-15,0 0 1 16,0 0 2-16,0 2-7 0,1 0-1 15,-2-1-5-15,2 2 2 16,0 0-1-16,0 0 1 16,0 0-8-16,0 0-2 15,0 0-2-15,0 4 1 16,0 3 2-16,0 3 0 0,0 0 2 16,0 0-2-16,0 0 0 15,0 3 0-15,2-2 0 16,-1-1 1-16,1 0-1 15,0 0 0-15,2 1 0 16,-2-3 2-16,0-1-2 0,-1 1 0 16,0-1 0-16,0 0 0 15,-1-1 0-15,1 1 0 16,-1 0 0-16,1-2 0 16,-1 2 0-16,1-2 0 15,0 1 0-15,0 1 0 0,0 0 1 16,-1-1-2-16,3-2 1 15,-3 3 1-15,0-2-2 16,2 2 1-16,-2-2 1 16,0 3-1-16,0 1 0 15,0-3 0-15,0 1 0 0,0-1 0 16,0-2 0-16,0 0 1 16,0-1-1-16,0 2-1 15,0 0-2-15,0 0-30 16,-2-1-34-16,-3-3-43 15</inkml:trace>
  <inkml:trace contextRef="#ctx0" brushRef="#br0" timeOffset="-88253.52">17973 15678 149 0,'0'0'16'0,"0"0"-9"0,0 0-6 0,0 0 0 16,0 0-15-16,0 0-11 0,0 0 18 15,0 0 5-15,0 0 3 16,0 0 6-16,0 0 9 16,0 0-1-16,0 0-4 15,0 4-2-15,0-3 4 16,0 2-10-16,2 0-1 16,2 2-2-16,-2 0 0 0,1 0 2 15,-1-1-3-15,1 1 3 16,2-2-2-16,-3 3 2 15,2-2-2-15,1 2 2 16,0-2-1-16,0 2 0 0,1-2-1 16,-2 0 1-16,2 0-2 15,-4-4 1-15,2 2 0 16,-4-2 0-16,0 0-1 16,2 0-2-16,-2 0 8 15,1 0 9-15,2 0-5 16,2 0-6-16,-1-6-2 0,2-2-4 15,3-2-10-15,-1 0-2 16,0-3 9-16,2 2 7 16,-2-3 1-16,0 2 14 15,4-2 1-15,0 0-5 16,-1 2 1-16,3-2-9 0,3 3-2 16,-1-2-2-16,0 2 0 15,2 1 0-15,-3 1 0 16,-1 2 0-16,-5 0 1 15,-1 3-2-15,-1 2 1 16,-2 1-2-16,-3 1-22 0,-2 0-40 16,0 0-19-16</inkml:trace>
  <inkml:trace contextRef="#ctx0" brushRef="#br0" timeOffset="-85400.92">17568 16509 106 0,'0'-2'31'0,"0"0"40"0,-5-1-37 15,3 1-17-15,2 1-11 0,-1-1-7 16,1 1-1-16,0 1 2 16,0-1 2-16,0 1-2 15,0 0 1-15,0 0-2 16,0 0 1-16,3 0 0 15,7 0 0-15,0 0 0 16,3 0 0-16,4 0 0 0,2 0-2 16,2 0-3-16,-1 0 6 15,2-1 0-15,0 0-1 16,-1 0 0-16,3-1 2 16,1 0-4-16,4 0 4 15,2 0-4-15,1 1 2 0,3-2 2 16,1 0-2-16,0-1 1 15,1 1-1-15,-3 1-1 16,2 0 2-16,-4-1-1 16,1 2-1-16,-4-2 1 15,0 2 3-15,-5-1-3 0,0 2 0 16,-2-4 0-16,-4 4 1 16,-1 0-2-16,-1 0 2 15,-5 0-1-15,-2 0-1 16,2 0 2-16,-7 0-9 15,-1 0-34-15,-3 0-40 0,0 0-51 16</inkml:trace>
  <inkml:trace contextRef="#ctx0" brushRef="#br0" timeOffset="-85029.7">17842 16581 77 0,'0'0'11'0,"0"0"17"0,50 0 2 0,-27 0-6 0,1 0-4 15,2-4-8-15,5 0-8 16,-1 1-2-16,4 0-2 16,0 0 1-16,-1 2-1 0,3-1 0 15,-3 2 1-15,2-1-1 16,0 1 0-16,-1-1 0 15,-2-1-17-15,-4-4-70 16</inkml:trace>
  <inkml:trace contextRef="#ctx0" brushRef="#br0" timeOffset="-84056.4">19988 14108 54 0,'-3'2'4'0,"2"-1"-14"0</inkml:trace>
  <inkml:trace contextRef="#ctx0" brushRef="#br0" timeOffset="-83494.7">20086 15219 9 0,'0'0'10'0,"0"0"12"0,0 0-2 0,0 0-3 0,0 0 24 16,0 0-9-16,0 0-5 16,0 0-6-16,0 0-8 0,2 0-8 15,-2 0-4-15,0 0-3 16,0 0 0-16,1 0 1 15,2 0 1-15,0 0 1 16,2 0-1-16,-3 4-1 16,2-1-17-16,0-3-31 0,1 0-25 15</inkml:trace>
  <inkml:trace contextRef="#ctx0" brushRef="#br0" timeOffset="-82016.86">17700 9849 114 0,'0'0'31'0,"0"0"0"0,0 0-17 15,2 0-17-15,0 0-27 16,0 0 2-16,1 0-22 16</inkml:trace>
  <inkml:trace contextRef="#ctx0" brushRef="#br0" timeOffset="-81845.1">17700 9849 180 0,'38'3'-2'0,"-38"-3"2"16,0 0-4-16,0 0 2 15,2 0 0-15,4 0-13 16,-2 0-27-16,2-3-62 16</inkml:trace>
  <inkml:trace contextRef="#ctx0" brushRef="#br0" timeOffset="-81708.86">17833 9836 172 0,'0'0'7'16,"0"0"-35"-16,0 0 4 16,0 0-24-16</inkml:trace>
  <inkml:trace contextRef="#ctx0" brushRef="#br0" timeOffset="-81551.96">17908 9811 188 0,'0'0'-11'15,"0"0"-12"-15,0 0-22 16,0 0-19-16</inkml:trace>
  <inkml:trace contextRef="#ctx0" brushRef="#br0" timeOffset="-81389.04">17908 9811 198 0,'22'-5'-20'0,"-22"5"16"16,0 0-69-16,0 0 5 16</inkml:trace>
  <inkml:trace contextRef="#ctx0" brushRef="#br0" timeOffset="-81232.33">17932 9782 229 0,'0'0'2'0,"0"0"-1"16,0 0-4-16,0 0-49 15,0 0 0-15,0 0 21 16</inkml:trace>
  <inkml:trace contextRef="#ctx0" brushRef="#br0" timeOffset="-81089.8">17932 9782 256 0,'27'2'-5'0,"-27"-2"-3"0,1 1-47 16,2 2 16-16,2-2-22 16</inkml:trace>
  <inkml:trace contextRef="#ctx0" brushRef="#br0" timeOffset="-80662.6">18043 9789 114 0,'0'0'38'16,"0"0"-3"-16,0 0-11 0,0 0-8 15,0 0-7-15,0 0-7 16,0 0-2-16,0 0 0 16,0 0-1-16,0-1-2 15,0 1-7-15,0 0-8 16,0 0-6-16,0 0 7 16,0 0 12-16,0 0 4 0,0 0-3 15,0 2 0-15,0 2 2 16,0 0-5-16,0-1-24 15,0-3-49-15</inkml:trace>
  <inkml:trace contextRef="#ctx0" brushRef="#br0" timeOffset="-79459.68">17333 9856 84 0,'0'0'7'0,"0"0"4"0,0 0-6 16,0 0-5-16,0 0-1 15,0 0-2-15,0 0 3 0,0 0 0 16,0 0 1-16,0 0 4 15,-38-10 3-15,36 8 3 16,-3 0 0-16,2-1-2 16,1 2-5-16,0-1-4 15,2 2 0-15,0-1 0 0,-2-2-3 16,2 3 3-16,0-3 1 16,0 2 8-16,0-1 0 15,-2 1 1-15,2 0 5 16,0 0-5-16,0 1-8 15,0 0-6-15,0 0 3 0,5-1 0 16,0-2 1-16,4 3 0 16,-2-1-1-16,2-2 1 15,2 0 0-15,1 1-2 16,1-1 2-16,1-1-4 16,2 2 5-16,3-2-1 0,4 1 0 15,2 1 3-15,-1-1-3 16,2 1 2-16,1 0-2 15,-1-1 0-15,1 3 0 16,0-4 0-16,1 1 0 16,2 0 0-16,3-1 0 0,2-1 0 15,4 0 0-15,1-2 0 16,3 0 0-16,-3 1 0 16,2-1 1-16,-1 2-1 15,-1 0 1-15,-1 1-1 16,2-2 0-16,1 2 0 15,-2 0 0-15,3 1 0 0,1-3 1 16,0 2-1-16,2 1-1 16,-2 0 2-16,3 1-1 15,1-1 0-15,-1 0 0 16,2 1 1-16,-1-2-2 16,2 1 2-16,-3-2-1 0,3 0 0 15,1 1 0-15,-2 1 1 16,2-2-2-16,-2-1 1 15,-1 0 0-15,-2 1 1 16,-4-1-1-16,-5 3 0 16,-2 0 0-16,-8 0 0 0,-6 2 0 15,-7 1 0-15,-3 0-2 16,-9 0-24-16,-2 0-21 16,-6 3 1-16</inkml:trace>
  <inkml:trace contextRef="#ctx0" brushRef="#br0" timeOffset="-78796.7">17288 9799 109 0,'0'0'4'0,"0"0"16"0,0 0-2 0,0 0-10 15,0 0-2-15,0 0-6 0,-36 0-2 16,36 0-1-16,0 0-11 16,0 0-2-16,0-1 13 15,8 0 3-15,2-1 0 16,3 1-1-16,6-1 2 15,4 0-1-15,3 1-1 16,5 1 0-16,7-2 0 0,2 0 1 16,5-1-1-16,4-1 1 15,2-2-1-15,4 1 8 16,2-2 9-16,3-2-2 16,5 2-1-16,-1-3-7 15,5 0 0-15,2 0-3 0,2 1 0 16,1 0-2-16,2-1 0 15,0 2-1-15,0-1 1 16,-3 2-1-16,-2-1 0 16,-2 1 2-16,-2 0-1 15,-3 4-1-15,-5-2 0 0,-4-1 0 16,-3 5 0-16,-9-2 0 16,-6 1 0-16,-6 1 2 15,-6 1-4-15,-8 0-6 16,-5 0-33-16,-6 0-9 15</inkml:trace>
  <inkml:trace contextRef="#ctx0" brushRef="#br0" timeOffset="-77821.89">17125 9849 97 0,'0'0'10'0,"0"0"11"0,0 0 1 0,0 0-11 16,0 0-2-16,0 0-4 0,0 0-3 15,0 0-1-15,0 0-1 16,0 0 0-16,0 0-10 16,0 0-33-16,-19-11 37 15,19 11-1-15,3 0-6 16,0 0 1-16,-1 0 10 0,-2 0 4 16,2 0 5-16,-2 0 21 15,3 0-14-15,1 0-14 16,3 0 1-16,4 0-1 15,-2 0 0-15,2 0-1 16,3 0 1-16,-1-5-1 16,1 1 0-16,-1 0 1 0,1-2 0 15,1 2 1-15,0-1 3 16,3 0-1-16,3-1-1 16,4 2-1-16,4-1-1 15,4 0 0-15,6 1 0 0,3-2 0 16,6 2 0-16,-1-2 0 15,5 1 0-15,2 0-1 16,3-2 4-16,3 3 2 16,2-2 1-16,4 2-3 15,1 1-2-15,6-2-1 16,0 1 0-16,4 1-1 0,0-2 1 16,-2 1 0-16,-3-1 0 15,-4 0 0-15,-6-1 1 16,-7-1 0-16,-5 3 2 15,-3 0 4-15,-7-1-2 16,-4 1 0-16,-4 1-3 0,-2-1-2 16,-8 1 1-16,-5 0-1 15,-3 2 1-15,-5-2 0 16,-4 3-1-16,-3 0 1 16,-2 0-5-16,-5 0-47 15,-8 0-33-15</inkml:trace>
  <inkml:trace contextRef="#ctx0" brushRef="#br0" timeOffset="-76035.1">18263 8832 121 0,'3'-4'3'0,"0"-2"0"0,0 2 0 16,0 0-1-16,-3 0-1 0,0 1 0 16,0 0 1-16,0 1-2 15,-2 2-1-15,-2 0-2 16,-5 0 1-16,3 0-3 15,-6 0 1-15,2 0 4 16,1 0 0-16,2 0 2 0,-4 0-1 16,1 0-1-16,0 0 0 15,-2 0 0-15,-3 2-4 16,-2 2-17-16,1 0 5 16,0-1 5-16,1 0 5 15,-2-2 6-15,2 1 1 0,-2-1 4 16,2 2 5-16,-1-1-1 15,1 2-1-15,-1 1-6 16,-2 1-1-16,-1 1 0 16,0 2-1-16,1 1-1 15,-1 0 1-15,2 2 0 16,0 0 0-16,3 2 0 0,1 0 0 16,0 3 0-16,1-1 0 15,2 2 0-15,3-1 1 16,0 2-2-16,2 2 2 15,-2 2 0-15,2-2 1 0,0 2-1 16,0-2 0-16,0-2 0 16,3-1-2-16,-3 0 2 15,2 1-1-15,3 0 0 16,-2 0 0-16,2 1 0 16,0 3 1-16,0-2-1 0,0 3 1 15,0-1 0-15,0 0 0 16,3 0-1-16,-2-1 1 15,1 0-1-15,-1-1 1 16,2-3-1-16,-1-4 0 16,-1 1-2-16,5-4 1 0,1-1 2 15,0 1 1-15,2-2 2 16,4 1-1-16,0 0-2 16,1-2 0-16,0 2 0 15,1-1-1-15,-1 1 0 16,1-2 1-16,-1-1-1 15,2 1 0-15,-1-3 0 0,1 1 0 16,1 0 0-16,0-2 2 16,2-1-1-16,2-2 0 15,1 2 1-15,-2-3-1 16,2 0-1-16,-1 0 1 16,0 0-1-16,-2 0 1 0,1-3 0 15,-1-3 3-15,0 1 2 16,1 0 0-16,-2-2 1 15,0 2-3-15,-3-2-2 16,3-1 0-16,-5 1-1 16,1-3 1-16,-1-1 0 0,3 1 1 15,-3-1 0-15,-3-3 1 16,3 2-1-16,-1-2 2 16,0-2 1-16,0 1 0 15,0-3-2-15,2 1 0 16,-3-2-3-16,3-1 0 0,-1-1-1 15,-2-2 0-15,3 1-1 16,-3 0 0-16,1-1 1 16,-2-1 1-16,-2 1-1 15,-1 3 2-15,-1-1 9 16,0 1 3-16,-6 4-8 0,1-2-1 16,0 0-4-16,-1 1-1 15,0-1 1-15,0 0 0 16,0-3 0-16,-1 2 7 15,-2 2 3-15,-5-1 2 16,2 1-1-16,0 0-1 0,1 0 0 16,-3 1-5-16,0-1 1 15,-1-1-2-15,3 2 0 16,-3-3 1-16,-2 4-2 16,2 1 0-16,0 2 0 15,-2 2-3-15,2 3-2 16,-2 4-6-16,-3 3-4 0,-7 0-37 15,-2 0-109-15</inkml:trace>
  <inkml:trace contextRef="#ctx0" brushRef="#br0" timeOffset="-73823.85">20751 15675 124 0,'0'0'68'0,"0"0"-18"0,0 0-26 0,0 0-14 15,0 0-9-15,0 0-1 16,0 0 2-16,0 0-1 0,0 0-2 16,0 0-10-16,-3-6-2 15,1 5 7-15,-4-1 7 16,1 1-1-16,-1-2 2 16,-1 2 5-16,0-3 2 15,0 1-6-15,-5 0-2 0,2-3-1 16,-2 3 0-16,1-1 2 15,-2 0-4-15,-1 1 4 16,3 1-1-16,-3 0 3 16,4 2 2-16,3 0-3 15,-4 0-3-15,1 0-2 0,1 0 0 16,-1 4-5-16,-4-1-5 16,-1 1 6-16,1 0 4 15,-3 1 3-15,0-1-1 16,-1-1 0-16,1 0 1 15,-1 1-1-15,0-3 2 0,0 2-1 16,1 0 1-16,-1-3-2 16,0 1 3-16,2 2 2 15,-2-1 2-15,1 3-4 16,-2 0-4-16,-2 6 1 16,2-1 0-16,-3 1-2 15,1 2 0-15,-2 0 3 0,1-1-1 16,1-1 1-16,0 0-1 15,1-1 0-15,2 1 1 16,2 2-1-16,0-1 0 16,2 2 0-16,0-1 0 0,3 1 0 15,2 1 0-15,-3 1 0 16,3 1 0-16,3-1 1 16,-3 2-1-16,2-1 0 15,1 2 1-15,2 0-1 16,1-2 0-16,-3 3 0 0,2 0 1 15,1 1-1-15,-4 2 1 16,2 0-1-16,1-2 0 16,-2 2 0-16,2-1 0 15,3-2 1-15,-1-1-2 16,0-1 2-16,2-1-1 0,0-1 0 16,0-2 0-16,0 2 0 15,0-1 0-15,4-2 0 16,-1 0-1-16,3 0 1 15,1-2 0-15,1 0 0 16,-1 1-1-16,2-1 0 0,1 2 2 16,3-2-1-16,-1 1 1 15,3 2-1-15,0-1-1 16,1-2 3-16,1 0-3 16,1 1 1-16,2-1 1 15,-2-1-1-15,1 0 1 0,0 0 1 16,-2 0-2-16,0-2 0 15,-1 0 1-15,-2-1-1 16,2 0 0-16,0-2-1 16,2 0 2-16,1-1 0 15,0-1 0-15,3-2 0 16,0 1 0-16,-3-2-1 0,1 0 1 16,-2 0 0-16,0 0-1 15,-2 0 2-15,-1 0 4 16,1-2 1-16,-1-1-1 15,1-1-2-15,1 0-2 0,4 0-1 16,-3-2-1-16,4 2 0 16,-1 0 0-16,1 0 0 15,-2-1 1-15,2-1-2 16,-2 2 2-16,1-2-1 16,-2-1 0-16,1 3 0 15,-1-3 1-15,3 0 0 0,-1 0-1 16,3-1-1-16,0-1 2 15,-3 0-1-15,0 0 0 16,-3 0 0-16,-4-1 0 16,0 1 0-16,-2-2 0 15,0 0 1-15,-4 0 2 0,1-3-3 16,0 0 1-16,3 1-1 16,-6 0 1-16,3-2-1 15,-1 2 1-15,0-1-1 16,-1 2 0-16,1-2 0 15,0 3 0-15,-1-2 0 0,-2 0 0 16,0 1 1-16,0 0-1 16,-2-2 0-16,3 0 2 15,-5 1 0-15,2-2 1 16,0 3 1-16,1-4-3 16,0 2-1-16,-3 1 1 0,1-2-1 15,1 1 0-15,-1 1 0 16,1-2 0-16,0 2 0 15,-3 0 1-15,0 1-1 16,0 1-1-16,0 1 2 16,0 2 1-16,0 0-1 15,0 1 2-15,0 1-2 0,0 1 0 16,0-2-1-16,0 1 0 16,0-1 0-16,0-1 0 15,0 0 1-15,0-2-1 16,0-1 6-16,0 1 3 0,0-3 6 15,0 1-6-15,0-2-3 16,-3-1-2-16,-3 2 3 16,1-1 9-16,-3 1-10 15,2-1-3-15,-3 4-3 16,1 0-2-16,-3 2-13 16,-3 1 3-16,-5-1-33 0,-4-1-54 15</inkml:trace>
  <inkml:trace contextRef="#ctx0" brushRef="#br0" timeOffset="-72806.35">21234 18031 82 0,'0'0'-3'0</inkml:trace>
  <inkml:trace contextRef="#ctx0" brushRef="#br0" timeOffset="-72258.83">21234 18031 184 0,'14'-14'11'16,"-14"14"8"-16,0 0-14 0,0 0-6 16,0 0 2-16,0 0-1 15,0 0 2-15,0 0-1 16,0 0 0-16,0 0 10 15,0 0-5-15,1 0-5 16,1 0-1-16,2 3 1 0,-2-3-1 16,0 4 0-16,2 0 0 15,-2 1 0-15,2-1-2 16,-1 0 3-16,0 2-1 16,-1-1 1-16,1 1-1 15,-1-3 0-15,1 3 1 0,0-3-1 16,2 3 0-16,0-2 1 15,0-2-1-15,-1 3 1 16,0-4-1-16,-1 3 0 16,0-2 2-16,-1-1-2 0,-1 1 1 15,4-2-1-15,-3 0 1 16,0 0 1 0,2 0 6-16,3-4 3 0,1-4-6 15,5 0-1-15,2-4-3 16,4-2 1-16,1-2-1 15,4-1-1-15,1 0 0 0,2-1 0 16,1-2 1-16,2 0-1 16,1 0 0-16,2-2 1 15,2-1 3-15,1 0 0 16,2 0 0-16,-5 2-4 16,-1 1 0-16,-4 2 0 0,-5 3 0 15,-4 3 0-15,-7 3 1 16,-5 4-2-16,-2 3 1 15,-5 2-5-15,0 0-21 16,-9 4-21-16,-6 4-17 16,-3 1-84-16</inkml:trace>
  <inkml:trace contextRef="#ctx0" brushRef="#br0" timeOffset="-71597.23">21279 18018 172 0,'0'0'14'0,"0"0"-12"0,0 0-2 0,0 0 1 16,0 0-6-16,0 0-9 0,0 0 6 16,0 0 6-16,0 0 3 15,0 0 0-15,0 0 2 16,0 0-1-16,14 40 2 15,-9-34-2-15,0-1-1 16,1 2 1-16,-1-3-2 0,-1 0 0 16,3-3 0-16,-4 2 1 15,0-3 0-15,1 0 3 16,2 0 13-16,0 0 8 16,5 0-8-16,2-4-7 15,6-8-7-15,1 1-1 0,6-3-2 16,4-5 1-16,3-1 0 15,3-1-1-15,4-6 0 16,1 0 1-16,3-1-1 16,5-3 2-16,3 0-2 15,2-1-2-15,-1 2 0 16,-4 5-24-16,-9 1-88 0</inkml:trace>
  <inkml:trace contextRef="#ctx0" brushRef="#br0" timeOffset="-40146.69">20918 10407 87 0,'-1'0'10'0,"1"0"12"0,-1-2-9 0,1 0 2 16,0-1-3-16,0 3 3 16,0-1-6-16,0-1-4 15,0 2-2-15,0 0-3 0,0 0-3 16,0 0-3-16,0 6-16 15,3-2-2-15,0 2-10 16,2-2-21-16</inkml:trace>
  <inkml:trace contextRef="#ctx0" brushRef="#br0" timeOffset="-39990.44">20918 10407 122 0,'28'16'5'0,"-29"-16"-2"16,1 1-7-16,0 1-25 15,0-2-29-15</inkml:trace>
  <inkml:trace contextRef="#ctx0" brushRef="#br0" timeOffset="-35278.97">17605 11210 2 0,'0'1'47'0,"0"-1"-22"0,0 1-12 0,0 1-9 0,0 2-4 15,0-1 0-15,0-2-18 16</inkml:trace>
  <inkml:trace contextRef="#ctx0" brushRef="#br0" timeOffset="-34331.4">15914 11179 79 0,'0'0'33'0,"0"0"-30"0,0 0 11 0,0 0-10 15,0 0-8-15,0 0-18 0,0 0 14 16,0 0 3-16,0 0-14 16,0 0-25-16</inkml:trace>
  <inkml:trace contextRef="#ctx0" brushRef="#br0" timeOffset="-34197.04">15914 11179 210 0,'17'15'14'0,"-17"-15"-12"16,0 0-4-16,0 0-22 15,-2 0-57-15</inkml:trace>
  <inkml:trace contextRef="#ctx0" brushRef="#br0" timeOffset="-32828.88">17154 9862 73 0,'0'0'13'0,"0"0"2"0,0 0 3 0,0 0-9 0,0 0-1 15,0 0-4-15,0 0 1 16,0 0-1-16,0 0-1 16,0 0-1-16,0 0-1 15,0 0 1-15,-11-7-1 0,11 5 3 16,0 2-1-16,0 0-3 15,0 0-6-15,0 0-3 16,3 0 5-16,2 0-1 16,2-1 5-16,3-1 0 15,-3 1 0-15,3-3 3 0,-1 1-1 16,3 0 1 0,1-3-1-16,3 2-2 0,-1 0 0 15,1 0 1-15,-1 1-1 16,-1-1 0-16,1 1 1 15,3 0-1-15,0 0-2 16,1-1 2-16,2 1 0 0,1-1 3 16,1 2-2-16,0-1 1 15,0-1-2-15,0 1 1 16,-2-1-2-16,2 1 3 16,-2 0-2-16,4-1 0 15,-1 1 1-15,1-1-1 0,0 1 0 16,-2 0 0-16,2 2 0 15,-1-2 0-15,2 2 1 16,-1-1-1-16,-1 1 0 16,4-1 0-16,0 1 0 15,1-1 0-15,2-2 0 0,-2 1 0 16,0-1 0-16,2-3 1 16,3 3 0-16,0-2 14 15,1 2-2-15,0-2-3 16,1 1-5-16,-1 0-2 15,-2 1-3-15,-2 1 1 0,-1-1 0 16,-1 0-1-16,-2 1 0 16,-2 1 1-16,-2-2-1 15,-3 3 0-15,-3 1 0 16,-2 0 0-16,-6 0 0 16,0-2-27-16,-6-2-83 0</inkml:trace>
  <inkml:trace contextRef="#ctx0" brushRef="#br0" timeOffset="-29811.06">17159 9806 82 0,'-9'0'2'0,"0"0"3"0,1-1 5 0,2-3 1 0,1-2 5 16,0 3 5-16,2-1-5 15,-2 1-6-15,2 0-7 16,0 2-4-16,3 1-12 16,-1 0-25-16,1 0-9 15,0 0 26-15,3 3 17 16,6 2 2-16,4-2 8 0,3 0 8 16,2-3 8-16,6 0 2 15,5 0-1-15,7 0-10 16,2 0-5-16,11-3-5 15,3-4-1-15,6 0-2 16,1 1 0-16,3-1 0 0,-1 2-4 16,-3 0-2-16,-2 1 3 15,-3 0 4-15,-3 1-1 16,-4 2 0-16,1 0 0 16,-3-1 0-16,-2 0 0 15,2 1 1-15,2-1-1 0,1 0 3 16,0 0 1-16,2-1 1 15,-4 3 0-15,4-4-3 16,-5 4-1-16,2-3 0 16,-3-1-1-16,3 0-1 15,-4-2 2-15,-1 0-1 0,-1-1 1 16,0 0-1-16,-3 1 0 16,3-1 0-16,-2 2 0 15,3-1 1-15,1 0 0 16,0 2-1-16,-2 0 0 15,2 1 0-15,-7 2 1 16,-1 1-1-16,-4 0 1 0,-6 0-2 16,-6 0 1-16,-4 0 1 15,-3 0-1-15,-3 0 0 16,-3 0 3-16,2 0 12 16,-1 0-5-16,-2 0-6 0,1 0-3 15,-1 0 1-15,-3 0-1 16,1 0-1-16,-2 0 1 15,0 0 3-15,1 0 6 16,1-2-5-16,1-2-4 16,3 0-1-16,0-2-1 0,4-1 1 15,3-2 0-15,0 1-1 16,3-4 1-16,-3 1-1 16,3-3 1-16,-1-2 0 15,3-1 0-15,-5-3 0 16,3-1 2-16,-3 2-1 15,-4 0-1-15,1 0-1 0,-2 1 1 16,-5 2-1-16,-1-1 1 16,-2 0 0-16,0-3 0 15,0 2-1-15,0-3 3 16,0 0 2-16,-2 0 1 16,1 0 1-16,-1-1-3 0,-2 1-2 15,1 0-1-15,-2-2 0 16,-1 3 0-16,0-1-2 15,-1 3-1-15,0-1 3 16,-4 2-1-16,4 2-4 0,-2 2 0 16,-2 0 8-16,2 0-1 15,0 2-2-15,-3-1 3 16,1 0-3-16,0 0 0 16,0 1 0-16,-2 1 0 15,-1 0 0-15,-1 1-3 16,-1 1-3-16,-1 0 2 0,-2 0 1 15,-1 1 3-15,0 1-2 16,-3-1 4-16,4 2 3 16,-5-1 0-16,2 2-2 15,0-1 0-15,-1 1-3 16,-2 2 0-16,0-1-2 0,-2 1 2 16,0-2-1-16,-3 1 2 15,0-1-2-15,-1-2 2 16,1 3-2-16,-1-1 0 15,0 0 2-15,0 0-1 16,1 1 1-16,-4 0-2 0,2 2 2 16,0-1-1-16,-3-2 0 15,3 4 0-15,-4-2-3 16,3-1 3-16,-2 1 2 16,1-1-2-16,-4 1 5 15,4-1-2-15,-3 2-1 16,1-2-1-16,0 1-1 0,-2 1 1 15,2 0-1-15,2 1-1 16,-3-1 1-16,5-1 0 16,-4 0 0-16,3 0 1 15,0-2-1-15,0-1 0 16,0 1 0-16,-3-3 0 0,3 3 0 16,-2-1 1-16,-3-2-1 15,2 0 0-15,-5 0 0 16,1 1 1-16,-2 1-1 15,-1-1 1-15,-2 3 4 0,1-1-4 16,-1 3 0-16,3-1 0 16,-5 2-2-16,0 0 1 15,-2 0 0-15,-3 0 0 16,1 0 0-16,-4 0 0 16,1 0-1-16,2 0 2 15,0 0-1-15,1 0 0 0,-1 0 1 16,0 2-1-16,2-1 0 15,-4-1 0-15,4 3 0 16,-3-3 0-16,0 0 0 16,2 0 0-16,-6 0 0 15,0 0 0-15,-2 1 0 0,1-1 0 16,-4 2 0-16,4-1 0 16,0 2 0-16,1-3 0 15,4 3 1-15,-1-2 0 16,2 2-2-16,2 1 1 15,0-1 0-15,-1 0 0 0,4 1 0 16,-4 2 0-16,6 0 0 16,-3 2 0-16,5 1 0 15,-2 2 0-15,4 0 0 16,-1 2 0-16,2 2 0 16,2-1-1-16,2 1 2 0,2 2-1 15,4-1 0-15,2 7-1 16,-1-1 1-16,3 4 0 15,0 2-1-15,1 2 1 16,0 1 0-16,0 1 0 16,0-1 0-16,0 0 0 0,2 0 0 15,4-1 0-15,1 1 0 16,1-1 0-16,4 3 0 16,5-2 0-16,4-1 0 15,0 0-1-15,4-2 1 16,0 3 0-16,0-1 0 0,6-1 0 15,-2-1-1-15,2-1-2 16,3-1 1-16,-1-4 1 16,1-2 0-16,3-1 0 15,-1-2-1-15,4-1 1 16,2-1 1-16,4 1 1 0,-2-1-1 16,2 2 1-16,2-1 1 15,-1-2-2-15,2 3-1 16,-1-3-1-16,0-1 2 15,3-1-1-15,0-1 2 16,2 0 1-16,1 1-2 16,2 0 1-16,0 0 0 0,0-1-1 15,-1 3 0-15,1-3-1 16,0 1 0-16,0-1 1 16,0-2 0-16,1-2-1 15,3 1-2-15,4-3 1 16,-3-2 3-16,5 1-2 0,-1-3 1 15,2-1 2-15,-2 0-2 16,1 0 1-16,2 0 0 16,-1 0 0-16,4 0 1 15,0 0-2-15,2-3 1 0,-1 1 0 16,0 0-1-16,1-1 2 16,-5 2-2-16,0 1 1 15,0 0-1-15,0 0 0 16,0 0 0-16,-1 0 0 15,1 0 0-15,-1 3 0 0,-1 0 0 16,1-2 0-16,-2 2 2 16,3-2-2-16,1-1 0 15,1 0 0-15,2 0 0 16,1-7 0-16,5 0 8 16,-2-3 2-16,7-1-2 15,3-1 3-15,3 1-4 0,-1 1-4 16,6-1-2-16,1 1-1 15,1 1-1-15,-2 4-2 16,4 1-10-16,-3 1 3 16,-1 1 0-16,-2 2 4 0,-2-1 4 15,-7-1 2-15,-1 0 0 16,-2 0 0-16,-3-1 0 16,-1 0 0-16,-6-1-2 15,0-3-45-15,-4-3-99 16</inkml:trace>
  <inkml:trace contextRef="#ctx0" brushRef="#br0" timeOffset="-27760.07">18888 11265 100 0,'0'0'24'0,"0"0"-13"0,0 0-10 0,0-1 0 16,4 1-1-16,-2 0 0 15,0 0-1-15,0 0 0 16,-1 0 1-16,0 0 0 15,-1 0-1-15,0 0 1 16,0 0 6-16,0 0 24 0,0 0-22 16,0 0-3-16,2 0 1 15,2 0-8-15,3 0 4 16,3 0-2-16,1 0 0 16,3 0-4-16,3 0-6 15,3 0 6-15,1 0 1 16,5 0 2-16,3 0 4 0,4-6 1 15,1 3-1-15,3-2-2 16,4 1 0-16,-1-1 0 16,2 1-1-16,1 0 0 15,-1 0 2-15,-2 0-2 16,1 1 0-16,-3-1 0 0,0 3 4 16,3-4 6-16,-1 3-8 15,-2-1-1-15,2 0-1 16,2 0 1-16,-2 1 5 15,0 0 2-15,1-1 0 16,1 1-5-16,0 1 0 0,2 0 0 16,1-1-3-16,-1 0 1 15,0 0 1-15,-3-1-2 16,1 2 0-16,-4-3 0 16,-1 2 0-16,3-1 0 15,-3 2 1-15,-2-1-1 0,-1 1 0 16,-5 1 0-16,-2 0 2 15,-2 0 6-15,-8 0 4 16,0 0-4-16,-5 0-3 16,0 0-4-16,-6 0 2 15,-1 0-3-15,-3 0 1 0,-1 0 2 16,-1 0 4-16,0 0 5 16,0 0-2-16,0 0-4 15,0 0-2-15,0 0-2 16,0 0-1-16,0 0-2 15,0 0 0-15,2 0-2 0,0 0-18 16,-2-3-26-16,0-3-89 16</inkml:trace>
  <inkml:trace contextRef="#ctx0" brushRef="#br0" timeOffset="-24870.96">17500 9779 74 0,'-5'-1'2'0,"0"-3"4"0,2-2-2 0,-3 3-1 0,2 3 0 15,2-4 4-15,-2 3-2 16,2-1 4-16,-2 1-2 0,1 1-4 16,-1 0-3-16,-1 0-3 15,0 0-10-15,-3 1-4 16,1 2 8-16,-1 3 5 16,1-1 4-16,-2-2 2 15,2 1 3-15,-2-1 3 0,5 2 1 16,-1-2-1-16,1-1-1 15,2-2 4-15,2 0 10 16,0 0 3-16,0 0-11 16,0 0-12-16,0 2-2 15,7-2 2-15,3 0 0 0,4 0 1 16,2 1-1-16,4-1-2 16,2 0 4-16,2 0-2 15,1 0-1-15,2 0 2 16,0 0-4-16,-1 0 2 15,1 0-2-15,-2-3 2 16,4 0 2-16,0-1 5 0,0 1-3 16,3-1-2-16,3 1 0 15,0 2-2-15,1-1 1 16,3 1-1-16,-3 0 0 16,0-1-1-16,1 2-4 15,-1 0-7-15,3 0-3 0,0 0 9 16,-1 0 1-16,-1 0 3 15,2 0 2-15,-1 0 0 16,0 0-1-16,0 2 1 16,0 0 0-16,1 1 1 15,0 0-1-15,-1-3 0 0,0 0 0 16,-3 0 0-16,-1 0 2 16,0 0 0-16,-2 0 1 15,1-3-2-15,0 0 2 16,3-1-1-16,-3-1-1 0,4 0 0 15,-5 2 0-15,1-1-1 16,-4 0 0 0,-4 1 1-16,0 1-1 0,-1 0 0 15,0-1 2-15,-5 1-1 16,5-2 4-16,-2 3 3 16,0-1-4-16,0-2-1 15,-3 0-2-15,0 0 0 0,-3-1 3 16,-6 1-3-16,1 1 0 15,-1-1 0-15,-5 0 3 16,1 1 3-16,0-3-1 16,-2 3-1-16,2 0-2 0,-1 0-3 15,3-3 1-15,2 1-1 16,0 0 0-16,2-3 0 16,1 1-1-16,-1-1 0 15,1-1 0-15,-2 1 2 16,-2-2 0-16,3-2-1 0,0 1 0 15,-1-2 0-15,3 1 0 16,-3-1 0-16,-1 0 1 16,-1 0-1-16,-3-1 0 15,0 0 1-15,-5 0-1 16,-1-1 3-16,0 1 0 0,0-3 1 16,0 1-1-16,0-1-1 15,0 0 1-15,0-1-2 16,0-1 5-16,0 0-4 15,0-1 1-15,0-1 0 16,0 3-1-16,0-3 0 16,0 5-1-16,0-2 1 0,0 1-2 15,-3 0 0-15,1 1 1 16,-4-1-2-16,2 0 1 16,1 0-1-16,-3 0 1 15,0 0 1-15,1-1-2 0,-1 1 1 16,2 2 0-16,-4 0-7 15,-1-1 1-15,1 3-1 16,-4 2 14-16,-2 1-8 16,2-1 3-16,-3 2-1 15,0 1-1-15,0-1 1 0,0 1 0 16,-3 1-1 0,1 2-1-16,-2-2 2 0,1 1 0 15,1 1-1-15,-2 0 1 16,2 0-1-16,-1-1 1 15,1 2-1-15,0 1 0 16,-3-3 2-16,1 1-2 0,0 0 0 16,0 1 0-16,-2-1 0 15,-3 0 0-15,1 2 0 16,-1-2 0-16,-1 2 0 16,-1 0 1-16,0 0-1 15,0 3-1-15,-1-1 2 0,3-1-2 16,-1 2 2-16,0-1-2 15,1-2 1-15,2 2-2 16,-1-1 4-16,-2-2-2 16,-3 3 0-16,0-2 0 0,-1 1 0 15,-5 1 0-15,1-1-2 16,0 0 2-16,-1-1-1 16,1-1 1-16,-1-1 0 15,3 1 1-15,-3-1-2 16,0 0 2-16,1 1 1 15,-1-2-1-15,-1 3-2 16,-1-1 2-16,-3 1-2 0,0 2 1 16,1-1 0-16,-2 1 0 15,2 0 0-15,-5 0 1 16,5 0-1-16,-3 0 0 16,-1 0 0-16,1 1 0 0,1-2 0 15,-1 2 0-15,0 0 1 16,0 0-1-16,0 0 0 15,1 0 0-15,2 0 0 16,2 0-1-16,0 0 1 16,5 0 1-16,-1 4-1 15,0-1 0-15,5 1 0 0,1-1 0 16,2 1 0 0,-1-1 0-16,3 1 0 0,2 0 0 15,-2-1 0-15,3 1 0 16,2 0 0-16,-3-2 0 0,5 4 0 15,0-2 0-15,2 1 0 16,0 2 0-16,2 4 0 16,2-1-1-16,-1 4 1 15,0 3 0-15,3-1 0 16,-3 5-1-16,1-1 1 16,3 4 0-16,-2-1 0 0,3 1 1 15,1 2-2-15,-1 2 1 16,3-1 0-16,2 3 1 15,0 1-1-15,0-1 0 16,0 1 0-16,0-1 0 16,2-1 0-16,3-1 0 0,-1-1 1 15,-3 0-1-15,2-3 0 16,-1 0 0-16,1-1 0 16,-1 0 0-16,1-1 1 15,1 1-1-15,-1-2 0 0,0 1 0 16,0-1 1-16,-2-3-1 15,0 1 0-15,-1-2 0 16,0-1 0-16,0-1 1 16,1-1-2-16,-1 1 1 15,2-3 0-15,-1 1 1 16,1-1-1-16,1 0 0 0,-3-2 0 16,2-1 1-16,-2-1-2 15,1-1 2-15,1 0-1 16,0 0 1-16,1-2-1 15,2-1 2-15,1 0-2 16,4-1 0-16,3 0 0 0,6 0 1 16,4-3-1-16,6 0-35 15</inkml:trace>
  <inkml:trace contextRef="#ctx0" brushRef="#br0" timeOffset="-20990.99">18880 9272 100 0,'0'0'-3'0,"0"0"-94"0</inkml:trace>
  <inkml:trace contextRef="#ctx0" brushRef="#br0" timeOffset="-17616.12">17295 9007 106 0,'-2'0'2'0,"2"0"2"0,0 0-2 15,-2 0-2-15,2 0 1 0,-3 0-1 16,1 0 0-16,-1 0 0 15,1 0 1-15,-2 0 2 16,-2 0-3-16,3 0 2 16,-1 0-2-16,-3 0 1 15,2 0-1-15,-1 0 0 16,1 4 0-16,-4-1 0 0,0 1 1 16,-1 2 1-16,1 2-1 15,-1-1 0-15,-1 3-1 16,0-1 0-16,-2 1 0 15,3 1 0-15,-1-1 0 0,2 0 0 16,-1-1 0-16,3-1 1 16,0 2-1-16,0-1 1 15,-2 1 4-15,0-2 3 16,0 3 1-16,0 1-2 16,-1 0-3-16,3 1-1 0,-3 3-3 15,4 0 0-15,-3 1 0 16,2 1 1-16,0 1-1 15,-1-1 1-15,3-1-1 16,-1 3 1-16,1-2-1 16,0-2 2-16,3 1-2 0,-1 2 1 15,2-2-1-15,0 1 2 16,1 2-2-16,0-2 1 16,0 0-1-16,0-3 1 15,0-1-1-15,0-2 0 16,0-1 2-16,0-4-1 15,1 2 3-15,5-2-4 0,-1 0 3 16,2 1-1-16,-2 0-2 16,1 1 1-16,0-1-1 15,2 0 0-15,-1 1 1 16,1-1-2-16,-1-1 2 0,4 0-5 16,-2-4 3-16,2 2 3 15,1-1 0-15,0-2 2 16,0 1-3-16,2-1 2 15,-1 1-1-15,1-1-2 16,0 0 1-16,0 2 1 0,-1-1 1 16,2 1-2-16,-2 2 0 15,4-1 1-15,-1 0-2 16,2-2 0-16,-1 0 1 16,2-2-2-16,3-1 4 15,-2 0 3-15,3 0-4 16,1 0 2-16,-2 0-3 0,1 1 0 15,1 2 0-15,-5 0-1 16,2 1 0-16,-3 2 0 16,-4 2 0-16,0-1-9 15,-4-2-73-15</inkml:trace>
  <inkml:trace contextRef="#ctx0" brushRef="#br0" timeOffset="-16392.53">20194 15033 150 0,'-3'1'8'0,"2"1"21"0,0-2-12 0,1 0-10 16,0 0-1-16,0 1-7 15,0-1-10-15,0 3-1 16,0-1-15-16,0-2-37 0</inkml:trace>
  <inkml:trace contextRef="#ctx0" brushRef="#br0" timeOffset="-10748.72">17300 9671 90 0,'0'0'54'0,"0"0"-43"0,0 0-5 16,0 0-5-16,0 0-1 0,0 0-2 15,0 0-3-15,0 0 4 16,0 0 7-16,0 0 2 16,0 0 1-16,0 0-7 15,12 22-1-15,-9-21-1 16,4 2 0-16,-3 0 0 0,5-2-1 16,-2 1 2-16,6-2 6 15,1 0-3-15,2 1 5 16,3 0-7-16,-1 1-1 15,2 2 0-15,1 1-1 16,3 0 0-16,-2-1 0 16,1 1 1-16,2-1-1 0,2-1 0 15,2 2 0-15,0-3-1 16,4 2 2-16,1 1-1 16,0-1 0-16,0 0 1 15,-2-1-2-15,-1 0 1 0,-2-2 0 16,-5-1 1-16,0 0-4 15,-2 0 3-15,-4 0 9 16,2-3-2-16,-1-1-2 16,-1 0-4-16,0 0 0 15,0 0-1-15,-4 2 1 0,1-1-1 16,-1 2 0-16,-1-2 0 16,-2 3 1-16,1-3-1 15,-1 0 0-15,3-1 1 16,1-2 1-16,0-2 3 15,3-1 0-15,-1-4-2 16,2 1 4-16,3-3-3 0,1 1 2 16,-4 0-2-16,0 0 3 15,-1 0 4-15,-3 2-1 16,-4 1-2-16,-1 1-3 16,-3 0 2-16,1-1 1 15,0-2-4-15,0 0-3 0,-1-3 3 16,3-2-3-16,-3-1 2 15,1-2-1-15,0 1-1 16,1-4 2-16,1 3-1 16,2-3-2-16,-4 1 0 15,3 0 0-15,-1 2 0 0,-1 1 0 16,-4 0 0-16,2 2 3 16,0-1-2-16,-2-1-1 15,2 0 1-15,-3 1-1 16,4-1 1-16,-5 0-1 15,1-3 1-15,-1 2-1 0,0-2 1 16,-1 0-1-16,-2 2 1 16,0-1 1-16,0 1 1 15,0 3 0-15,-2-2-1 16,-5 4 0-16,3-1 2 16,-4 2-4-16,2-1 2 15,-2 1-1-15,1 3 0 0,-1-3 0 16,-2 3-2-16,1 1 1 15,-2 2 4-15,-4-1-3 16,1 2 0-16,-2 2 1 16,-1-1-6-16,-2 1 1 15,1-1 6-15,-1 1-3 0,1-1 4 16,0 0-4-16,-2 0 2 16,2 1-2-16,0 1 1 15,-2-1-1-15,2 3-2 16,-5-1 0-16,1 1 0 0,-3-1 3 15,0 0-1-15,1-2 1 16,0 3 1-16,1-1-1 16,-2 0 0-16,2 2 0 15,0 2-1-15,-2 0 0 16,-2 0-1-16,-1 4-1 0,0 1-2 16,-3 0 2-16,-3 1 0 15,1-2 2-15,-2 2-1 16,1 1 2-16,-1 0-1 15,3 0 0-15,-3 1 0 16,3 1 0-16,1 0 0 16,0 1-1-16,1-2 1 0,0 2 0 15,2-1 0-15,-1 1 0 16,1 0-1-16,1 0 1 16,2 1-3-16,-1 0-8 15,3-1 16-15,0 2-5 16,-2-1 2-16,1 5-2 0,4-2 0 15,-4 1 0-15,3 2 0 16,-3 2 0-16,6-1 0 16,-2 4 0-16,4-1 0 15,-2 1 0-15,5 0 0 16,1-1 0-16,0-1-2 0,4 0 2 16,-1-1 0-16,2-1 0 15,1-1 0-15,-1 0 0 16,0 0 0-16,1 0 0 15,0 0 0-15,3 2 2 16,-1-1-2-16,1-1 0 0,1 3 0 16,1-1 0-16,0 0 0 15,1 1 0-15,-3 2 0 16,3-4 0-16,0 1 0 16,0-2 0-16,0 0 0 15,0-4 0-15,3-1 0 16,3 1 0-16,3-2 0 0,2 1 1 15,1-1 0-15,1-1 1 16,1 3-2-16,-1-2 0 16,-2-1 1-16,3 0-2 15,-1 2 1-15,1-2-1 0,0-1 0 16,3 1 0-16,-2 0 2 16,-1-1-1-16,1-1 0 15,1 0 0-15,-2-1-1 16,2 0 0-16,0 0 1 15,3 0 0-15,0-3-2 16,4 3 2-16,0-1-1 0,4-2 1 16,-1 3-7-16,-1 0-2 15,0-1 0-15,-1 0 4 16,-5 2 5-16,0-2-3 16,2-2 3-16,-1 3 0 15,1-1 0-15,2-2 0 0,3 0 0 16,1 2 0-16,1-2 0 15,0-1 0-15,2-1-1 16,-4-1-4-16,3-1 2 16,-2 0 1-16,0 0 2 0,0-6 0 15,0-1 0-15,-1 0 0 16,0 0 2-16,0-1-2 16,1-1-1-16,-2 0 1 15,2-2 1-15,1 1-1 16,-1-1 1-16,1 1-1 15,-1-3 0-15,-2 0-1 0,0 2 2 16,-2 0 0-16,-1-2-1 16,-5 0 1-16,1 0 0 15,0-1 1-15,-1 0 1 16,0-2 0-16,0-1-1 16,2 0-2-16,-4-1 1 15,-1-1 0-15,-1-1-2 0,-4 2 2 16,0-4-1-16,-2 1 0 15,-2-3 0-15,1 3 1 16,0-5-2-16,-3 2 3 16,6-3-2-16,-4 3 1 0,3-4-1 15,1 1 0-15,1-2 0 16,0 2 0-16,-4-1-1 16,2 1-1-16,-6 1 3 15,0 2-1-15,-2 2 1 16,0 0 2-16,0 5 0 0,-2 0 1 15,-5 1-1-15,1 1-1 16,1 1 0-16,-5-1-3 16,-1 2-2-16,-1 1 1 15,-4-1 2-15,-2 3-1 16,-1-3 4-16,1 2-3 0,-1 0 0 16,-2-1 1-16,4 2 0 15,-1-1-1-15,1-2 0 16,1 1 1-16,0 0-1 15,-2-1 0-15,-1 2 0 16,-1-2 1-16,-3 4-2 0,-2 1-1 16,0-2-2-16,-4 3 3 15,-1 0 1-15,1 0 1 16,0 0 1-16,-1 2-2 16,-3 0 0-16,-2 0 0 15,2 1 0-15,-3 1 0 0,-2 2 0 16,0-1 0-16,0 1 0 15,0 1 0-15,-2 0-1 16,2 0 0-16,-2 0 2 16,-1 5-1-16,0 1-1 15,-1 0 2-15,1 1-2 16,3-1 2-16,1 1-1 0,2-1 0 16,4 0 0-16,4 2 0 15,0 0 0-15,2 2 0 16,1 3 0-16,-3 4 0 15,0 0-1-15,-2 4 1 16,-1 1-1-16,5 1 1 0,0-1-1 16,1 4 1-16,3-1 0 15,4 1 0-15,-1 2-2 16,5 1 4-16,-1 1-2 16,3 0-2-16,4-1 2 15,0 0 2-15,2 0-2 0,5-3-2 16,0-1 2-16,0-2 0 15,0 3-1-15,0-3 2 16,3 1 1-16,4 0-1 16,-2 0-1-16,1 0 0 15,0 0 0-15,0-1 0 0,4-2 0 16,-4-1 0-16,2 0 0 16,3-1-1-16,-3-2-1 15,2 0 5-15,1-2-3 16,0 2 0-16,-2-1 1 15,4 0-1-15,-2-1 0 16,3 1 0-16,1-2-5 0,1-1 5 16,4 1 0-16,1-4 0 15,1 1 0-15,2 1 1 16,0-1-1-16,-1 2 2 16,2-2-2-16,-5 1 0 0,4-1 0 15,1 0 0-15,2-1-2 16,1 0-1-16,4-3 1 15,4 1 2-15,4 0 0 16,0-4-1-16,3 1 1 16,-1-2-1-16,3-3 0 0,-2 0-1 15,4 0-4-15,-5 0 4 16,3-8-2-16,0-2 4 16,-1 0 0-16,3-1 1 15,-5 0-1-15,2-1 1 16,-4 1 0-16,1 0-1 15,-3 2 1-15,-2-2-1 0,-2-1 0 16,-4 1 0-16,-1-1 0 16,-2-2 0-16,-3 0 0 15,2-3 0-15,-3 1-1 16,1-5 2-16,0-3 0 16,1-2-1-16,0-2 0 0,-1-5 0 15,-1-1 0-15,-1 0 1 16,-4 0-1-16,-4 1 0 15,-1 2 0-15,-6 1 4 16,1 2 2-16,-6 1 0 16,0 0 2-16,0 1-3 0,0-2-1 15,-2 1-3-15,0 0-1 16,0-3 0-16,-5 3 0 16,-2-3-1-16,-3 1 1 15,1 3 0-15,-3 0 4 0,3 2-4 16,-3 3 2-16,2 3 0 15,-1 2 1-15,1 3-5 16,0 2 2-16,-1 1 0 16,-1 0 0-16,0 1-2 15,-1-1 3-15,-1 2 0 16,-1-1-3-16,0 2 1 0,-1-1 2 16,0 2-4-16,-1-1-1 15,-3 0 0-15,1 1 2 16,-4 0 0-16,0 2 3 15,-4 0-3-15,0 0 1 16,-2-1 1-16,0 3 0 0,0-1-1 16,0 1 0-16,-1 1 2 15,1 1 0-15,2 0-1 16,-1 0 0-16,1 0 0 16,-2 0 0-16,2 1 0 15,0 2 0-15,-2-1 0 0,4-1 0 16,-1 2 0-16,4-2 1 15,1 2-1-15,-1 0 0 16,2 1 0-16,-1 2-1 16,1-2 0-16,0 2-8 15,1 1 0-15,0-2 5 0,2-1 4 16,0 0-1-16,4-1 2 16,0-2-2-16,2 3 2 15,0-2 0-15,1-1-1 16,0 3-1-16,0-1 2 15,1 0-1-15,0 3-1 0,1 0 1 16,-3 3 0-16,-1-2-8 16,0 2-5-16,-2-2 3 15,1 2 5-15,1-1 4 16,-1-1 0-16,0 0-1 16,-2 3 2-16,1 0 2 15,-3 2-2-15,2 3 1 0,-3 0-1 16,-2 1 0-16,4 0 0 15,-2 1 0-15,1-2 0 16,1 1 0-16,1 1 1 16,-1-1-1-16,2 2 0 0,-2 1 0 15,3 2 1-15,-1-1-1 16,2 3 0-16,3 0 1 16,2 1-1-16,-2 1 1 15,4 3 0-15,-1 1-1 16,0 1 0-16,3-3 0 15,-2 3 0-15,3-5 1 0,2 1-1 16,0-2 0-16,0-1 2 16,0-2-2-16,9 0 0 15,-2-1 0-15,4 0-2 16,1-3 0-16,1 0 1 16,2-1 0-16,-1-2 0 0,-1 0 1 15,2 0 1-15,-1-2-1 16,1-1 0-16,-1 2-2 15,3-3-2-15,1 0 3 16,1-2 1-16,1 0 0 16,-1-1-1-16,2 1 2 0,0-2-2 15,-3-1 2-15,1 1-1 16,-2 1 1-16,0 0-1 16,3-1 1-16,-3 0-2 15,3 1 1-15,2 1 1 16,1-3-1-16,2 0 0 0,0 0 0 15,3-1-1-15,0 0 1 16,3-3-1-16,-2 2 2 16,0-1-1-16,1-1 0 15,1-1 0-15,0 0-2 16,0 0 2-16,-1-3-1 0,0-5 4 16,0-2 4-16,1-3 2 15,0-1 1-15,1 1-1 16,3-4-5-16,-3 0-3 15,2 1-1-15,-2-2-7 16,-1-1-12-16,-3 1 4 16,-2-2 10-16,-4-1 2 0,1 0 4 15,0-4 0-15,-1 1-1 16,-1-3 2-16,2 0-1 16,-2-3 1-16,-2-1-1 15,-1 1 0-15,-4-1-1 0,-1-2 3 16,-5 2 2-16,-2 0 1 15,-2 1 0-15,-1 0-2 16,-1-1-1-16,-2 3 1 16,0 2-1-16,-3-4-1 15,-3 3 1-15,-3 2-2 0,0 2 0 16,-5-1-1-16,-1 0 4 16,0 1-3-16,0 0 5 15,-1 1-1-15,2 0 1 16,0-2-2-16,2 3 0 15,2-2-1-15,0 2-1 0,0-1 0 16,-1 4 0-16,-1 2-3 16,-1 2 0-16,-5 3-7 15,0 2 4-15,-4 4 3 16,-1 0-4-16,-2 2 0 16,0 0 10-16,-2 2-4 15,0 0 0-15,-1 1-1 0,-1 0 0 16,-2 0 0-16,-3 0 0 15,-3 5-5-15,-2 1 0 16,-1 0 2-16,-5 0 3 16,1 0-1-16,0 2 1 15,1-1-1-15,2 0 2 0,-1 1-2 16,-1-1 2-16,3 1-1 16,1 0-1-16,-1 1 2 15,5-1-1-15,-1 1 0 16,3 0-1-16,2 0 1 15,3 2-2-15,0 0-2 0,3 0 2 16,1 0 1-16,0 3 1 16,0-1 0-16,2 3 0 15,0 4-1-15,0 1 1 16,2 3 0-16,2 3 0 0,-2 3 0 16,3 1-1-16,0 2-1 15,1 0 0-15,5-2 1 16,0-3 2-16,1 1-2 15,6-1 1-15,2 1 0 16,0 0 0-16,2 1 0 16,0 0 0-16,4 1 0 0,2-1-1 15,3-2-1-15,1 1 1 16,-1-2 2-16,3-2-2 16,-1-2 2-16,2-2-2 15,1-2-1-15,0-4 2 16,3 0 0-16,-1-3 0 0,3-2-1 15,1 0 2-15,0-3-2 16,1 1 1-16,4-3 1 16,-1-5-16-16,-4 0-55 15</inkml:trace>
  <inkml:trace contextRef="#ctx0" brushRef="#br0" timeOffset="-9879.5">17467 9707 11 0,'0'0'49'0,"-1"0"-6"0,0 0-5 16,1 0 13-16,0 0-17 0,0 0-9 15,0-1-11-15,0 0-10 16,2-1-1-16,2-1-3 15,2 2 3-15,2-1-8 16,-3 2-18-16,-1 0-19 16,0 0 0-16,0 0 23 15,-4 0 17-15,0 0 4 0,0 0 26 16,0 0 31-16,0 0-15 16,0 0-16-16,0 0-6 15,0-3-2-15,0 3-5 16,0 0-4-16,0 0-7 15,0 0-5-15,0 0-7 0,4 0-20 16,4 0-11-16,-1 0-46 16,5 0-119-16</inkml:trace>
  <inkml:trace contextRef="#ctx0" brushRef="#br0" timeOffset="-9303.03">18044 9585 119 0,'0'0'25'0,"0"0"1"0,0 0-20 0,0 0 4 0,0 0 2 16,0 0-5-16,0 0-1 15,0 0-2-15,0 0 2 16,0 0 5-16,0 0-1 16,33-20-7-16,-23 17-1 15,2-1-1-15,0 0 0 0,1-1 0 16,-1 1-2-16,1 1 2 16,2 0-3-16,-3 2-9 15,1-2-22-15,-6 3-32 16,-1-1-22-16</inkml:trace>
  <inkml:trace contextRef="#ctx0" brushRef="#br0" timeOffset="-9062.45">18026 9602 85 0,'0'0'2'0,"0"0"-11"16,0 0-6-16,0 0 30 16,0 0-2-16,0 0 6 15,0 0 6-15,41-12 5 0,-28 8-2 16,3 0-8-16,-1-2-11 16,5 2-7-16,-2 0-1 15,4-2-3-15,-3-4-62 16</inkml:trace>
  <inkml:trace contextRef="#ctx0" brushRef="#br0" timeOffset="-8021.02">20603 16244 145 0,'0'0'67'0,"0"0"-25"0,0 0-26 15,0 0-9-15,0 0-7 0,0 0 0 16,0 0 1-16,0 0 1 16,0 0-1-16,0 0 0 15,0 0-1-15,0 0 1 16,0 0-2-16,18 0 2 16,-8 0-1-16,1 0 0 15,2 0 0-15,0-1 1 0,1-2-2 16,-1 1-2-16,0 0-9 15,-2-1-24-15,-6-1-55 16,-1 1-50-16</inkml:trace>
  <inkml:trace contextRef="#ctx0" brushRef="#br0" timeOffset="-7808.13">20597 16307 163 0,'0'0'5'0,"0"0"-8"16,0 0 3-16,0 0 3 16,0 0 1-16,0 0-4 15,0 0 4-15,0 0 2 16,46-3-3-16,-33-3-2 16,1-1 0-16,0 0 0 15,-1 0-1-15,-1 0-48 0,-6 4-92 16</inkml:trace>
  <inkml:trace contextRef="#ctx0" brushRef="#br0" timeOffset="-7680.37">20672 16330 203 0,'0'0'-1'16,"0"0"-5"-16,0 0 6 15,44-13 6-15,-19-3-4 16,0-1-72-16</inkml:trace>
  <inkml:trace contextRef="#ctx0" brushRef="#br0" timeOffset="584">19102 17538 57 0,'1'0'34'0,"-1"0"-13"0,0 0-12 0,0-1-6 15,0 0-3-15,0 0 0 16,0 1 0-16,0 0 0 16,0 0 0-16,0 0-2 0,0 0 4 15,0 0 2-15,0 0 25 16,0 0-3-16,0 0 4 16,0 0-7-16,0-1-19 15,0 0-5-15,0-1 0 16,0 2-1-16,-1-1-3 15,-2-1-3-15,0 0 0 0,-5-1 7 16,3 0 12-16,-4 0 5 16,2-1-3-16,-1 1-3 15,1-1-5-15,-2-1-2 16,0 1-3-16,0 0 2 16,-2 1-1-16,-3-1 0 15,1-2-1-15,-1 3 7 0,-1-2 12 16,-1-1-2-16,-1 0 1 15,1 2-2-15,1-2-6 16,-1 3-8-16,0 1-1 16,0-1-1-16,-4 1 1 15,2 2-2-15,-4-2 1 0,-1 2 0 16,0 0 1-16,-3 0-1 16,0 0 1-16,-3 0-2 15,0 0 1-15,-1 0 1 16,-5 0 0-16,1 0-1 15,-3 0 1-15,-1 0-1 0,1 4 0 16,-1-1 1-16,0 1 14 16,1 2-9-16,2-1-2 15,-2 2 6-15,5 0-7 16,-3 2-3-16,1-1 1 0,-3 2-3 16,-2 2 1-16,3-1 1 15,-4 2-1-15,0-2-7 16,-1 3 8-16,1-2 2 15,1 2 2-15,1 2 0 16,1-1-3-16,2 2 0 16,3 0-1-16,3 0 1 0,0 1-1 15,4 2 1-15,2-4-2 16,2 3 1-16,1-1-1 16,5-1 1-16,1 2-1 15,3-5 0-15,4 3-3 16,0-2 3-16,4 0 0 0,-1 0-1 15,4 2 1-15,0-2-1 16,0 0 1-16,0 2-1 16,4-1-1-16,6-2-1 15,-2 3 1-15,4 0 1 16,1-1 3-16,1 1-9 0,2 0 12 16,1-1-2-16,4 2-4 15,5-2-10-15,1-1 13 16,3 2 8-16,7-3-20 15,3-1 15-15,5 3-2 16,2-5 1-16,6 1-7 0,3 1 9 16,3-1-4-16,2 1-1 15,3-1-1-15,-2 2 2 16,3 0-1-16,-5 0 1 16,3 0-1-16,-2 3 0 15,3-2 1-15,1-1-1 16,2 0 0-16,7 0 1 0,3-3-1 15,5 1 0-15,5-1 0 16,2 2 0-16,4-3 1 16,0 1-1-16,-1-2 0 15,0 2-12-15,2 2-16 0,-1-2 10 16,-8 1 10-16,2-2 9 16,-2 1 0-16,0-4 1 15,-5 0 4-15,5-3 8 16,2-2 0-16,-1-2 3 15,1 0-10-15,-1-9-5 0,-3-4-1 16,-4-1 0-16,-6-4 0 16,-4-2 0-16,-2-3 0 15,-1-1 6-15,-1-2 2 16,1 0 1-16,1-4-8 16,-6-1-1-16,-1 1-5 15,-10-2 5-15,-8-2-20 0,-9 0 14 16,-12-1 4-16,-9-4 5 15,-7 0 8-15,-5-4 29 16,-2 2-9-16,-13-4-2 16,-4-1-3-16,-9-4-14 15,-8-1-10-15,-6-6-2 0,-12-1 1 16,-7-2-3-16,-16-1 1 16,-12 0 0-16,-15 0-2 15,-15 2-2-15,-17 0-10 16,-20 2-28-16,-14-1-47 15,-18-4-62-15</inkml:trace>
  <inkml:trace contextRef="#ctx0" brushRef="#br0" timeOffset="2905.3">9056 12920 196 0,'17'5'-31'0,"-4"-2"28"0,0 2 2 16,-2-1-28-16,-2-1 0 15,-2 1 14-15,0-3 2 16,-3-1-8-16,-1 0-21 16</inkml:trace>
  <inkml:trace contextRef="#ctx0" brushRef="#br0" timeOffset="3438.45">9042 13003 178 0,'0'0'7'16,"0"0"23"-16,0 0-20 0,0 0-8 16,0 0-1-16,0 0-3 15,0 0 4-15,0 0-3 16,0 0 2-16,44-2 2 16,-26-1 1-16,1-2-2 15,2 1 3-15,3-3 6 0,3 0-3 16,1-1-1-16,5-1 1 15,1 1-4-15,1-1-2 16,-1 0-1-16,5 2 0 16,-3-1 0-16,1 2-1 15,-2 3 0-15,-1 0 1 0,-3 2-1 16,-4 1-1-16,-2 0-1 16,-2 0-2-16,-6 0-11 15,-4 0-35-15,-2 0-61 16</inkml:trace>
  <inkml:trace contextRef="#ctx0" brushRef="#br0" timeOffset="3823.33">9179 13077 102 0,'0'0'-5'0,"0"0"9"0,0 0 9 16,40 0 3-16,-17-4 5 0,4-3-2 15,2-2-4-15,4-1-4 16,3 1-3-16,-1-1 0 16,2-2-3-16,1 4-1 15,-3-2-2-15,1 1 0 16,0-1 1-16,-3 2 4 16,-4-1-3-16,-2 2-2 0,-2 3-1 15,-7-1-6-15,-7 0-39 16,-8 1-42-16</inkml:trace>
  <inkml:trace contextRef="#ctx0" brushRef="#br0" timeOffset="4081.62">9204 13050 195 0,'0'0'-7'15,"0"0"15"-15,0 0-13 16,0 0-1-16,0 0 4 16,42-14-5-16,-12 7 8 0,10-3-3 15,5-1 5-15,13-2-2 16,6-6-15-16,7-2-67 15</inkml:trace>
  <inkml:trace contextRef="#ctx0" brushRef="#br0" timeOffset="33171.1">2388 12069 257 0,'0'0'1'0,"0"0"-2"0,0 0 1 0,0 0 0 16,0 0-1-16,0 0 2 16,0 0-5-16,0 0-15 15,-41-27-23-15,24 27-14 16,0 1 35-16,0 5 20 15,1 0 0-15,-1-2 4 16,1-1 0-16,2-1-1 0,-4-2 1 16,0 0-1-16,-2 0 4 15,-2 0 0-15,-1-4-2 16,-1 3-5-16,0 1 1 16,-1-3 0-16,2 3 0 0,1 0 1 15,2 0 1-15,-2 0 1 16,1 0 1-16,2 0 0 15,0 4-1-15,0 2 1 16,0 4 1-16,1 0 1 16,1 0-4-16,-2 1-1 15,4 4-1-15,-1-1 0 0,-1 1 0 16,1 1 0-16,-2 2-1 16,0-2 0-16,-2 2 2 15,0 2-4-15,-2 0 2 16,1 3 3-16,0 2 0 15,0 1-1-15,1-2 0 0,2 3 5 16,0-1-4-16,5-3 0 16,-1-1-1-16,3-2 0 15,5-1 0-15,-4-1-1 16,4 0 0-16,2 2-3 0,1-2 6 16,1 3-3-16,0 1 0 15,-3 1 1-15,1 5-2 16,-5 1 1-16,-2 5 0 15,-3 0-1-15,1 1 1 16,0 0-2-16,-1 0 4 0,7-4-1 16,1-1-1-16,4-4 1 15,0-1-2-15,2-1 0 16,0-5 3-16,0 3-2 16,4-3 0-16,0 0 1 15,-1-1-1-15,1 1 1 16,0-1-1-16,0 3 0 0,-2-1 2 15,4 1-4-15,-2 2 4 16,1-3-2-16,-1 2 1 16,2-1-1-16,1 0-1 15,0-2 1-15,2-1 1 16,-3 2-4-16,3-3 2 0,3 0 0 16,-3-1 1-16,5-1 0 15,-2-1 0-15,4-1 0 16,0 0 1-16,2 1 0 15,1-2-1-15,4-1 2 16,0-1-4-16,-2 0 2 16,2 0 0-16,0-2 0 0,-1-1 0 15,-2 3-1-15,2-3 2 16,-1 0-1-16,-2 2-1 16,2-2 0-16,2 1 2 15,-2 0 0-15,2 0-1 0,-1-1 0 16,3 0 2-16,-5 1-4 15,4-1 4-15,-1 0-2 16,-3-1 1-16,4 1-2 16,-1-2 2-16,4 1-1 15,0-2-3-15,2-1 3 0,2 1 2 16,0-2-1-16,1 1-1 16,-1-1 0-16,2 0 0 15,-3 1 0-15,3-3 0 16,0 0-3-16,3 0 6 15,-1 0-1-15,6 0-2 0,-1-3 0 16,0 0 1-16,3 0 0 16,-3 2 0-16,2-1-1 15,1 2 0-15,-3 0 0 16,3 0 1-16,-1 0-1 16,1 0 0-16,-1 0 0 15,1 2 1-15,-3 2-1 16,3-1 0-16,-1 2 0 0,4-3 0 15,2 1 1-15,1 0 0 16,0-2 2-16,1 1-2 16,0-1 0-16,0 0-1 15,0 1 1-15,-2 0-1 0,2 0 0 16,-2 2 0-16,2 1 3 16,-4 0 1-16,6 0 4 15,2 0-3-15,2 1 0 16,6-3-3-16,3-1-1 15,4-2 0-15,2 0 0 0,2 0-1 16,2 0 1-16,-1-2-1 16,2-3 0-16,0-2 1 15,-2 0-1-15,3 0 0 16,2 0 0-16,0 0 0 16,-4-1-6-16,-6-3-66 0</inkml:trace>
  <inkml:trace contextRef="#ctx0" brushRef="#br0" timeOffset="34709.03">2136 12060 75 0,'21'-9'3'0,"-1"1"1"0,3 1-1 0,-4 0-1 0,4 1-1 15,0 1 3-15,-1-1 5 16,4 0 1-16,1 1 1 16,2 0-1-16,-2 1 4 15,3 1-3-15,3-1-2 0,0 4-1 16,3-3-4-16,2 3-2 16,3 0 0-16,5 0-1 15,3 0 0-15,5 0 0 16,0 0-1-16,6 0 0 15,0 0 1-15,-1 0-1 0,5 0 1 16,1 0-1-16,0 0 0 16,2 0 1-16,3 0-1 15,1-6 1-15,3 3-1 16,-1-2 1-16,-2 2 0 16,2 2 0-16,-4-2 2 15,2 2-2-15,-2-1 1 0,1-1 0 16,1 0 2-16,1-1 2 15,6-1-1-15,-3-2-1 16,4-1 1-16,-5-1 2 16,0 0 2-16,-1 0-4 0,-3-1 0 15,0 2-2-15,-2 1 0 16,-1 0-2-16,0 2 0 16,-4 1-1-16,-3 1 0 15,0 3 1-15,-3 0-1 16,-1 0 0-16,-6 0 0 0,2 0 0 15,-5 7 0-15,2-2 2 16,-3 0-2-16,0-1 0 16,1-2 0-16,-2 2 0 15,2-2 1-15,-5-2-1 16,-2 1 0-16,-2 1 0 16,-4 0 0-16,-3 1 0 0,-2 0 0 15,-1 3 2-15,1-1-2 16,-3 1-2-16,2 1 2 15,2 4 0-15,-3-2 0 16,2 0 2-16,-2 1-4 16,-3-1 1-16,1 4 1 0,-1-4 1 15,-1 2-1-15,-1 2-1 16,-2 1 1-16,0 1-2 16,1 3 2-16,-4 0-1 15,1 4 1-15,-1 2 0 0,4 1 0 16,-3 4-2-16,0 0 0 15,0 3 0-15,-1 2 1 16,-1-2 0-16,-3 1 1 16,-1 3 0-16,-3-1-1 15,0-2 0-15,0 3 0 0,-3 0 1 16,3 3 0-16,-4-1 0 16,4 3 1-16,-5 5-2 15,1 2-3-15,-3 2-4 16,-2 1 2-16,0 2 1 15,-2 0 0-15,-7 3-2 16,-3 0-6-16,1-2-4 0,1-4-7 16,-2-3 15-16,1-8 8 15,-1-6 1-15,-1-6 1 16,0-3 2-16,-2-4 6 16,-1 1 4-16,-4-3-5 15,-3 5-3-15,-4-1-2 0,-6 1-14 16,-3 1-19-16,-4 0-36 15</inkml:trace>
  <inkml:trace contextRef="#ctx0" brushRef="#br0" timeOffset="34976.8">5858 13590 99 0,'-47'5'9'0,"-2"0"16"16,-2-4-7-16,-2 4-10 0,-4 0 0 0,-1 2 5 15,-2 0 3-15,-3 2-13 16,-1 2-3-16,-1-1 0 15,0 0-1-15,-2 0-1 0,-3-1-2 16,1-1 1-16,-4 1-1 16,-4 1-2-16,0-2 1 15,-2 1-4-15,1-2 9 16,-1-2 8-16,4-2 9 16,0-3 6-16,6 0-5 0,3 0-9 15,3-2-5-15,-1-5-4 16,3-1 3-16,-2 1-5 15,1 1 1-15,-1 1-20 16,1-2-47-16</inkml:trace>
  <inkml:trace contextRef="#ctx0" brushRef="#br0" timeOffset="36573.11">3451 12543 102 0,'-2'0'25'0,"-2"0"-2"0,1 0-8 0,1 0-8 0,2 0-6 16,0 0-1-16,0 0-14 15,0 0-6-15,0 0 20 16,0 0 0-16,0 1 0 0,2 1 0 16,0 0 0-16,3 1 1 15,-1-1-2-15,3 2 1 16,0 1 0-16,2-2 0 16,-1 1 0-16,-1-1 1 15,1 0-2-15,-2-1 0 0,-2-2 1 16,-2 0 1-16,-1 0 0 15,3 0 10-15,-2 0 6 16,3 0-6-16,-2-7-5 16,5-1-5-16,1-4 0 15,3-6-1-15,3-5 1 0,5-6-1 16,2-4 1-16,2-7-1 16,8-5 1-16,4-3-1 15,8-4 0-15,5-3-3 16,3-8-69-16</inkml:trace>
  <inkml:trace contextRef="#ctx0" brushRef="#br0" timeOffset="40180.16">4707 12366 47 0,'0'0'15'0,"0"0"-14"0,0 0-2 0,0 0-4 0,0 1 1 15,0-1 5-15,-2 3 1 16,2-2-2-16,0 0 0 16,0 0 0-16,0 2 1 0,2-1 0 15,3 0-1-15,1 1-1 16,-2-2 3-16,2 2-1 16,0-1 1-16,-3 0-1 15,1 0 0-15,-2-1 1 16,-2 2-2-16,2-2 0 0,-2 1 1 15,2-1 2-15,-2 2-1 16,2 0-1-16,-1-2-1 16,4 1 1-16,-3-2-1 15,4 0 0-15,-1 0 10 16,3-3-4-16,2-7 3 16,-1-2 0-16,2-2-2 0,3-5 1 15,0-3-1-15,1-3 5 16,0-2 0-16,3-4-1 15,-1-1 8-15,1-5-3 16,5-1-7-16,-1-5-4 16,3 1-2-16,0 2-2 0,-1 0 0 15,0 9-1-15,-6 4 2 16,-2 11-5-16,-5 6-1 16,-4 10-23-16,-7 0-36 15,0 6-12-15</inkml:trace>
  <inkml:trace contextRef="#ctx0" brushRef="#br0" timeOffset="40756.45">4691 12412 2 0,'0'0'14'0,"0"0"-11"0,0 0-2 0,0 0-1 0,0 0 2 15,0 0 10-15,0 0 15 16,0 0-6-16,0 0-4 16,0 0-2-16,0 0-3 0,0 0-6 15,27-8-1-15,-19-2-2 16,2-4-2-16,3-2 0 15,3-4 1-15,5-2-2 16,-1-6 0-16,4 0 0 16,1-4-4-16,2-4-19 0,-6-1-65 15</inkml:trace>
  <inkml:trace contextRef="#ctx0" brushRef="#br0" timeOffset="51159.82">5583 12022 26 0,'0'-10'5'0,"0"-1"3"0,0 1 12 15,0 1-2-15,0-2-6 0,0 1-1 16,0 0-2-16,0 3-3 15,0 3-1-15,0-1-2 16,-2 2 1-16,-4-1 2 16,-1 2-3-16,-4 1 1 15,-1 1 1-15,-1 0-2 0,-1 0 0 16,1 0-2-16,-1 3-1 16,1 4 0-16,0 1 0 15,-1 0 0-15,3 2 1 16,0 1-1-16,2-1 0 15,-1 2 0-15,3-1-1 0,-3 3 1 16,1 2 0-16,3 0-1 16,-4 3 1-16,4 1 1 15,-1 4-2-15,-1-1 1 16,1 1 1-16,0 2-1 16,-2-1 0-16,2 2 0 0,1-1 0 15,-1-1 0-15,0 0 0 16,3-1 0-16,-3-1 0 15,1-1 1-15,0 1-1 16,0-2 0-16,2-1 1 16,-3 4-1-16,1-2 1 0,-4 3 1 15,2 2-1-15,1 0-1 16,-2 0 0-16,0 0 0 16,2-1 1-16,-2-2 1 15,5-1-1-15,-3-1 2 16,2 0-1-16,1 0-1 0,0 2 2 15,0 0-3-15,1 1 1 16,1-3-1-16,2 1 1 16,0 1-1-16,0 0 1 15,0-1-1-15,0 1 1 16,2-1 0-16,3-2 0 16,3 2-1-16,-1-4 0 0,3 0 2 15,0 1-2-15,1-1 0 16,1-1 1-16,-3 2-1 15,1-1 0-15,2-1 0 16,-3-1 0-16,0-2 0 16,2 1 0-16,0-3 0 0,-2 1 0 15,1-1 2-15,2 1-2 16,-1 2 0-16,1 1 1 16,1 0-1-16,1 3-1 15,1 0 2-15,1 1-1 0,1 0 0 16,2 2 1-16,0-2-1 15,4 1-1-15,-1 0 1 16,3-2 0-16,-3 0 0 16,2-3 0-16,1 0-1 15,-2-2 1-15,2-3 1 0,-2-3-1 16,2-1 0-16,2-1 1 16,0-4 0-16,-2-1-1 15,2-2 1-15,-3 0 1 16,3-2-2-16,0-6 1 15,2-2 0-15,0-2 1 16,0-3 2-16,2-2-2 0,-2 0-2 16,3-2 0-16,-3-2 0 15,0 0 0-15,0-2 0 16,-2 0 0-16,0-2 0 16,-1-2 0-16,1-3 0 15,-3 0 2-15,1-6 3 0,-2-1 8 16,-4-5 3-16,2 2-10 15,-4-4-2-15,-1 3-1 16,-5 1-1-16,1 2-3 16,-6-1 2-16,-1 1-1 15,-3 1 0-15,-2-2 0 0,0-1 1 16,0-3 0-16,0-1-1 16,-7 0 0-16,1 3 0 15,-3 2 0-15,0 1-1 16,-4 1 2-16,-1 0 0 15,-1-1 1-15,-2-1-1 0,0 1 1 16,-1 1 2-16,-3 3 1 16,4 2-1-16,-3 3-2 15,0 4 0-15,0 2-2 16,0 0 1-16,2 7-1 16,0-5 0-16,1 4 1 0,0 0 0 15,1-3 0-15,1 3 1 16,2-1 0-16,-3 1-1 15,1 2 4-15,1 3-3 16,1-1-3-16,-1 3 0 16,1 4-1-16,-3 3 5 0,0 3-8 15,0 0 0-15,-1 13-7 16,-3 3-31-16,-3-2-58 16</inkml:trace>
  <inkml:trace contextRef="#ctx0" brushRef="#br0" timeOffset="52710.72">14615 14826 78 0,'0'0'21'0,"0"0"-7"0,0 0-10 0,0 0-4 16,1 1 2-16,1 3-2 15,2-1-3-15,-2 2 4 16,0 0-1-16,-1 1 0 16,1-1 0-16,1 1 0 15,2-2 0-15,1-1 2 16,0-3-1-16,3 0 0 0,2 0 1 15,3-2 5-15,2-9 7 16,5-3-5-16,2-4 5 16,2-3 9-16,2-4-1 15,1-4 1-15,1-1-6 16,2-4-10-16,-2 1-2 0,-2 0-5 16,0 3 0-16,-7 6 0 15,-4 7-5-15,-2 7-14 16,-6 6-26-16,-8 4-31 15,0 7-43-15</inkml:trace>
  <inkml:trace contextRef="#ctx0" brushRef="#br0" timeOffset="53188.26">14649 14868 25 0,'0'0'10'0,"0"0"1"0,0 0 7 0,0 0-11 16,0 0-5-16,0 0 9 16,0 0 27-16,0 0-24 0,0 0-4 15,0 0 2-15,38-35-5 16,-7 15-6-16,5-4-1 16,11-6 1-16,2-4-3 15,5-7-21-15,1-3-36 16</inkml:trace>
  <inkml:trace contextRef="#ctx0" brushRef="#br0" timeOffset="56170.97">16068 15688 54 0,'7'0'8'0,"3"0"5"0,2 0-2 0,1 0-8 16,1 0-2-16,-1 0-1 0,3 0 1 15,-1 0 0-15,2 0 6 16,0 0 1-16,3 0-4 16,-2 0-1-16,4 0-2 15,-5 0-1-15,2 0 0 16,1 0 0-16,-3 0 0 16,-1 0-1-16,3-2 2 0,-4 2 0 15,2-3 0-15,-4 1-1 16,1 0 0-16,-2-2 2 15,-1-2-2-15,3 2 1 16,-1-3-1-16,3 0 1 16,-1-2 0-16,1 1 0 0,-1 1 0 15,3-2 3-15,-2 3 3 16,2-1-3-16,-2 1-2 16,1 1-2-16,2 0 0 15,-6 0 1-15,0 2-1 0,-1 0 0 16,-1 1 0-16,0-1 2 15,-4-1 7-15,1-1 10 16,1 2 1-16,-1-4 1 16,0 0-8-16,-2 3-7 15,1-3 0-15,1 0-4 16,-2-2-1-16,0 2 0 0,1-2 0 16,-2-2 0-16,4-3-1 15,2-2 1-15,-2-1-1 16,3-1 2-16,0-2-2 15,1-1 0-15,0 2 1 16,-1-2 0-16,2 0-2 0,-3-1 2 16,-2 1-1-16,1-3 0 15,-2-2 0-15,0-1 0 16,2-1 0-16,-3-3 1 16,1-2-2-16,1-1 2 15,1-3-1-15,-1 0 1 0,1-1-2 16,-1 2 2-16,-2 1 0 15,-1 3 1-15,1 4 3 16,-5 0 2-16,1 2-4 16,-1 0 0-16,3-5-1 15,-2 3-1-15,0-5-1 0,1-1 0 16,1-1 1-16,-1 0-1 16,-1 0-1-16,1 2 2 15,-1 1-1-15,-3 2 1 16,0 0 1-16,-3 4 1 15,-5 1-1-15,-1 2 0 0,0-1-2 16,-5 4 0-16,3 0 2 16,-2 0-1-16,0 2-1 15,1-2 2-15,-1 1 1 16,0 1 0-16,0-2 3 16,0 2-5-16,-1 1 1 0,2 0-1 15,1 1-1-15,-1 0 0 16,1 2 1-16,2 3-2 15,0-2 1-15,0 3 0 16,1 1 0-16,1 0 0 16,-3 2-2-16,2 0-1 0,-1-1 0 15,-2 1 1-15,1 2 0 16,-2-4 0-16,-2 2 4 16,1-2 0-16,-3-2-2 15,1 1 1-15,-1-3 0 16,1-1-1-16,-2 1 2 15,-2 3-2-15,-2-2 0 0,-3 2-9 16,1 1 6-16,-4-1 6 16,3 3-3-16,-2 0 0 15,1 0 0-15,0 1 2 16,0-1-3-16,3 1 2 16,-4 1-2-16,2 1 1 0,2 1 1 15,-1 1-1-15,2 1-1 16,1 1 1-16,2 0-1 15,-5 0 1-15,1 0 0 16,-1 0-2-16,-2 0 1 16,-3 4 1-16,-1 2 1 0,-2 1 0 15,-3-3-1-15,3 3 0 16,2-2 1-16,-2 0-1 16,2 0 0-16,4 0 1 15,0-1-2-15,0 1 2 16,2 0-1-16,0 2 0 0,-2-1 0 15,1 4 0-15,1-2 0 16,-3 4 0-16,1 1 0 16,-2 2-1-16,-2 1 1 15,0 4 0-15,0 0 0 16,1 2 0-16,4-2 0 0,0 3 1 16,0-3-1-16,3-2 0 15,3 2 0-15,1 0 0 16,3 1 0-16,0 2 0 15,-1 0 0-15,-1 4 0 0,3 1 0 16,-3 1 1-16,-1 2-2 16,0-3 1-16,1 2 0 15,1 2 0-15,-2 0 1 16,-1 1-2-16,1 1 1 16,3 1 0-16,1 1 0 0,-1-1 0 15,7 0 0-15,-2-3 0 16,4-1 1-1,1-4-1-15,4-1 0 0,0-3 0 16,0-2 1-16,0 0-1 16,7 0 2-16,-1 0-2 15,3 0 1-15,-2 0-1 0,2-1 1 16,0 0-1-16,-2 1 0 16,1 0 2-16,0-1-2 15,1 1 0-15,-1-2 0 16,1 2 1-16,1-2-1 15,2 1 0-15,-3-3 0 0,5-1 0 16,-4 2 1-16,2-2 0 16,0-1-2-16,0 2 2 15,-2-3-1-15,-1 2 1 16,0 0-1-16,2-1 0 16,-5 0 0-16,5 1 0 0,-1 1 0 15,-2 1 0-15,2 0 0 16,3-1 0-16,0 1 1 15,0 1-1-15,2-1-2 16,1-1 2-16,3 1 1 16,-1-1-1-16,-1 0 0 15,4-2 1-15,-6-1 0 0,3-1-1 16,-4-3 0-16,3 3 1 16,1-3-1-16,-2 1 0 15,-1-1 0-15,-1 0-2 16,2-1 3-16,1-1-2 15,1 2 2-15,0-4-1 0,2 2 0 16,0-3 1-16,1 0-2 16,1 1 1-16,-4-5 1 15,6 1-1-15,3-2-2 16,4 0 1-16,9 0 3 16,6-12-4-16,6-15-56 0</inkml:trace>
  <inkml:trace contextRef="#ctx0" brushRef="#br0" timeOffset="65951.69">1051 3013 86 0,'0'0'3'0,"0"0"3"0,0 0-4 0,-45 15 0 16,31-5-2-16,-1 1 1 0,-3 3 0 15,1 1-1-15,-2 3 0 16,-1 2-1-16,0 2 2 15,0 1-1-15,-1 1 1 16,2 0-1-16,-2 1 0 16,2 0 0-16,1 0 0 15,-1 0 0-15,0 0 1 0,1 2 3 16,0 0 1-16,0 2 2 16,2 2-2-16,1-1 3 15,2 4-4-15,-1-3-2 16,5 3 0-16,-2-4 0 15,4 3 0-15,1-1-4 0,3 1 4 16,-1 1-2-16,4 2 0 16,-2-1 0-16,2-2 0 15,0-1 0-15,0 0 0 16,0-4 0-16,0 0 0 16,0 1 0-16,0-2 0 0,0 3 0 15,0 1 0-15,0 0 1 16,0 2-1-16,0-2 1 15,2 3 1-15,2 0 1 16,-1-1 3-16,3-2-1 0,0 3-2 16,2-1-2-16,-1 0 0 15,3-3 0-15,2 2-1 16,1-1 2-16,0 0-2 16,3 1 0-16,2-4 0 15,0 2 0-15,2-3 1 16,-3 0 0-16,2-3-1 0,-1 0 0 15,-1-2 1-15,2 0-2 16,-4 0 1-16,3-4-1 16,-1 5 1-16,2-3 1 15,1 1 0-15,-2 0-1 16,2-2 0-16,1 1 0 16,0-3-1-16,0-2 1 0,1 4 0 15,0-4 1-15,-2 1-1 16,3 1 0-16,-4-4 1 15,0 3-1-15,3-4 0 16,-5 1 0-16,4-2 0 0,-1-2 0 16,0 1-1-16,2-2 1 15,1 1 0-15,-1-2 1 16,2 0 0-16,1 2-1 16,0-1 1-16,2 1-1 15,-3-4 1-15,3 3-1 0,0-3 0 16,0 1 0-16,-2-3 0 15,2 1-1-15,0-3 2 16,1 1-1-16,-2-2 2 16,1 0 1-16,0 0 0 15,0 0 3-15,2 0 1 0,-2 0-3 16,2-2 2-16,-2-2-2 16,2 0-1-16,-3-3-2 15,2 0 0-15,-1-1-1 16,1-1 1-16,-1 0-1 15,-2 2 1-15,0-3-1 0,-1 0 0 16,0-1 2 0,-1-1 0-16,0 0 6 0,0-3 6 15,2-4-2-15,0-3-3 16,0-2-5-16,0-3 1 16,-1 0-3-16,0 0 0 15,1-1 0-15,-5 1-1 0,0-2 0 16,0 2 0-16,-3-1 1 15,-2-1 2-15,1 1 1 16,-1-2 1-16,-2-2-1 16,1 0 0-16,-1-2 1 15,-3 0-2-15,-2-3 2 0,-1 2-3 16,-1-1-1-16,0 1-1 16,-2-3 0-16,-2 0-1 15,0 0 0-15,-2-3 1 16,0-1-1-16,0-1 0 15,0-3 1-15,-4 4-1 0,-3-4 2 16,2 2 0-16,-3-1 22 16,1-1-24-16,-3-1 1 15,-1 2 0-15,-2 2-1 16,-3 1 1-16,-1 2-1 16,-5 3-1-16,1 3 1 0,-2 0 0 15,0 1 2-15,-2 1 0 16,0 0 2-16,2 1-3 15,0 0 0-15,-2 1 0 16,0 0-2-16,0-1 2 16,-2 2-2-16,0 1 1 15,1-2 1-15,-1 1-1 0,1 0 1 16,1-1-1-16,-2 1-1 16,0 1 0-16,0 3 0 15,3-1 1-15,-5 2-1 16,4 4-2-16,-2 0 2 0,-2 5-1 15,0-1 2-15,2 3-3 16,-2 2 4-16,0-2 1 16,2 3-2-16,-1 1 1 15,1 0-2-15,2 0 3 16,-2 2-3-16,2 1 1 16,-2 1 0-16,0-1-2 0,1 3-1 15,2 0 3-15,-3 2-1 16,0 1 1-16,2 0 1 15,-2 0-2-15,3 0 1 16,-1 6 0-16,-1 1-4 16,3 3 5-16,-4 0-4 15,3 2 2-15,-3 1 4 0,-2 4-6 16,-2 0 3-16,2 5-1 16,-5 3 0-16,-1 6 1 15,-4 9 1-15,-3 9-1 0,-14 0-16 16,-11-5-123-16</inkml:trace>
  <inkml:trace contextRef="#ctx0" brushRef="#br0" timeOffset="67861.29">1484 2945 77 0,'0'0'19'0,"0"0"0"0,0 0-6 0,0 0 7 16,0 0-2-16,0 0 2 15,0 0-5-15,0 0-1 0,7-40-6 16,-7 33-5-16,0-2-3 16,-5 0-2-16,-1 2-4 15,-1-2-2-15,1 2 2 16,-4-1 2-16,-3 2 4 16,2 0 1-16,-7-1-2 0,-2 5 0 15,0 1 3-15,-3 1-1 16,-3 0-1-16,-1 6-1 15,3 5 2-15,-3 1 0 16,2-1-2-16,0 5 1 16,0-1 1-16,-1 1 0 0,-3 1-1 15,5 3-2-15,-6 0 3 16,1 2-1-16,-2 1 0 16,2 4 0-16,0-3 0 15,0 3 0-15,2 0 0 16,2 0 1-16,2 0-1 15,2-1-1-15,0 1 1 0,4 1 1 16,-1 2-1-16,0-2 0 16,4 2 0-16,-2 0 0 15,3-1-1-15,3 3 2 16,0 0-1-16,-1 1 0 16,2 2 0-16,0 1 0 0,0 1 0 15,-2 3 1-15,-1-1-1 16,4 0 0-16,-1 1 0 15,3-2 0-15,-2-1 0 16,2-3 0-16,1 0 1 16,-1-1 1-16,4 0 0 0,-2-2-1 15,3 2-1-15,-2 1 0 16,3-3 1-16,0 0 0 16,0 0-2-16,3 1 2 15,2-1-1-15,1 0 1 16,1 1 0-16,1 3-1 0,2-1 1 15,-1 0-1-15,1 3 1 16,2-1-1-16,1-1 0 16,3-2 0-16,-2-2-1 15,4-1 0-15,-1-4 2 16,1-1-1-16,-3-1 0 0,4-1 0 16,1-2 0-16,-3-1 0 15,4 3 1-15,0-3-1 16,2-1 0-16,0 0 0 15,2-2 0-15,0 1 0 16,0-3 0-16,0 0-1 0,0 1 2 16,2-3-1-16,-2 0 1 15,-1 1-1-15,0 0 1 16,3-3-1-16,-2 1 0 16,2-1 0-16,0 0 0 15,0-2-1-15,4-2 2 0,0-3-2 16,3 2 0-16,-1-2 3 15,1 1-2-15,-1 0 0 16,-2 1 2-16,-2 1-2 16,-2 0 0-16,0-1 0 15,-2 1 0-15,-1-3 0 16,3-1 0-16,0-3 0 0,2 0-2 16,-2 0-2-16,4 0 7 15,-4-6-3-15,2-1 1 16,-2 3 1-16,-3-2-1 15,1 1-1-15,-2-1 0 0,3-1 0 16,-4-2 1-16,5-1-2 16,0 2 2-16,0-4-1 15,0 1 0-15,0 0 0 16,-4-1 1-16,0 3-1 16,-2-2 0-16,-3 0 1 0,-1 1 0 15,-1-1 0-15,-3-1 1 16,1 0 0-16,1-3-2 15,0 0 1-15,2-5-1 16,-3-7 0-16,-6-10-64 16</inkml:trace>
  <inkml:trace contextRef="#ctx0" brushRef="#br0" timeOffset="79352.69">15601 12389 52 0,'0'-2'42'0,"0"-1"-16"0,0 1-5 0,0-1-4 16,0 1-9-16,0-1 3 16,2 2 3-16,-2-1 7 15,0 2-12-15,0-2-3 16,1 0-5-16,3-1-1 0,4 0 0 15,1-1 0-15,2-1 1 16,1-1-2-16,2 0 1 16,1-1 1-16,3 1-1 15,-1 1 0-15,1-2 2 16,5 1-2-16,1-2 0 0,3 1 0 16,2 2 0-16,0-1 0 15,1 2 0-15,-1 0 0 16,-2 1-5-16,-3 3-9 15,-8 0-15-15,-3 0-17 16,-9 0-17-16</inkml:trace>
  <inkml:trace contextRef="#ctx0" brushRef="#br0" timeOffset="79622.68">15728 12382 63 0,'0'0'7'0,"0"0"14"0,0 0 11 0,0 0-10 16,0 0-17-16,0 0 8 15,0 0-11-15,38-9 0 16,-15 5-2-16,4-1-2 0,2 1-34 16,0-3-31-16</inkml:trace>
  <inkml:trace contextRef="#ctx0" brushRef="#br0" timeOffset="81792.7">18283 15165 145 0,'0'0'31'15,"0"0"27"-15,0 0-27 0,0 0-12 0,0 0-11 16,0 0-7-16,0 0 1 16,0 0 0-16,0 0-2 15,0 0 0-15,0 0-4 0,2 0-5 16,2 0-13-16,3 0-29 16,-3 0-41-16</inkml:trace>
  <inkml:trace contextRef="#ctx0" brushRef="#br0" timeOffset="86334.1">17337 9590 117 0,'-2'0'-1'0,"0"0"5"0,2 0-5 0,-2 0-4 15,0 2 1-15,-1 0-3 0,-1 2 1 16,-3-3-7-16,2 0-44 15</inkml:trace>
  <inkml:trace contextRef="#ctx0" brushRef="#br0" timeOffset="89609.38">17464 9790 133 0,'-6'-6'14'0,"0"0"24"0,4 2-20 15,0 1-12-15,2 3-7 16,0 0-15-16,0 0 12 0,4 0-5 16,2 0-5-16,-2 0-9 15,0 4 0-15,1-1 0 16,-1 1 11-16,-1 2 7 15,0-2 5-15,4-1 0 0,3-3 0 16,-1 0-2-16</inkml:trace>
  <inkml:trace contextRef="#ctx0" brushRef="#br0" timeOffset="89965.82">17391 9845 190 0,'0'0'5'0,"0"0"-1"0,0 0-2 0,0 0-20 0,0 0-4 16,0 0 0-16,0 0-4 15,0 0-15-15</inkml:trace>
  <inkml:trace contextRef="#ctx0" brushRef="#br0" timeOffset="91268.32">15662 8589 39 0,'-6'-1'3'0,"0"1"-1"0,2 0-1 0,1 0-2 15,1 0-7-15,-3 0-18 16</inkml:trace>
  <inkml:trace contextRef="#ctx0" brushRef="#br0" timeOffset="91543.86">15552 8599 63 0,'0'0'3'0,"0"0"6"0,0 0-2 15,0 0-1-15,0 0 5 16,0 0 2-16,0 0-1 16,0 0 3-16,-5 0-3 15,5 0-6-15,0 0-9 16,2 0 1-16,7 2 0 0,3 0-23 16,1-1-17-16</inkml:trace>
  <inkml:trace contextRef="#ctx0" brushRef="#br0" timeOffset="91688.03">15605 8610 139 0,'0'0'6'0,"0"0"20"16,0 0-5-16,0 0-21 16,0 0-12-16,0 0-3 15,0 0-14-15,58 0-25 16</inkml:trace>
  <inkml:trace contextRef="#ctx0" brushRef="#br0" timeOffset="92114.82">18094 8372 1 0,'0'0'0'0,"0"0"-1"0</inkml:trace>
  <inkml:trace contextRef="#ctx0" brushRef="#br0" timeOffset="92563.19">18094 8372 12 0,'0'0'15'16,"0"0"-8"-16,0 0-5 15,-30 0-3-15,30 0 1 0,0 0 0 16,0 0 6-16,0 0 3 15,0 0 2-15,0 0 6 16,0 0-3-16,0 0 1 16,0 0-8-16,0 0-4 15,0 0 0-15,0 0-2 0,0 0-1 16,0 0 0-16,0 0 1 16,0 0 0-16,4 0 1 15,0 0 0-15,3 0 3 16,-2-1-1-16,2 0-1 15,-2 0 0-15,0 1-1 0,0 0-1 16,-1-1-1-16,0 1 0 16,1-2 0-16,-2 2 0 15,0 0 0-15,1-1 0 16,0 1 0-16,-1 0 0 16,0-1 1-16,0 1-1 15,1-1 0-15,-4 1 0 0,2-1 0 16,-2 1 1-16,0 0 1 15,0 0-1-15,0 0-2 16,0 0 1-16,0 0-2 16,0 0 2-16,0 0 0 0,1 0-1 15,-1 0 0-15,0 0 1 16,0 0-1-16,0 0 1 16,0 0-3-16,0 3-4 15,0-2-8-15,1 2-25 16</inkml:trace>
  <inkml:trace contextRef="#ctx0" brushRef="#br0" timeOffset="92819.07">18098 8399 3 0,'0'0'22'0,"0"0"12"0,0 0 9 16,0 0-17-16,0 0 0 16,0 0-15-16,0 0-8 0,0 0-3 15,0 0 0-15,0 0-5 16,35 0-5-16,-26 0-5 16,-1 0 1-16,2 0 0 15,-2 0-2-15,0 0-7 0,-1 0-38 16</inkml:trace>
  <inkml:trace contextRef="#ctx0" brushRef="#br0" timeOffset="93352.83">15279 7460 99 0,'0'0'2'0,"0"0"5"0,0 0-2 0,-44-27 7 16,37 23 5-16,0 1 1 0,4 1-8 15,-1 2-7-15,4 0-3 16,0 0-3-16,0 2-5 15,0 4-9-15,9-2-9 16,11-1-7-16</inkml:trace>
  <inkml:trace contextRef="#ctx0" brushRef="#br0" timeOffset="93601.91">17177 7290 92 0,'0'0'-11'15,"46"0"11"-15,-28 0-4 16,-5 0-52-16</inkml:trace>
  <inkml:trace contextRef="#ctx0" brushRef="#br0" timeOffset="118396">3713 2918 66 0,'0'0'11'0,"0"0"1"0,0 0-1 15,0 0-4-15,0 0 1 0,0 0-3 16,0 0 0-16,0 0 2 16,0 0-3-16,0 0 1 15,0 0 4-15,0 0 3 16,-18-13-6-16,14 11 1 15,1 0-3-15,1 2-3 0,0 0 1 16,0 0 1-16,2 0-2 16,-2 0-1-16,0 0 1 15,1-1-1-15,-2 1 0 16,-1-2 2-16,-2 2 1 16,3 0 6-16,-3 0-2 0,-1 0-10 15,-2 0 6-15,-2 0-2 16,0 0-2-16,-1 0 3 15,-3 0-2-15,1 3 1 16,1-3 1-16,-1 3 1 16,1-2-2-16,2-1 3 15,-3 2-1-15,1-1-3 0,0 1 0 16,1-2-1-16,2 3 2 16,-2-2 0-16,1 2 0 15,2-2-1-15,-2 1 0 16,2 0 0-16,-2 1 1 0,-1 2-1 15,0 0 0-15,-2 1-3 16,0 1 2-16,-1-1 3 16,2 2-1-16,1-1-1 15,1 2 1-15,0-2-1 16,2 1 0-16,0-2 0 16,0 4 0-16,0-3 0 0,2 4-1 15,0 0 1-15,1 1 0 16,1 0 0-16,3 1-2 15,0 1 1-15,0-2-3 16,0 1 3-16,2 4-1 16,0-3 0-16,0 0 2 15,0 2-3-15,0-2 1 0,2 2 1 16,-2 0 2-16,2 1 0 16,-2 0-1-16,0 1-1 15,0 2 2-15,0 0-1 16,-2 1 1-16,0 0-1 0,0 2 0 15,-3 0 0-15,4 1 0 16,-1 0 1-16,2 0-2 16,-2-1 1-16,2 0 0 15,0 0-1-15,0-1 1 16,0 1-1-16,0 0 0 0,0-2 1 16,0 3 0-16,0-1 1 15,0 0-2-15,0 0-1 16,2 1 2-16,-2-3 2 15,0 3-4-15,2 0 2 16,-2 0 0-16,3-2 2 0,0 0-4 16,1-2-1-16,0 0 1 15,1-1 1-15,-1-1 1 16,-2-1 2-16,1 0-2 16,-1 0 1-16,-2 4-1 15,0-3 0-15,0 3 0 16,0 0 2-16,0-1-2 0,0 3 1 15,0-3-1-15,0-2-3 16,0-1 0-16,0-3 2 16,0-1 0-16,0-1-1 15,0-1-2-15,2 0 2 0,3-1-1 16,-1 0 1 0,1 1 0-16,-1-3-3 0,1 0 1 15,1-1 0-15,1 0 1 16,-2-1-1-16,1 1 4 15,-2-3 2-15,3 2-2 0,-1 1 0 16,0 1 0-16,0-2 0 16,-2 3 0-16,3-2 0 15,-3 0 1-15,1-1-1 16,0 1 1-16,0-3-1 16,-1 3-1-16,0-2 1 15,0-1 0-15,1 3 1 0,0-3-1 16,-1 2 0-16,3-2-1 15,-1 2 0-15,-2-1-1 16,3 1 2-16,-1-2 0 16,0 3-1-16,-2-1-4 15,-1 4 0-15,1-1-2 0,-2 2-3 16,0 0 5-16,0-1 2 16,0 1 3-16,1 0 0 15,0 0-1-15,1-3 0 16,0 0 1-16,1 0-2 15,1-1 0-15,-1 0 1 0,4 0 2 16,-3 2-1-16,1-2 0 16,2 2 0-16,-2-2 0 15,2 0 0-15,2-2 1 16,-1 1-1-16,2-2-1 16,1-2 2-16,3-1 0 0,-2-1 0 15,4 0 0-15,0 0-1 16,-3 0 1-16,3 0-1 15,-2 0 1-15,4 0-1 16,-3 0 0-16,2 0 1 0,-4 0 0 16,3 0-1-16,-2 0 0 15,-1 0 0-15,0 0 0 16,-1 0 0-16,-1 0 1 16,2 0-2-16,0 0 1 15,3 0 0-15,-3 0 0 16,1 2 1-16,2 0-1 0,0-2 0 15,0 1 0-15,-1 0 0 16,4-1-1-16,-1 0 2 16,0 0-1-16,2 0 0 15,1 0-1-15,-4 0 1 16,4 0 0-16,-4 0 0 0,2 0 0 16,-1 0 1-16,1 0-1 15,-1 0 3-15,2 0-2 16,-1 0-1-16,3 0 1 15,-2 0-1-15,3 0 1 16,-3 0 0-16,1 0-1 0,-1-1 0 16,2 0 0-16,-3 1 1 15,0 0-1-15,0 0 0 16,-1 0 0-16,-2 0 0 16,2 0 0-16,-1 0 0 15,2 0 0-15,4 0 1 16,-2 0-1-16,3 0 0 0,1 0 0 15,1 1 0-15,0 0 0 16,0 0 0-16,1 1 0 16,-3 1 0-16,1-1 0 15,1 2 0-15,-1-2 0 16,0 2 0-16,3-2-1 0,1-1 2 16,0-1-1-16,2 0 2 15,-1 0 1-15,3 0-1 16,-1 0-1-16,-1 0 0 15,1 0 0-15,-1 0-1 0,3 0 1 16,0 0-1-16,-2-1 0 16,4-1 1-16,1 0-1 15,1-1 0-15,-1 0 0 16,1 0 4-16,-2-1 3 16,0 1 2-16,0-1-2 15,0-1-2-15,2 2-2 0,1-1 0 16,1 0-1-16,0-2-1 15,-1 3 0-15,-1 1-1 16,0-1 2-16,-4 1-2 16,2 1 0-16,-2-2 0 0,0 3 1 15,3-3-1-15,-1 2 0 16,3-2 0-16,-1 2 0 16,-2-1 0-16,-2 2 2 15,2 0-4-15,-3 0 2 16,3 0 0-16,2 0 2 15,1 0-2-15,1 0 2 0,0 0-2 16,0 0 1-16,0 0 0 16,-2 0-1-16,1 0 1 15,0 0-1-15,-1 0 1 16,-1 0-1-16,3-1 1 16,-4-4 0-16,3-2 1 0,-1 0-1 15,-3-2-1-15,1 1 1 16,1 1-1-16,1 0 1 15,0 0-1-15,3 0 0 16,-3 1 1-16,4 2-1 16,-3 2 0-16,1-2 0 15,0 4 1-15,-1 0-2 0,1 0 1 16,0 0 0-16,1 0 1 16,0 0-1-16,2 0 0 15,-1 0 0-15,-1 0 0 16,-1-3 0-16,0 1 0 0,1 0 0 15,-2-2 0-15,0 2 0 16,0-1 0-16,1 2 0 16,-2-2 1-16,1 3-1 15,-1 0 0-15,4 0-2 16,-2 0-9-16,4 0-3 0,-3 0 4 16,1 0 8-16,-2 0 2 15,1-1 2-15,-3-5 8 16,0 2 2-16,-1-2 0 15,-2 2 0-15,1 1-3 16,-2-1-3-16,-1-1-4 16,2 1 0-16,1 0 0 0,-2-1-1 15,2 0 1-15,2 1-1 16,-2 1-1-16,0 0-4 16,-1 2-1-16,3 1 0 15,-3 0 5-15,-3 0-2 0,1 0 2 16,-4 0 0-16,-3-2 2 15,0 1-1-15,0 0 1 16,1-1-1-16,4-1 0 16,0 2-1-16,1-1 1 15,-1 1 0-15,-1-2 0 16,-5 2-1-16,-1-2 0 0,-6 0 0 16,-4-1 0-16,-5 1 1 15,-1-3 0-15,0 2 8 16,-3-4 7-16,1 0-2 15,2-2-5-15,-3-1-4 16,3-4-1-16,0-4-2 16,-1-2 0-16,0-5 0 0,-1-3-1 15,1-3 0-15,0-5 0 16,0-1 0-16,-1-2-1 16,0 0 0-16,0 2 0 15,1-2 0-15,-3 3-1 0,0 0-2 16,-3 0 1-16,-1 0 2 15,2 0-1-15,0-1 2 16,-1 1-1-16,6 0 0 16,-1 0-2-16,3-1-4 15,-1 0-2-15,-5-2 3 0,1 3 3 16,-4-1 0-16,0 1 3 16,-2 1-1-16,0 2 0 15,0 4 2-15,0-2-2 16,-2 3 0-16,-3-1 0 0,1 0 0 15,0 1-2-15,-1-4-2 16,0 3 1-16,1-4-1 16,-3 0 4-16,1 2 0 15,-4 2 1-15,0 1-5 16,-1 5-5-16,-6 2 9 16,1 4 6-16,-1 0-1 0,-1 2-3 15,3 2-1-15,-3 3 2 16,3-2-3-16,-2 0-5 15,0 3 1-15,-2 0-1 16,2-2-3-16,-3 2 10 16,-2 2-4-16,4 0-1 0,-5 1-4 15,0 0 2-15,-1 1 7 16,-2-1-6-16,-1 1 8 16,-2 2 0-16,0 0 3 15,-3-1 1-15,1 1 1 16,-2 1-2-16,-4 2-6 15,-2 1 1-15,-2 0-2 0,-2 0 0 16,-1 0 0-16,0 0 0 16,-3 0 1-16,4 4-1 15,-4-2 0-15,2 1 0 16,0 1 1-16,1-1-2 16,-5 1 2-16,4 0-2 0,-2-1 0 15,-2 0 0-15,0 0 0 16,-1-2 1-16,0 2 1 15,0-2-1-15,1-1 0 16,-1 3 1-16,3-2-1 16,3-1 0-16,0 0-1 0,1 0 1 15,-1-1 0-15,1-6 0 16,0 0-1-16,-1 4 2 16,-1-4-1-16,0 1 1 15,0 3 0-15,-1-1-1 0,-3 3 0 16,4-2 0-16,-3 3 0 15,2 0 1-15,1 0-1 16,1-1-1-16,-1 0 2 16,2 1-1-16,-2 0 1 15,-1 0-2-15,-1 0 1 16,2 0 0-16,-4 0 0 16,2 2 0-16,-1 2 0 0,2 1 0 15,-1 1 0-15,1-3 0 16,2 3 1-16,0-3-2 15,4 1 2-15,-1 0-1 16,4-1 0-16,1 1 0 0,-2-4 1 16,0 2-2-16,2-2 2 15,-2 0 0-15,0 0-1 16,-2 0 0-16,4 0 1 16,0 0-1-16,-1 0 0 15,1 0 1-15,-3 0-1 0,-1 0 1 16,2 0 3-16,-1 0-1 15,-2-2-1-15,3 0 0 16,0 0-1-16,0 2-1 16,-5-4 0-16,3 4 0 15,-5-1 0-15,3-1 0 0,-4-2 0 16,2 3 0-16,-2-1 0 16,-1 0 0-16,2 0 1 15,-2 0-1-15,-1 2 0 16,0 0 0-16,-2 0 0 15,2 0 0-15,0 0 0 16,0 0 0-16,0 2 0 0,0 2 0 16,0-2-1-16,-1-1 2 15,2 2-1-15,-2-3 0 16,0 0 0-16,-1 0 0 16,0 1 0-16,-4-1 2 15,0 3-2-15,-6-2 0 0,-1 5 0 16,-1 0 0-16,-5 1 0 15,0 1-2-15,-3 2 0 16,3 2-1-16,-2 1 0 16,2-1-2-16,-2 3-3 15,1 3-11-15,-1-4-23 0,0-1-48 16</inkml:trace>
  <inkml:trace contextRef="#ctx0" brushRef="#br0" timeOffset="120021.52">11254 15422 21 0,'0'0'68'0,"38"-23"-67"0,-19 11-1 0,-4 0-38 16</inkml:trace>
  <inkml:trace contextRef="#ctx0" brushRef="#br0" timeOffset="120512.63">11350 15382 160 0,'0'0'5'16,"0"0"-2"-16,0 0-1 0,0 0 3 15,0 0-2-15,0 0-1 16,0 0-2-16,29 2 2 15,-24 6-1-15,1 2 0 16,-4 6 0-16,0 0 4 16,-2 5-2-16,0 0 2 0,0 3 2 15,-2-1-2-15,-4 0 1 16,2-1-3-16,-1-2 3 16,-1-1-2-16,3-2 2 15,1-3-1-15,1-1 2 16,1-3-1-16,0-3-2 15,0 0 0-15,0-3-1 0,0 0-2 16,4 1 0-16,4-4-1 16,-1 5 0-16,4-3 0 15,2-1 2-15,1 0-3 16,0 0 3-16,4-1 1 0,3-1 5 16,-4 0-4-16,4 0-2 15,-3 0 2-15,0 0-3 16,2 0 1-16,-3 0-2 15,-2 0 1-15,1 0 0 16,0 0 1-16,-2 0-2 16,-1 1 1-16,-4 2-1 0,-4 0-18 15,-5 1-87-15</inkml:trace>
  <inkml:trace contextRef="#ctx0" brushRef="#br0" timeOffset="121181.25">10938 15655 187 0,'0'0'-16'0,"0"0"10"0,0 0-17 0,0 0-23 0</inkml:trace>
  <inkml:trace contextRef="#ctx0" brushRef="#br0" timeOffset="121380.96">10788 15611 245 0,'0'0'-6'16,"0"0"7"-16,0 0 0 0,43-4-23 16,-36 4-72-16,-5 0-17 15</inkml:trace>
  <inkml:trace contextRef="#ctx0" brushRef="#br0" timeOffset="121922.29">10694 15649 83 0,'0'0'5'0,"0"0"18"0,0 0 19 0,0 0 0 16,0 0-1-16,0 0-12 16,-35-15-11-16,29 15-10 15,5-2-7-15,0 2-2 16,1 0-12-16,0 0-51 16,0 0-26-16,-1 0 27 15</inkml:trace>
  <inkml:trace contextRef="#ctx0" brushRef="#br0" timeOffset="122094.15">10350 15668 271 0,'0'0'7'0,"0"0"-9"16,0 0-8-16,0 0 1 15,0 0-37-15,0 0-40 16</inkml:trace>
  <inkml:trace contextRef="#ctx0" brushRef="#br0" timeOffset="122249.25">10174 15618 250 0,'0'0'-15'16,"0"0"16"-16,0 0-14 16,0 0-72-16,0 0-53 0</inkml:trace>
  <inkml:trace contextRef="#ctx0" brushRef="#br0" timeOffset="122406.62">9843 15644 216 0,'0'0'3'15,"0"0"2"-15,-44 7-2 16,41-7-8-16,1 0-89 16</inkml:trace>
  <inkml:trace contextRef="#ctx0" brushRef="#br0" timeOffset="122563.7">9510 15716 195 0,'0'0'-43'15,"0"0"33"-15,0 0-40 16</inkml:trace>
  <inkml:trace contextRef="#ctx0" brushRef="#br0" timeOffset="122719.61">9200 15776 185 0,'0'0'-5'0,"0"0"0"15,0 0-37-15,0 0-42 16</inkml:trace>
  <inkml:trace contextRef="#ctx0" brushRef="#br0" timeOffset="122883.19">9018 15820 238 0,'0'0'5'0,"0"0"24"16,-35 0-11-16,29-2-15 16,3 2-7-16,0-3-38 15,-1 1-51-15</inkml:trace>
  <inkml:trace contextRef="#ctx0" brushRef="#br0" timeOffset="123083.21">8554 15854 183 0,'0'0'6'16,"0"0"5"-16,0 0-8 15,-40-9-4-15,30 3-1 0,6-2-13 16,-2 0-22-16,1-4-27 15</inkml:trace>
  <inkml:trace contextRef="#ctx0" brushRef="#br0" timeOffset="123240.24">8333 15743 266 0,'0'0'0'15,"-36"0"15"-15,22 0-3 16,3 0-8-16,2 0-4 15,4 3-4-15,-1 3-14 0,0-2-31 16,1-3-12-16,-1 1-14 16</inkml:trace>
  <inkml:trace contextRef="#ctx0" brushRef="#br0" timeOffset="123416.84">7931 15766 166 0,'0'0'11'0,"0"0"0"15,-48 17-1-15,37-11-10 16,5-2-15-16,0-3-39 16,5-1-25-16</inkml:trace>
  <inkml:trace contextRef="#ctx0" brushRef="#br0" timeOffset="123511.13">7868 15777 84 0,'0'0'-2'0,"0"0"-5"15,0 0-37-15</inkml:trace>
  <inkml:trace contextRef="#ctx0" brushRef="#br0" timeOffset="123667.66">7542 15863 47 0,'0'0'63'0,"0"0"-37"0,-38 0 0 16,33 0-17-16,5 0-9 15,0-1-20-15,0 1-7 16,2-1 16-16,5-2-3 16,-1 0-32-16</inkml:trace>
  <inkml:trace contextRef="#ctx0" brushRef="#br0" timeOffset="123836.64">7314 15862 252 0,'0'0'-54'0,"-63"10"68"0,36-7-13 16,7 3-4-16,2 1-20 15,2 0-12-15,3-1 18 16,1-2-4-16,4-1 4 15,2-3-57-15</inkml:trace>
  <inkml:trace contextRef="#ctx0" brushRef="#br0" timeOffset="124000.89">6947 15923 301 0,'0'0'-35'15,"-41"8"46"-15,28-5-10 16,4 2-2-16,5 0-38 16,-1-3-44-16,-1-2 6 15</inkml:trace>
  <inkml:trace contextRef="#ctx0" brushRef="#br0" timeOffset="130063.61">16680 7399 31 0,'1'0'13'0,"0"0"10"0,0 0-4 15,-1 0-6-15,0 0 2 16,0 0 0-16,0 0 0 15,0 0-12-15,1 1-3 16,0 1-1-16,1-1 1 16,0 0 0-16,-2 1 0 0,1 0 0 15,0-2-1-15,0 1 1 16,0-1-3-16,0 3 5 16,1-2-1-16,0 2-2 15,2-1 1-15,2 0-3 16,2 0 3-16,0 0-1 0,3-1 1 15,0-1 1-15,2 0 0 16,1 0 2-16,0 0-1 16,2 0 2-16,1 0 0 15,2 0-1-15,-1 0-2 0,6 0-1 16,-1 0 1-16,2 0-1 16,2 0 1-16,1 0-2 15,-2 0 2-15,0 0-1 16,1-1-1-16,-1-3 0 15,-3 2 2-15,-1 0 1 16,3-1 9-16,1-2 1 0,1 0-6 16,0 1 1-16,2 1-6 15,-2-1-1-15,1 1 1 16,0 2 0-16,-2-1-1 16,-1 2 1-16,-2-1-1 15,0-1 0-15,0 1 0 0,-2 1 3 16,1-1 7-16,3-1-26 15,-4 2 32-15,5 0-2 16,0 0-12-16,2 0-1 16,1 0 2-16,0 0-4 0,0 0-2 15,0 0 3-15,2 0 0 16,-4 0-2-16,1 0 2 16,-3-1 0-16,0 1 0 15,1-2 0-15,1 1-1 16,2 1 2-16,2 0-1 15,3 0 0-15,-1-1-4 16,2 1-8-16,-2 0 8 0,0 0 1 16,-4 0 2-16,-2 0 2 15,-2 0-1-15,-2 0 0 16,-1 0 2-16,4 0-2 16,-3 0 0-16,3 0 0 0,0 1-3 15,0 0-27-15,-1 1 5 16,2-2 16-16,-1 0 9 15,-3 0 3-15,0 0 14 16,0 0 7-16,-3 0-7 16,-2 0-13-16,0 0-2 15,-4 0-1-15,1 0 0 0,-2 0-1 16,-1 0 0-16,-1 0-1 16,1 0 1-16,-1 0 0 15,0 0 0-15,0 0 0 16,0 1 0-16,-2 2 0 15,3-2 0-15,-4 2 0 0,1 0 0 16,0-1 0-16,2 2 1 16,0-3-1-16,1 2 0 15,3 0 0-15,1-2 0 16,-1 0 1-16,-1 1-1 16,-1-2 0-16,-2 0 0 0,-1 0 0 15,-2 0 3-15,1 0 7 16,-2 0-2-16,2 0-4 15,-2 0-4-15,2 0 0 16,-3-2-2-16,2 1-10 0,-5 0 0 16,0-2 7-16,-1 3 5 15,0-3 1-15,-2 3 5 16,2-1 0-16,-1-2 0 16,0 3-4-16,1-1-1 15,-1 1-1-15,1 0 1 16,-1-2-2-16,-1 2 2 0,3 0-1 15,-3-1 3-15,0-1 3 16,3-1 5-16,-3 1 3 16,2-1-1-16,0-3-8 15,2 2-5-15,1 1 0 16,-1 0 1-16,-1-1-3 0,3 0 0 16,-4 1 2-16,1-3 1 15,0 0 0-15,1 0 1 16,1-2 2-16,0 1 2 15,2 0-3-15,1-2 0 16,-1 0-3-16,0-1 0 0,1-2 0 16,-3 0 0-16,1-1 0 15,-3-2 0-15,-1 1 0 16,-1-3 2-16,0 0-2 16,-1-1 2-16,2 1-1 15,0 0-1-15,-2-3 0 16,2 1 0-16,-2 2 0 0,0-4 1 15,0 3-1-15,0-2 0 16,0 0 1-16,0 0 0 16,0 0-1-16,0-3 1 15,0-1 0-15,0 0-2 0,0-2 1 16,0-1 0-16,-2-1-1 16,-3 1-3-16,-1 1-3 15,-5-2 4-15,1 5 0 16,-1-1 7-16,0 4-4 15,0-1 3-15,1 4-1 0,-1 1-2 16,1-1-3-16,1 5 2 16,-5 0 0-16,3 1-2 15,-3 4-4-15,1-1 5 16,-2 2 4-16,2 1-1 16,-4 2-1-16,2-1 1 15,-3 4-1-15,2 0-1 0,-2 0-2 16,1 0 0-16,-3 0-3 15,0 4 1-15,0 1 1 16,-3 0-2-16,-2-1 6 16,0 0 0-16,-3 0 1 15,1 0 0-15,-2-1-1 0,0-1 0 16,-4 0 1-16,0 1-1 16,1 1 0-16,-5-1 2 15,2 0-4-15,-3-2 4 16,-1 2-2-16,-4 0 0 15,0-2 1-15,-4 1-1 16,2-2 2-16,-2 0-2 0,0 0 2 16,0 0-1-16,-1 0 0 15,0 1-1-15,-2 1 0 16,2-1 1-16,-3 0-2 16,2 1 1-16,2-2 1 0,4 0-2 15,-2 0 1-15,-1 0 1 16,0 1-2-16,0 2 2 15,-1-3-1-15,0 3-1 16,0-3 1-16,3 4 0 16,1-2 0-16,0-2 0 0,-1 0 0 15,3 0 1-15,-1 0-1 16,0 0 1-16,3 0-1 16,0 1 1-16,5 0-1 15,1 0 0-15,3 1-1 16,-1 0 1-16,0 0 0 0,2-2 0 15,-2 0 1-15,2 1-1 16,1 0 0-16,-1 0 1 16,3 0-2-16,2 0 1 15,1 0 0-15,2 1 1 16,0-1-2-16,3 1 2 16,1-1-2-16,4-1 2 0,-3 4-1 15,5-2 0-15,-1-1 2 16,1 3-2-16,3-1 0 15,-1 0 0-15,0 1-2 16,2-1 2-16,1 3 0 16,2-2 0-16,1 3-1 0,1-2 0 15,2 2-1-15,0 1-1 16,0 2 2-16,0 1 3 16,0 1-3-16,0 2 2 15,0 0 0-15,0 3-1 0,2 3 0 16,-1 0 0-16,2 0 1 15,0 1-1-15,3 0-1 16,-3-1-2-16,0 2 4 16,3-3 0-16,-4 1-1 15,1 0 0-15,-1 0 1 16,2 0-1-16,-2 0 1 0,0 1-1 16,-1 1 0-16,2 0 0 15,-1 0 1-15,1 0-1 16,-1 0 0-16,2-1 0 15,-1-2 0-15,0 0-1 16,1 0 1-16,0-1-2 16,-2-1 3-16,2-1 0 15,1-1-1-15,2-2-3 0,2 0 0 16,2-2 3-16,6-1 0 16,3 0-3-16,8-1 5 15,5-7-1-15,6-2-75 16</inkml:trace>
  <inkml:trace contextRef="#ctx0" brushRef="#br0" timeOffset="131203.34">17322 6702 25 0,'3'1'1'0,"0"2"0"0,2 0 0 0,-3-2-2 0,0 1-6 16,-1-1 4-16,0-1 5 16,2 0-1-16,1 0 12 15,1 0 5-15,1 0-2 16,2-1-7-16,2-5-7 16,0 0-1-16,2-3 2 0,7-1-1 15,-2-3 15-15,4-1 6 16,2-2-3-16,5-1 1 15,-1-4 9-15,2-1-15 16,4-2-2-16,-2-2-4 16,4-2 0-16,0 0-5 0,-2-1 1 15,1 4-1-15,-5-1 0 16,-4 6 0-16,-5 5-2 16,-6 3-1-16,-4 2 0 15,-5 6-1-15,-1 3-10 16,-4 1-33-16,0 0-58 15</inkml:trace>
  <inkml:trace contextRef="#ctx0" brushRef="#br0" timeOffset="131693.26">13321 6706 16 0</inkml:trace>
  <inkml:trace contextRef="#ctx0" brushRef="#br0" timeOffset="132838.59">17313 6764 37 0,'0'0'3'0,"0"0"14"0,0 0-4 0,0 0-9 15,0 0 3-15,0 0 1 16,0 0 9-16,0 0 9 0,0 0-1 16,0 0-10-16,0 0-8 15,0 0-9-15,0 0 0 16,2-34 1-16,-3 34 3 16,0 0-2-16,-1 0 0 15,2 3-2-15,0 0 1 0,0 4 2 16,0 0-1-16,0-1 0 15,0 1-1-15,0 0 1 16,4 0-2-16,0-4 2 16,0-2 0-16,0 2 4 15,2-3 12-15,-2 0 6 16,2-3-6-16,3-5-8 0,1-1 0 16,1-4-4-16,5-2-2 15,2-1-1-15,4-4 0 16,2-3 3-16,4-1 0 15,5-1 0-15,-1 1 1 0,3-3-1 16,-3 0-2-16,0-1 1 16,0 0 2-16,-5 2 2 15,-3 1-1-15,-3 0 2 16,-3 3-4-16,-3 4-1 16,-3 1 1-16,-2 4-1 0,-5 3-1 15,2 4-2-15,-4 5 0 16,-1 1-22-16,-2 0-45 15,0 0-66-15</inkml:trace>
  <inkml:trace contextRef="#ctx0" brushRef="#br0" timeOffset="133850.18">14787 12393 146 0,'-2'0'13'0,"0"0"29"0,2 0-21 16,0 0-24-16,0 0-3 16,4 0 9-16,2 0-2 15,4 4-1-15,-1 0 1 0,1 2-1 16,1-1 0-16,-1 0 0 15,-4-1 0-15,2-1 0 16,-1-2-1-16,1-1-2 16,-3 0-2-16,3-3 8 15,4-5-1-15,-3-5 3 0,3-2-3 16,0-4 1-16,1-4 1 16,1-1-3-16,-1-3 1 15,4-1-1-15,2-3-1 16,1-1 3-16,3 5-3 15,-3-1-11-15,0 8-46 0,-4 4-15 16</inkml:trace>
  <inkml:trace contextRef="#ctx0" brushRef="#br0" timeOffset="134273.12">14808 12462 53 0,'0'0'9'0,"0"0"10"0,0 0 1 16,0 0-10-16,0 0-1 0,0 0 15 15,0 0 4-15,0 0-4 16,35-40-3-16,-17 18-6 15,2-5-9-15,3-3-4 16,4-4-1-16,2-2 1 16,0 1-1-16,0-1-1 0,2 5-18 15,-4 0-23-15,-7 5-37 16</inkml:trace>
  <inkml:trace contextRef="#ctx0" brushRef="#br0" timeOffset="138041.45">18433 12100 51 0,'-2'0'-2'0,"-3"0"-5"0,2 2-18 0</inkml:trace>
  <inkml:trace contextRef="#ctx0" brushRef="#br0" timeOffset="138112.38">18433 12100 26 0,'0'0'38'0,"0"0"-24"15,0 0-26-15,0 0 7 16,0 0-11-16,-27 6-18 16</inkml:trace>
  <inkml:trace contextRef="#ctx0" brushRef="#br0" timeOffset="138354.38">18408 12106 26 0,'0'0'56'0,"0"0"-15"16,0 0-3-16,0 0-14 0,0 0-13 15,0 0-21-15,0 0 7 16,5 0-4-16,-3 0 7 15,0 0 1-15,-2 0 1 16,0 0-1-16,0 0 1 0,0 0 1 16,0 0-6-16,0 0 1 15,2 0 4-15,-2 0-1 16,2 0-2-16,-2 1-2 16,2-1 2-16,-1 0 0 15,0 0 1-15,0 2 0 0,0-1 1 16,1-1-1-16,0 2-3 15,0 0-21-15,-2-2-16 16,0 0-31-16</inkml:trace>
  <inkml:trace contextRef="#ctx0" brushRef="#br0" timeOffset="139043.78">18465 12110 41 0,'0'0'9'0,"0"0"4"0,0 0 2 0,0 0 6 0,0 0 3 15,0 0 11-15,0 0-15 16,0 0-10-16,0 0-8 16,0 0-7-16,0 0-5 0,1 0 9 15,1 0 0-15,-1 0 1 16,1 0 0-16,2 0 0 15,-4 0 0-15,2 0 0 16,-2 0 0-16,1 0 0 16,-1 0 1-16,1 0-1 0,0 1 0 15,-1 0 0-15,1 1-1 16,-1-2 1-16,0 0 6 16,0 0 6-16,0 0 2 15,0 0-1-15,0 0-4 16,0 0-5-16,0 0-3 0,0 0-2 15,0 0 5-15,2 0-4 16,0 0 1-16,1 0-2 16,2 0 1-16,-2 0 0 15,3 2-8-15,-4-1-6 16,1 1-1-16,0 2-4 0,0-3-19 16,-1 2-18-16</inkml:trace>
  <inkml:trace contextRef="#ctx0" brushRef="#br0" timeOffset="140889.34">15666 8413 132 0,'2'0'-8'0,"-2"0"21"0,2 0-1 0,0 0 0 16,-1 0-11-16,1 0 2 16,0 0-3-16,0 0 0 0,0 0 0 15,0 2 1-15,0 2-1 16,-1-3 1-16,2 3-1 16,-1-1 0-16,-1 0 0 15,2 0 0-15,-3 1-2 16,0-4 2-16,0 2 0 15,0-2 2-15,0 1 4 0,0-1 7 16,2 0-14-16,0 2-2 16,0-1 1-16,1-1 4 15,1 1-2-15,0 1 0 16,-3-2 1-16,1 1-1 16,-2-1-1-16,0 0-3 0,0 0 5 15,0 0 0-15,0 0 7 16,0 0-8-16,0 0 1 15,1 0-4-15,0 0-9 16,1 0 12-16,-1 0-2 16,0 3-5-16,0 0-13 0,-1 0-13 15,0-2-16-15</inkml:trace>
  <inkml:trace contextRef="#ctx0" brushRef="#br0" timeOffset="142889.43">18258 8292 70 0,'0'2'2'0,"1"-1"-1"0,-1-1 0 0,0 0 2 16,0 0 4-16,0 0 12 15,0 0 11-15,0 0-13 16,0 0-6-16,0 0-10 16,1 0-8-16,0 2 10 0,1-1-2 15,-2 2-1-15,1-2 0 16,0 1-1-16,-1-2 0 15,0 4 1-15,0-4 0 16,1 3 0-16,2-2-2 16,-3 2-14-16,0-3-11 0,2 2-2 15,-2-2-29-15</inkml:trace>
  <inkml:trace contextRef="#ctx0" brushRef="#br0" timeOffset="143202.54">18148 8304 121 0,'0'0'12'0,"0"0"-17"0,0 0 6 0,0 0 3 16,0 0-3-16,0 0 0 15,0 0-1-15,0 0-6 16,0 0-20-16,2 21-31 0</inkml:trace>
  <inkml:trace contextRef="#ctx0" brushRef="#br0" timeOffset="145082.4">17266 7125 14 0,'0'0'19'0,"0"0"1"0,0 0-7 0,0 0-4 16,0 0-1-16,0 0-1 0,0 0 2 15,0 0-5-15,0 0-4 16,0 0 0-16,0 0 1 16,0 0-1-16,-2 0 2 15,2 0-1-15,0 0 1 16,0 0 4-16,0 0 6 15,0 0-3-15,0 0-7 0,0 0-4 16,0 0 3-16,0 1 7 16,0 1-7-16,0-2 0 15,0 1 0-15,0-1 1 16,0 0 20-16,0 0 28 16,0 0-32-16,0 0-15 0,0 0-3 15,0 0-4-15,0 0-4 16,0 0 8-16,0 0-6 15,0 0 3-15,0 2 3 16,0-2 0-16,0 0 1 16,0 1 1-16,0-1-1 0,0 0 0 15,0 1-1-15,0 0-2 16,0 0 3-16,2 0-1 16,-2 2 0-16,0-3-1 15,0 2-1-15,2-1 0 16,-2-1-2-16,0 0-1 0,0 1 8 15,0-1 0-15,0 2-2 16,0-2 1-16,0 1-4 16,0-1 2-16,0 3-1 15,0-3 0-15,1 3 0 16,-1-2 2-16,0 2 0 16,0-3-1-16,1 0 0 0,-1 2 0 15,0-1 0-15,0-1 0 16,0 3 1-16,0-2-1 15,0 2 0-15,0 1 2 16,0-2-4-16,0 1 2 16,0-2 0-16,0 1-2 0,0-1-1 15,0-1 1-15,0 0 3 16,0 0 1-16,0 0 1 16,0 0 1-16,0 0 0 15,1 0 1-15,-1 0-5 0,0 0-3 16,0 0 7-16,0 0-4 15,0 0 0-15,0 0 2 16,0 0-2-16,0 0 1 16,0 0 2-16,0 0-2 15,0 0 0-15,0 0 0 16,0 0-1-16,0 0 0 0,0 0 0 16,0 0 0-16,0 0-1 15,0 0-2-15,0 0 4 16,0 0 1-16,0 0-1 15,0 0-1-15,0 0 1 16,0 0-2-16,0 0 2 0,0 0-1 16,0 0-1-16,0 0 1 15,0 0 0-15,0 0-1 16,0 0-1-16,0 0 2 16,0 0 1-16,0 0 0 15,0 0-1-15,0 0-1 0,0 0 0 16,0 0 0-16,0 0-1 15,0 0 2-15,0 0 0 16,0 0 1-16,0 1 0 16,-2 2-2-16,1-2 0 15,-1 1 1-15,-2 1 0 0,-1-1 0 16,3 0-1-16,-1 1-2 16,1-2 3-16,0 1-2 15,0-1 1-15,2-1 1 16,-2 0 1-16,2 0 1 15,-1 0-2-15,0 0 0 16,1 0 1-16,-1 1-1 0,1 0 0 16,-2 0-1-16,0-1 1 15,-1 3-2-15,1-2-5 16,0 1-14-16,-2-1 11 16,1 2 5-16,-3 1 1 0,1-1-3 15,-3 3-13-15,1-2-1 16,-5 0 2-16,3-2-11 15</inkml:trace>
  <inkml:trace contextRef="#ctx0" brushRef="#br0" timeOffset="148639.19">4526 2728 20 0,'2'0'6'0,"-2"0"-1"0,0 0 4 15,0 0 1-15,0 0-2 16,0 0-5-16,0 0-2 16,0 0 3-16,0 0 6 0,0 0 10 15,0 0-6-15,0 0-7 16,0 0-7-16,0 0-2 16,0 4-2-16,0-2 5 15,0 2-1-15,0-1-1 16,2 1 0-16,-1-1 0 0,0-2 0 15,0 1 1-15,1-1 0 16,-2 0 0-16,2-1 0 16,-2 2 0-16,0-2 0 15,0 0 0-15,0 0 0 0,0 0 0 16,0 0 1-16,0 0-1 16,0 0 2-16,3 0-1 15,-3 0-1-15,2 0 1 16,-2 0-2-16,0 0 0 15,2 0 1-15,-2 1 0 16,1 1 1-16,1-1-1 0,0-1 0 16,-2 3 0-16,2-3 0 15,-2 1 0-15,0 0 0 16,2 1 0-16,-2-2 1 16,2 3-1-16,-2-3 0 15,2 2 0-15,-2 0 0 0,1-2 0 16,-1 2 0-16,0-2 0 15,0 1 0-15,0-1 0 16,0 1 2-16,0 0-2 16,0 2 0-16,2 1 0 15,0 0 1-15,-2 2-1 0,2 0-1 16,0 0 2-16,0 1-1 16,1 1 0-16,-3-2 0 15,1 3 0-15,-1-2 0 16,0 2 0-16,0-2 0 15,0 4 1-15,0-2-1 0,0 0 0 16,0 0 2-16,0 0-2 16,0 0 0-16,0 0 0 15,0 0 0-15,0 1 0 16,0-3 0-16,0 3 0 16,0 0 0-16,0 1 0 0,0 0 0 15,1 2 0-15,2 0 0 16,1 3 0-16,-2-1 0 15,1 1 0-15,1 1 0 16,0 0 0-16,-2 0 0 16,0 0 0-16,-1-1 1 15,2-2-2-15,-1 2 1 0,0-2 0 16,-2 0 0-16,2 1 1 16,-2 1-1-16,2 1 0 15,-2 0 0-15,0 3 0 16,0-2 0-16,0 1 0 0,0 1 0 15,0 1 1-15,0 0-2 16,0 1 1-16,0-1 1 16,0 0-1-16,0-1 0 15,0 0 0-15,2 1 0 16,-2-1 0-16,0 0 0 16,0 0 1-16,0 4-1 0,0 2 0 15,0 1 1-15,0 4-1 16,0 2 0-16,0 2 0 15,0 2 0-15,0-1 0 16,-2-1 0-16,2-5 0 0,-2 0 0 16,0-3 0-16,-2-2 1 15,0 1-1-15,0 1 0 16,-2 0 0-16,1 4 1 16,-1-1-1-16,-2 4 0 15,2-1 0-15,-1 2 0 16,3-2 0-16,-2 2 0 0,3-2 0 15,1-2 0-15,-1-1 0 16,3-3 0-16,0-3 0 16,0-1 0-16,0-3 0 15,0-2-1-15,0 1 1 16,0-1 0-16,-2-1 1 0,2 3-1 16,-4-3 0-16,3 2 0 15,-1-2 0-15,2-3 0 16,0 3 0-16,0-4 0 15,0-1 0-15,0-3 0 16,0 1-1-16,0-4 2 0,0-2-1 16,0 0-1-16,0-1 2 15,0-2-1-15,0 2 0 16,0-2-1-16,2 1 1 16,-2-2 1-16,1 4-1 15,-1-3 0-15,2 1 0 0,0 0-1 16,0-2 1-16,-2 1 0 15,0 0 0-15,3-1 0 16,-3 0 1-16,0 0 4 16,0 0 1-16,0 0-6 15,0 0-11-15,0-4-45 0</inkml:trace>
  <inkml:trace contextRef="#ctx0" brushRef="#br0" timeOffset="150511.66">6187 2731 0 0,'0'0'1'0,"0"0"0"0,0 0-1 0</inkml:trace>
  <inkml:trace contextRef="#ctx0" brushRef="#br0" timeOffset="151506.37">6187 2731 34 0,'-3'0'1'0,"3"1"0"0,0 2-1 16,0 1 0-16,0 0-1 16,0 1 1-16,0-2 1 0,0 1 0 15,0 0 0-15,-3 0 1 16,2 1-1-16,-1 0 3 16,0-1-1-16,0 2-1 15,0 0 0-15,-3 1-1 16,4 3-1-16,1 0 1 15,-2 1-1-15,0 2 0 0,2 3 0 16,0 1 2-16,0 1-2 16,-2 5 0-16,2 2 0 15,-2 3 0-15,-2 3 0 16,3 1 0-16,-3 0 1 16,2 0 0-16,0-2 0 0,2-3 1 15,-2 0-1-15,0-3 0 16,0 2-1-16,0-1 1 15,-2 4 1-15,0 1-2 16,-1 1 1-16,-1 0 1 16,0 0-1-16,0 2-1 0,1-3 1 15,1-2 0-15,2 1 0 16,2-4 0-16,0-1 2 16,0-2-2-16,0-1 0 15,0 0 3-15,0-2-1 16,0-1-1-16,0 3 1 15,0-1 0-15,0 3-1 0,0 1-1 16,0 0-1-16,0 2 2 16,0 2-2-16,0-1 0 15,-2 0 0-15,0 0 0 16,2 0 0-16,0-1 0 16,0 1 0-16,0-2 0 0,0 0 1 15,0 0-1-15,0-2 0 16,0 0 1-16,0-2 1 15,0-1 3-15,0 1-2 16,0-3-1-16,0 2 0 16,0 2 0-16,0-3-2 0,2 1 0 15,0-1 2-15,-2-2-2 16,2-1 0-16,-2-2 0 16,0-1 0-16,0-2 0 15,0 0 1-15,0 0 0 16,0 1 0-16,0-2 0 0,1 1 0 15,1-1 0-15,-1 3 0 16,2-2-1-16,-1 1 1 16,0-1-2-16,1 1 2 15,-3 0-1-15,1-3 0 16,0 1 1-16,0-2-2 0,1 2 1 16,0-3 1-16,0-1-1 15,0 0 0-15,0-1-1 16,-2 0 2-16,2 0-1 15,-2-2 1-15,0 3 0 16,0-3 4-16,0 2 9 0,0-1 0 16,0-1 0-16,0 0-3 15,0 2-6-15,-2-1-2 16,0 0-1-16,2-1-1 16,-2 1-2-16,0-1 2 15,2-2-1-15,0 1 0 0,-3-1 0 16,2-1 0-16,0 2 1 15,-1-1 0-15,-1 2-1 16,1 0 0-16,0 1 0 16,-2 0-1-16,-1-4-16 15,1 0-67-15</inkml:trace>
  <inkml:trace contextRef="#ctx0" brushRef="#br0" timeOffset="153030.79">7923 2701 99 0,'0'-2'2'0,"0"1"4"0,0-2-5 0,0 3 0 0,0-1-1 15,0-1 0-15,0 2-1 16,0-1 1-16,0-1-1 16,0 1 2-16,0 1-1 15,0 0 1-15,0 0-1 0,0 0 0 16,0 0-3-16,0 0 3 16,0 0 0-16,0 0 0 15,0 4 0-15,0-1 0 16,0 2 0-16,0 0 0 15,0-1 0-15,0 1-2 0,-2 0 2 16,0-1 0-16,0 0 2 16,2 0-2-16,0-1-2 15,0-1 2-15,0 1 0 16,0 1 0-16,0-4 2 16,-1 2-2-16,-1-1 1 0,0 1 2 15,0-1 1-15,0 1-2 16,0 0 2-16,-1 0-2 15,2-1-2-15,0-1 1 16,0 2-2-16,1-1 1 16,0-1-1-16,0 0 1 0,0 1 0 15,0 1 0-15,0-1 1 16,0 2-1-16,0-1 1 16,0 0-1-16,0 1 0 15,0 0 0-15,0-1 0 16,0 2 0-16,0-3 1 0,0 3-1 15,0-2 0-15,0-1 0 16,0 2-1-16,0-2 1 16,0 1 0-16,0 0-1 15,-1 0-2-15,1-1-8 16,-2-1-14-16,-1 0-42 0</inkml:trace>
  <inkml:trace contextRef="#ctx0" brushRef="#br0" timeOffset="153863.52">7899 2710 14 0,'0'0'78'0,"0"0"-70"0,0 0 6 0,0 0-2 15,0 0-10-15,0 0-4 0,0 0 2 16,0 0 1-16,0 0-1 16,0 0 0-16,0 41 0 15,-2-24-1-15,2 2 2 16,0 3-2-16,0 2 1 15,0 3 0-15,0 4-1 16,0 3 2-16,0 7-3 0,0 2 3 16,0 1-1-16,3 4 0 15,0 2 0-15,0 0 0 16,-1 1 0-16,0 0 0 16,-2 5 0-16,0-1 1 0,0 0-2 15,0 1 2-15,0-4-1 16,0 2 2-16,0-3-2 15,-4-1 1-15,-2 0-1 16,0-3 1-16,-3-2-1 16,3-1 0-16,-3-3 3 15,-2 2-2-15,4 0-1 0,-2-1 0 16,3 2 0-16,-4-1 0 16,6-4 0-16,-1-3 0 15,3-3 1-15,2-8-2 16,0-1 1-16,0-5 0 15,0-2 1-15,0-3 0 0,2 0 0 16,-1 0 1-16,0-1-1 16,-1 0 0-16,1 0-1 15,1 0 0-15,-2-2 0 16,0-1 0-16,2-2 1 16,-2 1-1-16,2-1 0 0,-2-2 0 15,2 0-1-15,0 0 2 16,-1-1-2-16,4-1 1 15,-3-2-1-15,0-2 1 16,-2 3 2-16,0-3-2 16,0 0 8-16,0 0 26 0,0 1-8 15,0-1-17-15,0 3-7 16,0 0-2-16,0 1 2 16,0 2-3-16,-2-2 1 15,0 3 1-15,-3-3 0 16,4-1 0-16,-1 0-1 15,0 1 0-15,2 0 0 0,0 2 0 16,-2-3-8-16,2-3-80 16</inkml:trace>
  <inkml:trace contextRef="#ctx0" brushRef="#br0" timeOffset="155343.82">9744 2789 60 0,'-2'0'12'0,"0"0"1"0,2 0 1 0,0 0-12 16,0 0-2-16,0 0-7 15,0 4 5-15,0-2 2 0,-2 2 0 16,2 0 0-16,0 2 0 16,0-2 0-16,-2 3 0 15,2 1 0-15,0 3 0 16,0 0 0-16,0 3 0 15,0 2 0-15,0 2 0 0,2 2 2 16,0 3-2-16,2 0 0 16,-1 2 0-16,0 2 0 15,1 3 0-15,-2 1 0 16,1-1 0-16,-2 1 1 0,2 2-1 16,-3-3 0-16,0 4 1 15,0-2 0-15,0 1 1 16,0 3-2-16,0-1 0 15,2 2 0-15,0-3 0 16,0 0 1-16,1-1-1 16,1-5 0-16,-1-2 0 0,-1 2 0 15,-2 0 2-15,0 1-2 16,0 2 1-16,0 6-1 16,0-1-1-16,-6 1-1 15,0 0-2-15,0-2 3 16,0 0 1-16,1-2 0 0,-1-1 0 15,2-2 0-15,0-2 1 16,0 3-1-16,0-3 0 16,1 1 0-16,-1-1 0 15,-1-1 0-15,1-2 0 0,-4-1 1 16,2 0-1 0,2-3 0-16,-3-2 0 0,3-2 0 15,-1-2 0-15,1 1 0 16,2-5 0-16,1 1 0 15,1-1 0-15,0 0 0 16,0 1-1-16,0-1 1 0,0 0 0 16,-2 1-2-16,2-3 2 15,0 0-2-15,0 1 2 16,-2 0 0-16,0-4 0 16,2 0 0-16,-2-1 2 15,0-1 1-15,0 2-1 0,1-3 1 16,1 1-2-16,-2-1-1 15,0 1 0-15,0 0 0 16,2-2 1-16,0 1-1 16,-4-3 0-16,4 1 0 15,0-1 0-15,0 0 0 0,0 0 5 16,0 0 0-16,0 0-4 16,0 0-2-16,0 0 1 15,0 0 1-15,0 0 0 16,0 0 0-16,0 0 3 15,-2 0-2-15,-2 0-38 16</inkml:trace>
  <inkml:trace contextRef="#ctx0" brushRef="#br0" timeOffset="159920.91">10004 3752 137 0,'0'0'7'0,"0"0"19"0,0 0-22 0,0 0-4 16,0 0 1-16,0 0-1 15,0 0-5-15,0 0 5 16,0 0 0-16,0 0 10 15,0 0 5-15,0 0 2 0,23-3-3 16,-10-3-5-16,3-2 0 16,2 1-1-16,4-3-5 15,2 1 1-15,2 1 2 16,1-1-5-16,6 2 0 16,-7 1-15-16,1-2-78 0</inkml:trace>
  <inkml:trace contextRef="#ctx0" brushRef="#br0" timeOffset="160511.83">10706 3411 136 0,'0'0'-6'0,"0"0"17"0,0 0-4 0,0 0-1 16,0 0 0-16,0 0 6 15,0 0 5-15,0 0-6 16,0 0-5-16,-45-27-2 0,34 27-3 15,-3 3-1-15,-1 6 1 16,-1 4-1-16,3 3 0 16,0 2 0-16,3 3-1 15,1 1 1-15,4 1 0 16,4 0-1-16,1-2 1 0,0-4 0 16,0 0 0-16,6-4 0 15,3-3-4-15,5-3 7 16,-1-4-2-16,5-2 7 15,4-1 5-15,3 0-5 16,0-8 0-16,2-5-5 0,-2-1-3 16,-1-5-33-16,-6-3-42 15,0-6-45-15</inkml:trace>
  <inkml:trace contextRef="#ctx0" brushRef="#br0" timeOffset="161081.18">10831 3174 144 0,'0'0'11'0,"0"0"-18"0,0 0 4 0,0 0 4 0,0 0-1 16,11 45 1-16,-2-29-1 16,-2 5 1-16,2 3 0 15,0 1 0-15,1 1-1 16,0 0 1-16,-1 1 0 16,-3-3 0-16,2-1 0 0,-2-2-1 15,-2-2 1-15,1-4 2 16,-1-2-2-16,-2-2-1 15,-1-4 1-15,-1-2 1 16,0-4 1-16,0-1 2 16,0 0 35-16,-5 0-36 0,-1-10-2 15,1 0-3-15,1-4 2 16,0 0 0-16,3-2-3 16,1-1 2-16,0 0 1 15,1 1 1-15,7 1 5 16,-1-1-1-16,2 4 6 15,5 0-3-15,-1 2-4 0,5 3-5 16,-1 4-1-16,1-1 2 16,1 4 0-16,-2 0 0 15,-1 0-1-15,-5 10-1 16,-2 3 0-16,0 3 3 16,-4 3 0-16,-1 0-4 0,0 1 4 15,0-2-22-15,3-4-31 16,3-4-14-16,3-6-33 15</inkml:trace>
  <inkml:trace contextRef="#ctx0" brushRef="#br0" timeOffset="161835.2">11366 3346 158 0,'0'0'-18'0,"0"0"28"0,17-46-3 0,-14 33-5 16,-1 2-1-16,-2 1-1 0,0 3 2 15,0 1 7-15,-7 4 4 16,-3 0-7-16,2 2 2 16,-2 0-8-16,-1 2 1 15,1 6 0-15,-3 3-1 16,1 1 0-16,-1 2 0 0,-1 4 0 16,4 0 0-16,3 0 1 15,1-1-1-15,3 0 1 16,3-5-1-16,0 3 0 15,0-5-1-15,4-3 1 16,7 0-1-16,0-4 1 0,3-2 8 16,1-1-2-16,2 0-2 15,-2-4 5-15,0-3-2 16,-1-4 2-16,-2-5 1 16,0 3-5-16,-5-4 1 15,0-1-3-15,-2 2-1 0,-1-1 0 16,-4 3-2-16,0 1 1 15,0 4 1-15,0 3-4 16,0 1 15-16,0 4-10 16,-4 1-3-16,1 0 0 15,1 0 2-15,-1 8-3 0,1 1 1 16,2 2-1-16,0 2-2 16,0-1 2-16,0 0 0 15,5-1-1-15,2 1 0 16,2-4 1-16,3 1-2 15,2-5 0-15,0-1 3 0,3-2 2 16,-1-1 1-16,-2 0-1 16,-1-5 3-16,1-7-1 15,-3-1 2-15,1-1-3 16,0-3 1-16,-3-2-4 16,-2 1 1-16,0 1-2 15,-3 3-5-15,-2 3 4 0,-1 1 2 16,-1 6-3-16,0 1 7 15,0 3-3-15,0 0-1 16,-1 0 0-16,-1 0 3 16,2 7-4-16,-2 1 1 15,2 1 1-15,0-1-2 0,0 2-1 16,2-2 1-16,7 0-1 16,-1-1 1-16,3-1-1 15,3-2-10-15,0-1-13 16,-3-3-25-16,0 0-20 15,-3-6-20-15</inkml:trace>
  <inkml:trace contextRef="#ctx0" brushRef="#br0" timeOffset="161979.17">11536 3151 203 0,'0'0'3'0,"0"0"22"0,0 0-12 0,0 0-9 0,0 0-14 16,0 0-103-16</inkml:trace>
  <inkml:trace contextRef="#ctx0" brushRef="#br0" timeOffset="162476.32">11748 3174 87 0,'0'0'1'15,"0"0"0"-15,0 0-1 16,0 0 1-16,0 0 17 16,0 0 13-16,0 0 1 0,0 0-19 15,19-28-9-15,-14 28-4 16,0 0 3-16,-1 7-2 15,1 2 3-15,1 3-1 16,-3-1-1-16,3 2-1 16,-2 0 1-16,1-2-2 0,0-1 0 15,-3-3 1-15,0 0-1 16,0-2 1-16,-2-1-1 16,0-3 0-16,0 2 2 15,0-3-1-15,0 0 7 16,0 0 6-16,0-4-9 0,0-5 1 15,0-2 1-15,0-1-6 16,0-3 0-16,2 0 1 16,3-1-3-16,1 0 1 15,2-1 0-15,-2 1 5 16,1 2 3-16,0 0 5 0,4 3-5 16,0 2 5-16,2 3-6 15,1 5-6-15,3 1 0 16,0 9 0-16,0 12 0 15,-4 7-8-15,-4 5-32 16,-9 3-78-16</inkml:trace>
  <inkml:trace contextRef="#ctx0" brushRef="#br0" timeOffset="163131.55">11008 3993 100 0,'0'0'3'0,"0"0"16"0,36-24 10 0,-21 19 9 15,1 3-16-15,0-1-15 0,2 3-6 16,1 0 1-16,0 7-1 16,1 5 0-16,-1 2-2 15,-3 0 1-15,-2 6 0 16,0-3-4-16,-6 3-2 15,-3-1 10-15,-4-2-1 0,-1-2-1 16,0-1 0-16,-1-4-2 16,-4-2 2-16,-4-2 4 15,-2-3-5-15,4-1 1 16,-2-2 1-16,-1-2 0 16,4-9 8-16,2-5 4 15,-1-5-3-15,3-2-5 0,2-2 3 16,0-2-2-16,0 0-2 15,3 2-3-15,6 1-3 16,6 3-2-16,-1 0 2 16,6 6-24-16,-2 1-52 15,0 0-58-15</inkml:trace>
  <inkml:trace contextRef="#ctx0" brushRef="#br0" timeOffset="163636.7">11419 3879 242 0,'0'0'-20'16,"0"0"21"-16,0 0-2 15,0 0 5-15,0 0-7 16,0 0-21-16,0 0 17 16,0 0 8-16,0 0-1 0,5 39 2 15,-3-25-1-15,0 2-1 16,2-2 2-16,-1-1-2 15,6 1 2-15,-2-3-1 16,3-1-1-16,0-2 3 0,3-3 4 16,-4-2-5-16,4-3 4 15,-1 0 10-15,2-6 4 16,0-4-5-16,-1-4-7 16,-1-3-5-16,1-3-1 15,-1 0 1-15,-7-1 0 16,1-1-2-16,-2 3 0 0,-4 3 2 15,0 3 0-15,0 2-1 16,0 5 4-16,0 5 2 16,-2 1-8-16,2 0 0 15,0 7-1-15,0 4 1 16,0 2 0-16,0 3-1 0,0 0 1 16,2-1 0-16,4-2-1 15,4-2 0-15,-1-1 0 16,0 0-2-16,3-4 2 15,-2-2-4-15,1-2 0 16,1-2-4-16,-3 0-5 0,-1-5-3 16,2-6-14-16,-2-6-27 15,-3-5-24-15</inkml:trace>
  <inkml:trace contextRef="#ctx0" brushRef="#br0" timeOffset="163937.07">11757 3564 73 0,'0'0'90'0,"0"0"-63"0,-3-39 5 15,2 30-16-15,0 2-11 0,1 4 0 16,-2 0 2-16,2 2 2 16,0 1-9-16,0 0-8 15,0 4 6-15,2 7 0 16,2 6 3-16,1-1 0 15,-1 7-1-15,1-2 0 0,-1 3 0 16,1-1 2-16,-2 2-2 16,3-3 2-16,-2 2-1 15,0 1 1-15,3 1-2 16,-1 1 0-16,2-1 1 16,-3-1-2-16,3-2 1 15,-3-3-24-15,2-9-71 16</inkml:trace>
  <inkml:trace contextRef="#ctx0" brushRef="#br0" timeOffset="164349.9">11951 3780 134 0,'0'0'-19'0,"0"0"21"15,0 0-2-15,0 0 0 0,0 0 0 16,0 0 3-16,0 0 0 16,0 0 9-16,0 0 12 15,40 9 3-15,-31-18-12 16,0-2-7-16,2 1-3 16,-1-4-1-16,2-2 2 0,0 1-3 15,-3 0-1-15,-5 1 1 16,-1 4 0-16,-3 1 9 15,0 1 3-15,-2 5-2 16,-9 3-7-16,-2 0-5 16,-2 7-1-16,-1 6 0 15,-1 4 1-15,-1 3-2 0,7 0 1 16,1 1 0-16,6-1-1 16,2-3 1-16,2-1-2 15,2-3 1-15,8-2-1 16,7-3 0-16,4-3-2 15,6-5 4-15,0 0-6 16,0-16-100-16</inkml:trace>
  <inkml:trace contextRef="#ctx0" brushRef="#br0" timeOffset="164904.87">10942 3711 88 0,'0'0'3'0,"0"0"14"0,0 0-4 15,0 0 0-15,0 0-5 16,0 0-4-16,52-36 4 16,-27 28-4-16,4-2 1 15,5-2 7-15,4 1-5 16,6-3 6-16,3 1-10 0,3-3-2 15,1 0 1-15,3 0-1 16,2-1-2-16,-1 0 3 16,-4 0-3-16,-2 2 3 15,-3 0-2-15,-6 6 0 16,-7 1-17-16,-6 2-54 0</inkml:trace>
  <inkml:trace contextRef="#ctx0" brushRef="#br0" timeOffset="165417.2">11153 4466 103 0,'0'0'1'0,"63"-28"14"0,-16 8 11 0,9-3 7 15,6-4-1-15,6-4-1 16,7-3-4-16,5 1-12 16,2-1-3-16,0 3-5 0,-2 1-5 15,-4 7-1-15,-4 2-1 16,-10 3-21-16,-9 3-48 16,-11 3-86-16</inkml:trace>
  <inkml:trace contextRef="#ctx0" brushRef="#br0" timeOffset="165964.76">12613 3519 110 0,'0'0'16'16,"0"0"25"-16,0 0-8 16,0 0-16-16,0 0-16 15,0 0 3-15,0 0-4 0,0 0 0 16,0 0 0-16,-23 38-1 16,23-25 1-16,0-1-2 15,0-3 0-15,6-1 0 16,3-3-3-16,3-4 5 15,-1-1 7-15,-2 0 11 0,3-5 2 16,-1-5-5 0,0-3-3-16,-5-3 0 0,1-2-2 15,-5-2-1-15,-2 3 1 16,0-1-1-16,0 2-6 16,-6 5 4-16,-1 1-4 15,-3 7-6-15,2 3-4 0,-3 0-19 16,1 7-19-16,4 2-18 15,0-1-34-15</inkml:trace>
  <inkml:trace contextRef="#ctx0" brushRef="#br0" timeOffset="166299.08">12794 3295 87 0,'0'0'-8'0,"0"0"18"15,4-40 14-15,-4 31 14 16,0 6-11-16,0 3-16 16,-2 0-8-16,-3 0-3 15,2 6-1-15,1 8 1 16,-1 3-1-16,3 3 2 0,0 7-1 16,0 1 2-16,0 4 1 15,0 0 0-15,3 0 1 16,2 1 1-16,2-4 0 15,0 1-2-15,-1-3 0 16,3-3 0-16,-1 0-2 16,-2-1-1-16,0-2 1 0,1-2 0 15,-3-2 0-15,-4-3-3 16,0-5-30-16,0-5-15 16,0-4 1-16,-2 0 14 15</inkml:trace>
  <inkml:trace contextRef="#ctx0" brushRef="#br0" timeOffset="166413.3">12815 3645 85 0,'0'0'48'0,"0"0"6"16,-6-52-13-16,6 36-12 16,0 0-8-16,11 0-10 15,7 1-8-15,7 1-2 16,4 3 0-16,4 1-19 16,-1 0-86-16</inkml:trace>
  <inkml:trace contextRef="#ctx0" brushRef="#br0" timeOffset="166955.3">10898 4843 247 0,'0'0'-42'0,"0"0"39"0,0 0 2 0,0 0 0 16,0 0-3-16,0 0-1 16,0 0 4-16,36 51 10 15,-30-24-7-15,2 4-1 0,-2-1 0 16,-2 4-1-16,3-3 1 16,-4 0-2-16,-1-2-1 15,-2-1-1-15,0-5-38 16,-3-5 7-16,-7-5-48 15</inkml:trace>
  <inkml:trace contextRef="#ctx0" brushRef="#br0" timeOffset="167230.51">10876 4857 250 0,'0'0'5'16,"0"-46"6"-16,9 28-8 15,2 2-4-15,4 3 3 16,2 4-8-16,3 3-13 16,-3 4 8-16,0 2 5 0,-2 0 3 15,-1 10 1-15,-2 6 2 16,-3 0-4-16,-5 2-2 16,-2 2 7-16,-2 0 4 15,0-3-3-15,-6 3-1 16,-5-2 2-16,-2-2 0 15,-1 3 0-15,-1-2-5 0,3-1-15 16,0-4-73-16</inkml:trace>
  <inkml:trace contextRef="#ctx0" brushRef="#br0" timeOffset="167881.51">11211 4817 152 0,'0'0'3'16,"0"0"48"-16,0 0-13 0,0 0-12 15,12-37-13-15,-17 36-14 16,-2 1 9-16,-4 0-7 16,-2 8 1-16,2 5-2 15,2 1 0-15,-1 3 0 16,1 4 0-16,5-5-1 15,2 3 1-15,2-2-2 0,0-4 0 16,4-1-5-16,5-5-10 16,1-1 4-16,1-6 7 15,2 0 5-15,0 0 0 16,0-7 0-16,-1-6 1 16,-1 0 0-16,-4-1 1 0,2 3-1 15,-4-2-7-15,-1 3-4 16,-2 4 10-16,0 1 2 15,-2 3 2-15,0 1 1 16,2 1-1-16,-2 0-7 16,2 0-1-16,1 5 6 0,3 1 0 15,0 0-2-15,0 5 1 16,1-1 0-16,1-2 0 16,-3-1 0-16,4 0 0 15,-4-2 0-15,3-1 0 16,-3-2-2-16,4-2 1 15,-3 0 0-15,3 0 7 0,0-4-3 16,3-6 2-16,0-3-4 16,1-4 3-16,0-2-2 15,-1-1-1-15,0-1 1 16,-3 4-1-16,-1 0 0 16,0 7 4-16,-1 0 19 0,1 6-12 15,-2 4-12-15,4 0 0 16,1 0-1-16,-1 6 2 15,2 5-2-15,-1 3 2 16,2 2-3-16,-3-1-10 0,-3 1-15 16,1-3-20-16,-5-6-38 15</inkml:trace>
  <inkml:trace contextRef="#ctx0" brushRef="#br0" timeOffset="168135.02">11649 4499 199 0,'0'0'10'0,"0"0"20"0,0 0-12 0,0 0-18 0,0 0-4 16,0 0 0-16,0 0-1 15,8 45 15-15,-2-15-9 16,-2 0-1-16,1 0 2 15,1-2-2-15,-1-3 0 0,2-3 0 16,-3-1 0-16,0-4-7 16,-1-4-53-16,-2-3-18 15,-1-7-34-15</inkml:trace>
  <inkml:trace contextRef="#ctx0" brushRef="#br0" timeOffset="168390.58">11618 4705 242 0,'0'0'7'0,"0"0"24"16,0 0-21-16,0 0-12 0,0 0 0 15,27-37 7-15,-9 30-3 16,1 0-6-16,4 1-5 16,-3 3 9-16,-3 3-2 15,2 0 2-15,-1 0-2 16,-2 5 4-16,1 4-2 0,-1 3 1 15,0-1 0-15,-1 2-1 16,-1-2 1-16,-3-1-1 16,-1-3-7-16,1-1-24 15,-1-5-35-15,-1-1-22 16</inkml:trace>
  <inkml:trace contextRef="#ctx0" brushRef="#br0" timeOffset="168520.91">11869 4543 172 0,'0'0'29'0,"0"0"22"16,0 0-34-16,0 0-14 15,0 0-26-15,0 0-117 16</inkml:trace>
  <inkml:trace contextRef="#ctx0" brushRef="#br0" timeOffset="168948.27">11986 4527 279 0,'0'0'-23'0,"0"0"28"0,27-35-7 16,-15 25 7-16,-3 4-4 15,-2 3-2-15,1-1 1 16,0 4 0-16,2 0-3 15,-1 0 1-15,1 3 1 0,1 7 1 16,-1 4-1-16,2 3 1 16,-7 4-1-16,-3 2-4 15,-2-2-17-15,0 1 12 16,-3-5 4-16,-10-4 2 16,1-4 4-16,-1-3 1 15,-2-6 3-15,2 0 5 16,2 0-3-16,3-7 1 0,0-3-1 15,5-4-4-15,1 2 2 16,2-3-1-16,0 5 2 16,0 0 1-16,6 3 1 15,3 4-2-15,0 2-7 0,5 1 4 16,-1 0-2-16,3 0 1 16,1 4-1-16,-1 0-1 15,1 1-16-15,2-4-27 16,-1-1-49-16</inkml:trace>
  <inkml:trace contextRef="#ctx0" brushRef="#br0" timeOffset="169110.78">12257 4424 95 0,'0'0'5'16,"-8"-40"22"-16,3 24 44 0,-4 4-5 16,4 4-21-16,-1 4-18 15,5 4-7-15,1 0-11 16,0 8-13-16,0 11 2 15,9 8-1-15,3 9-14 16,-1 5-33-16,-4 1-61 16</inkml:trace>
  <inkml:trace contextRef="#ctx0" brushRef="#br0" timeOffset="170185.29">11871 5223 149 0,'0'0'18'0,"0"0"37"16,-46-6-40-16,30 12-13 15,0 10-2-15,2 4-1 16,1 1 0-16,3 3 1 16,4-1-1-16,4-3 0 15,2-2 0-15,0-5-2 16,0-2 0-16,4-2 2 0,3-3 0 15,0-2-1-15,4-4 1 16,2 0 1-16,3-6 4 16,3-9 3-16,0-5 0 15,-1-6 0-15,0-4-4 0,-1-4-1 16,-6-1 0-16,-2-2-1 16,-7 5-2-16,-1 1-2 15,-1 3 3-15,-2 9 2 16,-3 1 3-16,-4 4 6 15,-1 3-1-15,2 2-8 0,1 5-3 16,1 1-1-16,2 3 8 16,-3 0-7-16,4 10-7 15,-1 4 2-15,4 6 5 16,0 2 1-16,0 4-1 16,0-2 0-16,4 2 0 15,6-2 0-15,-3-3 0 0,5-1 1 16,0-4-3-16,-1-5 1 15,-2-2 0-15,3-4 0 16,-2-3 2-16,-1-2 4 16,0-2 5-16,3-8 2 15,0-5-4-15,0-5-2 0,-1-2-4 16,-2-3 1-16,0 3-2 16,-5 1-9-16,-2 3 5 15,-2 5 5-15,0 5 3 16,0 5 14-16,0 3-13 15,0 0-9-15,0 4-3 0,0 9 10 16,0 0-6-16,0 2-4 16,5-4-7-16,3 1 1 15,3-5 5-15,1-3 4 16,-1-4 0-16,5 0-1 16,-1-7 7-16,2-8 0 0,0-4 1 15,3-5-1-15,-3-6-1 16,-2-5-3-16,0-4-6 15,-2-3-7-15,-4 2-13 16,1 2 10-16,-8 5 16 16,-2 10 6-16,0 6 29 0,0 7 16 15,-2 9-25-15,-5 1-16 16,0 5-4-16,0 14-4 16,1 8-1-16,-1 7-1 15,4 7 1-15,1 5 1 16,2 0-1-16,0 4 1 15,2 0 0-15,4 0 0 0,0-1 1 16,-1 0-1-16,1-4 0 16,-4-4-1-16,0-7 1 15,-2-5 0-15,0-9 1 16,0-5-1-16,-8-5-1 16,1-6-12-16,-5-4-23 0,-1-2-20 15,1-17-26-15</inkml:trace>
  <inkml:trace contextRef="#ctx0" brushRef="#br0" timeOffset="170321.43">12192 5098 276 0,'0'0'-1'0,"52"-59"5"0,-20 23-7 0,3 1-2 15,-1-2-45-15,-1-3-51 0,-8 1 17 16</inkml:trace>
  <inkml:trace contextRef="#ctx0" brushRef="#br0" timeOffset="170554.11">12455 4713 23 0,'0'0'60'16,"0"0"-28"-16,0 0-13 15,0 0-11-15,-38-7-6 16,24 27-1-16,0 4 0 0,1 6 0 16,2 7 0-16,1 4 3 15,2 3 4-15,4 0-3 16,3-1 1-16,1 0-1 15,0-4-1-15,0-3-1 16,3-4-1-16,5-1 2 0,-1-5-1 16,2 1 6-16,-2-3-7 15,-1-1-1-15,-4-2-1 16,-1-5 1-16,-1 0-3 16,0-5-14-16,-3-4-14 15,-7-7-27-15</inkml:trace>
  <inkml:trace contextRef="#ctx0" brushRef="#br0" timeOffset="170754.63">12278 5098 293 0,'0'0'-17'0,"0"0"21"15,46-34-3-15,-23 22 0 16,4-1 0-16,2 0-3 15,2-1-17-15,-4 1-22 0,-5 2-6 16,0 0 24-16,-3 2 1 16,-3-1 2-16,-2 1-25 15</inkml:trace>
  <inkml:trace contextRef="#ctx0" brushRef="#br0" timeOffset="171494.91">12592 4907 99 0,'0'0'7'0,"0"0"14"15,0 0 5-15,0 0-6 16,-35 9-1-16,29-4-9 16,3-1-6-16,0 0-2 0,3 1-1 15,0-2-2-15,0-1-1 16,0 0 4-16,6-2 0 16,0 0 11-16,2 0 8 15,1-7-4-15,0-5-10 16,1-1-3-16,-2 1 0 15,-3-3-2-15,2 3-1 0,-7 2 0 16,0 3 0-16,0 4 0 16,-4 3-6-16,-4 0 3 15,-3 8-1-15,-1 6 3 16,0 5 0-16,3 2-1 16,2 1 1-16,5-1-1 0,-1-3 0 15,3 1-2-15,3-5-2 16,6-3 1-16,2 1 1 15,3-7 1-15,3-2 1 16,-1-3-2-16,1 0 0 16,1-8 8-16,3-8-3 0,-5 0 2 15,2-6 1-15,-1-1-2 16,-3-4 1-16,-1 0-3 16,-2 0 1-16,-1 3-3 15,-2 1-5-15,-4 8-2 16,0 4 8-16,-2 4 1 0,-1 5 6 15,1 2-2-15,-2 0-7 16,3 5-1-16,1 7 1 16,-1 2 4-16,3 3-2 15,-1-1 3-15,3-1-3 16,0-2-1-16,2-3 0 0,1-6-2 16,3-1 0-16,1-3 8 15,4 0-2-15,5-6 0 16,-2-7-1-16,-1-2 0 15,1-2 0-15,-4-3-1 16,-5 0-1-16,-2 3 0 16,-8 0 1-16,-3 3 0 0,0 4 1 15,-1 0 1-15,-8 6-2 16,-3 4 3-16,-2 0 0 16,-1 0-4-16,-1 12-1 15,3 1 1-15,1 2-1 16,5 3 1-16,2-1-1 0,5 0-3 15,0-3-13-15,7-2-21 16,4-4-4-16,3-5-18 16,1-3-36-16</inkml:trace>
  <inkml:trace contextRef="#ctx0" brushRef="#br0" timeOffset="171836.76">13087 4780 125 0,'0'0'37'0,"0"0"32"0,0 0-32 0,0 0-8 15,4-38-11-15,-2 38-11 0,-2 0-6 16,2 0-4-16,0 0-1 16,2 8 3-16,-2 2 1 15,1 3-4-15,0-1 0 16,-1 0-4-16,-2 0 2 16,0-4 6-16,0-1-5 15,0-4-2-15,0 0 0 0,0-3 2 16,0 0 15-16,0 0-4 15,0-10-8-15,0-3 2 16,0-1 3-16,0-2 0 16,2 1-2-16,3 0 1 15,-1 3-3-15,0 3 7 0,0 4 5 16,4 2-6-16,-2 3-6 16,5 0 1-16,1 2 1 15,-1 7-1-15,0 1-7 16,-1 4-19-16,-2-1-32 15,-5-3-52-15</inkml:trace>
  <inkml:trace contextRef="#ctx0" brushRef="#br0" timeOffset="172085.99">13274 4510 213 0,'0'0'-4'0,"0"0"-3"0,0 0 8 15,5 57 1-15,-1-33 3 16,1 5-1-16,-1-1-2 16,0-1-1-16,1 0-1 15,-3-6 0-15,0-1 1 16,-1-3-10-16,0-4-37 0,-1-6-23 15</inkml:trace>
  <inkml:trace contextRef="#ctx0" brushRef="#br0" timeOffset="172335.25">13278 4637 284 0,'0'0'10'0,"0"0"9"16,19-37-12-16,-2 24-5 15,1 2 2-15,2 2 0 16,-2 2-2-16,1 4-1 0,-2 3-1 16,-2 0 1-16,-2 10-2 15,-2 4 1-15,-1 2-1 16,-3 0 1-16,-1 0 0 16,-1 0-2-16,-2-1-6 15,1-3-9-15,0-2-6 16,-2 0-10-16,1-7-40 0,-1-3-57 15</inkml:trace>
  <inkml:trace contextRef="#ctx0" brushRef="#br0" timeOffset="172483.42">13495 4418 284 0,'0'0'6'0,"0"0"10"15,0 0-16-15,0 0-75 16,0 0-4-16,0 0-61 0</inkml:trace>
  <inkml:trace contextRef="#ctx0" brushRef="#br0" timeOffset="172825.48">13580 4541 337 0,'0'0'-26'16,"0"0"28"-16,0 0 1 16,3-36-3-16,-6 36-15 15,-6 0-19-15,-2 8 32 0,0 6 4 16,0 2-1-16,-1 5-1 16,4-1 0-16,3 1 0 15,3-2-2-15,2-5-10 16,0 0-29-16,0-8-2 15,9-4 11-15,0-2 19 0,5-3 12 16,-1-10 7-16,3-3 22 16,-2-2 5-16,3 1-3 15,-4 1-12-15,-2 6-4 16,-1 3-9-16,0 4 1 16,2 3-6-16,-5 0 0 0,1 3 0 15,-1 4-9-15,0-3-48 16,-5-1-53-16</inkml:trace>
  <inkml:trace contextRef="#ctx0" brushRef="#br0" timeOffset="173016.49">13674 4437 125 0,'0'0'59'0,"0"-39"-26"15,0 26 21-15,0 6-13 16,0 4-23-16,0 3-17 0,3 3-5 15,1 11 4-15,3 5 3 16,-1 7-2-16,-1 5-5 16,-1 4-24-16,-4-2-22 15,0-2-37-15,0-5-63 16</inkml:trace>
  <inkml:trace contextRef="#ctx0" brushRef="#br0" timeOffset="173109.44">13668 4564 79 0,'0'0'157'16,"4"-37"-157"-16,-4 13-85 16</inkml:trace>
  <inkml:trace contextRef="#ctx0" brushRef="#br0" timeOffset="176634.25">3022 5885 54 0,'-2'0'7'0,"-1"0"3"0,3-3 2 15,-2 0-4-15,2 2 0 0,-2-2-5 16,2 1 3-16,0 1 0 16,0 0-3-16,0 1 0 15,0 0 0-15,0 0-1 16,-2 0-1-16,2 0-3 15,0 0 3-15,0 0-1 0,0 0 0 16,0 2 0-16,0 0 0 16,6-2-1-16,1 0-1 15,7 0-1-15,3 0 3 16,6-2-2-16,4-3 2 16,2-2 2-16,4 1-2 0,1 0 1 15,1 2 0-15,1 0-1 16,-2-2 0-16,2 2 1 15,0 0-2-15,-3 0 0 16,3-1 1-16,1-2-1 16,2 3-3-16,-1-3 4 0,4 0 2 15,-2-2 0-15,3 2 0 16,-3 0 1-16,0 1-2 16,-1 2 0-16,-4 1-1 15,-1 2 1-15,-1 1 0 16,-4 0-1-16,-2 0 0 0,-4 0 1 15,-4 1-1-15,2 2 0 16,-6-1 1-16,-3-1-1 16,-3 0 0-16,-1-1-6 15,-8 0-23-15</inkml:trace>
  <inkml:trace contextRef="#ctx0" brushRef="#br0" timeOffset="177118.26">3042 5858 66 0,'0'0'1'0,"0"0"1"0,0 0-2 0,0 0 0 16,42-13 0-16,-28 13 1 0,1-1-2 15,4 1 2-15,0-1-1 16,6 0 0-16,4 0 0 16,2 0 2-16,5-1-1 15,3 2 0-15,3-3 1 0,2 0 1 16,6 2 3-16,1 1-2 15,5 0-2-15,0 0 1 16,4 0-3-16,2 0 1 16,-1 0-54-16</inkml:trace>
  <inkml:trace contextRef="#ctx0" brushRef="#br0" timeOffset="181532.38">18221 9722 97 0,'0'0'41'0,"0"0"3"0,0 0-4 0,0 0-10 15,0 0-7-15,0 0-9 0,0 0-6 16,0 0-4-16,0 0-2 15,0 0 0-15,0 0 1 16,0 0-1-16,0-19-2 16,3 19-1-16,2-2-2 15,-1 0-12-15,1 0-8 0,2-1-4 16,-2 2-23-16,-1-2-9 16,0 2 26-16,-1-1 8 15,-2 2 14-15,-1 0 11 16,0 0 13-16,0 0 17 15,0 0 14-15,0-1-5 16,0 1-10-16,-1 0-10 0,1-2-8 16,0 2-6-16,0 0-3 15,0 0-3-15,1 0-4 16,6 0-13-16,1-6-64 16</inkml:trace>
  <inkml:trace contextRef="#ctx0" brushRef="#br0" timeOffset="183355.3">5616 5413 66 0,'-4'-8'0'0,"2"1"0"0,-2 0 3 0,1 0-3 16,-1 0 0-16,0 0 1 15,-3 0 0-15,0-2 5 16,0 3 11-16,-1-1-2 16,-1 0 0-16,-1 3-10 15,-1-1-2-15,3 1-1 16,-4 1-1-16,3-1-1 0,-2 1 1 16,0-2 0-16,2 2 3 15,-5-1 2-15,1 1-2 16,0 0-1-16,-3 0 2 15,1 0-3-15,-3 2 0 0,0-1-2 16,2 2 0-16,-2 0 0 16,1 0 0-16,0 0 0 15,2 0 0-15,-1 2 0 16,1 5 0-16,-1 0 0 16,1 3-1-16,-4 0 2 15,4 1-1-15,-5 3 0 0,1-1 0 16,2 0 0-16,-1 1-1 15,1 1 1-15,3-2-2 16,-1-1 0-16,1 1-2 16,3-2 4-16,-2-1 0 15,3 1 1-15,-1-1-1 0,3 2 0 16,-2-1 2-16,1 2-2 16,1 2 0-16,0 1 0 15,-1 2 0-15,1 2 0 16,0 2-2-16,2-1 2 0,-2 3 2 15,3-3-2-15,1 1 0 16,2-4-2-16,0 1 2 16,2 1 0-16,0-2-1 15,0-2 1-15,0 1 0 16,0-2 0-16,4 1 0 16,0-2 0-16,0 2 0 15,1-2-1-15,-1 2 1 0,3-2 0 16,0 0 1-16,0 0-2 15,3 0 0-15,-2 1 1 16,1-1 1-16,1 0-3 16,2 0 4-16,-3 2-2 15,1 0 1-15,2-1-1 0,1-1 0 16,1 2 0-16,-1-3 1 16,4-1 1-16,2 0-1 15,2-1 0-15,3-1-1 16,0-2 2-16,1 1-2 0,0-3-1 15,1-3 2-15,-3 1-3 16,3-1 4-16,-4-3-2 16,3 0 0-16,2 0-1 15,0 0 0-15,2-3 3 16,-1-3-1-16,5-1 0 0,0 0-1 16,1-3 2-16,1 0-4 15,-1-4-1-15,1 1 0 16,-1-4 0-16,-1-3 3 15,-2-1-1-15,-1 0 0 16,1-3 2-16,-2-2 3 16,2-1 4-16,-2-2-2 0,-2 0-3 15,2-4-2-15,-4-2 0 16,-6-2 0-16,-2-2 0 16,-8-5 1-16,-2 0-2 15,-7-1 3-15,0-2 0 16,0 1 7-16,-10 3 0 0,0 1-4 15,1 1-5-15,-3 3-6 16,-1-2-51-16</inkml:trace>
  <inkml:trace contextRef="#ctx0" brushRef="#br0" timeOffset="185788.25">6618 2783 79 0,'-6'0'4'0,"1"0"-3"0,-2 0-1 0,0 0 1 0,1-3-1 16,-3-1 0-16,3 1 1 15,-4 0 0-15,1 1 0 16,1 0 6-16,-2 2-3 16,0 0-1-16,1 0-3 15,-5 0 1-15,1 0-1 16,-1 3 0-16,-1 1 0 0,0 3 0 16,0-2 0-16,-1-1 1 15,1 3-1-15,-1-3 0 16,-1 2 2-16,1-2-2 15,0 2 0-15,1-2 0 16,4-1 1-16,2 1-1 0,-1-1 1 16,1-1 1-16,3 2 4 15,0-1 2-15,-4 1-4 16,1 1-3-16,1 3 0 16,-2 0-1-16,-1 2 0 15,2 1 0-15,3 2 0 0,-3-1-1 16,6 5 1-16,-1-2 0 15,-1 2 0-15,2 0-1 16,2 2 1-16,-1-1 0 16,-2 1 0-16,2 0 0 15,-2 0 1-15,2 2-1 0,2-1 0 16,0 0 0-16,0-1-1 16,0 1 1-16,-2-1 0 15,2 1 1-15,-4 2-1 16,2-1 0-16,-1 2 0 15,2-2 0-15,0 2 0 0,1 1 0 16,0 0 0-16,0 0 0 16,0 2 0-16,0-1 0 15,0 2 0-15,0-1 0 16,0-2 0-16,0 0 0 16,-2-1 0-16,2-5 1 0,-2 3-1 15,2-2 0-15,0-1 0 16,0 2 0-16,0-1 0 15,0 2 0-15,0 2 0 16,0 1 0-16,4 2 0 16,-3 1 2-16,0 0-2 0,2-1 0 15,-3 0 1-15,0-2 0 16,0 0-1-16,0-1 1 16,-3-6 0-16,1 3 1 15,0 0 0-15,0 0-1 16,0-3 0-16,2 4 2 0,-2 1-3 15,-2 1 1-15,0 2-1 16,0-1 1-16,-3 0-1 16,3 0 1-16,-3-1 1 15,3 1-1-15,-3-3 1 16,1-2-1-16,3-1-1 0,-1-1 1 16,2-2 1-16,-3 0-2 15,3-2 1-15,-3 1-1 16,1 0 0-16,1 2 1 15,-1 0-1-15,2 2 0 16,-2-1 0-16,2 3 1 16,1-2-2-16,1-2 1 0,-2-3 0 15,2 0 0-15,0-5 0 16,0-1 0-16,0-1 0 16,2-2 1-16,0 3 1 15,3-2-1-15,-1 2 1 0,3 0-1 16,0 0-1-16,0 0 0 15,1-1 0-15,1-1 0 16,3 1-1-16,1 0 1 16,-1 2 1-16,0-1 0 15,1-3-1-15,1 1 1 0,0 0-1 16,0-2 2-16,1 0-6 16,3-2 5-16,-3 1 2 15,4-2 5-15,1 0-1 16,1 0-3-16,0 0-3 15,-1 2 1-15,0 0-1 0,0-2-1 16,1 0 2-16,-2 0-2 16,0 0 1-16,3 0-6 15,-2 0 6-15,2 0 2 16,1 0-2-16,-1 0-2 16,4 0 2-16,-1 0-1 0,2 0 2 15,2-4-4-15,-2 1 2 16,2-1-1-16,-2 0-1 15,1-1 0-15,1 0 4 16,3-1-2-16,-1 2 3 16,4-2-4-16,0 3 5 0,1-1-3 15,1 1 0-15,-1 0-1 16,0 2 1-16,0-3-1 16,-3 1 0-16,-1-3 0 15,-1 2 0-15,-1-1 0 16,3 0 2-16,-4-1 4 15,0 1-3-15,0 1 0 0,-3 2-2 16,-1-1-1-16,-3 0 1 16,-1 2 0-16,-2-3 1 15,2 2-2-15,-4-2 0 16,2-2 0-16,-1-1-20 16,-5-6-60-16</inkml:trace>
  <inkml:trace contextRef="#ctx0" brushRef="#br0" timeOffset="188984.55">6376 2827 115 0,'3'-3'4'0,"-1"1"-4"16,0-1 1-16,1 1-4 0,2 1 2 15,1-2 0-15,0 0 1 16,3 2 0-16,1-2 0 15,1 0-2-15,1 0 3 16,5-1 0-16,5 1 0 0,0-1 2 16,3 0 1-16,4-1-3 15,2 1 0-15,-1-1 1 16,3 2-4-16,-2-2 5 16,2 1 5-16,3-2 0 0,1 2-3 15,5-2-2-15,0-1-1 16,5 2 1-16,0-1-3 15,4 2 1-15,-3-1-1 16,-2-1 0-16,-3 2 1 16,-5 2-1-16,-4-1 1 0,-1 3-2 15,0 0 2-15,-2 0-1 16,3 0 0-16,-2 0 0 16,5 0 0-16,0 0 0 15,-2 0 0-15,-1 0 1 16,-3 0-2-16,-2 0 2 15,-2 0-1-15,-5 0 0 0,0 0 1 16,-1 0 2-16,-4 0-1 16,-1 1 2-16,-3 2-2 15,-1 0 0-15,-5 1 0 16,-3 1-2-16,-2 1 3 16,-2 2 2-16,0 0-1 0,0 2-1 15,-2 0 3-15,0 2-6 16,-1 0 0-16,3 1 0 15,0-3 0-15,0 3 0 16,0-1 0-16,5 3 0 16,1-1 0-16,-2 2 0 0,4 2 0 15,1 2 0-15,-3 1 0 16,3 3 0-16,1 2 0 16,0 2 0-16,-3 2 0 15,0 0 0-15,0 0 1 16,-5 0-1-16,-2 0 1 0,0 0-1 15,0 0 1-15,0 0-1 16,0 4 1-16,0 2-1 16,-2 1 0-16,-2 1 0 15,1 2 1-15,0 0-1 16,-1 1 0-16,2-1 1 0,2-1-1 16,0 0 0-16,0 2 0 15,0-1 1-15,4 2-2 16,1 1 1-16,2-3 0 15,-3-4 0-15,-2-1 1 16,-2-3-2-16,0-2 2 0,0 0-1 16,0 1 1-16,-2-1-1 15,0 2 0-15,-2 0 0 16,-2-1 2-16,0 1-2 16,-1-1 0-16,1-3 0 15,-4 1 1-15,1-4-1 16,1 2 0-16,-1-3 0 0,-4 0 0 15,4 1 0-15,-5-3 0 16,3 2 0-16,-2-2 0 16,1-1 0-16,2-1-1 15,3-2 1-15,-3 0 0 16,4-3 0-16,1-2-2 0,1-2 4 16,-3 0-2-16,0-2 0 15,-1 1 1-15,-3 0-2 16,-1 0 1-16,-5-1-3 15,0 0 3-15,-2 0-4 0,-3 0-2 16,-1-4 13-16,-2 1-7 16,-3-2 1-16,-5-1 1 15,0 0-1-15,-3-2-1 16,-1 2-1-16,-1 1 0 16,-3 0-2-16,1 2-10 0,0-1 3 15,0 0 6-15,-1 1 0 16,1-2 2-16,1 0 5 15,2-1-2-15,-1 1 3 16,1-4 0-16,3 0 2 16,1 0 3-16,1 0-6 15,3-5 1-15,-2-5-3 0,1 3 2 16,2-2 5-16,-1-1 5 16,2 2-5-16,2-3-4 15,3 3-2-15,-2 0-2 16,5 1 0-16,-3 2 0 15,2-2 0-15,-2 3 0 0,2-2 0 16,0 2 0-16,1 1 0 16,0 2-1-16,2-2 2 15,2 2-1-15,1 0 0 16,1 0-1-16,-1 0 3 16,2-1-2-16,3 0 1 0,1-1 0 15,2 1-1-15,0-2 0 16,3 1 0-16,1-1-1 15,0-1 1-15,2 0 2 16,-2-5 21-16,2 1-11 16,0-2-13-16,0 0 4 0,-2-6 0 15,1 0-2-15,1-3-2 16,0-3 1-16,0-3 1 16,0-2-1-16,0-5 2 15,0-2-1-15,0-5-1 16,0-2 0-16,0-3-1 0,0-3 1 15,3 0 0-15,-1 1 0 16,-2-1 1-16,2 1-1 16,0 0 0-16,0 2-3 15,-2 0 1-15,1 1 6 16,0 2-7-16,0 1-1 0,1 1 0 16,2 5-3-16,0-1 6 15,-2 3-1-15,0-2-4 16,2 2-3-16,-4-1 5 15,0 2 4-15,-2 1 1 16,-4 0 1-16,0 4 0 0,0 0 2 16,3 0-2-16,-1 4-2 15,-1-1 2-15,0 3-1 16,3 1-1-16,-2 0 0 16,-1 2 0-16,3-2 2 15,-2 0-2-15,2 0 1 16,0 2 0-16,2-2 0 0,0 0-1 15,0 0-1-15,0 0 0 16,2 0-2-16,2 1 0 16,0 1 3-16,1 0 0 15,-1 1 0-15,0 2 2 16,4 2-4-16,0 1-4 0,3 2 4 16,3 0 2-16,1 2-1 15,2-1 1-15,2 3 0 16,6-3-1-16,2 1-1 15,2 2 3-15,2 0-1 16,5 0 0-16,0-1 0 16,6 1 0-16,-2-1 0 0,0 0 0 15,3-2 0-15,0 1 0 16,4 1-1-16,-1-3-2 16,4 1 4-16,1 0 1 15,3 0-2-15,1 0 0 16,1 1 0-16,-1-1 0 0,-5 4-2 15,-4-4 4-15,-4 5-2 16,-4 0 1-16,-3 0-1 16,-1 0 0-16,-4 1 1 15,-2 0-1-15,1 0-1 0,-2-1 1 16,-2 2 0-16,-1-1 1 16,-1 2-1-16,-6-1 0 15,-1 2-1-15,-3 0 2 16,-4 0-1-16,3 0 0 0,-3 0 0 15,1 2-1-15,0 5 1 16,-4 2-1-16,1 2-2 16,-1 0 3-16,2 6 1 15,-2-1-2-15,1 1 2 16,-1 1 1-16,1 2-2 16,2 0 0-16,0 3 1 15,-4 1-1-15,-1 0 0 0,-2 3-4 16,-2 1 4-16,0 5 0 15,-2 1 1-15,-3 5 2 16,-3-1-2-16,3 1 0 16,-4 1-1-16,4 0 1 0,-1 0-1 15,1-2 0-15,1 2 1 16,2 1-1-16,-2 3 0 16,0-1 0-16,0 0 0 15,0-1 0-15,-4-1 0 16,1-2 1-16,-1 0-1 15,2 1 0-15,-3 1 0 0,1 2 0 16,0 1 0-16,4-1 0 16,-1-1 0-16,1-1 0 15,4-4 0-15,0-1 0 16,0-2 0-16,0-3 0 0,0 2 0 16,0-2 0-16,2 0 0 15,1 2 0-15,1 0 0 16,0-2-1-16,1 0 1 15,-2-1 0-15,-1-2-1 16,-2-2 1-16,0-5-1 16,0-2 0-16,0-1 1 0,-7-2 0 15,-4-2 0-15,2-3 0 16,-5 1 0-16,-3-4 1 16,-2 2-2-16,-4 0 2 15,-4 0-1-15,-3 1-1 16,-5-2-5-16,-2 2 1 0,-5-1 6 15,2 3-4-15,-3-1 3 16,1 1-5-16,2-1 8 16,-1 1-6-16,3-2-5 15,-2 3-13-15,0-5 18 0,2 1 0 16,-2-2 3-16,0-2 5 16,1 1 6-16,1-3 3 15,1-1 3-15,1 0-8 16,-5 0 3-16,1 0-8 15,-2 2-5-15,-5 2 2 0,-2-5-26 16,-7-2-119-16</inkml:trace>
  <inkml:trace contextRef="#ctx0" brushRef="#br0" timeOffset="190665.54">5791 16473 149 0,'0'0'3'16,"0"0"-3"-16,0 0-17 0,0 0-31 0</inkml:trace>
  <inkml:trace contextRef="#ctx0" brushRef="#br0" timeOffset="191148.18">5791 16473 50 0,'-37'-5'49'0,"37"-3"-15"15,0 0 0-15,0 3-5 16,0 1-15-16,0 1-5 16,0-1-3-16,-5 2-4 15,-2 2 2-15,-2 0 0 0,-2 0-4 16,-3 6 2-16,3 3 0 16,0 2-3-16,2 2 1 15,0 4 0-15,2 0 0 16,3 1-1-16,2 0 0 15,2 0 1-15,0-3 0 0,0-3 0 16,0 2 0-16,4-4-1 16,1-2 1-16,1-3 1 15,-2 1-2-15,2-2 1 16,-2-3-1-16,-2-1-2 16,-1 0 3-16,0 0 3 0,0 0 4 15,-1-2 7-15,0-7-2 16,0 2-5-16,2-6-5 15,0 0-1-15,2-1-1 16,-1-1 0-16,3-1 0 16,-1 2 0-16,2 0-1 0,-1 2 1 15,-2 2 1-15,3 3-2 16,-1 1 1-16,2 4 0 16,-2 2-1-16,3 0 1 15,1 0-1-15,-2 6-1 16,-1 3 0-16,2 4 3 15,2-3-1-15,-2 3 1 0,-2-2 1 16,4 0-2-16,-2-3 0 16,-2-1 1-16,3-1-4 15,2-4-11-15,-1-2-17 16,-3-1-56-16</inkml:trace>
  <inkml:trace contextRef="#ctx0" brushRef="#br0" timeOffset="191611.7">5981 15979 40 0,'0'0'48'0,"0"0"-12"0,0 0-7 0,0 0-11 0,0 0-9 16,0 0-5-16,-38-10-3 15,32 14-1-15,1 3 0 0,-4 3 1 16,2 4 0-16,-1 1 1 16,1 5 1-16,-3 2 3 15,0 4-4-15,3 0 2 16,-1 2 0-16,4-3-1 16,2 0-1-16,0-3 0 15,2-2 0-15,0-4-1 0,2-4 2 16,5-3-2-16,4-2-1 15,2-3 0-15,2-4-3 16,2 0-21-16,1-9-71 16</inkml:trace>
  <inkml:trace contextRef="#ctx0" brushRef="#br0" timeOffset="191896.64">6026 16124 146 0,'0'0'6'16,"0"0"-5"-16,0 0-4 16,0 0-2-16,0 0 2 15,0 0 3-15,0 0 9 16,0 0 12-16,0 0 13 16,0-19 2-16,0 19-17 0,0 0-21 15,-2 9 2-15,2 2 3 16,0 5-1-16,-2-1-1 15,2 5-1-15,0-3 1 16,0 2-1-16,0-2 1 16,0-1-2-16,0-1 1 15,0-2-8-15,0-5-35 0,0-5-40 16</inkml:trace>
  <inkml:trace contextRef="#ctx0" brushRef="#br0" timeOffset="192274.29">6162 15877 127 0,'0'0'1'0,"0"0"0"0,0 0-1 15,43-12-2-15,-34 12-5 16,-1 0 4-16,-1 10 2 16,1 3 2-16,-2 4 1 15,-2 3 1-15,-1 3 2 16,1 2-2-16,-2 2 2 0,-2 4-4 15,0 1 1-15,0 0-2 16,0 2 1-16,0 1 0 16,0 0 0-16,0-1-1 15,0-4 0-15,0-3-4 16,2-8-104-16</inkml:trace>
  <inkml:trace contextRef="#ctx0" brushRef="#br0" timeOffset="192757.64">6620 16456 108 0,'0'0'21'0,"0"0"-21"0,0 0 5 15,0 0 1-15,48 0-2 16,-33-4-3-16,3 1 0 16,-2-1-1-16,4-1-18 15,-7 1-58-15</inkml:trace>
  <inkml:trace contextRef="#ctx0" brushRef="#br0" timeOffset="192899.95">6716 16608 195 0,'0'0'-11'15,"0"0"5"-15,41 4-4 16,-24-7-68-16</inkml:trace>
  <inkml:trace contextRef="#ctx0" brushRef="#br0" timeOffset="193504.14">7427 16351 198 0,'0'0'14'15,"0"0"-17"-15,0 0 6 16,0 0-3-16,0 0 0 0,0 0-1 16,19 39 0-16,-17-28 0 15,-2 0 1-15,0 1 1 16,0-2-1-16,0-1 2 15,-2 0 1-15,-3 1-2 16,-3-2-1-16,0-1 2 0,-1 0-3 16,-1-1 2-16,0-2-1 15,-1-1 0-15,0-3 3 16,0 0-1-16,0 0-1 16,2 0 1-16,-3-7-1 15,3-3-1-15,1 0-2 16,0-1-10-16,4 1-3 0,2-3 12 15,2 3 1-15,0 0 0 16,4-1 2-16,8 0-2 16,1 1 2-16,3-2 1 15,1 2 1-15,4 0 1 16,-2 2 6-16,2-2 4 0,1 4 1 16,-1 0-2-16,-2 1-3 15,4 1-2-15,-3-2-2 16,2 5-5-16,-2-3 1 15,1 3-1-15,-1 0 1 16,2-2-1-16,-1 0 1 0,2-1-2 16,0-5-13-16,-2-2-80 15</inkml:trace>
  <inkml:trace contextRef="#ctx0" brushRef="#br0" timeOffset="193838.98">7975 15973 75 0,'0'0'17'0,"0"0"27"0,-36 27-9 0,25-13-19 15,-3 8-10-15,0 3 0 0,0 8-3 16,1 4 0-16,0 4 0 16,2-1 2-16,1 2-1 15,-2 0 1-15,4-4 0 16,3 2 10-16,5-5-1 16,0-1-6-16,0-2-6 0,9-6 0 15,9-4-5-15,0-5 3 16,8-9-9-16,-1-8-28 15,4 0-60-15</inkml:trace>
  <inkml:trace contextRef="#ctx0" brushRef="#br0" timeOffset="194288.7">8089 16273 21 0,'0'0'104'15,"0"0"-80"-15,42-24 4 16,-25 15-14-16,0-2-6 0,1 4-4 16,-3 0-1-16,1 4 0 15,-5 3-1-15,1 0 0 16,-4 1-1-16,1 9 1 15,-4 3-3-15,-1 1 1 16,-4 4 2-16,0 0-1 16,0 0-1-16,-5 0 1 0,-3-2 1 15,1 0 0-15,1-1 2 16,-2-2 1-16,4 0 1 16,2 0-3-16,2-2 0 15,0-1-2-15,0-1 2 16,0-1-2-16,2-3-1 0,2-4 1 15,4 3 2-15,-2-4 3 16,5 0 2-16,-2 0-5 16,2-7-1-16,0 3-2 15,-2-3-5-15,1 2-25 0,-4-2-9 16,-2 3-19-16,-3-4-15 16</inkml:trace>
  <inkml:trace contextRef="#ctx0" brushRef="#br0" timeOffset="194536.46">8167 16351 199 0,'0'0'4'0,"0"0"7"0,0 0-9 0,0 0-2 15,0 0 3-15,0 0 7 16,0 0 0-16,35-38-2 16,-23 32-2-16,-1 0-3 15,3 2-2-15,-1-2-1 0,3-1-2 16,-1 0-38-16,-4-3-74 16</inkml:trace>
  <inkml:trace contextRef="#ctx0" brushRef="#br0" timeOffset="194814.25">8411 15987 192 0,'0'0'29'0,"0"0"15"15,0 0-34-15,0 0-9 16,0 0 0-16,0 0 0 16,0 37-1-16,-1-14 0 0,1-2 1 15,0 2-1-15,0-1 1 16,0-1-1-16,0-3 1 16,0-1-2-16,1-3-7 15,3-7-36-15,-2-7-81 16</inkml:trace>
  <inkml:trace contextRef="#ctx0" brushRef="#br0" timeOffset="195121.49">8588 15766 228 0,'0'0'8'0,"0"0"-7"0,49-19 3 16,-32 19-2-16,-1 0-2 16,0 9 1-16,0 8-1 15,-1 8 0-15,1 5 3 16,-3 7-2-16,-4 4-1 0,2 8 0 15,-9 5-6-15,-2 7-5 16,-6 3-24-16,-12-3-39 16,-7-6-42-16</inkml:trace>
  <inkml:trace contextRef="#ctx0" brushRef="#br0" timeOffset="196351.69">5673 16936 149 0,'13'-7'-1'0,"0"-3"0"0,6 0 2 0,4 0-1 16,4-2 0-16,5 0-1 16,4-1-2-16,0 2 9 15,4-2 3-15,0 0 2 0,3 1 2 16,-1-2 2 0,1 0-7-16,-3-1-2 0,0 2-5 15,-5 0 1-15,-3 2-1 16,-3 3-1-16,-8 2 1 15,-7 4-1-15,-6 2-29 16,-8 0-146-16</inkml:trace>
  <inkml:trace contextRef="#ctx0" brushRef="#br0" timeOffset="199426.79">7139 17420 178 0,'0'0'32'0,"0"0"13"0,0 0-33 0,0 0-7 16,0 0 2-16,0 0 0 16,0 0-3-16,0 0-4 15,0 0 1-15,42-28-1 16,-32 27 0-16,3-2-2 0,0 1-15 16,-1 1-33-16,-1-2-55 15</inkml:trace>
  <inkml:trace contextRef="#ctx0" brushRef="#br0" timeOffset="199569.77">7244 17568 222 0,'0'0'6'16,"0"0"9"-16,0 0-9 16,0 0-7-16,0 0 2 0,43 18 0 15,-18-34-8-15,3-9-120 16</inkml:trace>
  <inkml:trace contextRef="#ctx0" brushRef="#br0" timeOffset="201981.83">8038 17249 85 0,'0'0'-3'0,"0"0"-1"0,0 0 4 0,0 0 0 15,0 0 9-15,0 0 39 16,0 0 6-16,0 0-14 0,0 0-20 16,0 0-11-16,0 0-8 15,0 0-1-15,0-2-2 16,0 2-1-16,-1 4 2 16,1 4 1-16,0 0 1 15,-4 3-2-15,2 2 2 0,-2 1-1 16,1 1 1-16,-1 0-1 15,-1-1 1-15,0-1 0 16,-1 0-1-16,-3-2 0 16,-1 1 1-16,2-2-1 15,-1 0 0-15,-1-2 1 16,0 2-1-16,-1-4 0 0,2-1 0 16,0-3-1-16,0-2 2 15,5 0 1-15,-3-1-1 16,2-7 1-16,1 0-5 15,1-2 6-15,1 0-2 16,0-3 1-16,2 4-1 0,0-2-1 16,0 4 0-16,0-3-2 15,3 3 0-15,1 1-8 16,0 1 4-16,1 2 3 16,-4-1 5-16,2 1-4 0,2-1 2 15,-3 1 2-15,4 0-2 16,1-1 2-16,0-1-2 15,4-2 0-15,-2 3 0 16,5-3 0-16,-3 0 0 16,5 0-2-16,-1-2 2 0,-1-1 4 15,1 0 2-15,1 1 3 16,0 0-1-16,4-3-5 16,-1 1-2-16,0 2 0 15,1 0-1-15,-4 1 1 16,1 1-1-16,-3 3 0 15,0 3-6-15,-3 1-15 0,-1 0-29 16,0 0-37-16</inkml:trace>
  <inkml:trace contextRef="#ctx0" brushRef="#br0" timeOffset="202551.75">8715 16766 160 0,'0'0'20'0,"0"0"-20"0,0 0 0 0,0 0-3 0,-41 24-13 15,35-20-5-15,-2 0 17 16,2-1 5-16,-4 3 1 15,3 0 14-15,-3 1 6 16,0 3-7-16,1 4-8 0,-3 1-4 16,1 5-2-16,0 6-1 15,-2 4 1-15,0 1-1 16,-1 2 0-16,0 3 1 16,0 1 0-16,0 0 5 15,1 2 6-15,2 3 3 0,3 0-1 16,2 0-5-16,3-1-3 15,3-5-3-15,0-2 1 16,5-6-3-16,6-5 0 16,2-3-1-16,7-6 0 15,-1-4 0-15,5-3-1 0,2-3-1 16,3-3 4-16,0-1-1 16,0-2-19-16,-1-11-82 15</inkml:trace>
  <inkml:trace contextRef="#ctx0" brushRef="#br0" timeOffset="203169.59">8846 17008 221 0,'0'0'2'0,"0"0"1"0,0 0-1 15,0 0-3-15,0 0 2 0,0 0 0 16,0 0 1-16,0 0 4 16,0 0-3-16,0 0-2 15,0 0 0-15,0 0 5 16,-15 36-1-16,15-15-1 0,4 1 0 15,-2-1-3-15,3 2 1 16,-1 0-2-16,2-1 1 16,-2 1-1-16,-2 0 1 15,2-2-1-15,-2-3 0 16,1 1 0-16,1-8-11 0,-4-5-49 16,2-6-119-16</inkml:trace>
  <inkml:trace contextRef="#ctx0" brushRef="#br0" timeOffset="203383.01">9017 17118 183 0,'0'0'5'16,"0"0"-5"-16,0 0 3 15,0 0 4-15,0 0 4 16,0 0 1-16,46-17-1 0,-32 11 2 15,1 1-1-15,3 0-8 16,5-2-1-16,-1-1-3 16,5 0 0-16,4-2-37 15,0-2-65-15</inkml:trace>
  <inkml:trace contextRef="#ctx0" brushRef="#br0" timeOffset="203930.96">9578 16850 148 0,'0'0'40'0,"0"0"-26"15,0 0-11-15,0 0-2 16,0 0-1-16,0 0 3 16,0 0-2-16,2 37-1 15,-2-22 1-15,0 2-1 0,-2 0 1 16,1-1 0-16,-3-1 1 15,-4 1 1-15,0-3 2 16,-3-1-2-16,0-2-1 16,-5 1-1-16,3-3 1 15,-3-4-2-15,1 1 0 0,1-3 0 16,3-2 3-16,-2 0 3 16,3 0 1-16,4-4-5 15,-1-4-1-15,3-1-2 16,2-4-3-16,2 1-2 15,0 0 3-15,0-3 3 0,2 3-1 16,3-1 1-16,3 3-1 16,-1-1 3-16,4 1-1 15,-2 0 0-15,2 2-1 16,-1 0 0-16,1 1 0 16,1-1 0-16,0 2 0 0,1-1 0 15,3 0 0-15,-3 0 0 16,3 1 5-16,-1-1 7 15,2-1-2-15,2 0-3 16,0 1-2-16,1-1-3 16,-1 0-1-16,-1 2-1 0,0-1 1 15,-2 1-1-15,-1 2 1 16,-1 1-1-16,-3 0 0 16,-3 0-1-16,0-4-35 15,-4-2-94-15</inkml:trace>
  <inkml:trace contextRef="#ctx0" brushRef="#br0" timeOffset="204287.25">9837 16584 66 0,'0'0'80'16,"0"0"-30"-16,0 0-21 0,0 0-14 0,42-17-11 15,-29 15-3-15,1 2 1 16,1 2-2-16,0 5 1 16,0 7-1-16,0 5 1 15,-1-1 0-15,0 6 1 16,-1 1 0-16,-2 3 0 0,0 3 1 15,-4 3 0-15,-3 3-1 16,-4 1-1-16,0 2 1 16,-9 2-1-16,-9 1 0 15,-3 0 1-15,-7 1-2 0,-7 0 0 16,-6 0-3-16,-7-6-61 16</inkml:trace>
  <inkml:trace contextRef="#ctx0" brushRef="#br0" timeOffset="214232.15">6489 6149 29 0,'-4'0'23'0,"1"0"6"0,1 0-10 0,-3 0-4 15,5 0-5-15,-3 0-5 16,2 0 2-16,0 0-2 16,1-1 5-16,0-1-1 15,0 1-2-15,0-2-2 16,0 2-2-16,0-1 0 0,5-1-5 16,2 2 7-16,0 1-5 15,-1 0 0-15,3-1 0 16,0-1 1-16,2 2-1 15,2-1 0-15,2-2-4 16,1 0 1-16,1 2 5 0,3-2-2 16,-3 0-1-16,2 0 2 15,2 2 0-15,0-2 3 16,-1 1-7-16,0 0 5 16,1 0-1-16,1 0 0 15,-2-1-1-15,2 0 1 16,-1 1-2-16,1 0 2 0,-4 0-1 15,2-1 0-15,-3 3 0 16,1-2 0-16,1 1 0 16,-2 0 0-16,3-1 1 15,3 1-1-15,-1 0 0 16,1-1 0-16,3 1-1 0,-3-1 1 16,-3 0 1-16,2 0-1 15,-1-1 0-15,2 0 0 16,-2 2 0-16,2-2 0 15,3-1 0-15,-4 1 0 16,5 2 0-16,0-2 0 16,2-2-1-16,-2 1-2 0,4 1 4 15,-4-1-1-15,0 0 0 16,0 1 1-16,-3-1-1 16,-1 3 1-16,1-1-1 15,1 2-1-15,-4 0-1 0,4 0 3 16,2 0-1-16,-2-3 1 15,2 3-1-15,0 0 1 16,-1 0 0-16,-1 0-1 16,-2-1 0-16,1 1 0 15,-5-2 0-15,2 1 0 0,-1 1 1 16,0-2-2-16,-1 2 2 16,1 0-1-16,-3 0 0 15,1-1 0-15,-2 1 0 16,0 0 0-16,-1-3 0 15,-1 2 1-15,-1-2-1 0,1 2 1 16,-1-1 0-16,3-1 0 16,-3 2-1-16,0-3 0 15,-1 1 1-15,-1 0-1 16,2 0 0-16,-2-2 0 16,-2 0 1-16,1 2 1 0,0-4-1 15,-1 3 1-15,-1-2 1 16,2-1-1-16,-3 2 1 15,1-1 1-15,-3-3 2 16,2 1 2-16,-2-1 3 16,-1-1-4-16,2 0-2 0,-3-1-3 15,1 0 0-15,1-1 0 16,-2 1 0-16,0-2 0 16,2-1 0-16,-3 0 1 15,0-1-1-15,1-3-2 16,-1 0 0-16,0-2 1 0,0 4-1 15,-2-1 0-15,0-3 1 16,0 6-1-16,0-3 1 16,0 0 0-16,0 1-1 15,0 1 0-15,0 0 0 16,0 0-1-16,0 1 1 16,-4-1-1-16,2 1-1 0,-1-1 2 15,-1 0-2-15,-3 0-1 16,0-1 3-16,0-1 2 15,1 0 1-15,-2 2-3 16,3-3 1-16,0 0-1 16,0-2 0-16,1 3 0 0,0-2 0 15,-3 1 0-15,1 4 1 16,-4 0 0-16,0 2-6 16,-1 0 2-16,-1 3 8 15,-1 1-5-15,-4 2 2 16,3-1-2-16,0 3 0 0,2 0 0 15,2 3 1-15,-4-2-1 16,3 2-1-16,-5 1 0 16,1 0 1-16,-4 0-1 15,2 0 2-15,-6 0-2 16,3 1 1-16,-3 2 0 16,2 1 1-16,-4-1-2 0,0 1 2 15,-2 1-1-15,0-1 0 16,0 2 0-16,0-2 0 15,1-1 0-15,-2 0 0 16,3 0-1-16,0-1 2 0,-4 0-2 16,2-1 2-16,1-1-1 15,-3 3 0-15,-3-2 0 16,1 2 1-16,-2 0-2 16,-4 2 2-16,2-1-2 15,-1 1 1-15,2 0 1 16,1 0-1-16,2-1 0 0,-1 1 0 15,3-1 0-15,2 0 0 16,-1 0 0-16,1-2 1 16,-1 2-1-16,-1-1 0 15,3 1 0-15,-3-1 0 16,0 1 0-16,2 1 0 0,0-1 0 16,1 0 0-16,3-2 0 15,-2 2 0-15,1-3 0 16,-1 1 1-16,-1-1 0 15,3-1 0-15,1 0 1 0,-2 1 0 16,3 0-1-16,-2 0-1 16,1 2 0-16,0 0 0 15,1-2 0-15,0 3 0 16,-1-1 0-16,1 1 0 16,2 1 0-16,0-2 0 15,1 1 0-15,2 0 0 0,1 0 0 16,4-1 0-16,-2 0 0 15,1 3 0-15,3-2 0 16,-1-1 0-16,2-1 0 16,1 0 0-16,3 0 0 15,2-1 0-15,0-1 0 0,-1 1 0 16,1 2 1-16,0-1-2 16,-3 2 2-16,1 0-1 15,-3 2 0-15,1 1 0 16,-3 0 0-16,0 0 0 15,4 2-1-15,-4-2 2 0,5 3-1 16,-2-2-1-16,1 1 0 16,2-1 1-16,1 2 0 15,0-1 0-15,-2 2 1 16,2-1-1-16,1 3 0 16,1-1 1-16,-2 4-1 15,2-3 0-15,0 3 0 0,0 1 0 16,0-2 0-16,0 1 0 15,0 1 0-15,0-3 0 16,0 2 0-16,0-2 0 16,0 0-1-16,0 0 1 0,0-1 0 15,0-2 1-15,0-2-1 16,0 0 0-16,0-1 0 16,0-2 0-16,0 1 0 15,0-2 0-15,0 3 0 16,0-3-2-16,0 2 0 0,0-1 2 15,0 1-1-15,2-1 1 16,-1 1 0-16,1 0 0 16,0 0 0-16,0 0 1 15,-2-1-2-15,2 1 2 16,-2-1-1-16,0 1 0 16,2 0 0-16,0 2-2 0,-2-1-1 15,2-1 1-15,0 0 1 16,2 2-1-16,-4-2 1 15,0 0 1-15,2 3 1 16,-2-3-2-16,0 3 1 16,0-2 0-16,2 2 1 0,-2-1-1 15,4-2 0-15,-3 0 0 16,3-1-4-16,0-1 2 16,0 0 0-16,1-2 2 15,4 1-1-15,5-3 2 16,8 2 3-16,11 0-3 0,11-3-1 15,13 0 0-15,7-16-143 16</inkml:trace>
  <inkml:trace contextRef="#ctx0" brushRef="#br0" timeOffset="-211029.74">8752 2898 23 0,'0'0'22'15,"0"0"6"-15,0 0-7 0,0 0 1 0,0 0-1 0,0 0-4 16,0 0 20-16,0 0-14 15,0 0-18-15,0 0-6 16,-35-38 0-16,26 38-4 16,0 0 2-16,-3 0 0 15,-1 0 1-15,0 0 2 0,2 0 1 16,0 0-1-16,-1 0 1 16,1 0-1-16,1 0 0 15,-2 0 0-15,1 0 0 16,2 0 2-16,-4 0-4 15,2 0 4-15,1 0-2 16,-3 4-2-16,2 2 2 0,-3 0-1 16,1 2 0-16,1-1 1 15,0 0-1-15,1 2 1 16,1 1-1-16,-1-2 1 16,0 2 0-16,0 3-1 15,4-4 1-15,-2 3 0 0,-1 0 0 16,2 0 0-16,0 0 0 15,1 1 0-15,-3-1 0 16,0 3 0-16,-1 0 0 16,1 2 0-16,1 0 0 15,-3 2 0-15,2-1 0 0,1-1 0 16,0-1 0-16,0 0 0 16,2-2 0-16,-2 1 0 15,5-2 0-15,0 3 0 16,-2-1 0-16,3 2 0 15,2-1 0-15,-1 1 0 0,0 3-1 16,-3-2 1-16,2 2 1 16,0 0-1-16,-1-1 0 15,-3 1 0-15,4-1 0 16,-3 3 0-16,1-2 0 16,1 2-1-16,0 0 1 0,1-2 1 15,2 1-1-15,0-3 0 16,1 1 0-16,0-5-1 15,0 3 1-15,0-1 0 16,0 0 0-16,0 0 0 16,0 1 1-16,-2 3-1 0,-5 3 0 15,0 1 0-15,-2 3 0 16,1-1 0-16,0 0 0 16,2 0 0-16,1-2 0 15,2-1 1-15,2-3-1 16,-3-2 0-16,2-1 0 0,2-1 0 15,-5-2 0-15,2 2 0 16,1 1 0-16,-2 0 0 16,2 0 0-16,-2 4 0 15,1-1 0-15,1 3 0 16,0-2 0-16,0 2 0 0,-1-2-1 16,2-1 0-16,1 0-1 15,0-3 2-15,0 0 0 16,0-1-2-16,8-2-2 15,-2 0 0-15,3-4 2 16,3 0 0-16,-1 1 2 0,0-2 0 16,2 1 0-16,-1-2-1 15,2 1 2-15,-1-1 1 16,0 2 1-16,2-1-1 16,0 2-1-16,2 2 0 15,3-2-1-15,-1 2 2 16,5-1-2-16,3-1 1 0,2-3-5 15,2 0 4-15,4-3-1 16,3-2 2-16,0 0 2 16,2-2 0-16,0-1-1 15,1 0-1-15,0 0 0 16,-1 0-1-16,-1 0 1 0,0 0-1 16,-3 0 1-16,-1 0-1 15,-3 0 0-15,-1 0 1 16,0 0-1-16,-2-1 0 15,-2-2 0-15,0 0 0 0,-1-3 1 16,1 1 1-16,-2-2 0 16,0 1 6-16,-1-4-1 15,1 4-4-15,-3-2 0 16,-2-2 0-16,1 0-1 16,-2 0 0-16,1-1-1 15,-2-1 1-15,2-3-1 0,-5 2 0 16,2-4 3-16,-1 0 0 15,-3-3 3-15,-2-1 1 16,1-4-2-16,1-1 4 16,1-3-3-16,-1-1-2 15,1-2-2-15,-1 0-1 0,0 0 1 16,-2 0-2-16,0 3 2 16,-2-1 2-16,2-1 0 15,-4 1-3-15,0-3-1 16,6-1 0-16,-4-3 0 15,2 0-1-15,-1-1 0 0,0-1 1 16,-1 1-1-16,-5 4 0 16,2-3 1-16,-2 0 1 15,-2 0 4-15,0 2 0 16,0-3-2-16,-2-1-1 16,0 3-2-16,0 1 0 0,0 2 0 15,-2-1 0-15,-2 2 0 16,-4-1-1-16,2-1 0 15,-3-2 0-15,-1 1 1 16,-4-2-4-16,-1 0 1 16,-2 3-1-16,-6 0 0 15,0 1 0-15,-6 2 8 0,-2 1-4 16,-3 2-2-16,-5 0 1 16,-5 5-1-16,-6 1 1 15,-6 8-1-15,-7 4 0 16,-7 10-2-16,-6 1-19 0,-12 12-24 15,-3 0-86-15</inkml:trace>
  <inkml:trace contextRef="#ctx0" brushRef="#br0" timeOffset="-209431.87">16522 7365 40 0,'0'0'2'0,"0"0"8"0,0 0-1 0,0 0 0 16,-47 10-6-16,32-6 0 15,-4-1-5-15,-3 3-27 16</inkml:trace>
  <inkml:trace contextRef="#ctx0" brushRef="#br0" timeOffset="-208207.54">15896 7467 54 0,'-45'4'3'15,"-2"-1"12"-15,2 0 1 16,1 3-9-16,-1 1-6 15,0 0-1-15,2 2 1 16,4-2-1-16,3-2 0 16,5 1 2-16,6-5 6 0,2 1 4 15,7-1 3-15,1-1-1 16,5 2-4-16,3-1-3 16,0-1-4-16,5 2-3 15,1 0-1-15,1-1-4 16,1-1 0-16,12 0-1 0,5 0 16 15,5 0-4-15,8-1 1 16,7-6-5-16,9 0-1 16,2-1 1-16,7-1-2 15,6-1 3-15,3 2-2 16,5-1 1-16,3 2-3 0,1 0 4 16,2 0-2-16,-1 0 1 15,0 1-2-15,-6-1 0 16,-2 3 2-16,-3-1-1 15,-1-2 1-15,-3 3 1 16,-2-1 0-16,1 0 2 0,-1 1-2 16,-2 0 0-16,-1-1-1 15,-1 1-1-15,0 0 0 16,2 0 1-16,-5-1-1 16,1 1-1-16,2 0 2 15,-1-1 0-15,0 0 0 0,1 3 1 16,0-3 0-16,2 1 0 15,-3-1-1-15,-4 1 1 16,-5 1 0-16,-3-1 4 16,-5 0-1-16,-6 1 1 15,-3-1-4-15,-4 1-2 16,-2 1 0-16,-3 1-1 0,-1 1 0 16,-3-1 0-16,-1 1-1 15,-1 0 1-15,-1 0 0 16,-1 0 0-16,1 0 0 15,-1 0 0-15,-1 0 0 0,-1 1-1 16,-2 2 0-16,-2 0-4 16,-4 1-6-16,0-1-18 15,-7-1 1-15,-11 1 28 16,-8 0 1-16,-6-2-1 16,-8 1 0-16,-7 1 0 15,-6 0 1-15,-7-2-1 0,-6 3-1 16,-4-1 4-16,-2 1 0 15,-4 1-1-15,-1-1-1 16,-3 2 1-16,1 1 0 16,-5 0-2-16,-2 0 0 15,-5 1 1-15,1 1-1 0,2 2-1 16,2-3 2-16,2 0-1 16,7 2 0-16,5-2 0 15,6 1-2-15,5-4 0 16,6 1-1-16,4-3 2 15,5-3 1-15,6 0 0 0,4 0 0 16,2 0 2-16,6 0 0 16,2-3 0-16,2-1-1 15,6 1-1-15,3 1 1 16,5 0-1-16,2-1 2 16,4 2-1-16,4 0 4 0,0 0-4 15,12 0-2-15,6-1 4 16,8 0-5-16,9-1 6 15,7 0-1-15,6-1-1 16,6-2 1-16,8 2 4 16,5-3-1-16,5 0 1 0,8 0-2 15,5-2-2-15,7 0 3 16,6 1-2-16,4-2-1 16,6 2-1-16,3-1 0 15,3 0-2-15,1 1 2 16,1 2-2-16,2-2 0 0,-2 2 1 15,-2 0-1-15,-6 2 0 16,-5 0 1-16,-11 1 0 16,-11 3-1-16,-8 0 0 15,-11 0 0-15,-11 0 0 16,-15 4-3-16,-15-4-42 0,-18 0-174 16</inkml:trace>
  <inkml:trace contextRef="#ctx0" brushRef="#br0" timeOffset="-205389.94">9027 5926 57 0,'0'-4'6'0,"-2"0"8"0,2 2-2 0,0 1-2 16,0-2 4-16,0 2-3 0,0 1-3 15,0 0-5-15,0 0-4 16,0 0-1-16,0 0 0 16,0 0 4-16,0 4-2 15,5-3 1-15,4 3 0 16,2-3 1-16,2 0-2 0,3 2 3 15,1 0-3-15,6 1 1 16,-1-4 0-16,3 3 0 16,2-3-1-16,-3 0-2 15,1 0-1-15,-2-3 8 0,1-3 4 16,-4-4 11-16,0 1 1 16,-3-3-1-16,2-1-7 15,-1-4-4-15,-1 0-4 16,4-3 3-16,-3-1-1 15,-2-2 1-15,0-1-2 16,-3-1 2-16,-3 1-5 16,-2-1 1-16,-4 5 3 0,-4-1 0 15,0 0 0-15,0 2-2 16,-8 2-1-16,-2 0-1 16,-3 0-1-16,-1 2 0 15,-1 0-1-15,-2 1 2 0,0 1-2 16,-1-2-1-16,-3 4 1 15,4-1-2-15,-5-1 2 16,4-1 0-16,0 0 2 16,-2 0-3-16,4-1 0 0,-4 1 0 15,1 0 0 1,0 1 0-16,-5 2-4 0,0 1 0 16,-1 0 2-16,-2 4-1 15,-5 1 1-15,2 2 0 16,2 0 1-16,-1 3 1 15,2 0-1-15,-2 0 3 16,5 6-3-16,2 3 0 0,1 0 1 16,3 4 0-16,1 0-1 15,2 1 1-15,3 0 0 16,0 3 0-16,-1 0-1 16,0 0 1-16,1 4 0 0,-1 2 0 15,1-3 0-15,1 3 0 16,3-1 0-16,0 0 1 15,2-2-1-15,-1 0 0 16,5 1 1-16,2-1 0 16,0-2-1-16,0-1 1 15,0 0-1-15,1-1 2 16,5-2-1-16,1-1-1 0,0 1 0 16,1 0 1-16,-1-1-1 15,0 0 0-15,2 0 0 16,0-1 0-16,0 0 0 15,4-1-1-15,0-1 0 0,3 1 1 16,-2 0 0-16,6-2-2 16,-1 1 1-16,2-2 1 15,-1-3-1-15,-2 0 1 16,2-3-2-16,-5 0 4 16,1-2-2-16,0 0 2 0,-3 0-2 15,1 0 2-15,4 0-4 16,2-2 4-16,2-2-2 15,1-1 0-15,4 0 1 16,1-1-1-16,2-1 0 0,3-1 1 16,-2 0 0-16,-2 1-1 15,1 0 0-15,-3 0 0 16,-4 2 1-16,-2-3-1 16,-3 4 0-16,-5-3 0 15,-1 3 1-15,-4-2-1 16,-1-1 1-16,-3 0-1 0,1-4 1 15,-1-2 0-15,1-1 1 16,0-2-2-16,-1-2 1 16,0-1-1-16,-2-1 1 15,-2 2-1-15,0-1 3 16,0 1-3-16,0 1 0 0,-4 0 2 16,-4-2 0-16,0 4-1 15,-1-4 1-15,-2 2 0 16,3-1-1-16,-4-1 0 15,3 2 0-15,-4-1-1 16,3 0-1-16,0 2 1 16,0-1 0-16,1 1 1 0,1-1-1 15,-1 0 2-15,0 3-2 16,2-2 0-16,-3-1 0 16,-1 3-2-16,1 0-1 15,-3 2 3-15,-1-2-3 16,1 4 2-16,-3 1 1 0,-1 1-1 15,1 2 0-15,0-1 0 16,0 3 1-16,-1 0-2 16,-1 4 2-16,-1 0-5 15,2 0 3-15,-4 0 0 16,2 8 0-16,-3-1 1 0,3 2-1 16,-3 0 2-16,2 2-1 15,-3 0 1-15,0 5 0 16,2 0-2-16,-3 2 4 15,0 2-2-15,5 0 0 0,-1 1 0 16,1 0 0 0,5 0 0-16,1-2 0 0,5 2 0 15,1-1 0-15,3 0 1 16,2 0-1-16,-2 1 0 16,4-1 1-16,0 0-1 15,0 1 1-15,0 1 0 16,4 2-1-16,0 0 1 0,0 0-1 15,3 3 0-15,-3-1 0 16,4-2 0-16,0-2 0 16,1-6 0-16,0 1-1 15,1-3 1-15,0-2-1 0,4-1 1 16,-1-1-1-16,2 0 0 16,2 0 1-16,3-3 0 15,-1 1 0-15,2 0 1 16,-1-3-1-16,2 0-2 15,-2-1 3-15,1-3-1 0,0 1-3 16,2-2 7-16,2 0-4 16,-2 0 1-16,3 0-1 15,1-2-2-15,0-3 3 16,0-1-2-16,-1-2 0 16,-3 0 3-16,-2 0-2 0,0-1 0 15,-5-1 0-15,-1-1 1 16,1 2 1-16,-3-2-2 15,-2-2 1-15,1 0 0 16,-1-2-1-16,-5-3 2 16,2-1-2-16,-4-2 1 0,-2-4 0 15,-2-3 3-15,0 0-4 16,0-5 2-16,0 0 0 16,-4-2 1-16,-6-4 0 15,1 0 1-15,-1 3-3 16,-4 1-1-16,-5 2 0 0,-4 7-5 15,-11 5 1-15,-13 3-23 16,-13-4-155-16</inkml:trace>
  <inkml:trace contextRef="#ctx0" brushRef="#br0" timeOffset="-202999.17">4730 8971 192 0,'0'0'3'0,"0"0"0"0,0 0 0 0,0 0-4 16,0 0 4-16,0 0-3 16,0 0 0-16,0 0-1 15,42-4 2-15,-34 4 0 16,4 0-1-16,-1 1 1 16,3 3-1-16,2 3 0 0,6-1 0 15,3 1 0-15,6-1 0 16,2 0-2-16,7-2 2 15,1-1-2-15,8 0 1 16,3-2-1-16,-2 1 0 16,7-1 4-16,3-1 1 15,2 0 2-15,3 3-1 0,0-3-1 16,2 3-1-16,-1-3-1 16,-2 0 0-16,-3 0-1 15,-6 0 2-15,-4 0 1 16,-8 0 0-16,-3-3-2 15,-11 0 0-15,-5 3 0 0,-8 0 0 16,-5 0-2-16,-11 0-29 16,0 0-80-16</inkml:trace>
  <inkml:trace contextRef="#ctx0" brushRef="#br0" timeOffset="-202693.71">5029 9160 171 0,'0'0'-18'0,"0"0"18"0,40 0 6 0,-10 0 3 0,5 0-3 16,5-3-2-16,8-2 4 16,3-1-3-16,9 0 2 15,2 1-4-15,1 0-1 16,5 1-1-16,3 4 0 0,2 0-1 16,-2 0-1-16,-1-4-61 15</inkml:trace>
  <inkml:trace contextRef="#ctx0" brushRef="#br0" timeOffset="-201760.22">9760 10737 48 0,'0'0'2'0,"0"0"-1"0,-49 9-2 0,27-6-14 16</inkml:trace>
  <inkml:trace contextRef="#ctx0" brushRef="#br0" timeOffset="-201346.97">9437 10774 100 0,'0'0'7'0,"-52"0"22"16,28 0 3-16,5 0-12 0,6 0-16 15,1 0-3-15,9 0-1 16,3 1-1-16,0 3-16 16,4 1 4-16,10 0 6 15,6-1 10-15,3-1 9 16,8 0 3-16,2-1 4 16,7-2-2-16,4 0-6 15,10 0 1-15,3 0-4 0,9 0-4 16,3-5-1-16,8 0 3 15,3-1-2-15,7-1 1 16,2 1 0-16,5-1 0 16,0 0 0-16,0 1-1 0,0 1 0 15,1-4-2-15,1 4 2 16,-2-2-2-16,2 2-2 16,0-1 1-16,1 1-1 15,-2-1 0-15,0-1 1 16,-3 0-2-16,-4-2 2 0,-2 2-1 15,-6 1 0-15,-5 1 0 16,-11-1-2-16,-9 4 1 16,-9 0-2-16,-13 2-9 15,-10 0-9-15,-16 0-29 16,-7 0-51-16</inkml:trace>
  <inkml:trace contextRef="#ctx0" brushRef="#br0" timeOffset="-200942.18">9879 10930 174 0,'-42'1'-35'0,"6"-1"53"0,10 0 11 0,7 0-17 0,7 2-12 0,2-2 2 0,6 1 0 16,4 0 11-16,0-1-7 0,6 1-6 16,10 0 2-16,4 3 6 15,10-2-4-15,7-1-4 16,5 3 3-16,10-1-3 15,3-3 1-15,7 0-1 16,9 0 1-16,4 0-2 16,6-7 3-16,4-6 5 0,7-1 2 15,4-3 2-15,4 1-5 16,0-1-3-16,4 3-2 16,-3 1-1-16,-4-2-3 15,-9-5-56-15</inkml:trace>
  <inkml:trace contextRef="#ctx0" brushRef="#br0" timeOffset="-136421.98">15637 12529 42 0,'-9'7'4'0,"0"0"-3"0,4-2-1 0,1 0-9 0</inkml:trace>
  <inkml:trace contextRef="#ctx0" brushRef="#br0" timeOffset="-132741.62">15556 12472 73 0,'-4'0'11'0,"1"0"13"0,3 0-15 0,-2 0-5 16,2 0-2-16,0-1-1 15,-2-1-1-15,2 1 0 16,-4-2 0-16,1 3 1 16,-1-3 3-16,-1 2 9 15,1 0-3-15,0 0-2 0,1 1-3 16,1-1-2-16,-1 1 1 15,2 0-3-15,0 0 0 16,1 0 0-16,0 0-2 16,0 0 1-16,0 0-1 15,0 0 1-15,0 0-1 16,0 0 0-16,0 0 1 0,0 0 0 16,0 0 1-16,0 2-1 15,0 0 0-15,0 1 0 16,0 1 0-16,3-1-1 15,1 0 1-15,0 2 1 0,0-1-1 16,1 0 2-16,3 0 0 16,-2 1-2-16,1 1 1 15,1-1 0-15,1-1-1 16,1 2 1-16,2 1 0 16,1-3 1-16,0 3 0 0,3 0 0 15,-2 2 0-15,1-2 1 16,-2 0 2-16,3 0-3 15,-1 3 1-15,3-3-1 16,-3 3 1-16,4-3 1 16,2 0 0-16,0 2 4 0,1-3 1 15,1 1-3-15,-1 0-8 16,3 0 15-16,-1-2-9 16,1 1-2-16,1 1-1 15,-1 0 2-15,2 0 0 16,2-2 0-16,-2 2-2 15,1 0 1-15,0-3 0 0,-1 3 0 16,0-1 1-16,0 0 0 16,-1-1-1-16,0 1 2 15,1 0-1-15,2-1 2 16,1 0-1-16,3-1 0 16,1 0 0-16,3-1-1 0,2-3-2 15,3 3 0-15,2-2 0 16,0-1 0-16,2 0 0 15,1 0 0-15,-4 0-1 16,0 0-3-16,0 0 4 16,-2 0-2-16,4-1 2 0,-1-5 0 15,1 2-2-15,1-1 2 16,2-3-2-16,-3-2 2 16,2 2 0-16,1-2-1 15,-3 0 1-15,2 0-1 16,-1-2 0-16,-1 3 2 0,-2 0-2 15,-2-1 0-15,-1-1 1 16,-1 1-2-16,0 0 1 16,-1-1 1-16,-1-1-1 15,3 1 1-15,-2-1 1 16,1-1 0-16,-4 2 1 0,-1-2-1 16,-4 1-2-16,-1 0 1 15,-4 1-1-15,-1-2 0 16,-1 1 3-16,-2 1-3 15,-1-1 1-15,1-1-1 16,-2 4 1-16,2-1 0 16,-5 1-1-16,2 0-1 0,-2 0 2 15,-4 2-1-15,-2 0 0 16,-1 2 1-16,-4-1-1 16,-1 2 2-16,2-1 8 15,-4 2-3-15,1-2-6 16,0 2 0-16,0 0-1 0,2 0 0 15,-5 2 0-15,1-1 1 16,0 2 0-16,0-1 1 16,0 0-2-16,0-1 0 15,0 2-2-15,0 0 2 16,1 0-1-16,-2-1 2 0,0 1-2 16,0 0 1-16,0 0 0 15,0 0 1-15,0 0-1 16,0 0 2-16,2-2 2 15,-2 2-1-15,2-1 0 0,-2 1-2 16,1-1 0-16,1 1-1 16,0-2 0-16,-1 2 0 15,0 0 0-15,3 0 0 16,-4-1 0-16,2-1 0 16,0 1 0-16,2 1 0 15,-2-2 0-15,2 1 0 0,-2-2 1 16,1 3-2-16,-1-1 2 15,0-1-1-15,-1 1 0 16,2-2 0-16,-1 3 0 16,1-2 0-16,-1 0 0 15,1 2 0-15,1 0 2 0,0 0-4 16,-3 0 2-16,1 0-1 16,0 0 1-16,0 0 0 15,0 0-1-15,-2 0 1 16,0 0 0-16,0 0 1 15,0 0-1-15,0 0-2 0,0 0-3 16,0 0-7-16,2 0-10 16,-2 0-20-16,0-9-54 15</inkml:trace>
  <inkml:trace contextRef="#ctx0" brushRef="#br0" timeOffset="-130571.39">18149 10799 170 0,'-3'-6'2'0,"1"0"11"0,2 0-10 16,-4 3-2-16,0-1-3 0,-1-1-8 15,-3 1-6-15,-2-3 5 16,1 1 12-16,-4 0 3 15,1-2 11-15,-3 1-6 16,1 1-3-16,-1-1-5 16,-2 0 0-16,0-1-1 0,-1-1 1 15,-2 0 1-15,-1 0 4 16,-2-4 1-16,-4 3 3 16,0-4-1-16,-3 0-3 15,-3-1 4-15,-1-2 21 16,-1 3-29-16,-2-1-1 0,-3 0-1 15,-2 2 2-15,-1 2-4 16,-3 3 2-16,0-1 0 16,0 1 0-16,-2 0 0 15,3 1 0-15,1 0 0 16,2-1 2-16,-4 1-2 0,1 2 1 16,-2 0 0-16,-3 2-1 15,0 1 0-15,-4 2 0 16,2 0 0-16,-4 0 1 15,-1 0-2-15,-1 3 1 16,-1 4 0-16,-1-2 0 16,2 0 0-16,-3 1 0 0,1-2 1 15,-2 2-1-15,-1-2 1 16,-3 2-2-16,-2 1 2 16,-4 0-1-16,-3-1 0 15,0-1 0-15,2-2 0 0,-2-1 1 16,4-2-2-16,0 0 13 15,4-3-9-15,1-6 3 16,-1-3 0-16,5-1 1 16,0-2-3-16,4-1 0 15,-2-3-2-15,1 2 0 0,1-3-1 16,1 2 0-16,0-1-1 16,-3-1 1-16,2 0-1 15,-1-2 3-15,4-1-3 16,-1-3 0-16,1 2 0 15,4-3 0-15,5 2 0 0,1-1 1 16,3-1-1-16,2 0 1 16,3 0 0-16,6 2 0 15,5-1 0-15,3 1 0 16,5 0 1-16,5 1 0 16,1 3-3-16,4-2 2 0,2-1-2 15,3 4 3-15,3-3 1 16,0 2-2-16,0 1 0 15,0 0-1-15,8 3-1 16,6-2 1-16,2 2-1 16,2 1 2-16,2 0 0 0,2 3 0 15,1 2-1-15,-4 1 1 16,0 3 0-16,1 0-1 16,-3 1 0-16,4 1 0 15,0-1 0-15,6-1-1 16,1 2 1-16,6-3-1 15,-1 0 2-15,-1 1-1 0,1 2 0 16,-1-1 0-16,-2 1 1 16,0-1-1-16,1 3 0 15,-4-1 0-15,-3 1 1 16,2-1-1-16,-3-2 0 16,-2 3 0-16,-2-2 1 0,1 0-1 15,1 1 0-15,-4-2 0 16,2 2-1-16,-2-1 2 15,-3 3-1-15,-4-1 0 16,-3 2 0-16,-3-1 0 16,-1 2 0-16,-2 0 0 15,-1 0 0-15,0 0-1 0,0 0-3 16,0 0-12-16,-4 2-26 16,-2 1-5-16,-2-1-57 15</inkml:trace>
  <inkml:trace contextRef="#ctx0" brushRef="#br0" timeOffset="-130130.67">14982 9464 120 0,'0'-9'2'0,"0"0"4"0,0 2-4 0,0 1-2 16,0 2 2-16,0-1 3 15,0 2 24-15,0 1-4 16,0 0 2-16,0 2-7 16,0 0-9-16,0 0-11 15,0 0-4-15,5 0 4 0,3 0 3 16,3 5-3-16,3 2 1 16,-1 1-1-16,5-1 0 15,-3 3 0-15,-1-1 0 16,0 0 0-16,-1 2 1 0,-6-4-1 15,-1 4 1-15,-4-2-1 16,-2-1 2-16,0 2 0 16,-2-3 1-16,-9 3 4 15,-5 1-4-15,-1-2 1 16,-4 2 1-16,-3-1-2 16,1 0 2-16,3-1 0 0,2-2 0 15,3-2 2-15,1-2-2 16,4 2-2-16,5-4-2 15,-1 3-1-15,4 2 0 0,2-2-7 16,0 1-29-16,0-5-69 16</inkml:trace>
  <inkml:trace contextRef="#ctx0" brushRef="#br0" timeOffset="-128550.1">14754 8987 150 0,'-5'0'1'0,"-1"0"19"0,2 0 5 16,1 0-11-16,1 0-8 15,-1 0-3-15,3 0 0 0,-4 0-3 16,1 0 0-16,-3 0 0 16,-3 0 0-16,-2 1-1 15,-4 3-1-15,0-3 0 16,-2-1 1-16,-3 0 1 16,3 0 0-16,-2-9 2 15,0-4 1-15,2-1 1 0,1-4 3 16,3-4 9-16,-1 0 0 15,5-1-5-15,5-1-5 16,0-3-3-16,4 0-2 16,0-2-1-16,0 1 0 15,7-2-1-15,3-1-1 0,5 2-1 16,1 2 1-16,5 0-6 16,-1 5-8-16,5-2 4 15,-3 4 0-15,1 1 9 16,1 0 1-16,1 1 2 15,2 1 2-15,-1 0-1 0,1 2 0 16,2 0 2-16,0 1 0 16,0 3 0-16,-4 1-1 15,0 3-1-15,-3-2 0 16,2 4-1-16,-4 0 1 16,3-2-1-16,1 2 0 0,1-1 0 15,-2 0 0-15,1 1-1 16,-4 0 4-16,-2 0 0 15,-7 2 0-15,-3 0 0 16,-2 1 1-16,-4 0 4 16,0 0 5-16,-2 2-1 0,0-3-7 15,0 1-1-15,-2 0-2 16,-5 2-4-16,0-3-3 16,-2 3-5-16,0 0-4 15,1 0-18-15,-3 0-33 16,2 0-32-16</inkml:trace>
  <inkml:trace contextRef="#ctx0" brushRef="#br0" timeOffset="-128158.4">15124 8236 258 0,'0'0'-21'0,"0"0"19"0,0 0 1 0,0 0 2 0,0 0-1 16,0 0 0-16,0 0 1 16,0 0-1-16,0 0 4 0,0 0 1 15,0 0 2-15,28 0-1 16,-31 0 1-16,1 0-2 16,0 0 1-16,-2 0 1 15,4 0 2-15,0 0-3 16,0 0-5-16,0 2-1 0,0 3-2 15,0 2 2-15,4 1 0 16,0 3 1-16,-1 0-1 16,0-1 1-16,0 1-1 15,-1 2 2-15,-2-2-2 16,0 3 1-16,0-1 0 0,0 1 0 16,-5 1 0-16,-3 0-1 15,-3 1-1-15,-7-1-1 16,-5 0-6-16,0-5-34 15,0-5-89-15</inkml:trace>
  <inkml:trace contextRef="#ctx0" brushRef="#br0" timeOffset="-127518.12">15069 8324 267 0,'0'0'2'0,"0"0"3"16,0 0-9-16,0 0 1 16,0 0 1-16,0 0 1 15,-39 4-1-15,21-4-2 16,-4 0 0-16,-2 0 3 0,-1-3 1 16,-2-7 2-16,2-1 2 15,-2-3 6-15,0-2-4 16,0-1-2-16,-2-2-3 15,-1-2-1-15,-3 0 1 16,0-1-1-16,3-2 2 16,-1-1 0-16,-1-1 3 0,4-1-1 15,5 0-1-15,0-4 1 16,3 1-3-16,5-1-1 16,6-3 0-16,0-2-7 15,5 1 2-15,-2-2 1 0,3 0 3 16,2-1 4-16,1 2-2 15,0 1 1-15,0-1-2 16,3 3 0-16,6 1 0 16,2 2 0-16,0 3 0 15,2 2 0-15,1 5 0 0,4 1 0 16,-3 5 0-16,4 1 0 16,5 3-1-16,-2 0 2 15,3 2-2-15,1 1 2 16,2 1-1-16,3-1 0 15,-2 4 0-15,3-1 1 0,1 0-1 16,0 1 1-16,-3 0-1 16,-4 0 0-16,-3 0 0 15,-4-1 1-15,-2 2 0 16,-6 1-2-16,0-2 1 16,-4 3 0-16,-1-1 1 0,-3 0-1 15,-1 1-1-15,-1 0 1 16,0 0-4-16,-1 0-12 15,0 0-20-15,0 0-51 16,-1 0 10-16</inkml:trace>
  <inkml:trace contextRef="#ctx0" brushRef="#br0" timeOffset="-127196.65">14874 7254 225 0,'0'0'-15'0,"0"0"11"0,0 0 2 0,0 0 4 16,36 0 0-16,-18 0 1 0,-3 3-2 16,3-1-2-16,-3 2 2 15,2 0-2-15,-2 0 1 16,-1 0 1-16,-1 2-1 15,1-2 0-15,-3 1 0 16,-2 1-3-16,2-1 4 0,-7 1 2 16,-3 2 0-16,-1 1 7 15,-9 5 4-15,-14 4 11 16,-16 9-20-16,-16 12-1 16,-15 2-4-16,-12-3-40 15</inkml:trace>
  <inkml:trace contextRef="#ctx0" brushRef="#br0" timeOffset="-119512.55">15478 12491 100 0,'0'-2'4'0,"0"-2"5"0,0 3-7 0,0-1-2 0,0 2-2 16,0 0-4-16,0 0 5 15,0 0 1-15,-2 0 2 16,2-2 2-16,0 1 8 0,0 0-3 16,0-1-5-16,0 1-2 15,0 1-1-15,0-1 0 16,0 1 2-16,-2-2 1 16,2 2 5-16,0 0-3 15,0 0-4-15,0 0-2 16,0 0 1-16,0 0-1 0,0 0 0 15,0 0 0-15,0 0 0 16,0 0 1-16,2 3 0 16,0-2 2-16,0 1-2 15,-1 0 3-15,3 0-1 0,2 1 0 16,-2 1-1-16,3-1-2 16,0 2 1-16,0-1-1 15,-1 0 0-15,1 0 0 16,-1-2 0-16,0-1 0 15,-2 2 1-15,1 0-1 16,-1-2 1-16,2 3 0 0,1-1-1 16,2 0 0-16,0 1 0 15,2 1 0-15,0-1 0 16,1 0 0-16,2 3 0 16,-2-3 0-16,-1 1 0 15,-2-1 0-15,-1 0 1 0,0-1-2 16,-3 1 1-16,2-2 0 15,-1-1 0-15,3 2 0 16,-1-3 0-16,4 3 0 16,1-2 0-16,1 1 1 15,0-1-1-15,3 3 0 0,1-1 1 16,-2 1-1-16,1 1 0 16,-2 0 0-16,2 0 0 15,3 2 1-15,-2-2-1 16,1 1 1-16,3 0 3 15,4-2 2-15,-1 3 1 0,1-1-3 16,1-1-1-16,0 1-2 16,0 1 1-16,2 0-2 15,-3 1 2-15,0-1-1 16,3 0 0-16,0-2 4 16,0 1-1-16,2 0 2 15,1-2-2-15,3 3-1 0,3-4 1 16,-1 4 0-16,5-3-3 15,-1 1 0-15,4-2 0 16,0 1 0-16,2-3-1 16,2 2 1-16,-3 0-1 15,4-2 0-15,-2-1 0 0,2 0 0 16,0 0 0-16,6-4 0 16,-1-2 1-16,1-2-1 15,4-5 0-15,3 3 0 16,-2-3 0-16,3-1 0 0,-1 0 0 15,-1 0-1-15,-3-2 1 16,-2 2 1-16,-4 1-1 16,-3-2 2-16,-4 3 3 15,-1-2 4-15,1 1-2 16,-6 0-4-16,3 1 0 0,-1-1-1 16,0 0-1-16,-1 0-1 15,1-3 1-15,-4 5 0 16,-3-3-1-16,-6 3 0 15,-5 1 0-15,-5 1 0 16,-7 3 1-16,-3 2-1 16,-4 0 1-16,1 1 1 0,-3-1-2 15,0 2 0-15,0 1 0 16,1-2 0-16,-2 3 0 16,-2-1-7-16,1-1 5 15,-1 1 2-15,0 1 0 0,0-3-2 16,0 3 1-16,0-3 0 15,0 3 2-15,0 0 2 16,0 0-2-16,0 0-6 16,0 0-13-16,2 0 6 15,3 0 11-15,-1 0 1 0,0-1 0 16,-3 1 0-16,0-2 1 16,0 2 2-16,1 0 9 15,-2-1-5-15,2-2-5 16,0 3-2-16,0-1 0 15,0 1 1-15,-2 0-1 16,1-2 0-16,-1 2 1 0,0 0 3 16,1 0 2-16,0 0-2 15,1 0-1-15,-1 0-5 16,3 0 4-16,-4 0-2 16,0 0 0-16,0 0 0 15,0 0-2-15,0 0 2 0,0 0 2 16,-5 0 4-16,0 0-4 15,-1-1 0-15,0-2 3 16,3 2 1-16,-2-1-3 16,1 1 1-16,2 0 4 15,2 1-2-15,-2-2 2 0,2 2-3 16,0 0-4-16,0 0 1 16,0 0-2-16,0 0 0 15,0 0-1-15,0 0 2 16,0 0-1-16,0 5-1 15,0 3-5-15,0-1-24 0,0-6-26 16,0-1-94-16</inkml:trace>
  <inkml:trace contextRef="#ctx0" brushRef="#br0" timeOffset="-118815.76">18135 12097 75 0,'-2'5'40'0,"2"-2"-30"0,0 1-8 0,0-1-1 0,0 1 0 16,0 1-1-16,0-3 1 16,0-1-2-16,0-1-18 15,0-10-24-15</inkml:trace>
  <inkml:trace contextRef="#ctx0" brushRef="#br0" timeOffset="-117271.84">14848 9585 90 0,'0'0'0'0,"0"0"4"0,0 0 1 0,0 0 6 16,-43-9-8-16,29 5-2 16,-1 3-1-16,-1-1 1 15,-3 2-1-15,1-1 0 16,0 1 0-16,-2 0 1 0,-1 0 0 16,-2 4-1-16,0 3 0 15,-6 3-1-15,0 4 1 16,-1-1-1-16,-1 3 1 15,-1-1 0-15,2-2 0 16,0 3 1-16,2-2 2 0,3 6 7 16,0-2 1-16,3 4-3 15,0 3-7-15,1 2 0 16,2 0-1-16,3 4 0 16,3-2 1-16,5-1-2 15,2-2 1-15,5-2 0 16,1-1 0-16,0-1 1 0,3 0-2 15,8-3 0-15,0 1 1 16,0 0-1-16,7-3 1 16,1 3 0-16,3-3-1 15,6-1 0-15,1 0 3 16,5-1-1-16,2-1 4 0,5-1-4 16,1 0 1-16,2-3-1 15,1-2 0-15,1 0-1 16,1-3 0-16,4-1-1 15,1 0 3-15,0 1-2 16,4-2 2-16,0 4-2 0,1 1 1 16,7-1 1-16,-1 2-4 15,7-2 2-15,4 0 0 16,2-4 0-16,2 1 0 16,1-2 2-16,-5-1-2 15,-1 2 0-15,-4 0 0 0,-3 1-4 16,-2 1 8-16,-4 1-2 15,1 0-1-15,-1 1 2 16,1-2-2-16,2-1 0 16,3-3-2-16,-1 2 3 15,0-3-1-15,2 0-1 0,-2 0 0 16,-2 0 1-16,-1 0-1 16,-1-1 2-16,-1 1 7 15,-2 0 3-15,-2 0-3 16,-1 0-6-16,-3 7-2 15,-7 0 0-15,-2 4 0 0,-4-1-1 16,-8 3 1-16,-1 4-2 16,-2 0 2-16,0 0 0 15,0 4-2-15,2 2 2 16,-1 1-1-16,1 0 0 16,-1 0-1-16,-4 2 1 15,0-2 0-15,-3-1 0 0,-1 1 0 16,-3-1 1-16,-1-2-1 15,1 2 0-15,-4-3 1 16,1 2-1-16,-3-3 1 16,-2 1-1-16,-1-2 0 0,1-2 1 15,-6 4-1-15,-1-2 0 16,-2-4 2-16,-1-1 0 16,0-1 0-16,0-4 8 15,-1-1-5-15,-4-1 7 16,-5-2 1-16,2 1-10 0,-7-3-3 15,-5-2-9-15,-3-14-122 16</inkml:trace>
  <inkml:trace contextRef="#ctx0" brushRef="#br0" timeOffset="-116004.48">15073 9578 88 0,'3'-6'8'0,"-3"2"30"0,0-2-9 0,0 1-9 0,-3-1-12 16,-2 0-6-16,1 0 0 15,-2-2-2-15,1-1 0 16,-3-2-3-16,-2-3 2 16,-1 0 2-16,-2-5 0 0,-3 0 2 15,-4-2 2-15,2 0 10 16,-6-2 0-16,1-1-9 15,-2 3-4-15,-1-2-1 16,-1 1 0-16,0 0 0 16,1 0-1-16,0 0 1 15,4 1 0-15,1-1 7 0,2 1 5 16,0 0-2-16,2-2-3 16,3 1-2-16,0 0-4 15,1-1-2-15,1-2 1 16,1-1-1-16,2-1-1 15,-1-1 1-15,2-2 1 0,1 0 0 16,-3 1 0-16,2 0-1 16,-1-1 2-16,1 2-2 15,0-1 0-15,6 1 4 16,2-2-1-16,0 3 5 16,2 2-4-16,7 3-3 0,2-2 0 15,4 6-2-15,2-2 2 16,1 2 0-16,2 0 0 15,5 2-1-15,4 1 0 16,0 1 1-16,6-2-1 16,-1 5 1-16,2-1 1 0,-2 3-1 15,-3-3-1-15,-5 5 1 16,-4 0-1-16,-5 0 1 16,-6 1 2-16,-1 0-3 15,-3 1 0-15,0-2 2 16,0 1-1-16,0 0 0 0,2 2-1 15,-2-2 1-15,-1 4-1 16,-2 0-1-16,0 1 2 16,-1-1-2-16,-1 2 2 15,3 0-2-15,-4 0 2 16,3 0-1-16,0 0-1 0,-2 0 1 16,2 0 0-16,-1 0 0 15,-2 0-1-15,0 0-2 16,-1 0-5-16,0 3-5 15,0 0-10-15,0 1 1 16,-5 1-18-16,-1-3-29 16,-1-2 8-16</inkml:trace>
  <inkml:trace contextRef="#ctx0" brushRef="#br0" timeOffset="-115805.86">14993 8307 203 0,'0'0'34'0,"0"0"5"0,0 0-21 16,0 0-13-16,0 0-7 16,0 0 0-16,0 0 1 15,0 0 0-15,0 0 2 16,47-9 4-16,-31 15-2 0,-3 5-2 16,-2 3-1-16,-11-1-21 15,-2 1-43-15,-19-1-65 16</inkml:trace>
  <inkml:trace contextRef="#ctx0" brushRef="#br0" timeOffset="-115100.45">14841 8281 111 0,'0'0'11'0,"0"0"-3"0,0 0 11 16,0 0-3-16,0 0-6 16,0 0-5-16,-44-10 2 15,28 10-4-15,0 0 2 16,0 0 0-16,-4 0-1 15,1 0 1-15,-4 0-1 16,2-2 1-16,-2-3 8 0,2-2 8 16,-4-3-5-16,3-3-2 15,4 0-1-15,-3-4-4 16,1-2-4-16,5-3 1 16,-1-1-3-16,3-2-5 0,0-4 1 15,1-3 2-15,3-1-1 16,3-4-3-16,-3 0-2 15,6-4 2-15,1 4 0 16,2-3 3-16,0 4 0 16,0 0 0-16,0 3 1 0,4-1-2 15,6 2 0-15,1 0-1 16,3 3 5-16,1 1-1 16,4 0-2-16,2 4 1 15,-1 1-1-15,3 3 1 16,-4 3-2-16,4 1 3 15,2 3-1-15,-2 1-1 0,4 2 0 16,6 0 0-16,-2 3 0 16,3 0 0-16,1 0 0 15,-5 3-1-15,0-2 2 16,-6 2-1-16,-7-1 0 16,-3 3-1-16,-4-1 2 0,-5 1-1 15,1 2 0-15,-4-1 0 16,1 1 1-16,0 0-1 15,1 0 0-15,-2 0 1 16,0 0-2-16,-1 0 1 16,-1 0-3-16,1 0-17 15,-1 0-9-15,0 0-14 0,0-3-49 16</inkml:trace>
  <inkml:trace contextRef="#ctx0" brushRef="#br0" timeOffset="-114885.73">14930 7244 168 0,'0'0'3'0,"0"0"28"0,0 0-22 16,0 0-5-16,0 0-3 0,52-14 1 16,-35 20 1-16,2 5-2 15,-2 5-1-15,-5 4 1 16,-6 8 1-16,-6 8 1 15,-8 13-2-15,-26 14 5 16,-24 12-6-16,-25 12-44 16</inkml:trace>
  <inkml:trace contextRef="#ctx0" brushRef="#br0" timeOffset="-112799.65">3636 2935 78 0,'0'0'23'0,"0"0"-1"0,0 0-12 0,0 0-8 16,0 0-1-16,0 0-1 0,0 0 0 15,0 0-1-15,0 0-8 16,0 0 5-16,0 0 4 16,0 0 1-16,0 0-1 15,0 0 0-15,-15-4 1 16,15 7 0-16,3 1-2 0,1 0 2 16,0 2-1-16,-2-3 0 15,3 1 0-15,-1-1 0 16,-2-2 0-16,3 2 0 15,0-1-1-15,-1 0 1 16,0-2 1-16,3 0 1 0,1 0 3 16,0 0-3-16,1-2 1 15,0-3-1-15,2-3 4 16,-2 2-3-16,-1-1 2 16,2 0 1-16,-1-3 0 15,-1-1-1-15,6 1-1 0,-1-5 0 16,2-3 1-16,6-1-2 15,2-6-1-15,4-4 0 16,4-2-1-16,0-4 4 16,1-2-1-16,3-1 8 15,-2 1 1-15,-1-1 0 0,1 3-1 16,-2 2-5-16,1 1-2 16,-1 6-5-16,2 1 2 15,-2 1-2-15,-6 1-27 16,-10-1-198-16</inkml:trace>
  <inkml:trace contextRef="#ctx0" brushRef="#br0" timeOffset="-110919">17757 9846 4 0,'0'0'6'0</inkml:trace>
  <inkml:trace contextRef="#ctx0" brushRef="#br0" timeOffset="-110647.47">17757 9846 23 0,'0'0'31'0,"0"0"-14"15,0 0-4-15,0 0-5 0,-16-4-5 16,16 4-4-16,0 0-1 16,0 0 5-16,0 0-1 15,2 0 1-15,4 0 0 16,5 0 2-16,2 0-3 15,5 0 0-15,5 0 0 16,1 0-3-16,7 0 4 0,0 0 3 16,2 0-2-16,4-3 7 15,-3-4 3-15,2 1 2 16,1-1-7-16,-1 2-5 16,0 1-2-16,-2 0-2 15,-3 0 0-15,-7 3 0 0,-4 1-4 16,-7 0-7-16,-9 0-12 15,-4 0-9-15,-11 1-33 16</inkml:trace>
  <inkml:trace contextRef="#ctx0" brushRef="#br0" timeOffset="-110335.7">17783 9892 89 0,'0'0'15'16,"0"0"8"-16,0 0-11 15,0 0 1-15,0 0 5 16,0 0-3-16,0 0-9 16,0 0-4-16,0 0 3 0,27 0-2 15,-5 0 0-15,2 0-5 16,5 0 4-16,3-3 0 15,5 0 1-15,3-3-3 16,3 2 1-16,2 0-1 16,0-1 1-16,1 1-1 0,-10 3 0 15,-3-1-6-15,-6 2-19 16,-10 0-21-16,-9 0-22 16</inkml:trace>
  <inkml:trace contextRef="#ctx0" brushRef="#br0" timeOffset="-110065.64">17941 9873 94 0,'0'0'15'0,"0"0"-7"15,55-6-3-15,-18 1 1 16,9 0-1-16,8 0 4 16,5-1 1-16,5 2 3 0,-1-2-8 15,0 2 0-15,-3 1-4 16,-6 2-1-16,-4 1 0 16,-6 0-5-16,-9 0-32 15,-6-2-22-15</inkml:trace>
  <inkml:trace contextRef="#ctx0" brushRef="#br0" timeOffset="-109731.76">18066 9842 58 0,'0'0'11'0,"0"0"10"15,0 0-2-15,0 0-2 0,53-14-1 16,-31 9-3-16,10 1-2 15,2 0-7-15,7 1 1 16,2 2-5-16,5 1 0 16,-1 0-1-16,0 0-7 15,-5 0-23-15,-5 0-16 0</inkml:trace>
  <inkml:trace contextRef="#ctx0" brushRef="#br0" timeOffset="-109367.76">18048 9879 69 0,'0'0'7'0,"0"0"-4"16,0 0 12-16,0 0-1 16,0 0-6-16,50 0 5 15,-25-3 3-15,5 0 0 16,7-2-5-16,5 0-5 15,3 2-2-15,3-1-2 0,-3 1-1 16,-4 0-3-16,-4 2-13 16,-8-2-29-16,-8-1-30 15</inkml:trace>
  <inkml:trace contextRef="#ctx0" brushRef="#br0" timeOffset="-109076.86">18146 9808 63 0,'0'0'7'0,"48"-6"0"0,-18 3 11 16,4-1-4-16,2 1-8 16,2-1-2-16,2-2-2 15,-2 5-1-15,-4-2-1 16,-3 0 1-16,-4 3-1 0,-10-1-8 16,-5-1-31-16</inkml:trace>
  <inkml:trace contextRef="#ctx0" brushRef="#br0" timeOffset="-108663.84">17925 9797 33 0,'0'0'1'0,"0"0"0"0,0 0 0 16,0 0-2-16,0 0-1 15,0 0 2-15,0 0 2 16,0 0 5-16,0 0 10 15,19 13-4-15,-11-13-1 0,0 1 6 16,8 0-4-16,7-1-2 16,4 0-4-16,5 0-5 15,7 0 0-15,2 0 1 16,4 0-4-16,-1-4 4 16,0 1 1-16,-3-1-2 15,-4 2 0-15,-5 1-3 0,-7-2-1 16,-8 2-35-16,-7-1-63 15</inkml:trace>
  <inkml:trace contextRef="#ctx0" brushRef="#br0" timeOffset="-106535.43">18114 9876 39 0,'11'0'10'0,"0"0"2"0,2 0-7 0,5 0-1 15,2 0-3-15,-2 0 1 16,2-3 0-16,1-1-1 16,-2-2-1-16,1-1 1 15,-4 1-1-15,0-4 2 16,0-1 5-16,0-2 2 0,0 2 4 16,0-4-7-16,-1 0 3 15,2 0 2-15,0-1 1 16,-2 0-1-16,2 2-2 15,-4-1-3-15,-2 0-2 16,1 1-1-16,0 1 2 16,-2-1-4-16,1 1 0 0,-2 2-1 15,-1 0 0-15,2-2 0 16,-5 3 1-16,1-1 0 16,0-1-1-16,-3 1 1 15,4-2 1-15,-2 0-1 16,-1-4 0-16,4 1 2 0,-3-1-3 15,2 0 0-15,-2-1 2 16,0 4-2-16,0-2 0 16,-3-1 0-16,0 3-2 15,-1 0 2-15,-1-1 2 16,0 1 1-16,0 0-2 0,0 0-1 16,0 1 1-16,-2 0 1 15,-1-2 1-15,-4-1-1 16,1 2 1-16,-1-2-2 15,0-1 1-15,-3 0 0 16,3 0-1-16,-3-1 1 16,0-2-1-16,0-1 0 0,1-1 0 15,-1-2 1-15,-1 1-1 16,1-1 3-16,-3 0-4 16,2 1 3-16,-3 2-2 15,2 2 3-15,-1 1-1 0,2 0 0 16,1 1 2-16,0 2-2 15,-3 1-2-15,1-1 0 16,-1 2-1-16,1 0 1 16,-2 4-1-16,0-2-1 15,-1 3-1-15,1-1 3 0,-2 5-1 16,-3-2-1-16,-1 3-3 16,-3-1 3-16,1 4 1 15,-2 0-1-15,-2 0-1 16,1 0 1-16,0 0-1 15,4 0 2-15,-3 7 1 16,3 0-1-16,-1 0 0 0,4 2 1 16,-4 1-1-16,1 0 0 15,0 5 0-15,-2-2 0 16,-2 7 0-16,0 0 0 16,0 5 0-16,-2 2 0 15,4 2 0-15,4 2 0 0,2 0-1 16,3 1 1-16,4-1 0 15,3-1 0-15,1 1 0 16,2-3 1-16,2 2 0 16,2 2 1-16,0 0-1 0,0 5-1 15,2 1 1-15,10 2-1 16,3 4 3-16,5-1-2 16,7-2 0-16,7-3-3 15,8 2 0-15,14-3-1 16,7-3-6-16,13-6-39 15,1-6-48-15</inkml:trace>
  <inkml:trace contextRef="#ctx0" brushRef="#br0" timeOffset="-105437.36">4837 2807 92 0,'0'0'10'0,"0"0"9"0,0 0 1 15,0 0 7-15,0 0-3 16,0 0-5-16,0 0-6 16,0 0-3-16,0 0-10 15,0 0 0-15,-3-25 2 0,10 33 0 16,-2 1-1-16,6-2-1 15,-2 0 0-15,3 0 1 16,0-5-1-16,4-2 1 16,6-6-6-16,5-16 17 15,11-12 5-15,12-12-7 16,8-11-6-16,13-11-2 0,17-9-1 16,14-10-1-16,10-6-6 15,2-7-98-15</inkml:trace>
  <inkml:trace contextRef="#ctx0" brushRef="#br0" timeOffset="-104292.51">15786 8484 51 0,'0'0'2'0,"0"0"-2"0,-42 6-4 0</inkml:trace>
  <inkml:trace contextRef="#ctx0" brushRef="#br0" timeOffset="-103828.15">15216 8639 72 0,'0'0'12'0,"0"0"-6"16,0 0-4-16,0 0 1 0,34-10-3 15,-16 7 0-15,2-1 4 16,2-2-1-16,1 1 17 15,6-2-3-15,4 2-11 16,5-2-4-16,0 1 1 16,5 2-2-16,1-1-2 0,-1 2 1 15,-3 1-6-15,-9 2-6 16,-4 0-12-16,-7 0-1 16,-10 0-23-16</inkml:trace>
  <inkml:trace contextRef="#ctx0" brushRef="#br0" timeOffset="-103535.42">15288 8687 56 0,'0'0'68'0,"0"0"-12"0,0 0-22 16,0 0-20-16,0 0-4 15,0 0-4-15,0 0-1 16,54-35 0-16,-25 25-1 16,8 0-1-16,7-1 0 15,9 1-3-15,2 0 0 0,6-2-3 16,1 0-36-1,-2-3-80-15</inkml:trace>
  <inkml:trace contextRef="#ctx0" brushRef="#br0" timeOffset="-102470.62">6514 2955 99 0,'-3'0'18'0,"3"0"-5"0,-3 1-8 15,3 2-4-15,0-1 0 16,0-1 0-16,0 1 3 15,0-2 13-15,0 0 29 16,5-6 0-16,13-8-29 0,9-9-13 16,20-7-1-16,11-11 1 15,20-6-3-15,10-11-15 16,8-9-185-16</inkml:trace>
  <inkml:trace contextRef="#ctx0" brushRef="#br0" timeOffset="-101465.24">18017 8492 75 0,'0'0'6'15,"0"0"3"-15,0 0 4 0,41-13 4 0,-24 8 4 16,1-2 9-16,2 1-5 15,5-1-12-15,3 0-5 0,2 0-4 16,3 2-2-16,0-1-2 16,-1 2 0-16,-1-1-1 15,-4 4-8-15,-7-2-31 16,-7 2-10-16,-6 1-1 16</inkml:trace>
  <inkml:trace contextRef="#ctx0" brushRef="#br0" timeOffset="-101235.59">18084 8506 158 0,'0'0'28'0,"0"0"-4"16,0 0-24-16,0 0 0 15,0 0 4-15,60-5 0 16,-29 2 0-16,3 1-3 0,5-1 0 15,-1 2 1-15,1-2-1 16,1 2-1-16,-2 1 0 16,-1 0-6-16,-2-1-38 15,-6-2-24-15</inkml:trace>
  <inkml:trace contextRef="#ctx0" brushRef="#br0" timeOffset="-100560.98">15140 7460 79 0,'0'0'20'0,"0"0"-5"0,0 0-1 15,0 0-5-15,0 0-2 16,0 0 3-16,0 0 2 15,0 0 7-15,0 0 2 0,0 0-9 16,0 0-7-16,54-27-4 16,-30 23 1-16,3 1-1 15,1 1 0-15,3-2-1 16,-2 1 0-16,0 1-1 16,-2 0-5-16,-2 2-15 0,-2-2-14 15,-4 0-24-15</inkml:trace>
  <inkml:trace contextRef="#ctx0" brushRef="#br0" timeOffset="-100397.07">15291 7496 97 0,'0'0'42'0,"0"0"-15"15,0 0-21-15,39-5-4 0,1-3-2 16,12-1 2-16,10-3-1 15,7-5-44-15,6-2-64 16</inkml:trace>
  <inkml:trace contextRef="#ctx0" brushRef="#br0" timeOffset="-99642.33">16964 7372 87 0,'0'0'7'0,"0"0"-2"0,0 0 2 16,0 0-3-16,38 0 0 16,-29 0 1-16,5 0 2 0,1 0 3 15,5 0-1-15,1 0-3 16,4 0-3-16,2 0-2 15,3 3-2-15,1-3-1 16,-6 0-47-16</inkml:trace>
  <inkml:trace contextRef="#ctx0" brushRef="#br0" timeOffset="-98561.14">8317 2957 38 0,'0'0'11'0,"0"0"-4"0,0 0-1 0,0 0-1 0,0 0 5 16,0 0-8-16,0 0-2 15,0 0-1-15,0 0 7 16,0 0-5-16,0 0 0 0,29 45-1 15,-25-31 1-15,3-4-1 16,2-3 1-16,0-5 5 16,5-2 4-16,1-7 19 15,10-15 24-15,8-9-16 16,9-12-13-16,15-12-13 0,16-12-5 16,16-11-6-16,8-8-3 15,5-17-80-15</inkml:trace>
  <inkml:trace contextRef="#ctx0" brushRef="#br0" timeOffset="-87080.17">10892 17100 99 0,'0'0'55'0,"0"0"-51"0,0 0-2 15,0 0-3-15,-3 0-11 16,2 0 10-16,-1 0 14 0,-2-2 15 15,2 2 6-15,0 0-1 16,-2 0-23-16,2 0-10 16,1 0-3-16,1 3 3 15,-2 5-1-15,2 3 3 16,0 2-1-16,0 2 1 0,0 2-2 16,0 3 2-16,0 1-3 15,2 3-1-15,-1-2 5 16,1 0-1-16,2-5-1 15,-2-3 0-15,3-5 0 16,-2-3 0-16,1-4 4 0,-2-2 9 16,2 0-1-16,-2 0 0 15,3-5-1-15,-3-6-3 16,2-2-3-16,0-3-1 16,-1-2-2-16,0-1 2 15,-1-2 1-15,0-1-1 0,-2 0 0 16,0 3-1-16,0 1 0 15,0 2 0-15,-2 5 0 16,-4 1-1-16,1 4-2 16,0 4-2-16,1 2-3 15,-1 0-5-15,1 5-19 0,2 5-15 16,-1 0-10-16,2-3-29 16</inkml:trace>
  <inkml:trace contextRef="#ctx0" brushRef="#br0" timeOffset="-86332.65">11039 17068 185 0,'0'0'3'0,"0"0"-2"0,0 0 2 0,0 0 0 0,0 0 17 16,0 0 7-16,0 0-18 15,0 0-12-15,0 0-1 16,0 0-1-16,1 20 6 16,1-4 0-16,2 2 0 0,2 0 0 15,1-3 5-15,-3 0-4 16,4-2 0-16,-4-4 0 16,-1-1-1-16,-1-2 1 15,0-3-1-15,2-3 4 16,-2 0 5-16,-2 0 11 15,2-3-4-15,-1-7-4 0,1-3-5 16,0-3-6-16,0-3-1 16,1 0-1-16,-3 1 0 15,2 2 0-15,-2 5-1 16,2 2 1-16,-2 4 0 16,3 3-1-16,3 2-3 0,0 0-2 15,1 6 1-15,3 3 2 16,0 2 2-16,-1 0-1 15,0 0 2-15,0 1 0 16,0-4 0-16,-3-2 2 0,4 1-2 16,-5-4 1-16,3 0 0 15,-1-2 0-15,0-1 0 16,-3 0 0-16,0 0 0 16,1-1 0-16,-3-6 0 15,1-4 0-15,-1-2 1 0,-1-3-1 16,-1-1 2-16,0-4-2 15,0-1 0-15,0-2-1 16,-4 0 0-16,0 0 0 16,-2 2-1-16,3 3 1 15,-1 3 0-15,2 5 0 16,2 2 0-16,0 5-1 0,0 4 1 16,0 0-7-16,2 4 0 15,5 10 1-15,3 5 1 16,-1 3 3-16,2 3 0 15,-2-2-1-15,0-1 2 16,-1-2 1-16,0-2 0 0,-3-3 1 16,3-1-1-16,-2 0 0 15,0-1 1-15,-4 1-5 16,-2-4-63-16,0-6-85 16</inkml:trace>
  <inkml:trace contextRef="#ctx0" brushRef="#br0" timeOffset="-86161.87">11213 17078 276 0,'0'0'100'0,"0"0"-100"0,0 0 4 0,0 0-4 0,0 0-1 0,31-43-15 16,-13 32-12-16,2 3-2 15,3 0-6-15,-3-3-12 16,-2 4-32-16,0 0-4 15</inkml:trace>
  <inkml:trace contextRef="#ctx0" brushRef="#br0" timeOffset="-85956.44">11421 16952 148 0,'0'0'61'16,"0"0"-38"-16,0 0-21 16,0 0-4-16,0 0 4 0,11 40 3 15,-7-20 0-15,4 5 2 16,-1-1-1-16,1 2 3 15,-1-2-3-15,2-2-1 16,-3-1-2-16,1-1-1 16,-3-1-1-16,1-2 0 15,-2 2-1-15,-3-6-12 0,0-3-35 16,0-6-16-16,0-4-23 16</inkml:trace>
  <inkml:trace contextRef="#ctx0" brushRef="#br0" timeOffset="-85685.38">11453 17044 252 0,'0'0'22'0,"0"0"-1"15,-7-51 4-15,7 31-18 16,0 6-4-16,8-2-3 16,2 4 0-16,4 0 0 0,1 5 0 15,3 1 0-15,2 4-3 16,-2 2 2-16,2 0-3 15,-3 2-10-15,-3 10-5 16,-5 3 0-16,-5 2 6 16,-4 2 1-16,0-1 4 0,-4 1 2 15,-5-5 10-15,-2 2-1 16,2-5 0-16,0-2-7 16,1-3-30-16,2-6-29 15,4 0-51-15</inkml:trace>
  <inkml:trace contextRef="#ctx0" brushRef="#br0" timeOffset="-85114.84">11640 16938 282 0,'0'0'7'0,"0"0"1"0,0 0-11 16,0 0-12-16,0 0 4 15,0 0 12-15,4 42 0 16,1-32 0-16,0 1 0 15,0-3-2-15,3-3 1 16,-3-1-1-16,1-4 0 0,-1 0 2 16,2 0 1-16,-3-8 1 15,-1-3 0-15,-1-2-1 16,0-1 2-16,-1 1-4 16,2 1 1-16,-1 1-1 15,0 5 0-15,1 4 0 0,6 2-2 16,-1 0-1-16,4 8 2 15,2 1 0-15,-1 2 2 16,3 2-1-16,-3-2 0 16,-1-4 1-16,-2 0-1 15,-5-4 0-15,1-1 0 0,-4-2 0 16,0 0 1-16,-2-4 2 16,0-8-2-16,0-6-5 15,0-5-16-15,0-6-3 16,0-3 3-16,-2-1 6 15,0 0 8-15,0 2 8 16,-1 4 6-16,1 6 11 0,1 7 4 16,0 4-1-16,1 4 3 15,0 2-13-15,0 4-11 16,0 0-5-16,1 8 0 16,7 5 0-16,-1 4 3 15,4 2 1-15,0 2 0 0,-1 3 0 16,-1 0 0-16,1-1 1 15,-1 0-1-15,0-2-12 16,-2-1-10-16,0-3-15 16,-3-6-27-16,-2-4-47 15</inkml:trace>
  <inkml:trace contextRef="#ctx0" brushRef="#br0" timeOffset="-84974.13">11837 16919 294 0,'0'0'0'0,"0"0"3"0,0 0-5 16,36-42-10-16,-17 27-21 15,6 0-35-15,-4-1-57 16</inkml:trace>
  <inkml:trace contextRef="#ctx0" brushRef="#br0" timeOffset="-83700.12">10999 17473 119 0,'2'0'14'0,"2"0"-14"0,2 0 1 0,2 0-1 0,3 0 1 15,1-3-2-15,3 0 3 16,3-2 0-16,-1-2 11 16,8-2 10-16,2-2-6 15,6-2-10-15,5-4-3 16,5-2-1-16,4-2-3 0,3-3 3 16,4 0-1-16,0 0 6 15,-2 4 1-15,-2 1 0 16,-4 2-3-16,-1 6-1 15,-7 2-3-15,-5 2-1 16,-4 3-2-16,-5 2 3 0,-3 2-1 16,-7 0-1-16,-3 0 0 15,-3 0 0-15,-3 0 0 16,-2 0-2-16,-3 2-37 16,0-2-73-16</inkml:trace>
  <inkml:trace contextRef="#ctx0" brushRef="#br0" timeOffset="-81609.34">12083 16895 87 0,'3'-4'15'0,"1"1"-4"0,-2-1-4 0,0-1 1 0,1 0 5 16,0 1 1-16,2-1 4 16,0 1-2-16,4-2-4 15,2 2-7-15,0-2-3 0,3-1-2 16,3 0 1-16,1 0-1 16,1 1 0-16,2-1 0 15,1 0 0-15,2 0 0 16,2 0 0-16,0 0 0 15,-1 1 0-15,2 2 1 16,2 1-2-16,-4 3 2 0,2 0-1 16,-2 0 0-16,-2 7 0 15,0 3 0-15,-4 2 0 16,-2 2 0-16,1 0 1 16,-5 1-1-16,-1 2 0 15,-1-1 1-15,-3 1-1 0,-1 0 0 16,0-1 0-16,-3 2 0 15,-1-2-1-15,-1 0 1 16,-2 1 1-16,0-5 0 16,0 1-6-16,0-3-36 15,-6-6-23-15</inkml:trace>
  <inkml:trace contextRef="#ctx0" brushRef="#br0" timeOffset="-81337.91">12601 17052 200 0,'0'0'-2'0,"0"0"-1"0,0 0 3 0,0 0 1 16,0 0 1-16,0 0-2 16,41 13 0-16,-35-11 0 0,1-1 0 15,0-1 0-15,2 0-44 16,-2 0-77-16</inkml:trace>
  <inkml:trace contextRef="#ctx0" brushRef="#br0" timeOffset="-81174.82">12743 16940 251 0,'0'0'14'15,"0"0"-17"-15,0 0 3 16,0 0 2-16,-25 42-5 16,20-23 0-16,1 0-5 0,1 4-11 15,0-1-14-15,-1-2-46 16</inkml:trace>
  <inkml:trace contextRef="#ctx0" brushRef="#br0" timeOffset="-80007.82">12809 17156 48 0,'0'0'66'0,"0"0"-27"0,0 0-4 0,0 0-17 0,0 0-8 16,-20-40-8-16,16 35 2 15,2 2-5-15,1 0 1 16,-3 3-2-16,1 0-5 16,0 0 0-16,0 0 5 0,-1 6-2 15,-3 1 5-15,4 0 1 16,-1 0-3-16,0 1 3 15,3-2 0-15,0 2-1 16,1-3 1-16,0 3 0 16,0-2 0-16,1 0 0 0,6 0 0 15,-2 0 0-15,6 2-2 16,-2-1 1-16,0 0 1 16,3 4-2-16,0-2 1 15,-1 1-1-15,3-1 0 16,-3 2 1-16,-1-1 0 0,0 0-2 15,1-2 3-15,-6 1-2 16,2-1 0-16,-5-1-1 16,-2 2 2-16,0-1-1 15,-2 1-1-15,-7-1 1 16,-2 2 0-16,-2-1 5 0,-3-2 6 16,1 3-2-16,0-4-5 15,2-1-3-15,-1 1 1 16,4-3-2-16,5 0 1 15,1-3-1-15,2 0-16 16,2 0-20-16,0-12-61 0</inkml:trace>
  <inkml:trace contextRef="#ctx0" brushRef="#br0" timeOffset="-79759.04">12955 17173 137 0,'0'0'-21'0,"0"0"13"0,0 0 8 0,0 0 0 15,0 0-2-15,0 0 13 16,0 0 10-16,0 0 4 0,36 29-8 16,-28-15-10-16,-3 0-5 15,4-1-1-15,-4 0 0 16,3-2 1-16,-4-4 0 15,-1 0 1-15,0-3-5 16,-3-4-19-16,0 0-71 0</inkml:trace>
  <inkml:trace contextRef="#ctx0" brushRef="#br0" timeOffset="-79638.34">12976 17054 248 0,'0'0'-27'15,"0"0"20"-15,0 0-9 16,4-36-65-16</inkml:trace>
  <inkml:trace contextRef="#ctx0" brushRef="#br0" timeOffset="-78954.66">13207 17140 150 0,'0'0'37'0,"0"0"-53"15,0 0 15-15,0 0-11 16,0 0 13-16,15-38 3 16,-15 31 21-16,-8 3 4 0,1-2-2 15,-3 2-15-15,-2 0-9 16,3 2-3-16,2 1 3 15,-2 1-7-15,4 0-2 16,-1 1 3-16,2 9 1 16,2 0 0-16,0 3 2 0,2 1-2 15,0 1 1-15,0-1-6 16,4-2-9-16,4-2 3 16,-1-3-1-16,5-2 5 15,-1-5-1-15,2 0-1 16,0 0 12-16,-2-6-1 0,3-5 2 15,-5 1-1-15,0-2 1 16,0 1-2-16,-5-2 0 16,-2 2 0-16,-1 2-2 15,-1 1-3-15,0 2 3 16,0 3 4-16,0 1 2 0,0 2 8 16,0 0-2-16,0 2-12 15,0 8 4-15,0 3-3 16,0 3 2-16,0 1 0 15,0 3-1-15,0 0 0 16,6 1 1-16,-1 1 0 0,-1 1 1 16,3 0-1-16,-2 0 2 15,3 2-1-15,-4 0-2 16,0 1 1-16,2-3 0 16,-4 1 0-16,-1-4 0 15,0-3 1-15,-1-1-1 0,0-5 7 16,0 0 6-16,-1-1-2 15,-9 0-4-15,1-1-4 16,-2 1-3-16,-5-2 0 16,1 1 0-16,-3-2-13 15,2-3 1-15,1-2-8 0,2-2-5 16,2-2-15-16,5-15-61 16</inkml:trace>
  <inkml:trace contextRef="#ctx0" brushRef="#br0" timeOffset="-78206.06">13401 17088 252 0,'0'0'-1'0,"0"0"4"0,0 0 4 16,0 0-6-16,0 0 1 16,0 0-4-16,0 0-3 15,0 0-3-15,0 0 7 0,0 0 0 16,0 0 2-16,0 0-1 16,21 45 0-16,-15-32 2 15,-2-1-1-15,1-2 0 16,0-3 1-16,-3-1-1 15,-1-4 0-15,0 0 0 0,-1-2 1 16,0 0 3-16,0 0-1 16,0-4-2-16,0-4-3 15,0-3-1-15,0-2-3 16,0 0-4-16,0-1 0 0,1 0-1 16,5 1 4-16,-2 3 5 15,1 0 1-15,1 3 0 16,0 1 7-16,0 2 1 15,1 4-3-15,1 0-4 16,2 0-1-16,-1 0 0 16,1 10-1-16,-5 1-1 0,6 2-2 15,-6 0-2-15,3 1 2 16,-4 0 4-16,2-2 0 16,-1-1 0-16,-3-2 0 15,0-1 0-15,-1-1-5 16,2-4-3-16,-3 0 2 0,0-2 2 15,0-1 1-15,0 0 13 16,0-1 6-16,0-6-9 16,0-5-5-16,0 0-3 15,0-2-7-15,0-3-5 16,4 1-2-16,2 0 8 0,4 1 6 16,-3 0 1-16,1 4 3 15,1 0 5-15,3 1 3 16,-5 3-2-16,3 2-7 15,0 5-1-15,-3 0-2 16,3 1-1-16,-4 10 1 0,2 2-7 16,-4 2 4-16,1 1 2 15,-3 1-1-15,0 0-7 16,0-3-15-16,-2-4-40 16</inkml:trace>
  <inkml:trace contextRef="#ctx0" brushRef="#br0" timeOffset="-77831.14">13782 17014 206 0,'0'0'2'0,"0"0"-1"0,0 0-37 15,0 0-7-15,0 0 39 16,0 0 5-16,-3 44 0 15,3-34 1-15,0 2 2 0,3-4-2 16,3 1 0-16,3-4 0 16,-2 1-2-16,4-6 1 15,-4 0 3-15,1 0 2 16,-1-3 4-16,1-4-1 16,-4-3 3-16,0 0 4 0,-1-1-1 15,-1-5-7-15,-2 2-1 16,0-3-1-16,0 5-3 15,-3 0 0-15,-3 3 2 16,-1 2-2-16,-4 7 1 16,4 0-9-16,-4 3-16 15,0 8 7-15,2 3 1 0,2 1 2 16,0-2-37-16,3-5-55 16</inkml:trace>
  <inkml:trace contextRef="#ctx0" brushRef="#br0" timeOffset="-77546.32">13938 16959 99 0,'0'0'21'15,"0"0"-7"-15,0 0-9 16,0 0-2-16,0 0-4 15,0 0 4-15,-22 49-2 16,22-37-1-16,0 4 1 0,0-4 0 16,0-2 1-16,8-1 2 15,-3-2 1-15,4-1-1 16,-5-1 4-16,3-3-3 16,0-2 0-16,2 0 0 15,-2 0-4-15,2-10-7 16,-1-4-64-16</inkml:trace>
  <inkml:trace contextRef="#ctx0" brushRef="#br0" timeOffset="-77403.15">13920 16762 243 0,'0'0'1'0,"0"0"-1"16,0 0-3-16,0 0-26 15,0 0-59-15</inkml:trace>
  <inkml:trace contextRef="#ctx0" brushRef="#br0" timeOffset="-77075.02">14101 16945 186 0,'0'0'1'0,"0"0"-1"16,0 0 2-16,0 0-1 15,0 0-1-15,0 0 3 16,0 0 16-16,6-32-4 0,-12 30 6 16,-2 2-16-16,0 0-5 15,0 2-1-15,3 7 2 16,-1 4-1-16,4 1-1 15,1 2 0-15,1 1 0 0,0-2-4 16,1-2 1-16,5-3-2 16,0 0-3-16,3-4 0 15,-1-4-2-15,3-2 5 16,1 0-4-16,0-1-7 16,-1-9-26-16</inkml:trace>
  <inkml:trace contextRef="#ctx0" brushRef="#br0" timeOffset="-76699.82">14099 16567 27 0,'0'0'90'0,"0"0"-87"15,0 0 1-15,0 0-2 16,0 0-1-16,0 0-1 16,0 0 7-16,0 0 18 15,0 0-7-15,-11-29-15 16,11 29-13-16,0 6-14 0,0 4 23 16,0 1 14-16,0 5-10 15,0 4-1-15,2 1 0 16,3 5-1-16,3 2 0 15,1 2 4-15,0 4-2 16,2 1 0-16,-2 4-1 16,-2-1 1-16,0 3 0 0,-5-1-1 15,0 0 1-15,-2-2 2 16,0-2-3-16,-2-5-38 16,-7-9-51-16</inkml:trace>
  <inkml:trace contextRef="#ctx0" brushRef="#br0" timeOffset="-75489.21">11936 16975 46 0,'12'-12'2'0,"3"1"-1"0,2 2-2 0,1-1 2 0,-2 2-1 16,1 2 1-16,1 0 5 0,0 2 4 15,-2 1 2-15,4 2 4 16,0 0-6-16,-2 1-3 16,4 0-5-16,-2 5-1 15,0 9-2-15,-4 6 2 16,0 3-2-16,-2 4-3 16,-1 4 5-16,1 3-1 15,-2 5 0-15,2 2 0 0,-3 4 1 16,2 4 1-16,3 4 0 15,-1 0 0-15,0 5 0 16,1-2-2-16,3 0 1 0,-1-6-1 16,-1-3 1-16,2-4-1 15,-2-5 0-15,0-5 3 16,-1-6 15-16,-1-6 5 16,-2-3 12-16,-1-2-11 15,0-6-7-15,-3-2-5 0,-1 0-7 16,0-1-2-16,-3 0-2 15,1-3 1-15,-2 5-2 16,0-2 0-16,2 1-9 16,-6-3-29-16,2-3-60 15</inkml:trace>
  <inkml:trace contextRef="#ctx0" brushRef="#br0" timeOffset="-74445.76">12888 17774 99 0,'-10'-8'63'0,"0"2"-51"0,-1 4 12 16,-2 0-11-16,3 2-7 15,-2 0-5-15,2 0 2 16,5 8-3-16,-3 2 0 0,5 1 1 15,1 4-1-15,-1 0 0 16,3 4 0-16,0 0 0 16,3 0 0-16,8 1 0 15,-2-2-3-15,7-1 1 16,-1-1-4-16,1-1 6 0,1-3 1 16,-1-1-1-16,-2 0 1 15,0-2 0-15,-4 1 0 16,-3-1-1-16,-3-1 1 15,-4 1-1-15,0-2 1 16,0 1 1-16,-8 1 1 0,-1 0-1 16,-3 0-1-16,-1 0 0 15,0-2 0-15,1 1-1 16,2-3-1-16,1-4-7 16,4-1-24-16,4 0-30 15</inkml:trace>
  <inkml:trace contextRef="#ctx0" brushRef="#br0" timeOffset="-74044.75">13057 17913 108 0,'0'0'41'0,"0"0"-43"16,0 0 2-16,-31 47-1 15,25-30 2-15,3 0 0 0,3-2 0 16,0-4 2-16,0 3-1 16,5-5 3-16,4-2-4 15,4-3 0-15,-4 0 3 16,1-4 4-16,1 0-5 16,-1 0-3-16,-1-7 4 0,-3-3 2 15,-1-1-2 1,0-4-2-16,-5 1-1 0,0-1 1 15,0 1-1-15,-8 2 1 16,0 2-1-16,-1 3-1 16,-1 4 1-16,2 3 1 15,3 0-3-15,1 0 1 0,2 2 0 16,2 1-1-16,0 1-1 16,2-3-16-16,4-1 6 15,5 0 2-15,-1-5-4 16,3-7-38-16</inkml:trace>
  <inkml:trace contextRef="#ctx0" brushRef="#br0" timeOffset="-73340.98">13143 17832 78 0,'0'0'19'16,"10"-45"14"-16,-6 24 4 15,2 3-19-15,-4 4-10 16,2 4-3-16,-1 5-4 16,1 5 0-16,-2 0-3 0,2 11 2 15,1 9 0-15,4 3 0 16,-2 6 2-16,2 4 1 15,1 0-2-15,0 0 1 16,-2-1 0-16,1-2 0 0,-2-3-1 16,0-3 1-16,-2-1 0 15,-1-2 0-15,2-2 2 16,-4-2 0-16,2-2 0 16,2-1-1-16,-3-3 1 15,1-3-1-15,2-2-1 16,-2-1-2-16,3-5 2 0,-2 0-1 15,0 0 2-15,1-4-1 16,0-5-1-16,-1-2 0 16,-1-4 1-16,-1-1 0 15,-3-1 0-15,0 0 2 0,0 1-1 16,-11 1 1-16,2 0-3 16,-2 5-2-16,-3 1 1 15,1 3-1-15,1 3-1 16,-1 3 1-16,3 0-4 15,2 0 1-15,1 0 3 16,5 1 1-16,0 1-5 0,2-1-7 16,0-1-12-16,2 0 12 15,5-2 14-15,5-6 5 16,-1-4-3-16,4-2-3 16,0-2 0-16,1-3-1 15,-2-1 0-15,-3 2-1 16,0-2 2-16,-2 3-1 0,-4-1 1 15,-1 3 1-15,0 1 10 16,-2 3-5-16,-1-1-5 16,0 4-1-16,1 3-1 15,-1 1 1-15,-1 4-1 0,0 0 0 16,0 0-3-16,1 6 0 16,1 7 2-16,0 4 1 15,2 3 3-15,-1 4 0 16,3-1-1-16,-2 1 0 15,1-3 1-15,2 0-1 0,-2-2-1 16,3-2 2-16,-3-2-1 16,1-3 0-16,1-4-2 15,-4-1-15-15,3-6-29 16,-4-1-27-16</inkml:trace>
  <inkml:trace contextRef="#ctx0" brushRef="#br0" timeOffset="-73191.3">13380 17932 234 0,'0'0'5'0,"0"0"6"0,0 0-8 0,0 0-4 0,0 0-2 0,40-26-20 16,-27 18-31-16,1-2-49 15</inkml:trace>
  <inkml:trace contextRef="#ctx0" brushRef="#br0" timeOffset="-72530.09">13524 17828 95 0,'0'0'109'0,"0"0"-104"16,0 0-5-16,0 0 2 0,0 0-1 16,0 0 0-16,41 40 2 15,-35-26 0-15,-1 2-1 16,0-3 1-16,-2 2-2 15,0-4 1-15,1-1-1 16,-1-2 0-16,-3-3 1 16,0 1-2-16,0-5-10 0,0-1-5 15,0 0 18-15,-3 0-3 16,-3-8-8-16,2-2 6 16,3-1 5-16,-1-4 1 15,2 2-2-15,0-1-2 16,0-1 0-16,2 3 3 0,3 1 1 15,6 2 2-15,-2 2-1 16,-2 2-3-16,4 0-1 16,3 4-1-16,-2 1 0 15,2 0-1-15,-1 0-4 16,1 7-13-16,-3 3 2 0,-4 1-1 16,2 2 3-16,-4 0-10 15,-2-2 18-15,0 2 5 16,-3-3-1-16,0-2 0 15,0 1 0-15,0-5 1 16,-6-1 2-16,3-3 8 0,-4 0 7 16,1 0 3-16,3-3-4 15,-1-4-4-15,-1-4-2 16,3-2-5-16,2-1-4 16,0-4-5-16,0 2-1 15,5-2 2-15,5 2 5 16,3 0 0-16,1 6 6 0,3 0-3 15,0 0-1-15,1 6 1 16,-3 4-2-16,-1 0-2 16,-1 1 1-16,-4 11 0 15,1 2-2-15,-2 0-5 0,-4 2 6 16,1-1 2-16,-1 1-1 16,-1-3 1-16,0-3-1 15,1 0 1-15,2-3-14 16,-2-3-23-16,3-4-15 15,1 0-32-15</inkml:trace>
  <inkml:trace contextRef="#ctx0" brushRef="#br0" timeOffset="-72294.68">13957 17828 147 0,'0'0'15'0,"0"0"13"0,5-38-10 0,-5 26-11 0,0 4-6 0,0 5-1 0,-4 1 1 16,-1 2-1-16,-1 2 1 15,0 9-3-15,1 4 4 16,3 0-2-16,-3 1 1 16,5 1 1-16,0-5 0 15,0-1 0-15,0-3-1 0,7-2-1 16,-3-3-1-16,3-1-2 16,-1-2-3-16,3 0 0 15,-1-7-9-15,2-3-27 16,-4-3-32-16</inkml:trace>
  <inkml:trace contextRef="#ctx0" brushRef="#br0" timeOffset="-72138.1">14034 17770 165 0,'0'0'38'0,"0"0"-33"16,0 0 0-16,0 0 4 16,0 0-3-16,38 25-2 15,-29-16-1-15,1-2 1 0,2 1-2 16,-3-1-1-16,1-2-1 15,0-4-6-15,-1-1-27 16,1 0-30-16</inkml:trace>
  <inkml:trace contextRef="#ctx0" brushRef="#br0" timeOffset="-71981.63">14208 17686 66 0,'0'0'173'16,"0"0"-148"-16,0 0-11 0,0 0-17 15,0 0 5-15,-8 47-4 16,3-19 4-16,-4 4 0 16,-4 4-1-16,-1 1-30 15,-6 0-90-15</inkml:trace>
  <inkml:trace contextRef="#ctx0" brushRef="#br0" timeOffset="-70536.06">10936 17486 180 0,'0'0'5'0,"0"0"-3"0,0 0 2 15,0 0-3-15,-42 0-3 16,26 0 0-16,-3 0 1 0,-2 0 1 16,-2 0 0-16,-6 0-1 15,0 0 2-15,-2 0-1 16,-2 0 1-16,1-9-1 15,3-1 0-15,-2-4 2 16,4-2 0-16,5-6 7 0,-2-3 6 16,7-7 1-16,2-2-9 15,6-3-3-15,2-1 0 16,4-1-3-16,3 2-1 16,3 1 0-16,13 1 0 15,2 0 0-15,4 1 0 0,7-2 0 16,3 2 0-16,5 4-1 15,-1-1-1-15,3 4 1 16,1 6 0-16,3 1-2 16,3 3 1-16,3-1 2 15,2 2 0-15,6 0 1 16,1 1-2-16,2 0 2 0,0 0-1 16,1-1 0-16,-1 1 0 15,1-2 0-15,1-2 0 16,-1-1 0-16,3-2 0 15,-3 0 0-15,1-1 0 16,-6 2 0-16,-3 4 0 0,-5 1 0 16,-8 4-1-16,-9 3 1 15,-4 4-1-15,-5 3-1 16,-7 2-5-16,-1 0 6 16,-3 0 3-16,1 8 1 15,-2 4-4-15,0 2 1 0,3 7 0 16,-4 6 0-16,0 6 0 15,1 4 0-15,2 7-2 16,-3 6-2-16,1 2-2 16,0-1 4-16,1-1 2 15,-1-7 0-15,-3-4 0 0,1-7 0 16,-3-4 1-16,-4-6 3 16,-1-3 5-16,-1 1-6 15,-15 0 0-15,-11 1 2 16,-10 1-16-16,-15-1-144 15</inkml:trace>
  <inkml:trace contextRef="#ctx0" brushRef="#br0" timeOffset="-69440.91">7975 18092 73 0,'0'0'15'0,"2"0"-6"0,-2-4-4 15,0 1 0-15,0 0-3 0,0 0-1 16,0 1-1-16,0 1 0 16,0 1 1-16,0-2-1 15,0 2 4-15,0 0 17 16,0 0-2-16,0-2 2 16,0 2 4-16,0 0-2 0,0 0-7 15,0 0-9-15,0 0-7 16,2 0-2-16,1 0 4 15,4 5-2-15,-3 3 0 16,1 2 0-16,3 3 1 16,-4 2-1-16,1 0 0 15,0 3 1-15,0-1 0 0,1-2 0 16,-2 1-1-16,2-6-27 16,-1 0-38-16,-3-4-28 15</inkml:trace>
  <inkml:trace contextRef="#ctx0" brushRef="#br0" timeOffset="-69184.67">7995 18322 212 0,'0'0'-11'0,"0"0"10"15,0 0 2-15,0 0 0 16,0 0-1-16,0 0 0 15,42-29 1-15,-31 23-1 16,1-3 0-16,1 3 1 16,1-1 0-16,-1 0-1 0,-3 3 0 15,1-2 0-15,-3 4 0 16,-1-2 0-16,2 2 1 16,-6-1-2-16,-1-1-13 15,-2-3-74-15</inkml:trace>
  <inkml:trace contextRef="#ctx0" brushRef="#br0" timeOffset="-68970.95">7928 18183 201 0,'0'0'1'15,"0"0"-1"-15,0 0 2 16,13-43 0-16,-2 32 0 16,3 1-2-16,-1 2 0 0,3 1 0 15,0 0-9-15,0-2-70 16</inkml:trace>
  <inkml:trace contextRef="#ctx0" brushRef="#br0" timeOffset="-68450.94">8169 18173 166 0,'0'0'9'0,"0"0"6"16,0 0-5-16,0 0-9 0,0 0 0 16,0 0-1-16,0 0 0 15,0 0 1-15,7-30 0 16,-2 30 0-16,1 0 0 16,1 4 1-16,-1 4-1 15,4 0 0-15,-4 2 1 0,1 0-1 16,-1 0 1-16,-4-1-1 15,0-2-1-15,0 0 0 16,-2-2-1-16,0 0 3 16,0-4 2-16,0 1-2 15,-3-2-1-15,1 0-3 0,2-8-17 16,0-5 6-16,0-3 6 16,5-3 3-16,3-1 2 15,3 0 1-15,1 2 0 16,1 4 4-16,0 4 3 15,1 6-1-15,1 4-2 0,1 0-3 16,1 5 1-16,-3 9-1 16,-1 2 5-16,-1 2-4 15,-3 0 1-15,-2 0-10 16,-1-2-1-16,-4-4-25 16,1-6-17-16</inkml:trace>
  <inkml:trace contextRef="#ctx0" brushRef="#br0" timeOffset="-68204.05">8460 18048 171 0,'0'0'81'15,"0"0"-80"-15,0 0-1 0,0 0-4 0,0 0-2 16,0 0 2-16,0 0 5 15,17 51 0-15,-5-24 0 0,-1 0 1 16,3 3-1-16,-1 0 1 16,-2-2-2-16,-1-2-3 15,-2-5-6-15,-3-4-9 16,-4-3 2-16,-1-7-20 0,0-6-41 16</inkml:trace>
  <inkml:trace contextRef="#ctx0" brushRef="#br0" timeOffset="-67924.76">8464 18105 135 0,'0'0'87'0,"0"0"-85"16,0 0 2-16,2-44 2 16,5 35-2-16,2 1-2 15,1 2 0-15,0 1-2 0,2 2-1 16,-1 3 1-16,-2 0-1 15,4 0 1-15,-4 1 0 16,2 6-2-16,-3 2 0 16,-2-1 0-16,-2 2-1 15,-4 2-1-15,0 2 0 16,-2 0 3-16,-7 0 5 0,-2 3-1 16,4 0-10-16,-2-4-15 15,2-3-26-15,3-7-32 16</inkml:trace>
  <inkml:trace contextRef="#ctx0" brushRef="#br0" timeOffset="-67334.84">8681 18031 320 0,'0'0'5'0,"0"0"2"0,0 0-7 16,0 0-2-16,0 0-11 15,0 0 7-15,9 36 3 16,-2-21 3-16,-3 1 2 16,3-3-2-16,-2-1 1 15,1-4 0-15,-2-4 0 16,1-1-2-16,0-3 1 0,-3 0-1 16,0-3 6-16,-2-6-4 15,0-5 0-15,0 1-1 16,0-1 0-16,0 1 0 15,0 2 0-15,0 4-1 0,2 1 2 16,1 6-4-16,3 0-1 16,1 0 3-16,5 7-1 15,0 2 0-15,0 3 1 16,1-3 1-16,-2 1-1 16,-1 0-1-16,0-6 2 0,-3 1 0 15,-3-5 0-15,2 0 0 16,-2-2-1-16,-2-7-2 15,-2-6 3-15,0-3-3 16,0-4 1-16,0-2 1 16,0-2 1-16,-6-3 0 15,0-2 0-15,0 2 0 0,1-1-1 16,1 7-1-16,-1 5 2 16,3 6 1-16,2 4-1 15,0 7 1-15,0 1-7 16,2 7 4-16,7 7-2 15,0 6 3-15,5 3 0 0,-3 1 2 16,-2 2 0-16,4-2-1 16,-4-2 0-16,-1-2 1 15,2-4-6-15,-5-1-21 16,1-6-43-16,-4-6-25 0</inkml:trace>
  <inkml:trace contextRef="#ctx0" brushRef="#br0" timeOffset="-67207.29">8904 17950 269 0,'0'0'-17'0,"0"0"7"0,41-31-10 0,-24 15-54 16</inkml:trace>
  <inkml:trace contextRef="#ctx0" brushRef="#br0" timeOffset="-65854.08">8623 17697 90 0,'0'0'4'0,"0"0"9"0,-52 6-5 0,33-4-6 0,-2-1-2 15,-5 2 2-15,-1 0-4 16,-3 1 2-16,-1 3 0 16,3 0 4-16,-5 0 4 15,3 3 2-15,3 1-5 0,1-3-4 16,3 2 0-16,0-1-1 16,3-1 1-16,2 0-1 15,-2-3 8-15,1 0 4 16,0-1-9-16,-3 0-2 15,0 3 4-15,-1-1 2 0,-1 4-3 16,1 1 1-16,-1 2 2 16,0 0-2-16,0 4-3 15,2 2-2-15,-2-1 0 16,0 2 0-16,-1-3-4 16,0 4 6-16,0-2-1 0,1 1-1 15,2-2-1-15,-1-1 1 16,4 2 4-16,2-2-2 15,3-2-1-15,2 2 0 16,3-2-1-16,2 0 1 16,2 2-2-16,3-1 1 15,0 0 0-15,2 2 1 0,0 0 0 16,0 1-1-16,0 1 1 16,0-2 0-16,0 3 1 15,0-3 1-15,0 0-2 16,0 0 0-16,4-2 0 0,2-1-2 15,4 0 0-15,1-3 1 16,5-1-8-16,3 0 7 16,7-2 3-16,3-1-2 15,2-1 3-15,2 0 1 16,0 0-3-16,2 0-1 0,-1-1 1 16,-1 0-1-16,0 0 1 15,3 1-1-15,-2-2 0 16,3 1 0-16,-5-2 0 15,6-1 1-15,-2 3-1 16,0-5 1-16,3-1 1 16,1 0 0-16,4 0-1 0,2-3-1 15,1-7 0-15,-3-2 0 16,4-3 0-16,-2-3 0 16,-2-2-1-16,-2-4 1 15,0-3 1-15,-1-3-1 16,-4-1-1-16,1-3 2 0,-5 0-1 15,-3 0 3-15,-2 1 3 16,-5 2 2-16,-6-2 7 16,-4 3-3-16,-5-1 5 15,-4-2 3-15,-4 1-9 0,0 0-5 16,-12-3 2-16,-2 4-6 16,-6-1-1-16,-5 1-1 15,-4 1 0-15,0 0 0 16,-6 2 1-16,1 0-2 15,-1 2 1-15,1 6-1 16,1 5-2-16,1 3-2 0,1 10-14 16,-5 2-10-16,0 14-34 15,0 4-116-15</inkml:trace>
  <inkml:trace contextRef="#ctx0" brushRef="#br0" timeOffset="-64410.31">8925 18204 89 0,'2'0'17'0,"-2"0"-12"0,0 0 6 0,0-1 0 16,2 1 6-16,-2 0-2 15,0 0-8-15,0 0-7 16,2 0 0-16,1 0 3 16,1 5-3-16,3-1 1 0,0 1 0 15,3 1-1-15,3-2 0 16,3-1 1-16,5 0 0 16,1-2 2-16,3-1 3 15,2 0 12-15,6 0-1 16,-2 0-9-16,0 0-4 15,3 0-2-15,-5-1-1 0,2-1 0 16,-6 2-1-16,0 0 0 16,-5 0 0-16,-2 0 1 15,0 0-1-15,-5 0 0 16,1 0 0-16,-3 0 1 16,-3 0-2-16,-1 0 1 0,0 0-4 15,-4 0-8-15,-2 0-14 16,-1 0-26-16,0 0-30 15</inkml:trace>
  <inkml:trace contextRef="#ctx0" brushRef="#br0" timeOffset="-64082.77">9392 18126 107 0,'0'0'60'0,"0"0"-55"0,0 0 6 15,0 0-4-15,0 0-2 16,0 0-4-16,0 0-1 15,0 0 2-15,0 0-1 16,0 0 1-16,35 32-1 0,-28-14-1 16,0 2 0-16,-3 5 0 15,-1 3 0-15,-3 7-4 16,-7 2-40-16,-13 3-56 16</inkml:trace>
  <inkml:trace contextRef="#ctx0" brushRef="#br0" timeOffset="-62610.23">14253 17879 53 0,'7'0'19'0,"2"2"-5"0,0-1-5 0,-2 2-7 16,1-2 0-16,-3 1-5 16,0 0-4-16,-3-1-8 0,-2 0-51 15</inkml:trace>
  <inkml:trace contextRef="#ctx0" brushRef="#br0" timeOffset="-62126.07">14141 17852 63 0,'0'0'8'0,"0"0"-4"0,0 0 6 0,0 0 2 16,0 0 4-16,0 0-2 15,0 0 0-15,0 0-2 16,0 0-2-16,0 0-1 15,36 24-5-15,-22-23-4 16,-1-1-5-16,2 0-27 0,-1 0-19 16</inkml:trace>
  <inkml:trace contextRef="#ctx0" brushRef="#br0" timeOffset="-57172.68">9057 18238 79 0,'0'2'47'0,"0"-2"-20"0,0 0 8 15,0 0-17-15,0 0-12 16,0 0-5-16,0 0 1 16,0 0-1-16,0 0 0 15,0 0 1-15,0 0 0 0,0 0-1 16,0 0-1-16,0 0-1 15,0 0-2-15,6 0 4 16,2 0-2-16,2 0 1 16,1 0 1-16,3 0-2 15,-1 0 1-15,3 0 0 0,-1 1 0 16,-1 2-1-16,1 0 0 16,0-1 1-16,1 0-1 15,1-2 2-15,-2 0-1 16,3 0 0-16,-3 0 1 15,3 0-2-15,-2 0 1 0,0-4 0 16,-1 1 1-16,-1 0-1 16,-1 0 0-16,-1 2 0 15,-3-2 1-15,1 3-1 16,-2 0 0-16,0-1 0 16,-3 1 0-16,1 0 0 0,-3 0-19 15,1 0-30-15,-2-2-17 16</inkml:trace>
  <inkml:trace contextRef="#ctx0" brushRef="#br0" timeOffset="-56803.08">9442 18135 91 0,'0'0'6'0,"0"0"-1"0,0 0 0 0,0 0-4 16,0 0 0-16,0 0 1 0,0 0 4 15,0 0 7-15,0 0 1 16,0 0-4-16,37 8-3 15,-34 2-2-15,-1 0-3 16,2 6 0-16,-4-2-2 16,0 3 1-16,0 0 1 0,0 0-1 15,-6 0 1-15,1 2-1 16,-1-1 0-16,3 1-1 16,-4-1-1-16,2 2-1 15,1-2-33-15,-2-5-22 16</inkml:trace>
  <inkml:trace contextRef="#ctx0" brushRef="#br0" timeOffset="-54889.63">7900 18041 37 0,'0'0'21'0,"0"0"7"0,0 0 5 0,0 0-8 16,0 0-6-16,10 40-2 15,-8-27 9-15,0 2 2 16,3 5-13-16,1 0 0 15,0 7-10-15,2 0-4 0,-2 3 3 16,3-2-2-16,3 2 1 16,-3-2 0-16,-1-5 0 15,2 0 1-15,-1-7-1 16,-3-3-2-16,1-2-1 16,-2-3 1-16,-1-3 0 0,-3-1-2 15,1-3-5-15,-1-1-6 16,-1 0 1-16,0 0 11 15,0-4-1-15,0-7-8 16,-1-3 9-16,0-4-1 16,1-3 1-16,0-3 1 0,0-2-1 15,2 2 0-15,7-1 0 16,2 2 0-16,1 0 0 16,1 8 0-16,1 3 0 15,-1 6 1-15,-3 5-1 0,3 1-1 16,-2 1-3-1,2 9 6-15,0 3-2 0,-2 1 0 16,1 3 1-16,-1-1-1 16,-2 0 2-16,2-2-1 15,-4-1 0-15,1-2-1 16,0-2 1-16,-2-2 1 0,1-2-2 16,-1-1-2-16,-3-4 2 15,6 0-2-15,-5-2 2 16,3-11 1-16,-1-1-1 15,1-5 1-15,0-1-2 16,-3-2 2-16,3 0-1 0,-5 5 0 16,1 0 2-16,1 7-2 15,-2 2 3-15,-2 5-1 16,2 3 3-16,0 0-5 16,1 4-2-16,2 9 3 15,2 1 1-15,1 4 0 16,0 0 0-16,2-2 0 0,-1 0 0 15,-1-3-1-15,2-3-1 16,-3-3 0-16,1-2 0 16,-3-3 0-16,2-2 0 15,-2 0 1-15,1-2 7 0,0-7 5 16,-1-5-1-16,-1-5-7 16,-2 1-4-16,2-5 0 15,-2 0-2-15,0-1 2 16,0 3-1-16,0 3-1 15,-2 3 0-15,2 7 1 0,-2 4 0 16,3 4-5-16,3 0-11 16,0 7 11-16,2 4 0 15,0 2 1-15,3-1 5 16,1 1 1-16,1-3-1 16,-2 0-1-16,-1-3 1 0,1-2-1 15,-1-2 0-15,0-1 0 16,-3-2-1-16,1 0-3 15,-3 0-3-15,2 0-3 16,-1-3 1-16,-1-4 0 16,1 0 1-16,-2-3 2 15,-2 0 2-15,-1-2 6 0,-1 0-2 16,0-2 0-16,0 2 2 16,-3 1 3-16,-3 1 1 15,-1 5-3-15,1 0 1 16,-2 5-3-16,2 0-2 15,1 12 0-15,3 5 1 0,2 1 0 16,0 4 1-16,0-2-1 16,5-1 1-16,2-6-1 15,4-3-1-15,-4-4 1 16,3-5 0-16,-2-1 1 0,1 0 1 16,-1-8 0-16,1-4 0 15,-1-2-2-15,0-6 0 16,-1 2-5-16,1-4-3 15,-3 3-9-15,0-1-49 16,1 1-65-16</inkml:trace>
  <inkml:trace contextRef="#ctx0" brushRef="#br0" timeOffset="-48383.57">8985 18237 108 0,'0'0'3'0,"0"0"-1"0,0 0 1 0,0 0 7 15,0 0 17-15,0 0 5 16,0 0-4-16,0 0-4 15,0 0-6-15,0 0-7 16,0 0-9-16,0 0-4 16,0 3-3-16,4 1 5 0,7 3 0 15,3 0-2-15,2-2 4 16,8 0-2-16,3-1 3 16,5-2-3-16,3-2 1 15,3 0 0-15,0 0 0 16,1 0 0-16,-2 0-3 0,-3-3 0 15,-1-5-30-15,-4-2-35 16,-6-6-91-16</inkml:trace>
  <inkml:trace contextRef="#ctx0" brushRef="#br0" timeOffset="-47980.13">9729 17973 141 0,'0'0'11'0,"0"0"16"0,0 0-11 0,0 0-6 16,0 0-9-16,0 0-1 16,-6 44 3-16,3-20-1 15,3 2 0-15,0 2 0 16,1 5-1-16,5-2 0 15,0 0 1-15,3-4 0 0,-3-1-1 16,0-3-4-16,-3-8-6 16,3-3-26-16,-6-7-12 15,0-5-29-15</inkml:trace>
  <inkml:trace contextRef="#ctx0" brushRef="#br0" timeOffset="-47546.44">9719 17981 73 0,'0'0'8'0,"0"0"21"16,0 0 0-16,0 0 3 16,0 0-14-16,0 0-5 15,0 0-3-15,38-34-5 16,-30 34-1-16,2 8-3 0,0 1-4 15,-3 4 5-15,0 1-4 16,0 3 5-16,-3 2-3 16,-4 2 0-16,0-1-3 15,0 3-2-15,-2-3 7 16,-10 2-1-16,2-6-2 16,-4 1 2-16,5-4 3 0,-2-4-3 15,4-4 0-15,2-1 0 16,3-2 0-16,2-2-2 15,0 0-12-15,0 0 13 16,6-2 0-16,2-2 1 16,3 4 1-16,-2 0 1 0,4 0 2 15,-2 0-2-15,3 4-2 16,-1 2-1-16,1 0 0 16,-1-1 2-16,-2 2-5 15,3-2-10-15,-5-4-39 16,-1-1-31-16</inkml:trace>
  <inkml:trace contextRef="#ctx0" brushRef="#br0" timeOffset="-47176.19">9933 18197 153 0,'0'0'24'0,"0"0"-24"0,0 0 1 0,0 0 1 15,0 0 1-15,0 0 0 16,38-37 6-16,-32 30 2 0,-4-3 2 16,3 0-3-1,-3 0-4-15,0-2-4 0,-2 2-1 16,0 1-1-16,0 5 0 16,0 0 1-16,-4 4-2 15,-2 0-2-15,1 1 2 0,-3 8-1 16,3 3 4-16,-3 1-1 15,2 6-1-15,2-2 0 16,2 1 0-16,2-1 1 16,0-1-1-16,0-2-1 15,2-3 2-15,4-2-1 0,3-2 0 16,1-4-1-16,1-2 0 16,3-1-5-16,-1 0-5 15,1-10-26-15,-1-4-30 16</inkml:trace>
  <inkml:trace contextRef="#ctx0" brushRef="#br0" timeOffset="-46770.37">10054 17873 248 0,'0'0'-3'0,"0"0"10"16,0 0-2-16,0 0-8 15,0 0-11-15,0 0 14 16,0 0 0-16,-12 37 4 16,14-14-1-16,4 2-2 15,2 1 0-15,-2 1 0 0,1 3-1 16,-2-4-1-16,2-1 0 16,-5-1-2-16,0-5 2 15,1-2 1-15,1-6 0 16,-2 2 0-16,0-3 0 15,1-3 0-15,1 0-1 0,0-2 2 16,1 0-2-16,0-2 2 16,1-2 2-16,-2 2 2 15,3-3 2-15,-1 0 1 16,2 0-1-16,-2 0-2 16,1 0-2-16,-1-3-2 0,2 1 0 15,-2-1-1-15,1 0 0 16,0-3 0-16,4-2-13 15,-4-4-33-15,1-5-71 16</inkml:trace>
  <inkml:trace contextRef="#ctx0" brushRef="#br0" timeOffset="-46292.67">10240 17938 214 0,'0'0'-10'0,"0"0"11"0,0 0 0 16,0 0-5-16,0 0-7 15,0 0 3-15,0 0 4 16,0 0 3-16,0 0 2 0,-11-2-1 16,11 8 1-16,0 2 2 15,1 4-2-15,3 3-1 16,1 2 1-16,-1 3-1 15,3 1 1-15,-3-1-2 16,3 1 2-16,-3-6-1 0,4 0 0 16,-4-3 0-16,1-1 1 15,1-5 3-15,-1-1 3 16,2-3-5-16,1-1 2 16,-1-1 1-16,0 0-2 15,4 0-2-15,-2-3 0 0,-2-4-1 16,4-4-1-1,-2-5 2-15,-2-2 1 0,-1-1 0 16,0-2 1-16,-3 0 2 16,-3-2 4-16,0 0 1 15,0 0 4-15,-5 1-3 16,-3-1-3-16,1 3-4 0,1 3-4 16,1 6 1-16,2 2-1 15,3 6-8-15,0 1-33 16,0 0-108-16</inkml:trace>
  <inkml:trace contextRef="#ctx0" brushRef="#br0" timeOffset="-45973.4">10548 18104 119 0,'0'0'4'0,"0"0"6"0,0 0 3 16,2 49-10-16,-2-29-2 15,0 0-6-15,-7 1-43 16</inkml:trace>
  <inkml:trace contextRef="#ctx0" brushRef="#br0" timeOffset="-44656.82">10825 17933 119 0,'2'12'1'0,"0"3"8"0,1 2 13 0,-1 4-3 0,2 1-12 16,-2 1-4-16,0-2-1 16,0 0 0-16,-2-3-1 15,0-5 0-15,0 0-3 16,0-6-17-16,0-1-10 0,-4-5-25 15</inkml:trace>
  <inkml:trace contextRef="#ctx0" brushRef="#br0" timeOffset="-44458.68">10708 17970 277 0,'0'0'-9'0,"0"0"11"16,0 0 3-16,7-43-4 0,4 35 0 16,5-2-1-16,-1 3-5 15,4-2-16-15,3 4-12 16,-2-1-33-16,4 2-3 16</inkml:trace>
  <inkml:trace contextRef="#ctx0" brushRef="#br0" timeOffset="-44059.45">10954 17943 305 0,'0'0'2'0,"0"0"2"0,0 0 5 16,0 0-8-16,0 0 0 16,0 0-2-16,-37 12-1 15,31-1 1-15,0 4 0 16,2 2 0-16,1 3 1 15,3 0 1-15,0 0-2 16,0-4 1-16,0-2-1 0,7-3-2 16,-1-5 0-16,0-3-3 15,4-3 8-15,-1 0-2 16,-1-4-4-16,2-8 1 16,-1-1-1-16,-4-5 1 15,-2 2 4-15,0 1 0 0,-3-1 0 16,0 5 0-16,0 2 3 15,0 2 3-15,0 6 0 16,-3 1-3-16,2 0-6 16,1 7 0-16,0 6 0 15,1 1 3-15,7 6-1 0,-2-2-1 16,3-4-4-16,0-1-12 16,0-3-27-16,0-7-39 15,0-3-60-15</inkml:trace>
  <inkml:trace contextRef="#ctx0" brushRef="#br0" timeOffset="-43702.45">11078 17943 275 0,'0'0'-10'0,"0"0"14"16,0 0-4-16,0 0-14 0,0 0-10 15,0 0 9-15,0 0 17 16,12 42 2-16,-9-26-2 15,4 1-1-15,-3-2 0 16,-2-4 0-16,1-3 0 16,1-2-1-16,0-6-4 0,-2 0-9 15,1 0 16-15,1-11-2 16,-2-1-1-16,1-3 2 16,-1-1 3-16,0-1 5 15,-2 0 6-15,0 6-5 16,0-1-1-16,1 7-5 0,0 3-4 15,2 2-6-15,1 0-1 16,-1 7-1-16,3 6 7 16,0 3 1-16,2 0 2 15,-2 1 0-15,3-3-3 0,-2-4-5 16,4-6-27 0,-4-4-71-16</inkml:trace>
  <inkml:trace contextRef="#ctx0" brushRef="#br0" timeOffset="-43346.91">11246 17785 140 0,'0'0'4'0,"0"0"17"15,0 0 1-15,0 0-17 0,0 0-2 16,0 0-2-16,-16 43 1 15,16-24 2-15,0 0-1 16,0 3 1-16,6-4-2 16,-2 3 0-16,1-5-1 15,4-1 0-15,-5-4-2 0,1-6 1 16,1-2-2-16,-3-3 0 16,3 0 8-16,-2-1 14 15,2-9-1-15,2 0-7 16,-3-1-1-16,3 2-6 15,0 0-3-15,0 4-2 16,-1 5-1-16,0 0-3 0,2 1-5 16,0 11 3-16,2 0-5 15,2 0-19-15,-2-1-45 16</inkml:trace>
  <inkml:trace contextRef="#ctx0" brushRef="#br0" timeOffset="-43219.16">11504 18035 161 0,'0'0'134'0,"0"0"-134"0,-9 46-14 15,0-28-36-15,-2 1-60 16</inkml:trace>
  <inkml:trace contextRef="#ctx0" brushRef="#br0" timeOffset="-42635.93">10896 18366 61 0,'0'0'5'16,"0"0"6"-16,0 0 0 0,0 0 8 15,0 0 4-15,0 0 1 16,-38-15-15-16,25 20-9 16,0 7-1-16,-3 2 2 15,2 3 1-15,0 3 0 16,1 1 5-16,5-1-4 16,3-3-2-16,2 0-1 0,3-6 1 15,0-2-2-15,10-5 9 16,-2-2 12-16,4-1-4 15,4-1-6-15,-3 0-3 16,2 0-5-16,-3 0-1 16,1 1 0-16,-6 3-1 0,0 1 0 15,-1 1 0-15,-2 2-3 16,-4 2 0-16,0 2-2 16,0-2 2-16,0 1-1 15,-8 0 2-15,1-1 4 16,-2-1-2-16,-2-1-1 0,4-5-4 15,-1 1-8-15,5-4-31 16,1-7-71-16</inkml:trace>
  <inkml:trace contextRef="#ctx0" brushRef="#br0" timeOffset="-42429.18">10992 18395 103 0,'0'0'187'0,"0"0"-185"0,0 0-8 0,2 38 6 16,-2-22-3-16,0 2-9 15,0-1 3-15,0 0 8 16,0-1 1-16,0-3-5 16,0-6-10-16,3-3-13 15,0-4-34-15,2 0-12 0</inkml:trace>
  <inkml:trace contextRef="#ctx0" brushRef="#br0" timeOffset="-42271.69">10977 18295 279 0,'0'0'6'0,"0"0"13"16,0 0-8-16,0 0-11 15,0 0 0-15,0 0-32 16,0 0-20-16,0 0 26 15,-12-5-32-15,26 20-20 0</inkml:trace>
  <inkml:trace contextRef="#ctx0" brushRef="#br0" timeOffset="-41866.41">11142 18409 326 0,'0'0'-9'16,"0"0"10"-16,0 0 0 15,0 0-5-15,-9-37-10 16,4 29 7-16,-1 2 7 16,1 1 4-16,-2 3 6 15,3 2-1-15,0 0-7 0,-3 0-4 16,3 5 1-16,3 7-5 16,-1 1-2-16,0 2 0 15,2 0 3-15,0-3-2 16,0-1-5-16,2-3-2 15,3-3 5-15,4-5 1 0,-5 0 6 16,1 0 1-16,-1-1 2 16,0-5 3-16,-3 2 13 15,1 1 8-15,-1 2-1 16,-1 1-8-16,0 0-12 16,0 8-9-16,0 8 6 0,0 1 0 15,0 4 1-15,0 0-2 16,0-1 1-16,0 0 2 15,0-3-3-15,-1-1-6 16,0-1-20-16,0-7-29 16,1-4-16-16,0-4-50 0</inkml:trace>
  <inkml:trace contextRef="#ctx0" brushRef="#br0" timeOffset="-41262.04">11169 18369 224 0,'0'0'10'0,"0"0"-8"0,0 0-1 15,0 0 0-15,0 0-2 16,0 0-8-16,0 0 3 0,0 0 9 16,42 23-1-16,-35-6 2 15,2 0-3-15,0-3 1 16,-3-3-1-16,1-2-1 15,1-2 0-15,-2-3-4 16,0-4-13-16,-2 0 9 16,1 0-2-16,-3-4 1 0,-2-7 0 15,2-1 7-15,-2-3 2 16,0-1 0-16,0-1 2 16,3 1 5-16,-2 2 6 15,1 3-2-15,2 1 1 0,-2 6 1 16,2 1-4-16,-1 3-4 15,3 0-4-15,-1 6-1 16,2 5 1-16,-1 3 2 16,1 3-1-16,-1 0 0 15,-3 0-1-15,4-1-1 0,-3-3-5 16,-1-3-5-16,0-3-4 16,0-4 0-16,1-2 9 15,-3-1-2-15,2-1 9 16,-1-8 2-16,1-4-2 15,2-4 2-15,-2 0 2 16,0-1-2-16,4-1-2 0,-4 2-1 16,3 3 2-16,-2 4 7 15,0 3-2-15,-1 5 1 16,2 2 1-16,-3 0-6 16,1 2-2-16,1 8-1 15,2 3 3-15,-4 1-3 0,3 1-3 16,0-1-8-16,-3-2-5 15,1-2-11-15,0-4-33 16,2-6-25-16</inkml:trace>
  <inkml:trace contextRef="#ctx0" brushRef="#br0" timeOffset="-40954.92">11511 18314 243 0,'0'0'0'0,"0"0"0"0,0 0-1 0,-14 44-4 0,11-30-4 16,3 0 6-16,0-2 4 15,0-1-1-15,1-5 1 16,8-2-1-16,0-4-1 16,1 0 1-16,4-3 3 15,0-10-6-15,2 0 9 0,-3-3-7 16,-1-2-2-16,-4 3 1 15,-1-2 3-15,-5 3 3 16,-2 2 9-16,0 1 12 16,0 4 1-16,-2 1-13 0,-4 6-11 15,-1 0-4-15,-1 0-15 16,2 3-27-16,-1 1-49 16</inkml:trace>
  <inkml:trace contextRef="#ctx0" brushRef="#br0" timeOffset="-40693.73">11699 18258 277 0,'0'0'7'0,"0"0"-5"0,0 0-2 15,0 0 3-15,0 0-3 16,0 0-4-16,0 0 9 15,0 0-2-15,-19 47-3 16,17-30 0-16,2-1-2 16,0-1-7-16,0-2-5 0,2-3 3 15,4-3 3-15,2-4-2 16,1-3-1-16,0 0 7 16,2 0-17-16,0-10-60 15</inkml:trace>
  <inkml:trace contextRef="#ctx0" brushRef="#br0" timeOffset="-40465.04">11654 18147 305 0,'0'0'2'0,"0"0"-1"15,0 0-19-15,0-38-83 16,5 33-68-16</inkml:trace>
  <inkml:trace contextRef="#ctx0" brushRef="#br0" timeOffset="-39994.97">11830 18263 113 0,'0'0'119'0,"0"0"-112"16,0 0 4-16,0 0-9 15,0 0-2-15,-40 20-2 0,31-8-1 16,2 2-4-16,0 3 9 16,5-2 3-16,0 0-4 15,2 0 0-15,0-3 0 16,0-1 0-16,6-6 0 16,4 1-1-16,-3-6 0 15,2 0 0-15,1 0 0 16,2-7 0-16,-5-3-4 0,1-5-2 15,2-2 2-15,-6-1-6 16,-1-3 7-16,0-3 4 16,-2-2-1-16,-1 0 1 15,0-2 0-15,0 2 0 0,-4 0 2 16,1 5 3-16,-1 5-2 16,-3 3 6-16,4 7 5 15,1 6 7-15,2 0-14 16,0 12-10-16,0 7 2 0,0 7 0 15,0 4 2-15,4 4-4 16,1-2-24-16,0-5-15 16,-1-2-65-16</inkml:trace>
  <inkml:trace contextRef="#ctx0" brushRef="#br0" timeOffset="-26509.13">6723 17274 134 0,'0'0'-10'0,"0"0"-1"0,0 0-3 0,0 0-37 0</inkml:trace>
  <inkml:trace contextRef="#ctx0" brushRef="#br0" timeOffset="-26173.79">6656 17281 85 0,'0'0'4'0,"0"0"-2"15,0 0 6-15,0 0-3 16,0 0 0-16,-42 16 0 15,40-12 4-15,-3 0 3 16,1 3-3-16,-1 1-4 16,0 3-2-16,-1 3-1 0,-1 3-1 15,1 6 2-15,-1 4-1 16,2 4-1-16,-2 8-1 16,3 5 0-16,0 7 1 15,-3 4-1-15,5 3 0 16,1 3 1-16,1-1 1 0,0 5-2 15,0 2 0-15,1 1 7 16,8 5 8-16,2-2 0 16,5-4-4-16,3-5-5 15,6-9-1-15,2-8-2 16,7-8-1-16,3-7 0 16,7-8-2-16,2-6-7 0,1-9-29 15,-2-7-2-15,2-23-46 16</inkml:trace>
  <inkml:trace contextRef="#ctx0" brushRef="#br0" timeOffset="-24879.48">6697 17301 115 0,'0'0'-8'0,"0"0"9"0,47-34 1 0,-25 21 0 16,3 0-2-16,4 1 1 15,-1-4-1-15,6 2 0 0,0 0 0 16,-1-2 0-16,1 2 0 15,3 0 0-15,-3 2 0 16,2-1 0-16,2 2-1 16,0 1 0-16,0 0 0 0,0-1 0 15,5 1-6-15,-1 0 8 16,2-3-1-16,3-1 1 16,1-2 4-16,0-2 0 15,2-3 1-15,3-1-4 16,1 1-1-16,2 0-1 15,2 1 0-15,2-1 0 16,-3 1-1-16,3 0-2 0,-2 0 1 16,-1 1 2-16,-1 1 0 15,1 0 0-15,0 0 2 16,4 0-1-16,2-1 0 16,4-2 1-16,6 1 0 0,1-4 0 15,4 1 0-15,3-2-1 16,0 2-1-16,-1 0 0 15,2-1 0-15,-4 2 2 16,1-1-2-16,-2 1 1 16,0 1 8-16,2 3 6 0,0 1 1 15,2 1-4-15,3 1-6 16,4 0-2-16,6 3-3 16,5-1 1-16,1 0-2 15,7 0 0-15,3 0 0 16,-1-1 1-16,3-3-1 15,2 0 1-15,2 1 0 0,2-1 0 16,5 0 0-16,5 2 1 16,6 1-1-16,2 1 2 15,4 2-3-15,0 0 0 16,5 3 0-16,-2 1 0 16,0 0 0-16,1 1 1 0,3-1-1 15,-1 3 1-15,1 0 2 16,4 3 2-16,-3 1-2 15,2 0-1-15,-6 3 1 16,-4 8 5-16,-5 4 2 16,-8 3 1-16,-6 4-3 0,-9 3-6 15,-4 5 0-15,-9 1-1 16,-5 3 0-16,-5 3 0 16,-6 5 0-16,-5 3-2 15,-2 3 2-15,-5 8-2 0,-4 6 1 16,-6 3-1-16,-1 8 0 15,-11 5-4-15,-6 3-8 16,-8 1-2-16,-6 1-5 16,-11 1 4-16,-6-1 7 15,-4-5 3-15,-8 2 3 16,0-5 1-16,-5 1 2 0,-7-5 0 16,-5-3 2-16,-2-3 0 15,-7-5 3-15,-4-2 2 16,-6-3 0-16,-7-1-1 15,-6 0-3-15,-8 0 3 16,-8-1-2-16,-9 1-3 0,-4-2 0 16,-9 1 0-16,-7-1-1 15,-4 0-1-15,-6-1-7 16,-5 1-13-16,-5-2-13 16,-3-2-1-16,-3-1 1 15,-3-2 24-15,-7-6-34 0,-5-1 50 16,-9-4 2-16,-11-4-8 15,-12-7 0-15,-16-10 0 16,-12-9 4-16,-12-6-13 16</inkml:trace>
  <inkml:trace contextRef="#ctx0" brushRef="#br0" timeOffset="-190119.41">3664 4547 182 0,'0'0'-2'0,"0"0"1"0,0 0 4 16,0 0-12-16,0 0-27 16,0 0-14-16</inkml:trace>
  <inkml:trace contextRef="#ctx0" brushRef="#br0" timeOffset="-186583.48">4053 3746 185 0,'0'0'0'0,"0"0"4"0,0 0 0 0,39-30 2 15,-30 21-2-15,1 1-1 16,-4 4-1-16,1-3-1 15,-3 3 2-15,3-1 0 16,-2 3-2-16,0 0-1 16,-1 1 0-16,2 1-4 0,1 0-20 15,-1 0-15-15,1 0-10 16,4 1-51-16</inkml:trace>
  <inkml:trace contextRef="#ctx0" brushRef="#br0" timeOffset="-186192.24">5697 3708 222 0,'0'0'-54'0,"0"0"59"0,0 0-3 0,0 0-4 0,0 0-26 16,0 0-33-16</inkml:trace>
  <inkml:trace contextRef="#ctx0" brushRef="#br0" timeOffset="-185586.45">8783 3742 288 0,'0'0'-40'0,"0"0"21"0,42 4 22 0,-34 10-70 16,-5 5-20-16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2:56:08.1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1259 3053 109 0,'0'0'38'0,"0"0"-25"0,0 0 17 0,0 0-3 31,0 0-5-31,0 0-9 16,0 0-1-16,0 0 1 15,0 0 0-15,0 0-2 16,0 0-1-16,0 0-2 0,0 0-3 15,0 0-3-15,0 0-2 0,0 0-1 0,4 4 2 32,0 2 0-32,1 4 2 15,4-2-3-15,-4 1 0 16,5 1 1-16,-3 0 0 0,5 1 0 16,-2-1 0-16,2 0 0 15,-1 2 0-15,2-1 0 16,-1 0 1-16,1-1-1 15,1 0-1-15,-3 0 1 16,-3 1-1-16,2-2 1 0,-3-2-1 16,1 2 2-16,-3-1-1 15,1-1-1-15,-1 0 0 16,-2-3-1-16,3 2-7 16,-2-4-17-16,-1-1-28 15,1-1-22-15,0 0-38 0</inkml:trace>
  <inkml:trace contextRef="#ctx0" brushRef="#br0" timeOffset="478.45">1486 3033 89 0,'0'0'3'0,"0"0"5"0,0 0 7 16,0 0 17 0,0 0 10-16,0 0-5 0,0 0-18 15,0 0-5-15,0 0 2 0,0 0-3 16,-19-17-2-16,19 17-5 15,-3 0-9-15,2 0-1 16,-2 10 4-16,-2 2 0 16,-2 3-1-16,-1 5-1 15,-1 1 4-15,-3 2-1 0,-1 1 0 16,-1-1 3-16,2 1-1 16,-2-4 6-16,3 0-5 15,0-5-1-15,-1 0 0 0,5-2-1 16,1-4 1-1,-2 0 0-15,5-3-1 0,1-2 0 16,-1-1 0-16,1-2-1 0,2-1 1 31,0 0-2-31,0 0-6 16,0 0-23-16,5-10-13 0,0-3-109 0</inkml:trace>
  <inkml:trace contextRef="#ctx0" brushRef="#br0" timeOffset="1047.33">1738 3098 103 0,'0'0'14'0,"0"0"24"0,0 0 6 0,0 0-11 15,0 0-11-15,0 0-8 16,0 0-7-16,0 0-4 15,0 0 8 1,0 0-6-16,0 0 4 16,4 3-1-16,0-1-2 0,1-1-2 0,1-1 0 15,0 1 1-15,0 0-2 16,0 0-1 0,1-1-1-16,-1 2-1 15,-1 0 1-15,2 0-1 16,-3-1 0-16,-1 2 0 15,1 1-5-15,-2 2-19 0,-2-2-31 16,0 0-45-16</inkml:trace>
  <inkml:trace contextRef="#ctx0" brushRef="#br0" timeOffset="1310.33">1802 3205 50 0,'0'0'66'0,"0"0"-56"15,0 0 16-15,0 0 7 0,0 0-5 16,0 0-4 0,0 0-7-16,0 0 1 15,0 0 2-15,2 3-10 16,1-2-4-16,3-1-2 0,-2 0-1 0,3 3-3 15,0-2 1 1,2 2-2-16,-3-3-15 16,-1 0-98-16</inkml:trace>
  <inkml:trace contextRef="#ctx0" brushRef="#br0" timeOffset="2756.55">2336 2823 132 0,'0'0'20'0,"0"0"10"0,0 0 3 15,0 0 0-15,0 0-5 16,0 0-11-16,0 0-5 0,0 0-9 16,0 0-2-16,0 0-1 0,0 0 0 15,-18 0-3 1,13 0 2-16,-3 0 3 16,1 0-1-16,-3 0 1 15,2 0-4-15,-1 1 2 0,0 2 0 0,2-3 0 16,-1 3 3-1,1-3-3-15,3 1 4 0,-1 1-4 0,-2-2 0 32,3 3 1-32,1-2-1 15,-1-1 0-15,2 2 0 0,0-1 0 0,2-1 0 0,-2 3 1 32,1-2-1-32,0 3-1 15,1-2 1-15,0 4-1 16,0 1 1-16,0 0 0 15,0 0 1-15,0 3-4 0,0 1 3 16,0-2-1-16,0 1 1 16,0 0 3-16,0 1-3 15,1 0 2-15,2 2-2 16,-1-1 0-16,0 2 1 0,0-3-1 16,2 3 0-16,-4 1 0 15,3-1 1-15,-1 0-1 16,0 0 0-16,3 0 0 15,-3 0 0-15,3 1-2 16,-1-1-2-16,-2 0 6 0,2-1 0 16,1-1 1-16,-1 0-3 15,-2-2 1-15,4 0-1 16,-4 0 1-16,0 0-1 16,2 0 0-16,-3-2 0 0,1 2 0 15,0 0 1 1,0 0-1-16,-2 1 1 0,2 0-1 15,-2 0 0-15,0 1 0 16,0-2 1-16,0 0-1 16,0 0 0-16,0-1 0 15,0 1 1-15,0-3-1 0,0 3-1 16,0-2 1-16,0 1 0 16,0-2 1-16,-2 4 0 15,0-4-1-15,2 1 0 0,-2 0 3 16,0-1-3-1,2 0 0-15,-1 0 0 16,1-1 0-16,0 1 0 0,-2-1 1 16,2-1-1-16,0 1 0 15,0-1 1-15,0-1-1 0,0 0 0 16,0 0 1-16,0-1-1 16,0 1 1-16,0-1 0 15,0 0-1 1,2 0 2-16,-1 0-1 0,1 0 0 0,0-1 0 15,2 1 0 1,-2 1 0-16,0-1-1 16,4-1 3-16,0 1 2 0,1 0-1 0,1 1-2 31,4-3 1-31,1 2-1 0,3 1-3 0,-1-2 2 16,6-1-1-1,0-1-2-15,4 0-40 16,0-3-114-16</inkml:trace>
  <inkml:trace contextRef="#ctx0" brushRef="#br0" timeOffset="3715.53">2713 3194 11 0,'-2'0'37'0,"-2"0"-11"0,2-1 2 15,-2 0-8-15,1 1 5 16,1-1-5-16,-2-1 9 15,-2 1-17-15,2 1 5 0,0-1-2 16,0-1-3-16,1 1 3 16,1-1 7-16,-2 1-5 15,2-2-2-15,2 0-5 16,-2-1-5-16,0 1-6 0,2-3 4 16,0 2 6-1,0-1-7-15,0 0-3 0,4 1 1 16,2 1-2-1,-2 0 1-15,3 2 1 0,0 1-1 0,2 0 1 16,-2 0 0 0,1 0-2-16,-1 0 2 15,0 4-1-15,0 1 0 16,-1 2 1-16,1 1-1 0,-3-1 1 16,1 0 0-16,-2 2 0 0,-1-1-1 15,0 1-1 1,-2-1 0-16,0 1-1 0,0-2 2 15,-2 3-2-15,-3-2 2 16,-4-2 2-16,2 1-3 0,-1 3 4 31,3-5-2-31,-4 0-2 0,4 1 4 0,1 0-3 16,-2-1 5-16,5-2-4 16,-1 3 0-1,0-2 0-15,0 1 1 0,2 0-1 0,0-4-1 31,0 3 1-31,0-1-6 0,0 0 5 16,2-3 4-16,3 3-4 0,1-3 1 0,0 0 1 16,4 0-1-16,-4 0 1 15,3 0 2 1,0 0-3 0,1 0 1-16,0 0 1 15,-1 0 0-15,3 0 0 0,-4 0 0 16,1 0 0-16,1 0-1 15,-2 0-1-15,-3 0 0 16,1 0 0-16,1 0 2 16,-2 0-2-16,-3 0 0 0,2 0 0 15,-1 0-8-15,1 0-20 16,2 0-59-16,-3 0-87 16</inkml:trace>
  <inkml:trace contextRef="#ctx0" brushRef="#br0" timeOffset="3897.41">2986 3278 254 0,'0'0'24'0,"0"0"-13"0,0 0-2 16,0 0 6-16,0 0-2 15,0 0-7-15,0 0-6 0,0 0-11 16,0 0-49-16,0 0-64 15</inkml:trace>
  <inkml:trace contextRef="#ctx0" brushRef="#br0" timeOffset="4753.96">3324 3180 86 0,'0'0'8'0,"0"0"17"0,0 0 0 15,0 0 7 1,0 0 10-16,0 0-17 0,0 0-12 16,0 0 7-16,-5-6-2 15,1 6-6 1,0-2-5-16,-4 2-8 16,2 0 0-16,-3 0 3 0,1 0-2 15,0 0 3-15,-1 0-3 16,-3 3 2-16,4 2-2 15,1 0 0-15,-1-1 0 0,1 2 0 0,1 3-1 32,0-1 1-32,2-1-1 0,2 2 0 15,0-2-1-15,0 1 2 16,2 0-2-16,0-1 2 0,0-2-2 0,0 2 1 31,0-2 0-31,2 0 3 16,2 0 0-16,0-1 0 0,2 1-2 0,0 0 3 31,-2-1-1-31,3 0-1 0,-2 0 1 16,4-2 1-16,-4 2 0 15,1-2 3-15,1-1-2 16,1 2-3-16,-1-2 1 0,0 0-2 16,1-1 1-16,1 0 0 15,1 0-1-15,-1 0 2 16,1 0-1-16,0 0 0 0,-1 0 0 15,0-1 1 1,2-3-1-16,-4 1 0 0,1-1 0 16,-1 0 0-16,0-2-1 15,0 2 2-15,-5-2 6 16,2 0 5-16,-2-1 0 16,-1 2 1-16,0-1-6 15,-1 0-1-15,0-1-4 0,0 2 1 16,0-1 0-16,0 2-3 15,-2-2 1-15,-2 2-5 0,0 1 1 16,-3-2 4-16,0 1-4 16,-2 1-1-16,0-1 0 15,-2 1 0 1,0 1-16-16,-2 1 1 0,-1 0-8 0,3 1 8 16,-5 0-14-16,3 0-28 15,-3 0-76 1</inkml:trace>
  <inkml:trace contextRef="#ctx0" brushRef="#br0" timeOffset="7194.64">4542 2981 25 0,'0'0'41'0,"0"0"-7"0,0 0-11 0,0 0 3 0,0 0 1 15,0 0-1-15,0 0-6 16,0 0-6-16,0 0-5 0,0 0-1 16,0 0 0-1,0 0 0-15,0 0 3 0,0 0-5 16,11-15-3-16,0 13-2 15,1 0 2-15,1-1-2 0,3 0 0 16,-1 2 1-16,-1 0-2 16,-1-1 1-1,0 2-1-15,1 0 1 0,-6 0-2 16,1 0 2-16,-3 0-1 0,0 0 0 16,-6 3 0-1,0 3-1-15,0 0-4 16,-2 1 0-16,-8 1 1 0,0 3 3 15,1-2-2-15,-5 1 4 16,5-3 2-16,-2 4-1 0,0-4-2 16,4 0 3-1,0-1-2-15,3 0 0 0,2-1 0 16,0 0 0-16,2-1 1 16,0-1-2-16,0 1-4 0,0-1-1 15,8 0 10-15,-1 1-7 16,1-1 1-1,4 0 1-15,-3-2 1 0,0 1-1 0,0 2-1 16,-2-1 2 0,0-1-1-16,1 0 1 0,-2 2-1 15,0 1 0-15,-4 0 0 16,0 1 0 0,0 1 0-16,-2 2-5 15,0-1 2-15,0 0 3 16,-2 0-1-16,-2-1 0 0,-3-3-1 15,0 3 2-15,-2-4 0 0,-2 2 1 16,-2 0 0 0,-1-2 4-16,0 1-4 0,-1-1-1 0,1 0 4 15,1-2-3-15,3-1 1 16,2 1-1-16,-1-1 0 16,3 0 1-1,0 0 0-15,3 0 5 0,-2 0-3 0,3 0-3 31,-2-2 0-31,1 0 0 0,1-1-2 0,0 2-5 16,2 0-11 0,-2-3-24-16,2-1-79 15</inkml:trace>
  <inkml:trace contextRef="#ctx0" brushRef="#br0" timeOffset="7502.18">4870 3103 234 0,'0'0'27'0,"0"0"6"0,0 0-2 0,0 0-6 0,0 0 4 15,0 0-7-15,0 0 2 16,0 0-20-16,0 0-4 16,0 0-6-1,0 0-26-15,0 0-18 0,0 0-36 16,0-9-63-16</inkml:trace>
  <inkml:trace contextRef="#ctx0" brushRef="#br0" timeOffset="8155.96">5170 3019 154 0,'0'0'16'0,"0"0"10"0,0 0-13 16,0 0-5-16,0 0-3 15,0 0-1 1,0 0 5-16,0 0-6 0,0 0 1 0,-31-7-3 31,24 7 0-31,1 0-1 0,-4 4 0 16,2 2 0-16,3 2 1 0,-3-1-1 0,2 2-1 31,2 1 2-31,-1-2 2 16,3 3-2-16,0-3 0 0,2 2-1 0,0-3 1 31,0 0 0-31,0 0-1 0,2 2 6 15,1-1-3-15,3-1 1 16,-2-1-1-16,2 0-3 16,0-1 2-16,-1-2-2 15,1 0-1-15,0-2 2 16,2-1 7-16,-2 0 4 0,3 0-4 16,-2 0 6-16,4-1-4 15,-2-5-6-15,-2-1 2 16,2 0-4-16,-2-4 2 15,1-2 0-15,-4 0 3 0,3 0-4 16,-2-1-1-16,-3 1-1 16,-1 2 0-16,-1 1 0 15,0 2 2-15,0-1 2 16,0 2 5-16,-2 1-6 0,-6 1 0 16,1-1 2-16,-4 3 2 15,0-1-9-15,0 2-10 16,0 2-7-16,-3 0-11 15,3 0-12-15,-2 0-47 16</inkml:trace>
  <inkml:trace contextRef="#ctx0" brushRef="#br0" timeOffset="9223.04">5326 2775 38 0,'0'0'44'0,"0"0"-43"0,0 0 0 0,0 0 0 0,0 0 0 0,0 0 7 15,38-6 8 1,-28 6 4-16,-1-3 4 0,1 3-6 16,0-2 2-16,-1 1-6 0,1 0-8 31,-1-1-2-31,3 1 1 0,-4 1-3 16,-1 0 0-16,1-1 1 0,-2-1 1 0,0 2 0 15,-4 0-2-15,3 0-1 31,-3 0 0-31,0 0-1 16,0 0 0-16,2 0 0 0,0 0 0 16,-4 0 1-1,2 0-1-15,-2 3 3 0,2 0-2 16,-2 1 1-16,0 2 0 16,0 0 3-16,0 3-2 15,0 0 2-15,0 0-2 0,0-1-2 16,0 3 0-16,0 1 1 15,0 0-2-15,0 0 1 16,0 1 0-16,0 1-1 0,0-1 1 16,2 1 1-1,-2 0-1-15,2 2 1 16,-1-3 1-16,1 2-1 0,0 1-1 16,-2 1 0-16,2-1 0 0,-2 2 0 15,2-1 2-15,0 0-3 16,0-1 1-1,-1-1 0-15,4-2-1 16,-5 1 2-16,2-1-2 0,0-2 1 0,-2 0 0 16,0-2-1-16,0 1 0 15,2-1 2 1,-2-2-2-16,0 1 1 0,2 0 2 16,-1-2-2-16,0-1 1 0,2 2-1 15,-3-3 0-15,0 0-1 16,0-1 1-1,2 2-2-15,-2-1 2 0,0-3 0 16,2 2-2 0,-2 1 2-16,0-1 0 0,0-3-1 0,0 3 0 15,0-1-1 1,0 0-1-16,0 0 2 0,0 0-1 16,-4 1 4-1,-1-1-3-15,-1 1 5 0,-2 0-5 0,-4-1 4 31,1 2 1-31,-4-2-6 16,-1 2 4-16,-3 1-5 0,1-1 2 16,-2 0 4-16,0-1-4 0,-3-2-6 0,4 2-32 31,-2-3-35-31,1 0-52 16</inkml:trace>
  <inkml:trace contextRef="#ctx0" brushRef="#br0" timeOffset="12713.34">1281 4469 87 0,'-2'0'5'0,"0"0"5"0,2 0 0 0,0 0-1 16,-2 0-1-16,-1 0 2 16,3 0 9-16,0 0-1 0,-2 0 4 0,1 0-3 15,1 0 1-15,-2 0-7 16,2 0-4 0,0 0-3-16,0 0-2 0,0 0-2 15,0 0-2-15,0 0 0 0,0 0 1 31,0 0 1-31,0 0-2 0,0 0 1 16,0 0 0-16,0 0 1 16,0 0 2-16,0 0 0 0,0-1 3 0,0 1-2 31,0 0-1-31,0 0-2 16,0 0 1-16,0 0 0 15,0 0-2-15,-2 0-1 0,2 0-1 16,-2 0-1-16,2 0 2 15,-2 5 0-15,0 4-1 16,-1 1 1-16,1 1 0 16,2 3 0-16,0-1 0 0,0 0 0 15,-2 3 1-15,2-2-1 16,0-2 1-16,0 3-1 0,0-4-1 16,0 3 1-16,4-1 0 15,-1 1 0 1,1-4 0-16,-2 2 1 15,2-4-1-15,-1 2 0 0,0-4 0 0,1-2-2 16,-2-1-4 0,0-2 10-16,-1 1-2 15,3-2 2-15,-2 0 5 0,0 0-3 16,2 0 0-16,1 0-2 16,0-5-1-16,0 0-1 0,1-4-1 15,0 1 1-15,-1-1-1 16,-1 1-1-16,1-1 1 15,-3-1-1-15,1 2 1 16,-1 0 0 0,0 2-1-16,0 1 0 0,-2 1 1 15,0 1-1-15,0 2 1 0,0 1-1 16,2-2 0 0,-2 2-1-16,0 0-1 0,2 0-3 0,1 5 3 31,1 0 1-31,-2 5 1 0,3-3 0 0,2 3 0 15,-3-3 0 1,3 0 0-16,-1-2 1 16,-1-1-1-16,4-1 1 15,-5-1-1-15,3 0 1 16,-1-2-1-16,2 0 2 0,-2 0-1 16,1 0 0-16,-1 0 0 15,1-1 0-15,-2-4 0 16,-2 0 4-16,1 0 5 15,-2-2 2-15,0-3-1 16,0 2 6-16,-2-2-12 0,0 0-1 16,0-1-1-16,0-1-2 15,0 1 0-15,0-2 0 16,0 3-1-16,-4 0-2 16,2-1 4-16,-3 2-4 15,0 1 2-15,1-1-7 0,2 2 5 16,-3 2-2-16,1 0 8 15,2 1-2-15,0 1-1 16,0 2-5-16,1 1-1 0,1 0-18 16,0 0-19-16,0 1-26 15,0 5-9-15,0-2-63 16</inkml:trace>
  <inkml:trace contextRef="#ctx0" brushRef="#br0" timeOffset="13239.37">1650 4605 61 0,'0'0'88'0,"0"0"-79"0,0 0-6 0,0 1 6 0,0-1 23 32,0 1-3-32,0 0-22 15,0 1-5-15,0 1-2 16,0 2 0-16,0 1 1 16,0 2-1-16,0 2 1 0,0 0 0 15,0 2 0-15,0 1 2 16,0-1-2-16,0 2 3 15,0-1 0-15,0 1 5 16,0-2 0-16,0 1-3 0,0-1 0 16,0-2-1-16,0 2-2 15,-2-4 0-15,2 1-2 16,0-2 0-16,0-3 2 0,0 0-3 16,0-4-48-16,0-3-106 15</inkml:trace>
  <inkml:trace contextRef="#ctx0" brushRef="#br0" timeOffset="13895.18">2017 4502 152 0,'0'0'41'0,"0"0"-10"0,0 0-13 0,0 0 5 15,0 0 1-15,0 0-14 16,0 0-4-16,0 0-3 16,0 0-3-16,0 0 0 15,0 0 0-15,0 0 0 0,13 0 0 0,-7 0 0 16,1 0 0 0,0 0 1-16,0 0-2 0,1 1-4 15,-1 2-29-15,0-3-29 16,-5 1-59-1</inkml:trace>
  <inkml:trace contextRef="#ctx0" brushRef="#br0" timeOffset="14121.38">2043 4608 198 0,'0'0'1'0,"0"0"-1"0,0 0 20 32,0 0 11-32,0 0-3 0,0 0-11 0,0 0-11 15,43 3-4 1,-34-3-2-16,1 2 1 16,0-1-7-16,-1-1-53 15,1 0-138-15</inkml:trace>
  <inkml:trace contextRef="#ctx0" brushRef="#br0" timeOffset="17545.25">2701 4012 64 0,'-1'0'20'0,"-1"0"-13"0,0 0 5 15,0 0 1-15,0 0-1 16,-3 0-4-16,2 0-2 16,1 0 10-16,-2 0 1 0,-1 0 0 15,-3 0-10-15,2 0-6 16,0 0 0-1,-3 0 0-15,1 0-1 0,-2 0 0 16,1 1 1-16,-1 0-2 16,-2 1 0-16,1-2 1 15,-2 0 2-15,1 0-2 0,2 0 1 16,3 0 1-16,-1 0 0 16,2 0-1-16,1 0 0 15,3 0-1-15,-2 0 0 0,2 0 1 16,0 0 1-16,-2 0 1 15,4 0 4 1,-1 0 6-16,-2 0-8 0,3 1-4 16,0 1-1-16,0-2 0 0,-2 3-1 15,2-1 1 1,0 1 0-16,0 0 0 0,0-1 0 16,0 2 1-16,0-1-1 15,0 1 1 1,-2-1-1-16,2 1 0 15,0 2 0-15,0-1-1 0,0 0-2 16,0 2 4-16,0-2-2 0,0 4 0 16,0-2 1-16,0 2 2 0,0-1-1 31,2 4 1-31,0-1-1 0,1 0 0 0,-2 2-1 16,0 0 2-1,2 0-2-15,-1 1 0 0,-2-1 1 0,2 1-1 31,0 0 0-31,0 0 0 16,-2 1 0-16,1-1 0 0,1 0 1 0,-2 1-1 16,0-2 0-1,0 0 1-15,0 3 1 0,0-2-1 0,0-1 0 32,0-1-1-32,0 1 1 15,0 0-1-15,0 0 1 16,0 1 0-16,0 0 0 0,-1 0-1 15,-1 1 1-15,0 0-1 16,-2 0 2-16,2 1 1 16,-3-2-3-16,2 1 1 15,1-1-1-15,0 2 1 0,0 1 0 16,0-2 0 0,0 1 0-16,1 1 0 0,-1-2 0 15,0 1 0-15,2 0-1 16,-2-3 2-16,0 1-1 15,0 1 0-15,-1 0 1 0,1 0 1 16,-3 0-1-16,1-1 3 16,0 1-2-16,1-1-2 15,1 1 1-15,-2-2-2 0,1 1 1 16,1-2 1 0,2 1-1-16,-2-3 0 0,2 0-1 0,-2 0 2 15,0-1-2-15,2-1 2 16,0 1 1-1,0-1 0-15,0 1-2 16,0 1 0-16,0-2 0 0,0 1 0 0,-3-1-1 31,3 2 2-31,0 0-2 16,0 0 1-16,0 0-1 0,0 0 0 0,0 0 0 16,0-1 0-1,0-1 1-15,0 2-1 16,0-2 0-16,0 1 0 15,0-1 0-15,0 1 0 0,0-2 0 0,0 2 1 16,0-1-1-16,0 0 0 16,0 1 0-1,0-2 0-15,0 2 0 0,0-1 0 0,0 1 0 32,0-1 1-32,0 2-1 15,0-1 0-15,0 1 0 0,0-2 0 16,-2 2 0-16,1 3 1 15,1-4-1-15,0 2 0 16,-1-1 0-16,1 1 0 16,0-1 0-16,0 0 0 15,0 0 0-15,0 0 0 0,0 1 0 16,0-2 0-16,-1 2 0 16,1-1 0-16,-2 0 0 15,2 2 0-15,-2-3 0 16,2 2 1-16,0 0-1 0,0 0 0 15,0-2 0-15,0 0 0 16,0-1 0-16,0-1 0 16,0 0 0-16,0-2 0 15,0 1 0-15,2-2 1 16,-2 2 0-16,0-2-1 16,2 1 1-16,-2-2-1 0,0 3 0 0,1-3 1 15,1 2-1 1,-2-1 1-16,2 0 0 15,-2 2 2-15,3-3-2 16,-1 1 1-16,0 0-1 16,3-1-1-16,1 1 5 15,0 2 6-15,4-2-1 0,-1-1-5 16,-1 1-1-16,3-1 1 16,3-1 0-16,-1 1-1 15,3-2 0-15,0-1 1 16,6 0-4-16,-3 0 0 15,4 0-8-15,2-4-23 0,0-8-15 16,-1-6-148-16</inkml:trace>
  <inkml:trace contextRef="#ctx0" brushRef="#br0" timeOffset="18529.58">3024 4195 67 0,'-2'-1'58'0,"-2"-1"-49"0,1-1 14 31,-1 3-6-31,0-2 2 16,-1 1 1-16,-2 0-6 0,1 1 3 16,3 0 3-16,-1 0-5 15,-3 0-8-15,3 0-4 16,-5 0-4-16,2 6 1 15,0 1-2-15,-1 3 4 0,0 1-2 16,0 2 0-16,1 1 1 16,3 1-2-16,0 0 1 15,2-1 0-15,2-1-2 16,0-2 4-16,0-1-5 16,0 0 6-16,6-3-6 0,0-2 9 0,3 1-5 15,1-2 1-15,0 0 2 16,3-3 0-16,-1-1 3 15,1 0 0-15,-2 0-3 16,3 0-2 0,-3 0 0-16,-2-1-1 0,0-5 1 0,-2 0 1 15,1 2-2-15,-5-3 1 16,4 1 1-16,-5-1-2 16,0 0 0-1,0-1 1-15,-2-1 0 16,0 2 1-16,0-2-1 15,0 0-1-15,0 0 1 0,0-1 1 16,0 2-1-16,0-1 0 0,-2 2 0 0,-2 0 0 31,-2 1-3-31,0 1-3 0,-1 2 5 0,-1 1-1 16,1 1 0 0,-4 1-6-16,4 0-3 0,-4 0 0 15,2 0-7 1,2 4-12-16,1 0-8 15,2-1-42-15,3-3-97 16</inkml:trace>
  <inkml:trace contextRef="#ctx0" brushRef="#br0" timeOffset="18900.09">3274 4246 58 0,'0'0'171'0,"0"0"-148"0,0 0 13 16,0 0-8-16,0 0 0 16,0 0-1-16,0 0-5 0,0 0-5 15,0 0 3 1,0 0-14-16,0 0-4 16,0 0-1-16,-4-17-4 0,4 17-2 0,0 0-20 15,0 0-18-15,0 0-23 16,0 0-39-1</inkml:trace>
  <inkml:trace contextRef="#ctx0" brushRef="#br0" timeOffset="19361.64">3442 4162 160 0,'0'0'27'0,"0"0"17"15,0 0-11-15,0 0-5 0,0 0-7 16,0 0-4-16,0 0-12 16,0 0-4-16,0 0-2 15,0-7-3-15,0 14 3 16,0 2-2-16,0 2 6 0,0 5-3 15,1-1-3-15,-1 3 6 16,1 0-3-16,0-1 1 16,1-1 0-16,0-4 0 15,0 1 1-15,0-3-1 0,0 0 0 16,0 0 0 0,1-2-2-16,0-3-52 0,-1-5-139 15</inkml:trace>
  <inkml:trace contextRef="#ctx0" brushRef="#br0" timeOffset="20338.93">4674 4141 175 0,'0'0'15'0,"0"0"4"0,0 0-9 16,0 0-5-16,0 0 2 0,0 0 4 15,-38 0-3 1,29 0-5-16,4 0-1 0,-1 4-1 16,-1 3 1-16,-1-1 1 15,0 4 0-15,0-1-3 16,1 1 2-16,1 1-1 0,0 0 0 16,2-1 0-1,4 3-2-15,0-3 2 0,0 1-1 16,0-1 1-16,0 0 1 0,6-3 5 15,4-1-3-15,-3 1 1 16,3-4 2 0,0 1 4-16,-1-1-7 0,3-3-1 15,-2 0 0-15,1 0-2 16,0 0 0-16,0 0 0 0,0-3 0 16,-2-1 0-16,0-2 0 15,0 0 0-15,-2-1 0 16,-3-1 0-1,0-1 1-15,2-2 1 16,-4 1-1-16,-2 1-1 0,0-2 0 16,0 1 0-16,0-1-1 15,0 1 1-15,0 1 0 16,0-1-1-16,0 2 1 0,0 1 3 0,0 1 5 31,-7-1-1-31,4 3 1 0,-3-1-1 16,-3 2-5-16,0 1-5 0,0 0 2 15,-2 2-3 1,0 0 1-16,-1 0-4 16,0 4-10-16,0 2-7 15,3 2-13-15,0-2-21 0,5 0-61 0</inkml:trace>
  <inkml:trace contextRef="#ctx0" brushRef="#br0" timeOffset="20615">4951 4168 241 0,'0'0'24'0,"0"0"5"0,0 0-8 0,0 0-14 15,0 0-6-15,0 0-1 16,0 0-2-16,0 0-29 0,0 0-35 16,0 0-66-1</inkml:trace>
  <inkml:trace contextRef="#ctx0" brushRef="#br0" timeOffset="21356.29">5201 4124 112 0,'0'0'11'0,"0"0"1"15,0 0 15-15,0 0 7 16,0 0-12-16,0 0-6 16,-38-1-11-16,36-1-1 15,0-1 11-15,2-1 9 16,0 4-9-16,0-3-8 0,0-1 7 15,0 1-5-15,0 1-9 16,5-2-1-16,1 0 0 16,0 1 2-16,1 2-1 15,1-2 0-15,0 3 0 16,1 0 0-16,0 0 0 0,0 0-1 16,-2 0 1-16,3 0-1 15,-2 4 1-15,0 1-1 16,-3 1 0-16,1-1-2 15,-4 2 2-15,-2 0-1 0,0 2-2 16,0-1-4-16,0 2 6 16,-4-1-3-16,-4 2 5 15,1 0 0-15,-3-2-3 0,0 1 4 16,3-2-4 0,-1 0 5-16,0 0-2 15,1-1-2-15,3-1 4 0,0-2-2 0,-1 2 1 16,3-2-1-1,0 0 2-15,-1-1-1 16,3 0 0-16,0-1-1 16,0 0 0-16,0-2-2 15,0 1 0-15,0 1 5 0,5-2-3 16,-2 0 3-16,3 0-1 0,0 0 1 0,1 0-1 16,0 0 1-16,2 0 1 31,-1 0-1-31,3 0 0 15,1 0 0-15,-1 0 0 0,1 0 1 16,-1 0-2-16,0 0 0 0,1 0-1 0,-2 0-1 31,1 0 0-31,1 0 1 16,-3 2-5-16,-3-1-34 16,-2-1-134-16</inkml:trace>
  <inkml:trace contextRef="#ctx0" brushRef="#br0" timeOffset="22527.03">3005 4959 130 0,'0'0'10'0,"0"-4"34"0,0 3-12 0,0-1-10 16,0 2-6-16,0-3-2 16,0 0-1-16,0 2-2 15,-2-1 1-15,-1 1-3 0,0 1-1 16,-1 0-5-16,-3 0-4 16,1 0 4-16,-1 0-3 15,0 4 1-15,0 2-1 16,1 3 0-16,-1 0 3 0,1 3-3 15,1-1 0-15,2 2 1 16,-1 1-1-16,4-2 0 16,-2-1 0-16,2 0 1 15,0 1-2-15,0-1 2 0,2-4-1 16,2 0 0-16,2 0 1 16,0-1-1-1,1-2 1-15,1 1-1 0,-1-4-1 16,3 2 3-16,0-3 0 0,1 0-1 15,1 0 1 1,-1 0-1-16,0 0 0 0,-2-3-1 16,0-1 2-16,-1-2-2 15,0 2 1-15,-2-1-2 0,1-2 2 16,-3 1-1-16,-1 0 0 16,-1-3 0-16,0-1 2 15,-2 1-3 1,0-2 2-16,0 1-1 15,0-1 0-15,-5 0 1 0,-1-1-1 16,-1 5 1-16,-1 0 0 16,-2 1 0-16,1 1 0 0,-2 3-2 15,0 0 1 1,0 2 1-16,-3 0 0 16,5 0-1-16,-3 0 0 0,5 0-1 0,-3 6-1 15,4-3-13 1,2 3-11-16,3 1-21 0,1-4-47 15,0 1-34-15</inkml:trace>
  <inkml:trace contextRef="#ctx0" brushRef="#br0" timeOffset="22755.23">3263 4989 264 0,'0'0'6'0,"0"0"-4"0,0 0 1 16,0 0 2-16,0 0 6 0,0 0-11 16,0 0-2-16,0 0-29 15,0 0-52-15,0 0-92 16</inkml:trace>
  <inkml:trace contextRef="#ctx0" brushRef="#br0" timeOffset="23581.48">3416 4924 146 0,'0'0'5'0,"0"0"10"0,0 0-7 15,0 0 1-15,0 0 22 16,0 0 0-1,0 0-9-15,0 0-12 0,29-6-3 0,-17 2 3 16,3 1-2 0,2-3-2-16,-1 0-1 0,2 2 0 15,-2 0-2 1,-1-2 0-16,-4 5-1 0,-2-2-1 0,-3 3-1 16,0 0 0-16,-4 0 0 15,-2 3-1 1,0 4-2-16,0 2 1 15,-7 0 1-15,0 3 2 16,-2-1-1-16,-2-1 0 16,-2 2-1-16,2-2 4 0,-3 1-3 0,3-1 2 15,0-2-1 1,1-1-1-16,2 2 1 0,3-5-1 16,1 0 3-1,4-1-3-15,0-1 0 16,0-1 0-16,0-1-4 0,0 0 5 15,5 0 2-15,1 0-1 0,1 0-1 16,2 0-1 0,0 0 0-16,-3 0 1 0,1 0-1 0,2 0 1 31,-2 3-1-31,-1 0 0 0,1 2 0 16,-1 1 0-16,2 1 0 0,-2-1 0 0,1 1 0 31,-3 0 0-31,0 0 1 15,-2 1-2-15,2 1 1 0,-4-2 0 16,0 0 0-16,0 2 0 16,0-2-1-16,0 2 0 15,-8-2 1-15,2 1-1 16,-1-1 2-16,-4 0 0 16,0 0 1-16,-2 1-1 15,-1-3 2-15,-4 3 2 0,2-2-2 16,1 0 1-16,1-2 1 15,1-2 3-15,-1 1-5 16,6-2-1-16,1-1-1 0,3 0 0 16,0-1-10-16,3-10-38 15,1-4-175-15</inkml:trace>
  <inkml:trace contextRef="#ctx0" brushRef="#br0" timeOffset="24593.33">4766 4925 128 0,'-2'0'25'0,"-1"0"9"0,-3-3-11 0,0 2-14 16,-2 1-3-1,-1 0 0-15,-1 0-3 16,0 0-2-16,1 0 0 0,-3 7 2 0,2 0 1 16,1 3 0-16,0 0-3 15,0 1 1-15,4 2 0 16,-1 0 1-1,4-2 0-15,1 0 0 16,1 2-2-16,0-1-1 16,5-2 0-16,3 0 3 0,2-2-1 0,1 1 1 15,2-4 2-15,5-1 6 0,-3-2 4 32,2-1-5-32,3-1-3 15,-3 0-3-15,2 0-2 16,-2 0-1-16,1-1 0 0,-5-5 0 0,-1 1-1 15,-1-3 3 1,-5 0-3-16,-1 1 1 16,2-3 0-16,-5-1 1 15,-2 1 0-15,0-2 0 16,0 1-1-16,0 1-1 0,-4 0 0 16,-3-3 0-16,2 6-1 15,-3 0 2-15,3 0 2 16,-5 1 0-16,2 2-2 15,-3 1 1-15,-1 3-3 16,-1 0 0-16,0 0-1 0,-3 0 5 16,1 0-3-16,1 7-8 15,1 0-9-15,1 2-22 16,3-1-17-16,3 2-39 16</inkml:trace>
  <inkml:trace contextRef="#ctx0" brushRef="#br0" timeOffset="24870.36">5074 4968 299 0,'0'0'12'0,"0"0"-2"0,0 0 0 0,0 0-9 16,0 0-1-16,0 0-9 16,0 0-26-16,0 0-43 15,0 0-65-15</inkml:trace>
  <inkml:trace contextRef="#ctx0" brushRef="#br0" timeOffset="25432.41">5224 4887 219 0,'0'0'4'16,"0"0"-1"0,0 0 3-16,0 0 4 15,0 0 16-15,0 0-11 16,0 0-10-16,0 0-4 0,7 6-1 16,-4-1 0-1,2 2 1-15,1-1-1 0,0 1 0 16,-2 4 1-16,0-2 2 15,1 0 0-15,-3 0-2 16,0 1 3-16,-2 1-4 16,0-2 0-16,0 2 0 0,0-5-3 15,-6 3 3-15,-1-4 0 16,0 2 2-16,2-4 1 16,-1 0-2-16,2-1-2 15,2 0 3-15,2-2 1 0,-1 0 0 16,1 0-2-16,0 0-6 15,0 0 7-15,0-3-1 16,5-1-2-16,3 2 2 16,2-1 1-16,1 1 0 0,2-1 2 15,3-1 2 1,-1 3 0-16,1-2-1 0,2 0-3 16,-3 2-1-16,4-1 0 15,-4 2-1-15,1 0-1 16,-5 0 2-16,0-1-2 0,-2 1-1 15,-2 0-11 1,-3 0-14-16,-2-2-51 0,-2 1-108 16</inkml:trace>
  <inkml:trace contextRef="#ctx0" brushRef="#br0" timeOffset="25889.39">5413 4918 102 0,'0'0'2'0,"0"0"4"0,0 0 1 15,0 0-3 1,0 0-1-16,0 0 2 15,0 0 1-15,0 0-2 0,0 0 5 0,0 0 6 16,0 0 10-16,0 6-8 16,0-6-3-16,0 0-1 15,0 1-3 1,0-1-7-16,0 1 2 0,0 2-2 0,0 0 6 31,0 0-2-31,0 1-1 0,0 2-2 0,0 1 1 0,0-1 2 31,0 2-1-31,0-1 0 16,0 2 1-16,0-1 0 0,0 1-1 0,0 1 2 31,0-2-6-31,0 2 1 16,0-1-2-16,0-2 1 0,0 2-1 16,1-1-1-16,1-1 1 15,-2 0-16-15,0-3-47 16,0-4-142-16</inkml:trace>
  <inkml:trace contextRef="#ctx0" brushRef="#br0" timeOffset="28135.97">5521 3850 102 0,'-1'0'8'0,"-1"0"10"0,0 0-2 31,0 0-7-31,2 0 3 16,-2 0 5-16,2 0 2 15,0 0-8-15,0 0 0 0,0 0-2 16,0 0-4-16,0 0-3 16,2 0 1-16,5 0-1 15,4 0-3-15,0 0 1 16,0 0 0-16,3 0 1 15,-3 0-1-15,2 0-1 0,1 0 1 16,2 0 2-16,-3 0-2 16,1 0 2-16,-5 0-2 15,1 0 0-15,-1 0 0 16,-2 0 1-16,-2 0-1 16,-1 0 0-16,0 0 0 15,-2 1 0-15,-1 1-1 0,3 0 1 16,-2 0 0-16,0 2 0 15,3-1-2-15,-3 1 4 16,3 1-4-16,-3-1 2 0,0 0 0 16,-2 0 0-16,2-1 0 15,-1 3 0-15,-1-2-1 0,2 2 1 16,0-1-1-16,0 0 1 16,0 3 0-1,-2-1 0-15,2 1 0 0,0 0 0 16,-2-1 0-16,2 3 0 15,0-1 0-15,2 2 0 16,-2-1 0-16,0 1 0 16,0 0 0-16,0 2 0 15,0-1 0-15,1-1 0 0,-3 2 0 16,2 0 0 0,-2 0 0-16,0 1-1 0,0 1 1 0,0 2 3 15,0 0 0-15,0 0-1 16,-2 1-1-1,-1 0 0-15,0 0-1 0,2 1 0 0,-1-1 1 32,-2 2-1-32,0 0-1 0,0 0 1 15,0 1 1-15,0-1 0 0,-1-1-1 0,1-1 1 32,2 2 0-32,-3-2-1 15,4 2 1-15,0-1-1 16,1-2 2-16,0 1 0 15,0 1-2-15,0-1 1 0,0-1 1 16,0 3-2-16,0-2 0 16,0-2 0-16,0 1 0 15,0 0 0-15,0-3 0 16,0 1 1-16,-2-1-1 0,-1-3 0 16,-1 3 1-16,1-3 1 15,1 1-1-15,0 1 0 16,0 1 0-16,0-3 2 15,0 2-1-15,-1 0 2 16,1 0 2-16,2 1 1 16,-2 0-2-16,0-1-1 0,2 1-2 15,0 2 0-15,0-2-1 16,0-1 1-16,0 1 0 0,0 0-1 16,0 0 2-1,0-1-2-15,2 3 0 0,-2-2-1 16,2 0 1-16,-2 1-1 15,0 0 0-15,0-2 0 0,0 1 1 16,0 0-1 0,0 0 0-16,-2-2 0 15,0-1 1-15,2 2-1 0,-2-2 0 16,-1-1 0-16,3 3 1 16,-2-3-1-16,2 1 0 0,0 0 0 15,0 1 0-15,0-2 1 16,0 0 0-1,0 0-1-15,0-1 0 0,0 0 0 16,2 1 1-16,1-2-1 0,-1 2-1 16,2-2 1-1,1 2 0-15,-1-2 1 0,0-1-1 16,-2 0 0 0,3-2 0-16,-5 3 1 0,2-3-1 15,-2-1 0-15,0 3-1 0,0-1-2 16,-2-2 2-1,-5 0 1-15,1 2-1 0,-1-2 2 16,-2 2 1 0,0-3-2-16,-1 1 0 0,1 0 1 0,-5 1-1 15,-3-1 1 1,-2 1 1-16,-1 1 2 16,-2 0-4-16,-5-2-7 0,-2 1-42 15,0-3-78-15</inkml:trace>
  <inkml:trace contextRef="#ctx0" brushRef="#br0" timeOffset="30262.97">1504 6391 40 0,'0'0'2'0,"0"0"0"0,0 0-2 16,0 0 1-16,0 0 0 15,0 0 4-15,0 0 17 0,0 0 0 0,0 0-1 31,0 0-5-31,0 0 6 16,-42-17-5-16,35 15-4 16,1 2-7-16,1-1-4 0,3-2 1 0,-4 3 2 15,3-3 12 1,3 2 3-16,-2-1 1 16,0 1 4-16,-1-1-6 15,3 2-11-15,0 0-2 0,0 0-5 0,0 0-1 0,-2 0-4 31,2 2 3-31,0 4 1 0,0 2-1 0,0 3 2 32,0 1-2-32,0 1 0 0,0 1 1 0,0 0 0 31,2 0-1-31,3 3 1 0,-3-1 1 16,3 0 0-16,-1-1 0 15,0-1-1-15,1-1 3 16,-1 0-3-16,1-3 1 15,-1-2 0-15,3-2-1 0,-2 1-4 16,3-4 8-16,2-1-4 16,-2-1 1-16,1-1-1 15,3 0 1-15,-4 0 1 16,1-3-1-16,-2-3-1 0,0-1 2 16,-3-1-1-16,1-2 1 15,-5-2 1-15,2-1-1 16,-2 1-1-16,0-1 0 0,0-1 0 15,0 3-1 1,0 2 0-16,0 1 1 0,0 3-1 16,0 2 0-16,0 0 0 0,0 2 0 15,0 1 0-15,2 0-2 16,0 0-1-16,0 4 2 16,0 4 1-1,3 1 0-15,2 3 0 0,-2 2 0 0,3-2 0 31,-1 0 0-31,2-3 0 0,0 0 0 0,-2-1 1 16,3-4-2 0,0 0 2-16,1-4-1 0,-2 0 1 0,2 0-1 15,0 0-1-15,-2 0 1 16,3-7 2 0,-4-3 0-16,1-1 2 0,-2-2 1 15,-2-3-1 1,-3-2 1-16,0 0 1 0,-2 0-1 15,0-1 2 1,0 1 0-16,0 0-3 0,-6 1-3 16,0 4 0-16,0 0 0 15,2 4-3-15,-1 1 1 16,3 5 0-16,-2 2-2 16,1 1-16-16,1 0-14 15,0 10-18-15,2 1-15 16,0 2-39-16</inkml:trace>
  <inkml:trace contextRef="#ctx0" brushRef="#br0" timeOffset="31156.82">1857 6642 119 0,'-2'0'4'0,"0"0"8"0,2 0-2 0,-2 0 0 15,0 0 8-15,0 0 7 16,1 0-5-16,1 0 1 16,-2 0-3-16,2-3 4 0,0-1-9 0,0 0-4 15,0-2-8 1,2 2 0-16,5 0 1 0,0 1-1 16,2-1 1-1,-3 2-2-15,1 0 1 16,0 2-1-16,0 0 0 15,-3 0 0-15,3 0 0 16,-3 4-1-16,0 1 1 0,1 2 1 0,-2 3-1 0,-1-3 0 31,-2 4-1-31,0-1-1 0,0 0-1 0,0 1 3 32,-9-1-1-32,2 1 2 15,-2-3-1-15,1 0 1 16,-2 1-1-16,3-3 1 0,1-1-1 15,0-1 1-15,3-2 0 16,-2 1-1-16,3-3 0 16,0 0 1-16,-1 2 0 15,3-1-1-15,-1-1 1 0,1 0 1 16,0 0-1-16,0 0-1 16,0 0 2-16,0 0-1 15,0 1-1-15,0-1 1 0,0 2-1 16,0 1-1-16,0 1 1 15,0-1-3-15,0 1 3 0,0 0 2 16,-1 2-2 0,1-2 0-16,0-1 1 15,0 3-1-15,0-3 0 16,0 1 1-16,0-3-2 16,0 2 2-16,0-2-1 0,0 0 0 15,0 0 1-15,0-1-1 0,0 0 0 0,0 0 0 16,0 0-1-16,0 0 1 15,0 0 0-15,5 0 1 32,-1 0 4-32,4 0 3 0,0 0-2 15,1 0 1-15,-1 0-3 0,4 0-2 0,-1 0-1 16,-2 0 0-16,1 0-1 31,0 0 0-31,-1 0 0 16,0 0 0-16,0 4 0 0,-2 1-8 15,-1-1-29-15,0-3-74 16</inkml:trace>
  <inkml:trace contextRef="#ctx0" brushRef="#br0" timeOffset="36027.24">2292 6362 147 0,'0'0'0'0,"0"0"-1"0,0 2 2 15,0-1 0 1,2-1 0-16,0 0-1 16,0 0 3-16,2 1 0 15,1 0 0-15,1 0-2 0,1-1-1 0,0 0-18 31,0 0-54-31</inkml:trace>
  <inkml:trace contextRef="#ctx0" brushRef="#br0" timeOffset="36215.92">2313 6483 152 0,'0'0'23'0,"0"0"-26"16,0 0 6 0,0 0 13-16,0 0-4 0,0 0-7 0,0 0-12 0,50-10-64 31</inkml:trace>
  <inkml:trace contextRef="#ctx0" brushRef="#br0" timeOffset="38128.48">2903 5943 108 0,'0'0'2'0,"0"0"11"0,0 0-3 0,0 0 3 0,0 0 2 16,0 0 19-16,0 0-5 16,0 0-15-1,0 0-8-15,0 0-2 0,0-18-4 16,-4 18 2 0,-2 0-3-16,1 0 3 0,-3 0-3 0,0 0 2 15,1 0-1 1,-1 0-3-16,-1 1 6 15,2 1-4-15,-2-2 2 0,3 1 0 0,1-1-1 32,-1 2 1-32,0-1-1 15,0-1 0-15,-1 3 0 0,3-2 0 16,-3 1 1-16,2-1-2 0,1 1 2 0,-2-1-1 16,1 0 0-16,1 1 0 15,-3 1 0 1,0-2 0-16,0 3 0 0,3-2 0 15,-2 0-1 1,1 1 1-16,0 0 0 16,3 0 0-16,-3-1 0 15,1 0 0-15,0 1 1 16,-1-1-1-16,1 2 0 16,-4 0-3-16,4-1 4 15,2 0-1-15,-2 1 0 0,2 2 0 16,-1-2 0-16,3 2 0 15,-2 1 1-15,0-1-1 16,2 3 0-16,0-1 0 16,0 0 0-16,0 2-1 0,0-2 2 15,0 2-2-15,0 0 2 16,0-1-1-16,0 0 0 16,0 0 0-16,0 1 1 0,0 0-1 15,0 0 0-15,0 0 0 16,0-1-1-1,2 2 1-15,0-1 0 0,1 0 1 0,-1 0 0 16,-2 0-1-16,2 0 0 16,-2 1 1-1,2-1-1-15,-2 0 0 16,2 1 0-16,-2 1 0 0,2-2 0 0,-1 1 0 16,4-1 1-16,-5 0-1 15,2 0 0 1,-2-2 0-16,0 2 0 0,0-1 0 0,2 2 0 31,-2-1 0-31,2 0 1 0,-2 1-1 0,2 2 0 16,0-4 0-1,1 5 0-15,-3-3 1 16,0 2-1-16,0-2 2 0,0 1-2 0,0-1 0 31,0 2 1-31,0-2 1 16,0 1-2-16,0 0 1 0,0-3 0 0,0 2 1 15,0-1 2 1,0 2-1-16,0-2-1 16,0 2-1-16,0 0 0 15,0-1-1-15,0 0 0 0,0 2 1 0,0-3 0 16,0 2-1 0,0-1 1-16,0-1 1 15,0 0-1-15,0 0 2 16,0-2-1-16,0 2-1 15,0 0 0-15,0 1 1 16,0 1 1-16,0-3-3 0,0 2 2 16,0 0 0-16,0-1-1 15,0 3 1-15,0-3-1 16,-2 1 0-16,1 0 0 16,0-1 1-16,0 2 0 0,1-2-1 15,-2-2 2-15,2 1-2 16,0-1 0-16,0-1 1 15,-2-2 0-15,2 2 0 16,0-2 0-16,0 1 0 0,0 1 1 16,0-3-2-16,0 2 1 15,0 0-1-15,-2-2 1 16,2 3 0-16,0-2-1 16,0 1 1-16,0-1 1 0,0 2-1 15,0-1 0 1,0-1-2-16,0 1 2 0,0-2 0 15,0 2 0 1,0-2 0-16,0 0-1 0,0 1 1 0,0-2-1 16,0 2 0-1,0 0-1-15,0 0 2 16,0-2-2-16,0 1 1 0,0-1 0 0,0 1 0 16,0-1 1-16,0 0 0 15,0 0 0-15,0 0 0 16,0 0-2-1,0 1 2-15,0-2-2 0,0 2-1 0,0 0 6 32,0 1-4-32,0-2 0 15,2 3 1-15,0-2-1 0,0 1 1 0,-1-1 0 0,0-1-7 32,2-2 0-32,-1 2 5 15,0-2 1-15,0 2 0 16,0-2 5-16,3 1 0 15,0-2-3-15,0 0 2 0,3 0 3 16,1 0-2-16,2 0-4 16,-2 0 0-16,2 0 0 15,1 0 0-15,1-2-1 16,-2-2-1-16,3 0 1 16,1 1-2-16,1-1-10 0,-3-2-56 15,-1-4-56-15</inkml:trace>
  <inkml:trace contextRef="#ctx0" brushRef="#br0" timeOffset="39876.54">3196 6057 84 0,'1'-3'26'0,"1"-1"-11"0,0-1-4 0,0 1-3 16,0 1 2-16,-2-2 9 16,0 0 0-16,0 1 2 0,0 0-2 15,0 4-2 1,0-3-11-16,0 3 1 0,0 0-7 16,-4 0 0-16,-1 0-3 15,-1 0-1-15,-1 6 7 16,0 4-2-16,-1 0-1 15,3 1 2-15,-2 2-1 16,2 1 1-16,3 0-2 0,0-1 0 0,2 0 1 16,0-2 1-16,0-1-1 15,2-3 0-15,5-1-2 16,2 1 7-16,0-3-2 16,3 0-3-1,-1-2 2-15,1 1-2 0,0-3 2 0,1 0-3 16,1 0 2-1,-3 0-1-15,0 0 0 0,-3 0 0 16,0-5 0 0,-1 1 0-16,-1-3 1 15,-2 0 0-15,-2 0 0 0,-1 0 1 0,2-3 1 16,-3-1 0 0,0 1 1-16,0 0-2 0,0-1-1 15,0 0-1-15,0 1 0 0,-3-1 1 31,2 4-1-31,-3-2 1 0,2 2 1 0,-2 2-3 16,-1-1 3 0,1 0-2-16,-3 3-1 0,2 2-2 0,-4 0 1 31,3 1 0-31,-2 0-6 16,0 0-14-16,2 5-13 15,1 1-15-15,1 0-42 0</inkml:trace>
  <inkml:trace contextRef="#ctx0" brushRef="#br0" timeOffset="40100.01">3465 6081 46 0,'0'0'156'0,"0"0"-153"0,0 0 0 16,0 0-2-16,0 0 0 15,0 0-6-15,0 0-16 0,0 0-40 16,0 0-45-16</inkml:trace>
  <inkml:trace contextRef="#ctx0" brushRef="#br0" timeOffset="40739.04">3684 5991 179 0,'0'0'6'0,"0"0"27"16,0 0-11 0,0 0-4-16,0 0 0 0,0 0-9 0,0 0-3 15,0 0-8-15,0-16-5 16,-2 16 4-16,-3 7 2 16,2 0 0-16,1 3 2 15,-2-2 0-15,1 2-1 16,2 0 0-1,0 1 1-15,1-3 0 16,0-1 1-16,0 0-1 0,0-2 0 16,0 0-2-16,3-1 2 15,3-1-3-15,-1-2 3 16,4 2 1-16,-4-3 0 16,3 0-1-16,2 0-1 15,-2 0 0-15,-1 0 1 16,1 0 2-16,0 0-1 0,-2 0 0 15,3 0-1-15,-3 0 2 0,4 0-1 0,-1 3-1 32,-3-2-1-32,1 2 0 15,-1 0 0-15,0 1 0 0,-2 0 0 16,-2 2 1-16,0 0 0 16,-2 1-2-16,0 3-2 15,0-2 3-15,0 1-1 16,-6 1 4-16,0-2-2 0,-2 1 1 15,1-2-1 1,-1 0 1-16,-2-1-2 0,1-2 6 16,3-1-5-16,-1 0 2 15,1-2 1-15,1-1-2 0,2 0 2 16,3 0-4-16,-2 0-23 16,2-4-35-16,0-6-75 15</inkml:trace>
  <inkml:trace contextRef="#ctx0" brushRef="#br0" timeOffset="41026.68">3678 5960 126 0,'0'0'8'0,"0"0"8"0,0 0 11 16,0 0-2-16,0 0-11 15,44-14-2 1,-33 13 1-16,2-1-1 0,0 0-3 16,2 0-5-16,2 2-3 0,1 0 0 15,-1 0-1 1,1 0 1-16,1 0-17 15,-4 0-72-15</inkml:trace>
  <inkml:trace contextRef="#ctx0" brushRef="#br0" timeOffset="41947.99">3251 6756 123 0,'0'0'4'0,"0"0"18"0,0 0 4 16,0 0 5-16,0 0-6 15,0 0-1 1,0 0-14-16,0 0-10 0,0 0-3 16,-41-12 3-16,34 19 2 0,-2 1-2 15,1 0 2 1,-2 3-1-16,2 1-1 16,3 0 1-16,1 0-1 15,0 1 2-15,3-2 3 0,1-2-4 0,0 0 1 16,0-3-1-1,5 0 0-15,1-2 2 16,1 0 2-16,3-1-3 16,2-1 0-16,-1-2 0 15,-1 0 1-15,0 0-3 0,-1 0 1 16,0 0 2-16,-1-6-1 0,0 2-1 0,-3-3 2 31,3 1 0-31,-2-1-2 16,0-2 1-16,-2 2 0 15,0-3-1-15,-1 0 0 0,-1 1 3 16,0-1-1-16,-2-2-1 16,0 4 2-16,0-1-3 15,0-1-1-15,0 0 1 16,0 3-1-16,-5-2 1 16,1 1-2-16,-2 2 2 0,-1 2-1 15,-2 0-2-15,-2 1 1 16,2 3-4-16,-2 0 6 15,2 0-12-15,0 0-13 0,-1 7-9 16,4 0-16 0,-1 0-27-16,5-3-47 0</inkml:trace>
  <inkml:trace contextRef="#ctx0" brushRef="#br0" timeOffset="42229.68">3540 6722 284 0,'0'0'20'0,"0"0"3"0,0 0-10 0,0 0-8 16,0 0-4-1,0 0-1-15,0 0-7 0,0 0-42 16,0 0-4 0,0 0-51-16</inkml:trace>
  <inkml:trace contextRef="#ctx0" brushRef="#br0" timeOffset="43003.84">3766 6653 104 0,'0'0'11'0,"0"0"0"0,0 0-2 16,0 0 8 0,0 0-4-16,0 0-3 0,0 0-5 15,0 0-1 1,0 0-3-16,-7 6 1 0,3 0 1 16,0 1 0-16,0 0 2 0,1 3-3 15,-1 1 0-15,-3 1 2 16,4-1 1-1,-1 2 1-15,0 0 1 0,1-1 5 16,1 0-3-16,2 3 0 16,0-3-1-16,0-1 0 0,0 2-2 15,0 1-2 1,0-3 1-16,0-1 2 0,0-1-5 16,3-2 2-16,3 2 1 0,-2-4 1 15,3 1-2 1,0-3-1-16,0 0 2 0,1-1-2 15,1-1 0 1,1-1 0-16,-2 0-1 0,3 0 1 16,-1 0 2-1,1 0-3-15,-3-3 2 0,2-2-3 16,-3-2 2-16,-1 3-1 0,0-5 0 16,-1 1 0-1,-2 2 1-15,-3-2 1 0,0-1-2 0,0-1 1 31,0 3-2-31,0 0-1 16,-3 0-4-16,-2 4 4 0,-1 2-5 0,-1-1 1 16,-1 2 5-1,-2 0-2-15,-1 3-2 0,3 6 0 0,-4-1-1 32,1 5 4-32,3-2-12 15,5-2-56-15,-2-8-37 0</inkml:trace>
  <inkml:trace contextRef="#ctx0" brushRef="#br0" timeOffset="44697.83">4061 5817 69 0,'0'0'20'0,"0"0"3"0,0 0-11 0,0 0-7 16,0 0-4-16,0 0 3 16,0 0 3-16,0 0 6 0,0 0 0 15,0 0 2-15,0 0-5 16,0 0 3-1,0 0-2-15,0 0-3 0,21-4-4 16,-15 2-1 0,-1 2 0-16,3 0-6 0,4 0 4 15,-1-1 1 1,0 1-1-16,3-2 1 0,-5 1-1 0,6 1 0 16,-6 0-1-16,2 0 0 0,-3-1 1 31,0-1-1-31,-3 2 0 15,1 0 1-15,-2 0 0 16,-2 0-1-16,0 0 1 0,2 0-2 16,-2 0-1-16,2 0 0 0,-2 0 1 0,0 0 1 31,1 2-2-31,-1 0 2 16,-2 1-1-16,2 3 2 15,-2-2 1-15,2 2 0 0,-2-1 0 16,2 4 0-16,-2-3 0 15,1 2 0-15,-1 1-1 16,2-1-1-16,0 2 1 16,0 0-1-16,3 0 0 15,-5 3 1-15,2-2 1 0,0 2-1 16,-2 3 1-16,1-1-1 16,0 1 0-16,0 1 0 15,1 0 2-15,-2 2-3 16,2-1 1-16,-2-1-1 0,2 0 2 15,-2 0-2-15,0 0 0 16,0 0 0-16,0-1 1 16,2 1 0-16,-2 0 0 0,0 1 1 15,2-1-1-15,-1 2 1 16,3-1 0 0,-2-1-1-16,3-1 1 0,-3 4-1 15,0-3 0-15,1-1 0 0,-1 2 0 16,0 0-1-16,-2 2 2 15,0-1 1-15,0-1 1 16,0 1 0 0,0-1 0-16,0-1 1 0,0 2-1 0,0-2-1 15,-2 0 0 1,-2 0 3-16,1-2-4 16,1 1 3-16,-1-2 0 0,1 1-1 0,0-1 0 31,2 1 1-31,-2-3-2 15,1 3 0-15,1 1 0 0,0-2 0 0,-1 0 1 16,1-1-1-16,0 1 0 16,0-1 0-1,0 0 0-15,0 0 0 16,0-2-1-16,0-1 3 0,1 3-3 16,2-2-1-16,-3 0 1 15,2-1 1-15,0-1-1 16,1 2-1-16,-1-1-1 15,-1-3 3-15,3 0-3 0,-4 0 2 16,4-1-1-16,-4 0 0 16,2 1 0-16,0 0 0 15,-2 0-1-15,0 0 1 16,0 0 0-16,0-1-2 0,0 1 2 16,1 0 2-1,-1-1-2-15,0-3 0 0,0 1 0 16,0 2 0-16,0-3-6 0,0 1 2 15,0 0 0-15,0 0 4 16,-1-1 1 0,-1 0 4-16,0 0-6 0,2-2 3 15,-2 2-3 1,2-1-1-16,-2-1-1 0,-3 0 4 0,-2-1-1 16,0 1 3-1,-3 0-2-15,-2 0 0 0,-1-1 1 16,2 0-3-1,-3 0 1-15,1 2-5 0,-3-1-9 0,3-1-24 16,-1 0-25-16,-1 0-24 16,4-1-95-1</inkml:trace>
  <inkml:trace contextRef="#ctx0" brushRef="#br0" timeOffset="45724.18">5456 6247 104 0,'-9'0'2'0,"1"2"-1"0,-2-1 0 16,1 2-1-16,-2 1 1 15,0 0 4-15,2 2 18 0,-4 0 0 16,1 1-5-16,1 1-4 16,1-2-4-16,0 4-3 15,3 1-2-15,3-1-1 16,0 0 0-16,3 2-3 0,1 0 1 16,0-3 1-16,1 2 1 15,7-2 1-15,1-1 2 16,1-2-1-16,1 1 0 15,2-3 0-15,3-2-3 0,-1-2 0 16,3 0 0-16,-2 0-2 16,-1-2 3-16,1-5 1 15,-5 0-1-15,0-3 2 16,-1 0 0-16,-2-1-1 16,-3-3-3-16,-1-2 1 0,-2 2-1 15,0-2-1-15,-2 2-1 16,0 1 1-16,0 0-2 15,-4 2 0-15,-3 3 0 16,-1 1-1-16,-4 1 6 16,1 3-5-16,-3 0-1 0,-1 3-12 15,2 0-15-15,-1 0-18 16,3 0-17-16,2 0-73 16</inkml:trace>
  <inkml:trace contextRef="#ctx0" brushRef="#br0" timeOffset="46721.25">5680 6249 9 0,'0'0'151'0,"0"0"-122"0,0 0-8 16,0 0-17-16,0 0 0 0,0 0-4 0,0 0 0 16,0 0 6-1,0 0-3-15,0 0-1 16,-10 45 0-16,10-35 1 15,-2 3-1-15,2-2 1 0,0-1 1 0,0 0-2 16,5-1 1-16,4-1-1 16,0-2 1-16,0-2-2 15,4-1 2-15,0-2 1 0,2-1-1 32,-2 0-1-32,1 0 0 15,0 0 0-15,-1-5 3 16,-1-1-2-16,-1-1-1 0,-5-2 0 15,1 0 0-15,-2 1-1 16,-2 0 0-16,-3-1 2 16,0 2-1-16,0 0-2 15,0 3-3-15,0 1 1 0,-3 1 1 16,1 2-1-16,-3 0 2 16,1 0-2-16,2 2 1 15,1 5 1-15,1 2 0 16,0 1-1-16,0-1 1 0,0 3-1 15,3-2-1-15,6 1 4 16,0-4-3-16,0 0 3 16,5-1 0-16,0-3 3 15,3-2-2-15,0-1 0 16,-1 0-1-16,-1 0-1 16,1-4 1-16,-3-3 0 0,-2-3 1 15,-1-2 1-15,-4-2 5 16,1-3-2-16,-3-1 1 0,-2-3-5 15,-2-1-3 1,0-1-2-16,0 0-2 0,0 1 0 16,-2-2 0-16,-2 4-4 0,2 1-13 15,-1 1 23 1,2 5 7-16,0 2-1 16,1 1-5-16,0 4 0 15,0 2-2-15,-2 1 0 16,2 0-1-16,0 3-2 0,0 0-7 15,0 0-3-15,-2 6 8 0,2 4-1 16,-2 1 5-16,0 4 4 16,2 0-1-16,-2 1-1 0,1-2 3 15,1 2 0 1,0-1 1 0,0 0 0-16,0-1-1 0,0 0 1 15,3-1 1-15,3-2-1 16,-2 0-1-16,3-1 2 15,-1-1 0-15,2-1-2 16,1-3-1-16,1-1 0 16,2-1 1-16,1-3-5 0,1 0-14 15,-1 0-31-15,-2 0-9 16,1-2-8-16,-4-3-56 16</inkml:trace>
  <inkml:trace contextRef="#ctx0" brushRef="#br0" timeOffset="46928.31">5932 6210 237 0,'0'0'12'0,"0"0"18"0,0 0-17 0,0 0-11 15,47 0 1-15,-20-3-2 16,2 2-1-16,4 1 1 15,-2-1-6 1,1-1-46-16,-1 2-41 0</inkml:trace>
  <inkml:trace contextRef="#ctx0" brushRef="#br0" timeOffset="47225.53">6227 6200 183 0,'0'0'21'0,"0"0"-1"15,0 0-13-15,0 0 0 16,0 0-3-16,0 0-5 0,0 0 3 16,0 0 0-1,22 43 4-15,-17-26-1 16,-1 4 1-16,-2 2-1 15,3 1-1-15,-2-2 0 0,-1 3-4 0,2-4 1 16,-2 1 1-16,-2-4-2 0,1 2 0 31,1-6-8-31,-2-1-28 0,1-6-13 0,0-3-70 32</inkml:trace>
  <inkml:trace contextRef="#ctx0" brushRef="#br0" timeOffset="47588.23">6326 6158 121 0,'0'0'3'15,"0"0"7"-15,47-3 7 16,-34 3-2-16,2 0-6 16,-4 4-4-16,-1 2-1 0,-4 1 0 15,-1 3-1-15,-3-2 4 16,-2 4 6-16,0-1 4 16,0-1-4-16,-7 3-7 15,1-2-1-15,-4-1 0 16,0 1 2-16,1-2-1 15,-3-2-6-15,1-1 7 16,-2-2-4-16,1-1 5 16,0-2-3-16,2 1-1 0,3-2-6 0,3 0-23 15,4 0-37-15,0-3-94 16</inkml:trace>
  <inkml:trace contextRef="#ctx0" brushRef="#br0" timeOffset="48471.43">6504 6216 126 0,'0'0'42'0,"0"0"-18"0,0 0-8 31,0 0 4-31,0 0 6 15,0 0-6-15,0 0-20 16,0 0-6-16,0 0 4 16,0 7 1-16,0 2 4 0,0-1-2 15,0 2 2-15,4-1-1 16,1-1-1-16,2-2 0 16,-2 2 0-16,1-5 1 15,1 1 1-15,2-1 0 0,-2-3 1 16,1 0-1-16,2 0 0 15,-2 0 0-15,1 0 1 16,0-2-3-16,0-4 1 16,0-3 0-16,-4 2-1 0,3-3-1 15,-3 3 1-15,-2-1 1 16,-1 2-2-16,0 2 0 16,-2-1 1-16,0 4 5 15,0 0-2-15,0 1-5 16,0 0-1-16,0 0-1 0,0 2 4 15,0 4-1-15,2 0-2 16,2 1 2-16,3 0 0 16,-1 0 0-16,2 0 2 0,0-3 0 15,1 1-1 1,0-2 0-16,0-1 0 0,0-2 0 16,-2 0 1-16,2 0-1 15,0 0 0-15,-3-4 3 0,3-2-2 16,-2-5 3-16,-2 1 1 15,1-2 0 1,-2-3-3-16,1 1 0 0,-1-3-2 16,-2-2-1-1,1-1-1-15,0 1 0 0,-1-4-1 0,-2 4-1 16,0 0-2 0,0 3 4-16,0 2-2 0,0 4 3 15,-2 1-1 1,-3 5 0-16,4 0 2 0,-1 2-4 0,0 2 1 15,0 0 1 1,2 0-1-16,-2 7 0 0,0 5 2 16,1 2 0-16,0 0 0 0,1 6 1 31,0-1 0-31,0 3 0 0,0-2 0 16,0-1 0-16,0-1-1 0,0 1 1 15,6-4 0 1,-2 1 1-16,2-4-1 15,0 0 0-15,-2-2 2 16,-1-2-1-16,3-2-1 16,-4-2 0-16,1-1-9 0,1-3-14 15,-1 0-16-15,-1 0-11 0,2 0-21 0</inkml:trace>
  <inkml:trace contextRef="#ctx0" brushRef="#br0" timeOffset="48663.39">6728 6152 127 0,'0'0'116'0,"0"0"-97"0,0 0-20 0,0 0 9 15,0 0-2-15,0 0-4 16,40 0-2-16,-23 0-18 0,4 0-19 15,1-3-70-15</inkml:trace>
  <inkml:trace contextRef="#ctx0" brushRef="#br0" timeOffset="49111.42">7175 6152 127 0,'0'0'41'0,"0"0"-7"0,0 0-17 31,0 0-1-31,0 0-4 0,0 0-7 16,0 0-2-16,0 0-2 15,0 0 2-15,16 0 2 0,-8 0 0 0,1 0 2 32,3 0-5-32,-1 0-1 15,-1 0-1-15,2 0 1 0,-3 0-1 0,-3 0-24 16,1 3-31-16,-3-2-57 0</inkml:trace>
  <inkml:trace contextRef="#ctx0" brushRef="#br0" timeOffset="49298.25">7193 6242 208 0,'0'0'29'0,"0"0"-19"0,0 0 0 15,0 0 3-15,44-6-8 16,-28 4-4-16,1-2-1 15,2 1-6-15,0-1-48 16,-1 1-91-16</inkml:trace>
  <inkml:trace contextRef="#ctx0" brushRef="#br0" timeOffset="49894.47">7581 6149 186 0,'0'0'10'0,"0"0"-7"15,0 0 1 1,0 0 9-16,0 0 6 0,0 0-13 0,0 0 3 16,0 0 5-16,10-4 1 15,-6 1-5 1,-1-1-5-16,3-2-2 16,0 1 1-16,1-1-3 15,0-1 0-15,-3-2 0 0,3 1 2 16,-3-1 2-1,-3-1 4-15,3 2-4 0,-2-2-1 16,0 0-3-16,-2 4-2 16,0 0 1-16,0-1-3 15,0 3 3-15,0 0-1 16,0 2 1-16,0 1 0 0,0 1 1 16,0 0-3-16,0 0-6 15,0 0-1-15,0 8 6 16,0 2 2-16,0 2 3 15,3 3-1-15,-3 1 0 0,2 1 1 16,-2 0-2-16,1 2 2 16,1-4-1-16,-2 4 1 15,2-4-1-15,-2 1 0 16,0-2 1-16,0 0-1 0,2-2-5 16,-2-1-9-16,2-1-5 15,0 1-2-15,-2-4-14 16,0 1 1-16,0-3-45 15</inkml:trace>
  <inkml:trace contextRef="#ctx0" brushRef="#br0" timeOffset="50358.17">7600 6320 92 0,'0'0'24'0,"0"0"0"0,0 0-7 0,0 0-2 15,0 0 5 1,0 0-7-16,0 0-1 0,0 0-4 0,0 0-2 16,0 0-5-1,0 0 1-15,0 0-1 0,0 0-1 16,0 0 1-1,0 0 1-15,0 0 0 16,0 0-1-16,0 0-1 16,0 0-1-16,4 0 2 0,0 0-2 0,0 0 4 15,4 0-2-15,0 0 0 16,1 0 1 0,0 0-1-16,3 0 0 15,-2 0 1-15,1 0 1 16,-1 0 1-16,-2 0 4 15,1 0 3-15,-5 0-2 0,4 0 0 16,-5 0-3-16,1 0-4 16,0 0-1-16,0 0-1 15,-2 0 0-15,0 1-1 16,1 1-11-16,2-1-38 0,-3-1-57 0</inkml:trace>
  <inkml:trace contextRef="#ctx0" brushRef="#br0" timeOffset="59377.25">1200 9193 39 0,'1'1'10'0,"0"-1"12"0,2 1-1 15,-3-1-2-15,0 0 2 0,0 0 18 16,0 0-18-16,2 0-15 0,-2 0-5 16,2-2 1-16,0-2 5 15,-2 1 6 1,0-1 4-16,0 1-7 16,0-1-2-16,0 1 2 0,0 0-4 15,0 1-2-15,-2 0-3 0,0 2 1 0,0-1-2 31,-2 1 0-31,1 0 1 16,1 0-1-16,-2 0-1 16,2 6 3-16,-1-1-1 0,3 1-1 15,0 0 1-15,0 0 0 16,0 0 0-16,0-1-1 16,3-2 1-16,3 1-1 15,-1-1 0-15,3-3 2 0,-2 0-1 16,2 0 2-16,-2 0-1 15,1 0 1-15,-1-3 1 16,0-1 0-16,-4-2 1 16,0 1 1-16,0-1 0 15,-2 0 2-15,0 1-5 16,0 0 0-16,0 0-2 0,-2 0 0 16,-2 1-1-16,-2 4 1 0,2-2 0 15,-2 2 0-15,1 0-2 16,-1 0 1-1,2 2 1-15,1 5-1 16,-2 1 1-16,3-2-1 0,2 1 0 16,0 0-1-16,0-2-1 0,7 1 3 15,-2-2-1 1,3-1-1-16,1-2 2 16,-3-1 0-16,4 0 0 15,-3 0 1-15,1 0-2 16,0 0 0-16,-2-4 1 0,-2-3 0 15,1 0 0-15,-3 0-1 16,-2 0 1-16,0-1 0 16,0 1 0-16,0 0 0 15,-4 2-3-15,-1 0 2 0,-1 2-2 16,-2 2 1-16,4 1-1 16,-4 0-1-16,3 0 3 15,-1 4 1-15,0 2-1 16,4 1 0-16,-2 0 0 15,4-1 0-15,-2 1-1 0,2-1 0 16,0-1-1-16,0-2 1 16,6 0 0-16,-2-3 0 15,4 0 0-15,-2 0 3 0,1 0-2 16,0 0 1 0,0-4 0-16,-1-2-1 0,-5-1 1 15,3 1 0-15,-4-1 0 16,0 1 0-16,0-1 1 0,0 2 0 15,-2 0-1-15,-3 1-2 16,-1 4 1-16,-2-1-4 16,2 1 3-16,-1 0 0 15,1 1 2-15,0 6-1 16,0 0-3-16,4 2-13 16,0-1-16-16,2-1-18 0,0-1-45 15</inkml:trace>
  <inkml:trace contextRef="#ctx0" brushRef="#br0" timeOffset="61134.94">1357 10271 129 0,'0'0'73'0,"0"0"-41"0,0 0-13 0,0 0-1 0,0 0 1 15,0 0-6-15,-2 0-5 16,-3 0 0-16,1 0-4 0,0 0-1 16,-1 0-3-16,-2 0-1 15,2 1 2-15,-1 5-1 16,2-2 1-16,-1 4-2 0,3 1 1 15,0-2 1-15,2 1-2 16,0-1 1 0,0-2-1-16,0 0-1 0,5-1 2 15,3-1-1-15,-2-2-1 16,3 0 1-16,-1-1-2 16,0 0-4-16,-1 0 3 15,-1 0 0-15,0 0 4 16,0-4-2-16,-4-1 5 15,0-1-1-15,-2-1 3 0,0 0 1 0,0-2-3 0,0 3-3 32,-2 0 1-32,-2 2-3 15,-4 2 3-15,0 0 0 0,1 2 0 0,-1 0 0 16,-2 0-5-16,3 4 7 0,1 4-3 16,0 0 0-16,1 2 1 31,3 0-1-31,2-1 0 15,0-1-5-15,0-1-4 16,2 0 6-16,5-3 0 16,-1 1 0-16,1-4 2 0,4-1-2 15,-2 0 2-15,0 0 2 16,-1-1-1-16,0-6 1 16,-1 1-1-16,-1-1 0 15,-2 0 2-15,-1-2-4 0,-3 2 2 16,0 0 2-16,0 0-2 15,0 1 0-15,-3 1 0 16,-6 3 1-16,3 0-1 0,-4 2-1 16,0 0-1-16,3 2 0 15,-2 5 4-15,4 0-5 16,1-1 6-16,4 1-1 16,0 0-2-16,0-2-11 15,2-5-47-15,8 0-149 0</inkml:trace>
  <inkml:trace contextRef="#ctx0" brushRef="#br0" timeOffset="62060.48">436 9180 168 0,'-2'0'23'0,"2"0"12"0,0 0-13 0,0-1-5 15,0-3-3-15,2-1-7 0,2 1-2 16,4 0-2 0,-2-1 0-16,1 1-1 0,3 1 0 15,-2 2-2-15,1-2 1 16,-3 3-1-16,3 0 1 0,0 0-1 15,0 0 0-15,-2 0 0 16,2 7 0-16,-2 0-1 16,1-1 3-1,-3 3-2-15,1-1 0 0,-1-1 1 0,-2 3-1 16,-3-3-1-16,0 4 1 16,0-4-2-1,-2 2 4-15,-4-3-4 16,-3 2 3-16,3-1-1 0,-1-4 3 15,0 3-2-15,0-3 0 0,1-2-16 16,-2-1-39 0,3 0-76-16</inkml:trace>
  <inkml:trace contextRef="#ctx0" brushRef="#br0" timeOffset="62481.38">611 9092 117 0,'0'0'12'0,"0"0"17"0,0 0-15 15,0 0 0-15,0 0-1 16,0 0-3-16,0 0-4 16,0 0 0-16,0 0-4 0,0 0 1 15,-5 9 2 1,3 0 1-16,0-2 1 16,2 4 3-16,-2 0 1 0,2-1 1 0,0 1-3 15,0-1 0-15,0-1-2 16,2-1-3-1,2-3 3-15,1 0-1 0,3-2-2 0,-1 0 3 16,2-1-4 0,0 0 1-16,0-2-3 0,5 0 0 15,-4 0-2 1,4 0-30-16,-3 0-68 16</inkml:trace>
  <inkml:trace contextRef="#ctx0" brushRef="#br0" timeOffset="62657.65">798 9150 108 0,'0'0'208'16,"0"0"-193"-16,0 0-16 0,0 0 4 15,0 0-1-15,21 43 0 16,-13-25-2-16,1 5 1 15,1 0-23-15,-2 1-117 16</inkml:trace>
  <inkml:trace contextRef="#ctx0" brushRef="#br0" timeOffset="63462.21">602 10423 127 0,'0'0'34'0,"0"0"15"0,0 0-23 0,0 0-7 0,0 0 1 15,0 0-6-15,0 0-8 16,0 0 12-16,0 0-6 16,0 0-7-16,0 0-3 0,-10-34 0 15,20 28-1-15,-1 2-1 0,1-1-1 0,2 1 2 31,1 3-1-31,-2 0-1 16,1 1 1-16,-1 0 1 0,0 0-2 16,0 0 1-16,-4 4-1 15,-1 0 0-15,-2 3 1 16,-2 0 0-16,-2 0-2 16,0 3 2-16,0-1 0 15,-6 1 0-15,-2-1 1 0,1 0-1 16,-5 3 0-16,2-3 3 15,3 1-2-15,-2-1-1 16,2-1 1-16,0-1-2 0,3-1-15 16,2-1-22-1,2-4-14-15,0-1-53 0</inkml:trace>
  <inkml:trace contextRef="#ctx0" brushRef="#br0" timeOffset="63847.81">773 10303 78 0,'0'0'10'15,"0"0"-6"-15,0 0 18 16,0 0 1-16,0 0 0 0,0 0-12 0,-40 20-5 16,38-14 7-16,-2 1 7 15,2 0-5 1,0 0-2-16,2 3-1 16,0-2-6-16,0 0 0 15,0 2-1-15,0 0 0 16,0-2 2-16,4 1-1 15,0-1 0-15,3-1-4 16,-3-1 0-16,3 0 0 0,2-2-4 16,-2-1 4-16,2 1-1 15,2-2-2-15,-2-1-24 16,-1 2-22-16,1-3-49 0</inkml:trace>
  <inkml:trace contextRef="#ctx0" brushRef="#br0" timeOffset="64350.71">867 10421 106 0,'0'0'96'16,"0"0"-60"-16,0 0-9 0,0 0-7 16,0 0-8-16,0 0-6 15,0 0-4 1,0 0-1-16,16-17 0 0,-11 15 1 15,3 0 0-15,2 2 0 16,-1 0 0-16,-1 0-2 0,1 0 0 16,-2 0 0-16,0 3-3 15,-3 5-3-15,0-2 1 16,-1 5 1-16,-3-3 2 16,0 2-1-16,0 2-1 15,-3-2-2-15,-3 2 2 0,-1-2 0 16,-2 1 1-1,3 0-2-15,-1-2 3 0,3-1 2 16,-1-2 0 0,1 0 0-16,1-1 0 0,3-2 0 0,-2 1 0 15,2-2 1-15,0 1-1 16,0-3 0 0,0 0 0-16,0 0-1 0,0 0 2 15,0 0 1 1,0 0 2-16,2 0 6 0,3 0 0 0,2 0-4 15,-1 0-5 1,3 0 3-16,0 0-2 16,0 0 0-16,2 0 0 15,3-3-1-15,1 1-2 16,1-3-10-16,-1-2-119 0</inkml:trace>
  <inkml:trace contextRef="#ctx0" brushRef="#br0" timeOffset="68837.1">3717 8312 85 0,'-2'0'2'0,"0"0"-2"0,0 0 1 16,0 0 6-16,-1 0 7 0,1 0-1 15,1 0 3-15,1 0 3 0,0 0-6 16,0 0 1 0,-2 0-5-16,2 0 1 0,-2 0-4 0,2 0-3 15,-2 0-2-15,0 0 0 16,0 0-1-1,-1 0 1-15,-1 0 2 0,0 0 0 16,-4 0-1 0,4 0-2-16,-3 2 1 15,1-1-1-15,-1 3 1 0,0-2-1 16,3 2 0-16,-3-1 1 16,1 1-1-16,1-1-1 0,-2 1 2 0,1 1-1 31,1-1 1-31,1-1 0 15,-1 2 0-15,1-2 1 0,2 2-2 0,-4 0 1 16,4-2 1 0,-2 1-2-16,2 1 0 0,-2-1 1 0,1 0 0 31,1 0-1-31,0 1 1 16,2-1 1-16,-2 0 2 15,2-1 0-15,0 3-2 0,0-2 0 16,0-1 0-16,0 1-1 15,0 0 0-15,0-1 0 16,0 3 0-16,0-3-2 16,0 1 3-16,0-3-3 15,0 2 5-15,0 1-1 0,0-1-3 16,0-1 1-16,2 0 4 16,0 1 0-16,1 0-1 15,1 0-2-15,0-1 2 0,0 0 1 16,2 1-2-16,0 1 1 15,-3-2-2 1,5 2 2-16,-4-2-3 0,3 1 0 0,-2 0 0 16,2-1 0-16,-1 2-1 15,-1 1 0-15,1-1 0 16,1 0 1 0,-2-1-1-16,1 0 1 0,-2-1-1 15,1 1 0-15,2-1 0 0,-2-1 0 16,1 2 0-16,1-2 0 15,-1 1 1 1,4-1-1-16,-3 1 1 0,1-1 0 16,-1-1-1-16,4 0 1 0,-2 0 1 15,-3 0-1 1,3 0 0-16,-1 0 0 16,0 0-1-16,-1 0 1 0,-1 0 0 0,2-3 0 31,-2 3 0-31,1-3-1 15,1 2 1-15,0-2-1 0,-2 1 1 0,1 0-1 16,1-1 0-16,0-1 1 16,-2 1-1-1,1-3 0-15,-1 2 1 16,-1-3-1-16,2 2 4 16,-4-3 0-16,1 1 3 0,0 0-1 0,0 0-1 15,-2-2-1-15,-1 1-1 0,1-1-1 31,0 1 0-31,-2-1 0 16,0 1-2-16,0-1 2 16,0 1-2-16,0 0 0 0,0 0 0 15,0 0 1-15,0 0-1 16,-2-3 0-16,-1 1 0 16,-1 0 0-16,-2 0 0 15,2 2 0-15,-2-2 2 0,2 3 0 16,-3 0 2-16,1 1 1 15,1 0-9-15,-4 3 1 16,-2 3-4-16,0 0-6 16,-5 0-10-16,-5 2-7 15,0 8-43-15,-6-2-84 0</inkml:trace>
  <inkml:trace contextRef="#ctx0" brushRef="#br0" timeOffset="70411.7">3834 10471 47 0,'0'-1'74'0,"0"-1"-55"0,0 1 2 16,0-1 0-1,0 2-2-15,0-1-9 16,0 0-2-16,0 1-2 0,0 0 0 0,-3 0 2 31,0 0 0-31,3 0 1 16,-4 0 2-16,2 0-2 0,-2 0-3 16,1 0-2-16,-1 0 1 15,-2 0-4-15,0 1 1 16,0 3-3-16,-1 0 2 15,-1 2-1-15,1-1 0 16,-4 1 0-16,4 1 0 0,0 1 1 16,3-1-2-16,-5 1 2 15,4 1-1-15,1-1 0 16,-1-1 2-16,3 3-2 16,-2-3 0-16,4 2 0 0,-2-2-2 15,2 2 4-15,0-1-2 16,0 0 0-16,0 1 1 15,0-2 0-15,0 0-1 16,0 1 2-16,2-1-2 16,0 1 1-16,1-1-2 15,1 1 1-15,0 0 1 0,0 0 0 16,-1-2-5-16,4 3 8 16,-3-4-2-16,3 1 0 0,-1 1 0 15,1 0 0-15,2-1 0 0,-2-2 2 31,0 2-1-31,3-2-1 0,0 0 2 0,-4-2 1 16,5 0-3 0,-1-1-1-16,-1-1 0 15,3 0 0-15,-2 0 0 0,3 0-1 0,-4 0 2 32,3 0 0-32,0-1-1 15,-3-3 1-15,3 0 0 0,-4 1-2 0,3-1 1 31,-3 1-1-31,1 0 0 0,1-1 1 16,-2 0-1-16,1 0 1 16,1-2 1-16,2 0-1 15,-3-1 0-15,-1 0 1 16,1 0 0-16,1 0 2 16,-4-3-2-16,-2 4-2 0,1-4 2 15,-1 0-1-15,-2 2 4 16,-2-3 3-16,0 0-2 15,0 0-1-15,0-2 3 16,0 3 0-16,-6-5-4 0,0 3-3 16,1 0 13-16,-3-1-10 15,0-1-4-15,1-1 2 16,-1 1 0-16,-4 1-1 0,3-1-1 16,-4 3-2-16,0 1 0 15,1 3-2-15,-4 1 1 16,1 5-20-16,-5 1-7 15,0 0 4-15,-2 7-32 16,-3 0-95-16</inkml:trace>
  <inkml:trace contextRef="#ctx0" brushRef="#br0" timeOffset="72310.33">6200 9052 144 0,'0'0'31'0,"0"0"-7"0,0 0-11 0,0 0-1 15,0 0-5 1,0 0-2-16,-2 0-1 15,1 0 1-15,0 0 3 16,-1 0-2-16,1 0-4 16,-3 0 1-16,0 0-1 15,-1 2 2-15,1-1 2 0,-5 1-5 16,4-1 1-16,-3 3-1 16,1-1 1-16,-1 1-1 0,2 1 0 15,-1 0 0-15,1 1-1 16,-2-2 0-1,2 2 0-15,0 1 0 0,1-1 1 16,1 1-1-16,-1 0 2 16,3-1-2-16,-2 1 1 0,1 0 1 15,1 0-1 1,0-1 1-16,0 1-1 0,1 1 1 16,1-1-2-16,-2 0 0 15,2 2 0-15,0-2 0 16,0 3 1-16,0-2 2 15,0 1-3-15,0 1 3 0,3-3-2 16,1 4 0 0,3-5 3-16,-3 4-2 0,3-3 2 0,-1 0-2 15,1-2 0 1,0 0 0-16,2 0-1 0,-3 0 0 16,1-2 2-1,3 1 0-15,-2 0-2 0,1 1 0 0,1-4 1 16,-1 3-1-16,3-1 0 15,-2 0-1-15,3-2 1 16,-2 1 0-16,3-1-1 16,-5 1 2-1,3-2 2-15,2 0-2 16,-3 0 1-16,1 0-1 0,-1 0-1 0,-2 0 0 16,2 0 0-16,0-2-1 15,-2-1 1-15,0 1-1 0,0-3 1 31,-3 1 0-31,3 0 3 0,-3-2 2 0,2-1 1 16,-3 0-3 0,1-1-1-16,-2 0-1 15,-1 0-1-15,2-2 4 16,-1 0-4-16,-2-1 0 16,0 1 0-16,-1-1 3 0,0 0-2 0,2 1 0 15,-3-1-1-15,0 2 1 16,0-1-1-1,0-1-2-15,0 1 4 16,0 0-2-16,0-1 1 16,0-2-3-16,-4 2 23 15,1-2-18-15,-3 0-3 16,0 2 0-16,0-1 1 0,-1 1-1 16,-3 0 1-16,0 1-5 15,-1 1 4-15,-2 2-4 16,-3 2 1-16,-2 3-3 15,-2 2-4-15,0 0-27 0,-5 0-6 16,-2 7-28-16,-4 2-129 16</inkml:trace>
  <inkml:trace contextRef="#ctx0" brushRef="#br0" timeOffset="74149.13">1310 9197 106 0,'0'0'8'0,"0"0"-6"0,0 0 1 0,0 0-2 16,0 0 12-16,0 0 13 16,0 0-2-1,0 0-2-15,0 0-1 16,0 0-6-16,0 0-3 15,0 0-3-15,0 0-5 0,0 0-3 0,1 0 0 16,3 0-2 0,-2 0 1-16,2-2 0 15,3 0 1-15,-1-1-1 16,2 0 0-16,2-1 0 16,-1 2 0-16,3-2 0 0,-1 1 0 0,3-1 0 0,-1 0 0 31,-2 1 0-31,3 0 0 15,-1 0 0-15,2-1 0 16,-1 1 0-16,2 2 0 16,-3-3 0-16,3 2 0 0,-3-2 0 15,3 0 1-15,-1-1-2 16,3-3 1-16,2 2 1 16,-2 0-2-16,1-3 2 15,4 1-2-15,0 1 1 0,-1-1 0 16,0-1 0-16,3 1 1 15,0-1-2-15,1 1 2 16,1-1-1-16,0-1 0 16,-1 0 0-16,2 0 0 15,-1 2 0-15,1-2 0 0,1-1 0 16,1-1 0-16,1 2 1 16,0 0-1-16,3-1 1 15,-1 0 0-15,-1 1 1 16,3-2-1-16,0 2-1 0,0-2 0 15,1 2 0-15,1-2 0 16,1 0 0-16,3 0 0 0,-1-1 1 16,2 1-1-1,-1-1 0-15,1 0 0 0,-4 0 0 16,3-1 0 0,-4 2 0-16,1-3 0 0,0 2 0 0,0-1 1 15,-1 1-1-15,0 0-1 16,-1-1 1-16,-3 3 1 15,1-3-1-15,-1 1 0 0,-1 3 0 32,1-1 0-32,3-1 0 15,-2 2 0-15,-3 0 0 0,2 2 0 0,-1-2 0 16,-3 1 0 0,-2 1 1-16,-3 0-2 15,0 0 1-15,-1 1 1 16,0 0 0-16,-2 0-1 15,0 2 1-15,-1 0 0 0,-2-1 2 16,0 1 5-16,-3 1 3 16,-1 1-5-16,-3 0 0 15,-3 1-5-15,0 1 1 16,-2-1-2-16,-1 1 1 0,-1 1-2 16,0 0 2-1,-1 0-3-15,-1 0-18 0,-2 0-41 0,0 0-175 16</inkml:trace>
  <inkml:trace contextRef="#ctx0" brushRef="#br0" timeOffset="76430.72">1190 9201 23 0,'4'-1'1'0,"-4"1"3"0,0 0 4 0,0 0 5 15,0 0 1 1,0 0 7-16,0 0 6 0,2 0-3 0,-2 0-5 16,2 0-12-16,-2 0-3 15,3 0 3 1,-1 0-4-16,2 0-2 15,0 3 0-15,0 1 0 0,2 0 1 0,-2 2 7 16,3-2 2-16,1 2-5 16,0 0-1-16,3 1-2 15,-1 0-1 1,0 1-2-16,3-2 1 16,-2 4-1-16,5-3 0 0,-3 3 1 0,3-3-1 15,-1 3 0 1,1 0 1-16,3-1-1 15,-2 0-1-15,-1 1 1 0,1 0 0 0,2 0 0 32,-2-1 1-32,1 1-1 15,-2 0 0-15,2-2 2 0,0 2-2 0,-3 0 0 0,2-1 0 32,0 1 1-32,1 0-2 15,-1 1 2-15,0 0-2 16,0-1 2-16,-1 2-1 0,2 0 0 15,-3 0 0-15,1-1 0 16,0-4 0-16,0 3 1 16,1 1 1-16,1-2 1 15,-2 1 0-15,4-2-3 0,-3 2 1 16,1 0 1 0,-1-1-2-16,0 1 0 0,-3 1 1 15,1-1-1-15,-2 1 0 16,1 0 0-16,-1 2 0 0,1-4 0 15,-1 5 1-15,3-4-1 16,-3 3 0-16,3-1 0 16,-3 0 0-16,5 0 1 15,-4 0 1-15,4 1 1 0,-1-1-2 16,1 2 1-16,3-2-2 16,-4 1 2-16,1 1-2 15,0-1 0-15,-2 0 0 16,1 0 1-16,-1-2-1 0,-1 1 0 15,1 0 0 1,0 0 0-16,0-1 0 16,-3-1 1-16,3 1-2 15,-3-1 2-15,1-1-2 0,-1-1 2 0,1 1-1 16,-1-2 0-16,0 0 0 16,-1-1 1-1,1 1-2-15,1-1 2 16,-2 1-1-16,3 0 1 15,-1 0 0-15,3 0 0 16,-4 3 2-16,0-2-1 16,1 1-2-16,1-1 1 0,-4 2-1 15,0-2 0-15,0 0 0 16,1 1 2-16,-1-1 1 16,-3-2 4-16,6 1 1 15,-3 0-4-15,1 0-2 16,-1 1-2-16,0-2 1 15,-1 0-1-15,0 4 0 0,-1-3 2 16,1 1-2-16,-2 1 0 16,1-2 1-16,-3-1-1 15,4 0 0-15,-3 0 1 16,3 0-1-16,-2 1 1 0,0-1-1 16,1-1 0-16,2 0 1 15,-2-1-1-15,0 1 0 0,-2 0 1 16,2-1 0-16,0 1 2 15,-1 0 2 1,1 1-2-16,3 1-1 0,-1-1 0 0,1 0-1 16,-2-1-1-1,1 2 2-15,3-1-2 16,-3-2 0-16,0 3 1 16,1-2-1-16,-1 0 2 0,-1 1-2 0,2-2 0 15,-1 3 1-15,-1-2-1 16,0 0 0-1,1 1 1-15,1 1 0 0,-1-3-1 16,0 2 2-16,1 0-1 0,0-2 0 16,-1 2 0-16,3-2 0 15,-3 3-1-15,1 0 1 16,-3-1 0-16,3 1 0 16,0-3 2-1,-1 3 0-15,0-1 1 16,1-1-1-16,1 2-1 15,-3-2 0-15,2 2-2 0,-1-2 1 0,3 1-1 16,-3 0 0-16,0-1 1 0,5 1-1 31,-3-3 1-31,1 4-1 16,-1-4 1-16,1 3-1 0,1-1 1 16,-1 0-1-1,1 1 0-15,-1-1 0 0,-1 2 0 0,0-1 0 0,3 1 1 16,-3-1-1-16,1 0 0 31,-1-1 0-31,1 2 0 16,-3-1 0-16,3 0 0 15,-1-1 0-15,0 1 0 0,1 1 0 16,-3-3 1-16,2 0-1 16,0 1-1-16,-2-1 2 15,3 0-2-15,-3-1 1 16,3-1 1-16,-3 1-1 0,-1-1 0 15,2 1 1-15,-3-1-1 16,2-1 0-16,1 3 0 16,-4-1 0-16,3 0 1 15,-1 0 1-15,-1-2-1 16,-1 2-1-16,2 0 0 0,-4 0 0 16,-1-2 0-16,1 2 0 15,-1 0 1-15,-1-2-1 16,3 2 0-16,-4 0 2 15,1-2-4-15,-2-1-7 0,-2 0-27 16,0 0-84-16</inkml:trace>
  <inkml:trace contextRef="#ctx0" brushRef="#br0" timeOffset="78052.34">1323 10299 96 0,'0'2'6'0,"0"-1"0"0,0 2-1 0,0-2 2 0,0-1 0 16,2 2-1-16,-2-2 1 15,1 0 2-15,1 4-6 0,-2-4-2 16,2 3-1 0,-2-2 1-16,2 1-1 0,-2-1 0 15,2-1 0 1,3 0-1-16,-2 0 7 0,1 0 3 0,3 0 1 16,1 0-2-16,4 0-3 15,-1-7 2-15,3 1-5 16,-1-1 0-1,2-3-2-15,1 2 1 16,-1-1-1-16,1-2 1 0,0 0 8 0,2-1 1 31,-2 2-4-31,1-5-3 0,1 0 0 16,2 1-2-16,2-1 1 16,1-2-2-16,0 0 0 0,3-1 1 0,-2 0-1 31,3 0 1-31,-2-1 6 15,4-1 0-15,-2 2 0 0,0-1-4 16,2 1-1-16,-3 0-2 0,1 2 1 0,0-3-1 31,0 2 0-31,2-1 0 16,0-2 1-16,0 1-1 16,3-2 1-16,-1 1 0 0,0 0 0 15,1-1-1-15,1 0 1 16,0 0-1-16,-1 2-1 15,1-1 1-15,-1-1-2 16,-1 2 1-16,2-1 1 16,-2 2 0-16,1 0 0 0,-1 0 0 15,-2 0 0-15,0 0 1 16,-2 0-2-16,0 0 2 16,-2-3-1-16,-2 3 0 15,0 0 0-15,2-3 0 0,0 1 0 16,0 0 0-16,0-1 1 15,0 1-1-15,0 0 1 16,0 0-1-16,-2 0 0 16,0 2 0-16,2-3 1 15,-4 2-1-15,1-1 0 0,-2 0 2 16,4 0 0-16,-3-2 5 16,0-1-1-16,2 0 2 15,2-1-6-15,0-1 0 16,-2 0-1-16,2 1-1 15,0-1 1-15,0-1 0 16,0 2 1-16,0 1 1 0,0-2 0 0,0 0 1 16,-2 1-2-16,-1 2 0 15,-2 0 1 1,0 1-2-16,-1 1 1 0,-4 0 2 16,1 2-2-16,-3 2 2 15,0-1-1-15,-1 2 2 0,1 1-2 16,-1 0-1-16,-1 2 0 15,-1 1 0 1,2 0 0-16,-3 0-1 16,-1 4 0-16,2-1 1 0,-4 0-2 0,3 1 0 15,-4 1 1-15,1 0-1 16,1 0 0 0,0 0 1-16,-3 1-1 15,3 0 0-15,-1 2 0 0,-1-1 0 0,2 1-1 31,-1 3-2-31,-3-1-15 0,-1 1-24 16,-2 0-69-16</inkml:trace>
  <inkml:trace contextRef="#ctx0" brushRef="#br0" timeOffset="79757.52">1346 10321 20 0,'-2'2'101'0,"2"-2"-97"0,0 0 0 15,0 0-1-15,0 2 3 16,0-2 6-16,0 0-1 16,2 0 8-16,0 0-1 0,3 1-10 0,1-1-1 15,0 0-4 1,0 0-1-16,2 3 1 16,-1-3 0-16,-1 2 1 0,4 0-1 0,-1 0 1 15,-1-1 2-15,4 2 1 31,-1-2-3-31,0 1 1 16,1-1-1-16,-1 2-1 0,2 0-3 16,0-2 0-16,-2 2 0 15,3-1 0-15,-3 1 1 16,3 1-1-16,-3 0 0 16,4-1 0-16,1 2 0 15,-1-3 1-15,3 1-2 0,-4-2 2 16,6 2-1-16,-4-3 0 0,-1 2 0 15,-1-1 0-15,-1 0 0 16,2 2 1-16,-1-1-1 16,-1 2 0-16,1-3 0 15,1 4 0-15,1-2 0 16,-2 2 0-16,4-2 0 0,-1 1 1 16,1-1-1-1,1 1 0-15,-2 0 0 16,1-1 0-16,-2 3 0 15,2-3 0-15,-1 4 0 0,1-3 0 0,-2 2 0 16,4-2 0 0,0 2 0-16,0-2 1 15,2 0 0-15,1-1 0 16,-2 0-1-16,2 3 0 0,-2-3 1 0,1 1-1 16,-2 1 0-16,2 0 2 15,-1-2-2 1,-2 1 1-16,2-1 5 0,2 1 1 15,1-1-3 1,-2-1-2-16,0 1-1 16,3 0 1-16,-5 0-2 0,2 2 0 15,1 0 1-15,-2-1 0 0,2 1 4 16,-2-1-3 0,3-1-1-16,1 4 1 0,-1-3-1 0,1 2-1 15,2-2 0-15,-3 0 0 16,2 2 1-1,0-2-1-15,0 2 0 0,-1-3 0 16,0 0 0-16,2 2 0 0,-4-2 0 31,2 2 1-31,0 0-2 0,0 0 1 0,-2-1 1 16,1 1-1 0,2 1 0-16,-1-2 0 0,-2 2 0 15,4-2 1 1,-3-1-1-16,0 0-1 15,-1-2 1-15,2 2 0 16,-3-1 0-16,0 0 1 0,3 0-1 16,-1-2 2-16,-1 0 1 15,-1 1 4-15,1-1-2 16,-1 0-1-16,-1 0-3 16,0 0 0-16,-2 0-1 0,1 2 0 15,-3-2 0-15,1 2 1 16,-2 0-1-16,0-1 0 15,-3 2 0-15,0-2 0 16,-1 1 0-16,0-2 0 16,-2 1 0-16,1 1 1 0,0-2-1 15,-1 0 0-15,0 0 0 16,-1 0 0-16,1 0-3 16,-2-7-25-16,-1-5-45 15,-3-5-161-15</inkml:trace>
  <inkml:trace contextRef="#ctx0" brushRef="#br0" timeOffset="81223.19">3939 8402 71 0,'-7'-3'4'0,"1"0"22"0,0-1-5 0,2 0-9 16,2-1 8-16,-1 1 0 15,3-1-11-15,-2 0 1 16,0 1 3-16,2 1-1 0,-2 0-6 16,2 0-4-16,-2 3-1 15,2 0-2-15,-2-2-7 16,2 2 11-16,0 0-2 0,0 0-1 15,0 0-5 1,0 0 3-16,0 0 1 0,0 0 1 16,0 0 2-16,0 0-1 0,0 0 0 15,0 2 0 1,0 3-1-16,4-2 2 0,-2 1-2 16,3-1 0-1,3 2-2-15,2 0 2 16,-1 0 3-16,3-1-3 0,2 2 1 0,-1 1 0 15,3-1-1-15,-3 0 1 16,4 1 3 0,0 0-1-16,-1-1-1 15,2 2 0-15,2-1-1 16,2 2 0-16,1-1 0 16,-1 1 0-16,3-1 1 0,2 1 0 15,1 2 3-15,-1-1-3 16,1 0 0-16,0 0 1 15,-1 1 0-15,1-2 0 16,-2 1-1-16,2-2-1 0,0 1 0 16,-1-2 0-16,-1 0 0 15,1 1-1-15,-1-1 1 16,1-1-1-16,0 3 0 16,-2-1 1-16,0 2-1 0,-2 0 0 15,0 0 0-15,0 1 0 16,-1-2 0-16,1 3 0 15,-2-1 0-15,2-1 0 16,0 0 1-16,-4-2-2 16,4 3 1-16,-3-2 0 0,-2 1 1 15,4-2-1-15,-1 3 0 16,-2 0 0-16,2-1 0 16,1 3 0-16,-2-1 1 0,2 1-2 15,1-2 2-15,0 1-1 16,-2-1 0-1,0 2 0-15,2-2 0 16,0 2 2-16,2-2-4 0,0 2 4 0,2-3 0 16,2 3 4-1,0-3-3-15,4 3-2 16,-3-2 1-16,3 0-1 16,0 1 0-16,1 1-1 0,-3-1 1 15,1-2-2-15,1 1 1 16,-2 1 0-16,1-2 1 0,1 0-1 0,-2 1 1 15,0-2 0-15,0 1 1 32,-1-2 0-32,-1-1-2 15,-4 2 0-15,-1-2 0 0,-1 1 0 16,-4 0 1-16,-2 0-2 16,0-1 1-16,-3 0 1 15,1-1-1-15,-3 1 1 16,-1 0 1-16,-1 0-2 0,0-2 1 15,-3 0-1-15,-1-1 0 16,-2-1 1-16,-3 1 0 16,1 0 0-16,0-2-1 15,-2 1 0-15,0 1-4 16,-2-2-12-16,-7-1-48 16,-6-1-157-16</inkml:trace>
  <inkml:trace contextRef="#ctx0" brushRef="#br0" timeOffset="82726.88">4034 10575 91 0,'0'0'55'0,"0"0"-42"0,0 0-6 0,0 0-6 0,0 0 2 15,1-4-2-15,5-1 0 16,-2 1 1-16,2 0 8 0,0 0 2 16,1-1-7-16,1-1-4 15,2 1 0 1,0-2-1-16,2 0 1 0,4-2-1 15,1-1 0-15,1 1 0 0,0-2 0 16,2 0 0-16,0-2 1 16,1 0 3-16,-2 1 2 15,2 0-5 1,1-2-1-16,-2 0 1 0,1-2-1 16,3 1 0-16,-2-1 0 15,2-2 1-15,1 1 6 0,0-1 6 16,0-3 0-1,-3 3-3-15,2-4-2 0,1 1-2 16,-2 0-3 0,-1-1-2-16,4 0 0 15,-1-1 1-15,0 0 0 0,2-1 7 16,2 1-3-16,-2-1-1 0,2 0-2 0,-1 4-1 31,-3-1 0-31,2 1 0 16,-2 2 2-16,-1 0 0 0,1 0-2 15,1 1 0-15,-1-1-1 16,2 0 3-16,0 0-4 16,2 1 0-16,-2-3 0 15,0 3 0-15,2 0 0 16,-5 0 0-16,3 1 1 0,-2-1-1 0,1-1 1 16,-1 2-2-16,2-1 2 0,-1 0-1 31,1 2 0-31,2-1 1 15,-2-1-1-15,2 1-1 16,0-1 1-16,-2 0 0 16,2-1 1-16,3-1-2 0,-3 1 2 15,-2-1-1-15,4-2 0 16,-4 5 0-16,-3 0 0 16,3 0 0-16,-2 0 0 15,1 3 0-15,-1-1 0 0,-1 0 0 16,3 1 0-16,-4-1 1 15,2 1-1-15,-1 3-1 16,-6-1 1-16,2-2 0 16,-3 3 1-16,-1-1-1 15,-3 2 0-15,-1 0 1 0,-1 1 0 16,-2-1 2-16,2 1 3 16,-4 1-2-16,-1 1 1 15,-1 1 0-15,0 0-1 16,0 0-4-16,-1 1 1 0,0 2 1 15,-2-1-1 1,1 1 0-16,-1 1-1 0,2 0-1 16,-2 1 1-16,0 0-4 15,-2 0-15-15,3 0-13 16,-3 0-30-16,0 0-78 0</inkml:trace>
  <inkml:trace contextRef="#ctx0" brushRef="#br0" timeOffset="87939.85">5592 6935 72 0,'0'-2'20'0,"0"-2"-4"0,-1 0 0 0,-1 1 2 16,1 1 2-16,-2 0 5 15,-1-1-8-15,-1 1-6 16,1 1-3-16,0 0 1 16,-2 1-2-16,1 0-5 0,-5 0 0 15,-1 1-2-15,1 5 1 0,-4 1-2 0,1 3 1 31,-1-2 4-31,3 2-4 16,2 2 1-16,0 0 0 0,4 1 0 16,3 0 2-1,2-2-1-15,0 2-1 0,0-2 2 16,4-1-1-16,5-1 5 16,1-1 5-16,1 1 0 15,3-2-5-15,1 0-1 0,1-3-3 16,1 2-2-16,4-2 0 15,-2 0-1-15,4-4-21 16,0 0-44-16,-1 0-42 16</inkml:trace>
  <inkml:trace contextRef="#ctx0" brushRef="#br0" timeOffset="88383.73">5733 6981 171 0,'0'0'21'15,"0"0"9"-15,0 0-14 0,0 0-4 16,0 0-5-16,0 0 0 16,0 0-4-16,0 0-2 15,47-11 0-15,-32 11-1 16,0 4 1-16,2 5-1 15,-1-2 0-15,-3 4 0 0,1-1 0 16,-1 0 0 0,-5 3 0-16,0-3 0 15,-6-2 0-15,0 0-1 0,-2-1-1 16,0-3-1-16,0 0 0 0,-4-4 6 16,-3 0 0-16,2 0 7 15,-3 0-1-15,3-3-1 16,1-4 7-16,0-1 1 15,3-3-2 1,1-1-6-16,0-1-1 0,0-1 5 0,0-3-9 16,5 4 3-16,1-1-4 15,1 1-1 1,1 3-2-16,4 3-5 16,-1 0-13-16,-2 3-30 15,3 4-20-15,0 0-48 0</inkml:trace>
  <inkml:trace contextRef="#ctx0" brushRef="#br0" timeOffset="88781.75">6087 6957 162 0,'0'0'15'0,"0"0"-17"0,0 0-2 31,0 0-4-31,0 0 6 15,0 0 13-15,0 0-6 16,-12 46 3-16,8-36 2 0,3-2-2 16,1 2 0-16,0-3-4 15,0 0-1-15,7-1 1 16,1-3 3-16,2-1-2 16,1-2-4-16,1 0 2 0,-2 0-1 15,3-3 3-15,-3-4 5 16,-1-3 6-16,-2 1 2 15,2-4-1-15,-5 0-2 16,-1 1-3-16,-2-3-3 0,-1 1-1 16,0 0-5-1,-1 3-1-15,-4 1-3 0,-4 1 0 16,0 4 4-16,-4 3-6 16,-1 2 0-16,1 0-5 15,-3 3-8-15,3 6-5 0,4 2-26 16,0-2-25-16,7-1-42 15</inkml:trace>
  <inkml:trace contextRef="#ctx0" brushRef="#br0" timeOffset="89279.5">6456 6909 191 0,'0'0'25'0,"0"0"-16"0,0 0 7 0,0 0-7 0,0 0-4 16,0 0 2-1,0 0-5-15,0 0-1 16,-41-25-2-16,28 25 5 16,1 0-2-16,1 0-3 15,0 1 2-15,2 3 0 0,0 2-1 0,2 0 0 16,1 1 0-1,4 0 1-15,2 0-1 16,0 0-1-16,2 0-2 16,6 0 10-16,1-1-7 15,1-2 1-15,1 2 0 16,0-2 1-16,2 1-1 0,-2 1-1 16,1-1 0-16,-4 0 1 15,1 1-1-15,-3 0 0 0,2-1 0 16,-5 1 0-16,1-2 0 15,-2 1 1 1,-2-1-1-16,0 0-2 0,0-1 1 16,0 0 1-16,-6-2-2 0,-4 2 7 15,-1-1 4 1,0 0-3-16,-1-2-1 0,-1 0-3 16,0 2 0-1,6-2-1-15,0 1-1 0,3-1-21 16,4 0-37-16,0 0-49 15</inkml:trace>
  <inkml:trace contextRef="#ctx0" brushRef="#br0" timeOffset="89750">6596 6885 241 0,'0'0'6'32,"0"0"1"-32,0 0 1 0,0 0-3 0,0 0-5 15,0 0 3-15,0 0 2 16,0 0-5-16,-36-18 0 16,27 19 2-16,0 6-1 0,2-1-1 15,1 2 1-15,-1-1-2 16,5 1 3-16,2-1-1 0,0 0-1 15,0 0-2-15,0-3 1 16,7 2 6 0,1-2-4-16,2 0 0 15,3 0 3-15,-2 1-2 0,3 0 0 16,-1 1-1-16,0-1-1 16,-2 2 0-16,0-1 0 0,-3-1 1 15,-2 3-1 1,-1-1 0-16,-1-2 0 0,-2 0 0 0,-2 1-1 15,0-2-2-15,0 1 2 16,-9-3 1 0,-1 1 5-16,0 0 2 15,-1-3 0-15,0 1-5 16,0 0 2-16,4-1-2 0,1 0-1 0,5 0-2 16,1 0-32-1,0-2-62-15</inkml:trace>
  <inkml:trace contextRef="#ctx0" brushRef="#br0" timeOffset="90490.92">7112 6881 111 0,'0'0'16'0,"0"0"7"0,0 0-5 0,0 0-4 16,0 0-6-16,0 0 3 16,0 0 7-16,0 0-5 15,0 0-2-15,0 0-2 16,0 0 3-16,6-22-8 0,-14 22-1 16,-1 0-4-16,-3 0 3 15,2 2 0-15,-1 4 0 16,-1-1-1-16,3 4-1 15,3-1 1-15,-1 1 0 16,2-1 0-16,3-1 1 0,0 1-1 16,2-1-1-16,0 0-2 15,4-3 7-15,6 2-6 16,-1-2 4 0,3-2 0-16,0 0 1 0,-1-2-2 15,0 3-1-15,-2-3 0 16,-2 0 1-16,-3 0-2 0,-2 0 0 15,-2 0 0 1,0 1 2-16,0 1-7 0,-4-1 4 0,-7 2 1 16,-2 2 6-16,1 1-5 15,-2 0 0-15,4 0 0 16,1 2 0 0,2-1 0-16,2 1 1 0,3 0-1 15,2-1 1-15,0 0-2 0,0 0 0 16,2 0 2-1,6-1 4-15,0 0-5 0,3-2 1 16,3 0 1-16,-1-1 1 16,5 0-3-16,-4 0 0 0,6-3-1 15,-5 0-17-15,3 0-27 16,-4 0-26 0,-1-7-37-16</inkml:trace>
  <inkml:trace contextRef="#ctx0" brushRef="#br0" timeOffset="91013.49">7246 6947 183 0,'0'0'7'0,"0"0"-6"0,0 0 0 0,0 0-1 31,0 0 0-31,0 0-1 15,43 12 2-15,-36-6-1 16,1 3 0-16,-3-2 1 16,4 2-1-16,-5-2 2 0,-2 2-2 15,1-1 1-15,-1-1-1 16,-2-1 0-16,0-2-3 16,0-1 5-16,0-2 1 15,0-1 3-15,0 0 15 0,-2 0 7 16,-1 0-12-16,1-1-10 15,0-5-1-15,0-2 3 16,2 1-4-16,0-2-4 16,0-1 9-16,2 2-7 15,7-2-1-15,-2 0-1 0,4 1-1 16,0 1 1-16,0 2 0 16,3-1-1-16,-3 4 0 15,4 2 1-15,1-1 0 16,-2 2-2-16,-1 0 1 0,1 0 1 15,-5 0 0 1,3 5-1-16,-2 0 1 16,-4 1 0-16,1 0 0 15,-3 1 0-15,-3-2 0 0,-1 3 0 16,0 0-5-16,0-2-1 16,0 2-2-16,-3-2-14 0,-1-2-21 15,0-4-67 1</inkml:trace>
  <inkml:trace contextRef="#ctx0" brushRef="#br0" timeOffset="91342.17">7677 6810 188 0,'0'0'10'0,"0"0"9"0,0 0-5 15,0 0 5-15,0 0-15 16,0 0-4-16,0 0-1 16,0 0 2-16,0 0 2 0,0 0-1 15,19 48 1 1,-15-34-1-16,0 3-1 0,0-2 0 15,4-1 1-15,-2 1 0 16,1-2-1-16,-1-2 2 0,-1-1-3 16,2 2 0-1,-5-5-18-15,-1 0-38 0,-1-4-50 16</inkml:trace>
  <inkml:trace contextRef="#ctx0" brushRef="#br0" timeOffset="92201.27">7595 6883 173 0,'0'0'20'0,"0"0"-4"16,0 0-2-1,0 0 8-15,0 0-3 16,0 0-6-16,42-2 1 16,-28 0-8-16,-1 1-4 15,0-2-2-15,3 3 0 0,-2 0 0 0,4-1 2 0,0 1-2 32,1 0 0-32,-2 0 1 15,2 0 1-15,-1 0-1 16,-2 4-1-16,-1 2 1 15,-2-1-1-15,-1 2 0 16,-3 0 0-16,-2-1 0 0,-1 3 0 16,0-1 0-16,-3 1 0 15,0-3-1-15,-3 2 0 16,0-1 0-16,0-4-1 16,0 1-1-16,0-2 2 0,-4 0-1 15,1-2 1-15,-4 0 2 16,1 0 9-16,3 0-5 15,-4-3-2-15,4-2 2 16,2-1 1-16,-1-2 0 16,2-1-3-16,0-2-3 15,0-1 5-15,0 2-1 0,7-4-4 16,1 3 0-16,4-2-2 16,-1 4-5-16,2 0-6 0,3 1-12 15,-1 4-15-15,1 0-9 16,0 3 1-16,0 1 11 15,-3 0 11-15,-1 0 10 16,-4 0 15-16,-3 1 1 0,-2 0 1 16,0 2 2-1,-3 1 7-15,0 1 11 0,0 0-2 16,0 2-4 0,-3 1 0-16,1 0-1 0,1 1-1 15,0-1 2-15,1 1-1 0,0-1-4 16,0-1-3-1,2-2-3-15,5-1 4 0,-1 1-3 16,2-3 2 0,1 1 3-16,1-3-2 0,0 0-3 0,-1 0 1 15,-1-4-1 1,0-3 5-16,-2-1 8 16,-3-1-1-16,1-2-4 0,-4 1-4 15,0-5-4-15,-4 5-6 0,-3-1 0 31,-7 2 1-31,-1 1-9 0,-5 3-5 0,4 5-3 16,-2 0-11 0,0 0-26-16,5 0-50 0</inkml:trace>
  <inkml:trace contextRef="#ctx0" brushRef="#br0" timeOffset="92541.15">8202 6818 243 0,'0'0'7'0,"0"0"-7"0,0 0 0 0,0 0 0 16,0 0 0-1,0 0-2-15,0 0 2 16,0 0-1-16,0 0 3 16,15 44 0-16,-9-30 3 15,0 2-2-15,-2 1 0 16,4-1-1-16,-4 1-2 0,1-2 1 16,-1 0-1-16,0-1 1 15,-3-1 0-15,1-1-1 16,-2-2-5-16,0 0-25 15,0-3-43-15,-3-4-35 0</inkml:trace>
  <inkml:trace contextRef="#ctx0" brushRef="#br0" timeOffset="92892.12">8225 6845 20 0,'0'0'155'16,"0"0"-153"-16,0 0 0 0,47-22-1 16,-34 19-1-1,4 0 2-15,-2 1-1 0,1 1 5 0,-1 1 7 16,-1 0 1 0,-5 0-6-16,1 1-5 0,-2 5-3 15,-4 1 1 1,-4 0-1-16,0 2-2 15,0-1 0-15,0-1 4 0,-8 2 1 0,0-2 6 16,-3-1 2 0,-3-1 4-16,-1 0-7 0,-1-1-1 0,-1-1-3 31,1-2-2-31,2 3-1 16,3-3 2-16,2 1-18 0,2-2-12 15,5 0-24-15,2 0-35 0</inkml:trace>
  <inkml:trace contextRef="#ctx0" brushRef="#br0" timeOffset="93582.25">8444 6800 259 0,'0'0'5'0,"0"0"-5"16,0 0-5-16,0 0 4 16,0 0-1-16,0 0-1 15,0 0 2-15,0 0 3 0,8 40-1 16,-4-31 0 0,2-1 0-16,-1-1 1 0,3-3 3 15,2 2-4-15,-1-4 1 16,-1 0-1-16,4-2 1 15,-3 0 0-15,1 0 0 0,-3 0 0 16,2-3-1 0,0-4 1-16,-4 1 0 0,1 0 1 15,-1-2-1-15,-2 1 0 0,1 0-1 16,-2 1 0 0,0 0-2-16,-2 2 0 0,2 3-1 15,-2 1 0 1,0 0 0-16,0 0 0 0,0 0-4 15,0 0 2-15,0 5 5 0,0 4 0 16,0 1-1 0,1 3 0-16,0 1 2 0,1 2-2 15,1-1 0 1,-1 1 1-16,0 2-1 0,-2-1 0 16,2 0 0-16,-1 2 1 0,0-1 1 15,-1 2 0 1,0-3-1-16,0 1 1 0,0-2 0 0,0-1-1 31,-4-3 1-31,-4-2 1 0,1-1 0 0,-1-5 4 16,-4-1-6-1,1-2 7-15,-1-1-2 0,-1 0-2 16,2-7-2-16,-1-2-1 0,2-2 0 31,5 0 0-31,1-2 1 16,1 0 1-16,3 1-6 15,0 0 1-15,5 2 9 0,2-1-7 16,4 2 0-16,2 2-7 16,0 0-16-16,-1 0-20 15,1 0-53-15</inkml:trace>
  <inkml:trace contextRef="#ctx0" brushRef="#br0" timeOffset="96285.4">1996 8464 84 0,'0'0'10'0,"0"0"16"0,0 0 8 16,0 0-2-16,0-1-3 16,0-2-9-16,0 2-8 15,0-1-8-15,0 1-1 0,0-2-2 16,0 0-1-16,0 3 1 15,0-3-1 1,0 3 1-16,0 0 0 0,0 0 2 16,0 0 0-16,0 0 0 15,0 0 0-15,0 0 1 0,0 0-3 16,0 0-1 0,0 0-1-16,0 0 1 0,2 0 1 15,-2 6-1 1,2 0 0-16,1 2 0 0,-3-1 0 0,2 3-1 15,0-1-3 1,0 1 8-16,1-2-3 16,2 2-1-16,1-3 1 0,1 2-1 0,1-3 1 15,0 1-1-15,0-3 0 16,3 2 0 0,-2-2 1-16,-1-3-1 0,2 3 0 15,-3-4 1-15,-1 0-1 0,2 0 0 31,-2 0 1-31,-2 0-1 0,1 0 0 0,-1 0 1 16,-2 0 1-16,0-4 1 0,-2-3 1 31,2 0 0-31,-2 0 3 16,2-2-2-16,-2 1-1 0,0 0 1 0,0 0-2 16,2 3-1-1,-2-1-1-15,0 2-1 16,0 2 1-16,0 1 0 15,0 0-1-15,0 1 0 0,0 0-1 0,2 0-2 32,0 0 1-32,2 5 1 15,-1 2 1-15,1-1 0 0,2 1 1 16,2 1-1-16,0-2 1 16,1 1-1-16,0-2 0 15,3-1 0-15,-2 0 0 0,-1-4 1 16,3 0-1-16,-3 0 1 15,-1-3-1-15,2-3 2 16,-4-4 1-16,1 0 5 16,-3-1 3-16,-2 0 0 15,-1-1-2-15,-1 0-1 0,0-1-1 16,0 0-4-16,-3 2-1 16,-1-2-1-16,-3 6-2 15,1-2-2-15,0 3-9 16,-2 2-18-16,1 0-32 0,-1-2-115 15</inkml:trace>
  <inkml:trace contextRef="#ctx0" brushRef="#br0" timeOffset="102476.96">3320 7957 19 0,'-1'0'42'0,"-1"0"-9"0,0 0-5 16,2 0 4 0,-2 0 5-16,2-1-12 15,0 1-5-15,0-3-2 0,0 2-2 16,0 0 4-16,0-1-9 0,0 0-6 15,0 1-2-15,0 1-2 16,0-3-1-16,0 3 1 16,4-3-2-1,3 2 2-15,1-2-2 0,0 0 2 16,3 0-2-16,-3 0 1 0,2 0 1 16,1-1 0-16,-3 3 0 15,1-1-2-15,1 2 2 0,-4 0-1 31,1 0 0-31,-5 0 0 0,2 0-1 0,-1 7 2 16,0 1-2 0,-1 0-1-16,-2 3-1 15,0-1 4-15,0 3 1 0,0 1-2 0,0-1-1 16,0 0 0-16,-6-1 0 16,4 0 4-1,0-1-1-15,0-2-1 16,0 2 1-16,2-1-2 0,0-3 1 0,0 1 0 31,0-3-1-31,0 0 0 16,2 0 1-16,0-1 0 15,3-2 1-15,0 2-2 0,1-2 1 16,-2-1-1-16,3-1 1 16,-1 0 1-16,4 0 3 15,-4 0-2-15,3 0 1 16,-2 0-2-16,2 0-1 0,0 0 0 15,0 0-1-15,0-3 1 16,-2-1-1-16,0 3 0 16,-1-1 0-16,-2 1-1 15,-2-1-5-15,-2 1-7 0,0-1-18 16,0 0-39-16</inkml:trace>
  <inkml:trace contextRef="#ctx0" brushRef="#br0" timeOffset="102769.66">3360 8044 54 0,'0'0'75'0,"0"0"-55"0,0 0 3 0,0 0 3 0,0 0-3 16,0 0 1 0,0 0-4-16,0 0-6 15,0 0-2-15,0 0-2 0,0 0-4 16,30-30-4-16,-18 26-1 0,-1 1-1 16,2-1 0-1,1 2-6-15,-1-3-26 16,1-1-30-16,-3-1-60 15</inkml:trace>
  <inkml:trace contextRef="#ctx0" brushRef="#br0" timeOffset="103275.77">3530 7646 75 0,'0'0'39'0,"0"0"-23"0,0 0-1 0,0 0-9 0,0 0 0 16,-39 28-1-16,35-22 0 15,1 0 5-15,1 4 0 16,2-3 3-16,-2 3-2 15,2-1-1-15,0 2 3 16,0 0-2-16,0-1-2 0,2 0-2 16,0 1 0-16,3-1-3 15,2 0 0-15,0-3 2 16,1-1-2-16,1 0 1 0,1-3 1 16,0-1-1-16,4-2-2 15,-3 0-4 1,2 0-21-16,-1-1-65 0,-3-6-108 15</inkml:trace>
  <inkml:trace contextRef="#ctx0" brushRef="#br0" timeOffset="103597.74">3628 7710 61 0,'0'0'89'0,"0"0"-55"16,0 0-30-16,0 0-1 16,0 0 10-16,0 0 4 0,0 0-1 0,0 0-4 15,0 0-6-15,4 33 0 16,-2-25-2-1,-2-2-2-15,2 1-1 0,1-1 0 16,-3 1 0 0,2-3-1-16,0 1 0 0,0-1-6 15,1-2-30 1,-3-2-57-16</inkml:trace>
  <inkml:trace contextRef="#ctx0" brushRef="#br0" timeOffset="104031.05">3697 7574 75 0,'0'0'20'0,"0"0"0"16,0 0 3-16,0 0-10 16,0 0-6-16,38-2-3 0,-27 5 1 15,-4 3 5-15,4 2 0 16,-1 1-1-1,0 1-4-15,-1 1-3 0,0-1 1 16,0 0-1-16,-4 3-1 16,1-2 0-16,-2 0 0 15,-4-2 5-15,2 1 3 0,-2 0-1 16,0 0 0 0,0-3 0-16,-2 2-1 0,-2-2 2 0,0 1-7 15,-1-1 2-15,1-1-2 16,-2 0-2-1,0-5-76-15</inkml:trace>
  <inkml:trace contextRef="#ctx0" brushRef="#br0" timeOffset="105115.77">4263 8109 136 0,'0'0'14'0,"0"0"4"0,0 0-8 0,0 0-5 16,0 0 1-16,0 0 3 15,0 0 3-15,0 0 3 0,0 0 9 16,0 0-5 0,-25-35-3-16,16 32-8 0,2 1-8 0,-2 2 0 31,-2 0-2-31,0 0 2 0,0 0 0 16,2 5 2-16,-3 2-3 0,4 1 2 15,1 2-1 1,0 0 0-16,1 2 0 0,3-1 1 0,1 2 0 15,2-4 0-15,0 2-1 16,0-1-1 0,2-2 1-16,5-1-1 0,0-3 2 0,0 1 0 31,2-4 1-31,4-1 0 16,-2 0-2-16,0 0 2 0,-2 0-1 0,2-4 0 15,-2-2-1-15,-3 1 0 16,2-3 1-16,-2 1 0 15,1-1-1 1,-3-1 1-16,-1 1-2 16,1-1 0-16,-1 2-1 15,-3 0-2-15,0 0 3 0,0 3 1 0,0 1 0 32,0 1-3-32,0 0 2 0,0 1 2 15,0 1 6-15,0 0-9 16,0 0 2-16,0 0 0 15,0 3-1-15,4 4 1 16,-2-2 1-16,5 2 2 16,-1-1-2-16,3-1 0 0,-1-2-1 15,2 3 1-15,3-5-1 16,-1-1-3-16,-1 0-38 16,1 0-88-16</inkml:trace>
  <inkml:trace contextRef="#ctx0" brushRef="#br0" timeOffset="105532.96">4316 7729 137 0,'0'0'15'0,"0"0"18"0,0 0-7 0,0 0-14 15,0 0-4 1,0 0-2-16,0 0-3 0,-42 18 0 15,33-9-1-15,0 2 1 0,4 0-1 32,-1 3 0-32,2-2 0 15,1 2 1-15,3-1 1 0,0 1 1 16,0-3-3-16,0-2 1 0,2 1-3 0,5-3 3 31,0 0-5-31,6-3 9 0,0-1-7 0,-2-3-28 31,5 0-45-31,-3 0-101 0</inkml:trace>
  <inkml:trace contextRef="#ctx0" brushRef="#br0" timeOffset="105761.11">4380 7804 225 0,'0'0'16'0,"0"0"-14"16,0 0 0-16,0 0 5 0,0 0 3 16,-6 40-2-16,6-30-3 15,0 0-3-15,0 1-1 16,0-1 0-16,0 0-1 16,0-2-1-16,2-2-10 15,0-2-31-15,3-1-53 16</inkml:trace>
  <inkml:trace contextRef="#ctx0" brushRef="#br0" timeOffset="106014.87">4419 7724 87 0,'0'0'184'0,"0"0"-179"15,0 0-3 1,0 0 2-16,42-14 7 0,-28 13-6 16,4 1-2-16,-2 0-2 15,-1 4 0-15,1 7-1 0,-3 1 1 16,-4 8-1-16,0 2-2 16,-4 4-3-1,-5 6-16-15,0 1-33 0,-5 0-68 0</inkml:trace>
  <inkml:trace contextRef="#ctx0" brushRef="#br0" timeOffset="107364.1">4993 8437 139 0,'0'0'21'0,"0"0"17"0,0 0-18 0,0 0 0 31,0 0-3-31,0 0-4 0,0 0-5 0,0 0-2 16,0 0 3-16,0 0-1 15,0 0-4 1,0 0-2-16,0 0-3 15,0-15-2-15,0 15 3 16,0 7-3-16,-2 1 4 16,2 1-2-16,0 1 2 15,0 1 1-15,0-1-2 0,0 1 0 16,0-1 2-16,0 2-2 16,2-3 0-16,2-1 2 15,-1 0-2-15,4-3 0 16,-3 0 1-16,1-1-1 15,-1-2 1-15,0-1-2 0,1-1 3 16,0 0-1-16,-1 0 0 16,-1-1 1-16,1-5-1 15,0-1 2-15,-1 0-2 16,3-3-1-16,-4 3 0 0,3-3 1 16,-3 3-2-1,1 0 2-15,-1 4-1 0,0-1 0 0,-2 2 0 16,2 2 0-16,-2 0 0 15,2 0-5-15,1 3 4 16,3 5 0 0,-2-2 1-16,2 4 0 15,2-1 0-15,-1-2 1 0,-1-1 0 0,4-1-1 16,-1-2 2-16,-1-2-2 16,1-1 1-1,0 0 1-15,-2 0 0 0,-3-1 8 16,1-6 1-1,-1-3-1-15,1 0 2 0,-5-3 3 16,2 2-3-16,-2-4-6 16,0 0-3-16,0-2-3 0,-2 3 0 0,0 1-7 31,-3-1-8-31,1 2-6 16,3 1-1-16,-1 1-10 0,0 2-72 15</inkml:trace>
  <inkml:trace contextRef="#ctx0" brushRef="#br0" timeOffset="110384.06">5985 8608 82 0,'0'0'75'0,"0"0"-73"0,0 0-1 0,3 0 0 0,4-2-1 16,-1-2 1 0,3-1-1-16,0 0 1 15,1-2 3-15,2 1 14 0,2-1 1 16,-1 4-5-16,1-2-3 16,-1-1-2-16,-2 2-5 0,1 2 1 15,-4 1-3-15,1 1 0 0,-2 0-2 31,-2 0 0-31,-1 0 0 0,-2 3-2 16,-2 5 2-16,0 2-4 16,0 3 6-16,0 3-1 15,-6-1-1-15,0 1 1 16,-2 1 2-16,1-1-4 16,1-1 2-16,1 2 0 0,1-3-1 15,-1-1 1-15,3-3 0 16,2 0-1-16,0-3 2 15,0 0 0-15,0-4 3 16,0 3-2-16,4-4 5 0,1 0-3 16,0-2 1-1,1 1 0-15,3-1-3 0,0 0-1 16,0 0-1-16,2 0-1 16,1-2 1-16,-3-3-3 15,-1 0-23-15,-4-1-25 0,-2-2-65 16</inkml:trace>
  <inkml:trace contextRef="#ctx0" brushRef="#br0" timeOffset="110601.62">6044 8683 208 0,'0'0'81'0,"0"0"-78"0,0 0 0 16,43-7 4-16,-26 1 0 0,3 0-5 0,1 2-2 16,0-3 0-1,-3 1-4-15,1 1-42 0,-4-2-65 16</inkml:trace>
  <inkml:trace contextRef="#ctx0" brushRef="#br0" timeOffset="110969.83">6200 8206 154 0,'0'0'4'16,"0"0"9"-16,0 0-5 16,-34 40 11-16,24-22-3 15,3 0 6-15,0 1-4 0,2 2-10 16,5-1-2-16,0 1 0 15,0-5 1-15,2 1-6 16,8-4 1-16,1 0 2 16,1-3-2-16,3-2-1 0,1-4-15 15,-1-2-47-15,3-2-33 16</inkml:trace>
  <inkml:trace contextRef="#ctx0" brushRef="#br0" timeOffset="111334.67">6234 8304 115 0,'0'0'119'0,"0"0"-111"16,0 0-3 0,0 0-4-16,0 0 0 0,45-12-1 0,-32 12 2 15,0 0-2 1,0 0 0-16,-3 5 1 0,-6 2-1 15,-1 1-1 1,-1 2 0-16,-2 2-4 16,-2 0 3-16,-7-2-1 0,-1 2 2 0,-1-4 2 15,1 1 1 1,2-4 5-16,2 0 6 16,3-2-7-16,2-1-2 0,1-1 0 15,0-1-4-15,6 0 13 0,3 0 0 31,4 0-4-31,3-3-5 0,2-2-2 0,2 0-2 0,0-1 0 32,-2-1-12-32,-3-2-52 0,1-1-37 15</inkml:trace>
  <inkml:trace contextRef="#ctx0" brushRef="#br0" timeOffset="111576.5">6386 8199 53 0,'0'0'201'15,"0"0"-198"-15,0 0 4 16,0 0-5-16,0 0 6 0,38-6-2 16,-25 9 0-16,-1 8 1 15,1 3-5 1,-5 5 1-16,2 2 0 0,-6 6-5 15,-4 0 4-15,0 3-5 16,0 0-6-16,-9-2-28 0,-2-1-30 16,0-3-46-1</inkml:trace>
  <inkml:trace contextRef="#ctx0" brushRef="#br0" timeOffset="112596.74">6886 8577 159 0,'0'0'43'0,"0"0"-18"0,0 0-5 0,0 0 0 0,0 0-3 15,0 0-2-15,0 0-6 16,5-35-6-16,-5 28 1 0,0 0-3 15,-2 3-4 1,-4-1 1-16,0 3 1 0,-3-1 0 16,1 3 1-16,-1 0 2 15,-3 0-1-15,0 3 2 0,1 4-3 16,1 3 1 0,1 1-1-16,3 2 0 0,0 1 0 15,4 2 1-15,2-1-1 16,0 1 0-16,0-2 0 15,3-1-2-15,4-1 2 16,-1-1 2-16,1-4-2 0,0-2 1 16,2 0 0-1,-2-4-1-15,1 1 1 0,-3-2-1 16,1 0 0-16,1 0 0 0,-2-8 0 16,-1-1 1-16,0 0-1 15,1-2 0 1,-1-3-1-16,1-2 0 15,-2 2-1-15,1-2-3 0,0 2-1 16,-2 1 1-16,-2 4 5 0,1 2 3 16,-1 3 3-1,0 1 1-15,0 3-2 16,0 0-3-16,1 0-4 16,-1 0-2-16,1 7 3 15,3 2 3-15,0 1-1 0,-1-1 1 0,4 2-2 16,1-2 1-1,1-2 1-15,1 0-1 16,-2-2 0-16,3-1 2 16,-2-2-3-16,2-2 0 0,-2 0-15 0,-2-3-39 15,-2-6-67-15</inkml:trace>
  <inkml:trace contextRef="#ctx0" brushRef="#br0" timeOffset="112965.51">6891 8288 264 0,'0'0'-6'0,"0"0"10"0,0 0-2 0,0 0-1 0,0 0 0 16,44-30-2-16,-32 30 1 15,-1 0 0-15,-4 3 0 16,-1 10-1-16,-3-2-1 0,-3 4-6 16,0 0 1-16,0 1 0 15,-8-1 4-15,2-2-7 16,0-3 15-16,1-3-5 0,3 0 9 16,0-2 4-16,0-1-3 15,2-3-3-15,0-1 0 16,2 0 9-16,9 0-2 15,0 0-4-15,7 0-7 16,2-3-2-16,0 0-2 0,2-3-9 16,-1 0-31-1,-2 0-29-15,-3-2-54 16</inkml:trace>
  <inkml:trace contextRef="#ctx0" brushRef="#br0" timeOffset="113236.48">7108 8214 231 0,'0'0'16'0,"0"0"-14"0,0 0 13 31,36 15 4-31,-23-6-8 16,-2 0-8-16,-2 5 2 0,-2 2-3 0,0 2-1 15,-3 2-1 1,-4-3-1-16,0 2-4 16,0-1-6-16,-11-4-2 15,-1-1 2-15,-3-1-8 16,-3-3-2-16,0-4-38 0,-2-5 3 16</inkml:trace>
  <inkml:trace contextRef="#ctx0" brushRef="#br0" timeOffset="113449.85">6775 8254 244 0,'0'0'28'15,"0"0"-29"-15,0 0 4 16,-21 54-2-16,19-33 0 0,2 2 0 15,0 0 1-15,2-2-1 16,8 3-2-16,-1-4-19 0,6-3-53 16,3-3-35-16</inkml:trace>
  <inkml:trace contextRef="#ctx0" brushRef="#br0" timeOffset="114653.57">7231 8527 119 0,'2'-3'71'0,"-2"-2"-24"0,4 0-23 0,2 1-11 0,2-2-2 16,-3-1-5-16,5 3-4 15,-3 0-2 1,-1 2 0-16,2-1 0 0,0 2 1 0,-3 1-2 31,1 0 2-31,2 0 0 16,-2 0-1-16,-1 0 0 0,3 2 2 0,-3 1-2 0,2-3 0 31,-1 0 0-31,1 0 2 16,-3 0 7-16,0 0 3 15,1 0 0-15,0-4 0 16,-1 1-4-16,-1-2-1 0,1-1-5 16,-2 0 0-16,0 2-2 15,-2 0-4-15,0 1-15 16,0 2-17-16,-4-1-72 15</inkml:trace>
  <inkml:trace contextRef="#ctx0" brushRef="#br0" timeOffset="114938.92">7306 8629 214 0,'0'0'26'0,"0"0"-16"0,0 0-6 0,0 0 0 16,0 0 0-16,43-25-4 15,-32 22-3-15,0 1-16 0,-3-2-25 16,2 1-42 0</inkml:trace>
  <inkml:trace contextRef="#ctx0" brushRef="#br0" timeOffset="115573.11">7512 8403 92 0,'0'0'86'0,"0"0"-66"0,0 0-4 31,0 0-6-31,0 0-2 0,0 0-6 0,0 0-4 0,0 0 2 32,11 9 2-32,-9 1 0 15,1 0-1-15,0 0 0 16,1-2 0-16,0 2 0 16,0-3 0-16,1-3 0 15,1-1 0-15,-1-1 0 0,2-2 4 16,-1 0 0-16,3 0 0 15,-4 0 0-15,2-5-3 16,-1-2-1-16,-1 0 2 16,-1-3-2-16,-1 0 0 0,-2 0 1 15,1 0-1-15,-1-1-2 16,1 1 2-16,-2 3-1 16,0 3 1-16,0 0 0 15,0 2 1-15,0 2 0 16,0 0-2-16,0 0-4 0,0 3 4 15,5 4-1-15,-3 4 2 16,1 1-1-16,1 0 0 16,2 1 1-16,-1 2 0 15,1 0 0-15,0 1 2 16,0-2 0-16,-2 0 3 0,-1-1-1 16,0-3-4-16,-3-1 2 15,0-1-1-15,0-2-3 16,0-2 0-16,-4 0-1 15,-4-2 7-15,-2-1-1 0,-3-1-8 16,-2 0-16-16,-1-3-45 16,-3-5-152-16</inkml:trace>
  <inkml:trace contextRef="#ctx0" brushRef="#br0" timeOffset="115997.9">7425 8199 123 0,'0'0'80'0,"0"0"-74"0,0 0 10 0,0 0-1 31,0 0-8-31,0 0-5 16,0 0-1-16,0 0 0 0,35-13 9 0,-33 10 9 16,2-1-4-16,-2-1 0 15,0-2-3-15,0-1-4 0,0 0-5 16,0-1-2-16,1-1-1 16,1 0 0-16,0-1 0 31,-2 2 1-31,3 2-1 0,0 0 0 15,-2 3 0-15,0 2 0 0,2 2 0 0,-1 0-2 32,1 0 1-32,4 8 0 15,2 4 0-15,2 5 1 0,3 3 0 16,1 6 0-16,4-1 1 16,0 2-2-16,3-2-72 0</inkml:trace>
  <inkml:trace contextRef="#ctx0" brushRef="#br0" timeOffset="122386.59">863 11718 173 0,'0'0'14'0,"0"0"-12"0,0 0 2 16,0 0 1-1,6 0 0-15,2 0-2 0,0-3 1 0,3 0 1 16,3 0 5 0,-3-1 1-16,2 0-4 15,1 1-1-15,-1-1-2 0,1 1 0 0,-1-1 1 31,1 1 0-31,-3-1 0 0,-1 2 3 0,2-1-2 16,-5 1 1 0,0 0-5-16,4 2 0 0,-6 0-1 0,1 0-1 31,-2 0 1-31,1 0-1 16,-3 0 0-16,0 5 0 0,0 2-1 15,-2 2 0-15,0 0 1 16,0 4-2-16,0-2 2 0,-4 3 0 0,-3-1-2 15,-1 1 3-15,-4-1-2 16,1 0 5 0,2 0 1-16,-4-2-3 15,4-1-1-15,2 3-1 0,-1-5 1 0,2 1-1 16,2-1 1-16,2-1 0 31,0-2 1-31,0-1-1 16,1 2 1-16,1-2-2 0,0-1 2 15,0-2-2-15,0 2 0 16,0-1-2-16,0 0 4 16,1 0-2-16,1-1 0 15,2 1 2-15,0-1-3 0,2-1 3 16,-2 1-1-16,3-1 0 16,3 0 0-16,0 0 3 15,1 0 1-15,-1 0-1 16,4 0 1-16,-3 0-2 15,2 0 1-15,-1 0-2 0,-1 0-1 16,3 0 0 0,-7 0-1-16,3 0 1 0,0 0 0 15,-4 0-1-15,-1 0 0 16,-1 0 0-16,-2 0-2 16,-2 0-16-16,0 0-19 0,0 0-40 15,-2 0-88-15</inkml:trace>
  <inkml:trace contextRef="#ctx0" brushRef="#br0" timeOffset="122770.32">977 11823 193 0,'0'0'17'0,"0"0"4"0,0 0 4 0,0 0 0 15,0 0-7 1,0 0-9-16,38-3-6 0,-27 3-2 16,-2 0 0-1,4 0-8-15,-4 0-49 0,3 0-90 16</inkml:trace>
  <inkml:trace contextRef="#ctx0" brushRef="#br0" timeOffset="123379.5">1259 11337 121 0,'0'0'21'0,"0"0"4"0,0 0 4 0,-38 6-12 15,26-1-5 1,3 0-3-16,-1 4-2 0,-2-2-3 0,3 0 2 16,3 4 0-16,-1-1 1 31,-2 3-1-31,6-2-1 0,-3 1-1 15,4-1-2-15,-1 0 2 0,3 1 2 0,0-3 0 32,0 0 0-32,3 0-1 15,1-1 4-15,3-1-6 16,0-1-3-16,2 0 1 0,1-2-2 0,4 0-2 0,-1-4-12 31,1 0-40-31,0 0-70 0</inkml:trace>
  <inkml:trace contextRef="#ctx0" brushRef="#br0" timeOffset="123732.69">1373 11421 189 0,'0'0'17'0,"0"0"8"0,0 0-8 16,0 0 7-16,0 0-2 16,0 0-15-16,0 0-7 15,0 0 3-15,0 0 4 0,-2 23 2 16,2-12-3-16,0 1-1 15,0-1-2 1,0-1-2-16,0 0 0 0,0 1 0 16,0-4 0-16,0 1-1 0,2-3-5 15,2-2-21 1,1-3-34-16,-1 0-105 16</inkml:trace>
  <inkml:trace contextRef="#ctx0" brushRef="#br0" timeOffset="124147.5">1444 11279 171 0,'0'0'4'0,"0"0"22"16,0 0-3-1,38-13 2-15,-28 12-12 0,0 1-3 16,1 0-1 0,1 0-4-16,-1 4 2 0,-2 3-3 15,4 2-2-15,-4 2 2 16,0 5-3-16,-2 0 0 0,0 2 0 0,-1 0-1 15,-2 0 1-15,1 0 0 16,-1 0 0 0,1 1 0-1,-2 1-1-15,1-3 1 16,-4 1-2-16,2-1 0 0,-2-2 0 16,0 0 0-16,0 1 1 15,-6-2 0-15,-2 0-9 16,-1-4-36-16,1-1-67 15</inkml:trace>
  <inkml:trace contextRef="#ctx0" brushRef="#br0" timeOffset="125237.81">1894 11720 148 0,'-2'0'27'0,"-2"0"8"0,4 0-17 16,-2 0 8 0,2 0-3-16,0 0 2 0,0 0-7 15,0 0-6-15,0 0 1 0,0 0-2 32,0 0-7-32,0-2-3 0,0 2 1 15,2-1-2-15,4 1 0 0,0-2 1 16,1 2-1-16,-1 0 0 0,4-1 0 31,-2 1 0-31,1 0 0 16,0 0 1-16,-2 0-2 0,2 0-2 0,-3 0-19 15,1 0-20 1,0 3-28-16,-2 1-49 16</inkml:trace>
  <inkml:trace contextRef="#ctx0" brushRef="#br0" timeOffset="125472.84">1929 11832 121 0,'0'0'11'0,"0"0"19"16,0 0 19-16,0 0-5 15,0 0-9-15,0 0-13 0,0 0-10 16,0 0-3-16,40 8-5 16,-27-6-3-16,4-1 0 15,1 0-3-15,-1 1-36 16,1-2-66-16</inkml:trace>
  <inkml:trace contextRef="#ctx0" brushRef="#br0" timeOffset="128248.03">2495 11641 70 0,'0'-1'6'0,"0"1"10"0,0 0 6 0,2 0-3 15,-2 0-6-15,0-1-2 16,0 1-1-1,0 0 1-15,0 0 0 0,0 0-7 0,0 0-5 32,0 0 4-32,2 0 2 15,0 0 3-15,0 2 2 16,3 4 3-16,2 1 0 0,-1 0-3 16,5 0 0-16,1 0-5 15,1 0 0-15,3-1 0 16,-3 3 0-16,5-3 3 15,-3 0-3-15,2 0-3 16,-2 0 2-16,-1-2-3 0,1 3 0 16,-3-4-1-16,-3 1 0 15,1 1 0-15,-3-2-4 0,0 1-17 16,-4 0-16 0,1 0-32-16,-4-2-22 0</inkml:trace>
  <inkml:trace contextRef="#ctx0" brushRef="#br0" timeOffset="128632.1">2640 11587 217 0,'0'0'15'0,"0"0"9"0,0 0-8 0,0 0-5 15,0 0-2-15,0 0 0 16,0 0-4-16,-38 53-2 15,29-35-1 1,2 2-1-16,-1 0 0 16,1 0 1-16,-1-2-2 0,2-1 1 0,-1-3-1 15,3-2 1 1,0-1-1-16,-2-2-8 0,4-2-22 0,2-3-37 31,0-4-85-31</inkml:trace>
  <inkml:trace contextRef="#ctx0" brushRef="#br0" timeOffset="129467.08">2888 11615 198 0,'0'0'10'0,"0"0"3"0,0 0 0 0,0 0 8 16,0 0 3-1,0 0-17-15,0 0-9 16,0 0 3-16,0 0-1 16,0 0 0-16,0 32 3 0,2-18-2 0,-2-1-1 15,2 0 1 1,-1 1 0-16,3-3 0 0,0 0 1 0,0-2 1 15,2 1-1-15,0-3 0 16,1-1-1 0,-1-2-1-16,2-1 1 0,0-1 0 0,-1-1 1 31,1-1-2-31,0 0 1 16,-2 0 1-16,1-3 0 15,-1 0 0-15,-1-5 1 16,2 1-2-16,-3-2-1 0,3 0 1 15,-3 1-1-15,1 1 0 16,-3 1 1-16,0 1-1 16,0 2 1-16,0 0-1 15,-2 1 0-15,0 1 2 0,3 1-1 16,-2 0-1-16,0 0-1 16,2 0-1-16,1 6 3 15,1 0-1-15,1 2 0 16,0-1-1-16,2 3 2 0,-1-3-1 15,3 2 0 1,0-2 0-16,1-3 1 0,-1 0 0 16,4-2-1-16,-3-2 2 15,2 0 3-15,-1 0-3 0,-1-3 4 16,1-4 4-16,-4-2 1 16,-1-4 1-16,-1 1 9 15,-3-1 10-15,-1-3-20 16,1 2-2-16,-3 0-3 15,0 1-5-15,0 2-1 0,0 1-3 16,-4 3-2-16,0 2-18 16,0 1-30-1,0-3-9-15,-1 0-126 0</inkml:trace>
  <inkml:trace contextRef="#ctx0" brushRef="#br0" timeOffset="131608.37">3855 11709 116 0,'0'0'21'0,"0"0"26"0,0 0-9 0,0 0-6 31,0 0-7-31,0 0-6 0,0 0-5 0,0 0-10 0,0 0-1 32,0 0-1-32,0 0-1 15,0 0-1-15,0 0 0 16,39-15 0-16,-26 15 0 0,2 0 1 15,2 0-1-15,1 0 0 16,-1 0 0-16,1 0 0 16,-1 0-1-16,2 0-12 15,-4 0-5-15,-1-1-18 16,-1-2-29-16,-3-2-37 16</inkml:trace>
  <inkml:trace contextRef="#ctx0" brushRef="#br0" timeOffset="131957.41">3957 11593 165 0,'0'0'64'0,"0"0"-29"15,0 0-15 1,0 0-6-16,0 0 1 0,0 0-12 0,0 0-1 16,0 0-1-16,-2 53 0 15,2-35-1-15,0 3 1 16,0 1-1-1,0-1 0-15,0-1 0 0,0-1-1 0,2-1-17 32,0-4-30-32,0-3-21 15,2-5-83-15</inkml:trace>
  <inkml:trace contextRef="#ctx0" brushRef="#br0" timeOffset="132420.46">4254 11447 249 0,'0'0'15'0,"0"0"5"0,0 0-7 15,0 0 6-15,0 0-3 16,0 0-8-16,0 0-7 16,0 0-2-16,0 0-1 0,6 23 3 15,-1-8-1-15,-3 4 1 16,0 2 0-16,3 0-1 16,-1 2 1-16,0-3-7 15,1 1-10-15,-1-5-6 0,1 1-2 16,0-3-13-1,-3-4-20-15,0-3-28 16</inkml:trace>
  <inkml:trace contextRef="#ctx0" brushRef="#br0" timeOffset="132790.47">4309 11615 158 0,'0'0'20'0,"0"0"6"0,0 0-6 16,0 0-4-16,48-16-7 31,-35 14-1-31,-3-2 3 0,3 4-2 16,-1-2 3-16,2 2 1 15,-3 0-4-15,0 0-2 0,1 1-4 0,-4 6-1 31,-1 1-2-31,-1 4 1 16,-2-1-2-16,-2 2-1 0,0 0 2 16,-2-2-2-16,0-2 2 0,-4 1-2 15,-4-2-2 1,-3-1 2-16,-3-3-2 16,-1 0 9-16,-3-1-1 15,-1-1-5-15,0-2-3 16,2 0-1-16,1 0-6 0,5 0-13 15,1-5-34-15,4-6-53 16</inkml:trace>
  <inkml:trace contextRef="#ctx0" brushRef="#br0" timeOffset="133282.44">4574 11222 215 0,'0'0'12'0,"0"0"8"0,0 0-8 0,0 0-1 0,0 0-1 16,0 0 0-16,-46 2-1 0,36 7-5 15,1 4-1 1,-1-1 0-16,0 5-1 16,7-3 0-16,-1 2 2 15,4 1-1-15,0-3-3 16,0-1-1-16,4 0 3 16,5-5 3-16,2 1-6 0,5-4 2 0,2-2 0 15,-1-1-21-15,4-2-51 16,-4 0-75-1</inkml:trace>
  <inkml:trace contextRef="#ctx0" brushRef="#br0" timeOffset="133511.07">4707 11271 276 0,'0'0'22'0,"0"0"-19"15,0 0-5 1,0 0 8-16,0 0-5 16,0 43 0-16,0-31 0 15,2 1-1-15,-1-2 1 16,3 3-2-16,-2-5-1 16,2-2-2-16,-2 0-19 0,1-3-18 15,0-2-61-15</inkml:trace>
  <inkml:trace contextRef="#ctx0" brushRef="#br0" timeOffset="133842.16">4777 11199 158 0,'0'0'5'0,"0"0"19"0,55-5 7 16,-36 5-4-16,0 0-8 16,-1 0-6-16,-4 4 4 15,2 5-9-15,-3 1-5 16,-1 1 0-16,-2 3 2 16,-3 1-1-16,-1 3-3 0,-4 0-1 15,-2 1 0 1,0 0 1-16,-2 0-1 0,-7 0 1 15,-1-1-2 1,-2-2 2-16,-1 0-1 0,0 0 4 16,-3-4-16-16,-2 0-55 0,2-4-131 15</inkml:trace>
  <inkml:trace contextRef="#ctx0" brushRef="#br0" timeOffset="135438.84">5128 11607 109 0,'-2'0'37'0,"-1"-1"12"0,2-1-12 0,0 2-14 0,0-1-1 15,1 0-5-15,0-1-3 16,0 2-4-16,0 0-5 16,0-1 2-16,0 1-5 0,0 0 0 15,0 0 0-15,0 0 0 16,0 0-2-16,3 0 1 16,4 0-1-16,-2 0 0 15,3 0 1-15,-1 0-2 0,4 0 1 16,-2 0 1-16,0 1-7 15,2 1-19-15,-2-1-15 16,-5 0-38-16,-1-1-62 16</inkml:trace>
  <inkml:trace contextRef="#ctx0" brushRef="#br0" timeOffset="135701.73">5132 11717 119 0,'0'0'20'0,"0"0"17"0,0 0 11 16,0 0-22-1,0 0-6-15,0 0-1 0,0 0-6 0,0 0-7 16,0 0-3-1,36 1-3-15,-25-1 1 0,0 3-3 0,0-2-24 32,0-1-45-32,-2 0-142 15</inkml:trace>
  <inkml:trace contextRef="#ctx0" brushRef="#br0" timeOffset="137500.47">5762 11536 108 0,'-2'0'41'0,"0"0"-14"0,-1 0-3 0,1 0-13 0,-2 0-3 0,0 0-1 15,0 0 6-15,0 0-1 0,2 0 1 32,0-1-3-32,2-2 2 15,-2 3 1-15,2-3-8 0,0 0-3 16,0 2 3-16,0-2-5 15,4 0-1-15,5 2 1 0,0-2-1 0,2 0 2 32,3 2-1-32,-1 1 2 0,1-2 1 0,-3 2-2 15,0 0 0-15,-1 0-1 16,0 0 0-16,-5 3 0 16,-1 1 0-16,-2 2-1 15,0 4 0 1,-2-3-3-16,0 0 1 15,-4 3 0-15,-3-1 2 16,-3-1-2-16,0 1 0 0,1-2-1 16,-4 1 1-16,1-1-2 15,2-1 3-15,1 3 2 16,-1-2 0-16,2-1 0 16,3-1 0-16,-1 1 0 0,2 0 0 15,3-2 1-15,0-1-1 16,1-2 0-16,0 0-4 15,0 1 6-15,0-1-6 16,0-1 4-16,0 0 2 0,0 3 2 16,6-3 0-1,-2 0 0-15,0 0 0 0,3 0-2 16,0 0 0-16,2 0-1 16,0 2-1-16,-1-2 0 15,4 1 0-15,-5-1 0 16,1 1 1-16,-1-1-1 15,1 0 0-15,0 0 2 0,-2 0 1 16,1 0-1-16,0 0 0 0,0 0-2 16,-3 0 0-16,0 0 1 15,1 0-3 1,-1 1-14-16,-2 0-17 16,2-1-58-16,-2 0-67 0</inkml:trace>
  <inkml:trace contextRef="#ctx0" brushRef="#br0" timeOffset="137789.91">6002 11600 292 0,'0'0'19'0,"0"0"3"0,0 0 6 0,0 0-2 0,0 0-19 0,0 0-15 31,0 0-12-31,0 0-28 15,0 0-21-15,0 0-48 16</inkml:trace>
  <inkml:trace contextRef="#ctx0" brushRef="#br0" timeOffset="138294.67">6214 11525 159 0,'0'0'23'0,"0"0"12"16,0 0-14-16,0 0-11 16,0 0-7-16,0 0-3 15,0 0 1-15,0 0 1 0,-38 7-2 16,28 0 2-1,4 2 1-15,0 3 2 0,3-2-2 16,-1 3 0-16,4 0-1 16,0 0 1-16,0-1-4 0,0 0 3 15,7-2 4-15,3 0-2 16,0-2 1 0,0-1-2-16,2-4 0 0,2 1 2 15,-1-3-2-15,2-1 2 0,-2 0 0 16,1 0-2-1,-2-3-1-15,0-4 2 16,-2-2 5-16,-4-1 3 16,1-3-3-16,-3 0 0 0,-2-1-3 15,-1-3 2 1,-1 2-6-16,0-1-2 0,-1-1 1 16,-5 4-2-16,-5 0-2 0,-3 6 2 0,-1 2-3 31,-5 3-6-31,2 2-6 15,-2 0-28-15,1 0-49 0</inkml:trace>
  <inkml:trace contextRef="#ctx0" brushRef="#br0" timeOffset="139264.04">6912 11437 208 0,'0'0'5'0,"0"0"-3"0,0 0 0 15,0 0 6-15,0 0 12 0,0 0-6 0,0 0 5 16,0 0-5-16,0 0 0 15,0 0-8 1,50 3-2-16,-33-3-3 0,2 0 0 16,-1 0 0-1,0 0 0-15,-4 0-1 0,1 0 0 0,-1 0 0 32,-4 0 1-32,-3 1-2 0,0 2 2 0,-5 0-2 15,-2 1-3-15,0 3-6 0,-6 0 6 31,-6 0 5-31,-1 1-2 16,-1 1 1-16,1 0 0 16,-1-2-4-16,3 0 8 0,3-1-3 15,2-2 0-15,5-2 0 0,-1-1 0 0,2-1 1 32,0 0-1-32,0 0-3 15,0 0 10-15,2 0-4 16,5 0-1-16,-1 0-2 15,1 0-1-15,2 0 1 0,0 0-1 16,0 0 0-16,-1 0 1 16,0 4-1-16,1-1 1 15,-1 4-1-15,-2 0 0 16,4 2 0-16,-5 0 0 16,-1-1 1-16,-2-1-1 0,0 0-1 15,-2-1 1-15,0-1-2 16,-2 1 0-16,-2-2-1 0,-5-1 5 15,-3-1-3-15,0 0 5 16,-1-2-4-16,1 0 3 16,-1 0-3-16,3 0 7 15,1 0-5-15,0 0 0 16,5 0 1-16,-1-2-2 0,0 0 1 16,4-2-4-1,1-2-10-15,0 0-30 16,1-1-85-16</inkml:trace>
  <inkml:trace contextRef="#ctx0" brushRef="#br0" timeOffset="139554.31">7327 11524 291 0,'0'0'24'0,"0"0"-5"0,0 0-1 15,0 0-2-15,0 0-8 0,0 0-7 16,0 0-4-1,0 0-16-15,0 0-20 16,0 0-36-16,0 0-78 16</inkml:trace>
  <inkml:trace contextRef="#ctx0" brushRef="#br0" timeOffset="140080.62">7497 11458 54 0,'0'0'122'15,"0"0"-123"-15,0 0 4 16,0 0-3-16,0 0 0 16,0 0 2-16,0 0 14 0,-37 24-6 15,29-14-3-15,2 2-1 16,1-1 0-16,-1 2-2 16,2-2-1-16,2-1 0 15,2 1-2-15,0-2 0 0,0-2 3 16,4-1 6-16,4-2-2 15,1 0 3-15,1-2-4 16,2-1-2-16,1-1-3 16,3 0 2-16,-3 0-3 0,3-3-1 15,-1-2 3-15,-1-4-2 16,-2 2 3 0,0-2 6-16,-4-2 1 0,-2 0-4 15,-5-2 0-15,-1 0-4 0,0 0-3 16,-5 3-1-16,-5-1 0 15,-5 5-2-15,-1 1-3 16,-3 3-7-16,1 2-14 16,2 0-12-16,0 0-52 15</inkml:trace>
  <inkml:trace contextRef="#ctx0" brushRef="#br0" timeOffset="141066.69">7644 11251 163 0,'0'0'23'0,"0"0"1"0,0 0-12 31,0 0 3-31,0 0-5 0,0 0-6 0,0 0-1 0,0 0-1 31,39-10 3-31,-29 8-2 16,-1 1-3-16,3 0 1 15,-1-1 1-15,1 2-1 16,5 0 1-16,-5 0 0 0,2-1 1 16,-1 1 1-16,1-1 1 15,-3-1-3-15,0 2 3 16,-1 0 1-16,-6 0-2 15,0 0-3-15,1 0-1 0,-3 0 1 16,0 0-1-16,0 0 0 16,0 0 1-16,0 4-1 15,2 2 0-15,-4-1 1 16,2 0-1-16,0 2 0 16,0 0 1-16,-1 2-1 0,1-1 0 15,2 3 1-15,-2-1-1 16,0 2 0-16,0-1 1 15,-1 2-1-15,1-2 1 16,-1 3-1-16,2-2 0 0,-3 3 1 16,0-2 1-16,0 1-2 15,0-1 1-15,0 0 1 16,0 0-1-16,0-2 1 16,0 0 0-16,0 1 0 15,2-2 0-15,-2 1 0 16,3-1-1-16,-1 0 2 0,-2 0-3 15,0 1 0-15,1 0 0 16,-1-2 1-16,0 1-1 0,1 0 0 16,-1 0 0-16,0-1 0 15,0 0 1 1,0-1-1-16,0-1 0 16,0 1 0-16,0-1 0 0,0-1 1 15,0 1 0-15,0-3-1 0,0 1 0 16,0 0 1-16,0 1 0 15,0 0-1 1,0-2 1-16,0 3-1 16,0-1 0-16,1-1 1 15,-1 1-1-15,0-1 0 0,0 0 0 16,0-1 0-16,0 1 2 0,0 0 0 16,-2-1-2-1,-1-1 6-15,-5 2-1 0,0-1 1 0,-1-1-1 16,-5 1-6-1,-1-1 5-15,-7 1-3 16,-3-4-31-16,-8 0-74 16</inkml:trace>
  <inkml:trace contextRef="#ctx0" brushRef="#br0" timeOffset="142482.29">5658 11255 106 0,'-3'-1'3'0,"1"1"1"0,0 0 2 0,0 0 4 16,-3 0 0-16,4 0 0 0,-3 0-6 0,2 0 1 16,-2 0 0-1,2 0-3-15,-1 0-1 0,-1 0-1 0,2 0 1 32,-4 1 0-32,0 2 7 15,-3-3-1-15,-1 4-4 0,-4-1-2 16,-1-3-1-16,1 3 1 15,0-2-1-15,0-1 0 16,1 2 2-16,3-2 7 16,0 1-2-16,1-1-1 15,3 2 4-15,-1-1-6 0,0 0-2 16,1 1-1-16,3-2-1 16,-1 1 2-16,0 1-2 15,1-2 0-15,1 1 0 16,0 2 0-16,-1-2 0 0,-1 1 0 15,1 1 0-15,1-1 0 16,0 1 0-16,-2-1 0 16,0 1 1-16,1 1-2 15,1 0 2-15,-2-1-1 16,1 1 0-16,0-1 0 0,2 1 2 16,0 1-1-16,-1 0 0 15,2 1 1-15,-2 1-1 16,0 0 1-16,2 2-1 0,-2 1 1 15,2 1-2 1,-3 2 0-16,3 1 3 0,0-3-2 16,0 3 1-16,0-1-3 15,0 1 3-15,0-1 1 0,3 1-2 16,1-1 0-16,0 1 2 16,-3 2-1-16,1-4-2 15,-1 5 1-15,0-2 1 16,-1-1-2-1,0 1 0-15,0-1 1 0,0-3-1 0,0 2 1 16,0-2-1 0,0-1 1-16,0 0-1 15,0-1 0-15,0 2 1 0,-1-1-1 0,0 0 0 32,1-2 0-32,0 2 1 0,0 0-1 0,0 0 1 15,0-1-1 1,0-1 1-16,0 2-1 0,0-1 1 0,0-1-1 31,0 1 0-31,0-2 0 16,1 1 2-16,3-2-2 0,-2 1-2 15,0 0 2-15,1-1-1 0,0 0-1 16,2-1 8-16,1-2 1 0,1 2 4 31,1-1 0-31,2 0-4 16,-1-1-1-16,1 1-1 0,0 2-1 15,1-2 0-15,1-1-3 16,-1 0 1-16,5 0 0 16,1-1-1-16,4 1 0 15,3-1-1-15,4-2-1 16,5 0-38-16,0-5-146 0</inkml:trace>
  <inkml:trace contextRef="#ctx0" brushRef="#br0" timeOffset="144535.07">8288 10796 36 0,'0'0'8'0,"0"0"0"0,0 0 17 0,-2 0 1 31,1 0-6-31,-1 0-3 16,2 0-2-16,-4 0 0 0,2 0 0 0,-1 0-8 0,1 0-7 31,-2 0 1-31,2 0-1 16,-4 0 0-16,4 0 0 15,-2 0 0-15,0 0 0 0,-1 0 0 16,-1 0 2-16,-1 0-1 16,2 0-1-1,-4 0 0-15,3 0 2 0,-4 0-4 0,2 0 4 16,1 0-2-16,-3 0 0 16,2 0 6-16,-1 0 1 15,1 0-4 1,3 0-2-16,-2 2-1 0,2 1 1 0,4-1 0 15,0 0 0-15,1-1-2 16,0 1 0 0,0 2 3-16,0 0 4 0,0 1 1 15,0 0-4-15,1 0-2 16,1 2-1-16,-1-2 1 0,0 2 0 16,1 1 0-1,-2 1 0-15,3-1-1 16,-3 0 1-16,2 2 0 0,-2 0-1 15,2-1 1 1,-2 0 2-16,1 3 1 0,1-1 1 0,-1-1-2 16,2 1 1-1,-3-1 1-15,2 2-1 16,-2-1 1-16,2-1-3 0,1 3 1 16,-1-3-1-16,2 1-1 15,0-1 0-15,-1 0 0 16,0 1-1-16,-1-1 1 0,2 0-1 15,-4 0 0-15,0 1 0 16,0-2 2-16,0 1-1 0,0 1-2 31,0-1 1-31,-2 0 1 0,-5-1 2 16,2-1-1-16,-1 2-1 16,1 0 1-16,1 0-2 0,0 2 0 0,2 0 0 15,1-1 2-15,-1-2-2 31,2 2 2-31,0 1-1 0,0-3 0 16,0 0 0-16,-2 0-1 16,2 1 0-16,0-2 0 15,-3 0 1-15,3 0-2 16,-2-1 1-16,1 1 0 16,0 2 0-16,-1-3 0 15,1 2 0-15,-1-2 1 0,0 2-1 16,2-1 0-16,-2-1 1 15,2 0-1-15,-2 1 1 16,2 1-1-16,0 0 0 16,0 2 0-16,0-1 0 0,0 0 3 15,0 0-2-15,0-1 0 16,0 2-1-16,0-2 1 16,0-1 1-16,-1 2 0 15,0-3-1-15,-1 2 0 0,1 1 0 16,-1-2-1-1,2 1 1-15,-2-1-1 0,2 2 0 16,-2 0 0-16,2-1 1 16,0 0-1-16,0 0 0 15,0 2 0-15,0-1 1 0,0-1-1 16,0-1 0-16,0-1 0 16,0 1 0-16,-5 0 0 15,3-1 0-15,1 2 0 16,-1-1 1-16,0 1 0 0,-2-1-2 15,2 2 2 1,-1 0-1-16,1-1 0 0,0-1 0 16,2 2 0-16,-4-1 0 15,4-1 0-15,0-1 1 0,-2 0-1 16,0-1 0-16,2 1 0 16,0-1 0-16,0 2 0 15,0-2 0-15,0 1 0 0,0 2 1 16,0-2-1-16,0 1 0 15,0 2 0 1,0 0 0-16,0-1 0 0,0-1 0 16,0 1 0-1,0-1 0-15,1-1 0 0,2-1-1 0,-3 1 1 32,4 0-1-32,-2-1 1 0,-2 0-1 0,2-1-3 15,-2-2-19-15,0-3-29 0,0 0-116 31</inkml:trace>
  <inkml:trace contextRef="#ctx0" brushRef="#br0" timeOffset="146851.41">8273 10781 90 0,'-1'0'14'0,"1"0"16"0,-2 0-4 0,0 0-6 15,0-2-2-15,-1 2-5 0,0-1-3 0,-1 1-4 31,0-2 1-31,-1 2-4 16,-1 0-2-16,-2 0 0 0,2 0-1 0,-4 0-2 16,1 0 4-1,-1 0 0-15,1 0 2 16,1 0 2-16,1 0-4 16,0 0-1-16,0 0-1 15,3 0 0-15,0 0 1 0,0 0-1 16,1 0 0-16,1 2 0 15,-1-1 0-15,-2-1 0 16,3 2 0-16,0-2 0 16,-2 1 0-16,1 2 1 15,0-3-1-15,2 2-1 0,-1 0 2 16,-2-2 0-16,4 2 1 16,-4-1 0-16,3 1 1 15,-1 0-3-15,2-2 1 0,0 3-1 16,0 1 1-16,0 1 0 15,0-1 1-15,0 2-1 16,0-1 0-16,0 1 0 16,0 1-1-16,0 0 2 15,0 0-6-15,2 1 5 16,3 0 2-16,-3-1-1 0,2 0 0 16,-3 4-2-16,0-3 1 15,0 0-1-15,1 2 0 0,0 1 1 16,-2 2 0-16,0-3 0 15,0 0 0-15,0 1-1 16,0 2 1 0,2-2-1-16,-2-2 0 0,2 3 0 0,-2 0 1 15,2-2-2-15,-1 2 2 16,1-1-1 0,0 0 0-16,-2 2 0 0,2-2 0 15,-2 0 0-15,0 1 1 0,0 1 2 31,0 0-3-31,0-2 0 0,0 5 1 0,-4-2 0 16,1 2 0 0,1 1-1-16,-2-2 0 0,1 2 0 15,0 0 0-15,3 0 1 0,-1 0-1 16,-1-1 1 0,2-2-1-16,-2 2 0 0,2 0 1 15,-2-1-1 1,0 1 0-16,-1-1 0 0,1 0 2 0,2 0-2 15,-1 2 0 1,1-3 2-16,-2 1 2 0,2 0-2 16,0-1-1-1,0 2 0-15,0-4-1 16,0 3 0-16,-2-2 0 0,2 0 0 16,0 0 1-1,0-1-1-15,0 1 0 0,0 0 0 16,0 1 1-16,0 0 0 0,0 0-1 0,-2 0 0 31,2 1 0-31,-2-1 0 16,2-1 1-16,-2 0-1 15,1-1 0-15,0-2 0 16,1 0 2-16,-1 0 0 16,1-1 0-16,0-1-2 0,0 2 0 15,0 0 1-15,0 0-1 16,0 0 0-16,0 1 0 15,-2-1 0-15,0 1 0 0,-2 1 0 16,2-3 0-16,-2 0 0 16,4 0 0-16,-2-1 1 15,2 0-1-15,0 0 1 16,0-2-1-16,0 1 0 16,0 1-1-16,0-1 2 0,0 3-1 15,0-2 0-15,0 1 0 16,2-2 0-16,0 2 0 15,0-2-1-15,0 2 1 16,2-1 0-16,0-1-1 0,-3-1 1 16,3 1 0-1,0 1 0-15,-2-4 0 0,1 0 0 0,-1 1 0 16,3-2 0 0,-1 0 1-16,-1 1-1 0,3-1 1 15,-2 0 0 1,2 1 0-16,4-2 1 0,-3 2 4 0,2-2-4 15,5 0 1-15,1-2 0 16,3 2-1 0,1-2-1-16,4 0 0 15,2 0-7-15,1 0-21 0,1-6-64 0</inkml:trace>
  <inkml:trace contextRef="#ctx0" brushRef="#br0" timeOffset="147904.81">8637 10955 8 0,'-4'3'17'0,"2"-3"0"0,0 3-5 0,0-3 1 31,0 0 6-31,0 0 6 0,0 0 13 0,0 0 18 16,0 0-36-16,1 0-4 15,-3 0-1-15,0 0-2 16,-3-3-5 0,2 3-5-16,-6 0 0 0,1 0-2 0,-2 0 0 15,0 0 0 1,1 3 1-16,-2 3-2 0,2 1 1 0,-1 0-1 31,4 3 0-31,3-1 1 0,1 2-1 0,2-1 2 16,2 0-2-1,0 0 0-15,0 0 1 0,6-3-1 16,5 2 2 0,1-1 1-16,1-4-2 15,0 0 2-15,3-1-2 16,2 0 0-16,-3-3 0 16,4 0-1-16,-4 0 1 0,1 0 0 15,-3-6 0-15,-2 2 1 16,-1-2 1-16,-2-2 1 15,-3 1 0-15,-4 0-1 16,-1-1-1-16,0 0-1 0,0-2 2 16,-2 0-3-16,-4 3-3 15,-2-2 6-15,0 2-3 16,-3 0-3-16,0 2 2 0,-1 1 0 16,-3 3-2-1,2 1-11-15,-1 0-8 0,2 0-16 16,0 3-55-16</inkml:trace>
  <inkml:trace contextRef="#ctx0" brushRef="#br0" timeOffset="148204.46">8806 11025 294 0,'0'0'23'0,"0"0"-9"0,0 0-7 15,0 0-3-15,0 0-5 0,0 0-7 0,0 0-12 32,0 0-25-32,0 0-57 15</inkml:trace>
  <inkml:trace contextRef="#ctx0" brushRef="#br0" timeOffset="148566.47">8974 10940 225 0,'0'0'36'0,"0"0"-19"15,0 0-13-15,0 0 13 16,0 0 0-16,0 0-3 16,0 0-6-16,15 38 1 0,-12-24-1 15,-1 1-2-15,2 0-4 16,-2 1-1-16,1-1 0 15,2 0-1-15,-1 0-5 16,-1-2-30-16,3-6-38 0</inkml:trace>
  <inkml:trace contextRef="#ctx0" brushRef="#br0" timeOffset="149328.6">9879 10946 174 0,'0'0'57'0,"0"0"-20"0,0 0-16 16,0 0-8-16,0 0-5 16,0 0 2-16,0 0-7 15,0 0-2-15,0 0-4 0,0 0-1 16,-42-6 7-16,31 13-1 15,1 4-2-15,2-1 1 16,0 3 0-16,4 0 2 16,2-2-3-16,2 1-1 15,0-3 0-15,0 0 2 0,4-2 0 16,6-3 3-16,1 2-2 16,0-3 0-16,3 0-1 15,1-3 0-15,3 0-4 16,-3 0 7-16,1 0-3 0,-1 0-1 15,-1 0 1-15,-1-6-1 16,-1 0 1 0,-5-1-1-16,1-3 1 0,-6 0-1 15,0-1 0-15,-1 1 0 16,-1-1-2-16,0-1 0 0,-5 2-2 16,-4 2 4-16,1 1-1 15,-6 1 0 1,1 3 2-16,-1 2-3 0,1-1 3 15,-3 2-1-15,3 0-10 16,-1 0 8-16,3 3-20 16,1 2-23-16,5-1-35 15</inkml:trace>
  <inkml:trace contextRef="#ctx0" brushRef="#br0" timeOffset="149556.6">10119 10974 303 0,'0'0'2'0,"0"0"-2"0,0 0-8 15,0 0-27 1,0 0-75-16</inkml:trace>
  <inkml:trace contextRef="#ctx0" brushRef="#br0" timeOffset="150119.97">10237 10923 28 0,'0'0'170'0,"0"0"-166"16,0 0 2-16,0 0 3 15,0 0 5-15,42-11-6 16,-31 11-3-16,3 0 3 0,-3 0-1 16,2 2 3-1,-3 2-1-15,0 2-6 0,-1 1-1 16,-3 3-2-16,0-2 0 16,-4 1 0-16,-2 1-2 15,0 2 1-15,0-1 1 0,0-1-1 16,-9-3-2-1,-1 4 2-15,0-2 1 0,-1-2-4 16,-1-1 8-16,1-1-3 16,-1 0 0-16,6-1 1 0,-2-1-1 15,5 1-1 1,1-2 1-16,2 0-1 16,0 0 3-16,0-1-3 0,0 2 4 15,2 0 5-15,3-2 2 16,4 1-1-16,2-1-2 0,2 0 1 15,3 1 1-15,0-2-3 16,2 1 2 0,1-1-3-16,0 2-3 15,-1-1-2-15,-1 1-1 0,1 0-2 16,-5 0-22-16,-2-1-38 0,-3-1-106 16</inkml:trace>
  <inkml:trace contextRef="#ctx0" brushRef="#br0" timeOffset="151250.43">8583 11704 132 0,'2'-3'4'0,"1"2"-4"0,0-1-3 15,2-2-1-15,-1 2-8 16,-2 0 9-16,1-1 5 16,0 3 14-16,-3-2 15 0,0 2 19 0,0 0-23 15,0 0-3-15,0 0-8 16,0 0-10-16,0 0-8 0,0 0 1 31,-6 0 4-31,2 3-3 16,-5 3 0-16,3 4 0 15,-1-2 0-15,0 2 0 16,0 2 3-16,3 0-3 0,2-3 3 16,2 2-2-16,0-1 1 15,0-1 0-15,4-1 0 16,3-2 5-16,4-2-3 15,1 2 3-15,6-4-2 0,-3-1-2 16,3-1-1-16,-3 0 1 16,2 0-3-16,0 0 0 15,-5 0 0-15,-1-2 1 16,-1-3-1-16,-2-1 1 16,-2 0 1-16,-3-2 4 0,0-2-1 15,-2 0-3-15,-1-2-1 16,0 0 0-16,-2-1-2 15,-5 0 0-15,-3 3 2 0,-1-1 0 16,-2 5 0 0,-1 4-1-16,-2 1 0 15,-1 1 0-15,2 0 0 0,-3 0-11 16,0 7-6-16,3 1-11 0,4 0-26 16,3-2-54-16</inkml:trace>
  <inkml:trace contextRef="#ctx0" brushRef="#br0" timeOffset="151474.25">8806 11736 234 0,'0'0'5'0,"0"0"-5"0,0 0-14 0,0 0-54 15,0 0-43-15</inkml:trace>
  <inkml:trace contextRef="#ctx0" brushRef="#br0" timeOffset="152226.79">8967 11658 222 0,'0'0'14'16,"0"0"-7"-16,0 0-6 15,0 0 2-15,0 0 3 16,0 0-4-16,0 0 1 0,0 0 3 16,16 0 6-1,-10 0 2-15,3 0-2 0,3 0-1 16,1 0-2-16,1 0-1 15,-1 0-7-15,0 0 0 0,1-1 0 16,-1 1-1-16,-3-1 0 16,0 1 0-1,-3 0 0-15,-3 0 1 0,-2 0-1 16,-2 0-1-16,0 2-1 0,0 4-2 16,-4 1 3-16,-4 0 2 15,-1 3 2-15,-3 0-3 16,1 1 2-1,2-2 1-15,0 1-3 0,0-2 0 0,5 0 1 16,0-4 0 0,2 1-1-16,2-3 1 15,0 1-4-15,0-2 4 0,8-1 3 16,-1 0-4 0,6 0 1-16,-2 0 0 15,2 0 1-15,1 0 0 0,1 0 1 0,-1 0 1 16,-1 2-2-16,1-1 0 15,-3 3 0-15,-3-1-2 16,2 2 0-16,-5 0 0 0,-1 2-2 16,-2 0 1-1,-2 1-2-15,0 0 1 16,0-1-1-16,-7 0 2 16,1 0 0-16,-5 0 0 15,2-4 0-15,0 0 1 16,-3-2 1-16,0 1 0 0,0-2 3 0,1 0 0 15,0 0-1-15,-1 0-1 16,3 0-2-16,1 0 1 16,3 0-2-1,3-3-9-15,-1-1-31 16,3-3-79-16</inkml:trace>
  <inkml:trace contextRef="#ctx0" brushRef="#br0" timeOffset="152953.19">9894 11670 162 0,'0'0'40'0,"0"0"-4"0,0 0-8 0,0 0-13 16,0 0-11-16,0 0-4 15,0 0 4-15,-39 1-4 0,30 6 2 16,-5 1 1-1,5 3 0-15,-2 0-3 0,0 2 1 16,4-2 2 0,-1 3-3-16,5-1 1 0,1-1 1 0,2-1 0 31,0 0-1-31,2-1 3 0,7-2 0 16,0-3 0-16,4 2-2 15,1-4-1-15,2 1-1 16,-1-4 0-16,3 0 2 15,-3 0-2-15,1 0 0 16,-3 0 1-16,1-7 4 0,-5 2-1 0,-1-3 2 0,0-1 1 31,-4-2-2-31,-4-1-1 16,0-1-1-16,0-1-2 16,-2-1-2-16,-7 2 1 0,0 1 2 15,0 2-3-15,-3 2 1 16,1 2-5-16,1 4 2 15,-2 1-2-15,1 1-5 16,0 0-5-16,0 1-6 0,6 5-19 16,1-3-59-1</inkml:trace>
  <inkml:trace contextRef="#ctx0" brushRef="#br0" timeOffset="153176.81">10116 11726 267 0,'0'0'3'0,"0"0"-1"0,0 0-2 0,0 0-3 15,0 0-48 1,0 0-76-16</inkml:trace>
  <inkml:trace contextRef="#ctx0" brushRef="#br0" timeOffset="153701.01">10304 11633 212 0,'0'0'2'0,"0"0"-2"15,0 0 0-15,0 0 4 16,0 0 3-16,0 0 7 0,21 38 4 16,-18-26-3-1,0 3-5-15,-1-1-3 0,-2 2-5 16,0-2-1-16,0-1 1 16,0-2-1-16,0-1-1 0,0-3-1 15,-5-1 0-15,0-2-3 16,1-1 4-1,0-1 1-15,0-2 6 0,2 0 3 16,2 0 3-16,0 0 0 16,0 0-6-16,0-2-2 0,0-1 2 15,8-1-4 1,0 1-2-16,5-1 2 0,0 1-2 16,3 2 0-16,1-2 1 15,1 3-1-15,-2 0-1 0,2 0 1 16,0 0 0-1,-3 0-1-15,1 0 0 0,-3 0-2 16,-4 0-10 0,-1 0-28-16,-2-1-48 0</inkml:trace>
  <inkml:trace contextRef="#ctx0" brushRef="#br0" timeOffset="153921.4">10473 11705 289 0,'0'0'41'0,"0"0"-37"0,0 0-4 0,0 0 8 16,1 39 3 0,1-25-3-16,0 0-6 15,0 3-1-15,-2-1 0 0,0-2-6 16,0-1-30-16,0-4-54 0,0-6-147 31</inkml:trace>
  <inkml:trace contextRef="#ctx0" brushRef="#br0" timeOffset="155710.16">10378 10751 15 0,'0'0'120'0,"0"0"-90"0,0 0 8 16,0 0-20 0,0 0-15-16,0 0 2 0,0 0-2 0,0 0 1 15,0 0-1 1,0 0 2-16,0 0 0 15,26-4-1-15,-19 4-1 16,-1-1-1-16,2-1-1 16,1 2-1-16,-1 0 2 0,4 0-2 0,-1 0 0 15,-3 0 1 1,4 0-2-16,-1 0 1 0,0 0 0 0,1 0 1 31,-2 0-2-31,1 0 1 16,1 0 0-16,-5 0 1 0,1 0-2 15,-3 2 2-15,2 0-2 0,-5 0 1 0,0 0 0 32,0 1 0-32,-1 0-2 15,3 0 2-15,-4-1 0 16,2 2 0-16,0 0 2 16,0-1-2-16,-1 2 0 0,0-2 0 15,0 4 0-15,0-2 0 16,-1 2 1-16,0-2 1 15,1 4-2-15,-1-1 1 16,2 0 1-16,-2 3 1 16,2-1 2-16,-2 2-2 0,3-2 0 15,-1 2 1-15,0-1 0 16,1 0-2-16,1 1 0 16,0-1-1-16,-3 1 0 0,5-1 1 15,-4 0-2-15,2-1 1 16,-2 3 2-16,2-2-1 15,0-2 2-15,-2 4 0 16,1-3-2-16,-1 1 1 0,1 0-1 16,0-2-1-16,1 2-1 15,-2-1 1 1,1 0-1-16,-2 1 1 0,3-1-1 0,-2 2 0 16,-2-2 0-1,2 1 1-15,-2-1 1 16,0 1 0-16,0 1 2 0,0-1-2 0,0-1 0 15,0 3 0-15,0-1-1 16,0 1 0 0,0 0-1-16,0 0 1 0,0 1 0 15,0 1 0 1,0 0 0-16,0 1 1 16,0-2-2-16,0 0 1 15,0 2-1-15,0-3 1 16,0-1 0-16,0 1-1 0,-2 1 1 15,2-2-1-15,0-1 2 16,0 4-2-16,0-3 1 16,-2 2-1-16,2-3 1 15,0 4-1-15,0-4 0 0,0 3 1 16,0-1 0-16,0 2-1 16,0-1 1-16,0 0 0 15,0 1-1-15,0-2 0 16,0 1 1-16,0-1-1 0,0 1 0 15,0-1 0 1,-4 0 0-16,1-2 0 0,2 2 0 16,-1-3 0-16,2 1 0 15,0-1 2-15,0-1-1 0,0-1-1 16,0 2 0 0,0-1 0-16,0-1 0 0,0 2 0 15,0-1 0-15,0 0 0 16,0-1 0-16,0 0 0 15,0 1 0-15,0-1 1 0,0-1-1 16,0-1 0-16,0 1 0 16,0-1 0-16,0 1 0 15,0 0 0-15,0 0 0 0,0-2 0 16,0 0 0 0,0 2 0-16,0-4 0 0,-2 3-5 15,0-2 6 1,-2 0 2-16,2 0 0 0,0 0-3 0,1-2 2 15,1 1-1-15,-2 0 0 16,2 0 0 0,-2-2 0-16,2 2 1 0,0 0 1 15,-2-2-1 1,2 2 0-16,-2 0 1 0,0-2 2 0,1 2-1 16,0-1 2-16,-1-1 4 15,0 2 3-15,-2-2-7 16,0 1 0-1,-1-1 0-15,-4-1 2 16,-2 0-5-16,0 0 0 0,-7 0-3 16,0 0 0-16,-8 0-7 15,1 0-58-15,-5-2-38 0</inkml:trace>
  <inkml:trace contextRef="#ctx0" brushRef="#br0" timeOffset="158154.84">5070 12725 155 0,'-1'0'30'0,"1"0"-25"0,0 0-4 0,0 0 0 0,0 1 5 16,0-1 6-16,0 2 1 15,0-2 2-15,0 0 9 16,0 0-6-16,0 0-6 16,0 0-7-16,3 0 2 15,1 0-5-15,1 0 0 0,1 0-2 16,1 0 0-16,2 1 1 16,-2-1-1-16,1 3-2 15,4-3-10-15,-5 2-11 16,3-1-31-16,-3-1-42 0</inkml:trace>
  <inkml:trace contextRef="#ctx0" brushRef="#br0" timeOffset="158360.74">5085 12854 110 0,'0'0'173'0,"0"0"-159"16,0 0-14-16,0 0 5 16,0 0-1-1,0 0-1-15,0 0-2 0,0 0-1 16,49 13-1-16,-36-13-60 16,3 0-150-16</inkml:trace>
  <inkml:trace contextRef="#ctx0" brushRef="#br0" timeOffset="160157.81">5766 12475 120 0,'0'0'14'0,"0"0"-6"0,0 0-2 0,0 0 5 15,0 0-5 1,0 0 0-16,0 0 1 15,-37 7 6-15,32-7 4 0,-3 0-1 0,0 0-6 32,-1 3-6-32,1-3-3 0,-3 0 0 0,-1 2-1 15,1 0 0-15,-3-2 1 0,2 2-1 32,3-1 0-32,-1 1 0 0,1 1 0 0,3 0 0 15,-1-1 0-15,2-1 1 16,1 1-1-1,0-2 0-15,1 1 0 0,-1-1 1 0,2 3 0 32,0-3-1-32,-2 1 0 15,1 0 1-15,1 0-1 0,-3 2 0 16,1-2 2 0,3 2 0-16,-1 0 1 0,0 0-2 15,0 1-2-15,2 0 1 16,0 2 2-16,-2-2-1 15,-1 4 0-15,3 0 0 16,0-1-3-16,0 3 3 0,0-2-2 16,0 4 2-16,0-1 1 0,0-1-1 15,0 1 1 1,1-2-1-16,3 4 1 16,-2-3-2-16,2 0 0 0,-2 0 0 15,1 1 0-15,-1 0 1 16,1 1 0-16,-1-2-1 0,0 1 1 15,-1 0 0 1,1 1-1-16,0-2 0 0,0 1 0 16,0-1 1-1,-2 1-1-15,2-2 0 0,0 1 0 16,-2 0 0-16,1 1 1 0,0-1-1 16,0-1 0-1,0-1 0-15,2 2 0 16,-1 0 0-16,0 0 0 15,1-2 1-15,-2 1-1 0,1-1 0 0,0 2 0 16,0-3 0 0,-2-1 0-16,0 3 0 0,0-2 1 15,0 1-1 1,0-1 2-16,0 2-2 0,0-1 1 16,0 0-1-16,0 0 1 15,0-1-1-15,0 0 0 0,0 2 0 16,0-1 0-16,0-1 1 15,0-1-1-15,0 1 0 0,0 2 1 32,0-2-1-32,0 0 0 0,0-1 0 15,0 1 1-15,0-2 0 16,0 1 3-16,0-1 0 16,2 1-3-16,0-1 0 15,-2 1-1-15,0-1 1 16,0 1-1-16,0 0 0 0,0-1 0 15,0 2 0-15,2-1 1 16,-2 0-1-16,0-1 0 16,2 0 0-16,-2 0 1 15,0 1-1-15,0-1 0 16,0 1 0-16,0 1 0 16,0-1 0-16,0 1 0 0,0 0 0 15,0-1 1-15,0 2-1 16,0-1 0-16,0-2 0 15,0 1 1-15,0-1-1 16,0 1 0-16,0-3 0 0,0 1 0 16,0-1 0-16,0-2 2 15,0 2-2-15,0 0 0 0,0-1 0 16,0 0 4-16,0 0-1 16,0-1-1-16,0 0 1 15,0 0-1 1,0 1-1-16,0-2 3 0,0 0-1 15,0 0 2-15,0 2 3 0,5-1-1 16,-1-1-2-16,2 0-2 16,0 3 0-16,0-2 0 15,1-1 0 1,1 2 1-16,4-2-1 0,-3 3 0 0,5-3-1 16,-1 0 0-1,2 2-3-15,3-2 2 0,3 0-14 16,-4 0-29-1,3 0-99-15</inkml:trace>
  <inkml:trace contextRef="#ctx0" brushRef="#br0" timeOffset="162037.71">5979 12812 127 0,'0'0'38'0,"0"0"-11"0,0 0-10 0,0 0 0 31,0 0-4-31,0 0 0 0,0 0 5 16,0 0 0-16,-2 0 0 16,2 0-8-16,0 0-5 15,0 0-2-15,0 0-2 16,0 0 0-16,0 0 0 15,0 0 2-15,2-2-1 0,4-3-1 16,-1-2 1-16,2-1 0 16,-2 0 1-16,1-2 2 15,-2 0-3-15,-1 3-1 16,0-2 0-16,-2 4 1 0,0-1-1 16,-1 3 0-16,0-1 0 15,0 2-2-15,0 1 1 16,0 1-1-16,0 0 1 15,0 0-2-15,0 0-1 16,0 4 4-16,0 5-1 16,0 4 0-16,0 2 1 15,0 4 0-15,2 1-1 0,2 1 1 0,1 0-1 16,1-2 0 0,-2 1-1-16,4-3 0 0,-4-2-7 15,0 2-8 1,-3-4-24-16,-1-3-23 0,0-3-56 15</inkml:trace>
  <inkml:trace contextRef="#ctx0" brushRef="#br0" timeOffset="162259.99">6002 12972 155 0,'0'0'19'0,"0"0"12"0,0 0-13 0,0 0-7 31,0 0-1-31,0 0-3 16,0 0 6-16,0 0-3 0,0 0-3 15,0 0 1-15,30 0-3 16,-19 0-2-16,3 0-1 16,-1 0-2-16,2 0 0 15,-2 0-8-15,0 0-40 0,-2 0-70 16</inkml:trace>
  <inkml:trace contextRef="#ctx0" brushRef="#br0" timeOffset="162494.01">6247 12925 267 0,'0'0'45'0,"0"0"-26"0,0 0-9 16,0 0 6-16,0 0-4 15,0 0-11-15,0 0-5 0,0 0-17 16,7-2-39-16,-5 0-85 16</inkml:trace>
  <inkml:trace contextRef="#ctx0" brushRef="#br0" timeOffset="163062.97">6442 12807 173 0,'0'0'28'0,"0"0"-15"0,0 0-5 32,0 0 2-32,0 0 9 15,0 0-2-15,0 0-5 0,0 0-3 16,7 0 0-16,-5 0 3 15,2-1-6-15,-1-3-2 16,1-2 0-16,0-1 3 16,-1-3-5-16,1 3 0 15,0-3-1-15,1 3-1 0,-3-2 1 16,1 0-1-16,1 1 0 16,-2 0 0-16,2-1 0 15,-3 2 0-15,1 0 0 0,0 3 0 16,-2-2 0-1,0 5-1-15,0-2 0 0,0 3-1 16,0 0 1-16,0 0 0 16,-4 1 3-16,3 8-1 0,-1 2-1 15,2 3 0 1,-2-1 0-16,2 5-1 0,0-3 2 16,0-1-1-16,0 4 1 0,0-3-2 15,2 0 0-15,-2-2-2 16,0 0-10-1,0-2-10-15,0-1-15 0,0 0-31 16,-2-4-26-16</inkml:trace>
  <inkml:trace contextRef="#ctx0" brushRef="#br0" timeOffset="163326.07">6445 12951 91 0,'0'0'13'0,"0"0"22"16,0 0 6-16,0 0 2 16,0 0-10-16,0 0-10 0,44 0-4 0,-33 0 0 15,2 0-2-15,0 0-3 31,3 0-9-31,0 0-4 16,2 1-1-16,-3 2-13 0,1-3-38 0,-1 0-113 0</inkml:trace>
  <inkml:trace contextRef="#ctx0" brushRef="#br0" timeOffset="164041.56">7264 12796 84 0,'0'0'22'0,"0"0"-5"0,0 0 15 0,0 0 14 16,0 0-2-1,0 0-11-15,0 0-17 0,0 0-5 0,0 0-6 31,0 0 1-31,18-13-3 0,-13 9-2 16,-1-3-1-16,0 0 1 0,-2-3-1 0,3 1 0 16,-1 2 0-1,-1-2 1 1,2 1-1-16,-3 1 0 16,0 3 2-16,0 0 0 15,-2 1 2-15,0 1-2 0,0 2-1 16,0 0-3-16,0 0 1 15,0 3 2-15,0 4-1 16,0 2 0-16,0 2 1 16,0 1-1-16,0 3 0 15,0 1 1-15,0 1-1 0,2-1 0 16,0 1 1-16,3-2-1 16,-3-1 0-16,2 1 0 15,-1 0-2-15,2-3-17 16,-3-3-19-16,-2 1-26 15,0-2-27-15</inkml:trace>
  <inkml:trace contextRef="#ctx0" brushRef="#br0" timeOffset="164297.1">7282 12954 130 0,'0'0'20'0,"0"0"-13"0,0 0-6 0,0 0 9 16,0 0 12-16,0 0-4 16,0 0 1-16,0 0 5 15,0 0 0-15,47 0-8 16,-38 0-9-16,2 0-3 16,0 0-3-16,-2 0-1 15,0 0-2-15,-4 0-14 0,-1 0-5 16,-2 1-11-16,0-1-24 15,-2 0-28-15</inkml:trace>
  <inkml:trace contextRef="#ctx0" brushRef="#br0" timeOffset="164494.17">7494 12901 285 0,'0'0'8'16,"0"0"-4"-1,0 0-4-15,0 0 1 0,0 0-41 0,0 0-30 32,0 0-18-32</inkml:trace>
  <inkml:trace contextRef="#ctx0" brushRef="#br0" timeOffset="165191.18">7800 12721 104 0,'0'0'13'16,"0"0"14"-16,0 0 2 15,0 0 4-15,0 0-11 0,0 0 2 0,0 0 1 16,0 0-11-16,0-6-4 15,0 6-3-15,-4 0-4 16,-2 0-3 0,-1 0 2-16,0 2 0 15,-4 3-4-15,2 1 2 0,-2 0 2 0,1 2-2 16,2 1 1 0,-1-1-1-16,-1 4 1 0,4-1-1 15,0 0 1-15,3 1 0 0,-1 0 0 31,-2 1 0-31,4 1-1 0,0-1 1 16,0 0-1-16,2-1 0 16,0 0 0-16,0-2-1 15,0 0 3-15,4-2 0 0,4 2-1 0,-2-5 0 32,3 0 2-32,1 0-1 15,0-1 0-15,1-3 2 0,3 1 0 0,-3-1-2 0,0-1 0 31,1 0-2-31,-3 0 2 16,1 0 0-16,0 0-1 0,-3-5 1 16,-1 0 1-1,0-1 1-15,-4-1 0 0,0 0-1 16,-2-1-1-16,0 2-2 16,-4 0-1-16,-4 1 0 15,-1 1 2-15,-5 1-2 16,1 1 0-16,-3 2 1 0,1 0 0 15,-1 0-3-15,1 0-12 16,2 6-2-16,1 0-21 0,3-1-60 16</inkml:trace>
  <inkml:trace contextRef="#ctx0" brushRef="#br0" timeOffset="166600.44">7827 12517 120 0,'0'0'30'0,"0"0"-7"0,0 0-1 0,0 0-2 0,0 0-3 16,0 0 2-16,0 0-3 16,0 0-4-16,0 0-1 0,0 0-4 15,0 0-2-15,0 0-3 16,29-17-1-16,-24 15-1 15,4 1 1-15,0 0-1 16,-2-1 0-16,4 1 1 0,-2 0-1 16,-1 1 0-16,1-1 0 15,-2 1 0 1,0 0 0-16,-2 0 1 0,1 0-1 16,-2-2 1-16,-2 2 0 0,2 0-1 15,-2 0 0-15,0 0 1 16,0 0-1-1,0 0 0-15,0 0 1 0,-1 3-1 16,2-1 0-16,2 1 0 0,-1 0 0 16,-1 1 0-16,2 0 0 15,-1-1 0 1,0 1 0-16,-3 0 1 0,3 3-1 16,-2-1 2-16,0 2-2 15,0-1 1-15,0 2 1 0,-2 0-1 16,1-1 0-1,-1 2 0-15,1 0 0 0,0 1 0 16,1-1 0-16,0 3-1 16,1-2 1-1,-1 2-1-15,1 1 1 0,0-1 0 0,0 0-1 16,1 1 0-16,-2-1 0 16,1 1 3-1,1 0-3-15,-2-1 0 16,0 3 3-16,2-2 0 0,-2 0-1 0,0 2-1 15,0-2 0-15,0 0-1 16,0 0 1-16,0-1-1 0,-1 3 1 31,1-5-1-31,0 2 4 16,0-2-1-16,0 2-1 16,-2-1 0-16,2-1 1 15,-2 0 0-15,0 1-1 0,0-1-2 16,0-1 2-16,0 1-2 15,0 0 0-15,0 0 0 16,0-2 1-16,0 2-1 16,0-1 1-16,0 1-1 0,0-3 0 15,0 2 1-15,0 0-1 16,0 1 0-16,0 0 1 16,0-2-1-16,0 1 0 15,0 0 0-15,0 0 0 0,0 0 0 16,0-1 1-16,0-1-2 15,0-1 2-15,0 0-1 16,0 2 0-16,0-3 0 16,0-1 0-16,0 0 0 0,0 0 1 15,0 1-1-15,0-3 0 16,0 0 0 0,0 1 0-16,0-3 0 0,0 2 0 15,0 0 0-15,0 0 0 0,0-2 0 16,0 2-1-1,0-2 0-15,0 1 2 16,0-1 0-16,0 1 0 0,0 0-1 16,0-1 1-16,0 0 0 15,0 0-1-15,0 1 2 0,0-2-2 16,0 1 0 0,0-1 1-16,0 2-1 15,0-2 0-15,0 1 0 0,0-1-1 0,0 0-6 16,-4 0 7-1,0 0 7-15,1 1 3 0,-6-1 2 16,0 2-5 0,-2-2-13-16,0 1 6 0,-5 1-21 15,-1-1-16-15,-2-1-46 0</inkml:trace>
  <inkml:trace contextRef="#ctx0" brushRef="#br0" timeOffset="170254.93">1433 14104 17 0,'0'3'35'0,"-2"0"-1"0,2-2-12 0,0 1-1 0,0 0 4 15,0-1-3-15,-2 1-6 16,2-2 0-16,0 2-6 16,0-1 1-16,0 1 5 15,-3-2-4-15,3 0-3 0,0 0 2 16,0 0-2-16,0 0-4 16,0 0-1-1,0 0-1-15,0 0 4 0,0 0 7 16,-4 0-1-16,1 0-10 15,-1 0-1-15,0-5 2 0,-3 2 1 16,1-1-3-16,-4 1 0 16,1 1-1-1,1-1-1-15,-4 3 0 0,-1 0 1 16,-1 0-2-16,1 0 1 0,-3 6-1 16,1 3 2-16,4-1-1 15,-1 0 0 1,3 3 0-16,1-1-1 15,2 0 0-15,2 2 2 0,2-1-1 0,2-1-2 16,0 1 2 0,0 2 0-16,0-2 1 0,2-2-2 15,6-1 0 1,-2-1 0-16,-1-1 3 16,3-3-2-16,2 1-1 15,-2-4 1-15,3 0 0 0,-2 0 2 0,3 0-2 16,-2-1 0-1,-1-5 0-15,1 0-1 0,-4-1 1 0,3 0 1 32,-2 0-1-32,0-3 0 15,-1 3 0-15,1-3 1 16,-3 2-1-16,-2-1 0 0,-1 1 0 16,0 1 0-16,-1-1 0 0,4 1 0 0,-4 0 0 31,2 0 0-31,0 0 0 15,0 0 0-15,0 3-1 16,3-1-1-16,-3 1-1 0,0 1-1 16,0 1 1-16,-2 1 2 15,2 1 0-15,-2 0-1 16,0 0 0-16,0 0 1 16,0 0-4-16,0 3 4 15,0 4 2-15,0 0-1 0,0 1 0 16,-2 0 0-16,2 1 1 15,0-1-1-15,0 2 1 16,0 1 2-16,0-2 2 16,0-2 2-16,4 0-1 15,1 0-4-15,2 0-2 0,0-1 1 16,1-2 0-16,6 2-1 16,-1-6-15-16,1 0-61 0</inkml:trace>
  <inkml:trace contextRef="#ctx0" brushRef="#br0" timeOffset="170944.66">1583 13745 102 0,'-5'0'14'0,"-2"0"-8"0,1 0 6 0,-1 0 3 16,1 0 4-16,-4 0 0 0,4 0-8 15,-3 0-7-15,-1 0 7 16,0 1 7-16,1 3-8 0,-1-2-3 15,-2 2 2 1,5 3 2-16,-5-1-3 0,1 1-5 16,3 3-2-1,-4 1 1-15,5 1 4 0,1 0 3 0,4 0-3 16,-1 2-3 0,3 0-3-16,0-2 0 0,1 2 2 15,7-3-1-15,-1 1 1 16,2-4 0-16,2 1-2 15,0 0-9 1,3-6-31-16,-3-2-40 16,3-1-62-16</inkml:trace>
  <inkml:trace contextRef="#ctx0" brushRef="#br0" timeOffset="171262.69">1656 13818 179 0,'0'0'39'16,"0"0"-3"-16,0 0-1 0,0 0-13 0,0 0-1 31,0 0-13-31,0 0-8 15,0 0 0-15,0 0-1 16,-2 22 3-16,0-12-2 0,0 1 0 16,0-1 1-16,0 2-1 15,2-1 2-15,-3-2-2 16,1 2 0-16,1-2 1 16,1 0-2-16,-2 0-12 0,2-2-17 15,-2-1-35-15,2-5-61 16</inkml:trace>
  <inkml:trace contextRef="#ctx0" brushRef="#br0" timeOffset="171693.36">1738 13719 174 0,'0'0'8'0,"0"0"3"16,0 0 8-16,0 0 3 0,0 0-9 15,0 0-7 1,37-6-2-16,-30 7 3 16,1 6-2-16,2 1 2 0,1 3-4 0,-3 2-2 15,6 2 0 1,-5 0 0-16,2 4 1 0,-2 0-3 16,-2 0-2-1,-3 0 4-15,-2 0-1 0,-2 1-2 0,0 0 3 16,0-2-1-1,-2-2 1-15,-6 1-1 16,-4 0 3-16,3-5-1 16,-4-1-41-16,1-4-88 0</inkml:trace>
  <inkml:trace contextRef="#ctx0" brushRef="#br0" timeOffset="173192.89">2186 14155 122 0,'4'0'19'0,"3"0"-18"0,0 0 5 0,2 0 1 16,2 0 1-16,1 0-6 15,-1-1 4 1,1-1 1-16,2 2 6 15,-3 0 1-15,3 0-7 0,-3 0-5 16,-2 0-2-16,-2 0-18 16,-3 0-58-16</inkml:trace>
  <inkml:trace contextRef="#ctx0" brushRef="#br0" timeOffset="173400.92">2222 14266 182 0,'0'0'7'0,"0"0"-4"0,0 0 18 31,0 0 5-31,47 9-11 0,-34-8-8 0,5-1-4 31,-2 1-5-31,4-1-29 16,-2 0-84-16</inkml:trace>
  <inkml:trace contextRef="#ctx0" brushRef="#br0" timeOffset="174363.04">3105 14171 110 0,'0'0'4'0,"0"0"-3"0,0 0 0 15,0 0 2-15,0 0-1 0,-25 40 3 16,21-36 6-16,0 0 3 0,-1 0 6 31,1-1 5-31,-4-1-9 16,-1 0-10-16,1 1-1 15,-4 0-3-15,-3-1-2 16,-1 0-1-16,1 1-4 0,-3-3-2 16,2 2-2-16,2-2 9 15,1 0 1-15,5 0 3 16,0-2-2-16,2-2 1 15,2-3 3-15,1 0-4 16,3-3 0-16,0 1 0 16,0 1 2-16,0-1-1 0,0 2-1 15,3 0 0-15,3 1-2 16,-2 1-2-16,1-1-6 16,2 2-3-16,-3 1 10 0,3-1 3 15,-3 2-2-15,1-2 0 16,2 3 0-16,-1-1 1 15,1 1 0-15,-1-2 2 0,4 3-2 16,-1 0-1-16,-1-2 0 16,1 2 1-16,1-2-2 15,0 2 2-15,1 0-1 16,1 0 3-16,1 0 2 0,1 0 1 16,1 0-1-1,1 0 1-15,2 0 0 0,0-2 2 16,-1 2-4-16,-1-1-2 15,0 1 1-15,-2-1 3 0,-2 0-4 16,-2 1 0-16,-5 0-1 16,1 0-1-16,-4 0 0 15,2 0-2-15,-4 1-29 16,0 0-39-16,0 0-30 0</inkml:trace>
  <inkml:trace contextRef="#ctx0" brushRef="#br0" timeOffset="174921.76">3746 13871 133 0,'0'0'32'0,"0"0"17"0,0 0-18 0,0 0-12 15,0 0-7-15,-43-10-5 16,28 10-2-16,-1 3-4 16,-1 6 0-16,-2 5-1 0,0 4 0 15,-2 2 0-15,1 3 0 16,3 5 1-16,-3 1-1 15,6-1 1-15,0 2 0 16,2-2-1-16,4-1 1 16,2 2 0-16,5-1-1 0,1-2 2 15,0-1-2-15,7-3 0 16,5 0 1-16,1-2 2 16,3-4-3-16,1-2 2 0,2-1-2 15,1-5-12-15,-1-3-35 16,2-4-32-16,-1-1-52 15</inkml:trace>
  <inkml:trace contextRef="#ctx0" brushRef="#br0" timeOffset="175547.09">3732 14097 167 0,'0'0'5'15,"0"0"24"-15,0 0 1 16,0 0-7 0,0 0-8-16,0 0-8 0,0 0-2 15,0 0-4-15,0 0 2 16,34 0 0-1,-20 0-1-15,1 0 0 0,3 0 0 0,-2 0-1 16,2 0 1 0,0 0-2-16,-3-1 1 15,1 0-1-15,-5 0 1 0,0 0 1 16,1 1-1-16,-6 0 0 0,1 0-1 31,-3 0 1-31,-2 0-2 0,0 0 2 16,-2 0-1-16,0 5-2 15,-4 1 3-15,-4 1-1 0,-1 5 1 0,-1-1 2 32,-1 2-2-32,3 1-1 0,-4 2 1 0,3-1-1 15,-1 2 0-15,3-1-1 0,-1-1 1 16,2-2 0-16,0-1 0 31,3-2 0-31,3-2 0 16,0-2-1-16,0-2 1 15,0-1-1-15,0-1 1 0,0 0 4 16,2-2-3-16,5 2 1 16,-1-2 1-16,2 0-1 15,1 0 0-15,1 0-2 16,2 0 0-16,-1 0 0 16,2 0 0-16,-1 0 1 0,1 0-1 15,-4 0 0-15,2 0-2 16,-4 0-15-16,-3 0-24 15,-2 0-74-15</inkml:trace>
  <inkml:trace contextRef="#ctx0" brushRef="#br0" timeOffset="175766.33">3805 14195 168 0,'0'0'72'0,"0"0"-73"0,0 0 3 16,0 0-1-16,39-6-1 16,-20 6 0-16,-2-1-1 0,1-1-21 15,2-2-70-15</inkml:trace>
  <inkml:trace contextRef="#ctx0" brushRef="#br0" timeOffset="176169.16">4140 13826 165 0,'0'0'19'0,"0"0"6"15,0 0-15 1,0 0 3-16,0 0 2 0,-39 0-4 0,29 4-7 15,1 7-1-15,-1-1-2 16,-1 3-1 0,3 3 1-16,0-1-1 0,2 1 3 15,2-2-1 1,4 0 0-16,0-2 2 16,0-1-1-16,6-1-3 0,3-3 5 0,2 0-2 15,2-1-4-15,1-2-17 0,1-4-42 16,1 0-55-16</inkml:trace>
  <inkml:trace contextRef="#ctx0" brushRef="#br0" timeOffset="176406.48">4203 13898 165 0,'0'0'7'0,"0"0"3"16,0 0-8-16,0 0 5 15,0 0 20-15,0 0-8 0,0 0-4 16,0 40-6 0,0-27-4-16,0-1-3 0,0 1-1 15,0-3 0-15,0 0-3 16,0-1-19-16,0-5-33 15,0-1-35-15</inkml:trace>
  <inkml:trace contextRef="#ctx0" brushRef="#br0" timeOffset="176678.81">4278 13864 141 0,'0'0'30'0,"0"0"21"15,0 0-21-15,40 4-8 0,-28 3-12 32,-4 2-4-32,1 5 1 0,-3 0-5 0,0 3-2 15,-4 2 2-15,-2-2-4 16,0 1-26-16,-4-3-28 0,-6-4-18 15</inkml:trace>
  <inkml:trace contextRef="#ctx0" brushRef="#br0" timeOffset="177587.99">4420 13803 113 0,'0'0'1'0,"0"0"-1"0,0 0 1 0,0 0-1 15,0 0 2-15,0 0 7 16,0 0 11 0,0 0 0-16,0 0 7 0,0 0-14 0,0 0-6 15,37 16-5 1,-28-11-1-16,-1 1-1 0,2 4 1 15,-1-3-1-15,0 4 0 16,2 1 0-16,0 1 1 0,0 1-1 16,-1 1 6-16,0 2 1 15,-1 1-2 1,-1 0-2-16,0 0-2 16,-1-1-1-16,-1 1 1 0,-2 0-2 0,-3-1-1 31,2 0 4-31,-3 2-2 15,0-1-1-15,0 1 5 0,0 0 0 0,0 0-2 16,-4-1-1 0,2 1 1-16,-4 1-4 15,1-2 6-15,1 1 3 0,-4 0-4 0,2-2-2 32,-1 2 0-32,3-5 1 0,-2 0-2 15,1-2 1-15,1-4 2 16,1 1 4-16,1-4-1 0,-2-2 2 0,3 0-4 31,1-2-3-31,0-1 2 16,0 0-1-16,0 0-17 0,0 0-54 0</inkml:trace>
  <inkml:trace contextRef="#ctx0" brushRef="#br0" timeOffset="178420.13">4922 14053 15 0,'0'0'85'0,"2"0"-78"0,0 0 1 16,1 0 2-1,1 0 13-15,0 0 4 0,1 0 10 16,-2 0-11-16,3 0-7 16,1 0 0-16,1 0-4 15,2 0-5-15,-1 0-9 16,1 0 1-16,0-1-2 16,1 1-1-16,-2 0 1 0,2 0-2 15,-2 0-2-15,-3 0-4 16,1 0-1-16,-2 0-18 15,-1 0-28-15,-2 0-32 0</inkml:trace>
  <inkml:trace contextRef="#ctx0" brushRef="#br0" timeOffset="178870.28">4982 14162 117 0,'0'0'68'0,"0"0"-40"0,0 0-17 0,0 0-7 0,0 0 5 16,0 0 1-1,0 0-3-15,0 0 5 16,40 2-2-16,-33-1-3 16,3-1-5-16,0 4-1 15,-1-2-1-15,0 1 0 16,0 0 0-16,0-1-2 0,0 1-17 16,-4-1-38-16,1-2-65 15</inkml:trace>
  <inkml:trace contextRef="#ctx0" brushRef="#br0" timeOffset="183917.57">6029 14077 135 0,'1'0'41'0,"0"0"-11"0,-1 0-18 16,0 0-4-16,0 0-7 0,0 0-3 15,0 0 3 1,0 3-1-16,0 4-1 0,0-1 2 15,-1-1 0 1,-3 1 3-16,0 1 0 0,-4 0-1 0,2 0 0 16,-1 0-3-16,-1-2 1 15,0-1 2 1,0-1 1-16,1 0 0 0,-1-3-2 16,3 0 0-16,0 0 2 0,0 0-1 15,-1 0 2-15,4 0 1 16,-4-4 0-1,3-1-3-15,-1-1-2 0,0 0-1 0,2-2-3 32,0 1-3-32,2 0-2 15,0 1 4-15,0-1-3 16,0 0-8-16,8-1 1 0,0 1 2 0,3 1 5 16,1-1 1-1,1 1 7-15,-2 0 3 16,3 2 13-16,-3 0 10 15,1 1 1-15,2 0-5 16,3 0-9-16,2 2-5 16,-2-2-3-16,2 1-2 0,1 1-1 15,1 0-1-15,-4 1-1 16,-1 0-1-16,-1 0 2 16,0 0-2-16,-3 0 0 0,2 0 0 15,-1 0-4-15,-2 0-17 16,1 0-53-16,-3-3-150 15</inkml:trace>
  <inkml:trace contextRef="#ctx0" brushRef="#br0" timeOffset="184332.84">6719 13818 193 0,'0'0'25'0,"0"0"-12"0,0 0 6 0,0 0 1 0,-38 5-9 16,31-2-6-1,-5 3-3-15,0 2-1 0,-2 2 0 16,-2 3 1-16,-1 4-1 16,-3 4 1-16,-1 5 0 15,-2 2 0-15,4 3 0 16,-3-2-1-16,8 0-1 16,-1-2 0-16,8-1 2 0,2-2 1 15,5-2-3 1,0-1 2-16,3-3 0 0,6-2-1 0,7-1 3 15,1-2-4-15,3-3 4 16,3-3-2 0,4-4-14-16,-5-3-34 15,4 0-95-15</inkml:trace>
  <inkml:trace contextRef="#ctx0" brushRef="#br0" timeOffset="184695.45">6779 13977 149 0,'0'0'14'0,"0"0"6"0,0 0-4 31,0 0-1-31,0 0-12 16,0 0-5-16,0 0-3 0,0 0 9 15,0 0 6 1,0 39 1-16,0-25 2 0,0 2 4 16,0-1 1-16,0 1-3 15,0-2-7-15,2-1-5 0,0 1-2 16,1 0 1-16,-1-2-1 15,3-2-3 1,-3-2-23-16,0-2-37 16,2-5-66-16</inkml:trace>
  <inkml:trace contextRef="#ctx0" brushRef="#br0" timeOffset="184921.71">6983 14070 258 0,'0'0'52'0,"0"0"-38"15,0 0-5-15,0 0-1 16,0 0-4 0,0 0-4-16,0 0 0 0,0 0 2 0,0 0-3 15,-2 0-5 1,2 0-27-16,-1 0-56 15,0 0-96 1</inkml:trace>
  <inkml:trace contextRef="#ctx0" brushRef="#br0" timeOffset="185350.93">7135 14018 171 0,'0'0'20'0,"0"0"5"16,0 0-6-16,0 0 2 16,0 0-2-16,0 0 5 15,0 0-6-15,0 0-11 16,0 0-1-16,17-3-6 0,-17 7 1 16,-2 3 3-1,-2 3 0-15,1 2 1 0,1 0-4 16,0 1 0-16,2 0 0 15,-2-2-1-15,2-1 1 16,0-1 1-16,0 1-2 0,0-2-1 16,0-2 2-16,0-1-10 0,0-2-30 15,0-3-98-15</inkml:trace>
  <inkml:trace contextRef="#ctx0" brushRef="#br0" timeOffset="185820.97">7260 13891 211 0,'0'0'4'0,"0"0"7"0,44-3 11 0,-26 3 1 16,3 0-11-16,-4 2-2 16,1 3-5-16,-2 5-1 15,2 0-2-15,-3 2-1 16,-1 2-1-16,-1 0 1 0,-1 0-2 15,-3 1 1-15,-1-1 0 16,-1 1-1-16,0-2 2 16,-3 0 2-16,-2 0 1 15,-1-1 2-15,-1 1-3 16,0 1 0-16,0-1 0 0,0 1 0 16,-3-2-2-16,1-2 0 15,-3 0 0-15,1-2 0 16,1-1 0-16,1-1 0 0,0 0 0 15,2-3-3 1,0 1-23-16,0-2-44 0,0-2-65 16</inkml:trace>
  <inkml:trace contextRef="#ctx0" brushRef="#br0" timeOffset="186112.74">7852 14148 227 0,'0'0'26'0,"0"0"-22"0,0 0 0 15,0 0 25-15,0 0-15 0,0 0-6 0,0 0-2 16,0 0-2 0,0 0-2-16,4 43-1 15,-4-36-1-15,0 1-10 16,0-2-64-16,-2-5-120 16</inkml:trace>
  <inkml:trace contextRef="#ctx0" brushRef="#br0" timeOffset="186788.9">8270 13963 224 0,'0'0'1'0,"0"0"-2"0,0 0-5 0,0 0 2 0,0 0 7 15,0 0 1 1,-12 40-3-16,4-34 0 16,-1 1 0-16,0-1-1 0,0-2 1 0,0 0 0 31,-2-2 0-31,2-1 0 15,-2-1 0-15,2 0-1 0,-3 0-1 0,4 0-1 16,1-4 1 0,3-2 2-16,-1 2-1 0,3-2-8 0,2 0 3 31,0-1 1-31,2 0-3 16,7 0-3-16,2-3 2 0,0 3-6 15,3 1 9-15,-1 1 5 0,3-1 5 0,-3 2 10 31,5 4 5-31,-3-2 0 16,4 0-6-16,-4-1-5 0,3 2-4 16,0-1 1-16,0 0 4 15,-2 0 5-15,1 0-2 16,0 0-2-16,-3 1-2 16,1-1-4-16,-2 2-2 15,1 0-2-15,-2 0-2 16,-3-2-14-16,-2 0-44 0,4-3-92 15</inkml:trace>
  <inkml:trace contextRef="#ctx0" brushRef="#br0" timeOffset="187195.07">8842 13698 167 0,'0'0'32'0,"0"0"-15"0,0 0-4 0,-42-3-6 0,28 3-1 16,-3 0 1-16,0 3 1 15,0 6-3-15,-4 2-2 0,1 4 0 16,-1 4 0-16,0 2 7 16,1 6-3-16,4 2-4 15,1 1-1-15,4 1 0 0,6-3 2 16,5 2 1-16,0-6 2 16,0 0-1-1,11-2-2-15,3-1-2 0,1-7 0 16,1 2 3-1,2-2-3-15,4-4-1 0,-3-3-11 0,2-4-19 16,-2-3-54 0,3 0-74-16</inkml:trace>
  <inkml:trace contextRef="#ctx0" brushRef="#br0" timeOffset="187494.12">8895 13858 127 0,'0'0'59'0,"0"0"-37"0,0 0-9 0,0 0 22 31,0 0-7-31,0 0-10 15,5 50-7-15,-3-33-4 0,0 3-5 16,-1-2 0-16,1-1-1 16,0-1 0-16,0-3 0 15,1 1 2-15,1-4-9 0,-1-3-14 16,3-3-57-16,-1-4-103 16</inkml:trace>
  <inkml:trace contextRef="#ctx0" brushRef="#br0" timeOffset="187673.96">9084 13942 356 0,'0'0'57'0,"0"0"-64"16,0 0 14-16,0 0-2 15,0 0-5-15,0 0-12 16,0 0-27-16,0 0-52 15,0-10-111-15</inkml:trace>
  <inkml:trace contextRef="#ctx0" brushRef="#br0" timeOffset="188169.98">9375 13813 242 0,'0'0'19'0,"0"0"-4"15,0 0-11-15,0 0-2 0,0 0-6 0,0 0 9 16,-42 24-3-1,32-9-1-15,-2 3 8 0,1 2-2 16,3 1 0 0,1 0-4-16,1-1 1 0,3 0-1 0,3-3-1 15,0-3-1 1,0-1 1-16,7-3-1 0,0-3 1 16,1-1 4-16,1-3-4 0,2-2 3 31,0-1-4-31,0 0 2 15,-2 0 2-15,1-3-2 16,-2-1 0-16,-2-6 6 0,0 0 7 16,-4 1-9-16,-2 0-4 15,0 0-4-15,0 0-2 16,-9 2 2-16,-3 3-2 16,-2 3-5-16,-3 1-1 0,2 0-3 15,-3 0 7-15,5 0-11 16,-1 3-14-16,5-2-41 15,2-1-63-15</inkml:trace>
  <inkml:trace contextRef="#ctx0" brushRef="#br0" timeOffset="188497.23">9475 13773 225 0,'0'0'4'0,"0"0"1"0,42 6 5 0,-24-2 13 0,-2 6-6 15,0-3-6 1,-1 6-5-16,-1 1-2 0,-4 6 0 15,-3 1-2 1,-1 5-1-16,-6 1 2 16,0 0-3-16,0 1 1 0,-6-3-1 0,-5-3 3 15,0-3-7-15,-2-5-6 0,2-2-25 32,-1-6-35-32,3-3-52 15</inkml:trace>
  <inkml:trace contextRef="#ctx0" brushRef="#br0" timeOffset="189487.19">9663 13590 145 0,'0'0'14'0,"0"0"-2"0,0 0-1 0,0 0 5 15,0 0-5-15,0 0-1 0,0 0-1 16,39 0-2-16,-32 0-4 16,0-3 0-16,2 2 0 15,2-1 1-15,-1 1-1 16,2 1-2-1,-1-3 0-15,1 3-1 0,-5 0 0 0,1 0 1 16,-5 0-2 0,1 0 2-16,1 0 1 0,-3 0 0 15,-2 0-2-15,2 0 1 0,-2 0-3 32,1 0 0-32,-1 4 0 15,0 2 3-15,0 0 1 0,0 1-1 16,0 1 1-16,0 2 3 0,0 1-2 15,2 2 2 1,0 0-1-16,0 3 0 16,0-1-1-16,0 1 0 0,0 1-3 0,0-1 3 15,0-1-2-15,1 1 1 0,-1 0 0 32,1 1 2-32,-1-1 1 15,-1 0 1-15,1 0-3 16,2-2 1-16,-2 0 1 15,0 1 0-15,-2-1 1 0,2-3-1 16,-2 3-1-16,1-1-1 16,-1-3 0-16,0 3-2 15,0-2 0-15,1-1 0 16,-1-1-1-16,1 0 1 16,-1 0-1-16,0 1 1 0,0-3 0 15,0 2 0-15,0-1 2 16,0-1 0-16,0 2 0 15,0-1-1-15,0 1 0 16,0-2 0-16,0 1 0 0,0 0-1 16,0 0-1-16,0 1 2 15,0-2-2-15,0 1 0 16,0 1 1-16,0-1-1 16,0-2 0-16,0 1 0 15,0-3 1-15,0 1-1 16,0-2 1-16,-2 1 1 0,1-1 5 15,-3-1 1-15,-1 1-4 16,-1 0 0-16,-3 0-3 16,2 4 2-16,-8-3-2 0,-3 3-8 15,-3-2-27 1,-6-4-31-16,-4-1-236 0</inkml:trace>
  <inkml:trace contextRef="#ctx0" brushRef="#br0" timeOffset="191020.01">5850 13713 113 0,'0'0'31'0,"0"1"-1"0,0-1-9 0,0 0-3 0,0 0 6 16,0 0-3-16,0 0 6 0,0 0-7 15,0 0-7 1,0 0-5-16,0 0-3 0,0 0-5 16,0 0 2-1,-1 0-4-15,-1 1 2 0,-2-1-1 0,-3 1 1 16,0-1 0-16,-2 2 0 15,1-1 0 1,-1-1 0-16,-1 3-3 0,0-3 3 16,1 3-2-16,-1-2-1 15,0 2 1 1,3-3 0-16,-1 3 1 16,2-2 0-16,0-1 2 0,3 1-1 0,-1 0 0 15,2-1 0-15,2 0-4 0,-5 1 1 16,3 1-3-16,-1-1-1 31,1 1 7-31,-3 0-2 0,3 0 2 16,0-1 0-16,-2 1 0 15,2 0 0-15,0 0 0 0,0-1 2 16,1 1-2 0,-1-1 0-16,2 2-2 15,-2-3 2-15,2 4 2 16,0-1-2-16,0 0 0 15,0 1 1-15,0 2 2 0,0 0-2 16,0 2 1-16,0 1 0 16,0 2-1-16,0 0 1 15,0 2-2-15,0 1 0 16,2 1 1-16,-2-1-1 16,0 3 0-16,0-2-1 0,2 0 1 15,-2 0 1-15,0-1-1 16,1 1 1-16,-1 0-1 15,1-3 0-15,0-1 0 16,1 1 0-16,-2 0 0 0,0-1 1 16,0 0 0-16,0 0 2 15,0 0-3-15,0 1 1 16,0-3-1-16,0 1 0 16,0 0 0-16,0 0 1 15,0-1-1-15,0-1 1 0,-3-1-2 16,1 1 2-16,2 0-1 15,-2-1 1-15,2 0-1 0,-2 0 0 16,2 2 0 0,0-2 0-16,0 0 0 0,0 0 1 15,0-1-1 1,0-1 1-16,2 1 0 0,1 0 0 16,1-2 0-16,2 2 4 0,-2-1-5 15,3 0 0-15,0 1 2 16,0-1-2-16,-1-1 0 15,3 1-1 1,1 0 1-16,-3-2 1 16,5 0 1-16,0 0 0 0,-1-1 1 0,3 0 0 15,-3 0-1 1,2-1-1-16,-1 2-1 0,2-2 1 16,3 1-1-1,-4-2-15-15,3 0-39 0,-1 0-87 16</inkml:trace>
  <inkml:trace contextRef="#ctx0" brushRef="#br0" timeOffset="193978.81">5085 15012 123 0,'6'0'4'0,"4"0"5"0,-2 0 21 0,1 0 0 0,3 0-7 16,-1-2 2-1,2 1-1-15,-3-1-8 0,2 0-8 0,0 2-5 16,-3 0-1-16,-2 0-2 16,1 0 0-1,-3 0-9 1,-4 0-51-16,0 1-43 0</inkml:trace>
  <inkml:trace contextRef="#ctx0" brushRef="#br0" timeOffset="194221.6">5134 15132 265 0,'0'0'36'0,"0"0"-30"15,0 0-1-15,0 0 13 16,0 0-11-16,0 0-6 16,52 5-1-16,-35-4-15 0,2-1-59 15,0 0-83-15</inkml:trace>
  <inkml:trace contextRef="#ctx0" brushRef="#br0" timeOffset="195067.75">5880 14982 142 0,'0'0'21'0,"0"0"16"0,0 0-13 0,0 0-9 16,0 0-10-16,0 0 0 0,0 0-4 15,0 0-1-15,0 0 0 16,-37-6 3-16,31 9-1 15,0 1-1-15,-2 1-1 16,3 2 1-16,-3 0-1 0,1 1 0 16,-1 2 0-16,4 1 0 15,0-2-1-15,1 1 1 16,2-2-2-16,1 0 1 16,0 0 2-16,0-1 4 0,6 0 4 15,0-1 1 1,2 1-5-16,-2-1-3 0,1-1-1 15,-1 1 1-15,3-3 0 0,-1 1 1 16,2-2 1 0,1-1 3-16,1-1-2 0,-1 0-1 15,3 0 3-15,-1 0-2 16,-3-1 0 0,2-5-1-16,-1 1 0 0,-2 0 2 0,0-2-2 15,-4 0 1-15,1 0-1 16,-3 0 2-1,-1-2-5-15,0-1 0 16,-2 3 0-16,0-3 0 0,0 2 2 0,0 1 2 16,0-2-4-16,-2 2-2 15,-1 1 1-15,-3 0 1 16,-1 0-2 0,0 0 2-16,0 0-3 0,-1 2-4 0,-1-2 3 15,-5 3-3 1,1 1-8-16,-1 2-11 0,-1 0-14 0,3 0 5 15,0 1-12-15,3 3-55 32</inkml:trace>
  <inkml:trace contextRef="#ctx0" brushRef="#br0" timeOffset="195282.61">6118 15031 243 0,'0'0'16'0,"0"0"-11"0,0 0-4 0,0 0-4 15,0 0-20-15,0 0-53 16,0 0-70-16</inkml:trace>
  <inkml:trace contextRef="#ctx0" brushRef="#br0" timeOffset="195928.93">6281 14929 129 0,'0'0'9'0,"0"0"-8"0,0 0 10 32,0 0 18-32,0 0 5 0,0 0-10 0,0 0 3 15,45 0-6 1,-34 0-1-16,0 0-4 0,2-1-5 0,1 0-3 31,4 0-2-31,-3 0-4 0,1 0-1 0,-1-1-1 16,1 1 2-1,-3 1-3-15,3-1 2 0,-5 0-1 0,-2 1 0 16,-1 0 1-16,0 0-1 31,-4 0-1-31,-1 0 1 16,-1 0-2-16,0 0-1 0,-2 0-2 16,0 0 0-16,0 2 5 15,0 2 0-15,-6 0 1 16,1 3 2-16,-1-1-1 15,0 2-2-15,0 1 2 16,1 1-2-16,-1 1 1 16,1 0-1-16,3 2 0 0,-2-4 0 15,-1 5 0-15,1-1 0 16,3 1 1-16,0-4-1 16,0 3 0-16,1-2 1 15,0-2-1-15,0-1 0 0,0-2-1 16,0 1-11-16,0-4-34 15,2-3-40-15,5 0-72 16</inkml:trace>
  <inkml:trace contextRef="#ctx0" brushRef="#br0" timeOffset="196470.93">6620 14915 89 0,'0'0'196'0,"0"0"-188"0,0 0-10 15,0 0-7-15,0 0-2 16,0 0 6 0,0 0 5-16,0 0 2 0,1 43-1 0,-2-32 0 15,1 0 0 1,-2 0-1-16,2-2 1 15,0 0-1-15,0-3 0 0,0-1-1 0,3-2-1 32,3-1 2-32,-2-1 1 15,3-1 3-15,0 0-1 0,2 0 1 16,0 0 5-16,2-4-1 0,0 1 2 0,-2 0 3 31,2 0-7-31,0 0 2 16,-1 2-2-16,1 1 0 15,-2 0-3-15,2 0-1 0,-2 0-1 0,0 0-2 0,1 4 0 32,-2 3 0-32,-1 0 1 15,1 2 0-15,-3-1 0 0,2 2-2 16,-3-3 0 0,-2 0 0-16,-1 1-1 0,-1-1 0 15,0-2 2-15,-1-2 0 16,-9 3 1-16,0-2 2 15,-1-1-4-15,-5 0 3 0,1-2-2 16,-3 1-11 0,2-1-15-16,0-1-25 0,3 0-9 15,1-3-45-15</inkml:trace>
  <inkml:trace contextRef="#ctx0" brushRef="#br0" timeOffset="196761.81">6674 14887 272 0,'0'0'36'0,"0"0"-32"0,0 0 0 0,0 0 6 16,0 0-3-16,47 1-5 15,-29-1 0-15,-3 0-2 0,4 3 0 0,3-2 0 32,-3 2-7-32,6-3-47 15,-2 0-80-15</inkml:trace>
  <inkml:trace contextRef="#ctx0" brushRef="#br0" timeOffset="197270.98">7088 14911 193 0,'0'0'26'0,"0"0"-3"0,0 0-4 16,0 0-8 0,0 0-8-16,-41 8-3 0,31-2 1 0,0 1 0 15,1 0 1-15,-1 2 2 16,2 2 6-16,-1 1 0 16,3 3-7-1,0-3-1-15,3 0 1 0,1 1-3 0,2 1 0 16,0-1-1-16,0-1 1 15,5-1 3-15,5-1 0 16,1-4-2 0,1 1 3-16,3-3-3 15,1 0 1-15,2-4-1 0,2 0-1 0,0 0-1 16,-4 0 2 0,4 0-1-16,-7-7 0 0,3-1 7 15,-7 0 2-15,0-5 4 0,-2-1-2 31,-3 0-6-31,-4-3-1 16,0 0-6-16,0 0 1 0,-2-1-1 16,-7 3 5-16,-1 2 10 15,0 2-13-15,-6 3 1 0,1 2-2 16,-2 2 0 0,2 2-22-16,-3 2 8 15,3 0-9-15,1 0-51 0,5 0-71 16</inkml:trace>
  <inkml:trace contextRef="#ctx0" brushRef="#br0" timeOffset="198285.14">7352 14909 176 0,'0'0'33'0,"0"0"-19"0,0 0-6 16,0 0 6-16,0 0 5 15,0 0-13-15,0 0 1 16,0 0 5-16,0 0 7 0,37 0-3 16,-24 0-7-16,1 0-2 15,-1 0-2 1,1 0-2-16,-1 0-1 0,1 0 0 15,-3 0 0-15,0-1-1 16,-1 1 0-16,-2 0-1 0,-3 0 1 16,1 0-2-1,-4 0 0-15,-2 0 0 16,2 0-2-16,-2 0-1 0,0 1 2 0,0 2-1 16,-2 1 1-1,-4 1 1-15,-1 0 1 16,-2 1 0-16,0-1 0 15,-2 1 0-15,0-1 1 0,1 3-1 0,0-1 0 16,3-1-1 0,-1 1-1-16,4 0-8 0,0-1 10 15,2 2 0 1,2-1 0-16,0-4-3 16,0 0 1-16,0 0 5 0,2-1-2 0,4-1 3 15,2-1-3-15,-1 0 0 16,1 0 0-16,2 0 0 15,-2 0 0 1,3 0-1-16,-2 0 2 16,1 0 0-16,1 3-1 15,2-2 0-15,-4-1-2 16,0 3 2-16,1 0-1 0,-2 0 0 16,-2 0 0-16,-1 1 0 15,1-1-1-15,-3 2 1 16,-1-1-2-16,1 2 0 15,-3 0 1-15,0 0 0 16,0 2 0-16,0-1-1 0,-6-1 2 16,-4-2 1-16,3 3-2 15,-5-1 0-15,-1-3 1 16,0 1-3-16,0-2 1 0,0 0 2 16,-2-1 5-16,0-1-8 15,1 0 7-15,1 0-4 16,0 0 1-16,2 0 0 15,4 0 1-15,-2 0 1 16,2 0 1-16,1 0 3 0,3 0 1 16,-1-2 1-1,0-1-1-15,2 0 12 0,1 3-13 16,1-3-4-16,-2 2 0 0,2-2-2 16,-2 3-1-16,-1-1-23 15,1-1-5 1,-2 0-11-16,1-1-109 0</inkml:trace>
  <inkml:trace contextRef="#ctx0" brushRef="#br0" timeOffset="200022.17">8410 14946 139 0,'0'0'14'0,"-2"0"18"0,0 0-11 0,0 0-9 31,0 0-6-31,-2 0 1 15,2 0 0-15,1 0-2 0,-3 2 1 16,2 2-3-16,-3 2-1 16,2 1-1-16,-1 1-1 15,2 2 0-15,0 2 0 16,1 0 0-16,1 0 0 0,0 2 1 16,3-3 0-16,3 1 6 15,4-2-3-15,-2 0 0 16,3-2 2-16,2-3 1 0,1 0 0 15,1-2-1-15,0-3 4 16,3 0-5-16,1 0-1 16,-1 0-2-16,0 0-1 15,0-6 1-15,-2-1 0 16,-3-1 5-16,-2-2-3 0,-4 0-1 16,-2-2-1-1,-3 1-1-15,-2-2-1 0,0 2-1 16,-2-3 1-16,-7 1 1 15,0 0 0-15,0 0 2 16,0 2-2-16,-4 2 1 16,1 1-3-16,-1 2 2 0,-2 4 0 15,-1 1-2 1,0 1 0-16,0 0-5 0,-1 0-1 16,-1 5-18-16,3 3-10 0,2-2-17 15,5 0-56-15</inkml:trace>
  <inkml:trace contextRef="#ctx0" brushRef="#br0" timeOffset="200244.01">8737 14971 323 0,'0'0'19'0,"0"0"-13"0,0 0-5 15,0 0-1-15,0 0-5 0,0 0-40 16,0 0-32-16,0 0-81 16</inkml:trace>
  <inkml:trace contextRef="#ctx0" brushRef="#br0" timeOffset="201060.21">9084 14892 159 0,'0'0'6'16,"0"0"14"-16,0 0 12 16,0 0-4-16,0 0-12 0,0 0-3 15,0 0 1-15,0 0-1 16,10-35-5-1,-12 32-7-15,-4 0-2 0,-1 0-2 0,-2 2 0 16,-4 1-5 0,0 0 6-16,-2 0 3 0,0 0-2 15,1 1 0-15,2 5-1 16,0 1 0-16,3 0 0 0,2 2-4 16,5 0 0-16,0 0 1 15,2 0 0 1,0 0 2-16,0 0 3 0,5 0 1 15,5-1 2 1,0-1 4-16,0-1 3 16,2 0 2-16,2-1-1 0,-1-2 0 15,1 0-3-15,-1 3-2 0,2-2-2 16,-1 0 2 0,0 1-1-16,0 0-4 15,-2 0 0-15,-1 1-1 16,-4 0 0-16,-1 0-1 0,-3 3 0 15,-1-1-2-15,-2-1 1 16,0 1-2-16,0 0 2 16,-5-2 2-16,-6 0-1 0,-2-3-7 15,-2 0 0 1,-2-1-2-16,0-1 0 0,-3-1-13 16,4 0 8-16,-2 0 7 15,3-1 7-15,1-4 2 0,5 0-1 16,1 0 1-1,2-2 1-15,4 0 8 16,2 0 8-16,0 0-7 0,0-3 2 0,5 3-6 16,2-2 0-1,-1-1-3-15,3 1 2 0,-3 0 2 16,4-1 3-16,-5 4-1 16,3-2-3-1,-5 1-1-15,3 2-3 0,-1 0-3 0,-2 1-1 16,3-1-10-1,-2 0-14-15,1-1-48 0,1 0-78 16</inkml:trace>
  <inkml:trace contextRef="#ctx0" brushRef="#br0" timeOffset="201814.25">9246 14865 235 0,'0'0'26'0,"0"0"-15"0,0 0 6 0,0 0 5 15,0 0-7 1,0 0-6-16,37-8 1 0,-30 6-3 16,3 1 1-16,-1 1 0 15,2 0 0-15,1 0-1 16,1 0-3-16,1 0-1 16,-2 0-3-16,2 3 1 15,-3 0-2-15,-1 2 1 0,-2 0-1 16,-1 0-1-16,-3 1-5 15,-4 0-5-15,0 1-2 16,0-1 4-16,-2-1 4 16,-7 2 4-16,1-1 0 15,-4-2-2-15,1 0 4 0,0 1 5 16,4-2-5-16,0-1 1 16,1 0-1-16,2-1 1 15,2 1 0-15,2-2-2 16,0 1-6-16,0 0-8 15,0-1 16-15,8 0 0 16,-1 0-1-16,1 0 1 16,4 1 0-16,-1-1 0 0,-2 1 3 15,4-1 4-15,-2 1 0 16,1 1-3-16,-1-2-4 0,-2 4 1 16,2-1-1-16,-4 1-1 15,-1 2 0-15,-2-2-2 0,1 3 2 16,-3 0-1-1,0 1 0-15,-2-1 0 0,0 1-1 16,0-1 2 0,0 0 0-16,-2 0 0 15,-4-1-1-15,-1-2 2 0,-4-1 2 0,-1 1 1 16,0-3 1 0,-3 0 4-16,1-1-3 15,1 0-3-15,3 0 1 16,1 0-2-16,1 0-1 15,4 0-2-15,0 0-14 16,4-1-29-16,0-5-85 0</inkml:trace>
  <inkml:trace contextRef="#ctx0" brushRef="#br0" timeOffset="202543.51">9669 14878 191 0,'0'0'35'0,"0"0"-29"0,0 0-1 16,0 0-4-16,0 0 1 15,0 0-1-15,0 0 2 16,0 0 7-16,0 0 7 16,0 0 6-16,0 0-13 0,0 0-5 15,23-21-1-15,-12 19 1 16,0 1-1-16,0 1 0 15,0 0 3-15,-1 0-1 16,1 0-4-16,-3 0 1 16,0 0-2-16,2 1-1 15,-7 4 0-15,3 0-1 0,-4 1-1 16,0 1 0-16,-2 3-2 0,0 0 3 16,0 3 1-16,-4-2-1 15,-3 3 1-15,-3-2-1 16,2 3 0-1,-2-3-4-15,0-1 9 0,1-1-5 0,1-2 1 16,1 0-5 0,2-4-2-16,1 0 11 0,1 1-3 0,3-3 0 31,0 1-2-31,0-2 1 16,0-1 3-16,0 0 3 0,0 0-2 0,3 0 0 15,1 0 1 1,3 0-2-16,-2 0-2 0,3 0 1 0,4 0 0 31,-3 0 2-31,3 0 2 16,2 0 2-16,-3-2-1 0,3 0 0 0,-1 2 2 0,-4 0-2 31,3-1-5-31,-3 1-1 16,-1 0 1-16,-1 0-2 15,-2 0-2-15,-1 0 4 16,-4-1-7-16,0-1-13 0,0-1-15 15,0-1-53-15</inkml:trace>
  <inkml:trace contextRef="#ctx0" brushRef="#br0" timeOffset="203133.46">10033 14851 183 0,'0'0'20'0,"0"0"-2"0,0 0 5 16,0 0 0-16,0 0-21 15,0 0 0-15,0 0-2 0,0 0 4 16,0 0-2-16,0 0-2 16,0 0 0-1,-22-1 0-15,16 9 0 0,1 0 0 16,-1 4-1-16,0 1 0 16,4 0 0-16,-2 1 1 0,3 0 0 15,1-2-2-15,0 0 4 16,0 0 0-1,7-1-1-15,3-4 3 0,-2 0 1 0,3 0-1 16,1-3-2-16,-1-1 1 16,3-1-1-16,-4-2 0 15,2 0 2 1,1 0-1-16,-2 0 2 16,-2-3 4-16,-3-3 1 15,2-3 6-15,-6-2 13 0,0 0-19 0,-2-3-11 16,0 0 4-16,0-2 1 15,0 0-2-15,-4 2 1 16,-5 0-3 0,-2 1 0-16,2 2-2 0,-5 2 4 15,1 2-9-15,-6 3 1 16,0 1-11-16,-1 3-16 16,2 0-31-16,0 0-65 0</inkml:trace>
  <inkml:trace contextRef="#ctx0" brushRef="#br0" timeOffset="204287.55">10269 14701 92 0,'0'0'14'0,"0"0"-6"0,0 0 0 0,37 0 0 15,-26 0 0-15,0 0-2 16,-1 0 7 0,1 0 8-16,0 0-8 15,-2 0 8-15,0 0 3 0,-1 0-12 0,1 0-8 16,-2 0-3-1,-1 0 0-15,1 0-1 0,-5 0 0 16,1 0 1 0,-1 0-2-16,1 0 2 0,-3 0-1 0,0 0 1 31,0 0 1-31,0 0 2 0,2 0-1 16,-2 1-2-16,0 2 1 15,0 0 0-15,0 2 4 0,0 1-3 16,0 1-1-1,0 1-1-15,0 1 0 0,0-2 0 16,0 2 3-16,0 1-4 0,0 0 1 16,0 0-1-1,0 1 1-15,0 0-1 0,-2 1 1 0,-1 1-1 32,0-1 0-32,1 1-1 0,-2-1-1 0,2 2 6 15,-3-1-2-15,3-1-1 0,0 1-1 31,0 0 0-31,0-3 2 0,-1 3-2 0,2-2 1 16,-1 0-2-16,1-1 2 16,1 1-2-16,0-3 2 15,-3 2-1 1,3 0 0-16,0-2 1 16,0 2-1-16,0-3 2 15,0 2 0-15,0 1-1 16,0-2-1-16,3-1 1 15,-3 2-1-15,1-2 1 0,1 0-1 16,-2 0 1-16,0-1-2 16,0 0 2-16,0-1-1 15,0 1 0-15,0-1 1 16,0 0 0-16,0-1-1 0,0 0 1 16,0-1-1-16,0 1 1 15,0-1 0-15,0 0 0 16,1-1 1-16,0 0 0 0,1 1 3 15,-2-2 5 1,2 2-1-16,-2-3-1 16,0 2-1-16,0-1 1 15,0 1-3-15,0 0 3 0,0-1-1 0,0 1-4 16,-2 2 2-16,-5-2-4 16,-2 4-2-16,-2-2 1 15,-3 0-8-15,-5-2-37 16,-2-2-72-16</inkml:trace>
  <inkml:trace contextRef="#ctx0" brushRef="#br0" timeOffset="205963.7">5668 14789 122 0,'0'0'26'0,"0"0"-3"15,0 0-7 1,0 0 3-16,0 0-7 0,0 0-7 16,0 0 1-16,0 0 2 15,0 0 0-15,0 0 1 0,0 0 1 0,-2 0-8 16,-2 0 0-16,0 0-2 15,1 0 1-15,-3 0-4 32,-2 0 4-32,0 0 0 15,-1 0-1-15,1 0-1 0,0 0 3 16,-1 0-2-16,0 0 1 16,2 0 0-16,-1 0-1 15,3 0 0-15,-3 0 1 16,3 0-2-16,0 0 1 0,0 0 0 15,-1 0 0-15,0 0 0 16,1 0 0-16,-3 0 0 16,2 0-3-16,0 0-6 15,1 0 2-15,-1 0 0 16,-1 0 5-16,4 1 0 0,-1-1 2 16,0 2 0-16,2-1 0 0,1-1 0 15,1 1 1-15,-2 0 0 16,2 1-1-16,0 1 0 15,0 1-1 1,0-1 0-16,0 4 2 16,0-1-1-16,0 1 0 0,2 3 1 15,0-3-2-15,1 3 2 0,-1-1 0 16,2-1 0 0,-2 5 4-16,-1-2-4 0,2 2 0 0,-1 1 0 31,0 2 0-31,-2-2 0 0,2 3-1 15,-2 0 1-15,2-3-1 0,-2 2 0 0,0-1 0 16,0 0 1-16,0-3-1 31,0 1 1-31,0 0 0 16,0-3 2-16,0 1-1 0,0-3-1 0,0 0 1 16,0 0 3-1,0 0 3-15,0-1 1 0,0-1-3 0,0-1-3 31,0 2 0-31,0 2-3 16,0-2 1-16,0 1 0 0,0-3-1 16,0 3 1-16,0-2-1 15,2 1 0-15,0 0 0 16,-2-1 1-16,1-1-1 16,1 1 0-16,0-3 1 15,0 3-1-15,-2-2 1 0,0 1-2 16,0-2 2-16,0 0-2 15,0 3 1-15,0-3 0 16,0 1 0-16,0-1 0 0,0 1 1 16,2-1-2-1,-2 1 2-15,2-1-1 0,0 1-2 16,-2-1 2-16,1 0 0 16,1 1 1-16,1-2-2 15,-1 0 0-15,-2-1 1 0,2 2 1 16,0-2-1-16,0 2 1 15,0-1 0-15,1 0-1 16,1 1 0-16,0-1-2 0,-1 0 2 16,4-1 1-16,-3 2 1 15,1-1 2-15,1-1 0 16,0-1 1 0,4 2-2-16,-3-1 3 0,2-1-3 15,3 1 1-15,-2-1 0 16,1 1 0-16,-2 0-1 15,2 0-2-15,-2-1 0 16,2 3-1-16,1-2 0 0,-1 1-10 16,4-2-32-1,-1 0-54-15</inkml:trace>
  <inkml:trace contextRef="#ctx0" brushRef="#br0" timeOffset="211557.37">1288 16395 69 0,'0'0'44'0,"0"0"-10"16,0 0 2-16,0 0-13 16,0 0-7-16,0 0-10 15,0 0-3-15,0 0-3 0,0 0 0 0,0 0 1 16,0 0-1-16,0 0 3 16,0 0 0-16,0 0 4 15,0 0 10-15,0 0-4 16,0 0-6-1,0 0-3-15,0 0 0 16,0 0-2-16,0 0 0 16,0 0 2-16,0 0 0 0,0 0-2 15,0 0 2-15,0 0 3 16,0 0 1-16,2 0 1 16,4 0-2-16,1 0 0 15,5 0-3-15,-2 0-3 16,5-2 0-16,0 1 0 0,5 0 0 15,-3-2-1-15,6 1 1 16,-2 0-1-16,0-1 1 16,-2 1 0-16,1 0 1 15,-5 0-2-15,-1 2 1 0,-5-1-1 16,-3-1 1-16,-2 2-1 16,-2 0 0-16,-1 0-1 15,-1 0-3-15,0 0 2 16,0 0-3-16,0 0 3 0,0 0 9 15,-3 3-2-15,-3 3-1 16,2 0 0-16,-3 0-6 16,-3 3 5-16,2 1-2 15,-5 1-1-15,-1 2 2 16,-1 2-2-16,-4 2 1 0,4-1-1 16,-3 1 0-16,3 0 0 15,-1-2 2-15,5-4-2 16,-1 0 0-16,3-3 0 0,3-1 0 15,0-3 0-15,5 2 0 16,-1-3 0 0,2 1-2-16,0-3 1 15,0 2-2-15,0-2-2 0,0 1-2 0,0-1 0 32,0-1 0-32,0 2 4 0,0-1 2 0,2-1 0 15,3 0 5 1,1 0-5-16,5 0 0 0,-1 0 8 15,5 0-6 1,1 0 0-16,1 0 0 0,-1 0-1 0,2-1 1 16,2-1 0-16,-5 1 0 15,2 1 1 1,-2 0 3-16,-4 0-1 0,0 0-3 0,-4 0-1 16,0 0 1-16,-5 0-2 15,0 0 1 1,1 0-8-16,-3 0-18 15,0 1-43-15,0 1-29 0</inkml:trace>
  <inkml:trace contextRef="#ctx0" brushRef="#br0" timeOffset="211895.89">1368 16473 63 0,'0'0'103'0,"0"0"-83"0,0 0-4 15,0 0-10-15,0 0-2 16,0 0 1-16,0 0-1 16,43 0-1-16,-25 0-2 0,1 0-3 15,0-3-68-15</inkml:trace>
  <inkml:trace contextRef="#ctx0" brushRef="#br0" timeOffset="212359.19">1648 16068 180 0,'0'0'10'15,"0"0"-9"1,0 0-1-16,0 0 0 0,0 0-11 0,0 0 2 31,-39-14 3-31,31 14 6 16,1 7 0-16,-2 0 11 16,2 5 8-16,-2-1-1 0,-1 3 0 0,0 5-4 0,3-2-1 31,1 1-1-31,-1 1-3 15,5-2-4-15,2 0 0 16,0-3-5-16,0-3-3 0,7-1 2 16,4-3 2-16,2-4 8 15,2-1-11-15,2-2-52 16,-2 0-102-16</inkml:trace>
  <inkml:trace contextRef="#ctx0" brushRef="#br0" timeOffset="212906.84">1696 16148 203 0,'0'0'20'15,"0"0"-6"1,0 0-3-16,0 0 9 0,0 0 4 16,0 0-14-16,0 0-2 0,0 0 4 15,36-16-2 1,-30 16-2-16,0 0-4 16,-2 0-4-16,-1 0-3 15,1 0 2-15,0 5 1 0,-2 0-1 0,0 2 0 16,-2 0-1-16,0 1-7 15,0 0 0 1,0 1 12-16,-4 0-8 0,-2 1-6 0,1-1-10 31,-4-1 8-31,0-2 11 0,2 1-3 16,-1-3 5-16,3 0 0 16,1-2 0-16,-1 1 1 0,5-2 1 0,0-1 1 31,0 0 1-31,0 0 2 15,0 0 6-15,2 0 5 0,5 0-2 16,-2 0-3-16,3 0-3 16,1 0-2-16,-1 0-2 15,0 0 1-15,1 0-3 16,-1 0-2-16,2 0-1 16,-3 0 0-16,3 0 0 0,0 0-10 15,-1-1-22-15,1-2-35 16,0-1-41-16</inkml:trace>
  <inkml:trace contextRef="#ctx0" brushRef="#br0" timeOffset="213242.57">1875 16061 182 0,'0'0'11'0,"0"0"10"0,0 0-3 0,36 0-1 0,-24 0-10 16,-5 3 1-1,3 5-1-15,-1 0-1 0,0 2-2 16,0 2-3-1,-2 4-1-15,-1 0 0 16,-4 2 1-16,2 2-3 0,-4-2 1 0,0 1 5 16,-1-1-4-16,-10 0 2 15,0-1 0 1,-3-2-11-16,-1-2-31 16,1-5-58-16</inkml:trace>
  <inkml:trace contextRef="#ctx0" brushRef="#br0" timeOffset="214112.58">2330 16469 135 0,'0'0'30'0,"0"0"3"0,0 0-3 16,0 0 3-16,0 0-15 0,0 0-8 16,0 0 0-1,0 0-1-15,0 0 0 16,0 0 0-16,0 0-4 16,0 0-6-16,-1 0 1 0,1 0 0 15,0 0 5-15,5 0-4 0,1 0-1 16,1 0 1-1,2 0-1-15,0 0 0 0,0 0-4 0,1 0 7 32,0 0-2-32,1 0-6 0,1 0-25 15,-3 0-18-15,-1 0-17 16,-3 0-67-16</inkml:trace>
  <inkml:trace contextRef="#ctx0" brushRef="#br0" timeOffset="214484.47">2347 16576 99 0,'0'0'17'0,"0"0"22"0,0 0 4 0,0 0-10 0,0 0 1 15,0 0-8-15,0 0-8 16,0 0-1-16,0 0-3 16,43 11-10-16,-32-8-4 15,3-1-10-15,1-2-46 16,1 0-84-16</inkml:trace>
  <inkml:trace contextRef="#ctx0" brushRef="#br0" timeOffset="-213767.22">3149 16479 96 0,'0'0'3'0,"0"0"1"0,0 0 13 0,0 0 2 16,0 0-8 0,0 0 5-16,0 0 1 0,0 0-2 15,0 0 0-15,0 0 7 16,0 0-1-16,-24-27-1 0,22 24-2 16,-1 1-6-1,-1-2-10-15,-1 2-3 0,-1 1-1 16,-1-3-2-1,-4 2 1-15,2 2 3 0,-2-1 0 0,-1 1 0 32,1 0-1-32,-2 0 1 0,0 0 0 0,2 0-2 15,-1 3-7-15,1 1 7 16,2 1-1 0,0 2-1-16,0 0 2 0,5 1-2 0,-3 0 3 15,5 0 0 1,0 1-2-16,0-2 2 15,2 1-2-15,0-1 3 16,0-1 2-16,0 3 0 16,0-2 2-16,0 0-3 15,0 1 0-15,0-2-4 0,2 1 4 0,4-1 4 16,-1-2 3 0,1 2-1-16,4-2 0 0,-2-1-2 0,3-2 4 31,1 1 0-31,-1-2-4 15,0 0 0-15,3 0-5 0,-4 0 1 0,2 0 0 16,1-2 0-16,-2-2-1 0,1 0 0 31,-1-2 1-31,-5 2 0 16,3-2 1-16,-2-1-1 16,-2 1 1-16,-1-1-1 15,0-3 2-15,-1 3-2 0,1-2-2 16,0 1 1-16,-1 0 0 15,-2 0 0-15,3-4 1 16,-2 6 0 0,-2 3-1-16,0 0 0 0,0 2-2 15,0 0 2-15,0 1-3 16,0 0-2-16,0 0 0 16,0 0-6-16,0 5 11 15,0 2 2-15,0 3 3 16,0 2-2-16,0 0-3 0,0 0 3 15,0-1-1-15,6-1 1 16,5-1-2-16,1-1 5 16,-1-4-4-16,5 0-3 15,1-4-21-15,0 0-48 16,2-2-136-16</inkml:trace>
  <inkml:trace contextRef="#ctx0" brushRef="#br0" timeOffset="-213174.27">3279 16047 74 0,'-7'1'23'0,"-2"2"5"0,1 0-6 0,1 0 3 0,0 1 1 16,0 3-5-1,1 0 0-15,-1 1-3 0,3 0-4 0,-3 3-2 32,2 1-4-32,1 2-3 15,0 0 2-15,1-1-1 0,1 1 0 16,2-1-1-16,0-2 0 16,0-2 5-16,0 2-4 15,2-2-2-15,3-2-2 16,3 0 3-16,4-3-2 0,-1-1-2 15,5-1-1-15,-1-2-44 16,1 0-56-16,0-1-113 16</inkml:trace>
  <inkml:trace contextRef="#ctx0" brushRef="#br0" timeOffset="-212890.13">3409 16105 108 0,'0'0'133'0,"0"0"-100"16,0 0-12-1,0 0 3-15,0 0-6 16,0 0-9-16,0 0 1 15,0 0-3-15,2 46-1 0,-2-32-3 0,0-1 0 16,0-1-3-16,0 0 1 16,0-1-2-16,0-1-21 15,2-3-34-15,0-5-37 0</inkml:trace>
  <inkml:trace contextRef="#ctx0" brushRef="#br0" timeOffset="-212560.08">3496 16014 173 0,'0'0'10'0,"0"0"10"0,0 0 8 32,49 0-1-32,-38 3 3 15,0 3-12-15,0 5 2 16,-1 2-4-16,-1 3-1 16,1 2-7-16,-5 3-7 0,0 4-1 15,-3-1-2-15,-2 1 2 16,0-1 3-16,-2-1-15 15,-7-2-21-15,2-5-40 16,-4-3-90-16</inkml:trace>
  <inkml:trace contextRef="#ctx0" brushRef="#br0" timeOffset="-211274.02">3976 16419 150 0,'0'0'13'0,"0"0"0"0,0 0-6 16,0 0-3-16,0 0-2 0,0 0-1 16,0 0 2-16,0 0 7 15,0 0 1-15,0 0 0 16,0 0 3-16,0 0 0 16,-11-1-5-16,11 1-3 15,-2 0 1-15,0 1 0 16,0 4 0-16,0 2-5 15,-3 2-1-15,2 0 0 0,1 2-1 16,0-1 0-16,0 2 0 0,-1-1 1 16,2 0-3-16,1-1 2 15,0 0 1 1,0 0-1-16,0-1-1 16,0-1 1-16,4-2 2 0,0 4 3 15,0-5 5-15,2 0-3 0,0 1-4 16,-1-2-1-16,1-1-1 15,-1-2-3-15,4-1 2 16,-3 0 5-16,-1 0 0 0,3 0-5 16,-1 0 1-1,-2-7-1-15,2 3-1 0,-1-2 1 16,-2 0 0 0,1-2 0-16,2 0 0 0,-5 0 0 0,1 2 0 15,-1-1 0-15,0 2 0 16,0 2 1-16,-2-1-1 15,2 2 1 1,-2 1-1-16,1 1-1 16,3 0-3-16,-4 0 1 15,4 4-1-15,-2 5 1 16,1-1 3-16,4 2 0 0,-3 0 0 16,3 1 1-16,1-1-1 0,4 0 1 15,-1 0-1 1,0-3 0-16,1-3 1 0,1 0 0 15,0-2-1-15,0-2-4 0,0 0 7 16,-1 0 3 0,-1-4 2-16,-1-2 2 15,-4-2 2-15,-1-2-4 16,-1 0 3-16,0 0-3 0,-4-3-1 16,0-1-4-1,0 0-2-15,0-1 1 16,0 1 0-16,-2 1 1 0,0 1-2 15,-4 3 1-15,3 1 0 0,1 2 0 0,0 2-1 32,0 1-2-32,-1 1-5 15,2 2-31-15,0-2-31 16,0 0-37-16</inkml:trace>
  <inkml:trace contextRef="#ctx0" brushRef="#br0" timeOffset="-202418.29">4376 16612 31 0,'0'-1'102'0,"0"-1"-84"0,0 0 9 15,0 0-5-15,0-1-9 16,0-1-7-16,0 3 1 0,0-2-4 16,3 0 2-16,1 0 0 15,3-1 7-15,-3 1 5 16,3 2 5-16,-3-1-8 16,1 2-8-16,2-1-1 0,-2 1-3 15,1 0-1 1,-2 0-1-16,-1 0-1 15,1 0-3-15,0 4 0 0,-2 2 4 0,1 1-2 16,-3 1 0-16,0 2-1 16,0 0-5-16,0-1-8 15,-5 1 17-15,1 1-15 16,-3-2 2-16,1-1 0 0,-1 2-1 16,-2-3 20-16,2 2-7 15,-1-2 0-15,1-3-3 16,0 2 6-16,2-3-2 15,3-1-1 1,0-2 2-16,2 0-1 16,0 0 2-16,0 0 3 0,0 0 4 0,4 0-1 15,-1 0 0-15,6 0 1 16,-4-2 5-16,5 0-4 0,-3 1-2 16,3-2 0-16,0 3 1 31,1-1 0-31,3-1-6 15,-3 2-2-15,3 0-1 0,-1 0-1 16,0 0-4-16,0 0-24 16,-1-6-59-16</inkml:trace>
  <inkml:trace contextRef="#ctx0" brushRef="#br0" timeOffset="-201875.37">4732 16445 103 0,'0'0'43'0,"0"0"-40"0,0 0 13 0,0 0 4 16,0 0 1-1,0 0 4-15,0 0 0 0,0 0 3 16,0 0-2 0,0 0-5-16,0 0-4 0,0 0-2 0,15 0-6 15,-5-2 3 1,-1 2 0-16,2-2-4 0,4 1 7 15,-4 1-10 1,3-2-3-16,1 2 1 16,-2 0-3-16,1 0 0 0,-1 0 0 0,-1 0-3 15,-3 0-34 1,-3-4-28-16,-2 0-47 0</inkml:trace>
  <inkml:trace contextRef="#ctx0" brushRef="#br0" timeOffset="-201555.45">4841 16331 295 0,'0'0'13'16,"0"0"2"-16,0 0 16 0,0 0-1 16,0 0-18-1,0 0-9-15,0 0-4 0,0 0 3 16,0 0-5-16,-17 41 6 16,13-22-3-16,3 4 0 0,1-1-1 15,0 2 0-15,0-4 0 16,0 1-5-16,0-4-15 15,1-4-37-15,3-4-15 16,0-6-94-16</inkml:trace>
  <inkml:trace contextRef="#ctx0" brushRef="#br0" timeOffset="-200888.13">5085 16145 226 0,'0'0'66'0,"0"0"-56"0,0 0-6 32,0 0-6-32,0 0 2 15,0 38 1-15,0-20 7 16,0 3 1-16,2 0-5 0,-2 0 0 16,2 1 0-16,0-4-1 15,-2 1-2-15,3-4 1 16,-3-1-2-16,1-1 1 15,-1-4-1-15,0-2 0 0,0-2-6 16,0-1-7-16,0-3-14 16,0-1 9-16,0 0 11 15,0 0 2-15,0-3-15 16,0-4 7-16,0-2 5 0,0-1 6 16,0-1 2-16,8 1 5 15,-2 0-1-15,3 2 9 16,3 2 2-16,-1-1-7 15,-1 3 2-15,2 2 2 16,-1-1-6-16,1 3 1 16,-1 0 0-16,0 0 1 15,-2 1-4-15,0 4-2 0,-2 3 0 0,1-1-2 16,-3 2 5 0,2-2-5-16,-3 4 0 15,-4-3-5-15,0 3 4 0,0-4 7 0,0 2-4 31,-9-2-1-31,-2-1 2 0,0-1 2 16,-5-1 1-16,1-1 2 0,-1 0-7 0,1 0 2 31,1 0-6-31,5-2-22 16,2-1-32-16,3 0-46 16</inkml:trace>
  <inkml:trace contextRef="#ctx0" brushRef="#br0" timeOffset="-200212.53">5311 16463 177 0,'0'0'5'0,"0"0"0"0,0 0 8 0,0 0-3 0,0 0 2 16,0 0 5-1,0 0-2-15,0 0 3 16,0 0 2-16,40-29-1 16,-29 29 1-16,-2-1 2 0,2 1-4 0,-4 0-10 15,0 0-7 1,0 1-3-16,-5 5-2 0,2-1 2 16,-4 2 1-1,0 3-2-15,0 1-1 0,0-1 7 0,0 1 1 16,-2 2-7-1,-6-1 0-15,2-1-6 0,0-1 1 16,-3 1-4 0,-3-1 8-16,2-1 2 0,1-1-4 0,-3 1 1 31,3-1-3-31,3-1 2 0,-1-2 7 0,2-1-2 16,1-1 1-1,4-2-1-15,0 2-1 0,0-3-6 0,0 0 3 16,0 0 13-1,4 0 0 1,1 0 0-16,4 0 3 0,-2 0 2 16,4 0 2-16,0-3 1 15,0 1 0-15,1 1-6 16,1 1-5-16,-2 0-4 16,3-1 0-16,-1 1-6 15,1 0-23-15,-1-2-15 16,1-2-25-16,-2-3-93 0</inkml:trace>
  <inkml:trace contextRef="#ctx0" brushRef="#br0" timeOffset="-199577.22">5850 16287 112 0,'0'0'24'0,"0"0"-6"0,0 0-1 0,0 0-5 0,0 0 0 0,0 0 3 32,0 0 3-32,0 0 6 0,0 0 2 15,0 0-5-15,0 0-2 0,45 0-5 0,-37 0-6 32,1 0-7-32,-2 0 0 0,2 0-2 0,-1 0-8 15,-1 0-18-15,-2 0-25 16,1 0-31-1</inkml:trace>
  <inkml:trace contextRef="#ctx0" brushRef="#br0" timeOffset="-199379.02">5901 16379 235 0,'0'0'9'0,"0"0"16"16,0 0 23-16,0 0-16 16,44 7-7-16,-30-6-16 15,2 0-6-15,2-1-4 16,-1 0-33-16,2 0-102 0</inkml:trace>
  <inkml:trace contextRef="#ctx0" brushRef="#br0" timeOffset="-196306.7">6574 15994 115 0,'-2'0'57'0,"-3"0"-51"0,3 0 9 0,-1 0-5 16,-1 0-5-16,2 0-4 15,-1 0 1-15,1 0-1 16,-2 0 0-16,0 0 3 16,-2 0 2-16,2 0-2 15,-4 0-8-15,3 0 9 0,-3 0-5 0,2 0 0 16,-2 0-5 0,3 0-1-16,-1 0 2 15,1 0 1-15,-2 0-1 16,1 0 2-16,1 0 1 15,-1 1-3-15,1 1-24 16,-5-2-16-16,2 3-26 0</inkml:trace>
  <inkml:trace contextRef="#ctx0" brushRef="#br0" timeOffset="-195480.89">6401 16013 59 0,'0'0'31'16,"0"0"-10"-16,0 0-2 0,0 0 5 15,0 0-12-15,0 0-1 16,0 0 0-16,0 0 1 15,-4 7 1-15,4-4-3 16,0 1 5-16,0 0-1 0,0 1-2 16,0 0-7-1,0 2 1-15,0 2-4 0,0 1-1 16,0 1-1-16,0 2 1 16,0 1-1-16,0 0 0 0,0 3 0 15,0-1 0-15,0 0 0 16,0 0 1-1,0 0-1-15,0-1 2 0,0 0 0 16,2-1 2-16,1-1-2 0,1 2-1 16,0-3 0-16,0 1 0 15,2-1 0 1,-2 1-1-16,-2-2 1 16,2 0-1-16,1 0 2 0,-3-1-2 0,2 0 0 15,-3 1 0 1,0-2 0-16,0 1 1 0,-1 0 0 15,0-2 1 1,0 2-2-16,0-2 1 16,0 0-1-16,0 3 1 0,0-2-1 0,0-1 0 15,0 1 0-15,0 0 0 16,0 2 1-16,0 0-1 16,0-1 0-16,0 1 0 15,0-1 1-15,0 1-1 16,0 0 0-1,0-1 0-15,1-2 1 0,-1 2-2 0,1 0 2 16,2-1-1-16,-3-2 0 16,0 1 0-16,0 0 0 15,0 0 1-15,0-1-1 0,0 0 0 16,0 0 0 0,0 0 0-16,0 0 0 15,2 0 0-15,0 0 0 16,0-2 0-16,-2 1 0 0,2-1 0 0,1 1 0 15,-1-2 1 1,-2 2-1-16,2-2 0 0,0 0 1 16,0 1-4-16,-1-2 2 0,1 1 2 15,2-1 0 1,3 1-2-16,-4-1 2 0,3 1-3 16,0 0 4-16,1-2 1 15,0 2 2-15,-2-2-5 16,1 0 2-16,1 1-1 0,-1 0 1 31,-1-1-3-31,4-1 9 16,-3 1 9-16,4 0-9 15,1-2-6-15,2 0-1 16,1 0 1-16,-1 0 1 16,2 0-2-16,1 0-1 0,-1 0-6 15,0-5-48-15,-2-3-68 16</inkml:trace>
  <inkml:trace contextRef="#ctx0" brushRef="#br0" timeOffset="-194583.26">6837 16307 192 0,'-2'0'7'0,"0"0"17"0,0 0 4 0,0 0 3 0,1 0-9 15,-1-1 0-15,0-1-1 16,-2 2-13-16,-3 0-7 16,2 0-2-16,-3 0 0 15,1 0 0-15,-1 2-3 16,2 5 2-16,-1-2 1 0,1 4 0 16,1-2-2-16,3 4 2 15,0 1-1-15,2 0 0 16,0 0-1-16,0-1-4 15,0-1-1-15,3 0 1 0,5 0 3 16,1-3 2 0,2-2 1-16,0-1 2 0,2 0 0 15,1-3-2-15,-3-1 7 16,0 0-6-16,3 0-1 0,-3-1 2 16,-2-5-1-1,2-4-4-15,-2 2 2 0,-3-3-1 16,-1-1 3-16,0 1 1 15,-3-1 0-15,-2-3 2 0,0 2 0 16,0 0-1-16,0 0 1 16,-6 2 1-1,-2 2-1-15,-1 2 5 0,1 3-5 16,-4 1-2-16,1 2-1 16,0 1 0-16,-3 0-5 0,2 0-19 15,3 3-18-15,-1 1-17 16,3 0-54-16</inkml:trace>
  <inkml:trace contextRef="#ctx0" brushRef="#br0" timeOffset="-194340.5">7074 16330 252 0,'0'0'75'0,"0"0"-70"0,0 0 7 0,0 0-5 16,0 0-6 0,0 0-2-16,0 0-8 15,0 0-34-15,0 0-33 0,0 0-59 0</inkml:trace>
  <inkml:trace contextRef="#ctx0" brushRef="#br0" timeOffset="-193728.18">7291 16281 44 0,'0'0'56'16,"0"0"-55"-16,0 0 7 0,0 0 18 15,0 0 12-15,0 0-3 16,0 0-2-16,0 0-9 0,2 0-3 16,5 0-6-1,-1 0-11-15,2 0-3 16,1 0-1-16,1 0 0 16,4 0 0-16,-3 0 0 0,2 0 0 0,3 0 1 15,-1-1-1-15,1 0 0 16,-3-1 0-16,-1 2 1 15,-1-2-1-15,-4 2 1 16,0-1 0-16,-3 1 0 0,-2 0 0 16,-2 0-2-1,0 0 5-15,0 0 8 0,0 0-3 16,-4 0-6 0,0 3 0-16,-4 1-1 0,4 2-1 0,-2 1-1 31,3 3 1-31,-1 1-1 0,-1 0 0 15,0 1 0-15,3 1 0 0,-2 1 0 16,0-4 0-16,3 3 0 16,1-2-1-16,0-1 1 0,0-1 0 15,0-2-1 1,0 0-5-16,5-3-14 0,-1 0-27 16,2-4-9-16,0 0-71 15</inkml:trace>
  <inkml:trace contextRef="#ctx0" brushRef="#br0" timeOffset="-193239.57">7602 16276 231 0,'0'0'46'0,"0"0"-38"0,0 0-16 0,0 0 8 0,0 0 9 0,0 0-5 0,0 0-3 32,0 0 0-32,0 0-1 15,0 0 1-15,-19 35-2 0,17-26 1 16,0-2-1-16,2 0 0 16,0-3-3-16,0 2 2 15,0-3-2-15,4 0-1 16,4-2 10-16,-1-1 7 15,3 0-1-15,-1 0-1 0,2 0 1 16,0 0-2-16,3 0-2 16,-3 0-1-16,2 0 0 15,-1 0-4-15,-4 0 0 16,1 0-1-16,1 1-1 0,-5 4-1 16,1 0 1-16,0 1 0 15,-3 0-4-15,1 0 3 16,1 0-1-16,-3 1 1 15,-2-1-2-15,0 2 3 16,0-1 1-16,-7-2 1 0,-2 1 0 16,-2-1-6-16,-5-1 11 15,1 0-3-15,-1-1-2 16,-2-1-6-16,2 0-14 16,1-2-28-16,1 0-19 0,3 0-42 15</inkml:trace>
  <inkml:trace contextRef="#ctx0" brushRef="#br0" timeOffset="-192995.4">7611 16274 248 0,'0'0'3'0,"0"0"7"0,0 0 1 0,53 0-3 15,-33 0-6-15,0 0-5 16,1 0 6-16,1 0-5 16,0 0-25-16,-2 0-80 15</inkml:trace>
  <inkml:trace contextRef="#ctx0" brushRef="#br0" timeOffset="-192458.84">7985 16283 59 0,'0'0'43'0,"0"0"-5"16,0 0 5-16,0 0-13 16,0 0-1-16,0 0-3 0,-37 8-6 15,30-2-13-15,1 1-1 16,-1 0-5-16,2 4 0 16,-1-2-1-16,1 1 0 15,3 1 0-15,0 1 0 0,2-1-2 16,0-2 2-16,0 0-2 15,6-1 0-15,3-3-1 16,-1 1 4-16,3-3 1 16,1-2 7-16,0 1-8 0,-1-2 0 15,3 0-1-15,-3 0-2 16,0 0 2-16,1-2 0 16,-2-3-1-16,1-2 2 15,-3 1 0-15,0-2 0 0,-1 0 0 16,-1 1 1-1,-2 0-1-15,-4-1 0 16,2-1-1-16,-2 1 4 0,0-1-4 16,0 1 1-16,-4 0 3 0,0-3 0 15,-4 4 7-15,1 0-1 16,-3 1-2-16,-1 2-10 16,-2 1 2-1,-1 3-2-15,1 0-11 0,-1 0-28 16,6 0-55-16</inkml:trace>
  <inkml:trace contextRef="#ctx0" brushRef="#br0" timeOffset="-191784.79">8196 16267 158 0,'0'0'54'0,"0"0"-18"0,0 0-6 0,0 0-6 16,0 0-5-16,0 0-3 31,35-11 0-31,-22 9-5 16,2 2 4-16,0-2 5 15,-3 2 1-15,2 0-18 0,-2 0-2 16,-3 0 0-16,-1 3-2 16,-2 1-14-16,-4 1 8 15,-2 1-9-15,0 1-6 16,0 0 7-16,-9 0 3 0,-2 2 1 15,0-3 5-15,-3 2 1 16,-1-2 1-16,1-1 3 16,1-2-2-16,2 0 2 15,2 0 3-15,4-3-2 16,3 0 0-16,2 3 1 0,0-3-5 16,0 0-4-16,6 0 8 15,2 0 7-15,2 0-1 16,2 0 2-16,1 0 1 15,-4 0 1-15,2 0-3 16,-2 0 0-16,0 0-1 0,-4 4-2 16,1 2-2-16,-2-1-1 0,-1 4 0 15,-1-2-2-15,-1 0 2 16,-1 2 0-16,0-1-1 16,0-1 0-1,-6-1-2-15,0 1 5 0,-5-3 0 16,2-1-1-16,-7 0-2 0,3-2 5 15,-3-1-2-15,1 1-2 16,1-1-7 0,3 0-43-16,2 0-25 0,2-5-81 15</inkml:trace>
  <inkml:trace contextRef="#ctx0" brushRef="#br0" timeOffset="-191131.31">9017 16280 235 0,'0'0'7'0,"0"0"-6"0,0 0 4 0,0 0-4 15,0 0 0-15,0 0 1 16,0 0-1-16,0 0 3 15,0 0 8-15,0 0-5 0,0 0-6 16,-38 0 1-16,30 7-2 16,-1 0 1-16,3 3-1 15,-3 1 1-15,2 1-2 16,5-1 2-16,-1 2-3 0,3-2 1 16,0-1-1-16,3-1 0 15,6-3 3-15,2-1 0 16,2-2 3-16,1-3 0 0,1 2 0 15,0-2-4 1,1 0 1-16,1 0 0 0,-4-4-2 16,-1-2 4-16,-1-1-1 15,-1-1 2-15,0-2 4 16,-4 0 3-16,1-1-5 16,-5 0 1-16,0-1 1 0,0 0 1 15,-2 2-8-15,0-2 2 16,-2 3 2-16,-2 1 2 0,-5 0-4 15,-1 1-1 1,-2 2-4-16,1 3 2 0,-3 1-1 16,1 1-11-16,2 0-10 15,1 0-6-15,1 0-33 0,5 3-65 16</inkml:trace>
  <inkml:trace contextRef="#ctx0" brushRef="#br0" timeOffset="-190924.28">9296 16306 336 0,'0'0'17'0,"0"0"-10"0,0 0 5 16,0 0-17-16,0 0 1 15,0 0-33 1,0 0-34-16,0 0-43 16</inkml:trace>
  <inkml:trace contextRef="#ctx0" brushRef="#br0" timeOffset="-190256.29">9613 16240 232 0,'0'0'10'15,"0"0"-5"1,0 0 9-16,0 0-4 0,0 0-6 15,0 0-4-15,0 0 0 16,0 0-4-16,-9-34 0 0,1 30-1 16,0 1 0-1,-2 0 2-15,-2 2 0 0,-2 1-5 0,0 0 6 16,-1 0 1 0,0 0 1-16,2 6-1 0,2-1 2 15,4 6-1-15,-1-5 0 16,4 4 0-16,2-3-1 0,0 2-1 15,2-2-1 1,0-1 1-16,2 0 5 16,8 0 0-16,1-1 6 15,3 0-1-15,1 1-2 0,3-2 1 16,-1 2-1-16,1-2 9 0,0 1 1 16,0 1-3-1,-1 1-5-15,-1-1-4 16,-2 0-2-16,-2 3-2 15,-4-2-1-15,-3 0-4 16,-3 1-10-16,-2-1-6 16,0-2 2-16,-3-1 5 15,-9-1 8-15,-1 0 0 0,-1-3 1 16,-3 0-8-16,0 0 0 16,-3 0 5-16,4-3 6 15,0-2 4-15,3-2 2 16,-1 2-2-16,6-1 5 15,3-3 18-15,3 2 1 0,2-1-5 16,0-1-14-16,4-1 5 16,5 1 2-16,5 0-13 15,-1-1-5-15,3 1-26 16,2 1-24-16,2-3-43 0</inkml:trace>
  <inkml:trace contextRef="#ctx0" brushRef="#br0" timeOffset="-189594.41">9808 16240 126 0,'0'0'15'0,"0"0"15"0,0 0 1 0,0 0-9 0,0 0-14 16,0 0 1-1,0 0 2-15,0 0-4 16,38-31 5-16,-27 28 11 0,5-1-12 16,-1 4-4-16,1 0 4 15,-1 0-7-15,1 0-1 0,-5 0-2 0,0 4-2 16,-3 2 1-16,-4 2-5 31,-2-1 1-31,-2 2-2 0,0-1 1 16,-4 0 3-16,-3-1-2 15,-5 1-5-15,-1-2 0 16,0 0-2-16,1-2 8 16,1 0 2-16,2-1 1 15,3-2 1-15,1-1 1 16,5 2-1-16,0-2 1 0,0 0 4 15,0 0-4-15,3 0 4 16,5 0 0-16,0 0-4 16,3 0-2-16,1 0 2 15,0 0 3-15,-3 0 5 0,2 0-1 16,0 0-1-16,-2 0 3 16,-1 1-5-16,-1 5-5 15,1 0-4-15,-2 1 5 16,-4 2-5-16,1-3 3 0,-2 0-2 15,-1 3-2-15,0-3 3 16,0-1 2-16,-6-1 2 16,-4 0-1-16,-2-2 3 15,-1-1 3-15,-3-1-4 16,-2 0-1-16,0 0-2 0,1 0 0 16,1 0-6-16,4 0-38 15,3-2-9-15,5-6-56 16</inkml:trace>
  <inkml:trace contextRef="#ctx0" brushRef="#br0" timeOffset="-189023.54">10163 16250 159 0,'0'0'18'0,"0"0"6"0,0 0-10 0,0 0-1 15,0 0-4-15,0 0-4 0,0 0-2 0,0 0-3 31,0 0 2-31,0 0-1 0,40-20-1 0,-31 20 2 16,2 0-1-16,0 0-2 16,3 0 8-16,-3 2 0 0,-1 3-4 31,-2 0-1-31,-2 0-1 16,-1 2-1-16,-3 0-1 15,-2 1-2-15,0-1 1 16,-4 1 2-16,-7 1-3 0,-1-2-2 15,-3 0 3-15,-1 1 2 16,-1-1 0-16,1-1 1 16,3 0 1-16,4 0 0 15,-1-1 0-15,6 0-1 0,1-1-1 16,3-1-1-16,0 1 1 16,5-2 9-16,3 0 16 15,3-2 2-15,1 2-7 16,3-2-6-16,-1 0-1 15,0 0-1-15,0 0-3 0,-2 0-7 16,0 0-1-16,-1 0-1 16,0 0-3-16,-1 0-23 15,0 0-43-15,2 0-47 16</inkml:trace>
  <inkml:trace contextRef="#ctx0" brushRef="#br0" timeOffset="-188640.45">10527 16270 192 0,'0'0'19'0,"0"0"-22"0,0 0 4 15,0 0 2-15,-37 10 6 16,27-3 2-16,-1 2-4 0,3 1-1 15,1 1 2-15,2-1-4 16,4 0-3 0,1 0 0-16,0-3 4 0,10 0-3 15,1-3 0 1,5 0 2-16,0-3 2 16,4-1 1-16,0 0 1 0,-1 0 0 0,0-5 6 15,-4-2-3 1,-1-1 15-16,-7-1-12 0,-1-2-6 0,-4 1 0 31,-2-3-6-31,-2 0 0 0,-9 3-2 0,-5 0-5 31,-6 2-9-31,0-1-8 0,-3 1-25 16,-2-1-38-16</inkml:trace>
  <inkml:trace contextRef="#ctx0" brushRef="#br0" timeOffset="-187815.69">10521 16012 77 0,'0'0'2'0,"0"0"1"0,0 0 1 0,48 0 9 16,-33-1 2-16,2 0 4 15,1-2-3-15,1 2 5 16,-1 0 0-16,3 0-4 16,-3-1-6-16,2 2-4 0,-2 0-4 0,-3 0-1 15,-1 0-2-15,-1 0 1 32,-4 0-1-32,-1 0 0 0,0 0 3 0,-5 0 4 15,3 2-1 1,0 0-4-16,-3 1 0 0,4 1-1 0,-5 0-1 31,2 1 1-31,-1 0-2 16,1 2 4-16,-2 2-1 0,2-1 1 0,-2 2-2 15,0 1-1 1,1 1 2-16,-3 1-11 16,3-2 8-16,-3 3 1 0,0-2 5 0,0 2-3 15,0-3 1 1,0 2-3-16,0-1 1 0,0 2-1 0,0 0 3 31,0 0 0-31,0 0 1 16,2 1 0-16,-2 0-2 15,0-1-1-15,0 0 0 16,2 1-2-16,-2-1 2 0,1 0-1 16,0 2 11-16,0-1 3 15,1-1-4-15,0 1-5 16,-2 0 4-16,2-1-2 15,-2-1 0-15,2 3-5 0,0-2-2 16,-2 3 1-16,2-2 0 16,-1 0-2-16,0-1 2 15,0 2-1-15,-1-2 1 16,0-1-1-16,0-2 0 16,-1 2 1-16,-5-5 0 0,-2 1-1 15,1-3 1-15,-5-2 1 16,2-1-1-16,-2-3-18 15,3 0-49-15,0-6-58 16</inkml:trace>
  <inkml:trace contextRef="#ctx0" brushRef="#br0" timeOffset="-185860.68">11363 15693 74 0,'-2'0'-3'0,"-2"0"-5"0,2 0 9 0,-1 0 5 16,1 0 11 0,0-4 6-16,-3 1-4 15,2 1 2-15,-1-1-10 0,0 1-7 0,-2-1 2 16,3 2-2-16,-5-2 0 15,2 3 4 1,-2-3 3-16,1 3-5 16,-1-1 1-16,-2 1-3 0,1 0-2 0,-1 0-1 31,2 0 0-31,1 0 3 16,1 0 1-16,0 0 4 0,3 0-3 0,1 1-2 15,0 2 0 1,-3 3-1-16,3 0-2 15,1 4 0-15,1 0 1 16,-2 1-1-16,2 2 1 16,0 2-2-16,0 1 0 15,0-1 0-15,0 2-2 0,0-1 5 16,3 1-1-16,4 0-2 16,-3-2 1-16,-1 1 0 15,1-2-1-15,0 1 0 16,-2 0 0-16,1 0 1 15,-1 0 0-15,0 1 0 0,0 2 5 16,0-1 3-16,1-1 6 16,-1 1-7-16,-2 1-4 15,1-1-3-15,1 2-2 16,-2-1 5-16,2-1 1 0,-1 2-3 16,-1-2 0-16,3 1 0 15,-3-1 3-15,2-1-2 16,0 1 0-16,-1 0-1 15,2-2 0-15,0 0 1 0,1-1-2 16,1 2 0 0,-2-1 0-16,3 1-1 0,-2 0 1 15,1-1-1-15,1 1 1 16,-3 0-2-16,4-1 2 16,-3 2-1-16,-1 0 0 0,-1 2 1 15,2-2-1 1,-2 1 0-16,0-1 1 0,0 0-1 15,-2-1 0-15,0-2-1 0,0 2 2 16,0-3-1-16,0 1 1 16,0-3-1-16,0 2 1 15,0-1 3-15,0-1 4 16,0-3-4-16,0 2-2 0,0-1 3 16,0-1-2-1,0-2 2-15,2 1 1 0,1 0 2 16,4 0 1-1,-2 2-4-15,1-1 8 16,0-1-9-16,1 1-1 0,-2-1-3 0,1-2 0 16,1 1-8-1,2-3 5-15,-1-1 1 16,4 0 6-16,1-2-9 0,1 0-41 16,2-10-94-1</inkml:trace>
  <inkml:trace contextRef="#ctx0" brushRef="#br0" timeOffset="-185105.31">11692 15734 201 0,'-2'0'5'0,"-3"0"1"0,0 0-1 0,1 0-1 15,-2 0-1-15,-1 0-2 16,0 2 1-16,-2 0 2 0,0 3 6 16,-2 1 0-1,0 1 0-15,2 0-3 16,0 4 2-16,-1 1-4 0,4 2-2 16,0-1-2-16,3 0-1 0,1 0 2 15,2-1-5-15,0-1 1 16,2-1 3-1,7-1 1-15,3-2 1 0,1 0 1 16,0-1 4-16,3-3-6 0,-1-2 5 16,-1-1-4-1,-1 0 0-15,1 0-4 16,-6 0 6-16,1-6-2 0,-2-2 4 16,0-2-1-16,-2-2 8 0,1-2-1 31,-2 0-2-31,-3-2-6 15,0 2-1-15,-1 0 4 0,0 0-5 16,0 3 2-16,0 1 0 16,-2 2 2-16,-2 1 0 15,-2 3-6-15,-1 0 0 16,-4 2-4-16,0 1-3 16,-2 1-13-16,1 0-7 0,3 0-18 15,-2 3-2-15,2 0-35 16</inkml:trace>
  <inkml:trace contextRef="#ctx0" brushRef="#br0" timeOffset="-184894.7">11863 15787 335 0,'0'0'28'0,"0"0"-14"0,0 0 0 0,0 0-5 16,0 0-9-16,0 0-1 16,0 0-6-16,0 0-25 0,0 0-46 15,0 0-90 1</inkml:trace>
  <inkml:trace contextRef="#ctx0" brushRef="#br0" timeOffset="-184352.06">12092 15682 224 0,'0'0'10'0,"0"0"17"0,0 0 15 15,0 0-18-15,0 0-16 0,0 0-12 16,0 0 0 0,0 0 7-16,-7 11-3 15,4-2 0-15,1 1 0 0,0 0 0 16,0-2 0-16,2 1 1 16,0 1-2-16,0-4-8 0,0 1 6 15,6-3 3-15,2 3 0 0,1-3 1 16,1 2 5-16,0-2 6 15,1 0-8 1,0-1 0-16,1-3-1 16,-1 3 0-16,-1-3 2 15,2 3 2-15,-5-2 0 16,1 2 0-16,1-1-3 16,0 3-2-16,-4-1-1 15,3 1-1-15,-3 2-2 0,0 0-1 16,-3 0 2-16,-2 0-2 15,0 0 4-15,0-1 0 16,-2 0 4-16,-7-1 0 0,0 0-3 16,-2-2 5-16,-3 1-6 15,-1-2 2-15,-1-1-2 16,-1 0-15-16,0-1-32 16,2 0-15-16,1 0-18 15,5-9-75-15</inkml:trace>
  <inkml:trace contextRef="#ctx0" brushRef="#br0" timeOffset="-184163.35">12092 15683 235 0,'0'0'62'0,"0"0"-53"0,0 0 9 15,46-11-3-15,-23 11-7 16,-1 0-8-16,3 0 0 16,-1 0-24-16,-1 0-123 0</inkml:trace>
  <inkml:trace contextRef="#ctx0" brushRef="#br0" timeOffset="-183348.86">11761 16352 140 0,'0'0'55'0,"0"0"-38"0,0 0 16 0,0 0-9 15,0 0-13-15,0 0-9 16,0 0-1-16,0 0 0 16,0 0 0-16,-40 27 0 15,31-19 1-15,2 0-2 16,-1 3 0-16,3-1 1 16,-2 0-1-16,4 0-1 0,3 1-1 0,0-2-1 15,0 1 1-15,5-3 1 16,4 2 6-16,0-3 4 15,3 0-5-15,-1-3 3 0,0-1-3 32,2 1-1-32,-4-3 1 15,0 0-3-15,1 0 0 16,-2 0 2-16,-1-3 0 16,1-1 0-16,-2-1 1 0,0-2 0 15,-2 1-2-15,-2-1 0 16,-1-1 0-16,1-2 2 0,-2 3-2 15,0-2-2-15,0-2 1 16,0 2-3-16,-1-2 1 16,-5 3 5-16,-5-1 14 0,0 2-17 15,-2 1-4 1,-3 3-9-16,0 1-1 0,0 1-14 16,-1 1-5-16,1 0-23 15,5 0-12-15,3 0-48 0</inkml:trace>
  <inkml:trace contextRef="#ctx0" brushRef="#br0" timeOffset="-183067.09">12027 16372 158 0,'0'0'152'0,"0"0"-135"0,0 0-7 0,0 0 9 0,0 0-10 16,0 0-7-16,0 0-1 15,0 0-1 1,0 0-7-16,0 0-20 15,0 0-52-15,11-3-94 0</inkml:trace>
  <inkml:trace contextRef="#ctx0" brushRef="#br0" timeOffset="-182361.72">12328 16306 150 0,'0'0'39'0,"0"0"-24"16,0 0 10-16,0 0-6 16,0 0-6-16,0 0-6 15,0 0-1-15,0 0-2 16,0 0-1-16,-11 1 1 0,7 2 2 16,-2 1-3-16,1 0 1 15,-2 2-3-15,-2 0-1 16,1 2 2-16,1 1-1 15,-2 1-1-15,2 1 0 0,0 1 0 16,1 1 0-16,-1-1 0 16,4 2 0-1,1 0 1-15,2 0-1 16,-2 1 1-16,2-2-1 0,0 2 0 16,2-3 0-16,3 0 2 0,2 0-1 15,0-2 0-15,3-2 2 16,-1 0 1-1,1-3-6-15,1 2 10 0,2-4-3 16,0-2 2-16,-2 1-3 0,3 0 1 16,-3-2-3-1,-2 0 1-15,2 0 1 0,-2-4 1 16,-3-1 8-16,2-2-3 16,-4-1-8-16,0 0 0 0,-3-2 1 15,-1 2-2 1,0-1-1-16,0 2-2 0,0-2 2 15,-7 4-1-15,0 1 3 0,0 2-1 32,-4 2-3-32,0 0 1 15,0 0-3-15,0 0-8 0,-3 7-19 0,1-1 0 16,4 1-16-16,-2-2-16 0,4-3-63 31</inkml:trace>
  <inkml:trace contextRef="#ctx0" brushRef="#br0" timeOffset="-180741.57">12482 15583 40 0,'0'0'4'0,"0"0"12"0,0 0 7 0,0 0 8 16,0 0 0-16,0 0-3 16,0 0-11-16,0 0-9 0,0 0-4 0,40-10 2 31,-34 10-3-31,0-1-1 15,3-1 0-15,-1 2 2 16,2 0 3-16,1 0-1 0,3 0-1 16,-4 0-2-16,1 0-1 15,1 0-2-15,-3 0 1 16,-2 0-1-16,2 0 0 0,-5 0 0 16,3 0 0-16,-2 0 0 15,0 2 1-15,1-1 0 16,-1 1 2-16,1 0-3 15,-1 1 1-15,0-1 0 0,0 2-1 16,0-2 1-16,-3 1-1 16,1 3 2-16,1-2-1 15,-4 2 0-15,2-1 2 16,0 1 3-16,0 1-4 16,0 0 1-16,1 1 2 15,-1 1-3-15,0 0 1 0,-2 1-2 16,0 1-1-1,0-1 1-15,0 5 2 0,0-3-3 16,0 2 2-16,0 1 0 0,0 0-1 16,0 1 0-16,0-1 0 15,0 1 0 1,0-1-1-16,0 1 1 16,0 1-1-16,0 0 1 0,0-1-1 0,0 0 0 15,0-1 1-15,0 4-1 16,0-3 0-16,0 0 0 15,0 3 0-15,0-2 0 16,0 0 2 0,2 1-2-16,0 0 0 15,2 0 0-15,-2-1 1 0,0 0 0 16,-2-1-1-16,0-1 2 16,0-1-4-16,0 2 4 0,0-4 0 15,0 3 1-15,0-2 2 16,0 2 4-16,0-2-3 0,0 1-1 15,0 0-3-15,0-1 0 16,0-1 0 0,0-1-1-16,0 3 0 0,0-4 0 0,0 2 1 15,0-1 2-15,0 0 1 32,2 1 1-32,0-2 1 0,1 1 0 0,-1 0-2 15,2 1-3 1,-2-4 0-16,-2 2-1 0,2-1 0 0,-2-2-1 31,0 3 2-31,0-3-1 16,0 0 0-16,0 0 0 0,0-2-1 15,0 1 0-15,0 1-1 0,0-1 2 0,0 1-2 32,0-1 4-32,0 1-3 15,0 0 0-15,0 0 1 16,0-1-1-16,0-2 0 0,0 2 0 15,0-2 1-15,0 0-2 16,0-1 2-16,0 2-1 16,0 0 0-16,0-2 0 15,0 3 0-15,-2-3 0 16,0 1 1-16,0 0-1 0,0 0 0 16,1-1 0-16,0 1-1 15,1 0 2-15,-2-2-1 16,-1 1-2-16,1 1 2 15,0-4 1-15,-2 3 0 0,-2-1 0 16,2 0 2-16,-2 1-2 16,-1 0-1-16,1-2 2 15,-2 1-2-15,0 0 0 16,-1 0 0-16,-1-1-18 0,1-1-54 16,-6 0-39-16</inkml:trace>
  <inkml:trace contextRef="#ctx0" brushRef="#br0" timeOffset="-175800.04">6305 17469 36 0,'0'0'79'0,"5"0"-75"0,-3 0-2 0,4 0 11 0,-1 0 14 15,0 0 3 1,0 0 6-16,1 0-7 16,0 0-5-16,1 0-7 0,1-2-6 15,2 1-7 1,-3 0-1-16,1 1-5 0,2 0 1 15,-2 0-5-15,1 0-20 16,-1-2-40-16,-4-1-82 16</inkml:trace>
  <inkml:trace contextRef="#ctx0" brushRef="#br0" timeOffset="-175592.99">6339 17575 237 0,'0'0'62'0,"0"0"-62"0,0 0 21 15,0 0-6 1,0 0-5-16,51 13-8 0,-29-13 0 16,1 0-1-16,2 0-10 15,4 0-37-15,-2-2-135 16</inkml:trace>
  <inkml:trace contextRef="#ctx0" brushRef="#br0" timeOffset="-174056.4">7227 17358 174 0,'-1'0'31'0,"-1"0"-9"0,0 0-7 15,0 0-7-15,-1 0-5 0,-1 0-1 16,1 0 2-1,1 0 1-15,-2 0 0 0,-3 0 2 16,3 0-4-16,-5 0 1 16,2 0-1-16,-2 3 1 0,0 0-2 15,0 1-1-15,0 0 3 16,-1 3-4-16,2-1 0 16,1 1 0-16,-1 0 0 15,3 2-2-15,-1-1 2 16,-1-1 0-16,4 3 2 15,-1 0-2-15,2 1 1 0,-1-2-1 16,2 1 1 0,1 0 2-16,0-1-3 0,0 0 3 0,4 1 4 15,2-2-2-15,-1 0-1 16,2 1-1 0,0-1 0-16,1 1 0 0,1-2-3 15,-1-2 1 1,4 2-1-16,-1-2 1 0,1-3-1 15,1 1-1-15,-1 0 3 0,1-2-1 16,-4-1-1-16,4 0 0 0,-4 0-2 16,-2-1 0-16,2-6-2 15,-4 1 3 1,1-3 1-16,-2 1 0 16,0-3 1-16,1 2-1 0,-1-3 1 0,-1 0 2 31,0 0-3-31,-1 0 2 15,-2 0 3-15,0 2-2 16,0 0 3-16,0 0 8 16,0 2-11-16,0 0-1 0,-5 1 2 15,0 0 1-15,1 0-1 16,-2-2-3-16,1 4 0 16,-3-1 1-16,2 3-2 15,-5-1 0-15,0 2-4 16,-3 2-8-16,-1 0-16 0,-3 0-3 15,-1 0-21-15,0 4-52 16,1-1-46-16</inkml:trace>
  <inkml:trace contextRef="#ctx0" brushRef="#br0" timeOffset="-173656.3">7436 17486 257 0,'0'0'14'0,"0"0"-10"0,0 0 1 0,0 0 6 0,0 0-3 16,0 0-1-16,0 0-1 0,0 0-1 15,0 0-5 1,0 0-1-16,0 0-11 16,0 0-38-16,0 0-118 0</inkml:trace>
  <inkml:trace contextRef="#ctx0" brushRef="#br0" timeOffset="-172561.75">7894 17409 182 0,'0'0'29'0,"0"0"9"0,0 0-4 0,0 0-11 0,0 0-13 0,0 0-3 16,0 0 0-16,0 0-4 15,0 0 1 1,0 0-2-16,-4-40-1 0,0 38 7 0,-1 0-14 31,-1-1 10-31,-1 2 0 0,-5 1-5 0,-1 0-6 16,-3 0 0-1,1 0-8-15,-6 4 0 16,1 1 5-16,5 4 0 16,-5-2 13-16,7-1-2 0,2 3 0 0,3-1-1 15,4-1-1 1,0 0 0-16,4 0-4 0,0-1-2 15,4-2 13 1,5 1 2-16,3-2 5 16,0-1-5-16,4 1 0 15,0 0-1-15,2-1-1 0,-3 0-1 0,1 0 3 16,-1-1-1 0,-1 3 4-16,-1-1-4 15,-1 2 2-15,-1 0-7 16,-4 2-2-16,4-1-1 0,-2 0 0 0,-3 3 0 15,1-3 0-15,-1 0-5 0,0 2-2 32,-2 0-2-32,-2-1 3 15,-2-2-7-15,0 2-3 0,0-1 4 16,-8-2 8 0,-2-2-3-16,-3 1-6 0,-1-3-2 15,-2 0 21-15,-1 0-4 16,3 0 5-16,-2 0 3 15,3 0 3-15,1-5-5 0,2 2-3 16,3-1-2-16,3-1 2 16,-2-1 4-1,5-1 2-15,1 1 0 0,0-4-3 0,0 2 0 16,7 0 10-16,0-3-11 16,5 1-4-16,2 0-2 15,-1 3 0-15,4 0-2 16,-2 2-17-16,3-4-18 15,-3 2-20-15,1-2-102 16</inkml:trace>
  <inkml:trace contextRef="#ctx0" brushRef="#br0" timeOffset="-171992.95">8087 17354 231 0,'0'0'14'0,"0"0"-1"0,0 0-4 0,0 0-5 0,0 0-1 16,0 0-2-1,0 0 0-15,0 0-2 0,40 0 5 0,-30 0 0 32,3 0 1-32,0 0-1 15,3 0-2-15,-1-2-1 0,3-1 1 16,-3 2-2-16,1-2 0 16,-1 2 0-16,-1-1 0 15,-3 1 0-15,0 1 0 16,-3 0 0-16,-2 0 0 0,-2 0 0 15,-3 0 0-15,1 0 0 16,-2 0 0-16,0 0-3 16,0 0 0-16,0 2 0 15,0 3 4-15,0 1 4 16,0 1 2-16,-2 0-5 0,1 2 0 16,-1 0 0-16,-2 4 1 0,0 1-1 15,1 2 4 1,-2 0 2-16,0 2 0 15,2-1-2-15,0 0 0 0,-1-1-2 16,2-1 0-16,2-2-2 0,0 1-1 31,0-4-1-31,0-3-3 0,0-2-14 16,0-3-11-16,2-2-29 0,4-2-104 16</inkml:trace>
  <inkml:trace contextRef="#ctx0" brushRef="#br0" timeOffset="-171614.23">8442 17370 237 0,'0'0'37'0,"0"0"-17"0,0 0-4 0,0 0 1 0,0 0-5 31,0 0-6-31,0 0-5 16,0 0 0-16,6 39-2 16,-6-25 3-16,0 0 3 0,0 2-2 15,0-2 0-15,0-1-3 16,0-2-2-16,0 1 0 16,3-4 2-16,2-2-2 0,3-3 2 15,-1 1 0-15,2-1 1 16,3-2 4-16,0-1-1 15,2 0-4-15,1 0 2 16,0 0-1-16,0 0-1 16,3 0 1-16,-1 0-2 15,-1 0 1-15,-1-4-2 16,-1 3-14-16,-1-3-19 16,-4-1-20-16,-1-1-75 0</inkml:trace>
  <inkml:trace contextRef="#ctx0" brushRef="#br0" timeOffset="-171323.11">8623 17413 244 0,'0'0'20'0,"0"0"-8"0,0 0-4 0,0 0-2 16,0 0 1 0,6 40 3-16,-6-26 4 15,0 1-5-15,-2 0-4 16,0 2-3-16,0-1-1 0,2-3 0 0,-2 2-1 16,2-5 0-16,0-1-1 15,0-2-6-15,0-3-19 0,4-4-35 31,1 0-91-31</inkml:trace>
  <inkml:trace contextRef="#ctx0" brushRef="#br0" timeOffset="-170633.58">8775 17382 253 0,'0'0'16'0,"0"0"-10"16,0 0 2-16,0 0 2 0,0 0-6 16,42-17-3-16,-30 14 3 15,-3 3 1-15,5-1 5 16,-2 1 0-16,-1 0-1 15,3 0-3-15,-5 0-1 0,0 0-2 16,0 1-1-16,-4 5-2 16,1-2-1-16,-4 3-1 15,-2 0-1-15,0-1-5 16,0 0-3-16,0 1 7 0,-4 0-14 16,-5 1 18-16,-2 1-1 15,0 2 6-15,-3-2 2 16,0 1-6-16,1 0-3 15,2-4-4-15,2-1 3 16,2 1-5-16,4-2 2 0,2-3 5 16,1-1-2-16,0 0-6 15,2 0 21-15,5 0-5 0,0 0 1 16,3 0-5 0,0 0-1-16,-4 0 2 15,1 0 1-15,0 0 1 0,0 0 2 0,-1 0-1 31,1 0 2-31,-3 0-3 0,1 2 2 0,2 2 0 16,-3 0-1 0,-1 1-5-16,1 2-3 15,-2-1 0-15,2 2 0 0,-3 0-1 0,1 1 1 32,-2 1 0-32,1-2 1 0,-1 0-3 0,0-1-1 15,0 0 3 1,-1-3 1-16,-6 1 2 0,-4 0 6 0,-1-4-2 31,-3 2-2-31,-3-2-3 16,0-1 1-16,0 0-7 15,3 0-13-15,-1-2-12 0,7-7-32 16,2-4-99-16</inkml:trace>
  <inkml:trace contextRef="#ctx0" brushRef="#br0" timeOffset="-169722.51">9025 17229 145 0,'0'0'43'0,"0"0"-29"16,0 0 5-16,0 0 7 15,0 0-2-15,0 0-6 0,0 0-3 16,0 0-7 0,0 0-4-16,0 0-2 15,43 3-2-15,-34-2 1 16,0-1-1-16,3 0 1 0,0 1-1 16,1-1 1-16,-3 0-1 15,1 0 1-15,-2 0 1 0,2 2-1 0,-4-2-1 16,1 1 0-1,-1 2 0-15,0-2 0 16,0 0 0-16,-1 2 0 16,-3 1 0-16,3-2 0 15,-4 1-1-15,0 1 0 0,-2 1-1 0,0-1 1 32,0 2-1-32,2-1 2 0,-2 2 3 0,0 1-1 31,1 1-3-31,0 3 2 0,1-1-1 0,0 2 0 15,0 0 0-15,-2 1 0 16,0 0-1 0,0-2 2-16,2 2 0 15,-2 0 0-15,0-1 5 0,0 2-4 16,0 0 1-16,0 0-1 16,0-1-2-16,0 3 1 15,0-5-1-15,0 4 1 16,0-1-2-16,0-1 2 0,0 0-1 15,0 0 0-15,0 2 0 16,0-1 1-16,0-1-1 16,0 1-1-16,0-2-1 15,0 1 1-15,0-1 2 16,0 0-1-16,0 0 1 0,0-2 0 16,0 0-1-16,0-2-3 15,-2 2-3-15,0-2 7 16,-2 1-2-16,0 1 8 0,0-2-8 15,2 1-1 1,-4-2 17-16,3 0-10 0,-1-2 1 16,0 0 0-16,1 1 1 15,-2-3 0-15,-1 1-1 0,3-1 7 16,-3-1-17 0,-1-2 6-16,-4 1-2 0,0-2-8 15,-2 0-33 1,-6 0-57-16</inkml:trace>
  <inkml:trace contextRef="#ctx0" brushRef="#br0" timeOffset="-168384.32">6974 17174 186 0,'0'0'24'0,"0"0"4"0,0 0-2 0,0 0-2 15,0 0-9-15,0 0-1 16,-3 0-5-1,3 0-4-15,0 0-2 0,-4 0 0 0,2 0 6 16,-1 0-8 0,-3 0-1-16,-1 0-1 15,1 0-5-15,-4 0-1 0,-1 0-11 16,2 0 15 0,0 0 6-16,1 0-6 0,1 0 6 0,0 1-2 15,2-1-1 1,1 1 0-16,-1 1 0 15,3-1-4-15,0 0-2 0,0 2-6 16,2 0 2 0,-2 1 3-16,2-2 6 0,-3 2 0 0,2 0 1 15,0 0 1 1,-1 1-1-16,0-1 0 16,2 3 2-16,-3-1 1 0,3 1 1 0,-2 2 2 31,2 0 0-31,0 1-2 15,0 2-2-15,0 0-1 0,0 1 0 16,0 3 0-16,0 0 0 0,2 1 0 0,3 1 2 31,-2-1-1-31,3 0 0 16,-4 2-2-16,2-2 0 16,-2 0 0-16,3 0 0 0,0 0 0 15,-3-2 1-15,1 1-2 16,3-2 2-16,-2 2-2 0,0-1-3 15,3 0 2-15,-2-1 5 16,0 3-3 0,-1-5 0-16,0 3 1 0,-3-1-1 15,1 0 2-15,0-1-1 0,0-1-2 16,-2 2 2-16,2-4 2 16,0 1 0-16,-2-1 2 15,2 0 0-15,-2 0-1 16,1 0-1-16,-1-3-4 0,1 4 2 15,0-1 0 1,-1-3-2-16,0 3 2 16,0-4-1-16,0 2 0 15,0 0 0-15,0 0 0 0,0-1 1 0,0 1 0 16,0-2 2 0,-1 1-1-16,1 0 1 0,0-1-2 15,0 1 0-15,0-2 4 0,1-1 3 31,6 0-5-31,-2 0-2 0,5-1 2 0,2 0 4 16,1-1-5 0,0 0 0-16,3 1-4 0,-1-3-12 0,1 0-40 31,0 0-74-31</inkml:trace>
  <inkml:trace contextRef="#ctx0" brushRef="#br0" timeOffset="-161169.87">14789 3766 91 0,'0'0'12'0,"0"0"-1"0,0 0 33 16,0 0-4-16,0-3-21 15,0-1 0-15,2 1-1 0,0-4-7 16,2 3-1-1,0 0-4-15,-2-1 2 0,0 1-3 0,-2 1-2 32,0-1-1-32,0 2 0 0,0 0-1 15,0 0 0-15,0 1-2 16,-2-1-2-16,-4 0 6 16,0 0-1-16,2 2 0 15,-4 0-1-15,0 0-1 0,-1 0 1 16,-1 0-1-16,3 0 0 15,-4 0 0-15,0 0 0 16,2 0-1-16,2 4 1 16,-1 3 0-16,2-1 0 0,0 4-1 15,3 0 0-15,-1 0 1 16,2 1-1-16,2 3 0 16,0-2 0-16,0-1-2 15,0 2 2-15,0 1 1 0,0-3 1 16,4 0 1-16,-1 0-1 15,5-3 0-15,-3 1 0 16,2-2-1 0,-2 0 2-16,3 0-2 0,-1-4 1 15,2 1 0-15,0 0-3 0,0-2 6 16,1 0-2 0,0-1 1-16,1-1-2 0,-2 0 1 15,2 0-2-15,0 0 0 16,-4-1-3-16,2-3 8 15,-2 0-4-15,-1 0-1 16,-2 1 2-16,-1-4-1 0,0 1 1 16,1 1-1-1,-4-4 2-15,0 0-3 0,2 1 0 0,-2-2-4 16,0 0 4-16,2-1-1 16,-2 0-1-1,1 2 1-15,-1-1 0 16,1 1 1-16,0 2 0 0,1 2 1 0,-2-1-1 15,1 2 0-15,-1 1 0 16,1-1 0-16,-1 1 1 16,0 0-1-16,0 0 0 15,0 3 0 1,2 0 1-16,-2-1-1 16,0 0 0-16,0 0-1 15,0 1 1-15,0-1 0 0,0 1-1 0,0 0 0 16,0 0-2-1,2 4 1-15,0 2 2 16,-1 3 0-16,1 2 1 16,1-1-1-16,0 1 0 15,2 0 1-15,-1-2-1 0,1 1 2 0,2 0 2 0,1-2 4 32,4-2 4-32,-3 0-1 15,4-4 6-15,2 0-7 16,0 0-9-16,2-2-3 15,1 0 4-15,-2 0-5 0,0-5-37 16,-3-6-23-16,-3-5-127 16</inkml:trace>
  <inkml:trace contextRef="#ctx0" brushRef="#br0" timeOffset="-160628.83">15016 3290 153 0,'-4'0'10'0,"0"0"-7"0,2 0 2 0,-3 0-2 16,1 2 5-16,-3 2 0 16,1 3 0-16,-3 3 4 15,0-2 5 1,0 5-6-16,1-1-4 0,-2 2 1 0,2 0-3 16,1 0 2-16,1 2-4 31,3 1 4-31,2-1-6 0,1-1 2 15,0 2-1-15,2-4-1 0,8 1-2 0,-2-1 3 32,4-3-1-32,2-1 3 15,1-1-1-15,1-2-3 16,-1-5-57-16,1-1-99 0</inkml:trace>
  <inkml:trace contextRef="#ctx0" brushRef="#br0" timeOffset="-160107">15096 3408 74 0,'0'0'97'0,"0"0"-91"15,0 0 2-15,0 0 11 16,0 0 6-16,38-18-5 15,-27 16-8-15,-2-1-1 0,2 2-3 16,0 1-5 0,-2 0-2-16,-3 0 1 0,2 0-2 15,-2 0 0-15,-3 0 0 16,3 4-1-16,-4 3-1 16,0-1 0-16,-2 4 0 15,0-2-1-15,0 1-1 0,0 1 1 16,-8 1 2-1,3-2 1-15,-6-1 3 0,6-1-3 16,-2-2 3-16,3 1-2 16,2-2 0-16,0-3-1 15,0 3 0-15,2-2 0 16,0-1-2-16,0 1-2 16,0-1 3-16,0 1 0 0,0 0 3 0,4 0 2 15,1-1 2 1,3-1 3-16,-1 0 1 15,3 0-1-15,0 0-2 16,0 0-3-16,-1 0-1 16,1 0-2-16,-1 0 0 0,1 0 0 0,-2 0-1 15,-2 0 0 1,4 0 0-16,-7-3-14 0,0-4-56 16,0 0-113-1</inkml:trace>
  <inkml:trace contextRef="#ctx0" brushRef="#br0" timeOffset="-159719.29">15368 3256 165 0,'0'0'2'0,"0"0"2"0,0 0 10 0,0 0-6 16,0 0 5-16,40-4 0 16,-32 8 0-16,0 3-1 15,3 3 3-15,-1 1-5 0,1 1-1 16,0 5-4-16,2 0-2 15,-2-1 0-15,0 2-1 0,-4 2-2 16,0-3 1 0,-2 3-1-16,-3-3 0 0,0 2 0 15,-2-1 1-15,0-2 0 16,-1 1-2-16,-7-2 2 16,-1 1 2-16,-5-2-2 0,1-4-25 15,-1 0-117 1</inkml:trace>
  <inkml:trace contextRef="#ctx0" brushRef="#br0" timeOffset="-159083.92">15837 3779 117 0,'0'0'7'0,"0"0"4"0,0 0 8 0,0 0-7 16,0 0 4-16,42 0-2 16,-34 0-4-16,0 0 0 15,2 0-4-15,-3 0-3 16,1 1 0-16,-3-1 0 0,3 2-2 16,-3 0 1-16,0 1-2 15,-3-1-3-15,0 0-33 16,-2 0-50-16</inkml:trace>
  <inkml:trace contextRef="#ctx0" brushRef="#br0" timeOffset="-158828.05">15852 3896 111 0,'0'0'28'0,"0"0"-12"0,0 0 51 15,0 0-24 1,0 0-14-16,0 0-11 0,44 2-4 0,-32-2-4 16,0 0-2-1,1 0-5-15,1 0-4 0,0 0-3 16,1 0-23-1,-1 0-133-15</inkml:trace>
  <inkml:trace contextRef="#ctx0" brushRef="#br0" timeOffset="-157505.15">16705 3745 82 0,'0'0'15'0,"0"0"-11"0,0 0 9 0,0 0 14 16,0 0 3-1,0 0-14-15,0 0-8 0,0 0-5 16,0 0-3 0,0 0 19-16,0 0 0 15,0 18-12-15,0-12-5 0,0 2 1 16,-3-1 0-16,1 0 1 15,-2 1-5-15,1-3 6 0,0 2 0 16,0-2-2 0,-1-1 2-16,0 0-2 15,1 1 1-15,-5 0-5 0,3-2 6 0,0 0-4 0,-1 0-1 32,1-2 2-32,-2 0 1 15,2 0-6-15,1-1 10 16,-1 0-7-16,1 0 4 15,0 0-2-15,-2 0-2 16,0-5-2-16,-1 1 4 16,2-2-6-16,0 1 2 0,1-1 0 15,0 0-4-15,2 2-8 16,2-3 7-16,-2 3-2 16,2-2 9-16,0 2 0 0,0-1-7 15,0 1 0-15,0-1 0 16,0-1 2-16,0 3 4 15,0-1 0-15,0 0-4 16,0-1 1-16,2 3 9 0,2-1-4 16,-1 1-1-16,2-1 1 15,-2 2-2-15,1-2 1 16,0 1 1-16,0 0-1 16,0-1 1-16,2 3-1 15,0-3 1-15,-3 2-1 0,5-2 0 16,-3 2 1-16,4 0 0 15,-2-1-1-15,1 2 0 16,-2-2 0-16,2 2 0 16,-1-1 0-16,0-1 0 15,-1 2 2-15,3 0-2 0,-4-2 4 16,4 1-2-16,1 0 0 16,-1 1-2-16,1-1 1 15,1-1 0-15,2 2 1 16,-4 0 3-16,1-1 2 0,0-1 2 15,1 1-2 1,-4 1 4-16,3-3-2 16,0 2 1-16,-3-1-1 0,2 1-1 15,2-1 0-15,-2 1-2 0,0 0 1 16,2-1-1-16,-3 1-3 0,0-1 0 16,-2 1-1-16,1 1 0 15,-2 0 0-15,1 0 0 16,-3 0-1-1,0 0 0-15,0 0-1 0,1 0 0 16,-1 0 0 0,-2 0 0-16,1 4-1 0,-2-1-5 15,0 1-15 1,0-4-24-16,-3 0-113 0</inkml:trace>
  <inkml:trace contextRef="#ctx0" brushRef="#br0" timeOffset="-156854.62">17465 3401 12 0,'-5'3'114'0,"-2"1"-111"0,1 1 8 0,-6 2 3 16,2 1-3-1,-4 5-1-15,0 1-2 0,-1 4 0 16,-2 2 4-16,0 3-4 16,-2-2 4-16,-1 5-3 0,6-1 2 15,0 1-3 1,2-2-3-16,7 0 5 0,1-1-4 0,4 0-1 15,0-2 4 1,6-2-2-16,1-1-3 16,3-2-2-16,3-2 3 0,0 1-2 0,3-3-1 31,-1-1 0-31,5-1-2 16,-3-1 0-16,3-5-56 0,1-4-135 0</inkml:trace>
  <inkml:trace contextRef="#ctx0" brushRef="#br0" timeOffset="-156321.78">17667 3638 189 0,'0'0'-1'16,"0"0"-14"-16,0 0 1 16,0 0 20-16,0 0 1 15,0 0 5-15,0 0-8 0,0 0-1 16,-38 39 4 0,34-28-4-16,2 3 4 0,2 0-4 15,0-2 7-15,0-1-2 16,2-1-2-16,6 0 2 15,-1-1-2-15,5-2-2 0,0-2 2 16,-2-1 3 0,2-1-2-16,1-3 0 0,0 0 0 15,0 0-1-15,-2 0 1 16,2-3 2-16,0-5 7 0,-5-2-7 16,0 0 1-1,1-3-6-15,-5 0 0 0,-1-1 1 0,-2 0-5 16,-1 0 0-1,0 3 4-15,0 0-3 0,-3 0 2 16,-2 1 1 0,-4 0 0-16,1 3-3 0,-2 0-6 0,-2 2 9 15,0 0-8-15,-1 1 12 16,-2 2-12 0,2 1 0-16,-3 1-10 0,3 0 1 0,-3 0-1 15,5 4-31-15,3 2-44 31,2-3-83-31</inkml:trace>
  <inkml:trace contextRef="#ctx0" brushRef="#br0" timeOffset="-156101.97">17972 3651 201 0,'0'0'83'0,"0"0"-78"0,0 0 1 0,0 0 6 16,0 0-6-16,0 0-11 0,0 0-33 16,0 0-56-16,0 0-32 15</inkml:trace>
  <inkml:trace contextRef="#ctx0" brushRef="#br0" timeOffset="-155343.79">18317 3561 231 0,'0'0'7'0,"0"0"-3"0,0 0 3 0,0 0-4 15,0 0 10-15,2-38-7 16,-3 34 0 0,-2 1-3-16,0 0-2 0,-3 3-1 0,-1 0 4 31,0 0-1-31,0 0-6 0,-5 0 6 0,2 0-2 15,1 4 0 1,0 2-1-16,-2-1 0 16,4 1-1-16,3 0 0 15,0 0-2-15,3 1 1 16,1-1-3-16,0-1 1 16,0 1 1-16,0-1 4 0,4 0-3 15,3-1 9-15,-2-1-6 16,6 1 0-16,-2-1 3 15,0 2 3-15,3-1-2 16,-1-2-2-16,1 3 0 16,2-1-1-16,-1 1-1 0,1 0 0 15,-4 2-1-15,1 0 0 16,0 0 0-16,-1 2-1 16,-2-1 1-16,1-2-1 15,-4 3 0-15,0-1 0 0,-2-1-1 16,-3 0 1-16,0 0 0 15,0-1-3-15,-5-2-1 16,-7 1 7-16,0-1-3 16,-2-3 4-16,-2 2-6 0,1-3 11 15,-3 0-7-15,3 0-5 16,2 0 2-16,-1-1 8 16,2-3-5-16,3-1-3 0,1 2 6 15,0-2-3-15,2-1 1 16,4 2 1-16,1-2-2 15,1-1-2-15,0 1 3 16,0-1 2-16,3-1 5 0,5 2-4 16,0-4-1-16,1 3-2 15,1-2 0 1,2 1-1-16,-1 0-1 0,0 2-1 16,1-3-27-16,0 1-34 0,0 0-111 15</inkml:trace>
  <inkml:trace contextRef="#ctx0" brushRef="#br0" timeOffset="-154783.58">18493 3508 214 0,'0'0'17'0,"0"0"-16"0,0 0 2 0,0 0-2 32,0 0 1-32,43 0-1 15,-31 0 0-15,1 0 1 0,1 0 1 16,2 0 7-16,-1 0-1 15,1 0-2-15,-3 0 2 16,2 0-5-16,-3 0 0 16,-1-2-3-16,1 1-1 15,-6 1 0-15,1-2 1 16,-3 1-1-16,0 0 1 0,0 0-1 16,-4 1 2-16,0-1 2 15,2 1 1-15,-2 0-1 16,0 0-1-16,0 0-2 15,0 0-2-15,0 0-1 0,0 0-2 16,0 3 9-16,0 4-4 16,0 1-2-16,0 2 1 0,-2 2-1 15,-1 1 3 1,2-1-2-16,-2 1 1 0,1 1 1 16,-1 1-1-16,1-2 1 15,2 2-1-15,-2-3 0 16,0 0-1-16,2 0 1 0,0-3-2 15,0 0-1-15,0-2-4 16,2-1-10 0,4-5-52-16,4-1-108 0</inkml:trace>
  <inkml:trace contextRef="#ctx0" brushRef="#br0" timeOffset="-154367.36">18895 3512 124 0,'0'0'14'0,"0"0"-17"0,0 0-2 16,0 0 11-16,0 0 4 15,0 0-5 1,0 0 5-16,-18 40 0 16,14-30 3-16,2-1 5 0,1 1-2 0,1-2 0 15,0-1-5 1,0-2 2-16,0 1 0 16,0-2-3-16,5-2 6 15,-1-1 2-15,5-1 1 16,2 0-1-16,1 0-2 15,4 0-4-15,-1 0-3 0,3 0-5 16,-4 0-1-16,2 0-3 16,-2 0 1-16,1-3-1 15,-4 0 1-15,-1 0-2 16,-2-2-6-16,-2 1-33 0,-4-3-39 16,0 0-163-16</inkml:trace>
  <inkml:trace contextRef="#ctx0" brushRef="#br0" timeOffset="-154071.45">19049 3509 140 0,'0'0'4'0,"0"0"12"16,0 0 3-16,0 0 11 15,0 0 0-15,0 0-11 16,5 44-3-16,-5-31-7 16,0 1-2-16,0-1-4 0,0 1 1 0,0 0 1 15,0-1-4-15,0 1 0 16,0-4 0 0,0 0-1-16,0 1 1 0,0-3 0 15,0 0-1 1,0-4-15-16,0-1-55 0,0-1-65 0</inkml:trace>
  <inkml:trace contextRef="#ctx0" brushRef="#br0" timeOffset="-153388.52">19197 3510 109 0,'0'0'10'16,"0"0"1"-16,0 0 22 15,0 0 0-15,0 0-5 16,0 0-1-16,0 0-12 0,0 0-6 15,43-32-4 1,-34 30-1-16,1 2 0 0,1 0 0 16,-1 0-2-16,2 0 1 15,0 0-3-15,-4 2 0 0,0 2 0 16,1 0 1 0,-4 3-2-16,-1-1 1 0,0 1-2 15,-4 3 0-15,0-3 0 16,0 4 0-16,-4-2-2 0,-2 1 5 15,-2-2 1-15,-1 0 1 16,1-2-6 0,1-1 5-16,-3-1 1 15,4-1-2-15,0-1 0 0,1-1 1 16,1 0-1-16,2-1 2 16,2 0-2-16,0 0 1 15,0 0-1-15,0 0-4 0,0 0 5 16,6 0 2-16,-2 0-4 0,5 0 1 15,-2 0 0 1,4 0-1-16,-3 0 0 0,5 0 0 16,-1 3 0-1,0-1 0-15,0 2 0 16,-2 0 0-16,-1 2 0 0,-2-2-1 16,-5 3 0-16,1-1-1 15,-3 1 0-15,0-3 1 16,0 3-1-16,-5-1-2 15,-5 0 1-15,-2-2 4 0,0-3 2 16,-3 1-4-16,1 0 3 16,-1-2-4-16,3 0-13 0,1 0-48 15,3-4-80 1</inkml:trace>
  <inkml:trace contextRef="#ctx0" brushRef="#br0" timeOffset="-152744.45">19503 3320 172 0,'0'0'2'0,"0"0"1"0,0 0 3 0,47 0 7 16,-39 0 1-16,1 1-5 0,1 2 3 16,-3 0-4-1,3 0-3-15,2 3 2 0,-1-1 3 16,3 3-1-16,-1 2-1 16,0 1-4-16,0 3-1 15,-1-2 0-15,0 5-2 16,-3-2-1-16,-2 2 0 15,-2 1-1-15,-1-1 2 0,0-1-1 16,-2 4 0-16,0-6 0 0,-2 2 0 16,0 1-3-16,0-3 2 15,0 0 1 1,-7 0-1-16,2-2 0 16,-3 2 2-16,1-3 5 15,-1 2-11-15,-3-1 8 0,3 0-1 0,-2-2 0 16,-2 0-2-1,2 0-3-15,0-1 4 0,-2-2 1 0,2 0-2 16,-2 0 3-16,2-1-1 31,2-2 0-31,-5 2 1 16,2-3-7-16,-1-2-58 0,0-1-138 16</inkml:trace>
  <inkml:trace contextRef="#ctx0" brushRef="#br0" timeOffset="-149841.75">16323 4687 77 0,'0'0'31'0,"0"0"-6"0,0 0 0 0,0 0 6 15,0 0 3-15,0 0-5 0,0 0-10 0,0 0-7 16,0 0-5-16,0 0-2 31,0 0 1-31,0 0-2 0,0 0-2 0,0 0-1 31,2 0 0-31,2 1-2 0,-1-1 0 16,5 1 2-16,-1-1 0 16,2 3 0-16,-2-3 0 15,4 0-1-15,-2 1 0 16,-2 1 1-16,2-1 0 16,-2 1-2-16,1-1 0 0,-3 2-25 15,1-3-63-15,-3 0-66 16</inkml:trace>
  <inkml:trace contextRef="#ctx0" brushRef="#br0" timeOffset="-149471.79">12299 4810 116 0</inkml:trace>
  <inkml:trace contextRef="#ctx0" brushRef="#br0" timeOffset="-148268.65">16428 4852 157 0,'-3'0'27'0,"3"0"-26"0,0 0 0 0,0 0-2 31,0 0-8-31,0 0-15 0,-2 0 12 0,0 0 8 16,1 0-4 0,-1 1 10-16,0-1-2 15,-2 1-2-15,0 0-3 16,-2-1 1-16,1 0-5 0,-1 0 7 15,2 0 6-15,2 0-2 16,0 0 1-16,2 0 4 16,0 0-1-16,0 0 10 15,0 0-2-15,0 0 8 16,4 0-6-16,-1 0-9 0,4 0 6 16,-3 0 0-16,1 0-4 15,3 0 4-15,-4 0 1 16,3 0-4-16,1-1-2 15,2 0-1-15,-1 1-4 16,0 0-1-16,1 0-2 0,2 0 0 16,-2 0 0-16,-2 0-9 15,-1 1-37-15,-4-1-102 16</inkml:trace>
  <inkml:trace contextRef="#ctx0" brushRef="#br0" timeOffset="-141997.56">17163 4738 113 0,'0'0'42'0,"0"0"-12"0,0 0 6 16,0 0-1-16,0 0-13 15,0 0-3-15,0 0 0 16,0 0-4-16,0 0-4 16,0 0-1-16,10-24-3 0,-10 23-3 0,0 0-1 15,0 0-2-15,0 0-2 16,0 1-4-1,0-1 9-15,-5 1 5 0,-4 0-18 16,1 0 7-16,-2 2 3 0,-1 3 3 16,1 2-5-16,2 2 1 15,-2 1 0 1,2 0 7-16,1 0-10 0,2 1-5 16,2 0 4-16,1 2 4 15,1-3-4 1,1 1 0-16,0 1-1 15,0-1 1-15,5 0-1 0,3-3 4 0,1 0 6 16,1 2-5-16,2-3 3 16,0 0-2-1,3-4 0-15,-1 2-1 16,0-3 2-16,-1 0-2 16,1-2 3-16,-1 0-2 0,1 0 0 0,-1 0 0 15,-1 0 0 1,-2-5 1-16,0 0 0 15,-1-2 0-15,1-1 0 16,-2 0 2-16,0-2-1 0,0-1-1 16,-1 1 1-1,-2-3 0-15,-1 3 1 0,-2-1-3 16,0-2 1-16,-2 1-1 16,0 1-1-16,0 1 0 0,0 0-1 15,-2 2 0-15,-6-2 11 16,0 3-12-16,-2 2-10 15,-1-1 14-15,-3 1-4 16,1 2-11-16,-2 2 5 16,1 1 1-16,-2 0-8 15,2 0-3-15,1 0-4 0,-1 5 1 16,3 1-28-16,2 0-49 16</inkml:trace>
  <inkml:trace contextRef="#ctx0" brushRef="#br0" timeOffset="-141247.12">17602 4790 113 0,'0'0'12'0,"0"0"-14"0,0 0 2 16,0 0 12-16,0 0 0 31,0 0 19-31,0 0 1 0,0 0-2 15,0 0-4-15,0 0-9 16,0 0-6-16,0 0-8 16,0 0-3-16,0 0 0 15,0 0 0-15,0 0 0 16,0 2 0-16,0-1 0 0,0-1 0 16,0 0 0-16,0 0 1 15,0 0-1-15,0 0 1 16,0 0-1-16,-1 0 3 0,0 0-2 15,0 0-1-15,1 0 0 16,-3 1 3-16,-1 1-4 16,1-1 1-16,0-1 2 0,0 0-1 15,1 0-3 1,-2 2 5-16,2-2-1 16,0 1-1-16,0-1 0 15,1 3-1-15,1-3-1 0,0 1 0 0,0 1 0 16,0-2-1-16,0 0-1 15,0 0 1-15,0 0 4 16,0 0 1-16,0 0 2 16,0 0 0-16,0 0-2 0,0 0 1 15,0 0 1-15,-5 0-8 16,1 0-27 0,0-4-184-16</inkml:trace>
  <inkml:trace contextRef="#ctx0" brushRef="#br0" timeOffset="-140288.12">17956 4702 166 0,'0'0'38'0,"0"0"-3"0,0 0-18 0,0 0-14 0,0 0 3 16,0 0-4-16,0 0 6 15,0 0-6-15,0 0 0 16,0 0 1-16,0 0 0 0,0 0 1 0,0 0-4 16,-9 0-3-16,10 0 5 15,5 0 2-15,0 0-4 16,4 0 2 0,1 0-3-16,2 0 1 0,1 0-1 0,1 0 6 31,-1 0-3-31,1 0 0 15,2 0-1-15,-1 0-1 16,0 0 0-16,-2 0 1 0,-1 0-1 16,-2 0 0-16,-2 0 0 15,-1 0 0-15,-4 0 0 16,-1 0 1-16,-1 0-1 16,-2 0 1-16,0 0 0 15,0 0 0-15,0 0 0 0,0 0-1 16,0 0 0-16,0 0 3 15,0 0-1-15,0 0-4 16,-1 3 7-16,-1 1-4 16,-2 0-1-16,1 3 1 0,0-1 0 15,-1 3-1-15,2-1 0 16,-2 2 1-16,2 0 0 16,0-1 0-16,0 0-1 0,2 1 1 15,0-1-1 1,0-2 1-16,0 3 0 0,0-3 0 15,0 0-2-15,0-1 0 16,5 0-11-16,2-2-19 0,-1-4-73 16</inkml:trace>
  <inkml:trace contextRef="#ctx0" brushRef="#br0" timeOffset="-139742.98">18433 4699 128 0,'0'0'10'0,"0"0"-7"0,0 0 0 0,0 0 5 15,-43 10 6 1,35-5-3-16,1 1-1 16,1 1 4-16,-2 1-6 15,4 2 6-15,1 0-8 0,1-1 5 0,2 1-3 16,0 1 3 0,0 1 1-16,2-3-6 0,3-1-4 0,5 2 0 31,0-3 1-31,0-1-1 15,4-2 3-15,2-2-2 16,2-1-2-16,-3-1 3 16,4 0-2-16,1 0 0 0,-4-3 0 15,0-4 6-15,-3-3 4 16,0-1-4-16,-2-2 0 16,-4-1-1-16,-1 1-3 15,-4-1 0-15,-2-2-1 0,0 4-3 16,-2 1 0-16,-7 0 2 15,-3 1-4-15,-3 3-2 0,-2 2 5 0,1 2 4 32,-8 1-5-32,6 2-11 15,-4 0-5-15,5 0-10 16,2 4 0-16,3 3-38 16,8-1-68-16</inkml:trace>
  <inkml:trace contextRef="#ctx0" brushRef="#br0" timeOffset="-139195.85">18763 4638 254 0,'0'0'5'0,"0"0"1"0,0 0-12 0,0 0 6 0,0 0 2 16,0 0 11-16,0 0-12 15,0 0-4-15,0 0 3 16,0 0 2-16,-19 14-2 16,15-4 0-16,3-1-2 15,-1-1 2-15,2 0 0 16,0 0-3-16,0-1 3 0,0-4 1 15,0 0 4-15,0-2-3 16,4 2 4-16,2-2 4 0,2-1 0 16,2 1-5-16,0 1-3 15,1-2 0 1,3 2 1-16,-1 0-1 16,0-2 0-16,3 3 1 0,-3-1 0 15,-1 2 2-15,-1-1-4 16,-1 1 0-16,-2 2-1 15,0-1 0-15,-5 0 0 0,0 0 0 0,-1 1-1 32,-1 1 1-32,-1-4-1 15,0 3-2-15,-2-1 2 0,-5 0 5 0,-5-1-4 0,-3-1 0 16,2-2 5 0,-5 1 0-16,-1-1-5 0,3-1-8 31,0 0-11-31,3 0-17 15,0-1-68-15</inkml:trace>
  <inkml:trace contextRef="#ctx0" brushRef="#br0" timeOffset="-138947.83">18811 4614 279 0,'0'0'6'0,"0"0"-3"0,39 0 1 0,-24 0 1 0,-1 0-5 16,-1 0 0-16,0-3-2 15,-1 2-4 1,4 1-2-16,-3 0-7 0,1-3-25 15,0 0-53-15</inkml:trace>
  <inkml:trace contextRef="#ctx0" brushRef="#br0" timeOffset="-138322.86">19263 4492 104 0,'0'0'-4'0,"0"0"3"0,0 0-2 15,0 0 7 1,0 0 15-16,0 0 7 0,0 0-8 0,0 0-3 16,0 0-1-16,-42 24 4 15,34-17-7 1,1 4-8-16,1-2-1 16,-2 5 0-16,0-1 1 0,1 1 2 0,0 2 0 15,0-2-4-15,1 3 1 31,3-1 5-31,-1-1-5 0,1 0 3 0,1 0-5 16,1-2 3 0,1-2-2-16,0 2-1 0,0-3 2 0,2 0 1 31,5-3 4-31,0 0-2 16,2 0 2-16,1-3-3 15,1-1-1-15,-1 0 1 16,1-3-2-16,0 0 2 0,2 0 1 15,-2 0 2-15,0-1 3 16,1-5-3-16,-3 0-2 16,1-1 2-16,-4-1 0 15,0-1 1-15,-4 2-2 0,0 0-2 16,-2-1 4-16,0 1 0 16,-9 2-3-16,-5 1-9 15,-4 1 0-15,-7 3-8 16,-5 0-16-16,-3 0-35 0,-2 0-194 15</inkml:trace>
  <inkml:trace contextRef="#ctx0" brushRef="#br0" timeOffset="-137409.65">16772 5524 229 0,'1'0'32'0,"1"0"-29"0,2 0-2 0,2 0 1 16,-1 0 2-16,4 0 1 16,2-1 0-16,-4 1-1 15,4-2 1-15,-2 2-1 0,0 0-1 16,0 0-2-16,0 0-1 15,-1 0 1-15,1 0-2 16,-4 3-2-16,4 0-21 16,-6 1-41-16,-1-1-26 0</inkml:trace>
  <inkml:trace contextRef="#ctx0" brushRef="#br0" timeOffset="-137204.75">16828 5627 160 0,'0'0'94'15,"0"0"-93"-15,0 0 9 16,0 0 14-16,0 0-15 16,0 0-8-1,36 5 1-15,-25-5-6 0,3 0-28 0,0 0-130 31</inkml:trace>
  <inkml:trace contextRef="#ctx0" brushRef="#br0" timeOffset="-136221.72">17557 5463 121 0,'0'0'7'0,"0"0"4"0,0 0 7 16,0 0-10-16,0 0 4 15,0 0-6-15,0 0-6 0,0 0 6 16,0 0 0 0,0 0 3-16,-7 12 3 0,6-5-2 15,1 1-1 1,0 1 1-16,0 1-2 0,0-2-4 15,5 1-2-15,1-1 3 16,4-2-2-16,-3 1 0 0,2-4 2 16,1 1 1-16,2-1-2 15,1 0 2-15,1-3-3 16,-3 0 1-16,5 0 2 0,-1 0 0 16,-1 0-3-16,-1-2 0 15,-3-2-1-15,1-1-1 16,-1-1 1-16,-5-1 1 15,1 2 0 1,-4-2 1-16,0 3-1 0,-2 0 0 0,0 0 0 16,0 1-4-1,0 1-1-15,0 1-1 0,-2 1 2 0,0 0-5 32,-4 0 6-32,1 0-3 15,1 0 0-15,0 3 1 0,1 1 0 16,1 3-2-16,-1 0 2 0,3 2-1 0,0 2 1 15,0-1 1 1,0 0 0 0,0 1 1-16,0 2-1 15,0-2 1-15,0 2-1 0,3-1 1 16,-2-1 0-16,1 1 1 0,-1 0-1 0,0 0 1 31,-1-1-1-31,0-1 1 16,0 0 0-16,0-2 0 15,-1-1 0-15,-3 1 2 16,-3-4 2-16,0 4 0 0,-1-5-1 16,1 1 1-16,-3-4-1 15,0 2 1-15,1-2 1 16,-3 0-3-16,0 0-2 16,-2 0-3-16,1-3 2 0,-1-5-28 15,-1-2-33-15,4-3-137 16</inkml:trace>
  <inkml:trace contextRef="#ctx0" brushRef="#br0" timeOffset="-135404.52">17586 5276 113 0,'0'0'48'0,"0"0"-25"0,0 0-1 0,0 0-1 16,0 0-3 0,0 0-9-16,0 0 1 0,0 0 1 0,0 0-3 31,0 0-1-31,0 0 0 16,0 0-2-16,0 0 0 0,0 0 0 0,19-31 1 15,-16 26-1 1,-1-3-2-16,0 4 1 15,-2-3-3-15,1-1 0 16,1 4-1-16,0-2 0 16,-1 1 1-16,2 0-1 0,-1 1 0 0,0 1 0 15,-1-1 0-15,2 1 0 0,-1-1 0 16,2 3 0-16,-2-2 0 16,0 2 0-16,-1-1 0 31,1 0 0-31,0 0 0 15,1 1 0-15,0 0 0 0,0 1 0 16,0 0-1-16,1 0 1 16,0 0-1-16,-1 0 0 15,1 1-4-15,0 7 3 16,0-3 0-16,1 1 2 0,-2 3-1 16,3-1 1-16,-1 1 0 15,1-1-1-15,0 1 1 16,1 0 0-16,1 0 0 15,2 1 1-15,1 0-1 0,-1 0 0 16,1-2 1-16,0-2-1 16,0 0-42-16,-3-6-204 15</inkml:trace>
  <inkml:trace contextRef="#ctx0" brushRef="#br0" timeOffset="-131523.46">13511 6627 264 0,'0'0'53'0,"0"0"-49"0,0 0 2 0,0 0 8 15,0 0-4-15,0-2-4 0,0 2 0 16,0-1-5-1,0 1 0-15,0 0-3 0,0 0-9 0,0 0-11 32,0 0-11-32,0 4-43 15,-4 1-94-15</inkml:trace>
  <inkml:trace contextRef="#ctx0" brushRef="#br0" timeOffset="-131276.25">13324 6892 238 0,'0'0'13'0,"0"0"-10"16,0 0 12-1,0 0 2-15,0 0-13 0,0 0-5 16,0 0 1 0,0 0-20-16,2 9-40 0,4-8-39 15</inkml:trace>
  <inkml:trace contextRef="#ctx0" brushRef="#br0" timeOffset="-131075.83">13746 6886 269 0,'0'0'43'0,"0"0"-37"0,0 0-4 0,0 0 10 16,0 0-11-16,0 0-1 15,0 0-2 1,0 0-8-16,26 10-66 0</inkml:trace>
  <inkml:trace contextRef="#ctx0" brushRef="#br0" timeOffset="-130349.33">14393 6577 248 0,'0'0'7'0,"0"0"-14"0,0 0 11 0,0 0 3 16,0 0-2-1,0 0 2-15,0 0 6 0,0 0-5 16,0 0-6-16,0 0-4 16,4 1 0-16,-4 9 0 15,0 4 2-15,0 2 2 0,0 5-3 16,0 2 4-1,0 0-3-15,0 2 0 0,0-1 0 0,4-2 0 16,-2-2 0 0,0-2 0-16,0-4 0 0,-1-2 0 15,2-2 1 1,-1-2-1-16,1-2 1 16,1-3-1-16,-2 1 1 0,3-3 1 0,0 1 0 31,2-2 3-31,2 0 1 0,4 0 0 15,-2 0-5-15,5 0 3 16,-1 0-5-16,1 0 4 16,2 0 4-16,-2-2-4 15,-3 1 0-15,3 1-1 0,-5 0-2 16,-2 0 1-16,2 0 0 16,-2 0-2-16,-1 0-8 15,-3 1-29-15,-1-1-63 16</inkml:trace>
  <inkml:trace contextRef="#ctx0" brushRef="#br0" timeOffset="-129915.14">14803 6757 286 0,'0'0'4'0,"0"0"-14"0,0 0 11 16,0 0 2-16,0 0 3 0,0 0-2 0,0 0-3 15,0 0-1 1,-32 45 2-16,32-32-4 0,0 0 0 16,0 0 2-16,5-2 4 15,2 1-3 1,2-5 5-16,2-3-4 0,2 0 1 15,-1-2 0-15,3-2 1 0,-1 0 0 16,-1 0 1-16,0-6 5 16,-3-2 1-1,0-3 4-15,-3 0-4 0,-2-3 3 0,-2 0-10 32,-3-2-2-32,0 0-7 0,0 3 7 0,-8 1-4 0,-3 3-3 31,-5 1-3-31,1 4-3 15,-4 1-3-15,0 3-16 16,-1 0-1-16,1 4-16 0,4 2-18 16,1-1-22-16</inkml:trace>
  <inkml:trace contextRef="#ctx0" brushRef="#br0" timeOffset="-129412.06">15220 6733 224 0,'0'0'3'0,"0"0"4"0,0 0-3 0,0 0-1 16,0 0-3-16,0 0 4 15,-42-15 3-15,30 15-5 0,-2 0-1 16,0 4 0-16,0 3-1 16,3 0 0-16,1 0-1 15,1 1 0-15,6 1-2 0,1-2 0 16,2-1-2-16,0 1 1 16,2-2 2-1,5 1 3-15,4-2 6 0,2-1-1 16,1 1-1-16,0 0 1 0,-1-2 2 15,1 3 0 1,-2-1-4-16,2 0 2 16,-7 0-2-16,-1 2-2 0,-1 1-3 15,-2-4 1-15,1 3 0 16,-4-1 0-16,0 0-2 0,-5 0 0 16,-4-2 5-16,-4 0 0 15,-6 1-5-15,-1-1 1 16,0 0 6-16,0-2-19 15,1 1 17-15,3-2-8 0,5 0-2 16,2 0-44-16,8 0-56 16</inkml:trace>
  <inkml:trace contextRef="#ctx0" brushRef="#br0" timeOffset="-128867.97">15480 6734 99 0,'0'0'79'0,"0"0"-53"0,0 0 2 0,0 0-19 15,0 0-6-15,0 0 5 0,0 0-7 16,0 0-2-16,-43-7 4 0,33 7-4 16,0 6-1-1,1-1 4-15,-1 1-1 0,5 1-2 16,-1-1 0 0,3 1 0-16,3 0-2 0,0 0-5 15,0-1 2-15,0 0 7 0,5-1-2 16,3-2-2-1,1 2 12-15,0-1-5 16,0-1 1-16,2 1-1 0,-2-1 3 0,1 0-4 16,2 0-2-16,-4 1 0 15,-2 1 0 1,-1 1-2-16,-1-3 0 0,-4 1 2 0,0 2-1 16,0-3 0-16,0 2 0 31,-3-2 5-31,-3 0 0 0,-5 0-1 15,2 1 0-15,-2-2-5 0,-3-1 11 16,3 0-6 0,-2 1 0-16,2-2-2 0,1 0-1 0,4 0 0 31,-3 0-5-31,5 0-35 0,3-6-163 16</inkml:trace>
  <inkml:trace contextRef="#ctx0" brushRef="#br0" timeOffset="-127880.41">15943 6689 248 0,'0'0'34'0,"0"0"-14"0,0 0 2 0,0-3 11 15,0 2-15 1,0-1-11-16,0 1-5 16,0 1-2-16,0 0-5 0,0 0-38 15,0 0-18-15,0 1-18 16,0 2-59-16</inkml:trace>
  <inkml:trace contextRef="#ctx0" brushRef="#br0" timeOffset="-127688.83">15947 6813 261 0,'0'0'23'16,"0"0"-23"-16,0 0 0 15,0 0 2-15,0 0 0 16,0 0-1-16,0 0-1 15,0 0-19-15,5 18-126 0</inkml:trace>
  <inkml:trace contextRef="#ctx0" brushRef="#br0" timeOffset="-122538.91">16485 6656 49 0,'-2'0'17'0,"2"0"-14"0,-2 0 0 0,0 2-2 16,2-2 0-16,-2 0 0 16,1 0 8-16,0 0 9 0,1 0 5 15,-1 0 2 1,0 0-1-16,0 0 0 15,0 0-1-15,1 0-8 0,-1 0-8 16,1 0 0 0,0 0-1-16,0 0 0 0,0 0-7 0,0 1-1 15,0-1 1 1,0 0 4-16,2 0 2 0,2 1-1 16,1 0 1-1,0-1 0-15,2 1-2 0,0 0-2 0,1-1 0 16,0 0 0-16,3 0 1 15,2 1-1 1,1-1 0-16,2 0 4 0,3 0-3 0,-2 0 0 31,1 0 0-31,1 0-1 0,-2 0 0 0,-1 0 1 32,-3-1 3-32,-2 0 1 0,-2 0-3 0,-2 0-2 0,-4 0 0 15,1 1 1-15,-3 0-1 31,0 0 1-31,-1 0-8 16,0 0-21-16,-2 0-56 16,-5 0-50-16</inkml:trace>
  <inkml:trace contextRef="#ctx0" brushRef="#br0" timeOffset="-121297.39">17103 6310 137 0,'0'0'35'0,"0"0"-20"0,0 0 1 0,0 0-5 16,0 0-4-16,0 0 3 15,0 0 0-15,0 0-4 16,0 0-2-16,0 0-7 16,0 0 7-16,0 0-1 15,-25 0-10-15,15 0 9 0,2 0-7 32,-3 0 17-32,0 1-14 0,0 2-2 0,2 0 9 15,-3 1-4-15,0 0-1 0,1-1-2 16,-1 3 1-16,5 0-1 15,-2-1 2 1,2 0-1-16,1 2-1 0,3-2 1 16,1 1-5-16,2-2 4 15,0 2 0-15,0-2 0 16,0 2-2 0,0 1 3-16,0-3-1 15,0 3 10-15,1 2-6 16,1-3-1-16,1 2 1 15,-1-1 0-15,1 0 2 0,0 3 1 16,0 0-3-16,-1 0 0 16,0 1-1-16,0 1 0 15,0 2 1-15,0-1-1 16,-1 2 1-16,1-3-2 0,0 5 0 16,-1-3 0-16,0 3 1 15,1 0-1-15,0 0 1 16,0 0 0-16,-2 0 0 15,2-1-1-15,1-2 0 16,-1 2 0-16,0-2 0 0,1 0 1 16,-1-3-1-16,0 2 1 15,0-3 0-15,-1 4 2 16,1-5-1-16,-1 2-1 0,0-1 1 16,1 0-1-16,-2 1 0 15,0-1 0-15,2-3-1 16,-2 2 0-16,0-2 1 0,2 0-1 15,-2 0 0-15,0-1 1 16,0 1-1 0,0-3 1-16,0 2 0 15,0-2 2-15,1 1-3 0,-1-2 1 16,1 1 0-16,0-1 2 16,1 2 0-16,3-2-1 15,-3 0 4-15,2 1-2 0,1-1-2 16,1 0 2-1,-3 0-2-15,6 1-1 0,-4-3 1 16,0 1 0-16,3-1-1 16,-2 1 1-16,1-1 0 0,-1-1 1 15,1 0-2 1,2 1 0-16,-2-1 0 0,2 0-1 16,-2 0 0-16,2 0 1 0,2 0 0 15,-4 0-1-15,1 0 0 16,-3 0 0-1,2 0-3-15,-2 0-11 16,0 0-18-16,0 0-76 16</inkml:trace>
  <inkml:trace contextRef="#ctx0" brushRef="#br0" timeOffset="-119407.28">17343 6588 126 0,'0'-6'31'0,"0"2"14"0,1-1-8 15,1 0-17-15,-2 2-4 0,2-1-8 16,-2 3 3 0,0-1 1-16,3 1-6 15,-3 1 1-15,0 0-4 0,0 0-3 16,0 0-3-16,0 7 1 16,0 2 2-16,2 2 0 15,1 0 2-15,1 2-2 16,1-3 0-16,3 1-1 0,1-1 1 15,1-2 0-15,2-2 0 16,2 0 0-16,-3-3 1 16,2 0 1-16,1-3-2 15,-1 0 0-15,-1 0-1 16,0 0 2-16,1-1-1 0,-3-5 0 16,1-2 1-16,-2-1-1 15,-1 1 1-15,-2-3-1 16,0 1 0-16,-2 2-1 0,-1-1 0 15,-2 2 1-15,3 4 0 16,-4-1 0 0,0 3 0-16,0-1-1 0,0 2-1 0,0 0-1 15,0 0 3 1,0 2 2-16,0 3-3 0,0 4-3 16,2 1 1-16,2 1 1 15,3 3 2-15,-1-1 0 0,1 3 1 16,0-2-1-1,0 3 0-15,-5 0 0 16,0-3 0-16,-1-1-1 16,-1 0 1-16,0-3-1 15,0-2-1-15,-3-1-3 16,-6-2 3-16,-2-1 2 16,-2-1-2-16,-3-2 6 0,2-1 1 0,-2 0 0 15,3 0 5 1,3 0-6-16,2 0-1 0,1 0-2 0,4 0 2 15,3-1-6-15,0-4-16 32,2-3-51-32,6-2-74 0</inkml:trace>
  <inkml:trace contextRef="#ctx0" brushRef="#br0" timeOffset="-118802.22">17968 6723 87 0,'0'0'1'0,"0"0"6"0,0 0 25 0,0 0 9 15,34-37-10-15,-26 27 1 16,-3-1-9-16,1-1-13 0,-1-2-5 16,-1 0 2-16,-2 0-1 15,-1-4-4-15,1 0 0 16,-2 0 0-16,0-1-4 15,0-2 1-15,-3 4 2 16,-2 0 1-16,1 1 0 0,-1 2 0 16,1 4 0-16,0 2 1 15,0 0-2 1,0 3 3-16,0 1-5 0,0 4-1 16,-2-2 1-16,2 2 0 15,1 0 8-15,-3 5-8 16,1 5 1-16,-2 2-2 15,2 5 2-15,1 3-2 0,-1 0 1 16,2 2 1-16,1-1-1 0,1-1 1 16,1-2 2-1,0 1 0-15,0-4 2 0,3 1 1 16,3-1 1 0,0-3-3-16,4-2-1 0,-3 1 3 15,1-1-4-15,1 1 2 0,1-4-3 16,-1 0 1-16,3-1-17 15,0-3-25-15,-3 1-60 0</inkml:trace>
  <inkml:trace contextRef="#ctx0" brushRef="#br0" timeOffset="-118226.25">18144 6649 168 0,'0'0'4'0,"0"0"-2"0,0 0 3 31,0 0 2-31,0 0 3 16,0 0 0-16,43-14 3 16,-34 14-1-16,0 0-3 0,2 0-1 15,-4 0-2-15,1 0-2 16,1 4-1-16,-1 2 0 15,0 1-2-15,-3 0 0 16,0 0 0-16,0 2 1 16,-1-1-2-16,-2 2 0 0,-2-3-1 15,0-1 0-15,0-2 2 16,0 0 1-16,0-1-2 16,0-2 2-16,-2-1 1 15,-2 0-1-15,2 0 6 0,-1 0-3 16,0-1-1-16,3-4 0 15,0-1 1-15,0-4-6 16,0 0-3-16,0 0 7 16,6-1-7-16,0 2 1 0,2-1-8 15,-3 0 9 1,3 3 0-16,-3 0 2 0,2 3 0 0,-1 1-1 16,1 2 1-16,1-2-1 15,4 3 0 1,-4 0 2-16,1 0 3 15,1 0 0-15,-1 0 1 16,-2 4 0-16,1 2 3 0,-2 0-4 0,-2 2-1 16,-2-1-2-1,0 3-1-15,-2-2 0 0,0 0 0 16,0 1 0-16,0-1-9 0,-2-1-19 31,0-3-66-31</inkml:trace>
  <inkml:trace contextRef="#ctx0" brushRef="#br0" timeOffset="-117535.06">18671 6533 87 0,'0'0'91'0,"0"0"-74"0,0 0 2 16,0 0-14-16,0 0 1 16,0 0 3-16,0 0-8 15,0 0-2-15,0 0 6 0,0 0 5 16,0 0-1-16,0 40 2 15,0-29-5-15,3-4-6 16,4 4 3-16,-3-4-1 0,0-1-1 16,3-3 1-16,0 1 0 15,2-1 6-15,-2-1-4 16,2-2 0-16,2 0-1 16,-4 0 2-16,1 0 1 15,1-5 0-15,-3-2-2 0,2 0-2 0,-4-1 2 31,0-1-3-31,-1 3 0 0,-1-1-1 16,0 4 1-16,-2-1-1 0,0 3 0 16,0 1-1-1,0 0-1-15,0 0 4 0,0 0-1 0,-5 7-2 32,2 1 1-32,1 2-2 0,1 1 1 0,1 1-2 15,0 3 0 1,0-1 3-16,0 1-2 0,0 1 3 0,0 2-1 31,1-2 0-31,-1-1-1 16,1 0 1-16,-1-1 1 15,0-3-1-15,0-1 1 0,0 1 0 0,-2-5 0 0,-2 0 0 32,-4-2 2-32,-2-1-2 15,1-2 2-15,-1-1 4 16,-2 0 1-16,-1 0-5 15,1 0 0-15,3-4-2 0,0-3-3 16,-3-5-15-16,2 0-28 16,5-4-135-16</inkml:trace>
  <inkml:trace contextRef="#ctx0" brushRef="#br0" timeOffset="-117038.52">18627 6311 198 0,'0'0'4'0,"0"0"-5"0,0 0 1 0,0 0 5 16,0 0 4 0,0 0 3-16,0 0 4 15,0 0-2-15,34 7-2 0,-33-7 3 16,-1 0 7-16,0 0-5 16,0-1-8-16,0-5-3 15,0 2-3-15,0-3-2 16,0 1 1-16,1 0-1 0,1-3-1 15,2 1 0-15,-1-2 0 16,1 2-1-16,1-1 2 0,-1 1-1 16,-1 4 0-1,1-1 0-15,0 1-1 0,-2 3 1 16,0 1-3-16,1 0 1 16,2 1 1-16,-1 6 0 15,-2 5-2-15,2 2 1 0,1 3 1 16,-1 1 0-16,1 4 2 15,2 0-2-15,-1 2-14 16,1-4-33-16,1 0-95 16</inkml:trace>
  <inkml:trace contextRef="#ctx0" brushRef="#br0" timeOffset="-114774.98">19166 6625 33 0,'0'0'91'0,"0"0"-69"0,0 0 7 0,0 0-6 16,0 0-12-1,0 0-2-15,0 0-4 0,0 0 0 0,0 0 3 16,0 0 3 0,0 0-3-16,0 0-2 0,43-4 0 15,-31 4 1-15,0-3-2 16,1 3-2 0,0 0 0-16,3 0 1 15,1 0-3-15,-2-1 0 0,1-1-1 0,-1 2 1 16,3 0 0-1,-5-1-1-15,-3-1 1 16,1 2 0-16,-3 0-2 16,-3 0 0-16,-1 0-15 15,-3-1-38-15,-1 0-58 0</inkml:trace>
  <inkml:trace contextRef="#ctx0" brushRef="#br0" timeOffset="-114451.89">19288 6544 72 0,'0'0'143'15,"0"0"-115"-15,0 0-18 16,0 0 2-16,0 0 2 0,0 0-4 16,0 0-2-16,0 0-2 15,0 0-2-15,27 37-2 0,-25-24 0 16,0 0 0-16,2 2 0 16,-2-2-1-16,-2 4 0 15,2-3-1 1,-2 3-1-16,0-4-18 15,0-3-41-15,0-3-101 0</inkml:trace>
  <inkml:trace contextRef="#ctx0" brushRef="#br0" timeOffset="-113877.18">19982 6243 145 0,'0'0'12'0,"0"0"9"0,0 0 0 0,0 0-6 16,-41-2-6-16,26 8-5 0,0 6-2 16,-2 5 0-16,0 2 3 15,-1 4-1-15,1 2 1 16,3 3-1-16,2-2 4 16,1 2 0-16,4-1 1 0,-1 0-2 15,5-2 2-15,2 0-2 16,1-2-3-16,0-2 0 15,0-1-1-15,0-2 1 16,4-1-1-16,2-3-1 16,1 0-1-16,1-2 0 0,1-3-2 15,1-1-11-15,0-5-32 16,2-3-77-16</inkml:trace>
  <inkml:trace contextRef="#ctx0" brushRef="#br0" timeOffset="-113587.74">20035 6446 217 0,'0'0'11'16,"0"0"-11"-16,0 0 3 15,0 0 4 1,0 0 0-16,0 0 0 16,2 44 2-16,-2-30-2 0,0 0-4 0,0-1 0 15,0 1-2-15,0-1 1 16,1-3 0-16,1 0-1 16,2 0-1-16,0-1 1 15,0-4-8-15,3 1-43 16,-1-4-55-16</inkml:trace>
  <inkml:trace contextRef="#ctx0" brushRef="#br0" timeOffset="-113318.06">20234 6510 256 0,'0'0'16'0,"0"0"-5"16,0 0 9-1,40 0-1-15,-22-3-4 16,2 0-5-16,2 2-5 16,0-2-3-16,2 3-1 15,0 0-1-15,-4 0-2 16,2 0-21-16,-1 0-19 15,-4 0-45-15,-1 0-44 0</inkml:trace>
  <inkml:trace contextRef="#ctx0" brushRef="#br0" timeOffset="-112742.92">20556 6395 41 0,'0'0'244'16,"0"0"-244"-16,0 0-5 16,0 0 7-16,0 0-2 15,0 0 1-15,7 41-1 16,0-31 2-16,-1 1-2 0,3-1 3 16,0-1-1-16,-2-2 1 15,4-2 1-15,0-1-2 16,0-3 4-16,0 0-4 15,1-1 0-15,-1 0-2 16,0 0 2-16,0-2-1 0,-4-4 0 16,4-1 1-16,-6-2 0 15,3-1-1 1,-4-1 1-16,-1 1 0 0,1 3-2 0,-2 1 0 16,-2 2 0-16,0 0-1 15,0 4-1 1,0 0 0-16,0 0 5 15,0 0-3-15,0 2-2 0,0 5 0 0,0 2 1 16,0 3 1-16,0 0-2 16,0 1 4-16,0 3-1 15,0-1 0 1,0-2 1-16,0 1-1 0,0-1 1 16,0 0 0-1,0-2 1-15,0-1 2 16,0 0-2-16,-2-3-1 0,-4 0 2 15,1-2 1-15,-3-1-1 0,0-1-1 16,-4-2-1 0,-1-1 6-16,-1 0-6 15,1 0 0-15,-2 0-9 0,0-1-35 0,1-7-15 16,1-5-127 0</inkml:trace>
  <inkml:trace contextRef="#ctx0" brushRef="#br0" timeOffset="-112452.59">20837 6261 255 0,'0'0'3'0,"63"9"6"0,-34-2 13 16,2 4-7-16,-3-1-8 16,-5 7 2-16,-3 2-3 0,-3 3-2 15,-9 4-4-15,-1 3-4 16,-7-1 3-16,0 3-1 16,-4-4 0-16,-5-2 1 15,-5-4 2-15,1-3-1 0,-3-2-1 16,1-5-26-1,-1-5-56-15</inkml:trace>
  <inkml:trace contextRef="#ctx0" brushRef="#br0" timeOffset="-111802.3">21425 6446 4 0,'0'0'70'0,"0"0"-33"0,11-54-9 0,-9 34-18 15,-2 0-7-15,0-1-7 16,0 1 3-16,0 2 5 0,0 2 11 31,-4-1-3-31,1 6 1 0,-2-2-1 16,2 4-2-16,-1 2 5 0,-1 0 6 15,2 3-8-15,-1 1-8 0,2 0-6 32,-4 3 0-32,2 0 2 15,1 0 2-15,-3 0-2 0,1 0-1 16,2 4 0-16,-3 6 2 0,3 0 2 0,1 4-1 31,2 2 1-31,0 1 3 16,0 3 5-16,0 1-4 0,5 2-1 15,5-4-1-15,2 2 4 16,1-2-1-16,-2 0-4 16,1-2-1-16,-1-1-2 15,1 0-1-15,-1-4 0 16,-1 0-1-16,-2-1-7 15,0-1-26-15,-1-3-14 0,1-4-58 16</inkml:trace>
  <inkml:trace contextRef="#ctx0" brushRef="#br0" timeOffset="-111207.47">21566 6436 99 0,'0'0'17'0,"0"0"22"0,0 0-10 0,0 0-9 16,0 0-7-16,0 0-6 15,0 0 1-15,0 0-4 16,0 0-1-16,0 0 0 15,23-36 0-15,-15 35 1 16,0 1 3-16,0 0 3 0,-1 0 3 16,1 0-3-16,0 7-2 15,-1 2-3 1,-2-2-2-16,0 4-2 0,-2-1 0 16,1 3-1-16,-1-4 0 15,1-1 0-15,-4-1 1 0,2-1 0 16,-2-2-1-1,0-1 1-15,0-3-1 0,0 1 0 16,0-1 1-16,0 0 3 0,0 0 2 16,0 0 3-16,0-4-4 15,0-1-2 1,0-3-1-16,0 1-2 0,0-3 0 16,0-1-4-1,6 1-2-15,3-1-3 0,-1 1 5 0,4 1 2 16,-1-1-1-1,2 6 1-15,-2-2 2 0,1 6 2 16,-2 0 4 0,1 0 2-16,-2 0 0 15,2 5 0-15,-2 3-3 16,0 1-1-16,0 2-2 16,-4 0 0-16,0 1-2 0,-2 2 0 15,-1-3-14-15,-2-2-26 16,0-3-102-16</inkml:trace>
  <inkml:trace contextRef="#ctx0" brushRef="#br0" timeOffset="-110586.39">22419 6075 216 0,'0'0'-1'0,"0"0"5"0,0 0 4 0,0 0-4 15,0 0 9 1,0 0-4-16,-44-4-3 16,32 10-1-16,0 2-3 15,-2 4 0-15,-1 2-1 16,-3 3-1-16,2 0 1 0,-3 6-1 16,3-2 4-16,0 3 2 15,5 2 2-15,0 1-1 16,6 0-4-16,4-2 4 15,1 2-1-15,0-4-1 0,10 1 3 16,0-1 1-16,2-3-4 16,2-2 1-16,0-1-4 15,1-3 2-15,-1-2-2 0,3-1 0 16,-4-2 0-16,1-3-8 16,-4-1-18-16,1-1-10 15,-1-4-43-15,-3 0-60 0</inkml:trace>
  <inkml:trace contextRef="#ctx0" brushRef="#br0" timeOffset="-110282.46">22494 6291 223 0,'0'0'36'0,"0"0"-33"0,0 0-3 0,0 0 0 0,0 0 2 15,0 0 2-15,0 0-1 16,3 40 2 0,-2-29-1-16,0-1-2 15,1-1 0-15,0-2 3 0,2 2-1 16,-1-3-2-1,1 0-2-15,0 0 2 0,3-2 0 0,0-1-11 16,2-1-38-16,1-2-83 16</inkml:trace>
  <inkml:trace contextRef="#ctx0" brushRef="#br0" timeOffset="-109975.39">22706 6300 243 0,'0'0'24'0,"0"0"-7"16,0 0-2-16,0 0 3 15,49 0-3-15,-34-3-8 0,-1 3-4 16,1-1-1-16,2 1-1 16,-2 0-1-16,1 0 0 15,-1 0 0-15,1 0 0 16,-3 2-3-16,-1 3-8 0,0-4-14 16,0 2-19-1,-3-3-88-15</inkml:trace>
  <inkml:trace contextRef="#ctx0" brushRef="#br0" timeOffset="-109396.11">23003 6220 270 0,'0'0'2'15,"0"0"4"-15,0 0-3 16,0 0-1-1,0 0-1-15,0 0 0 0,0 0-1 16,0 0 4-16,29 29-3 0,-27-21 0 16,3 5 0-1,1-4 0-15,0 0 0 16,2-2 2-16,-1 1 3 0,4-4-3 16,1 2 0-16,-1-4-2 15,2 0 0-15,-4-1 1 0,3-1-2 16,-1 0 3-16,-1 0-3 15,-2-3 1 1,-1-4 0-16,0-1 0 16,-1 1 1-16,-4-2-2 15,0 2 0-15,-2 1-5 0,0 0-4 0,0 1 7 16,0 2-2 0,0 3 2-16,0 0 7 0,0 0-6 15,0 0-5-15,1 7 6 0,0 2 1 16,1 2 0-1,0 2 1-15,0 1-2 0,1 0 0 16,-1 3 0-16,1-2 0 16,-1 0 1-16,0 2-1 15,0 0 1-15,-2-2 1 0,0-1 1 32,0-1 0-32,0-1 1 0,0-4-2 0,0-1 1 15,-6-3-1 1,1-2 6-16,-2-2-2 15,-1 0 2-15,-1 0-3 16,-3-4-1-16,0-3-7 16,1-3-24-16,0-4-28 0,0 1-51 15</inkml:trace>
  <inkml:trace contextRef="#ctx0" brushRef="#br0" timeOffset="-109032.29">23074 6103 202 0,'0'0'14'0,"0"0"8"0,0 0-1 0,0 0-8 0,0 0 0 16,0 0-8 0,23-39-2-16,-19 29 2 0,1 2 3 15,0 0 2-15,0-2-4 0,0 2-1 16,0 2 1-16,-2 2-2 16,0 1-4-16,0 3 1 0,-1 0-2 31,3 0 0-31,-2 3 0 0,2 7 0 15,3 1 1-15,2 1 0 0,-2 1-4 16,1-1-16 0,1 1-25-16,0-6-90 15</inkml:trace>
  <inkml:trace contextRef="#ctx0" brushRef="#br0" timeOffset="-108718.77">23369 6056 188 0,'0'0'5'0,"38"22"27"0,-19-8-6 15,-2 3-11-15,-1 2-7 16,-3 2-4-16,-7 2-1 0,0 1-1 16,-4 0-1-1,-2 2-2-15,0-2-1 0,-6-3 3 16,-4-1 0-16,0-3-3 16,-3-3-2-16,1-4-8 0,-3-5-10 15,-1-5-55-15,2 0-17 16</inkml:trace>
  <inkml:trace contextRef="#ctx0" brushRef="#br0" timeOffset="-107790.29">23419 5879 67 0,'0'0'71'15,"0"0"-47"-15,0 0 10 0,0 0-3 0,0 0-7 32,0 0-13-32,0 0-8 0,0 0 1 0,36-14-2 0,-26 14 2 31,2 0-3-31,1 0-1 15,1 0 1-15,1 0 0 16,-1 0 1-16,0 0-1 0,-1 0 1 16,-1 0 0-16,-2 0 2 15,-2 0 1-15,-2 0 2 16,-2 0-4-16,-1 0-1 16,-1 0-1-16,-2 0 0 15,1 0 0-15,2 0-1 0,-3 0 0 16,1 2-1-16,0 2 2 15,0 0-2-15,0 3 0 16,-1 3 2-16,1 0-1 16,-1 3-1-16,0 1 3 15,1 3-3-15,0 0 1 16,0 0 1-16,0 2-1 0,1-1 0 0,0 3 0 16,-1-2 0-16,-1 2 0 15,1 0 0 1,-1 1 1-16,0-4-2 15,0 1-1-15,0-1 0 0,0-2 2 0,-2 1 1 16,-1 0 0-16,2-1 0 16,-1 1-1-16,0 1 0 15,0-1-1 1,0 0 2-16,1 0-1 16,-2 0-1-16,2 2 2 15,1-2-2-15,0-1 1 0,0 2 1 16,0-2-2-16,0 1 1 15,0 0 1-15,0-2-1 0,0 1 1 0,0-1-1 16,1 0 0-16,-1-3-1 31,0-2 1-31,0 0-2 0,0-1 3 0,-3-3-1 16,-2-1 3-16,2 1 0 16,-4-2 2-1,1-1-1-15,-3 3-2 16,-2-1 1-16,-4-1 0 15,-4-1 0-15,-5 2-2 0,-8-2 0 16,-8-2-11-16,-9-1-50 16</inkml:trace>
  <inkml:trace contextRef="#ctx0" brushRef="#br0" timeOffset="-106196.15">14472 7974 154 0,'0'0'37'0,"0"0"-27"0,0 0 5 0,0 0 5 0,0 0-4 16,0 0-6 0,0 0-6-16,3 0-1 0,5 0 4 0,-1 0-4 31,4 0 2-31,0 0-1 16,3 0-4-16,-1 0 2 15,-1 0-2-15,-1 0-4 16,0 2-17-16,0-1-49 0,-6-1-33 15</inkml:trace>
  <inkml:trace contextRef="#ctx0" brushRef="#br0" timeOffset="-105984.28">14520 8082 189 0,'0'0'2'16,"0"0"32"-16,0 0-16 16,0 0-5-16,0 0 1 15,0 0-6-15,42 10-6 0,-34-7-1 16,-1-2-1-16,2 0-10 16,0-1-59-1,0 0-118-15</inkml:trace>
  <inkml:trace contextRef="#ctx0" brushRef="#br0" timeOffset="-105609.43">14933 8042 198 0,'0'0'38'0,"0"0"-22"16,0 0-3-1,0 0 4-15,0 0-2 0,0 0-6 0,0 0-3 32,0 0 4-32,0 0-1 15,49 0-4-15,-34 0-4 0,0 3-1 16,2-3 1-16,3 2-14 0,-2-2-34 0,2 0-115 31</inkml:trace>
  <inkml:trace contextRef="#ctx0" brushRef="#br0" timeOffset="-103149.9">15562 7607 8 0,'0'0'192'0,"0"0"-183"0,0 0 4 0,0 0-9 15,0 0-2-15,0 0-1 0,0 0 1 16,0 0 4 0,0 0 1-16,0 0 7 0,0 0-4 0,0 0-3 31,0 0-4-31,-2 0-5 15,-3 0 6-15,0 0-1 16,-2 0-1-16,-1 0-2 0,2 0 1 16,-3 0 2-16,1 0-3 15,1 0 0-15,-4 0-1 16,2 0-11-16,0 1-15 16,0 2 18-16,0-2 4 15,3 1 8-15,1-1-1 0,0 2-1 16,2-2 0-16,1 1 0 15,0-1-1-15,2 2 0 16,0-2-2-16,0 2 2 16,-2 0 0-16,2 1-1 0,0 2 1 15,0 1-1-15,0-2 1 16,0 2 4-16,0 1-3 16,2 0 2-16,0 1 2 15,-1 1-1-15,4 1-1 0,-3-1 0 16,2 0-1-1,-1 3-1-15,-1 0 0 0,0-2-1 16,0 3 0-16,2 1 0 0,-2-1 1 16,1 1-1-1,-1-1 0-15,0 1 0 0,3-1 1 16,-3-1-1-16,0 2 0 16,0-2 0-16,-1 0 0 0,1 1 0 15,0-1 0 1,0 1 1-16,-2 0 0 0,0-2 0 15,2 3-1-15,-2-3 1 16,2-1 1 0,-2 0-2-16,1-1 1 0,0-3-1 0,1 2 1 15,-1-2 2-15,0 0-2 16,-1 0 0-16,1 3 0 16,-1-3 0-16,0 0-1 15,0 1 1-15,0 0 0 0,0-1-1 16,0 2 0-1,0-2 1-15,0-1-1 16,0 0 0-16,0 0 0 16,0 1 2-16,0-3-4 15,0-1 2-15,0 2 0 0,0-1 0 0,2-1-1 32,1-2 0-32,-1 3 2 0,1-1-1 15,-1 0 1-15,-1 1 1 16,0-1-1-16,1 0-1 15,-2 1 0-15,0-1 0 16,0 0 1-16,0-1-1 0,0 0 0 16,0 1 0-16,2 0 0 15,-2 0 0-15,2 0 0 16,-2 0 0-16,1 1 0 16,1 0 0-16,0-1 0 15,-1 0 0-15,2 0 0 0,-3-1 1 16,2 1 1-16,-2 0 2 15,3 0-4-15,-3-2 2 16,0 2-2-16,1 0 2 0,1-2-1 16,-2 1-1-16,2 1 2 15,-1-2 3 1,2 3 4-16,1-4-2 0,-2 3-2 16,3-3-3-16,1 2 3 0,0-2-1 15,2 2 2 1,-1-2-2-16,3 0-3 0,2 0 0 15,-1 0 0 1,3 0-1-16,-1 0-4 0,0 0-21 0,1 0-11 16,-1-4-74-1</inkml:trace>
  <inkml:trace contextRef="#ctx0" brushRef="#br0" timeOffset="-98842.89">15874 7906 133 0,'0'0'40'0,"0"0"-28"0,0 0-7 15,0 0 16 1,0 0 8-16,0 0-12 15,0 0-3-15,0 0-1 16,0 0-2-16,0 0-1 16,0 0-2-16,0 0 0 15,0 0-4-15,0 0 1 0,0 0-4 16,0 0 1-16,2-4-2 16,1 0-1-16,1-2 2 15,0 0-1-15,0-1 1 16,-1 3-1-16,0-2 1 15,-1 1 0-15,1 2-1 16,-3 0 0-16,0 1 0 0,0 0 0 16,0 2 0-16,0-1-1 15,0 1-1-15,0 0-1 16,0 0-8-16,0 0 2 16,0 8 7-16,0 0 3 15,0 6-1-15,0 2 0 0,0 2 0 16,3 1 1-16,-1 2-1 15,-1 2 0-15,2-2 0 16,2-2 1-16,-1-1-1 0,1-2 0 16,1 1-1-16,0-3 2 15,0-1-1-15,-4-2 0 16,1-1-3-16,-1-3-15 16,-2-1-30-16,0-2-27 15,0-4-33-15</inkml:trace>
  <inkml:trace contextRef="#ctx0" brushRef="#br0" timeOffset="-98570.08">15860 8101 81 0,'0'0'6'0,"0"0"15"0,0 0 0 0,0 0-4 16,0 0 0-16,0 0 3 15,40 0 1-15,-32 0-7 16,2 0-3-16,1 0 3 16,-1 0-5-16,3 0-6 15,1 0-3-15,-1 0 1 16,0 0-1-16,-1 0-39 0,0 0-70 15</inkml:trace>
  <inkml:trace contextRef="#ctx0" brushRef="#br0" timeOffset="-98389.79">16182 8077 281 0,'0'0'25'0,"0"0"-14"16,0 0-2 0,0 0-5-16,0 0-3 0,0 0-2 15,0 0-27-15,0 0-61 16</inkml:trace>
  <inkml:trace contextRef="#ctx0" brushRef="#br0" timeOffset="-97564.35">16502 8040 132 0,'0'0'17'0,"0"0"-28"0,0 0 18 0,0 0 33 16,0 0-8-16,0 0-11 15,0 0-5-15,0 0-4 0,0 0-7 16,0 0-1 0,26-33-2-16,-24 23-2 15,0-1 1-15,1-3-1 0,-1-1-6 0,1-2 0 16,0-1-11-1,2-1-15-15,0-2 7 0,-2 0 7 16,0 2 5-16,0 1 10 16,-1 2 6-1,-2 3 6-15,0 1 5 0,0 4 5 16,0 4-10-16,-2 0-8 16,-4 3 1-16,1 1-5 15,-2 0 0-15,2 0 11 16,1 4-8-16,-4 4 0 0,3 6 0 15,-2 1 2-15,3 2 1 16,1 3-1-16,1 0 3 16,2 1 3-16,0 0 7 15,0-2-3-15,2 1-4 16,4-2 1-16,4-4-1 16,-4 2-3-16,4-2-2 0,1-3-1 15,0-2 1-15,-2 0-3 16,3-1-18-16,1-5-18 15,-2-2-74-15</inkml:trace>
  <inkml:trace contextRef="#ctx0" brushRef="#br0" timeOffset="-97195.46">16705 7970 264 0,'0'0'5'0,"0"0"-7"0,0 0-1 0,0 0 4 16,-24 43-4-16,24-29 2 0,0-1 4 15,3-2-3 1,6-1 1-16,3-2 1 16,1 0 3-16,0-3-1 0,3-3 2 0,0-1 1 15,1-1-4-15,0 0-1 16,0 0 2-1,-2-6 0-15,-3-2 1 0,-1-2 3 16,-3 0 0-16,-2-3 1 0,-4-1-2 16,-2 1 1-1,0-1-2-15,-2 1-6 0,-7 1-1 16,-1 3 0-16,0 3-6 16,-4 2-2-1,1 3-5-15,-4 1-8 16,3 0-22-16,3 1-31 0,-1 5-24 15</inkml:trace>
  <inkml:trace contextRef="#ctx0" brushRef="#br0" timeOffset="-96559.13">17106 7954 178 0,'0'0'14'15,"0"0"12"-15,0 0-1 16,0 0-15-16,0 0-2 16,0 0 0-16,-42-37 3 15,31 37-5-15,1 0-2 0,-2 0-4 16,1 2 1-16,0 5 0 15,4 2-2-15,-1 2 1 16,3-1-3-16,2 1 1 16,2-1 1-16,1 1 0 0,0-3-3 15,4-1 1-15,1-3 2 16,3-1 7-16,-1-2-3 16,2-1-2-16,-1 0 1 15,0 0 0-15,3 0-1 0,-5-4 2 16,1 0 5-16,0-3 2 15,-1 1-1-15,-1 0-4 16,-2 1-1-16,1 0-1 16,0 3-2-16,-1 1 0 0,1 1-1 15,2 0-1 1,-1 0-1-16,2 5 0 16,-3 3-1-16,1 3 2 0,1 1-1 15,-3 1 2-15,3 0 0 0,-1-1 0 16,-3 0 0-16,1-4-1 15,-2 2-1-15,-1-1 1 16,0-1-1 0,0-3 1-16,-6 1 1 0,-5-1 1 15,-2 0-1-15,-2-3 2 0,0 1 3 16,-1-2 0 0,0-1-2-16,1 0 0 0,4 0-2 15,0 0 0-15,0 0-1 16,4-3 0-16,3 2-8 15,2-2-23-15,1-1-68 16</inkml:trace>
  <inkml:trace contextRef="#ctx0" brushRef="#br0" timeOffset="-95849.6">16692 8040 113 0,'0'0'17'0,"0"0"18"0,0 0-11 0,0 0-7 16,0 0-6-16,0 0-3 15,43-12-4-15,-35 8 1 16,-1-2 0-16,1 1 0 0,0-1 0 16,0 2 0-16,1-1-3 15,0 1 0-15,1 3-1 0,2-2-1 16,-1 3 2-16,3 0-1 16,-1 0 1-16,3 3-1 15,-1 5 0 1,3 0 0-16,-3 3-1 0,0 0 1 15,-3 0-1-15,-1-2 0 0,-3 1 0 16,-5 0 0 0,0-3-3-16,-3 0-7 0,0-3-4 15,0-1 8-15,-4-3-3 0,-3 0 8 16,2 0 10 0,-1 0-4-16,2-2-3 15,4-6-1-15,0 1-7 16,0-3 4-16,6-1 6 0,4 2-4 0,4-2 0 15,5 1 4 1,-3 0-2-16,6 2 2 0,-3 3 3 16,2 2 4-16,0 3-2 0,1 0-1 15,-5 3-2-15,2 4-6 32,-4 3 1-32,0 3-2 0,-5-2-23 15,-1-4-81-15</inkml:trace>
  <inkml:trace contextRef="#ctx0" brushRef="#br0" timeOffset="-95337.91">17646 7598 213 0,'0'0'4'0,"0"0"-5"0,0 0 1 0,-50 27 0 16,35-13 0 0,-3 3 0-16,3 3 3 0,-2 4 3 15,2 2-3-15,-1 2 9 16,3 3-5-16,-1 1 0 0,3 0 5 15,7 0 0-15,2 0-5 16,2-2-2-16,0-2-1 16,9-2-1-1,5-2 1-15,1-3-2 0,3-5-2 0,-1-2 2 16,6-2-1-16,-3-4-8 16,0-2-11-16,1-5-53 15,-1-1-62-15</inkml:trace>
  <inkml:trace contextRef="#ctx0" brushRef="#br0" timeOffset="-94790.18">17726 7821 227 0,'0'0'8'0,"0"0"1"0,0 0-3 16,0 0 1-16,0 0 4 0,0 0-5 16,-41 3-6-16,33 8 3 15,-3 3-1-15,2 1 1 16,4 2-1-16,-1 1-1 16,6-2 0-16,0 1 2 0,0-3 1 15,9-1-2-15,3-2 0 16,0-2 2-16,4-2-1 15,-3-3-1-15,2-2-1 16,0-2 0-16,-3 0-1 16,0 0 1-16,-3-6 0 0,-2-4 4 15,0-3 0-15,-3-3-1 16,-4-1 2-16,0-4-3 16,0 1-2-16,-6 0-3 0,-4 2-4 15,-1 2 1 1,-3 3 1-16,-1 5-2 0,-3 4 0 15,2 2 2-15,1 2-14 16,2 0-1-16,2 3-28 0,3 5-54 16</inkml:trace>
  <inkml:trace contextRef="#ctx0" brushRef="#br0" timeOffset="-94585.04">17974 7902 350 0,'0'0'14'0,"0"0"-14"0,0 0 1 0,0 0-1 16,0 0-23-1,0 0-20-15,0 0-25 0,0 0-75 0</inkml:trace>
  <inkml:trace contextRef="#ctx0" brushRef="#br0" timeOffset="-94121.13">18046 7801 264 0,'0'0'19'0,"0"0"-21"0,0 0-4 0,0 0 3 31,0 0 0-31,0 0 3 16,0 0 1-16,0 0-1 15,38 16 4-15,-24-14-7 16,-1-2-1-16,2 1 3 0,-3 0 1 15,2-1-1-15,-1 0 1 16,-1 0 2-16,1 0-1 16,-3 1 0-16,-1-1-1 15,-2 0 1-15,-2 0-1 16,-3 2 1-16,-1-1 2 0,0 2-2 16,-1 1-1-16,0 3 1 15,0 1 2-15,0 1-1 16,-2 1 1-16,0 2-1 15,0 2 4-15,1-3-1 0,1 3 0 16,0-1-2-16,0 0-1 16,0 0-1-16,0-2-1 15,0-1 0-15,3-1-4 16,3-2-20-16,-1-3-40 0,3 0-35 16</inkml:trace>
  <inkml:trace contextRef="#ctx0" brushRef="#br0" timeOffset="-93687.16">18384 7865 288 0,'0'0'13'0,"0"0"-12"0,0 0-4 0,0 0 1 16,0 0 3-1,0 0-1-15,0 0-1 0,-34 41 1 0,32-28-2 16,2 0 1 0,0-2 0-16,4 0-1 0,1-1 1 15,3-3 1-15,2-1 0 16,-1-3 1 0,1-2 2-16,2-1 0 0,-1 0 1 15,2 0 0-15,-1-7 1 16,0-1 2-16,1-2-2 0,-1-3 3 15,0-3-2 1,-1 1-1-16,-5-2 0 0,-1 0-3 0,-1 1 0 16,-4 3 2-1,0 2 5-15,-2 0-7 16,-7 5-2-16,-4 2-2 16,-1 2 2-16,0 2 5 15,-1 0-5-15,2 4-1 0,-1 5-11 16,1 1-19-16,5 0-13 15,4-2-74-15</inkml:trace>
  <inkml:trace contextRef="#ctx0" brushRef="#br0" timeOffset="-93274.06">18658 7792 238 0,'0'0'7'0,"0"0"-7"0,0 0-18 16,0 0-18-16,0 0 31 0,0 0 14 16,0 0-9-1,0 0 1-15,-9 39 1 0,9-28 0 16,0-1 1-16,0 1 5 15,1-2 3-15,5 2-2 0,1-2 5 16,1-2-2-16,2 1-7 16,-5-2 1-16,3 1 3 15,-3-1-1-15,0 0-3 16,-1-2-1-16,-2 0-1 16,-2 1 2-16,0-1-2 0,0 0-1 15,-4 0 1 1,-3 0 0-16,-2 0 0 15,0 0-4-15,-3-2 4 0,-1 1-8 0,2-3-3 16,-1 0-19 0,2 0-23-16,3 0-84 0</inkml:trace>
  <inkml:trace contextRef="#ctx0" brushRef="#br0" timeOffset="-93081.96">18701 7781 297 0,'0'0'5'0,"0"0"-5"16,38-10 1-16,-25 7-1 15,0 2-9-15,-1-2-45 16,-2 0-105-16</inkml:trace>
  <inkml:trace contextRef="#ctx0" brushRef="#br0" timeOffset="-92654.99">18965 7742 198 0,'0'0'17'0,"0"0"-13"16,0 0-7-16,0 0 11 15,0 0 6-15,-31 39-4 16,22-25-4-16,1 2 2 0,0 1-2 16,3 1 4-16,3-1-4 15,-2-1-1 1,4 1-2-16,0-4-2 0,0-2 1 15,0-1 0-15,6-4-2 0,-1 1 5 16,3-3 0-16,-2-2-2 16,2-2 3-1,-3 0-1-15,1 0-1 0,-1 0 3 0,1-6 2 32,-1-2 1-32,-3-1 2 0,-1 0-1 15,-1 1-3-15,0 1-4 16,0 0-1-16,-10 0-3 15,1 2-5-15,-4 1-5 16,-1 2-3-16,1 1-8 16,2 1-6-16,-2 0-20 0,6 0-78 15</inkml:trace>
  <inkml:trace contextRef="#ctx0" brushRef="#br0" timeOffset="-92308.91">19126 7604 240 0,'0'0'4'0,"37"2"6"0,-18 1 10 16,3 4-8-16,-5 2-1 16,0 2-2-16,0 3 2 0,-3 5-4 15,-3 1-1-15,-1 4-5 16,-6 3 0 0,-2 3 0-16,-2 2-2 0,-4-2 2 15,-8 4 0 1,-3-1 1-16,-4 0 1 0,-2-6-12 0,2-2-24 15,-2-6-20-15,4-7-58 16</inkml:trace>
  <inkml:trace contextRef="#ctx0" brushRef="#br0" timeOffset="-91715.08">19637 7690 120 0,'0'0'34'0,"0"0"-5"0,0 0-2 15,0 0 2-15,0 0-7 16,36 0-9-16,-23 0 1 0,1 0 1 16,-1 0-5-16,5 0-2 15,-2 0-3-15,1 0-4 16,1 0 2-16,-2 0-3 16,-1 0-6-16,-3 0-14 15,-2 0-19-15,-3 0-68 16</inkml:trace>
  <inkml:trace contextRef="#ctx0" brushRef="#br0" timeOffset="-91487.82">19736 7622 293 0,'0'0'11'0,"0"0"-12"31,0 0 4-31,0 0 6 0,4 37-1 0,-4-22-1 16,0 1-6-16,0 3 0 15,0 2 1 1,0 0-9-16,0-4-30 16,0-1-66-16</inkml:trace>
  <inkml:trace contextRef="#ctx0" brushRef="#br0" timeOffset="-90869.99">20484 7325 89 0,'0'0'5'0,"-37"0"4"0,21 3 4 0,0 3 9 16,-1 2 2 0,3 4-1-16,-1 2-2 0,-1 4 0 0,2 4-12 15,-1 0 2 1,2 4-3 0,0 1 7-16,3 1-6 0,3-1-5 15,-1 2 4-15,5-2-1 16,3-2-1-16,0 1-4 15,2-5 1-15,8-1-3 16,2 0 2-16,-1-2 0 16,5-4 1-16,-2 1-3 15,4-4 2-15,2-1-8 16,-1-3-26-16,0-3-68 0,1-3-80 16</inkml:trace>
  <inkml:trace contextRef="#ctx0" brushRef="#br0" timeOffset="-90463.18">20601 7531 183 0,'0'0'16'0,"0"0"-9"0,0 0 10 0,0 0 14 15,0 0-10-15,0 0-8 0,0 44-6 16,-1-30 1 0,-1-1-5-16,1 0-1 0,0 0 0 0,1-3 0 31,0 1-1-31,0-4-1 0,0 2 2 16,0-4-5-16,1 2-10 15,5-4-22-15,2-1-88 16</inkml:trace>
  <inkml:trace contextRef="#ctx0" brushRef="#br0" timeOffset="-90264.98">20832 7624 259 0,'0'0'5'0,"0"0"1"16,41 0 5-16,-25 0-8 16,2 0-1-16,2 1-2 15,-4-1-7-15,4 0-28 0,-1 0-86 16</inkml:trace>
  <inkml:trace contextRef="#ctx0" brushRef="#br0" timeOffset="-90008.31">21113 7554 276 0,'0'0'16'0,"0"0"-11"16,0 0 0-16,0 0-1 15,0 0 5-15,0 40-4 16,1-23-3-16,-1 0-1 0,0 0 0 15,0-1-1-15,0-1 1 16,0-2-1-16,0 1 0 16,0-4-5-16,-1-2-11 15,0-2-43-15,0-2-87 16</inkml:trace>
  <inkml:trace contextRef="#ctx0" brushRef="#br0" timeOffset="-89736.74">21222 7457 285 0,'0'0'4'0,"0"0"-4"0,47 0 2 15,-32 6 4 1,0 5 3-16,-1 1-3 0,0 6 5 15,-3 2-1 1,-5 1-5-16,1 4-3 16,-5-3-2-16,-2 1-1 0,0-2 0 0,-5-1-4 15,-3-2-10 1,-1-6-11-16,0 2-24 0,4-7-76 0</inkml:trace>
  <inkml:trace contextRef="#ctx0" brushRef="#br0" timeOffset="-89532.41">21611 7614 275 0,'0'0'2'15,"0"0"-1"-15,0 0-1 16,0 0 0-16,0 0-22 0,0 0-55 16,0 0-7-16</inkml:trace>
  <inkml:trace contextRef="#ctx0" brushRef="#br0" timeOffset="-87887.34">22317 7159 76 0,'5'0'2'0,"1"0"9"0,-3 0 0 15,3 0 3-15,1 0 0 16,-2 0-5-16,3 0 2 0,-1 0 4 16,1 0-5-16,0 0 0 15,-1 0-1 1,3 0-5-16,-2 0 0 0,1 0-1 16,-1 0 2-1,1 0 0-15,1 0 0 16,0 0 4-16,-2 0 2 0,0 0-4 0,-1 0-2 15,-1 2-1 1,-2 0 0-16,-1-2 2 0,-1 2-4 0,3 1 0 31,-3 1-1-31,-1 0-1 16,1 3 1-16,0-1-1 0,1 1 1 0,0 4-2 16,-1-1 5-16,-1 3-3 0,1 1 1 31,0 2 1-31,-1 2 0 0,0-1-1 15,1 2 1 1,0-1-2-16,0 1-1 16,-1-2 1-16,2 3 0 0,-1-2 0 15,0 2 0-15,0-1 0 16,2 1 2-16,-3-1-1 16,2 3 1-16,0-1-2 15,1 2 1-15,-1-2-1 16,-1-1 0-16,2 1 0 0,-2-1-1 15,-1 1 1-15,1-2-1 16,0-2 1-16,-2 1-1 16,0-1 0-16,0-1 0 0,0 1-1 15,-4-3-1-15,-1 0 2 16,1 0 2-16,-3-2-1 16,2 1 0-16,-1-2 0 15,0-1 3-15,0-2 0 16,-2 0 0-16,3 0 2 15,-4-2-4-15,0-2 2 0,0 3 1 16,-3-4-2-16,-2 3-2 16,-2-2 0-16,-7 0 0 0,-5-1-6 15,-6-3-40 1,-7 0-236-16</inkml:trace>
  <inkml:trace contextRef="#ctx0" brushRef="#br0" timeOffset="-86475.66">14737 8937 99 0,'-1'0'14'0,"1"0"20"0,0 0 1 0,0 0-6 0,0 0-2 16,0 0-13-16,0 0-2 16,0 0-2-1,0 0-1-15,0 0 5 0,0 0-7 16,0 0-2-16,0 0 2 15,0 0-4-15,1 0 1 0,3 0-1 16,4 0-2 0,-1 0-1-16,5 0 3 0,-1 0-2 15,2 2 0 1,0-2 0-16,0 1-3 0,-1 2-10 16,-1-2-10-16,-3 2-18 15,0-1-56-15</inkml:trace>
  <inkml:trace contextRef="#ctx0" brushRef="#br0" timeOffset="-86136.39">14741 9075 182 0,'0'0'45'0,"0"0"-47"16,0 0 25-16,0 0 0 16,0 0-4-16,0 0-6 15,0 0-1-15,0 0-4 16,46 7-5-16,-30-7 5 0,-1 2-3 15,1 0 0-15,1 0-3 16,2 2-2-16,-4-2 1 16,2 3-11-16,-4-1-18 0,2-1-28 15,-4-1-78 1</inkml:trace>
  <inkml:trace contextRef="#ctx0" brushRef="#br0" timeOffset="-77420.98">15739 8903 184 0,'0'0'40'0,"0"0"-23"0,0 0 0 0,0 0 3 0,0 0-7 16,0 0-6-1,0 0 0-15,0 0 1 16,0 0-5-16,0 0-3 0,0 0 2 15,0 0 0-15,-4 0 1 0,0 0 1 16,-1 1 1-16,-1 2-1 16,-2 0-5-16,0-3 2 15,1 4-1-15,-2 1 0 0,-2 0 0 32,2 1 1-32,0 1-1 0,-2 2 1 15,4 1-1-15,-2 1-1 0,5 1 1 16,-3 2 0-1,5 0-4-15,2 0 3 0,0 2 0 0,0-2 2 32,0 0-2-32,6 0 0 0,0-4-3 15,2 2 3-15,1-3 0 0,2-1 7 0,0 0 0 16,0-2-2-16,0-2 1 31,1 0-4-31,0-1 0 16,1-3 0-16,-1 2-1 15,2-2 2-15,-1 0-2 0,-2 0 1 16,3 0 2-16,-1 0-3 16,1-3-1-16,-1-1 3 15,-1-1 0-15,-1-2-2 16,-1 0 2-16,0-2-1 16,-3 0 0-16,-1-3 1 0,-3 1 0 15,1-3 0-15,-4 1-1 16,0 0 1-16,0-3-2 15,0 2-3-15,-2 3 1 16,-5-2-2-16,-1 0 2 0,0 2 3 16,1 0 0-16,-2 1-2 15,1 1-2-15,-1 1 3 16,0 1-2-16,0 2 3 16,-1 1-3-16,0 0 3 0,1 2-2 15,0 1-3 1,-3 1-4-16,2 0-1 0,-3 0-9 15,3 1-25-15,-3 3-50 16,1 2-67-16</inkml:trace>
  <inkml:trace contextRef="#ctx0" brushRef="#br0" timeOffset="-77116.44">16083 8977 100 0,'0'0'157'0,"0"0"-138"0,0 0 7 0,0 0 4 16,0 0-6 0,0 0-12-16,0 0-8 0,0 0-2 0,0 0-2 15,0 0-5-15,0 0-29 16,0 0-44 0</inkml:trace>
  <inkml:trace contextRef="#ctx0" brushRef="#br0" timeOffset="-76198.7">16399 8917 108 0,'0'0'37'16,"0"0"-25"-16,0 0 9 0,0 0 3 15,0 0 15 1,0 0-14-16,0 0-9 16,0 0-7-16,0 0-1 0,2 0 5 15,7 0-2-15,2 0 1 16,3 0-2-16,1-2-3 0,3 1-4 15,-2 0 1-15,2 1-3 16,-3-1 2 0,3 1-2-16,-5 0 0 0,1 0 1 0,-4 0 0 15,-1 0-1 1,-1 0 1-16,-4 0 0 16,-2 2-1-16,-1 3-2 0,-1 0-3 15,0 2 0-15,-3 1-2 0,-6 0-4 16,0 2 7-16,-4-1-7 15,2-1-1 1,-3 2 3-16,3-1-1 0,-2-2 5 0,6 1 1 31,-1-1 3-31,3-1-1 16,3-2-2-16,1 2-3 16,1-4-2-16,0 0-1 0,5 0 3 15,3-1 7-15,2-1 4 16,1 0 1-16,2 0 3 15,-2 0-2-15,3 0 1 16,-4 0-2-16,2 0 1 16,-1 0-2-16,-2 2-2 0,0 0 1 15,-2 1-3-15,-2 2 0 16,1 0 1-16,-2 0-2 16,-1 0 1-16,-1 2-1 15,-2 0-1-15,0 2 1 0,0-4-2 16,0 3 1-16,-2-1 0 15,-5-2 2-15,-2 1 0 16,-1 0 0-16,-2-2-2 16,-1-1 1-16,-3 0 0 15,1-1-1-15,-2 0 2 16,0-2-1-16,-3 0-1 0,2 0 0 16,2 0 1-16,-2 0-4 15,4 0-2-15,3 0-24 16,4 0-51-16,4-1-93 0</inkml:trace>
  <inkml:trace contextRef="#ctx0" brushRef="#br0" timeOffset="-75511.63">16916 8937 214 0,'0'0'17'0,"0"0"8"0,0 0-10 0,0 0 3 15,0 0-5 1,0 0-9-16,0 0-3 16,0 0-2-16,0 0 4 0,0 0-3 15,0 0 0-15,0 0 1 16,0 0 0-16,-16 42 0 16,11-28 2-16,-6 1-7 15,6 1 8-15,-3-1-2 0,3-2-2 16,0 0 0-16,1-3 0 15,3 0 0-15,1-3 1 16,0-4 1-16,0 3 0 16,1-2 0-16,8-1 5 0,-3-1 4 15,5 0-3-15,1-1-4 16,-1-1-1-16,3 2 3 16,-1-2-4-16,2 0 1 15,1 0-1-15,0 0 2 16,2 0-2-16,0 0-1 0,0 0 0 15,0 0-1 1,-1 0 0-16,-1 0 0 16,-3-2-1-16,-1 2-10 0,-3-2-8 0,-1 1-10 15,-5-3-15 1,-1-1-88-16</inkml:trace>
  <inkml:trace contextRef="#ctx0" brushRef="#br0" timeOffset="-75152.91">17068 8994 215 0,'0'0'20'0,"0"0"-5"0,0 0 5 0,0 0-1 16,0 0 1 0,0 0-11-16,0 0-7 0,0 0 2 0,0 0 3 31,0 0 3-31,-1 44-2 16,1-27-6-16,0-1 1 15,0 2-2-15,0-2-1 0,0 0 0 16,0-1 0-16,0-2 1 0,0-2-1 0,2-1 0 31,0-1-2-31,3-4-26 16,-4-2-13-16,3-3-78 15</inkml:trace>
  <inkml:trace contextRef="#ctx0" brushRef="#br0" timeOffset="-74199.38">17427 8957 160 0,'0'0'-9'0,"0"0"7"0,0 0 1 0,0 0 11 0,0 0 16 16,0 0 6-16,0 0-3 15,0 0-7-15,0 0 0 16,-7-42-9-16,3 37-3 15,-3-1-7-15,2 1-5 16,-5 1 0-16,1 1 2 0,-1 1-1 16,-1 2-7-1,-2 0-4-15,0 0 10 0,1 0-5 16,-1 3 3-16,2 1 4 0,2 2-1 16,-1 1 0-1,4 0-3-15,2 1 2 16,2 0-3-16,1 1-4 15,1-2 6-15,0 0 1 16,1-2 5-16,7 1-2 16,-3-2 10-16,4 1-5 0,0-1 2 15,2-1 2-15,1-1-2 16,0 1-2-16,2-1-2 16,-3 1-1-16,0-2 2 0,-1 2-2 0,0 0 2 15,1 0 2-15,-4-1-4 16,2 1-1-16,-2 3 0 15,0-2-1 1,1 2 0-16,-2 0 0 0,0-1-1 16,-2 2 0-16,-2-2 0 0,-1 0 1 15,-1 1-2 1,0 0 2-16,0 1-1 16,0-2-1-16,-5 1 0 15,-4 0-5-15,0-1-1 16,-2 1 3-16,0 0 1 15,-3-3-1-15,-1 2-7 16,1-2-1-16,-2-1-6 16,3 1-2-16,2-2-6 0,1-1 6 15,-1 0 21-15,7 0-7 16,-2 0 4-16,4 0 7 16,0-6 3-16,2 1 6 15,0-1 5-15,0-4-2 0,0 1 0 16,8 0-3-16,-1-3-8 15,4 2-2-15,0-1-1 16,0 1-2-16,3-2-1 16,-4 4 1-16,3-1 0 0,-2 1 1 15,-1 3 2-15,-1-2-1 16,-2 3-3-16,-2-1 1 16,1 0-1-16,-4 2-3 15,0 1-6-15,1-1-12 16,1 0-52-16,-1 0-38 0</inkml:trace>
  <inkml:trace contextRef="#ctx0" brushRef="#br0" timeOffset="-72935.19">17763 8832 70 0,'-1'0'29'0,"1"0"-24"0,-2 0-1 0,0 2-2 16,0 0 7-1,-2 0-3-15,0-1 3 0,-1 2-1 16,0-2 5 0,0 1-3-16,0 2 0 15,0 0 3-15,1-1 0 0,-3 3-4 16,3 0-5-16,-3-2 0 15,2 4 1-15,0 1 0 16,-2 1-1-16,2-2-1 16,-2 2 0-16,2-1-1 15,2 2 1-15,-4-3-1 16,5 1 5-16,0 0 2 0,1-1-1 16,-1 0 0-16,2 0-4 15,0-2 0-15,0 1-4 16,0-2 3-16,0 1-3 0,0 0-2 15,0 1 2-15,0-1 3 16,2-1-1-16,1 0 0 16,2 0 2-16,-1 0-2 15,0-1 1-15,-1-1-3 16,3 1 2-16,-2-2 0 0,-2 0 0 16,2 1 2-1,2-2 1-15,-3 1 0 0,1-1-1 16,0 1 1-1,0-1-2-15,1-1 1 0,1 0-1 0,1 0 1 16,0 0 0 0,0 0-1-16,1 0-2 0,-3 0 0 15,2 0 0-15,-3 0 0 16,0 0 2-16,1-3-1 0,-3 2 2 16,1-1-2-1,2-2-1-15,-1 2 0 0,-2 0 0 16,1-1 0-1,0 0-1-15,0-1 1 0,-1 0 2 0,2 1-2 16,-3 1 1 0,-1-2 1-16,0 0-1 0,2 1-1 15,-2-1 0-15,0 1 0 0,0 0 0 32,0 0 1-32,1 0-1 15,-1-1-1-15,0 1 1 0,0 0-1 16,0 1-1-16,0-3 3 0,0 3-2 0,0-2-1 15,0 0-1-15,0 0-1 16,-1 1 1-16,-1-2-1 31,-1 1 2-31,1 2 0 16,-1-1 3-16,1 0 1 0,1 2-2 16,-1-2 0-16,1 3-1 15,1-3 1-15,-2 2-1 16,0-1 2-16,2 1-2 15,-4 1-5-15,1-2-2 0,0 2 7 16,1-1 3-16,-2 1-3 16,0 0 2-16,1 0-2 15,1 0-2-15,-4 0 3 0,2 0-3 16,-2 0-2-16,0 3-1 16,-1 1-1-16,-3 3-3 15,-1 0-7-15,1 3-5 16,-1-1 0-16,1 1-11 15,-2-2-49-15</inkml:trace>
  <inkml:trace contextRef="#ctx0" brushRef="#br0" timeOffset="-67571.78">14305 9985 132 0,'0'-4'50'0,"0"1"-22"0,0-1-4 0,0 1-2 0,0 2-3 15,0-1-4 1,0 2-2-16,0 0 0 15,0 0-4-15,0 0-3 16,0 0-7-16,0 6-3 16,0 5 2-16,0 2 2 15,0 4 2-15,0 3-3 16,0 0 6-16,0 0-5 0,0-2 1 16,0-1-1-16,0 2 0 15,0-4-1-15,0-1-22 16,0-2-41-16,0-4-72 15</inkml:trace>
  <inkml:trace contextRef="#ctx0" brushRef="#br0" timeOffset="-66875.64">14338 9967 201 0,'0'0'16'0,"0"0"5"15,0 0 7 1,41-16-9-16,-25 13-6 0,0 2-1 15,3-2-3-15,-1 3-4 16,0 0-2-16,1 0 0 16,-3 0-3-16,-3 0 1 0,-1 3-2 15,-3 4 1 1,-1 0-3-16,-2 1 2 0,-2 1-2 16,-4 1-14-16,0 0-22 0,-3 0 16 15,-6 1-7-15,-2 1 2 16,-3-4 7-16,2 0 9 15,2-2 10 1,1-1 8-16,2-1-5 0,4-1 2 0,2-2 3 31,1-1 2-31,0 0-1 0,0 0-3 0,5 0 12 16,6 0-6 0,-2 0 4-16,4 0-1 0,1-1-5 0,-3 1-1 31,-1 0 4-31,1 0-2 15,-1 0-7-15,-5 1-2 0,2 6-1 0,-3 1 1 16,-2 0 1 0,-2-1-2-16,0 3 1 15,0-1 1-15,0 0 3 16,-4 0-1-16,-5 1 0 0,-1-3-1 16,0 0 7-16,-2-1-9 15,-1 1 5-15,-1-3-1 16,-1 0 2-16,-1-3 1 0,1 0-4 0,-2-1-1 31,3 0-1-31,-2 0 0 16,5 0-1-16,2 0 1 0,3 0-2 15,0-4-6-15,4 1-43 16,2-6-99-16</inkml:trace>
  <inkml:trace contextRef="#ctx0" brushRef="#br0" timeOffset="-66232.83">14835 10042 210 0,'0'0'35'0,"0"0"-23"0,0 0 3 0,0 0-3 16,0 0-4 0,0 0-6-16,0 0 1 0,0 0 2 15,0 0 4 1,0 0-2-16,0 0-6 0,-7-27 1 15,-2 26-1-15,1 1-1 16,0 0 5-16,-4 0-2 16,1 4-1-16,0 6 0 0,0-3-2 0,2 5 0 15,1-1-1-15,3 2 0 16,3 1 0-16,-1-3 0 16,3 1-2-1,0-1 0-15,0-1 1 0,7-2 1 0,2-2 1 31,0 1 4-31,3-4 1 0,1-2-5 0,1-1 2 16,1 0-1 0,-2 0-1-16,1-4 1 15,-1-4-1-15,-1-1-1 0,-4-1 2 0,-2-3-1 32,-2 3 1-32,-1-1 0 15,-3 1 0-15,0 3 3 0,0 0 6 0,0 3 2 0,0 1-1 31,0 1-2-31,0 2-5 16,0 0-6-16,0 0-3 16,2 2 2-16,2 6 1 0,0 1-1 15,2-1-1-15,1 2-10 16,2-1-6-16,2-3-13 16,-1-1-43-16,5-1-30 15</inkml:trace>
  <inkml:trace contextRef="#ctx0" brushRef="#br0" timeOffset="-65871.11">15201 9998 33 0,'0'0'203'0,"0"0"-174"0,0 0-4 0,0 0-7 0,0 0-2 16,0 0-6-16,0 0-9 0,0 0-1 15,0 0 1-15,0 0 0 16,-14-30 1-16,3 30-1 16,-2 5 1-1,4 3 0-15,0 1-2 0,0 2-2 0,0 0 1 16,5 2 1 0,3 2-1-16,-1-2 0 15,2 0 1-15,0 2 1 0,2-3 3 16,5-2-2-1,3 0 0-15,1 0-1 0,4-3 1 0,1-1 6 16,2-2-4 0,1-2-4-16,0-2 0 0,3 0-26 15,-2-2-21-15,2-6-40 0,-4-5-43 32</inkml:trace>
  <inkml:trace contextRef="#ctx0" brushRef="#br0" timeOffset="-65604.16">15415 9893 95 0,'0'0'115'16,"0"0"-94"-16,0 0-10 31,0 0-11-31,0 0 3 16,0 0 6-16,0 0 1 15,0 0-2-15,0 46 1 0,0-30-4 16,0 0 2-16,0 3 2 16,0-2-2-16,0-2-4 15,1 2-2-15,1-3-1 16,0-1 2-16,0-1-12 0,0-4-15 16,1-1-56-16,0-4-40 0</inkml:trace>
  <inkml:trace contextRef="#ctx0" brushRef="#br0" timeOffset="-65219.11">15603 9913 284 0,'0'0'13'0,"0"0"-7"31,0 0-7-31,0 0-4 0,0 0-9 15,0 0 15-15,0 0-7 0,-43 33-16 0,28-19 14 32,-1-3 5-32,1 4-3 15,3-3-8-15,1-2 12 0,2 0 3 16,5-3 1-16,0-1-2 16,3-3 1-16,1-1-3 15,0 1-1-15,0-2 3 16,0 1 14-16,5 0 2 15,-2 2-4-15,1-1-2 16,2 2-2-16,-1 0 0 0,1 2 1 16,0 0 1-16,2-1-3 15,0 1 1-15,5 1 0 16,-3-2-4-16,3 2-2 16,3-1-1-16,-2-1-7 15,3-5-32-15,1-1-151 0</inkml:trace>
  <inkml:trace contextRef="#ctx0" brushRef="#br0" timeOffset="-64687.98">16019 9944 270 0,'0'0'24'0,"0"0"-28"0,0 0 3 0,0 0 2 16,11 57-1 0,-9-30 0-16,2 1 0 15,1 2 0-15,1 1 0 16,-1 1 0-16,1-3 0 16,-2-2 0-16,2-1 1 0,-3-6-2 15,1 0-3-15,-3-6-17 16,0-3-27-16,-1-6-33 15,0-3-48-15</inkml:trace>
  <inkml:trace contextRef="#ctx0" brushRef="#br0" timeOffset="-64352.57">16100 9969 215 0,'0'0'10'0,"0"0"-7"0,44-19 8 16,-26 16 3-1,-1 0-6-15,0 3-2 16,1 0 2-16,-1 0-3 0,-3 6-1 16,-3 2-3-16,1 2 0 15,-2 3-1-15,-3 0 3 0,-1 1-2 16,-6 0 0-16,0-1-3 15,0 1-2-15,-4-5 2 16,-7 2 8 0,-5-1 0-16,-5-4-2 0,0-1 0 0,-4 1-3 15,0-4-1 1,3 0-1-16,2-1 0 0,6-1-4 16,4 0-18-1,7 0-62-15,3-2-71 0</inkml:trace>
  <inkml:trace contextRef="#ctx0" brushRef="#br0" timeOffset="-63854.62">16407 9968 81 0,'0'0'7'0,"0"0"-4"0,0 0 7 31,38 0 14-31,-25 0 3 16,2 0 6-16,-2 0-3 15,3 3-9-15,-1 4-13 0,0 1-3 16,-2 1-4-16,-1 3-1 16,-3-1-6-16,-4 2 12 15,-1-2-5-15,-2 2-3 16,-2-2 0-16,0-1-4 0,0-1 4 16,-10-2 1-16,1-3 4 15,-5 0-2-15,2-3 1 16,0-1-1-16,2 0 5 15,1 0 0-15,5-5 6 0,2-2 5 16,2-3 0-16,0 0-1 16,2-3-5-16,7-1-11 15,3 0 5-15,5-3-1 16,2 3-19-16,2-1-19 0,0 3-32 16,1 2-58-16</inkml:trace>
  <inkml:trace contextRef="#ctx0" brushRef="#br0" timeOffset="-63505.62">16797 9961 176 0,'0'0'43'0,"0"0"-37"16,0 0-6-16,0 0 0 15,0 0 2 1,-18 37 2-16,15-27 2 0,1 1 0 15,2 2-4 1,0-3 3-16,0 0 1 0,9 0 0 0,-1-3 1 16,5 2-4-16,0-4 1 15,2-2-1 1,-1-3-1-16,1 0-1 16,-2 0 6-16,-3-1 1 0,3-6 8 0,-8-3 9 15,1-2 3 1,-4-2-7-16,-2 0-7 0,0-3-5 15,-7 1-7 1,-3 2-3-16,-10 0-6 16,1 4-11-16,-6 3-3 0,-3 4-11 0,-1 0-16 15,0 3-111 1</inkml:trace>
  <inkml:trace contextRef="#ctx0" brushRef="#br0" timeOffset="-63086.43">17071 9907 236 0,'0'0'30'0,"0"0"-16"0,0 0-9 0,0 0-2 0,0 0-5 15,0 0-3-15,0 0 4 16,3 39 1-16,-1-18 1 16,-2 4 0-16,1 1-1 15,-1 3 2-15,0 0-2 0,0-2-3 16,0-1 5-16,0-2-2 16,0-3-5-16,0-5-5 15,-1-3-27-15,-1-5-23 16,2-6-19-16</inkml:trace>
  <inkml:trace contextRef="#ctx0" brushRef="#br0" timeOffset="-62752.37">17067 9893 158 0,'0'0'77'0,"0"0"-76"16,45-13 0-16,-30 12 1 16,2-2 7-16,-2 3 0 15,-1 0 2 1,-2 0 1-16,0 0-6 0,-4 6 0 0,-1 1-5 16,-3 1-2-1,-3 2 4-15,-1 0-4 0,0-1-1 16,-5 2 2-16,-6-1 7 15,-2 1-3-15,-3-2-1 0,-2-1-1 16,-3-2-2 0,4 0 3-16,-1-1-4 15,5-2-15-15,2 0-11 0,5-2-31 16,6-1-63 0</inkml:trace>
  <inkml:trace contextRef="#ctx0" brushRef="#br0" timeOffset="-62359.63">17411 9899 74 0,'0'0'42'0,"0"0"3"16,0 0-22-16,0 0-4 16,-46-6 0-16,35 6 2 0,-1 7-6 15,3 0-7 1,-1 3-6-16,3-1-2 0,3 2 1 16,3-1-2-16,1 0 0 15,0-3 1-15,5 0 4 16,6 0 1-16,0-3-1 15,3-1-3-15,1-3 3 0,1 0 1 16,-2 0-2 0,0 0-2-16,-2-4 0 0,-2-3 1 0,-6-2-2 15,-3 1 0-15,-1-2-6 16,0 0-24-16,-5 1-71 16</inkml:trace>
  <inkml:trace contextRef="#ctx0" brushRef="#br0" timeOffset="-61675.37">17763 9887 129 0,'0'0'16'0,"0"0"9"0,0 0 15 0,0 0-13 0,0 0 0 16,0 0-13-16,0 0-7 15,0 0-8-15,-38-34-1 0,23 31 1 16,-2 3 3-16,-7 0 6 15,0 0-6-15,2 0-1 16,-1 6 2-16,6 4-3 16,2 0 0-16,4 3-2 0,8 0 0 15,3 0 0-15,0 0-5 16,6-1 3-16,10 1 5 16,2-5 6-16,2 0-7 15,3-2 2-15,0-3-2 16,-1 0-2-16,0-3-1 15,-4 0 2-15,-2-3 2 16,-4-4 0-16,0-1 4 0,-7-1 2 0,1-1-1 16,-4 0-3-1,-2 2 1-15,0-1 2 16,0 4-1-16,0 1 3 0,0 3-4 0,0 1 0 31,0 0-4-31,0 3-3 0,0 7 1 0,0 4 1 16,0 3 0-1,0 3 1-15,0 3 0 0,0 1 0 16,2 2 0 0,-1-1 0-16,1 2 0 15,-2-4 0-15,0 0 0 0,0-2 1 16,-5-3-2-16,-6-2-3 0,-1-3 1 16,-5-5-1-1,-1-3 2-15,-3-4 3 0,-3-1 5 0,-1 0-11 31,1-6-3-31,1-4-28 0,1-4-21 16,5 1-48-16</inkml:trace>
  <inkml:trace contextRef="#ctx0" brushRef="#br0" timeOffset="-61147.62">18093 9879 135 0,'0'0'82'0,"0"0"-81"0,0 0-1 0,0 0 1 0,-43-23 1 15,30 23 5-15,-3-1 4 16,1 1 4-16,-1 0 0 16,1 0-2-16,1 5-6 0,1 2-1 15,4 2-2-15,1 4 0 16,4-2-5-16,4 0 0 16,0 1 2-16,0-2-2 15,3 0-1-15,8-3 2 0,2 0-1 16,1-3 4-1,1-2-5-15,0-2-2 0,0 0 0 16,-1 0 2 0,0-2 1-16,-2-2 3 0,1-3 1 0,-4 1-1 15,-1-1 0-15,0 4 0 16,-3 0 4-16,-1 1 1 16,0 2 2-1,0 0-7-15,-1 0-1 0,1 0 0 0,0 5-1 16,2 1 1-1,-2 1-1-15,0-1 1 16,0-1-10-16,1 0-15 0,1-1-22 16,0-4-62-1</inkml:trace>
  <inkml:trace contextRef="#ctx0" brushRef="#br0" timeOffset="-60883.71">18319 9726 277 0,'0'0'16'0,"0"0"-4"0,0 0-13 0,0 0-2 15,0 0-1-15,0 0 4 16,1 52 2-16,-1-31 1 0,3 4-3 15,-1 0 2-15,2-2-1 16,-1-1-1-16,2 0 1 16,-3-2-6-16,-2-5-17 15,0-1-59-15,0-4-14 0</inkml:trace>
  <inkml:trace contextRef="#ctx0" brushRef="#br0" timeOffset="-60564.42">18259 9851 270 0,'0'0'5'0,"0"0"-6"0,42-8 1 16,-20 7 1-16,-2-2-1 15,2 0 0-15,-3 2 0 16,1-1 0-16,-1 2 0 0,-4 0 1 15,-2 0 3-15,0 0 8 16,-2 6-1 0,-5 0-6-16,1 2-2 15,-1 1 1-15,0-1-3 0,-2 2 1 0,0 0 0 16,-1 0-1-16,3-3 0 16,-3 3-1-16,2-3 1 15,1 1-2-15,-1-4-20 16,-1-1-52-16,2-3-76 15</inkml:trace>
  <inkml:trace contextRef="#ctx0" brushRef="#br0" timeOffset="-60441.55">18573 9762 239 0,'0'0'-7'15,"0"0"-97"-15</inkml:trace>
  <inkml:trace contextRef="#ctx0" brushRef="#br0" timeOffset="-59775.13">17420 9961 46 0,'0'0'90'0,"0"0"-71"0,0 0-8 0,0 0-5 16,0 0-10-16,0 0-50 15</inkml:trace>
  <inkml:trace contextRef="#ctx0" brushRef="#br0" timeOffset="-58947.42">18779 9829 190 0,'0'0'29'0,"0"0"-20"0,0 0-5 31,0 0 7-31,0 0-12 15,0 0 13-15,0 0-4 0,-48 0 7 16,34 3-4-16,0 4-5 16,-1-1-2-16,0 2-1 15,1 2-2-15,3 1-1 16,3 1-1-16,2-3 2 0,4 2-2 16,2-4-1-16,0 3 0 15,6-2 2-15,6-2 5 16,2 0-1-16,5-2-2 15,-1-1-1-15,2-2 0 16,-1-1-2-16,0 0 0 0,1 0 1 16,-5-3 1-16,1-2-1 15,-4-4 1-15,-1-1 1 16,-5-1-1-16,-4 1 1 16,-2-3-1-16,0 2-9 15,-8 1-3-15,-4 1-3 16,-3 2-19-16,-4 2-34 0,1-1-26 15</inkml:trace>
  <inkml:trace contextRef="#ctx0" brushRef="#br0" timeOffset="-58414.12">18936 9842 256 0,'0'0'6'0,"0"0"-4"0,0 0-1 0,0 0 1 16,0 0 0 0,0 0 3-16,0 0-4 0,0 0 1 15,0 0 0 1,25 40 2-16,-21-29-2 15,-1-1 1-15,0 0 0 0,1 1-3 16,-3-3 1-16,1-3 0 16,-2 1 0-16,1-2 0 15,-1-3-1-15,0 1-3 0,0-2 1 16,0 0 7-16,0 0 17 16,0 0-9-16,0-4-9 15,0-2-1-15,0-1-2 16,0-2-2-16,6 1 2 15,-3-1-3-15,3-1 0 0,1 2 4 16,3-2-2-16,0 4-1 16,2-2 2-16,0 3-1 15,-1 1 0-15,2 1 0 0,1 2 1 16,-1 1 1-16,1 0 0 16,1 1 5-1,-1 7-1-15,-1 3-4 0,-2 3-2 16,-2 3-1-16,-2 3-1 15,-7 4 0-15,-2 0-8 16,-16 3-21-16,-5-1-43 16,-8-2-131-16</inkml:trace>
  <inkml:trace contextRef="#ctx0" brushRef="#br0" timeOffset="-56529.11">14507 10524 119 0,'0'0'18'0,"0"0"10"0,0 0 5 16,0 0-25-16,0 0 7 16,0 0-1-16,0 0-4 0,0 0 1 15,0 0-5 1,0 0-4-16,0 0-2 0,0 0 0 16,0 0-2-16,-1-12 2 15,3 12 0-15,4 0 0 16,0 0 0-16,2 0-3 0,1 0 3 15,1 0 2 1,3 0 1-16,-1 0-5 0,3 0 6 16,-2 0-2-16,3 0-3 0,-1-1 2 15,3 0 0 1,-1-1-1-16,2 2-1 0,3 0 2 16,2-3 0-1,-1 3-2-15,5-1 1 0,0-2 0 0,3 1 2 16,-2 0-1-1,2-1 1-15,-2 1-1 0,-2 0 0 16,1 1-1 0,-1 0 0-16,0 1 0 0,-2-1 0 0,2-1 0 15,0 2 0 1,0 0 0-16,2-2 0 16,0 0 0-16,0 1 1 15,-1-1-1-15,1 0 0 16,-1 0 0-16,-1-1 0 0,1 3 1 15,-1-3 0-15,0 2-1 0,-1-2 2 16,0 0 0-16,1 2 1 16,-3-1 0-16,3 1 2 15,-1-2-2 1,1 0 1-16,1 3-2 16,-2-1-1-16,1-2-1 15,-2 3 1-15,3-3-1 0,0 2 1 0,1-2-1 16,0 3 0-1,2-3 0-15,0 2 1 0,-1-1-1 0,2 1 1 32,2-2-2-32,-4 1 1 15,5 0 1-15,-4 0-1 0,1 1 0 0,4-3 0 16,-4 2 0 0,3-2 0-16,-1 3 0 0,3-1 0 0,-1-1 0 31,0 1 0-31,4 0 0 15,-4 1 1-15,2-1-2 0,0-1 2 0,0 3-1 0,0-1 0 32,-3-1 0-32,1 1 0 15,-2 1 0-15,1-3 0 16,-4 3 0-16,1 0 0 16,1-1 1-16,-3 1-1 0,0 0 0 15,0 0 0-15,1 0 1 16,0 0-1-16,-2 0 0 15,-1 0 0-15,1 0-1 16,-1 0 2-16,1 0-1 0,0 0 0 16,0 0 0-16,0 0 0 15,3 0 0-15,-2 0 1 16,1-2-2-16,4 1 1 16,-3-2 0-16,3 2 0 0,-1-1 0 15,3 1 1 1,-1 0-1-16,0-1-1 0,2 0 2 15,-2 2-1-15,2-1 0 16,0 0 0-16,0-1 0 0,-2 2 0 16,1-1 0-16,2-1 0 15,-3 2 0-15,2-2 0 16,-1 0 0 0,3 2 0-16,1-1 0 0,1-1 1 15,1 0-1-15,0 1 0 0,-1-1 2 16,-1 0-2-1,-1 0 0-15,-1 0 0 0,-3-1 1 16,1 0-2 0,-2 2 2-16,-1-2-1 0,1 0 0 0,-1 0 0 15,-1-1 0 1,-2 1 0-16,0 2 1 16,-2-1-1-16,-1-2 1 15,-1 1-1-15,-2 1 1 16,1-1 0-16,0 0-2 0,-1 1 2 15,-1 1 5-15,2-1 4 16,-1 1-1-16,-1 1-5 16,0 0 0-16,-2 0 3 15,-1 0-2-15,-3 0-1 16,0 0 1-16,-3 0-2 0,-1 0 2 16,-3 0-1-16,-1 0 1 15,0 0-4-15,-6 1 0 16,0 1-1-16,-2-1-1 15,1 1-1-15,-3-2-6 0,0 4-11 16,0-4-11-16,0 0-25 16,0 0-112-16</inkml:trace>
  <inkml:trace contextRef="#ctx0" brushRef="#br0" timeOffset="-56029.9">19388 9848 15 0,'3'0'223'0,"0"0"-208"0,1 0-6 0,-1 0-2 0,0 0 6 16,-1-2-3-16,0 1-4 31,1 1 0-31,-1 0-3 15,0 0-3-15,0 0 0 0,-1 0-3 16,-1 1-26-16,1 3-57 16,-1-1-20-16</inkml:trace>
  <inkml:trace contextRef="#ctx0" brushRef="#br0" timeOffset="-55792.93">19427 9998 254 0,'0'0'12'15,"0"0"17"-15,0 0-6 16,0 0-10-16,0 0-9 16,0 0-1-16,0 0-2 0,0 0 0 15,14 10-2-15,-14-10-8 16,0 0-8-16,1 2 7 15,1-2-17-15,2 0-58 16,2 0-60-16</inkml:trace>
  <inkml:trace contextRef="#ctx0" brushRef="#br0" timeOffset="-55566.88">19613 9932 161 0,'0'0'111'0,"0"0"-86"16,0 0-15-16,0 0 3 15,0 0 2 1,0 0-6-16,40-1-7 16,-30 1-2-16,0 0 0 0,-1 0 0 0,3 2-5 15,-1 2-18-15,-1-2-26 16,2-1-94-1</inkml:trace>
  <inkml:trace contextRef="#ctx0" brushRef="#br0" timeOffset="-47823.21">15389 11198 89 0,'0'0'44'0,"0"0"-14"0,0 0 13 0,2 0-5 0,-2-1-11 16,2 0-7-16,-2-1-8 16,0 2-7-16,0 0-2 15,0 0 1-15,0 0-3 0,0 0-1 16,0 0 0-1,0 0-3-15,0 0 0 0,0 0 3 16,0 5 0-16,0 1 1 16,0 1 3-16,0 3-3 15,0-1-1-15,0 1 0 16,0 0 0-16,0 0 0 16,4 1-1-16,-1-1 3 0,5 0-2 15,-2-1 0-15,0 0 0 16,1-2 0-16,1-1 0 0,0 0 0 15,1-2 0 1,1-2 0-16,-3-1 0 0,4 0 1 16,-2-1-1-16,-1 0 0 15,2 0 2-15,-1 0-3 0,-1-5 1 16,-1-1 1 0,0-2-2-16,0 0-1 0,-3-1 0 15,-1 2-1-15,-1 0 3 16,0 2 0-1,0 2 0-15,-2 0 1 0,2 3 1 16,-2 0-1-16,2 0-4 16,-1 0 0-16,4 3 1 0,-1 4 1 15,1 3 1-15,3-3 0 0,1 2-1 16,2-2 1 0,0 0 0-16,4-3 0 0,-3-1 0 15,1-3-1 1,1 0 0-16,-1 0-1 15,1 0 7-15,-3-7 5 16,0-2-1-16,-2-2 0 16,-3 1 1-16,-1-4 8 0,-3 0-4 0,-2 0-7 15,0-1-2 1,0 2-2-16,-2 2-5 0,-6 1-7 16,1 5-7-16,-4 3-13 0,1 2-10 31,0 0-24-31,0 0-68 0</inkml:trace>
  <inkml:trace contextRef="#ctx0" brushRef="#br0" timeOffset="-47360.25">15842 11288 192 0,'0'0'22'0,"0"0"-22"0,0 0 1 0,37 1 0 32,-27-1-1-32,0-1 1 15,2-2-1-15,-2-1 0 16,2-1 1-16,-2 1 0 16,-2 1 6-16,1-1 9 0,-3 0-3 15,0 1-4-15,-4-1 1 16,-2 1-4-16,0-1-3 15,0 1-2-15,0 1 0 16,0-2-4-16,-4 1 3 16,-4 1 4-16,2 0-4 0,-3 1 2 15,-1 1 0-15,0 0 0 16,-1 0-1-16,2 5-2 16,-3 4 1-16,4 2 0 15,1 0-1-15,3 2 0 16,-1 1 1-16,5-1 0 15,0 0 2-15,0 0 0 0,3-2 3 16,4-1 2-16,4-1 2 16,4-4-2-16,4-1 3 0,6-2-6 15,4-2-2 1,3 0-1-16,2 0-43 16,-1-8-144-16</inkml:trace>
  <inkml:trace contextRef="#ctx0" brushRef="#br0" timeOffset="-46620.11">16579 11242 268 0,'0'0'21'0,"0"0"-18"0,0 0-10 0,0 0 8 16,0 0 2-16,0 0-2 15,0 0 2-15,0 0-5 0,0 0 0 31,0 0 2-31,0 0 0 16,0 0 0-16,0 0-4 16,3-4 2-16,-2 0 1 0,2-1 1 15,2 0 1-15,-1-1-1 16,1 2 3-16,3-2 2 16,4 2-1-16,-1 0 2 15,3 1 1-15,-1 0-4 16,3 3 2-16,-1 0-2 0,2 0-1 15,0 0 0-15,1 6-1 16,-3 2-1-16,-1 2-1 16,-1 0 0-16,-5 3 1 0,2-2-1 15,-7 2-5 1,0-3-10-16,0 0 0 16,-3-2 1-16,0-2-17 0,-3-2-9 15,-3-2 13-15,-3-2 16 16,2 0 5-16,-3 0 7 15,3 0 10-15,0-7 0 16,4-2 9-16,1 1 0 16,2-2-11-16,0-3-8 0,7 3-1 15,6-1 7-15,1 0-2 16,4 2-3-16,-1-1 1 16,1 3 4-16,0 1 14 15,-2 3 0-15,2 3-2 0,-3 0-6 0,0 0 1 16,0 0-6-16,-1 7-2 15,0 3 2 1,-2 0-4-16,1 3-1 0,-6-2-1 16,-1 2-1-1,-1 1-10-15,-2-2-19 0,-1-1-18 0,-2-4-55 16</inkml:trace>
  <inkml:trace contextRef="#ctx0" brushRef="#br0" timeOffset="-46197.93">17122 11234 216 0,'0'0'-8'0,"0"0"14"0,0 0-5 16,0 0 2-16,43 1-3 0,-31-1 6 15,0 0-5-15,0 0 0 0,-1 0 0 32,-2 0 4-32,0-4 11 15,-2-2-5-15,-3 1-1 16,-3-4-1-16,0 3-6 0,-1-1-3 16,0 0-6-16,-1 1 1 15,-4 1 6-15,-6 1-2 16,2 2-2-16,-2-1 12 15,2 3-6-15,-3 0 2 0,2 0 0 16,-1 4 3-16,3 4-2 16,2 1 0-16,1 0-4 15,3 2 2-15,2 2 0 16,0-3-1-16,0 1 5 16,5-2-3-16,5 1-2 0,2-1-1 15,3-2-1-15,2 1 3 16,4-4-19-16,0-1-40 0,3-3-125 15</inkml:trace>
  <inkml:trace contextRef="#ctx0" brushRef="#br0" timeOffset="-45841.17">17544 11208 276 0,'0'0'9'0,"0"0"-4"0,0 0-2 0,0 0-12 16,0 0 3-1,0 0 0-15,0 0 1 16,0 0 7-16,-44-22-4 16,31 22 10-16,-1 0-2 0,2 0 2 15,-1 1-2-15,2 4 0 0,3 2-2 0,-1 2-2 31,3 1 0-31,1-3 1 16,5 3-2-16,0-1 2 16,0-1 2-16,7 1 1 15,3-2 3-15,4-1-5 0,4-2 0 16,1-1-2-16,4 1-3 16,2-3-31-16,-2-1-41 15,2 0-117-15</inkml:trace>
  <inkml:trace contextRef="#ctx0" brushRef="#br0" timeOffset="-45567.97">17798 11185 245 0,'0'0'22'0,"0"0"-5"15,0 0-9-15,0 0-8 0,0 0 2 16,0 0-4-1,-38-16 3-15,32 16-2 16,0 0-2-16,-2 0 0 0,3 0 1 0,-3 2 1 16,3 2 1-16,-4-1 0 15,4 0 0 1,1 1 0-16,-1-2 0 0,2-1 0 16,2 2 0-16,1-1-2 0,0-1-21 15,0 2-43-15,0-3-9 16,0 1-17-1</inkml:trace>
  <inkml:trace contextRef="#ctx0" brushRef="#br0" timeOffset="-45052.97">17875 11167 205 0,'0'0'14'0,"0"0"-7"0,0 0-8 0,0 0 2 16,0 0-4-16,-50-3 11 0,32 3-5 15,2 0 1 1,-2 3 1-16,2 3 8 0,2 1-1 16,4 1-3-16,2 2-4 15,5 0-2-15,3 3-2 16,0-4-2-16,0 2 6 0,9-4-3 16,2 0 1-16,3 0 3 15,3-1-3-15,2-3-1 16,0-2-1-16,2-1-16 15,0 0-43-15,-1-7-51 0</inkml:trace>
  <inkml:trace contextRef="#ctx0" brushRef="#br0" timeOffset="-44753.9">17927 10943 31 0,'0'0'8'0,"0"0"25"0,0 0-6 16,0 49 2-1,0-33 0-15,0 5 0 0,0 1-3 16,0 0-10-16,1 1 6 0,3-3-8 15,3 1-3-15,0 0-5 32,1 0-3-32,3-2-1 0,-1-2-4 15,1-4-61-15,1-3-132 0</inkml:trace>
  <inkml:trace contextRef="#ctx0" brushRef="#br0" timeOffset="-44241.83">18720 10996 100 0,'0'0'154'0,"0"0"-129"0,0 0-19 0,0 0-7 15,0 0 2 1,0 0 3-16,3 39-1 15,-1-26-1-15,-1 3 1 0,1-1-2 0,0 2-1 16,0-1 1 0,-1 1-1-16,3-2 0 0,-4 1 0 15,0-2-7 1,0-1-41-16,0-3-61 16</inkml:trace>
  <inkml:trace contextRef="#ctx0" brushRef="#br0" timeOffset="-43614.87">18573 11133 27 0,'0'0'42'16,"0"0"-25"-16,38 0 11 15,-22 1-1-15,2-1-3 16,1 2-10-16,4-2-3 0,0 0 0 16,4 0-7-16,-1 0 0 15,-1 0 3-15,1 0 15 16,-1 0-8-16,-2 0-2 0,-4 0-6 15,-2-3-2-15,-3 0-3 16,-1 3 0 0,-5-1-1-16,-4-2 0 0,-2 3 1 0,-1 0-1 15,-1 0 1 1,0 0 5-16,0 0-5 16,-7 0 4-16,0 6 0 15,-4-1-2-15,2 5 0 0,1 0-2 0,1 0 0 16,4 2-1-16,3 0-1 15,0 1 0-15,4-2-1 16,8-1 5 0,2 0-3-16,4-3-3 15,2-1 10-15,0-2-4 0,4-1-3 16,-3-3 1-16,0 0 0 16,-3 0 0-16,-1-3 0 15,-4-7 2-15,-4-1 1 0,0-2 6 0,-7-4-4 31,-2 1-3-31,0-1-1 16,-7 0-7-16,-2 2 3 16,-8 2 2-16,-1 2 3 0,-3 4-5 15,-1 1-8-15,-6 5-7 16,3 1-19-16,4 0-62 16</inkml:trace>
  <inkml:trace contextRef="#ctx0" brushRef="#br0" timeOffset="-42547.32">19608 10907 290 0,'0'0'5'0,"0"0"-3"0,38-16-1 0,-18 12-1 16,2 0 1-16,-3 1-1 15,5 3 2-15,-5 0 0 16,3 0-1-16,-4 3 1 15,-1 5-1-15,-1 1 0 0,-7 5-1 0,0 1-2 16,-2 4-3-16,-3 4 5 16,-4 3-2-16,0 0 0 15,0 2-1 1,-6 0 0-16,0-1 7 0,0 0 2 0,1-3-4 31,3 2-1-31,2-5-1 0,0 0 1 16,0-2-1-16,1-5 1 0,6 3 0 15,1-7-1-15,3-2-1 16,0-2 0-16,-1-2 7 0,3-3-4 31,-1-1 2-31,1 0 0 0,-1-3 5 16,-1-6-4-16,1-4-3 0,-5-1-1 0,-3-3 1 16,-2-2-1-16,-2 0-1 15,0 0-3 1,-6-1-3-1,-5 3-3-15,-3 0 5 16,-1 6-2-16,-2-1 2 0,1 2 5 16,-1 3-3-16,1 3 3 15,2 0-2-15,4 1 3 16,0 2 0-16,4 1-2 0,2 0 0 16,4 0-2-16,0 0-7 15,2 0-12-15,9 1 24 16,2 1-1-16,4-1-3 15,3 0-5-15,1-1-2 0,2 0 7 16,-1 0 0 0,2 0-12-16,-1 0 1 0,0 0 8 15,-1 0-3-15,-1 0 7 0,-2-4 0 16,-3 1 3 0,-2 0-3-16,-5-1 6 15,-1 1 7-15,-6-1-2 16,-2 1 4-16,0-1-3 0,0 3-7 0,-9 0 0 15,1-1-3 1,-2 2-1-16,1 0 3 16,1 0-3-16,-3 4 1 15,4 3-1-15,1 2 3 0,3-1 0 16,3 2 2 0,0-3 2-16,0 4-1 0,2-2-2 0,7-2-3 15,3 0 3-15,2 2 0 0,3-5-5 31,1 0-25-31,0-4-25 16,-1 0-71-16</inkml:trace>
  <inkml:trace contextRef="#ctx0" brushRef="#br0" timeOffset="-42402.12">20074 10916 317 0,'0'0'4'0,"0"0"-33"0,0 0-106 0,0 0 14 0</inkml:trace>
  <inkml:trace contextRef="#ctx0" brushRef="#br0" timeOffset="-41841.71">20254 11106 237 0,'0'0'8'0,"0"0"2"16,0 0 2-1,0 0 0-15,0 0 2 16,0 0 0-16,0 0 3 0,0 0-3 0,9-35-10 15,-4 35-2 1,6 0-4-16,-2 0 2 16,1 0 0-16,1 2-1 15,1 4 1-15,-1 1 0 0,-1 0-1 16,-1 0 1-16,-2 1-1 16,-1 0 0-16,-3-1-2 0,-1-4-6 15,-2 1 2 1,0-1-3-16,0-3-6 0,-5 0 12 15,-2 0 9-15,0 0-2 0,0-3 1 16,1-2-3-16,3-3 1 16,3 1-1-1,0-1-4-15,0-1 2 0,9 1 12 16,1-1-8 0,6-1-2-16,0 0 1 0,3 3-1 0,-2 1-1 15,2 2 1-15,0 3 0 16,0 1 1-16,-1 0 1 15,-1 0-2 1,-1 5 3-16,-2 3 1 16,-1 1 1-16,-5 0 0 15,-1 1-5-15,-4 1-1 16,-1-2 0-16,-1 2-5 0,-1-2-9 0,3 1-12 0,-3-3-19 31,6-1-70-31</inkml:trace>
  <inkml:trace contextRef="#ctx0" brushRef="#br0" timeOffset="-41350.79">20905 11036 252 0,'0'0'2'0,"0"0"11"0,0 0-5 15,-21-38-6-15,9 31 0 16,-3 1 5-16,0 1-4 16,-1 3 0-16,1 2 2 0,-1 0-3 15,0 2 0-15,1 7-2 16,4 3-2-16,4 2 1 16,1 0 0-16,3 1-3 15,3-1 3-15,0-3-1 0,5 3 7 16,4-4-2-16,2-1-2 15,2-3 2-15,1 0-4 16,2-3-3-16,-3-3 1 16,1 0-2-16,-1 0 2 15,-1-2 5-15,0-6 0 16,-5-3 1-16,1-4 1 0,-4-4-3 16,-2 0-2-16,-1-6-7 15,-1-2-10-15,0-4-4 0,-4-1 10 16,-3 0 6-16,-2-2 11 15,-3 2 6-15,2 3 0 16,-1 1 5 0,1 4 2-16,-1 3 1 0,1 4 0 0,5 6-3 15,-2 2 12 1,3 3-19-16,4 4-7 16,0 2-4-16,0 0-28 0,0 1-28 15,1 6-28-15</inkml:trace>
  <inkml:trace contextRef="#ctx0" brushRef="#br0" timeOffset="-40238.7">17679 12171 219 0,'0'0'15'0,"0"-4"-11"0,0 1-3 0,0 3 5 15,0-3 3-15,0 0-6 16,-4 2-2-16,-3-2-3 16,-1 2 10-16,-5 1-14 0,1 0 9 15,-2 0 2-15,1 0-2 16,-3 0 4-16,5 3-5 15,0 5-1-15,-1 1-1 0,6 1-1 16,-2 1 0 0,5 3 1-16,1 0-3 0,2-1-1 15,0 0-1-15,5 0 5 16,5-2 4-16,4 0-8 16,1-3 16-16,1-1-11 0,1-3-1 15,2-3-14-15,-2-1-3 16,0 0-2-16,-3 0 8 15,1-7 11-15,-4-3 6 16,-1-1-2-16,-1-5 1 16,-2-1-1-16,-4 0-2 0,-3-1 0 15,0-2 2 1,0 0 0-16,-7 0 6 16,-5 3 11-16,-1-2-14 0,-5 1 0 0,1 2 3 15,-2-1 3-15,-2 1-7 16,0 1-1-1,-1 2 1-15,-1 2-2 16,2 2 1-16,2 2-5 16,-3 3 0-16,6 1-3 0,0 3 3 0,3 0-9 15,2 0-14 1,2 3-26-16,2 3-55 0</inkml:trace>
  <inkml:trace contextRef="#ctx0" brushRef="#br0" timeOffset="-39676.18">17865 11997 141 0,'0'0'51'0,"0"0"-26"0,0 0-10 0,0 0-8 0,0 0-1 15,0 0-4-15,0 0-4 16,0 0-1-16,0 0 5 0,0 0-1 16,0 0 6-16,8 47 2 15,-8-32-2 1,0 3 0-16,0 1-5 0,0-1-1 16,0 4 0-16,0-4-1 0,0-1 0 15,0-1 0-15,0-3 0 16,4-3 0-16,2-2 1 15,-2-1-2-15,1-3 1 16,1-1 1-16,2-3-1 0,0 0 10 16,1 0 5-1,0 0 2-15,5 0-2 16,-1 0-4-16,3 0-2 16,3 0-2-16,-2 0-1 15,2-2-4-15,-1 2 0 0,-2 0-2 16,-1 0 0-16,-1 2-11 0,-6 2-29 15,-2-1-54-15</inkml:trace>
  <inkml:trace contextRef="#ctx0" brushRef="#br0" timeOffset="-39121.02">17411 12573 178 0,'0'0'38'0,"0"0"-11"0,0 0-11 0,0 0-11 0,0 0-5 31,0 0 0-31,0 0 0 0,0 0 0 0,0 0 0 0,52 0 2 32,-28 0 0-32,5 0 0 15,4 0-2-15,6 0 1 16,5 0-1-16,5 0 0 0,1-1 1 16,6-2-1-16,-1 0 6 15,1-1 10-15,2 2 1 16,-1-2-1-16,-3 1 4 15,-2 0-4-15,-6 0-8 16,-8 2-7-16,-7 1-1 16,-7 0-1-16,-11 0-15 0,-7 0-6 15,-6 5-16-15,-1 0-44 16,-14-1-41-16</inkml:trace>
  <inkml:trace contextRef="#ctx0" brushRef="#br0" timeOffset="-38417.92">17758 12846 102 0,'0'0'70'0,"0"0"-11"0,0 0-25 0,0 0-14 15,0 0-6 1,0 0-8-16,0 0-4 16,0 0-1-16,0 0-1 0,-41-3 0 0,30 3 0 31,-2 3 2-31,-1 5-2 0,1 0 1 16,-3 3-1-16,5 2 0 0,-2 1 0 0,5-3 0 31,3 3-1-31,2-1 0 0,3-3-2 15,0 3 0-15,0-3-3 0,0-2 7 16,6 1-1 0,3-2-1-16,1-2 2 0,1 0-2 15,0-2 2-15,2-2 2 16,-1-1-2 0,2 0 0-16,-2 0 0 15,-1-1 0-15,1-7-1 0,-3 0 7 16,-1-2-4-16,0-3-1 15,-1 1-1-15,-4-3 1 16,-2 1 0-16,-1-3 0 16,0 1 0-16,-2-1 2 15,-6-2-3-15,-3 0 3 0,-2 2 0 16,-5 0 2-16,-1 1 0 16,-2 1-2-16,-2 2-3 15,-3 2 6-15,-1 2-7 16,-1 2 3-16,0 4-12 15,3 0-4-15,2 3 0 0,4 0-9 16,5 0-40-16,8 3-93 16</inkml:trace>
  <inkml:trace contextRef="#ctx0" brushRef="#br0" timeOffset="-37542.32">18001 12762 145 0,'0'0'47'0,"0"0"0"0,0 0-20 0,0 0-9 0,0 0-8 16,0 0-5-1,0 0-3-15,0 0-1 16,0 0-1-16,0 0 0 0,0 0 0 0,0 0 0 16,-18 15 3-1,14-6-1-15,0 2 1 0,0 2 0 16,3 0 1-16,-1 3 0 0,-1-2 0 16,3-3-4-1,0 2 2 1,0-3 2-16,5 0-4 0,0-3 0 15,3 0 0-15,-3-3 5 0,5-2-4 16,0-1 0 0,-3-1 1-16,3 0-2 0,2 0 2 0,-1-1-3 15,1-5 4-15,-1-1-3 16,0 0 1 0,1 0 0-16,-2-1-1 0,-5 0 0 15,1 3-1-15,-2 0 2 0,-2 2 0 31,-2 1-1-31,0 0 0 16,0 2 0-16,0 0 0 0,1 0 0 0,-1 0-3 16,1 4-1-1,1 2 1-15,1 1 2 16,2 1-1-16,0 0 1 16,3-1-1-16,4 0-3 15,-2-3 1-15,2-1 7 16,3 0-2-16,-1-3 0 0,0 0-1 15,-1 0 3-15,1 0-1 16,-2-4 2-16,-2-2 0 16,-1-3 9-16,-4 0 2 0,0-3 9 15,0-1-15-15,-5-1 0 16,0-3-3-16,0 1-3 16,0 0-4-16,-4 2-1 15,-2 2 4-15,0 2-2 0,1 4-1 16,-1 3-10-16,-1 3-14 15,1 0-26-15,-2 0 2 16,0 3-93-16</inkml:trace>
  <inkml:trace contextRef="#ctx0" brushRef="#br0" timeOffset="-36869.97">18423 12864 137 0,'0'0'59'0,"0"0"-30"0,0 0-3 0,0 0-12 16,0 0-3-16,0 0-9 0,0 0-2 31,0 0-1-31,0 0 1 0,0 0 0 15,0 0 0-15,0 0 0 16,0 0 0-16,10 33 1 16,-8-26-1-16,-2 3 0 15,0-1 1-15,0 2-2 0,0-1 1 16,0 0 0-16,0 0 1 16,2 1-1-16,-2-1 1 15,1 1 0-15,-1-1 0 16,3 0 1-16,-1 1 2 0,0-3 0 15,1 0 2-15,-1 1-2 16,0-4-1 0,-1 0-3-16,1-1 1 0,-2-2 0 15,0-1-10-15,0-1-23 16,0 0-97-16</inkml:trace>
  <inkml:trace contextRef="#ctx0" brushRef="#br0" timeOffset="-36324.26">18878 12593 266 0,'0'0'18'0,"0"0"-10"0,0 0-5 0,0 0-1 31,0 0 2-31,0 0-3 16,0 0-4-16,37 34-1 0,-37-21 1 15,0 1 2-15,0 2-16 16,-2-4-42-16,-6 0-71 15</inkml:trace>
  <inkml:trace contextRef="#ctx0" brushRef="#br0" timeOffset="-35627.16">19566 12239 67 0,'0'0'7'0,"0"0"31"0,0 0 4 0,0 0 6 16,0 0-16-16,0 0-2 0,0 0-25 15,0 0 0-15,0 0-1 16,-40-38-2-16,27 38-1 16,0 0 2-16,1 0 3 0,-2 4-3 0,2 5-2 31,2 2-1-31,0 3-1 0,4-1 1 0,2 1-1 16,4-1-2-1,0-2-2-15,2-1 6 0,7-3-2 16,5 0 7-16,0-2-3 0,3-4-1 31,3-1 0-31,-4 0-1 0,3 0 0 16,-1-8 3-16,-2-1-2 15,-1-1 1-15,-3-4 4 0,-3 0-3 0,-3-3-1 32,-3 1-1-32,-3-4 1 0,0 2 4 15,0 1 5 1,-8-2-1-16,-2 4-8 15,-4 0 18-15,-2 3-20 0,-2 3 0 16,0 1-2-16,-3 5-15 16,1 0-11-16,2 3-3 15,-2 0-10-15,7 0-49 0,3 0-69 16</inkml:trace>
  <inkml:trace contextRef="#ctx0" brushRef="#br0" timeOffset="-35179.14">19759 12077 279 0,'0'0'12'0,"0"0"-4"0,0 0-6 0,0 0 1 0,0 0-1 16,0 0-4-16,0 0 2 15,0 0 0-15,15 39 0 16,-14-25-1-16,-1 2 3 0,0 2-1 16,0-2-1-1,1-2 0-15,1 3 0 0,2-3 0 16,0-2 0-1,1-2-1-15,2-3 1 0,2-2 0 16,1 0 0-16,1-3 3 0,2-2 0 16,3 0 5-1,0 0-1-15,1 0-1 16,1-4 0-16,0 0 5 16,2-2 1-16,0 1-7 0,-1 0-3 0,2 2-1 15,-5 3-1 1,0 0-9-16,-5 0-27 0,-3 0-32 0,-6 2-125 31</inkml:trace>
  <inkml:trace contextRef="#ctx0" brushRef="#br0" timeOffset="-34807.97">19488 12523 106 0,'0'0'179'0,"0"0"-179"0,0 0-6 0,0 0 7 0,0 0 3 15,37 3 4-15,-14-3-3 16,4-3-3-16,5 1 1 16,5-1 3-16,5 0 1 15,3 0-1-15,4 0 0 16,3-1-3-16,2 0 0 0,0-1-4 16,-2 1 2-16,-4 0-1 15,-4 1-2 1,-5 0-8-16,-6 3-9 0,-11-2-25 0,-6 1-89 15</inkml:trace>
  <inkml:trace contextRef="#ctx0" brushRef="#br0" timeOffset="-34181.99">19646 12850 226 0,'0'0'30'16,"0"0"-12"-16,0 0-9 16,0 0-7-16,0 0 1 0,0 0-7 15,0 0-1-15,0 0 9 16,0 0 5-16,-45-3-4 16,34 7-3-16,-2 5 0 15,-1 2-4-15,3 4 0 16,1-1-11-16,2 0-1 0,3 0 8 0,5-2-4 15,0-1 6-15,2-3 1 16,9-2-3-16,0 0 15 0,2-2-9 16,3-3 2-16,-1-1-10 15,2 0-7-15,-3 0-14 16,2-4 24-16,-3-3 6 16,-3 0 8-16,-1-4 15 15,1-1 5-15,-3-2-7 0,-2-3-5 16,-1 0 1-16,-2-4 7 15,-2-1-8 1,0 0 0-16,-2 0-7 0,-8 0-2 16,-4 3 6-16,-1 3-1 0,0 3-3 15,-2 2-3-15,-4 4-4 16,1 3-1-16,1 4-9 16,1 0-6-16,4 0-14 31,2 6-8-31,6 2-22 15,2 2-39-15,4-3-77 0</inkml:trace>
  <inkml:trace contextRef="#ctx0" brushRef="#br0" timeOffset="-33499.06">19847 12744 214 0,'0'0'51'0,"0"0"-41"0,0 0 4 0,0 0-12 15,0 0-2-15,0 0-2 16,0 0 1-16,0 0-1 15,0 0 2-15,0 36 0 0,0-22-1 16,0 1 2-16,0-2-2 16,0 1-1-1,5-3 1-15,0-1 0 16,3-1-3-16,-2-4-5 0,4 0-10 0,1-3 1 16,-2-2 6-16,3 0 15 15,-1 0-1 1,1-2-2-16,2-7 1 0,-5 1 2 15,1-1 0 1,-1-2 1-16,-3-1 0 0,0 1-1 0,-4 4 4 16,-1-2 9-16,-1 5 0 15,0 0-6-15,0 2 0 16,0 1-2-16,-1 1-15 0,-3 0 10 31,0 1-11-31,1 6-6 0,0-1-1 16,2 1 1-16,1-1 9 0,0 1 1 15,0 0 4 1,1-1-5-16,6-2 0 0,3 2 9 0,3-5-1 31,1 2-1-31,3-3 5 16,-1 0 6-16,2 0-2 0,-3 0 5 16,-1 0 0-16,-1-6 3 0,-3 1 8 15,-3-1-6-15,1 0 13 0,-5-2-18 31,0-1-7-31,-2 1-4 0,-1-2-10 16,0-2 1-16,-1 1-7 16,-5 1-9-16,-2 1-30 15,-1 0 6-15,-1 2-36 16,0 1-135-16</inkml:trace>
  <inkml:trace contextRef="#ctx0" brushRef="#br0" timeOffset="-32942.99">20279 12816 198 0,'0'0'18'0,"0"0"-3"0,0 0-6 16,38-4-6-16,-23 4 4 16,-1 0-1-16,-5 0 4 15,3 0 4-15,-1 0-3 16,-3 4-5-16,-3 0-4 0,0 2 1 15,-1 1-6-15,-2 0 1 16,-2 3-3 0,0-1-6-16,-6 1-3 0,-2 1-14 15,-3 0-11-15,-5-1 23 0,3-1 4 16,-1-2 17-16,2-2 0 16,2 1 2-16,0-2 3 15,5-4-1 1,2 2 0-16,1-2 3 0,2 1 9 0,0-1-4 15,0 2-5 1,7 0 7-16,3 0 4 0,2-1-8 16,2 2 4-1,2-2-2-15,3 1 13 0,-1 0-6 16,-1 0-5-16,0 0-8 16,1-1-5-16,-1-1-6 15,-3 3-4-15,-1-3-24 0,-3 0-42 16,-2-1-69-1</inkml:trace>
  <inkml:trace contextRef="#ctx0" brushRef="#br0" timeOffset="-31726.95">21188 12174 254 0,'0'-4'18'0,"1"-1"-6"0,0 4 2 16,0-2-2-16,-1 2-1 0,1 1-1 31,-1 0-1-31,0 0-8 15,1 4-1-15,0 9 14 0,1 4-5 0,1 4-6 16,1 3-2-16,1 4 0 0,0 1-1 31,0-2-1-31,-1 0-2 0,2 0-20 0,-4-4-4 32,0-5-31-32,-2-4-77 0</inkml:trace>
  <inkml:trace contextRef="#ctx0" brushRef="#br0" timeOffset="-31171.66">21048 12303 251 0,'0'0'10'15,"0"0"-5"-15,0 0 9 16,0 0 0-16,0 0-5 16,0 0-1-16,47-5-2 15,-29 5-3-15,3 0-2 0,1 0-1 16,3 0 0-16,1 2-1 16,1 0-9-16,-1-1-9 15,0 1-19-15,1-2-3 0,-2 0 8 16,-2 0 0-16,-3 0 12 15,-2 0 12-15,-4 0 8 16,-4 0 5 0,-5 0-3-16,-4 0 9 0,-1 0 39 15,0 0-14-15,-6 0-15 0,-5 1-15 16,4 5-3-16,-4 1 4 16,3 1-2-16,2 2-2 15,1 0 0-15,5 3 0 16,0-2 0-16,6 1 3 0,8-2-8 15,1-2 0 1,5-1 11-16,2-3-12 0,2-1-7 16,1-3 7-1,-1 0 4-15,0 0 2 16,-2-7 3-16,-7-3 17 0,-2-1 3 16,-5-3-1-16,-2-2 10 0,-6 2-2 0,0-2-23 31,-11 1-3-31,-10 5-23 15,-5 4-4-15,-9 3-21 16,-4 3-22-16,-8 1-145 16</inkml:trace>
  <inkml:trace contextRef="#ctx0" brushRef="#br0" timeOffset="-28729.6">16164 13732 99 0,'0'-3'4'0,"2"3"9"0,-2-3 8 0,0 2 4 0,1-2 1 16,-1 0 2-16,1 2 3 15,0-1-7-15,-1 0-6 0,0 1-5 16,0 1-7-16,0 0-4 16,0 0-3-16,0 0-2 15,-2 0 7-15,-1 5-1 16,-3 3-3-16,1 4 2 16,-2 2-4-16,2 3 2 0,3 1 0 15,0 2-1-15,2 0 0 16,0 1 0-16,6-1 0 15,7-4-1-15,2 1-1 16,3-4 3-16,2-4 1 16,2-3-2-16,2-3 2 0,0-3 1 15,3 0-3 1,-2 0 2-16,0-7 1 0,-2-3-5 16,-1-2-8-16,-6 0 4 15,0-2 1-15,-2 1 4 16,-2-1 0-16,-1 1 2 0,-6 2-1 15,1 4 1 1,-3 2 1-16,-2 2 2 0,-1 3 5 0,0 0-14 16,0 4 4-16,0 4 2 15,0 3 3-15,1 2-3 16,3 0 0 0,3-2 1-16,2 2-2 15,2-3 1-15,7-3 0 0,1 0 1 0,2-3 2 16,2-2-5-1,2-2-5-15,2 0-7 0,0 0-8 0,-2-4 4 32,0-5 4-32,-4 1 4 15,-1-5-1-15,-7 3-1 0,-2-3 7 16,-2-1-19 0,-2-2-16-16,-1 2-55 0</inkml:trace>
  <inkml:trace contextRef="#ctx0" brushRef="#br0" timeOffset="-28509.66">16820 13753 81 0,'0'0'79'0,"0"0"-48"0,0 0 5 0,0 0-25 0,0 0-9 0,0 0 5 15,0 0 5-15,-10 43-2 16,10-25-5-16,0 5-1 16,0 1 1-16,0 2 2 0,0 2-3 15,2 1 0-15,0-1 0 16,0 2 0-16,-1-2-2 15,-1-1 0-15,0 0-2 16,0-3 1-16,0-2 0 0,0-2-1 16,-3-2-7-16,-1-6-15 15,-1-3-39-15,2-7-47 16</inkml:trace>
  <inkml:trace contextRef="#ctx0" brushRef="#br0" timeOffset="-28223.12">16793 13836 258 0,'0'0'4'0,"38"-9"-2"0,-19 9 4 15,0 0 3 1,-2 0-5-16,-1 3-3 15,-5 6 0-15,0-1-1 0,-6 2 0 16,-1 1-1 0,-4-2-2-16,0 2 3 0,-3-1 3 15,-7 0-4-15,-4 0 4 0,-5-4-1 16,1 2-11-16,1-4-3 16,0-2-82-1,5-2-33-15</inkml:trace>
  <inkml:trace contextRef="#ctx0" brushRef="#br0" timeOffset="-27861.85">17242 13821 265 0,'0'0'10'0,"0"0"-9"16,0 0 0-16,0 0 0 16,-52 0-13-16,30 0-4 0,-5 5-3 15,2 1 23-15,3 2 1 16,6-1 0-16,5 2 4 16,6-1-5-16,5 2-5 15,0-1 0-15,5-1-2 16,9-2 5-16,3-2 0 0,1-2-1 15,3-2-6-15,0 0-33 16,-4-2 6-16,2-5 7 16,-3-7 14-16,-3 2 3 15,-2-6 3-15,-2-2-3 0,-2-3-29 16,-3-1-15-16,-3-1 21 16</inkml:trace>
  <inkml:trace contextRef="#ctx0" brushRef="#br0" timeOffset="-27662.49">17231 13568 172 0,'0'0'10'16,"0"0"24"-16,0 0-6 15,0 0-19-15,0 0 7 0,-26 43-7 16,25-22-3-16,1 4-2 16,0 0-2-16,0 4-2 15,6-1 0-15,3 1 0 16,3-3-1-16,0 1 2 0,2-3 0 15,4-4-28-15,0-5-62 16,-1 0-72 0</inkml:trace>
  <inkml:trace contextRef="#ctx0" brushRef="#br0" timeOffset="-27231.34">17584 13827 286 0,'0'0'11'16,"0"0"-2"-16,0 0-6 16,0 0-2-1,0 0 2-15,0 0 1 16,-48-35 4-16,33 35-2 16,0 0-3-16,0 2-1 0,0 6-1 15,2 3-1-15,2 0 0 16,1 2 0-16,5 1-1 15,4-1-2-15,1 0 2 0,0-2 0 0,11-2 0 32,0-2 1-32,2-3-4 0,1-1 4 15,1-3 0-15,1 0 1 0,-2-3 2 16,0-7 0 0,-1 0-2-16,0-3 1 15,-6 2-1-15,-1 1-1 16,-1 2 2-16,-3 2-2 15,2 3 3-15,-2 3-1 0,-2 0-6 16,3 0-1-16,-2 7 3 16,3 1 1-16,0 3 2 15,1-1-1-15,0 1 1 16,3 0-5-16,1-1-16 0,-1-3-20 16,2-4-40-16,3-3-103 15</inkml:trace>
  <inkml:trace contextRef="#ctx0" brushRef="#br0" timeOffset="-26967.97">17838 13604 281 0,'0'0'11'0,"0"0"-13"0,0 0 0 0,0 0 3 16,0 44-1-16,0-24 0 16,-1 2 0-16,1 1 0 15,0 0 0-15,0 2-1 0,0-1 1 16,0-2-5 0,0 0-22-16,0-4-33 15,0-4-29-15</inkml:trace>
  <inkml:trace contextRef="#ctx0" brushRef="#br0" timeOffset="-26730.35">17760 13770 63 0,'0'0'4'15,"38"6"2"-15,-16-4 6 16,4 0-7-16,-3-2-3 16,1 2-16-16</inkml:trace>
  <inkml:trace contextRef="#ctx0" brushRef="#br0" timeOffset="-26266.47">18010 13796 174 0,'0'0'24'0,"0"0"-7"0,0 0 6 16,0 0-13 0,47-9-5-16,-34 4-2 0,1-1-1 15,0 0 1 1,-3-1-2-16,1 1 3 15,-4 0 4-15,-2 0-1 0,-4 0-3 0,-2 0 1 16,0 2-5 0,-2 1-15-16,-8 1-1 0,-4 2 5 15,1 0 10 1,-4 0 6-16,2 2-1 0,1 6 1 0,1 3-1 16,3 1 1-1,2 3 1-15,3-1 1 0,5 3-4 16,0-1 1-16,5-1-5 0,9-2 4 31,3-1 3-31,8-3-1 16,5-2-2-16,7-5 0 0,6-2-7 15,2 0-131-15</inkml:trace>
  <inkml:trace contextRef="#ctx0" brushRef="#br0" timeOffset="-25639.68">18950 13722 247 0,'0'0'8'0,"0"0"1"0,0 0-7 15,0 0-1-15,0 0-1 16,0 0 0-16,0 0 1 0,0 0 2 16,-19 46 2-1,19-34 1-15,2 1-2 16,2-3 0-16,3 1-1 0,2-2-3 15,1-2 0-15,1 0 1 0,2-4 0 16,0-2 5-16,3-1-5 16,-3 0 2-16,-2-4 0 15,-1-4-3 1,-1-1 2-16,1-2-1 0,-6-1 3 16,1 0-2-16,-2 0-1 0,-3 4 1 15,0 0-3 1,0 3-1-16,0 4 2 0,-7 1-2 15,3 0-1-15,3 2 4 0,-1 8-4 16,2 0 1 0,0 2-2-16,3 1 1 0,10-2-1 15,0-1 4-15,3-2 0 0,2-2 4 16,2-2-1-16,-1-4 0 16,2 0 1-1,-3 0 7-15,-3-7 1 16,0 0-1-16,-3-3 5 0,-3-3 4 15,-2-2-7 1,-4 0-9-16,-3 1-3 16,0-1-18-16,0 0-25 15,-4 4 1-15,-6 4-34 0,3 1-40 16</inkml:trace>
  <inkml:trace contextRef="#ctx0" brushRef="#br0" timeOffset="-24979.29">19421 13785 261 0,'0'0'7'0,"0"0"5"0,0 0 3 16,44 1-11-16,-35-1-1 15,1 0-2-15,-4-4 0 16,1-2 1-16,-3 2 1 15,3-2 3-15,-5-1 3 0,-2 0-1 16,0 1-4 0,0-2-3-16,-2 0-4 0,-9 3-4 15,2-1-9-15,0 3 0 0,-3 1 7 16,0 1 17 0,1 1-5-16,1 0-3 0,1 3 2 15,0 5-2 1,0 1-1-16,3 4 0 0,3 2-1 15,-1 0 1-15,4 2 1 0,0-1-3 16,1-1 0 0,7 1 5-16,4-3-2 0,0-2 3 15,2-4-1 1,4 0 2-16,2-2 0 0,-3-4-2 0,4-1 0 16,0 0-1-16,-2 0 2 15,3-4 2 1,-3-5 0-16,2-1 0 15,-2-3-1-15,0 1-3 16,-1-5 0-16,-5 1 1 16,1 0-3-16,-7 1-6 0,0 2 2 0,-4 2 4 0,-2 2 1 31,-1 2-2-31,0 4 2 16,0 1 3-16,0 2-3 15,0 0 2-15,-4 2-1 16,3 5-2-16,-4 5 1 0,3-1 0 15,1 2-2-15,1-2 1 16,0 4 0-16,8-3 1 16,4 1 2-16,1-2-1 15,3-1 2-15,0-3-2 0,4-2 0 16,1-4-7-16,-1-1-37 16,1 0-124-16</inkml:trace>
  <inkml:trace contextRef="#ctx0" brushRef="#br0" timeOffset="-24831.38">19819 13609 352 0,'0'0'-3'0,"0"0"-4"0,0 0-33 0,0 0-21 0,0 0-76 16</inkml:trace>
  <inkml:trace contextRef="#ctx0" brushRef="#br0" timeOffset="-24083.99">20193 13783 150 0,'0'0'9'0,"0"0"33"16,0 0-24-16,0 0-6 16,-8-40-15-16,-2 30 2 0,2 2 2 0,-5 1 7 15,-4 1-3-15,-2 2 1 0,-1 1-2 31,-3 3-3-31,0 0-1 16,4 0 1-16,-3 8-1 16,6 1-1-16,5 4 0 0,5 2-1 15,5-2-8-15,1 2 9 16,1-3-8-16,11 0 7 16,4-3 2-16,-1-1 2 15,4-5-2-15,0-2 2 16,1-1-2-16,1 0 1 0,-5-2 8 15,1-5 5-15,-3-4-1 16,-1 2-6-16,-2-2-5 16,-5 1 1-16,2 0-2 15,-5 3 1-15,-1 1-2 0,0 1 1 16,-1 2-2-16,-1 1 1 16,0 2 1-16,0 0 5 15,0 3-5-15,-2 6-2 16,-1 4 1-16,1 4-1 15,1 3 0-15,1 4 1 0,0 3-2 16,0 4 2 0,0 0 0-16,0 2 0 0,1-1 2 15,1 1-2-15,-2-2 1 16,0-1-1-16,0-3 0 0,0 0 0 16,-6-4 0-16,-1-5 0 15,1-3 0-15,-6-5-3 16,-2-6-3-16,1-4 7 15,-2 0 2-15,-2-1 5 16,1-10-3-16,3-3-3 0,1-1 0 16,4-2 2-1,5-5 4-15,3 2 2 16,0-1-3-16,4-4-5 0,10-1 1 0,4-2-6 16,5-2-14-16,2-2-20 15,3-3-80 1</inkml:trace>
  <inkml:trace contextRef="#ctx0" brushRef="#br0" timeOffset="-23461.05">20356 13464 157 0,'0'0'20'0,"0"0"6"16,0 0 11-16,0 0-22 0,0 0-2 15,0 0-11 1,0 0-2-16,0 0-1 16,0 0 1-16,0 0 0 0,0 0 2 0,-1 45 1 31,1-22 0-31,0 1-1 15,4 0 0-15,1 2-1 0,2-2 0 16,-1 1 0-16,-1-2 0 16,3 0 0-16,-3-2 1 15,4-2-2-15,-6-3 1 16,0-1-1-16,-1-5 0 0,1-2 1 16,-3-2 1-16,0-4 1 15,0 0 1-15,0-2 6 16,-6 0 5-16,1-3-4 0,-1-4-6 15,0-3-3-15,2 0 1 16,1-1-3-16,1 0 0 16,2-1-1-16,0 1-1 15,0 0 0-15,1 1 3 16,6 1 0-16,0-1-3 0,4 5 4 16,2 0-6-1,3 2 4-15,0 2 0 0,3 1-2 16,1 0 4-16,1 0-1 15,2 6 0-15,-1 4 1 16,-3 3 1-16,-1 0-1 0,-5 1-1 16,-4 2 1-16,-4-3-1 15,-3 0-2 1,-2-2-2-16,0-2-5 0,0-4-14 0,0-2-14 16,0-3-39-1,-2 0-36-15</inkml:trace>
  <inkml:trace contextRef="#ctx0" brushRef="#br0" timeOffset="-23080">20672 13395 81 0,'0'0'127'0,"0"0"-111"0,0 0 22 0,0 0-30 0,0 0-3 31,0 0-2-31,0 0 3 16,0 0 1-16,0 0 0 0,0 0 1 0,42-18-2 0,-37 31 2 31,0 5-1-31,-1 4-1 16,0 6-3-16,-1 3 0 15,-1 2-1-15,1 1-2 16,0 0 1-16,2-3 1 0,-2-1-2 16,2-2 1-16,0-2-2 15,0-3 1-15,2-3 0 16,-2-2 1-16,0-4-2 16,2-1-3-16,0-3-18 0,2-4-15 15,0-2-57-15,-2-4-7 16</inkml:trace>
  <inkml:trace contextRef="#ctx0" brushRef="#br0" timeOffset="-22656.29">20902 13766 145 0,'0'0'42'0,"0"0"22"16,0 0-35-16,0 0-10 16,0 0-7-16,0 0-7 15,0 0-3-15,39-33-1 0,-33 29 0 16,0-1 9-16,-2-1-1 15,-1 0 1 1,2-1-5-16,-5 2 0 0,0 0-4 16,0 1-2-16,0 1-4 0,-2 0-2 15,-4 3-7-15,-2 0 8 16,1 2 11 0,3 6-5-16,-1-1-2 15,2 4-1-15,3-2 0 0,0 1 1 0,0 1 1 16,3-4 3-16,4 1 0 15,0-1 4 1,5-2 0-16,-2 1 1 16,-3-2-3-16,2-1-2 0,-2 1-1 0,-1 1 0 15,-3-1-1 1,0 0 1-16,-2 2-1 16,-1-1-1-16,0 2 1 0,0-3 2 15,-4 0-1 1,-1-1 0-16,-3-2-1 15,-2 1-2-15,-1-1-3 0,-1-1-14 0,-2 0-21 0,2-6-65 16</inkml:trace>
  <inkml:trace contextRef="#ctx0" brushRef="#br0" timeOffset="-22225.07">20778 13576 113 0,'0'0'27'0,"0"0"6"0,0 0-19 0,0 0-3 16,0 0-8-16,39-13 0 16,-30 10 3-16,3 0 0 0,0 3 5 15,2-4 2 1,0 3 2-16,2-3 0 0,-1 2-3 16,3-2-4-16,-2 1 1 15,3-1-1-15,-1 1 0 16,1 0 0-16,-1 0 1 0,-1 0-2 15,-3-1 0 1,-4 1 0-16,-1 2 3 0,0-2 1 16,-4 0-4-16,1 3-2 15,-1 0-2-15,-1 0-2 16,0 0-2-16,1 0-14 16,-4 0-29-16,0 0-70 15</inkml:trace>
  <inkml:trace contextRef="#ctx0" brushRef="#br0" timeOffset="6719.38">3346 11772 24 0,'0'0'4'0,"0"-3"3"0,0 2-1 0,0-1-1 16,0 2-3-16,0-1-1 0,-2 0-3 15,-2 1 3 1,1 0 2-16,-2-2 0 0,3 2 13 16,0 0 6-16,0 0-7 0,0-1-9 15,2 1 0 1,0-2 0-16,-2 2 6 0,2-1-1 0,0 0 0 16,-1-1 1-16,1 2 1 15,0 0 1-15,0-1-4 16,0 1-4-1,0 0 1-15,-1-1 3 0,0 1 8 0,1 0-2 32,0-1-4-32,0 1 1 15,-2 0 0-15,2 0-1 0,0 0-4 16,-2 0 0-16,2-1-3 16,0 1-3-16,0 0-2 15,0 0-1-15,0 0 0 16,0 0-1-16,0 0 0 15,0 0 1-15,0 0 1 0,0 3 0 16,0 0 0-16,0-1 0 16,0 1 0-16,0 2 0 15,0 0 0-15,0 1 0 16,2-1 0-16,-2 2 0 0,2 1 1 16,-2-1-1-16,1-1 0 15,0 1 1-15,2-2-1 16,-3 1 1-16,0-2-1 15,0 3 1-15,2-4 0 16,-2 1-1-16,0-1 1 0,0 1-1 16,0-1 1-1,0-1 0-15,0-1 0 16,0 1 1-16,0 0 2 0,0-2 2 16,0 0 2-16,0 0 0 15,0 0 5-15,0 0-3 16,0 0-5-16,0 0-4 0,0 0-1 15,0 1-1-15,0 0-10 16,0-1-23-16,2 0-53 16</inkml:trace>
  <inkml:trace contextRef="#ctx0" brushRef="#br0" timeOffset="9216.24">2382 8493 36 0,'0'0'9'0,"-2"0"6"0,2 0-11 16,0 0-2-1,0 0-2-15,0 0 3 0,0-1 6 0,0-1-2 16,0 1 7 0,0 0 7-16,0 0 9 0,0 1 5 15,0-2-5 1,0 1-6-16,0 1-11 15,0 0 1-15,0 0-4 16,0 0-4-16,0 0 1 0,0 0 1 0,0 0-3 16,0 0-3-16,0 0 1 15,0 0 1-15,0 0 1 16,0-1-1 0,0 1 0-16,0 0-3 0,0 0 0 15,0 0-1 1,0 0 0-16,0 0 1 0,0 5 2 15,0 1-3-15,0 0 2 0,0 1-1 0,0 0-1 32,0 1 1-32,0 1 1 15,0-1-1-15,0 1 0 16,2 0 1-16,-2-1 2 16,0 1 0-16,0-2-1 0,2-2 0 15,-2 1-1-15,0 0 1 16,0-3-1-16,0 0 0 15,0-1-1-15,0 2 1 16,1-2-1-16,-1-2-37 0,0-2-115 16</inkml:trace>
  <inkml:trace contextRef="#ctx0" brushRef="#br0" timeOffset="10837.27">5297 8595 25 0,'0'0'60'0,"0"0"-44"0,0 0-5 0,0 0 0 15,0 0 8 1,0 0 9-16,0-2-11 0,0 1-5 0,0-2 0 16,0 3 0-16,0-3 0 15,0 2-5 1,0-2 0-16,0 0-3 16,0-1-3-16,0 1 4 15,0 0-2-15,0-1 0 16,2 3-3-16,3-5 2 0,-1 4 0 15,1 0 0-15,-1-1-1 0,3 1 1 16,-3 0-1-16,-1 2 1 0,1 0-1 31,1 0 0-31,-2 0 1 16,1 0-1-16,0 0-1 0,-2 0 0 16,0 0 0-16,1 2 0 15,-1 1 1-15,0 2-2 16,-2 0-1-16,2 1 3 15,-2-2 0-15,0 5 0 16,0-2-1-16,0 1 0 0,-2 0 2 16,-2-1-2-16,1 1 1 15,-1-1-1-15,2 0 0 16,-4 0 0-16,3 0 0 16,-2 0-1-16,3-1 1 15,-2 1-2-15,1-4 2 0,3 2 0 16,-2-1 1-16,0-3-1 15,2 1 0-15,0-1 1 16,0-1-1-16,-2 1 0 16,2 1 0-16,0-1 1 15,0-1-1-15,0 0 0 0,0 0 0 16,0 0 2-16,0 0-2 16,0 0 0-16,0 0 0 15,0 2 0-15,0-2 0 16,0 1 0-16,0 2 0 15,0-3-2-15,0 1 1 0,0 0 0 16,0 0 0-16,0-1 1 16,0 0-2-16,0 0 0 0,0 0 0 15,0 0 6 1,4 0-5-16,0 0 5 16,-1 0-3-16,3 0 0 0,0 0 1 0,0 0-2 15,1 0 0-15,1 0 0 16,-1 0 0-1,2-2 1-15,-2 1 0 0,-1-2-1 16,1 2 0 0,2-1 0-16,-2 2 1 0,1-3-1 0,-3 2 1 15,4 0-1-15,-4-1 1 16,1 2 1-16,-4-1 0 16,1 1-1-1,-1 0 2-15,-2 0 0 16,2 0 0-16,-2 0 0 0,0 0-3 0,0 0-4 15,0 0-20 1,-2 0-78-16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37:54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5849 3053 46 0,'0'0'25'0,"0"0"-15"0,0 0-8 0,0 0-2 16,0 0-2-16,0 0-1 0,0 0-2 15,0 0 9-15,0 0-5 16,0 0 2-16,0 0 0 15,0 0 0-15,0 0-1 16,0 0 2-16,5 17-1 0,-3-14 0 16,0-1 1-16,-2 0 1 15,2 1-1-15,-2 0 3 16,2 3-1-16,1-1-3 16,-3 1 2-16,2 1 1 15,3 0-3-15,-1 0 0 16,-1-1 0-16,3 0 1 0,0-2-1 15,2-1-2-15,-2-2 5 16,-1-1 0-16,3 0-2 16,0 0 0-16,-2-4 1 15,5-3 0-15,0-2 1 16,1 1-2-16,3-5 1 0,1 0-1 16,1-1 2-16,0-3 1 15,5-2-1-15,0-2 4 16,2 0 2-16,3-5 1 15,5 2 4-15,1-4-3 16,0 2 1-16,1 1-2 0,-2 2-3 16,-1 0-2-16,-4 5-2 15,-2 3-2-15,-1 1-1 16,-1 7-1-16,-2 1 0 16,4 5-2-16,-2-2-16 15,-6-4-93-15</inkml:trace>
  <inkml:trace contextRef="#ctx0" brushRef="#br0" timeOffset="1882.52">1285 9174 67 0,'0'-4'3'0,"0"3"2"0,0-1 17 0,0 2-16 0,0 0-2 16,0 0-4-16,0 7 0 15,0 2-5-15,0 2-33 16</inkml:trace>
  <inkml:trace contextRef="#ctx0" brushRef="#br0" timeOffset="6110.31">5988 4659 24 0,'0'-2'28'0,"0"1"-3"0,0 0-13 0,0 1-4 16,0 0-4-16,0 0-2 16,0 0-2-16,0 0-1 0,0 0 1 15,0 0-1-15,0 0 0 16,0 0-2-16,1 0 3 16,0 2 0-16,0 2-1 15,1-1 1-15,0 1 1 16,0 0-2-16,0 1 2 15,0-1-1-15,3 0 2 0,-1 0-2 16,0-1 0-16,1 1 1 16,2-2-1-16,-2-2 2 15,3 0-1-15,2 0 4 16,0-9 1-16,6-1 4 16,2-7-1-16,3-3-2 0,7-4 0 15,4-5-2-15,4-3 1 16,5-5 1-16,5-1-1 15,0 0-1-15,0-1 1 16,2-2-1-16,0 4-1 0,0-1-2 16,-3 4 1-16,-3 4-1 15,0 4-1-15,-7 9-1 16,-6 9 0-16,-12 6-22 16,-14 2-68-16</inkml:trace>
  <inkml:trace contextRef="#ctx0" brushRef="#br0" timeOffset="6992.67">4551 6307 77 0,'0'0'4'0,"-2"0"1"0,2 0-2 0,0 1-4 0,0 2 1 16,0 0 0-16,0 0 0 15,0 1 0-15,0 3 0 16,0-1 0-16,0 2 0 15,0-2 1-15,0 0-1 16,4-3 1-16,2-1 3 0,6-2 1 16,1-9 5-16,12-10 10 15,6-12 3-15,14-9-5 16,11-10-12-16,8-8 0 16,11-9-6-16,0-8-11 15</inkml:trace>
  <inkml:trace contextRef="#ctx0" brushRef="#br0" timeOffset="7820.23">7982 5949 44 0,'0'0'2'0,"0"0"0"0,0 0 0 16,0 0 1-16,0 0 2 0,0 0 0 16,0 0 3-16,0 0 2 15,0 0 3-15,0 0 3 16,40-10 9-16,-22-9 7 15,10-6-13-15,10-9-9 16,10-7-1-16,4-9-6 16,1-5-3-16,0-5-83 0</inkml:trace>
  <inkml:trace contextRef="#ctx0" brushRef="#br0" timeOffset="9605.07">5585 6715 110 0,'0'0'12'0,"0"0"0"0,0 0 3 15,0 0-3-15,0 0-8 16,0 0-2-16,0 0-1 0,0 0-1 15,0 0 5-15,-42-15-1 16,34 14 1-16,1 1-5 16,0 0 1-16,2 0-1 15,-4 0 2-15,3 0-2 16,-4 0 0-16,0 0 1 16,1 1-1-16,-5 2 1 0,3 3-1 15,-2 0 0-15,-1 2 0 16,-1 0 1-16,1 4-1 15,-1-1 0-15,-1 1 1 16,0 0 0-16,2 3-2 16,2-2 3-16,0-1-3 0,3 5 2 15,-2-1-1-15,2 0 1 16,0 1-1-16,0-2 0 16,1 1-1-16,0-2 1 15,-1 0-1-15,3 0 1 16,-2-1 0-16,2 1 0 0,0 3-1 15,-1-1 1-15,3 2 0 16,-2 1 0-16,3-2 1 16,-2 0-1-16,3-1 0 15,2-2 0-15,0 1-2 16,0-5-1-16,5 3-3 16,1-3 0-16,3 2 4 0,-2-1 1 15,2 0 1-15,-4-1-2 16,1 2 1-16,-1-1 0 15,1 0 0-15,0-1 1 16,4 0 0-16,-1 0 0 0,0-1 0 16,4-1 0-16,0-1 0 15,1-1 0-15,-1-2 0 16,3 2-3-16,-1-2 6 16,4-1-3-16,-2 0 2 15,0 0-2-15,2 1 3 16,-1-2-2-16,5 1 0 0,-2 1-1 15,2 0 1-15,2-1 0 16,0 1-1-16,0-3 1 16,2 1 0-16,0-2 1 15,0 2 0-15,-2-2 0 16,2 0-1-16,-2 1 0 0,0 1-1 16,-2 1 0-16,4 0 0 15,-2 3 0-15,2-2 0 16,2-1 0-16,1-2 0 15,0 2 0-15,2-3 1 16,1 0-2-16,-1 0 2 0,1 0 0 16,-2 0 1-16,3 0-1 15,-1 0-1-15,-1 0 1 16,1 0-1-16,-2 3 0 16,0-2 0-16,1 2 1 15,1-3-1-15,0 0 0 0,4 0 0 16,1 0 1-16,0 0-1 15,1 2 0-15,1-1 0 16,-3 2 1-16,1-2-2 16,-5 3 1-16,-1 0 1 15,-1 1-1-15,0-1-1 0,1-1 1 16,1 1 0-16,5-2 0 16,1 1 0-16,2-2 0 15,2-1-1-15,2 0 5 16,-1 0-1-16,1 0-2 15,-2 0 0-15,4 0 1 0,-3 0-1 16,2 0 0-16,-2 1-1 16,1 1 1-16,-1 1 0 15,1 0 1-15,0-2-2 16,4-1 0-16,-4 0 0 16,4 0 1-16,-3 0-1 0,-2 0 0 15,-2 0 0-15,-2 0 0 16,0 0-1-16,0-6 5 15,2 1 2-15,1-4 3 16,4-1-2-16,1-1-2 16,6-5-1-16,2 0 0 0,2-2-3 15,5-2 1-15,0-3-3 16,-3-2-52-16,-6-6-40 16</inkml:trace>
  <inkml:trace contextRef="#ctx0" brushRef="#br0" timeOffset="11193.39">5391 6757 136 0,'0'2'-1'0,"0"-2"8"0,0 0-4 15,0 0-4-15,0 0 1 0,2-2 2 16,0-2-1-16,0 1 0 16,0 0 0-16,2-1-1 15,-2 1 1-15,0 1-1 16,3-1 0-16,1 1 0 15,1-2 0-15,6 2-1 16,0-2 1-16,4 1-1 16,2 3 1-16,1-3-1 0,1 2 1 15,3-2-1-15,-1 0 1 16,3 0-2-16,-1-2 0 16,6-1 2-16,0-2 0 15,7-1 0-15,0 1 3 0,7 1-2 16,-2-1 0-16,4 4-1 15,-1 1 0-15,-3 0 0 16,0-1 0-16,-2 3 0 16,1-1-1-16,2 1 1 15,1-2 0-15,1-1 0 0,2-2 0 16,0-1 0-16,2 0 0 16,-1-2 1-16,4-2 0 15,-3 2 1-15,1 1-2 16,-1 1 1-16,-1 0-1 15,-3 1 1-15,2 0-1 0,0 1 0 16,4 1 0 0,2-1-1-16,1 1 3 0,-1 0-2 15,2-1 1-15,-2 1 0 16,-4 0-1-16,2-2 2 16,0 1-2-16,-1-3 0 0,1 3 1 15,1-1-1-15,2 0 2 16,0 2 0-16,0 4-2 15,-1 0 0-15,-2 0 1 16,-1 0-1-16,-4 0 0 16,-3 3 0-16,0-2 0 15,0-1 0-15,3 0 2 0,-2 0-2 16,4-4 1-16,-5-1 1 16,-1 0 0-16,-1-1-2 15,-1 2 0-15,-2 0 1 16,2 1 0-16,-3 0-1 15,2 2 1-15,1 0-1 0,-1 0 1 16,-2 0 0-16,2 1-1 16,0 0 0-16,-4 0 1 15,-2 0-1-15,-1 0 1 16,-2 4-1-16,-2 3 0 16,-2-1 0-16,0 1 0 0,-2 2 0 15,-3-1-1-15,2 2 1 16,-1 6-2-16,-6-2 1 15,1 2-1-15,-4 2-3 16,0 1 4-16,-4-1 1 16,0 3 1-16,-3-2-1 0,-1 2 1 15,-4-2 4-15,0 1-2 16,-2 1 4-16,0 0-2 16,0 2 0-16,0-2-1 15,-2 3-2-15,-5-2-1 16,1 2 1-16,-4-3-1 0,2 3-1 15,-3 0 2-15,-3-1-2 16,1 1 2-16,-5 2-2 16,1-2 2-16,-2 3-2 15,-4-2 1-15,2 2-1 16,-2-1 1-16,-1 2-1 16,1-2 1-16,-1-2 0 0,-1 1-2 15,-4 1 2-15,-2 1 0 16,-3-3-1-16,-4 2 0 15,-5 1 1-15,-3 1-1 16,-10 1 1-16,-6 4-3 0,-11 2-16 16,-9-1-38-16</inkml:trace>
  <inkml:trace contextRef="#ctx0" brushRef="#br0" timeOffset="13143.53">8815 6585 42 0,'0'0'2'0,"2"0"0"0,1 0-1 0,-3 3 1 0,0-3-2 16,2 0 1-16,-2 3-1 16,0 1 2-16,0 3-2 15,0-2 2-15,0 3 0 16,0-1 3-16,0 0 0 15,0-1-5-15,0 1 3 16,0-2-2-16,0 0 1 0,0-3 1 16,0 0 0-16,4-2 3 15,3 2-1-15,-1-2 1 16,4 0-2-16,3 0-3 16,0-4 1-16,3-4-2 15,0-4 2-15,4-1 2 0,0-4 2 16,2-2 2-16,1-3-3 15,3-3 0-15,1-3-1 16,5-2-2-16,1-2 1 16,3-1 0-16,1-3 0 15,7 2-2-15,-4-1 1 0,4-1 2 16,-1 3 2-16,-3 1 4 16,0 2-1-16,-3 3-1 15,-2 2-4-15,-6 1-2 16,-2 2 1-16,-3 2-1 0,-4 5 1 15,1 0 6-15,-2 1 3 16,-1 3-5-16,1 1-2 16,-4 2-3-16,1 2-1 15,-5-1 0-15,-4 4-1 16,1 1 0-16,-4 2-1 0,-1 0 1 16,0 0-3-16,1 0 0 15,-2 0-1-15,-1 0-43 16,-1 0-52-16</inkml:trace>
  <inkml:trace contextRef="#ctx0" brushRef="#br0" timeOffset="17811.09">7945 3840 42 0,'0'0'6'0,"0"0"-6"0,0 0 1 0,0 0 0 16,0 0 3-16,0 0 8 0,0 0 9 15,0 0 1-15,0 0 4 16,0 0 7-16,0 0-1 16,0 0-11-16,-2 10-11 15,2-10-4-15,-1 0-3 16,1 0-2-16,-1 0 1 15,1-2-2-15,-2-1 1 0,0 1-1 16,-2 0 0-16,0 2-1 16,-4 0-3-16,-1 2 3 15,-2 8 0-15,0 1-2 16,0 2 1-16,2 2 1 16,-2 0-3-16,6-1 1 0,3-3 4 15,2 1-2-15,0-3 0 16,0 0-4-16,2-3 3 15,3-3 0-15,2 0 0 16,0-1 2-16,1 0-1 16,3-2 4-16,-1 0-2 15,2 0 1-15,2 0-2 0,-1 0 1 16,-2 0-1-16,3 0 0 16,-3 0-1-16,1 0 0 15,-1 0 1-15,1 2-1 16,0 0 1-16,1 2 0 0,-4 2 0 15,1 0 0-15,-2-1 0 16,-4 2-2-16,1 0 0 16,-5 0-3-16,0 1 1 15,0-1 1-15,-9 0 6 16,-3 4-2-16,-2-1 2 16,-2 0 0-16,-2 0-2 0,-2 1 1 15,4-2-2-15,2-2 1 16,2 2 0-16,5-4 0 15,1-1 0-15,5 1 0 16,-2-1-4-16,3-1-45 16,0-3-10-16</inkml:trace>
  <inkml:trace contextRef="#ctx0" brushRef="#br0" timeOffset="18113.46">8221 3867 122 0,'0'0'27'0,"0"0"-19"0,0 0-23 0,0 0 6 16,0 0 4-16,0 0 4 15,0 0 2-15,16 45 1 16,-12-32 0-16,-1 0-1 0,1 1 0 16,0-3 1-16,2 1 1 15,-1 1 4-15,0-2 0 16,-3-3-11-16,1-2-31 16,1-6-79-16</inkml:trace>
  <inkml:trace contextRef="#ctx0" brushRef="#br0" timeOffset="18256.54">8279 3705 201 0,'0'0'4'0,"0"0"2"0,-7-48-3 16,7 39-3-16,0 2-30 15,2 4-62-15</inkml:trace>
  <inkml:trace contextRef="#ctx0" brushRef="#br0" timeOffset="18886.78">8507 3785 95 0,'0'0'30'0,"0"0"-29"16,0 0 3-16,0 0 1 15,0 0-2-15,0 0 6 16,0 0-1-16,0 0-1 16,24-34 3-16,-30 32-4 15,-1 2-4-15,-4 0-3 0,2 0-3 16,-2 6 2-16,1 5-1 16,-2 2-2-16,3 1 6 15,1 3-2-15,4-3 2 16,2 3 0-16,2-4-1 15,0-1-1-15,0-4 0 0,6-3 1 16,4-3-2-16,1-2 5 16,2 0 3-16,3-6-1 15,0-5 0-15,-1 0-3 16,1-4 0-16,-3 0 0 16,-4 1 0-16,-2 1 1 0,-4 1 3 15,-2 1 0-15,-1 5 2 16,0 2-2-16,0 1-3 15,0 3-3-15,0 0-3 16,-2 3 0-16,1 10 0 16,1 4 0-16,0 2-2 15,0 3 3-15,0 1 0 0,1 0 0 16,6 0 1-16,-3-2-4 16,3 0 3-16,-1 0 1 15,-1 1 0-15,0-3 2 16,-1 3-1-16,-1-5 0 15,1 1 0-15,-2-2 0 0,-2-5 0 16,0 0 0-16,0-2-1 16,0-3-2-16,-7-2 8 15,-3-4 8-15,0 0-5 16,-1 0-1-16,0 0 1 16,1-9 2-16,6-1-5 0,4-8-3 15,0-3-30-15,0-5-74 16</inkml:trace>
  <inkml:trace contextRef="#ctx0" brushRef="#br0" timeOffset="19593.62">8770 3702 87 0,'0'0'8'0,"0"0"4"0,0 0-10 0,0 0-4 0,0 0-1 16,0 0 1-16,0 0 3 15,0 0-1-15,0 0 0 16,0 0 0-16,34 46 1 0,-30-35-1 16,-2-1 2-16,0-2 0 15,1 0-1-15,-1 0 0 16,3-5 1-16,-5 1-1 15,1-1 1-15,1-3 2 16,-2 0 3-16,1 0 46 0,2-4 4 16,-1-5-53-16,0-2-1 15,0-2-1-15,1 0 0 16,1-1-1-16,0 3 0 16,-1-1-1-16,0 3 1 15,1 3-2-15,-4 0 2 16,2 3-1-16,2 3 0 0,-1 0-3 15,3 0-5-15,0 2 4 16,4 6-3-16,-3 2 3 16,1 1 1-16,-1 1 0 15,2-1 2-15,-2 1 1 16,-1-4 0-16,1-1-1 0,-3 0 2 16,0-3-1-16,-1 1 0 15,0-4 1-15,-3 0 0 16,0-1 2-16,0 0 9 15,0-1 9-15,0-9-15 16,0-1-2-16,0-2-3 0,2-2 1 16,2-3-2-16,-2 0 0 15,3 1 0-15,1 0 0 16,2 1 0-16,0 3 0 16,-1 2 0-16,2 1-1 15,2 5 1-15,-2 2-1 0,-2 1-1 16,2 2-4-16,-2 0-1 15,1 8-1-15,-4 4 2 16,3 2 4-16,-1-1 2 16,0 3 1-16,0-2-9 15,1-3-25-15,-1-2-27 0,6-6-21 16</inkml:trace>
  <inkml:trace contextRef="#ctx0" brushRef="#br0" timeOffset="19962.4">9194 3596 139 0,'0'0'5'0,"0"0"3"0,0 0-6 16,0 0-6-16,0 0-17 16,0 0 15-16,0 0 4 15,0 0 0-15,0 0 2 0,-6 41 0 16,6-30 1-16,0-2-1 15,5-2 1-15,2-1 0 16,2-2 1-16,5-3 4 16,0-1 0-16,2 0 3 15,0-3-2-15,0-3-1 0,-3-5-2 16,-2 1 1-16,-4-1 10 16,-4-2 4-16,-1 2 3 15,-2-1-4-15,0 1-7 16,0 1-5-16,-5 0-3 15,-5 4-2-15,2 2-1 0,-1 4-1 16,-3 0-2-16,0 0-2 16,3 9-16-16,-1 1-12 15,1 1-15-15,5-2-1 16</inkml:trace>
  <inkml:trace contextRef="#ctx0" brushRef="#br0" timeOffset="20248.46">9484 3509 128 0,'0'0'0'0,"0"0"7"16,0 0 4-16,0 0-7 15,0 0 0-15,0 0-4 16,0 0-3-16,0 0-1 0,0 0-3 15,-11 25 2-15,9-13 0 16,2 2 2-16,0-3 2 16,0 0 1-16,0-3 0 15,6-2 1-15,1 1 2 16,3-3 3-16,2-1 3 0,3-3 1 16,1 0-16-16,-1-4-31 15</inkml:trace>
  <inkml:trace contextRef="#ctx0" brushRef="#br0" timeOffset="20404.89">9546 3330 198 0,'0'0'3'16,"0"0"4"-16,0 0-10 0,0 0-108 15</inkml:trace>
  <inkml:trace contextRef="#ctx0" brushRef="#br0" timeOffset="21038.18">9730 3434 61 0,'0'0'20'0,"0"0"-14"15,0 0-2-15,0 0 0 0,0 0 2 16,0 0 2-16,0 0-2 15,-37 7-4-15,31 3 0 16,-1 2-2-16,0 3 0 16,3 0 0-16,-1 2 0 15,4-1-2-15,1-2 2 0,0 0 0 16,0-2 0-16,2-3-1 16,4-3 4-16,0-1-3 15,4-3 4-15,1-1 5 16,0-1 4-16,-1 0 1 15,1-3-2-15,-1-6-1 0,0-1 0 16,-3-4 5-16,-1-3-2 16,-2-2-6-16,-2-2-3 15,0 0-3-15,-2-3 0 16,0 1-2-16,0 0 0 16,-2-1-3-16,-2 4-2 0,-2 0 1 15,3 3 4-15,-1 2 1 16,2 2-1-16,0 5 0 15,0 0 2-15,2 4-2 16,0 1 1-16,0 3 3 16,0 0-4-16,0 0-17 0,0 3 0 15,4 7-1-15,2 3 10 16,1 2 6-16,2 5 2 16,4 0 0-16,-4 4 1 15,-1-1 2-15,2 4 6 16,-3 0 2-16,-5-4-11 0,-2-6-52 15,0-7-92-15</inkml:trace>
  <inkml:trace contextRef="#ctx0" brushRef="#br0" timeOffset="21251.1">9377 3249 122 0,'0'0'1'0,"0"0"-76"0</inkml:trace>
  <inkml:trace contextRef="#ctx0" brushRef="#br0" timeOffset="21621.2">10002 2972 215 0,'0'0'2'0,"0"0"-8"15,0 0-7-15,0 0 10 0,0 0 1 16,23 47 7-16,-21-33-16 16,-2-1-49-16,0-3-67 15</inkml:trace>
  <inkml:trace contextRef="#ctx0" brushRef="#br0" timeOffset="21756.95">10038 2999 279 0,'0'0'-25'0,"0"0"26"0,0 0-42 0,0 0-5 15,0 0-33-15</inkml:trace>
  <inkml:trace contextRef="#ctx0" brushRef="#br0" timeOffset="22995.61">9785 2968 204 0,'0'0'-12'16,"0"0"21"-16,0 0 0 16,0 0-7-16,-45-14-1 0,35 11 1 15,-3 3-2-15,-2-2 1 16,-2 1 0-16,-5 1 0 15,1 0-1-15,-6 0 0 16,-2 0-1-16,-3 0 1 16,-1 0-1-16,0 0-2 0,-3 0 0 15,-2 3-1-15,-3 3 3 16,-1 1 0-16,-2-2 1 16,-5 4 0-16,-1-1-1 15,-3 4 0-15,-1-1 0 16,-4 1-2-16,0 3 3 0,-5 2 0 15,0 3 0-15,1 0 1 16,-3 1 0-16,-3 3-1 16,1-1 0-16,1 1 1 15,-1 0 0-15,2-1-1 16,-2 4 1-16,1 1 0 16,3 1-1-16,-2 1 0 0,-1 2 0 15,3 2 0-15,-1 0 0 16,0 1 0-16,3 0 0 15,4-2-1-15,3-1-1 16,0 1-1-16,6 3-2 0,4-1 4 16,3 3 2-16,2 1 1 15,7-1-1-15,1-1 1 16,7-3-2-16,4-1 0 16,7-3 0-16,1-2-2 15,4 1 2-15,7-1 0 0,-1 2-1 16,2 1 1-16,2-1 0 15,7 0-2-15,5-2 1 16,1 0 0-16,4-1 0 16,4-2-1-16,4-1 2 15,2-3-1-15,1 0 1 16,5-4 0-16,1 0 1 0,2-1-2 16,2-2 1-16,4 0 0 15,2-2 0-15,1-2 0 16,-1 1-1-16,6-2-1 15,-1-1 5-15,3-1-2 0,4 0 1 16,1 0 0-16,3-2 1 16,-2 0 0-16,1-2-3 15,1 1 2-15,-1-3-2 16,3-1 0-16,-1 0-1 16,4 0 0-16,0-5 2 15,5-5 1-15,-1-3 0 0,2-2 1 16,4-2 1-16,-3-2-2 15,4-4 0-15,-3-1 0 16,2-4-1-16,-4 0 0 16,2-4 0-16,-2-1 1 15,-4-2-2-15,0 0 2 0,-6 2-1 16,-1 0 0-16,-3-1 0 16,-5 2 0-16,-1-2-1 15,-1 0 1-15,-7-2-1 16,-1-1 3-16,-1-3 1 15,-3 2 1-15,-7-2-2 16,-4-1 1-16,-2 4-3 0,-6-1 1 16,-6 0 0-16,-6-1 0 15,0 2 5-15,-9-3 8 16,0-1-2-16,0 1-1 16,-4 2-3-16,-4 0-2 15,-3 1 0-15,1 3-5 0,-3 0-1 16,1-2 3-16,-2 1-3 15,1-4-1-15,-4 2 1 16,1-4-1-16,-3 4-1 16,-4-1 0-16,-4 5 0 15,-3 4-2-15,-6 4 2 0,-6 7 1 16,-5 5-2-16,-11 10-17 16,-16 3-49-16,-11 0-69 15</inkml:trace>
  <inkml:trace contextRef="#ctx0" brushRef="#br0" timeOffset="32678.09">8535 4689 116 0,'0'0'5'0,"0"0"0"0,0 0-3 0,0 0-5 15,0 0-15-15,0 0-12 0,0 0 2 16,0 0 2-16</inkml:trace>
  <inkml:trace contextRef="#ctx0" brushRef="#br0" timeOffset="33261.33">8535 4689 132 0,'23'-25'16'0,"-23"19"-1"16,0 0-7-16,0 2-1 0,0 1 6 15,2 0 0-15,-2 2-1 16,1 1-9-16,1 0-8 16,2 3 1-16,3 5-2 15,-2 4 4-15,3 3 1 16,3 2-1-16,-1 1 2 0,3 3 0 15,-3-1 0-15,2 0 0 16,-1-1-1-16,0 0 1 16,-3-2 1-16,2-4-1 15,-6-1 0-15,1-4 0 16,0-3 0-16,-5-2 1 0,1 0 1 16,-1-3 0-16,0 0 11 15,0-6 13-15,0-2-19 16,0-4-5-16,2-2 0 15,2 0-1-15,0 0-2 16,1 0-3-16,3 2 3 0,0 2 0 16,2 0 0-16,1 3-1 15,1 3 1-15,1 2 0 16,0 2-1-16,1 0-1 16,-1 0 0-16,-3 5 0 15,0 3 0-15,-1 0 1 0,-4 0 0 16,2 0 0-16,-5 1-3 15,-2-2 2-15,0 3-2 16,-6 0 3-16,-8 0 3 16,1 1 2-16,-3-2-1 15,0-2-2-15,2 0 4 16,1-3 1-16,1-1-3 0,6-2 0 16,4 1 0-16,0-2 1 15,2 0-20-15,0-3-70 16</inkml:trace>
  <inkml:trace contextRef="#ctx0" brushRef="#br0" timeOffset="33473.41">8969 4695 178 0,'0'0'-3'0,"0"0"16"0,0 0-19 16,0 0-5-16,0 0 1 15,0 0 3-15,0 36 6 16,2-21 0-16,1-2 2 16,-1-2 1-16,1-1 3 0,1 0 3 15,-2-3-6-15,2-7-31 16,1 0-41-16</inkml:trace>
  <inkml:trace contextRef="#ctx0" brushRef="#br0" timeOffset="33623.29">8958 4473 167 0,'0'0'58'15,"0"0"-55"-15,0 0 1 16,0 0-7-16,-39-5-2 0,39 19-32 16,0 4-20-16,0 1-73 15</inkml:trace>
  <inkml:trace contextRef="#ctx0" brushRef="#br0" timeOffset="34050">9196 4631 56 0,'0'0'5'16,"0"0"18"-16,0 0 0 15,0 0 0-15,0 0-5 16,0 0-9-16,0 0-5 15,-10-34 2-15,1 35-8 0,-1 9 4 16,3 3-1-16,-1 3-3 16,4 2-1-16,0-1 1 15,0 0 2-15,4 0-2 16,0-3 3-16,0-3-1 16,8-3 1-16,0-2 1 0,5-4 8 15,-1-2 1-15,3 0 3 16,2-7-4-16,-1-4-4 15,-1-4 1-15,-3 0-4 16,-2-2-1-16,-1-1 0 0,-4 6-2 16,0-2 1-16,-5 5-1 15,0 4 8-15,0 1-1 16,0 4-2-16,0 0-12 16,0 1-8-16,0 6 14 15,2 2 1-15,3 2 2 0,1-1-1 16,2-2-3-16,4-1-8 15,1-1-18-15,4-4-22 16,0-2-11-16</inkml:trace>
  <inkml:trace contextRef="#ctx0" brushRef="#br0" timeOffset="34348.01">9454 4584 66 0,'0'0'1'16,"2"-54"10"-16,-2 30 5 15,0 4 1-15,0 3 10 16,-6 7 14-16,-2 3-20 15,-2 4-12-15,1 3-3 0,0 0-4 16,1 9-5-16,0 2 1 16,4 2-1-16,4 4-3 15,0-2 4-15,2 0 3 16,10-1-1-16,-1-1 1 16,2-2-1-16,3-2 5 0,-3-1-4 15,-2-1 0-15,-1 0 1 16,-2 0-2-16,-3-2 0 15,-2-1 0-15,-3 3-3 16,0-1-1-16,-4 1 2 16,-8 0 10-16,1 0-2 15,-3 1-5-15,5-2-21 0,0-4-30 16,4-2-1-16</inkml:trace>
  <inkml:trace contextRef="#ctx0" brushRef="#br0" timeOffset="34981.82">9523 4537 56 0,'0'0'72'0,"0"0"-71"15,0 0 0-15,0 0-5 16,0 0-2-16,0 0-1 16,0 0 6-16,0 0 0 0,0 0 2 15,37-10-1-15,-33 9 4 16,-1-6 4-16,3 0 4 15,-4-3 0-15,-2-2-3 16,0 1 2-16,0 0-1 16,0 2-3-16,-4 2-5 0,-3 3 1 15,-3 4-2-15,2 0-5 16,-3 8 1-16,0 7-3 16,2 2 2-16,4 2 0 15,1 1 4-15,4-1 0 16,0-2 0-16,0-3 2 15,5-2-1-15,3-3 2 0,4-3 3 16,-1-3-1-16,4-3 3 16,1 0-4-16,-1-2-11 15,4-9-20-15,1-3-8 16,-3-3 15-16,0-6 13 16,-2 0 7-16,-1-2 0 0,-2 1 0 15,-5 0 0-15,0 2 0 16,-6 2 1-16,-1 5 3 15,0 3 10-15,0 5 6 16,-1 3-3-16,-4 3-2 16,0 1-12-16,1 1-5 0,0 9-2 15,-2 1-2-15,4 4 2 16,1 1 1-16,1 0 2 16,0 0-1-16,3-2 2 15,7-1 0-15,-1-2 3 0,5 1 0 16,-3-1 3-16,3-4 2 15,-5 0-4-15,1-3 0 16,-2 0-2-16,-2 0-1 16,-4 0 1-16,-2 0 0 15,-2 3-4-15,-10 0 6 16,-2 2 3-16,1-4-36 0,-1-3-28 16</inkml:trace>
  <inkml:trace contextRef="#ctx0" brushRef="#br0" timeOffset="35174.83">9875 4353 190 0,'0'0'0'0,"0"0"1"0,0 0 0 0,44-26 0 16,-28 19-1-16,0 4 0 15,2 0-16-15,-1 0-34 16,1-2-17-16</inkml:trace>
  <inkml:trace contextRef="#ctx0" brushRef="#br0" timeOffset="35338.12">9980 4423 213 0,'0'0'12'15,"0"0"8"-15,0 0-21 0,0 0 4 16,0 0 2-16,0 0 1 16,0 0-5-16,47-19-22 15,-24 6-39-15,3-3-29 16</inkml:trace>
  <inkml:trace contextRef="#ctx0" brushRef="#br0" timeOffset="35623.23">10252 4148 135 0,'0'0'17'16,"0"0"-8"-16,0 0-12 0,0 0-7 15,-41 30 7-15,36-13-2 16,-2 1 6-16,7 1 0 16,0-2 1-16,0-2 0 15,11-3 0-15,0-4 4 16,2-6 5-16,1-2 2 0,3 0 1 15,2-6 0-15,1-8-2 16,-3-3-2-16,-2-3 7 16,-3-3 10-16,-9 1 0 15,-2 0-11-15,-1 2-10 16,-8 5-6-16,-14 5-4 16,-5 6-29-16,-7 4-43 0,-4 1-18 15</inkml:trace>
  <inkml:trace contextRef="#ctx0" brushRef="#br0" timeOffset="36541.37">9705 4087 29 0,'0'0'5'0,"0"0"3"0,-53-13 0 0,30 12 0 16,-2-2-2-16,-2 2-1 15,-4-1 4-15,-1 2 5 16,-1 0 0-16,0 0-6 16,-3 0 0-16,-4 0-6 15,0 0-1-15,-3 2-1 0,-2 6 1 16,-3 2-1-16,-2 1 1 15,0 2-2-15,-4 3 1 16,-1 1 0-16,-1 3-1 16,-2 2 1-16,-2 3 0 15,0 3 1-15,5-1 0 16,0 0 0-16,1 4-1 0,3 0 1 16,4 1-1-16,0 3 1 15,2 6-1-15,6 2 0 16,0 1 0-16,4 3 0 15,5-3 0-15,4-3 0 16,6 0 0-16,2-5-1 0,7-2 0 16,4-1 0-16,4-1-1 15,3-2 1-15,5-1 0 16,10 0 0-16,6-2 3 16,4 0 0-16,6-1-1 15,4-4 0-15,8-2-1 0,4-1 2 16,6-4 0-16,7-6 0 15,8 1-1-15,2-3 3 16,9-5 2-16,4-2-1 16,3 0-1-16,7-9 3 15,3-3-1-15,3-4-1 16,1-3-1-16,3-3-2 0,-3-3 2 16,-1-5-3-16,-1-1 1 15,-2-3 0-15,0-3 6 16,-2-1 1-16,0-2-1 15,-2-4-4-15,-3 0-1 16,-7-6 2-16,-5-4-3 0,-10-2-1 16,-9-3 0-16,-13-2 2 15,-10-3-3-15,-8 2 1 16,-11-5 2-16,-13 3 2 16,-3-1 8-16,-13 2-1 0,-15 5-3 15,-13 5-6-15,-17 9-3 16,-19 10 0-16,-20 16 0 15,-23 11-26-15,-21 7-58 16</inkml:trace>
  <inkml:trace contextRef="#ctx0" brushRef="#br0" timeOffset="40836.21">1008 12235 148 0,'0'1'7'0,"0"-1"-5"0,0 0-23 16,1 1 13-16,3 1-13 15,0-2-15-15,0 2-8 16</inkml:trace>
  <inkml:trace contextRef="#ctx0" brushRef="#br0" timeOffset="41675.96">1008 12235 24 0,'0'0'11'16,"0"0"-5"-16,38 6-3 15,-29-6-2-15,0 0 0 16,0 0 0-16,0 0-1 16,3 0 0-16,-4 0 0 0,1 0 0 15,3 0 2-15,-3 0 10 16,3 0-3-16,2 0-2 16,-1 0-1-16,3 0-4 15,-2 0-1-15,6 0 0 0,-3 0-1 16,1 0 0-16,3 0 1 15,-2 0-2-15,4 0 2 16,-2 0-1-16,4 0 0 16,-2 0 1-16,6-4 10 15,-2-1-2-15,2 2-2 0,0-2 2 16,-2 0 0-16,0 1-2 16,-3 1-2-16,1 2-4 15,2-1 0-15,0 0 0 16,0 0-1-16,0 1 0 15,4-2 1-15,-2 0-1 0,2-1 0 16,1 1 1-16,1 0-1 16,-2 0 0-16,-1 3 0 15,1-2 0-15,0 2 0 16,-2-1 0-16,2 1 0 16,1 0 0-16,1 0 0 15,1 0 1-15,1-2-1 0,-2 0 0 16,3 2 0-16,1-1 1 15,-2-1 1-15,1 1 1 16,-1 0-2-16,5-1 0 16,1 1-1-16,-1-2 0 15,2 0 0-15,2 0 0 0,-2 0 1 16,3-1-1-16,-3-2 0 16,0 2 1-16,1-1-1 15,-1 0 4-15,0 1 5 16,3 0 1-16,-3-1-5 15,4 0-2-15,2-1 0 0,0 0-1 16,6 1-2-16,-3-1 1 16,4 0-1-16,1 1 0 15,-1 0 1-15,0-2-1 16,-2 3 0-16,1 2 0 16,-2-2 0-16,-1 0 1 0,1 0-1 15,1 0 0-15,0-1 1 16,1 0 0-16,-2 0 2 15,2 0 3-15,-5-1-2 16,-2 1-1-16,-3 0 0 16,-4 2 1-16,-1-1 5 0,-8 1 1 15,0 0 1-15,-2 1-2 16,-3-1-5-16,-3 3-3 16,-1-2 0-16,-1 1 0 15,-4 0-1-15,2 1 0 16,-7 0 0-16,2 0 0 0,-3 0-2 15,-6 1-14-15,-1 2-33 16,-4 1-36-16</inkml:trace>
  <inkml:trace contextRef="#ctx0" brushRef="#br0" timeOffset="42756.73">1248 12253 100 0,'8'0'-9'0,"1"0"5"0,5-1-4 15,-1-3-14-15,3 0 2 16,1 1 16-16,2 0 4 0,-2 0 3 16,1 2 13-16,3-1 6 15,-2 0-1-15,2 0-5 16,2 1-2-16,2-1-5 15,4 2-5-15,-1-1-4 16,7-1 1-16,-1 2-1 16,2-1 0-16,0-2 0 0,1 0 0 15,1 0 1-15,-2 0-1 16,1-1 1-16,0 3 7 16,1-2 3-16,0 0-4 15,3-1 2-15,3 0-2 16,5-2-1-16,0-1 1 0,3 0 0 15,2-2-1-15,2 1-3 16,-1-2-1-16,1 0 0 16,4 0 0-16,-1-1 2 15,3-1-2-15,0-1-1 16,3 1-1-16,4-3 1 16,-1 1 0-16,-1 0 1 0,2 0 7 15,2 1 1-15,-1 2-3 16,-3-1-1-16,-2 2 1 15,-2 2-1-15,-1-1-1 16,-2 2 0-16,-4 2 3 0,-5 0 2 16,1 0 1-16,-8 0-2 15,-1 2 0-15,-5 1-5 16,-3 2-3-16,-1 0-1 16,-5 0 0-16,-4 0-15 15,-5 0-48-15,-7-9-111 0</inkml:trace>
  <inkml:trace contextRef="#ctx0" brushRef="#br0" timeOffset="44352.48">6343 11029 75 0,'0'0'7'0,"0"0"-8"0,0 0-1 15,0 0 2-15,0 0-1 0,0 0 1 16,0 0 1-16,0 0 1 15,0 0 3-15,0 0 3 16,0 0-3-16,21 27 0 16,-19-22-1-16,0 0-2 15,-2-2 0-15,4 3-1 16,-4-2 1-16,3-3 3 0,1 0 4 16,-2-1 7-16,2 0 7 15,1 0 5-15,4-5-7 16,0-5-4-16,3-3-14 15,5-4-2-15,1-5-1 16,7-4 0-16,-1-5-1 0,7-2 0 16,1-2 0-16,6-1 1 15,-2-1 0-15,2 2-17 16,-1 3-48-16,-6 1-69 16</inkml:trace>
  <inkml:trace contextRef="#ctx0" brushRef="#br0" timeOffset="46181.12">8942 10490 7 0,'0'0'49'0,"0"-1"-35"0,0 1-10 15,0 0-5-15,0 0-9 16,0 0-5-16,0 0 7 16,0 0 6-16,0 0-1 15,0 0 7-15,0 0 4 16,0 0 11-16,0 0-15 15,0 0-8-15,3 0 0 0,-3 0 0 16,0 0-1-16,0 0 12 16,0 0-1-16,0 0 6 15,0 0 6-15,0 0-5 16,0 0-9-16,0 0-6 0,0 0-8 16,0 0 1-16,0 1 9 15,0 1 2-15,0 0-2 16,0-2 1-16,0 0 1 15,0 0 4-15,0 0 8 16,0 0 7-16,0 0-12 0,0 0-9 16,1 0 1-16,0 0 1 15,1 0-1-15,1 0-1 16,1 0 1-16,-2 0-1 16,1 0 0-16,1 3 1 15,0 0-1-15,1 1 1 16,-3-1-1-16,3 1 0 0,-3-1 1 15,0-2 1-15,1 2-1 16,-1-2 0-16,0 1 2 16,2-2 2-16,0 0-1 15,4 0 4-15,-1-3 4 0,5-5-2 16,0-4-3-16,1-5-3 16,3 0 0-16,0-4 4 15,6-2 2-15,-3-3-2 16,4 1-1-16,0-2-2 15,2 0 3-15,0-3-2 16,0 0 0-16,0 3-1 0,-2-3-2 16,-1 5 0-16,-6-1 0 15,-1 7-2-15,-4 3 1 16,-2 4 0-16,-3 2 0 16,0 5 0-16,-4 2-2 15,2 0 0-15,-4 3 0 0,1 0-3 16,1 0 0-16,0 3-3 15,0 4 0-15,-2 4-22 16,0-3-23-16,-2-3-50 16</inkml:trace>
  <inkml:trace contextRef="#ctx0" brushRef="#br0" timeOffset="47307.16">8325 12800 37 0,'0'-3'13'0,"0"-1"16"0,0 2-6 0,-4 0-5 16,4-2-3-16,-4 2-1 15,2 1-3-15,2-2-3 16,0 3 4-16,-1-1-5 16,1 0-7-16,0 1 0 15,0 0-1-15,0 0-1 16,0 0-3-16,1 6 5 0,3 2 4 16,0 1-2-16,-1 3-1 15,4-1 1-15,-3-1-1 16,1 1 0-16,1-2 0 15,0-3 0-15,0-3 0 16,-2-1 2-16,1-2-3 0,3 0 2 16,-1-5 4-16,9-11 6 15,4-7-5-15,4-7 4 16,5-7 2-16,4-5-5 16,6-1-2-16,-3 1-3 0,1-1-10 15,-1 6 15-15,0 3-7 16,-3 6-1-16,-3 5-2 15,-1 3 0-15,-5 9-19 16,-7 5-33-16,-7 2-34 16</inkml:trace>
  <inkml:trace contextRef="#ctx0" brushRef="#br0" timeOffset="49060.37">3699 8054 6 0,'0'0'40'0,"0"0"-29"0,0 0-6 0,0 0-3 0,0 0 0 15,0 0-1-15,0 0 1 16,0 0 7-16,0 0 8 15,0 0-1-15,0 0-6 16,0 0-7-16,0 0-2 16,0 3-1-16,2 1-1 0,0 4 2 15,0 0 0-15,2 0 1 16,0-1-1-16,0-1-1 16,-3-3 3-16,3-3-2 15,0 0 0-15,3-9 20 16,4-8 4-16,2-7-17 15,3-9-6-15,2-1-2 0,2-4-4 16,-2-2-21-16,0 3-25 16</inkml:trace>
  <inkml:trace contextRef="#ctx0" brushRef="#br0" timeOffset="49421.9">3705 8051 17 0,'0'0'66'0,"0"0"-58"0,0 0-7 0,0 0 1 16,0 0 1-16,0 0 4 0,0 0 17 16,0 0 41-16,0 0-27 15,0 0-22-15,32-55-12 16,-8 18-3-16,14-13 0 15,12-10-2-15,8-14-33 16,9-15-82-16</inkml:trace>
  <inkml:trace contextRef="#ctx0" brushRef="#br0" timeOffset="50234.9">3711 8042 74 0,'0'0'8'0,"0"0"-7"0,0 0-2 0,0 0 2 0,0 0 2 16,0 0 0-16,0 0-2 16,0 0 0-16,0 0-1 15,0 0 1-15,0 0 1 16,0 0-1-16,-7 23 10 0,7-23 19 15,0-4-5-15,5-9-11 16,4-5-3-16,5-9-4 16,2-6 0-16,4-4-1 15,5-7-4-15,4 0-1 16,2-6-1-16,1-2-19 16,-1-8-89-16</inkml:trace>
  <inkml:trace contextRef="#ctx0" brushRef="#br0" timeOffset="52881.89">1323 14766 62 0,'3'-3'1'0,"3"-1"0"0,2-3-2 0,0 0-20 0</inkml:trace>
  <inkml:trace contextRef="#ctx0" brushRef="#br0" timeOffset="53031.86">1402 14709 7 0,'0'0'3'16,"0"0"-3"-16,0 0-2 15,0 0-4-15</inkml:trace>
  <inkml:trace contextRef="#ctx0" brushRef="#br0" timeOffset="54449.43">1402 14709 11 0,'-29'39'47'15,"24"-37"-14"-15,0-2-10 16,1 2-10-16,0-2-3 16,1 2-3-16,1-2-1 15,0 0-1-15,2 0-3 0,0 0-4 16,0 0 0-16,0 0 1 15,0 0 2-15,0 0 0 16,0 0 2-16,0 0 2 16,0 0-2-16,0 0 5 15,0 0 3-15,0 0-6 0,0 0-3 16,0 0-2-16,0 0 1 16,0 0-3-16,0 0 2 15,0 0 0-15,0 0 0 16,4 0-1-16,-1 0 3 15,1 0-2-15,2 0 2 0,-2-4 1 16,0 2-1-16,0 0-2 16,0-1 1-16,1 2 0 15,-3-2 0-15,2 3 0 16,-1-3-1-16,4 3 0 16,-3 0 1-16,1-2-1 0,1 1 0 15,-2 1 0-15,4-1 0 16,-2-1 1-16,-1 2-1 15,1-1 1-15,-1 0 0 16,1-1 2-16,2 2-1 16,0 0 0-16,-1-1-1 15,1-1 0-15,2 2-1 0,-1-2 1 16,-1 0-1-16,2 2 0 16,-1-1 0-16,-1 1 1 15,-1-2-1-15,2 2 0 16,0-1 0-16,0 1 0 0,0 0 0 15,0-2 0-15,-2 2 1 16,1 0-1-16,2-2 0 16,-1 0 1-16,1 1-1 15,0-1 2-15,1 1-2 16,-3-2 0-16,4 3 1 16,-3-4-1-16,-1 4 0 0,-1 0 1 15,3-2 1-15,-2 2-1 16,1 0 0-16,0 0-1 15,2 0 0-15,-2 0 1 16,3 0-1-16,-1 0 0 16,-1 0-1-16,2 0 2 0,-3-1-1 15,2 1 0-15,0 0 1 16,0 0-1-16,-2 0 0 16,3 0-1-16,-1 0 2 15,3 3-1-15,-3-3 0 16,2 4 0-16,2-4 0 0,-2 0 0 15,2 0 0-15,0 0 2 16,1 0-2-16,-1 0 0 16,3 0 0-16,-1 0 0 15,4 0 0-15,-1-1 0 16,0-2 0-16,0 1 0 0,1 1 0 16,-2 1 0-16,2 0 0 15,-3 0 0-15,-1-2 1 16,2 0-1-16,-2-1 0 15,3-1 0-15,-4 2 0 0,2-1 2 16,0 0-2-16,-3 2 0 16,2 1 0-16,-4 0 0 15,-1 0 0-15,2 0 0 16,1 0 0-16,-1 0 1 16,1 0 1-16,4 0-1 15,3 0 1-15,0 1-2 0,-2 2 1 16,5 0-1-16,-4-1 0 15,1 1 0-15,-2-1 0 16,0-2 1-16,-2 2 2 16,2-2 3-16,0 0-1 15,2 0-2-15,3 0 0 0,2 0-3 16,2 2 2-16,0 0-2 16,2 1 0-16,3 0 0 15,-3-2 0-15,3 2 0 16,-1-3 0-16,0 0 0 15,-1 0 0-15,-1 0 0 16,2 0 0-16,1 0 1 0,0-3-1 16,2-1 0-16,2 1 0 15,0-3 0-15,2 3 1 16,0-2-1-16,-2-1 0 16,0 2 0-16,-2-1 0 0,4 3 0 15,-4 0 0-15,-2 1 0 16,5 1 0-16,-3 0 0 15,-2 0 1-15,4 0-1 16,0 0 0-16,-3-3 0 16,1 0 0-16,2-1 0 15,0 0 0-15,0-2 1 0,-2 1-2 16,-1 1 2-16,-1-1 0 16,-1 1 0-16,-4 1 3 15,3 1-3-15,-3 2-1 16,-4 0 0-16,0 0 0 15,-3 2 0-15,0 4 0 0,-4 2-3 16,-5 2-4-16,-3 1-16 16,-8-1-35-16,-2-4-48 15</inkml:trace>
  <inkml:trace contextRef="#ctx0" brushRef="#br0" timeOffset="55980.16">1440 14730 73 0,'0'-4'3'0,"0"0"0"0,0 1 6 0,0 0-2 16,0 0-3-16,2 1-4 16,-2 0 1-16,2 1 2 15,0 1 1-15,0 0-3 0,1 0-1 16,-1 0 1-16,2 0 0 15,2 1 0-15,2 5-1 16,1-3 0-16,0 0 1 16,4-1-1-16,0 1 0 15,-1-3 1-15,1 0 0 0,3 0 2 16,-3 0 3-16,3 0 7 16,-1 0 6-16,-1-1 2 15,2-3-9-15,0 2-8 16,1 1-1-16,1-1-2 15,2 2-1-15,0 0 2 0,3 0-2 16,-1 0 0-16,2 0 0 16,1 0 0-16,-2 0 0 15,-1 0 1-15,-2 0 1 16,0 0 1-16,0 0 4 16,0-1 0-16,-2-1 0 15,0-2-4-15,4 1-2 0,-1-1-1 16,-2 0 2-16,4 4-2 15,2-3 0-15,-2 1 0 16,2 0 0-16,2 0 0 16,0 0 0-16,-2 1 0 0,0-1 0 15,-2-1 1-15,0 1-1 16,0 0 0-16,0 1 0 16,1 0 2-16,-2-2-2 15,3 3 1-15,0-1-1 16,2 1 1-16,1-1-1 15,0 1 0-15,1 0 0 0,-1 0 1 16,3 0-1-16,0 1 0 16,-2 2 0-16,3 0 0 15,2 1 0-15,-1-3 0 16,1 1 0-16,0-2 0 16,3 0 1-16,-3 0-1 0,1 0 0 15,-3 0 1-15,1 0 0 16,0-2 4-16,-2-1 3 15,4-1-4-15,-2-2-2 16,3 2 0-16,2-2-1 16,2 2-1-16,-1 1 0 0,0 1 0 15,-1 2 0-15,-2 0 2 16,-1 0-2-16,2 0 0 16,-4 0 0-16,3 0 0 15,0 0 0-15,1 0 0 16,-1 0 0-16,-2-2 0 15,2 1 0-15,-3-2 2 0,-1 0 0 16,-1 1-1-16,-2 0-1 16,0 1 1-16,0-1 0 15,-3 1 0-15,1-1 2 16,0-2 0-16,-2 2-1 0,2-3-1 16,-4 1 0-16,0 2 0 15,0-1-1-15,-2 0 0 16,1 2 0-16,-7 1 0 15,3-2 0-15,-5 2 0 16,0 0 0-16,-1 0 0 16,-3 0 0-16,-1 0 0 0,2 0-4 15,-3 0-9-15,-1 0-6 16,-4 0-22-16,-2 0-36 16</inkml:trace>
  <inkml:trace contextRef="#ctx0" brushRef="#br0" timeOffset="57239.42">1621 14804 82 0,'4'0'1'0,"1"0"0"0,-1 0 2 0,2 0-2 15,2 0 1-15,-1 0 0 16,-1 0 5-16,1 0 0 16,2 0-2-16,-2 0-1 0,3-2-3 15,-1 2 0-15,5 0-1 16,-1 0 0-16,3 0 2 16,1-1-4-16,4-3 4 15,2 1-1-15,3-2-1 16,-2 0 2-16,3 2-1 15,2-1 0-15,1 3 0 0,3 1 1 16,3 0 0-16,4 0 4 16,2 0-3-16,2 0 1 15,4 3 1-15,-1-1-1 16,6-2 2-16,-1 0-1 0,4 0 3 16,2 1-2-16,3-1-3 15,-1 1-2-15,3 0-1 16,-1-1 2-16,3 0-1 15,0 0 0-15,0 0 0 16,4-1 0-16,1-5 1 0,3-1 0 16,0 2 1-16,-1 0 2 15,-2 1-5-15,1 2 0 16,1 2 0-16,-7 0 1 16,-1 0-1-16,-4 0 0 15,-1 3 0-15,-6-2 2 0,-1 0-2 16,-3-1 3-16,-5 0 5 15,-2 0-1-15,-3-2-1 16,-3-1-4-16,-7-3 0 16,-2 3 0-16,-8-3-2 15,2 0 1-15,-6 2-1 0,-1-2 0 16,-5-1-1-16,-3-3-35 16,-6-5-81-16</inkml:trace>
  <inkml:trace contextRef="#ctx0" brushRef="#br0" timeOffset="60987.09">10663 14804 103 0,'0'0'26'0,"0"0"-20"0,0 0-3 0,0 0 12 0,0 0 9 16,0 0-9-16,0 0-9 15,0 0-5-15,0 0 1 0,0 0 9 16,0 0 2-16,0 0-4 16,0 0-4-16,0 0-2 15,0 0 0-15,0 0-3 16,0 0 2-16,0 0-2 16,0 0 0-16,0 0 0 0,0 0 0 15,0 0 0-15,0 2 0 16,0 3 0-16,2 0 0 15,-1 0 0-15,2 1 0 16,-1 0 0-16,0-1-2 16,0 1 1-16,0-2 1 15,0-1 1-15,-1 1-1 0,2 1-1 16,0-2-2-16,1 0-7 16,0-1 0-16,2 1-3 15,-2-3 3-15,1 0 3 16,3 0 6-16,-5 0 1 0,3 0 0 15,-1 0 2-15,1 0 2 16,1-3-2-16,1-2-4 16,4-1 4-16,0-1-1 15,4-3 0-15,1-3-1 16,3 0 1-16,2-1-1 0,0-4-2 16,4 0-2-16,0-3 2 15,1 1 1-15,0-1 1 16,-3 1 1-16,-1 2 12 15,2 2-4-15,-3 1 7 16,-2 3-3-16,0 2-6 16,0 3-4-16,-4 0-2 0,0 3-1 15,-3 1 0-15,-2 3-2 16,-2 0-15-16,-5 3-49 16,-4 4-16-16</inkml:trace>
  <inkml:trace contextRef="#ctx0" brushRef="#br0" timeOffset="61635.51">10581 14877 210 0,'0'0'-12'0,"0"0"2"0,0 0 0 16,0 0 5-16,0 0 0 15,0 0 4-15,0 0 1 0,0 0 1 16,0 0-1-16,0 0 0 16,0 0-2-16,0 0 4 15,32 11-2-15,-26-1 0 16,-1 1 2-16,3 0-2 15,-2 1 0-15,2-1 1 0,-3-4-1 16,1 1 2-16,0-3 2 16,2-2 11-16,1 0-3 15,1-3-5-15,4 0-4 16,1 0-3-16,4-3 2 16,2-7-2-16,4-3 0 0,4-5 1 15,-2-2-3-15,4-4 0 16,3-2 2-16,-1-3 1 15,0 0 3-15,4-2 6 16,-1 1 5-16,0 3 3 16,-1 0-5-16,-3 4-7 15,-3 5-5-15,-3 4-1 0,-5 5 1 16,-6 4-2-16,-4 3 0 16,-4 2-10-16,-4 0-15 15,-3 0-37-15,0 3-31 16</inkml:trace>
  <inkml:trace contextRef="#ctx0" brushRef="#br0" timeOffset="65195.94">1504 13569 203 0,'0'0'-2'0,"0"0"3"0,0 0 3 15,-37-26-2-15,30 18-2 16,-2 1-2-16,0-2-2 15,0 2 1-15,-3 0-1 16,-2 0-1-16,0 4 4 16,-2-1 1-16,0 2-1 0,1 1 1 15,-3 1-2-15,0 0 1 16,0 0-1-16,1 3-1 16,-4 2 2-16,-1 2-1 15,-1 2 2-15,-1-1-1 16,-1 4 0-16,-4-1 2 0,3 3-1 15,-1 2 0-15,0 2 0 16,2 2 0-16,3-1-1 16,2 2 0-16,-1 0 1 15,4 2-1-15,1-2 2 16,1 3-1-16,1 2 0 0,1 4 0 16,2-2 1-16,-3 2 0 15,5 3 1-15,3-2-1 16,0-1 2-16,2 1 0 15,0-1-2-15,0 1 1 16,1 1-2-16,1 0 1 0,0 1 0 16,0 0-1-16,0-1 0 15,2 2 0-15,0-4 0 16,0 1 1-16,0-1-2 16,4 0 2-16,2-1-1 15,1-3-1-15,2-1 2 0,3 2 0 16,1-1 0-16,3 3-1 15,4 0 0-15,-3 4 0 16,4-3 0-16,0 1 2 16,2-1-2-16,-2-4 0 15,1-1-2-15,0-5 0 0,2-3 2 16,-1-4 1-16,4-3-1 16,0 0 1-16,-3-5 2 15,5 1-1-15,0-4-2 16,2-1 1-16,3-1-1 15,4 0 0-15,0 0 0 16,2-3 1-16,-2-3-1 0,3 2 1 16,-6 0 0-16,1 0-1 15,-5 0 0-15,-1-1 1 16,-1 1-1-16,-3-3 0 16,1-2 2-16,-5-2 8 0,3-3 1 15,-3-3-3-15,-1-3 0 16,-4-3-1-16,1-1-3 15,-2-4 0-15,0-5-2 16,-3 1 1-16,1-3-1 16,1-2-1-16,-4-2 0 0,1 0 0 15,-1-1 0-15,0-1 0 16,-4 0 0-16,-1-2-1 16,-1-2-1-16,-1 0 1 15,0-2 1-15,-2-3-1 16,1-2 0-16,2-1 1 15,-3-2-2-15,0-1 1 0,-2 2 0 16,0 6 0-16,0 5-1 16,-4 4 1-16,-8 5 0 15,-1 4-1-15,-5 5 4 16,0 1 0-16,-4 4-1 16,-3 2 1-16,3 1-2 0,-5 3 0 15,0 0-2-15,-2-1 1 16,2 3-1-16,-4 3 2 15,0 0-4-15,-2 5-6 16,-1 4-6-16,-4 0-13 16,-3 13-34-16,-3 3-27 0</inkml:trace>
  <inkml:trace contextRef="#ctx0" brushRef="#br0" timeOffset="68288.52">2991 16786 72 0,'-3'0'9'0,"1"0"12"0,0 0-9 0,0 0-1 16,2 0-4-16,0 0 0 16,0 0-4-16,0 0-1 15,0 0-1-15,0 0 1 0,4 0 1 16,0 0 1-16,6 0 1 15,1 0 1-15,0 0-1 16,3 0 4-16,-1 0-1 16,3-3 3-16,-1-3 3 15,3-1-3-15,-3 1-6 0,0 1-2 16,2-2-3-16,-1 2 0 16,-1 2 0-16,1-1 0 15,-1-2 0-15,2 2 0 16,2 1-5-16,-1-2-34 15,-1 0-10-15,-2 1-10 0</inkml:trace>
  <inkml:trace contextRef="#ctx0" brushRef="#br0" timeOffset="68529.94">3138 16813 196 0,'0'0'23'0,"0"0"-8"0,0 0-18 15,0 0 11-15,0 0-5 16,52-23 0-16,-31 12-1 16,7 2-1-16,3 0 0 15,2 2-1-15,1 0-2 16,5 0-24-16,0 1-35 0,-1-1-14 15</inkml:trace>
  <inkml:trace contextRef="#ctx0" brushRef="#br0" timeOffset="69627.03">4028 16831 82 0,'0'0'4'0,"0"0"0"0,0 0 0 16,0 0-2-16,0 0 11 16,0 0 17-16,0 0 7 0,0 0-5 15,0 0-15-15,0 0-11 16,0 0-5-16,0 0 1 15,40-8-2-15,-26 5 0 16,1 0 0-16,1 0 1 16,-5 0-1-16,2-1 0 15,-1 1 1-15,-1-1-2 0,2 0 1 16,-2-1 0-16,-2 4-11 16,1-2-33-16,-4 3-3 15,-2 0-12-15</inkml:trace>
  <inkml:trace contextRef="#ctx0" brushRef="#br0" timeOffset="69839.16">4076 16895 85 0,'0'0'-1'15,"0"0"4"-15,0 0 1 16,0 0 12-16,0 0-2 15,0 0-20-15,0 0 12 16,0 0 5-16,27-3-1 0,0-5-4 16,1-4-3-16,5 1-2 15,3-3-11-15,4-3-74 16</inkml:trace>
  <inkml:trace contextRef="#ctx0" brushRef="#br0" timeOffset="70380.57">5024 16683 135 0,'0'0'6'0,"0"0"-2"0,0 0-4 15,0 0 2-15,0 0-1 16,0 0 0-16,0 0 1 0,0 0 4 15,0 0 0-15,0 0-1 16,52-10 1-16,-32 5-3 16,2-4-1-16,1 2 1 15,0 1-2-15,1 0-1 16,-2-2 0-16,-1 1-1 0,-1 4-2 16,-5-1-9-16,-1 1-17 15,-3 0-17-15</inkml:trace>
  <inkml:trace contextRef="#ctx0" brushRef="#br0" timeOffset="70621.85">5161 16710 135 0,'0'0'4'16,"0"0"1"-16,51-20 2 16,-31 12-1-16,1 1-4 15,-2 1-2-15,2 0 1 0,-1 4-2 16,0-1 1-16,0 1-9 16,1-2-17-16,-2 1-32 15</inkml:trace>
  <inkml:trace contextRef="#ctx0" brushRef="#br0" timeOffset="71134.98">5214 16749 15 0,'0'0'4'0,"0"0"-14"0</inkml:trace>
  <inkml:trace contextRef="#ctx0" brushRef="#br0" timeOffset="71996">1572 16955 24 0,'0'0'14'0</inkml:trace>
  <inkml:trace contextRef="#ctx0" brushRef="#br0" timeOffset="73390">1357 16872 33 0,'0'0'0'0,"0"0"-5"15,0 0 2-15,0 0 3 16,0 0 0-16,0 0 10 15,0 0 28-15,0 0-15 16,0 0-5-16,-7 3-5 0,7-3-1 16,0 0-4-16,0 0-3 15,0 0-4-15,0 0-1 16,0 0-1-16,0 0 1 16,7 0 0-16,1 0-1 15,4 0 1-15,1 0 1 16,1 0-1-16,3-3 1 0,-3 1-2 15,2 0 2-15,0-1 0 16,-1 0 0-16,-1 0 1 16,-1 1-2-16,1 0 1 15,-3-1 0-15,0 2 0 16,2-2-1-16,0 3 0 0,2 0 0 16,-1 0 0-16,1 0 0 15,2 0 0-15,-1 0 0 16,3 0 1-16,0 0-1 15,1 2-1-15,-2-2 2 16,4 0-1-16,-4 0 0 0,4 0 0 16,-2 0 0-16,0 0 0 15,1 0 1-15,1 0-1 16,-3 0 0-16,4-2 0 16,-3-1 0-16,3 3 0 15,1-1 0-15,1-1 0 0,2 1 0 16,0-2 0-16,4 2 0 15,2-5 0-15,1 2 1 16,1-3-2-16,1 2 2 16,-1-3-1-16,-2 2 2 15,0-1-4-15,-2 1 4 0,1 1-2 16,-1-1 5-16,0 2 1 16,-1 0-4-16,3 2-1 15,-2-2 0-15,3 2 1 16,-1-2-1-16,-1 1 0 15,3 1-1-15,-4 1 1 0,3-1-1 16,-1 0 0-16,0 2 1 16,4 0-1-16,-3 0 0 15,1 0 0-15,1 0 2 16,-1 0 0-16,1 0 0 16,-1 0-1-16,2 0 1 0,-3 0-1 15,1 0-1-15,1 0 2 16,-1 3-2-16,1-1 0 15,1 2 1-15,0-1 1 16,3-1-1-16,0 1 0 16,3 0 0-16,-1-2 0 0,2 0 0 15,2 0 1-15,-4-1-2 16,3 3 0-16,-3-3 1 16,1 1 2-16,-3-1 7 15,2 0 2-15,4 0-6 16,0 0-2-16,3-1-1 15,0-2-1-15,3 1-2 0,-3 0 1 16,2 0-1-16,-1 2 0 16,-3 0 2-16,0 0-2 15,2 0 0-15,-6 0 0 16,4 3 0-16,-5-2 0 16,0 0 0-16,-1-1 0 0,1 0 0 15,-2 0 1-15,3 0-1 16,-1 0 1-16,0 0 1 15,-1 0 0-15,-1 0-1 16,-2 0-1-16,-3 0 2 0,0-1-1 16,-4 1 1-16,-2 0-1 15,-3 0 1-15,-1 0 1 16,-2 0-2-16,1 0 0 16,-4 2 1-16,2 2-2 15,3-1 0-15,-2-3-23 16,-4-4-89-16</inkml:trace>
  <inkml:trace contextRef="#ctx0" brushRef="#br0" timeOffset="74514.39">8258 17008 117 0,'1'-4'5'0,"-1"0"19"0,0 1-8 0,0 2-13 15,0 1-3-15,-3 0-25 16,-7 0-41-16</inkml:trace>
  <inkml:trace contextRef="#ctx0" brushRef="#br0" timeOffset="75389.03">7174 16761 6 0,'0'0'3'0,"43"0"0"0,-18 0 13 0,3 0 7 16,4-2-3-16,1-3-5 15,3 0 0-15,5 0-1 16,-1-3-2-16,5 2 2 16,-1-1-1-16,1 1-2 0,4 1 1 15,3-1 2-15,1 2-5 16,-1 2-1-16,6-1-1 16,2-1 0-16,5 1-3 15,0-2 1-15,5-1 1 16,5 0-2-16,-1-1-2 0,4 0 2 15,0-1-2-15,3 0 2 16,0 1-2-16,1 0 1 16,0 2 0-16,-1 1 0 15,-1 2-2-15,-3 2 1 0,-4 0-1 16,-2 0 1-16,-3 0 0 16,-3 0 1-16,-5 0 2 15,-4 0-1-15,-1 0 1 16,-3 1-3-16,-8 0-1 15,0 1 0-15,-5-2 0 16,-5 2-1-16,-5-2 0 0,-2 0 1 16,-6 0-1-16,-2 0 0 15,-5 0 2-15,-1 0 0 16,-5 0 0-16,0 0-2 16,-4 0 0-16,0 0-2 15,1-2-15-15,-3-2-54 0,-2-6-111 16</inkml:trace>
  <inkml:trace contextRef="#ctx0" brushRef="#br0" timeOffset="76329.32">11609 16817 66 0,'0'0'23'0,"0"0"18"0,0 0 5 16,0 0-19-16,0 0-13 16,0 0-5-16,0 0-4 15,0 0-2-15,0 0-1 16,0 0-1-16,0 0 0 0,0 0 0 15,0 0-1-15,23-12 1 16,-11 11-2-16,2 1 2 16,2 0-1-16,4-2 0 15,-2 1 0-15,6 1 1 16,1-3-1-16,-1 2-1 16,4-3 1-16,1 1 2 0,0-2 0 15,4 0 1-15,-2 1-2 16,3-2 1-16,0 3-2 15,1-1 1-15,-3 0 0 16,1 1-1-16,-2 1 1 0,-2-1-1 16,-2-1 1-16,-2 3 1 15,-4-1-1-15,2 0 0 16,-6-3 0-16,0 4-1 16,-2-2 2-16,-2 0-2 15,-1 2 0-15,-3-1 1 16,0 2-1-16,-3 0 0 0,0 0 0 15,-2 0 0-15,-2 0 0 16,-2 0-1-16,0 0-6 16,0 0-24-16,-4 3-34 15,-6 1 6-15</inkml:trace>
  <inkml:trace contextRef="#ctx0" brushRef="#br0" timeOffset="76578.62">12057 16825 158 0,'0'0'12'0,"0"0"21"0,0 0-20 0,0 0-12 15,0 0 4-15,0 0 2 16,0 0-4-16,0 0 2 15,0 0-1-15,40 0-3 16,-16-2-1-16,5-3 0 16,3 0-23-16,3-4-54 15,3-4-51-15</inkml:trace>
  <inkml:trace contextRef="#ctx0" brushRef="#br0" timeOffset="77825.06">1708 6009 223 0,'0'0'8'0,"0"0"10"0,-40-34-8 0,26 25-7 0,-4 0-1 15,-1 1-2-15,-2 2 0 16,-4-1 0-16,0 0 0 16,-1 3 0-16,-5 1-7 15,-1 3-6-15,-4 0 0 16,-1 9-1-16,-5 6 6 15,-3 5 8-15,0 10-5 0,-2 5 6 16,0 4 0-16,0 2-1 16,5 7 2-16,2 0-4 15,5 4 4-15,6 3-2 16,8 2 0-16,5 1 1 0,5 3-1 16,6-1 0-1,3-1 0-15,2 0 0 0,5-4-1 16,10 1 1-16,7-1-4 15,7-3 2-15,7-2 0 16,4-2 2-16,7-3-2 0,3-3 2 16,1-4 0-16,3-5 0 15,2-4-2-15,2-7 2 16,0-5 2-16,-1-3-1 16,4-8 1-16,1-6 1 15,4 0 6-15,1-10-6 16,2-10 2-16,2-6-3 0,1-7 0 15,-3-2-2-15,-4-7 1 16,-5-2-1-16,-5-4 1 16,-5-4 1-16,-9-3-2 15,-7-2 3-15,-8 0 8 16,-8-5 1-16,-8-2 0 0,-6-4-4 16,-4-4 1-16,-10-2 0 15,-9-3 5-15,-6-4-4 16,-6 3-5-16,-5 1-1 15,-11 3 0-15,-4 6-4 16,-10 7-3-16,-7 10 0 0,-14 14-5 16,-11 12-53-16,-19 13-86 15</inkml:trace>
  <inkml:trace contextRef="#ctx0" brushRef="#br0" timeOffset="80142.71">9531 17538 129 0,'0'0'7'0,"0"0"12"0,0 0-4 0,0 0-13 16,0 0-4-16,0 0-2 0,0 0 4 16,0 0 0-16,0 0 1 15,0 0 2-15,0 0-1 16,0 0 0-16,0 0 0 15,0 46-2-15,0-31 0 16,-2 0 0-16,2 0 0 16,0-2 1-16,0 0-2 0,0-3 1 15,0-3 0-15,0-3 1 16,2-2-2-16,2-1 1 16,1-1-1-16,5 0 3 15,2-6 3-15,1-4 2 16,5-4 0-16,2-6-2 0,2 0-4 15,3-4 2-15,2 0 0 16,0-3-2-16,-1 1 0 16,3-2-1-16,0 4 1 15,0-1 0-15,0 3-1 0,0 1 1 16,-3 3-1-16,-4 6 0 16,-5-1 0-16,-5 9-4 15,-7 4-17-15,-5 0-23 16,0 0-10-16</inkml:trace>
  <inkml:trace contextRef="#ctx0" brushRef="#br0" timeOffset="80712.5">9504 17615 7 0,'0'0'28'0,"0"0"3"0,0 0-12 0,0 0-7 16,0 0-3-16,0 0-4 16,0 0-3-16,15 37-2 0,-11-30 1 15,-1 0-1-15,2 0 0 16,-1-1 0-16,-2 1 1 16,0-3-1-16,3-2 4 15,-1-1 13-15,1-1 6 16,6 0-2-16,3-7 2 0,4-9 3 15,8-5-7-15,6-6-6 16,4-7-6-16,8-3-6 16,8-3 0-16,2-2-5 15,1-4-45-15,0-2-57 16</inkml:trace>
  <inkml:trace contextRef="#ctx0" brushRef="#br0" timeOffset="89542.33">16685 4211 49 0,'0'0'48'0,"0"0"-35"0,0 0 0 0,0 0-7 16,0 0-3-16,0 0-2 15,0 0 0-15,0 0 0 16,0 0 0-16,0 0 3 0,0 0 7 16,0 0-1-16,0 0-6 15,4-12-4-15,-3 12-3 16,1 0 1-16,1 0 0 16,0 0-1-16,4 0 2 15,-3 0 1-15,3 0 1 0,2-1-1 16,1-2 2-16,1 0 1 15,2 0-2-15,2-1 0 16,1 1 0-16,4 0 1 16,-1-1-2-16,4 1 1 15,-2-1-1-15,4 0-1 0,-1-2 1 16,-2 2 0-16,0-2-2 16,1 2 1-16,-3-2 2 15,2 2 1-15,-2 0-2 16,0 1 1-16,0 0 0 15,1 0-1-15,-3 0 0 0,2-1 3 16,2 4-3-16,-4-3 0 16,2 0-2-16,-1 2 4 15,2 0-2-15,-2 1 0 16,3-1-2-16,-3 1 2 16,4 0 0-16,-1 0 0 0,0-1 2 15,3 0-2-15,-4 0 0 16,3-3 0-16,-5 0 0 15,3 1 0-15,2-1 1 16,-3 1 0-16,4 0 0 16,3-1 0-16,1 1-1 0,2-1 1 15,2 1 0-15,-3 2 0 16,2-2-1-16,-2 1 0 16,-1-2 0-16,0 0 0 15,-2 1 0-15,0-1 1 16,-1 1 0-16,-1 0 0 15,2 2 2-15,0-1-3 0,1 0 1 16,1 1 0-16,1 1 0 16,1-2-1-16,1 0 1 15,1-1-1-15,0 0 0 16,0-1 0-16,1 2 0 0,-3 0 0 16,-1-1 0-16,-2 0 1 15,-2 2-1-15,-1-2 0 16,1 0 0-16,1 0 0 15,-3 1 0-15,3 0 0 16,2-1 0-16,0-1 1 0,0 2 0 16,-1 0 0-16,0-2 0 15,1 2-1-15,-1-2 1 16,1 1-1-16,0 0 2 16,2 0-2-16,0 1 0 15,1 0 0-15,5 2 0 16,-3-3 0-16,4 1 0 0,2 1 0 15,0 0 0-15,0-2 1 16,-3 0-1-16,2 2 0 16,-2-2 0-16,0 0 0 15,-4 0 0-15,0-1 2 16,-1 1-2-16,-3 0 0 0,0-1 2 16,-1 1 0-16,0-1-1 15,-2 2 0-15,0 0 1 16,0 0-2-16,-4 1 3 15,0-2 0-15,-4 0 1 16,1 3 1-16,-5-4 0 0,-1 4 3 16,-4-1 0-16,0-1 0 15,-3 2-3-15,1 0-2 16,-2-2-2-16,1 2 1 16,-3-1-1-16,1 1-1 15,-1 0 2-15,-1 0-2 0,0 0 0 16,-2 0-7-16,0 3-9 15,-12-1-24-15,-1-1-24 16</inkml:trace>
  <inkml:trace contextRef="#ctx0" brushRef="#br0" timeOffset="90888.43">16989 5159 60 0,'0'0'23'0,"0"0"-15"0,0 0 3 0,2 2-10 0,1-1-1 16,1 1 1-16,4 2-1 15,2-2 2-15,1 0-4 16,2 1 4-16,5-3-2 0,2 0-2 15,2 0 2-15,1 0 0 16,6 0-1-16,2-3 4 16,4-5-1-16,6 2 2 15,3-2 3-15,9 0-2 16,4 1 0-16,5 0-1 0,6 0-2 16,2 0-1-16,4 2 0 15,1 0 0-15,-1-1 0 16,2-1-1-16,-4 0 0 15,6-3 1-15,-4 0 4 0,6-1 10 16,0-1 5-16,1-2-4 16,-1 3-9-16,-2-2 0 15,-6 3-4-15,-5 3 1 16,-9 0-3-16,-8 4-1 16,-11 2 3-16,-7 1-5 15,-8 0 0-15,-13 4-25 0,-11 2-41 16</inkml:trace>
  <inkml:trace contextRef="#ctx0" brushRef="#br0" timeOffset="91557.06">17309 5905 46 0,'0'0'6'0,"0"0"15"0,0 0-7 16,0 0-4-16,0 0 3 15,0 0-1-15,0 0-2 16,0 0-6-16,0 0-5 0,0 0 1 16,0 0 0-16,0 0 1 15,7 11 0-15,10-11-1 16,2 0 2-16,2 0 0 15,3 0 2-15,2 0-3 16,3 0 0-16,1-4 1 0,4 0 0 16,2-1 1-16,1 1 0 15,4-1-3-15,2-1 4 16,3 0-3-16,-1 1-1 16,-1 0 3-16,-2 1-3 15,-5 2 1-15,-7 1-1 0,-3 0 0 16,-6 1-1-16,-3 0-2 15,-5 0-8-15,-1 0-11 16,-8 0-8-16,-3 3-59 16</inkml:trace>
  <inkml:trace contextRef="#ctx0" brushRef="#br0" timeOffset="91878.37">17433 6009 110 0,'0'0'28'0,"0"0"-3"0,0 0-13 0,0 0-7 0,0 0 0 16,42-7 2-16,-23 4-3 16,3 0-2-16,3 0-2 15,4 0 0-15,0 2 0 0,4-2 1 16,4 1-1-16,3 1 0 16,3-3-10-16,0-2-44 15,-2 1-47-15</inkml:trace>
  <inkml:trace contextRef="#ctx0" brushRef="#br0" timeOffset="95904.15">8775 6606 76 0,'0'0'3'0,"2"0"-3"0,-2 0 0 0,2 0 0 0,-2 0 2 16,0-2-2-16,0 0 1 15,0 2 0-15,0-3 8 0,0 2 0 16,0 0-1-16,0 1-5 16,2 0-3-16,-1 0 0 15,3 0 0-15,1 0-3 16,-3 1 1-16,1 3-3 16,1 3 2-16,-2-1-1 0,0 1 4 15,2-1 0-15,-3 1 1 16,1-1 0-16,2 2 1 15,-2-1-2-15,1-2 0 16,1 0 0-16,1 1 1 16,-1-2 0-16,-1-1 0 15,1 0 0-15,0-2 0 0,1-1 2 16,2 0 0-16,-3 0 4 16,5-4 6-16,-2-4-4 15,6-3-4-15,2 0-2 16,0-4-2-16,4-1 0 0,1-2 0 15,3-2 0-15,1-4 0 16,2-3 0-16,4-2 1 16,1-1 1-16,0-4 2 15,0 2-2-15,3 0 1 16,0 3-2-16,0 0 0 16,-1-1 1-16,3-1 2 0,-3 1-3 15,1 0 0-15,-1 0 0 16,-1 0-1-16,1 1 2 15,-4 0 3-15,-2 1-4 16,-2 4 0-16,-3 3 1 16,-4 3 1-16,0 4-2 0,-5 1 0 15,-1 5-2-15,-5 2 1 16,1 2-1-16,-2 1 1 16,-1 3-2-16,0 0 0 15,-1 0 0-15,-3 6-9 16,-1 4-22-16,0-2-16 0,-5 0-48 15</inkml:trace>
  <inkml:trace contextRef="#ctx0" brushRef="#br0" timeOffset="96972.54">8760 6618 45 0,'0'0'18'0,"0"0"-2"0,0 0-1 0,0 0-8 16,0 0-2-16,0 0-3 15,0 0-1-15,0 0-2 16,0 0 0-16,0 0 0 15,0 0 1-15,0 0 0 0,2 0-2 16,2 3 1-16,-1-2-1 16,1 4 1-16,-2-1 0 15,2 0-2-15,-3 2 3 16,2 1 1-16,2-2 1 16,0 1-2-16,-2 0 0 0,3-3 0 15,0 4 0-15,-2-4 1 16,4 1-1-16,-1-3 0 15,1 2 1-15,1-3 0 16,0 0-1-16,1 0 2 16,2 0 1-16,2-7 1 15,-1 0 1-15,4-3 0 0,2-3-1 16,1-1-1-16,3-3-1 16,-1-1 2-16,5-4-2 15,0-3 1-15,4-4 0 16,2-1 4-16,1-1 2 15,5-5-2-15,2 0 0 0,-1 2-3 16,1-2-1-16,1 3 1 16,-2 1-2-16,1-1 1 15,-1 5-1-15,-2 1 0 16,-4 0 1-16,-1 1 0 16,-2 3 1-16,-6 2 0 0,-5 3 2 15,-4 3-2-15,-2 3-2 16,-4 3 1-16,-4 2-2 15,-1 3 0-15,0 1-1 16,-4 3 0-16,1 0-1 0,2 0 0 16,-4 0-3-16,2 2-11 15,-2 4-10-15,0 3-8 16,-2-2 0-16</inkml:trace>
  <inkml:trace contextRef="#ctx0" brushRef="#br0" timeOffset="104766.43">17586 7097 24 0,'-9'1'2'0,"2"2"-1"0,-5-2 0 16,3 3-1-16,1-1-1 16,-2-1 1-16,4 0 0 15,-2 0 1-15,3-2 2 16,1 0 4-16,1 0 9 0,1 0 5 15,1 0-4-15,1 0-3 16,0 0-9-16,0 0-5 16,0 0 3-16,1 0 2 15,4 0-1-15,1 0-2 16,1 0 3-16,3 0 1 16,3 0-2-16,0 0 0 0,5 0-2 15,3 0-1-15,2 0 0 16,3 0-1-16,4-1 1 15,3-2 0-15,2 0 0 16,2-1 0-16,4-1-1 16,-1 0 0-16,0-1 1 0,3 2-1 15,-3-2 1-15,2 2-2 16,-2-2 2-16,1 2-1 16,-2-1 1-16,2 0 4 15,-5 1 3-15,2-1 2 16,0 0-2-16,2-1-1 0,-2 3 0 15,1-1-4-15,0-2-1 16,0 3-1-16,0 1 2 16,-1-1-3-16,-3 0 1 15,1 0 0-15,3 2-1 16,-5-1 1-16,3 1 0 0,0 1-1 16,2 0 0-16,1 0 0 15,-1-2 0-15,1 2-1 16,0-4 2-16,-2 1-1 15,0-1 0-15,2 0 1 16,1 1-1-16,3-4 0 0,3 1 1 16,-1 0-1-16,2 1 0 15,-1-1 0-15,0 3 0 16,-1-1 1-16,-2 0-1 16,-1 2 0-16,3 0 0 15,-2 0-1-15,-1 1 1 0,2-1 1 16,-3-1-2-16,1 2 2 15,0-2-1-15,0 2 0 16,3-2 0-16,0 1 0 16,4 0 1-16,-1 0-2 15,1 1 2-15,0-1-1 0,-3 2 0 16,0-2-1-16,-2 0 1 16,1 2 0-16,1-3 0 15,-2 1 1-15,1 1-1 16,4 0 0-16,0 0 0 15,0-1 0-15,4 2 0 16,1 0 1-16,1-1-2 0,-1-1 1 16,1-1 1-16,3 1-2 15,3-1 2-15,2-2 0 16,5 0 2-16,5-1 4 16,6 2-1-16,3 1-3 15,1-1-2-15,2 2-1 0,0-1 1 16,4-1-1-16,0 1 0 15,0-1 1-15,3 0-1 16,1 1 0-16,-2 0 1 16,-2-2-1-16,-1 2 0 15,0-1 1-15,-5 2-2 0,-5-1 2 16,-6 3 0-16,-4-1-1 16,-5 1-1-16,-6 0 0 15,-9 0 0-15,-4 0-29 16,-12 0-59-16</inkml:trace>
  <inkml:trace contextRef="#ctx0" brushRef="#br0" timeOffset="105666.77">17454 6947 29 0,'4'0'-19'0</inkml:trace>
  <inkml:trace contextRef="#ctx0" brushRef="#br0" timeOffset="106847.35">18777 6859 57 0,'0'0'19'16,"0"0"-7"-16,0 0-13 15,0 2-5-15,0-2-4 16,2 0-37-16</inkml:trace>
  <inkml:trace contextRef="#ctx0" brushRef="#br0" timeOffset="107459.81">19538 6906 99 0,'0'0'20'0,"0"0"0"0,0 0-13 16,0 0-8-16,0 0-15 0,0 0-22 15,0 0-42-15</inkml:trace>
  <inkml:trace contextRef="#ctx0" brushRef="#br0" timeOffset="112036.62">17519 6913 48 0,'-2'-1'24'0,"1"0"-4"0,1 1-10 0,-2 0-8 0,2 0-3 15,-2 0 0-15,-1 0 0 16,2 2-1-16,-1 1 2 15,1-1 0-15,1 0 0 16,0 0 0-16,0-2-2 0,0 0 0 16,0 0 6-16,2 0 7 15,3 0-7-15,3 0 2 16,1 0-1-16,3 0-2 16,1-4-2-16,3 1 2 15,0 1-1-15,2-2-1 16,1 1 0-16,0 0-1 0,0-1-2 15,-5 1-37-15</inkml:trace>
  <inkml:trace contextRef="#ctx0" brushRef="#br0" timeOffset="112258.16">17517 6943 85 0,'0'0'3'0,"0"0"3"15,0 0 2-15,0 0 15 16,0 0 18-16,0 0-12 0,0 0-11 16,0 0-3-16,-14 7-15 15,27-7 3-15,1 0-7 16,5 0-5-16,3-1-17 16,1 1 0-16,-1-3-12 15,2 0-3-15,0-1-43 16</inkml:trace>
  <inkml:trace contextRef="#ctx0" brushRef="#br0" timeOffset="113676.11">7845 5976 81 0,'0'0'4'0,"0"0"-5"0,0 0 1 16,0 0 1-16,0 0 2 15,0 0 3-15,0 0 2 16,0 0 0-16,0 0 5 15,0 0-10-15,0 0-2 0,0 0-5 16,0 0-2-16,0 0 3 16,0 2 0-16,0 0 1 15,0 0 2-15,0-1 0 0,0 1 0 16,0-1 0-16,0 3-1 16,1 1 1-16,1 0 0 15,2 1 1-15,0-1-1 16,-1 0 0-16,1-1 0 15,1-4-1-15,-1 0 1 16,0 0 1-16,1 0 1 0,2-9 4 16,5-2 5-16,2-6 1 15,7-3-3-15,2-2-6 16,3-3 0-16,7-3 0 16,-2-2-1-16,4 0 3 15,0 1 3-15,-5 0-4 16,3 0-2-16,-6 4-2 0,-3 5 0 15,-4 3-2-15,-6 8-21 16,-8 5-39-16</inkml:trace>
  <inkml:trace contextRef="#ctx0" brushRef="#br0" timeOffset="114345.88">7839 5918 39 0,'0'0'11'0,"0"0"-5"0,0 0-5 0,0 0-1 16,0 0 0-16,0 0-1 15,0 0 1-15,0 0 1 16,0 0 0-16,0 0-1 16,0 0 1-16,0 0 0 0,4 23-1 15,-2-21 2-15,1 1 0 16,1 0 0-16,0 0-2 16,1-2 0-16,4 1 1 15,-2-2 1-15,2 0 0 16,5-3 1-16,2-7 5 15,3-6-2-15,1-1 0 0,6-3-1 16,6-4-1-16,3-6-1 16,6-1-1-16,-1-3-2 15,0-4 0-15,-2 2-1 16,-2-1-39-16</inkml:trace>
  <inkml:trace contextRef="#ctx0" brushRef="#br0" timeOffset="114781.48">7839 5926 66 0,'0'0'22'0,"0"0"-3"0,0 0 6 0,0 0-6 16,0 0-5-16,0 0-4 16,0 0-7-16,0 0-3 0,31-41 1 15,-12 28-1-15,7-2-1 16,5-2-10-16,4-6-44 15</inkml:trace>
  <inkml:trace contextRef="#ctx0" brushRef="#br0" timeOffset="115979.84">15985 8285 136 0,'0'0'8'0,"0"0"14"0,0 0-8 0,0 0-3 0,0 0 1 16,0 0-1-16,0 0-13 15,0 0-2-15,0 0 4 16,0 0 2-16,27-5 0 15,-11 0-1-15,-1 0 0 16,2-1 1-16,1-1-1 0,3 0 0 16,-1 1 0-16,1 0-1 15,-1 1 0-15,-1 3-5 16,-5-2-56-16,-7 4-42 16</inkml:trace>
  <inkml:trace contextRef="#ctx0" brushRef="#br0" timeOffset="116157.55">16047 8318 137 0,'0'0'3'0,"0"0"-3"15,0 0 0-15,0 0 0 16,0 0 0-16,0 0-4 0,0 0 2 16,0 0 2-16,5 24 5 15,11-24 0-15,7-4-1 16,8-9-2-16,6-4-2 15,4-4-51-15</inkml:trace>
  <inkml:trace contextRef="#ctx0" brushRef="#br0" timeOffset="116834.44">18109 5815 96 0,'0'0'4'0,"0"0"-1"0,0 0-3 0,0 0-1 16,0 0-10-16,0 0-2 16,0 0 7-16,0 0 6 0,0 0 0 15,0 0-49-15</inkml:trace>
  <inkml:trace contextRef="#ctx0" brushRef="#br0" timeOffset="117474.23">19505 4729 78 0,'0'0'4'0,"0"0"5"0,0 0 10 0,0 0-5 0,0 0 9 16,0 0-3-16,0 0-15 16,0 0-12-16,0 0 7 0,0 0-4 15,5 0 5-15,-5 3-1 16,1 3 1-16,5-2 1 15,3-4-1-15,7 0 13 16,7-6 23-16,6-5-15 16,13-5-14-16,8-4-5 0,6-1-1 15,7-2 0-15,2-4-11 16,3-2-92-16</inkml:trace>
  <inkml:trace contextRef="#ctx0" brushRef="#br0" timeOffset="118806.49">16768 8338 111 0,'0'0'10'0,"0"0"8"0,0 0-11 0,0 0-8 0,0 0-3 16,0 0-1-16,0 0 3 15,0 0 1-15,0 0 0 16,0 0 2-16,0 0-1 16,0 0 1-16,0 0-1 0,24 0 0 15,-12 0 1-15,1 0-1 16,3 0 0-16,1 0-1 15,-1 0 1-15,1-2-1 16,-2 1 2-16,-2-2 3 16,2 2 4-16,1-2 0 15,4 2-4-15,2-1-3 0,4 1 0 16,4-1-1-16,6 1 0 16,-4-1 0-16,3-2 0 15,-2 0 1-15,1-3-1 16,0 4 0-16,3-3 0 15,1-1 1-15,5 0 2 0,0 1-1 16,4 0-2-16,1 1 1 16,-2-1-1-16,0 2 0 15,-1 3 0-15,-5-2 0 16,0 0 2-16,1 0 4 16,-2 1 6-16,0-2-2 0,2 0-6 15,-1 1-1-15,-1-1-3 16,1 3 1-16,-1-1 1 15,-3-1-2-15,1-1 0 16,-1 3 0-16,-2-2 1 16,2-1 1-16,-5 2 2 15,1-1-1-15,1-1 0 0,-1 1-2 16,0-1 0-16,2 1-1 16,1-1 1-16,-1 1-1 15,-3 0 0-15,-1-1 0 16,-3 3 1-16,-2 0-2 15,-1-3 2-15,-5 4-1 0,2-3 1 16,-3 1 0-16,0 0 3 16,2-1 1-16,-3 1-3 15,2 0 2-15,0-1 1 16,-3 1-1-16,-3 1 2 16,-5-1 1-16,0 0-1 0,-4 2 0 15,-1 0 2-15,-3 0 10 16,2 0-8-16,-2 0-7 15,2 0-6-15,-1 2-1 16,2 0-22-16,0-2-71 16</inkml:trace>
  <inkml:trace contextRef="#ctx0" brushRef="#br0" timeOffset="119717.18">20236 6738 97 0,'0'0'5'0,"0"0"-4"0,0 0 6 0,0 0-4 16,2 0 5-16,1 0 5 0,2-2-2 16,2 0-2-16,3 2-4 15,0 0-4-15,4 0-1 16,0 0 1-16,4 0-1 16,-3 0 0-16,2 0 1 15,1 0-1-15,3-3 0 0,-2 1 0 16,3-1 0-16,0-1 1 15,2 2 1-15,0-1-2 16,0 1 0-16,-2 0 0 16,-2 2-3-16,-1 0-9 15,-4 0-8-15,-6 0-6 0,-5 0-20 16</inkml:trace>
  <inkml:trace contextRef="#ctx0" brushRef="#br0" timeOffset="120059.54">20384 6801 34 0,'0'0'23'0,"0"0"-1"16,50-1-2-16,-31-2-3 16,3-1-6-16,1 2 0 0,-2-1 1 15,2 3-3-15,-4-4-3 16,0 4-1-16,-5 0-4 16,-4 0-1-16,-2 0 0 15,1 0 0-15,-5 0 1 16,-2 0-2-16,1 0 1 15,-1 4-1-15,2 1-9 0,-2-3-12 16,-2 0-7-16,0-2-34 16</inkml:trace>
  <inkml:trace contextRef="#ctx0" brushRef="#br0" timeOffset="121070.49">20548 7940 92 0,'0'0'23'0,"0"0"-3"0,0 0-17 0,0 0-2 0,46-4 1 16,-23 1 2-16,0 2 0 16,3-3 5-16,3 0 7 15,2 0-2-15,2-1-3 16,1-1-6-16,-1 3-3 16,-1 0 0-16,-2 2-2 0,-2-1 1 15,-4 1-1-15,-3 1 0 16,-4 0 0-16,1 0 0 15,-5 0 0-15,-1 0 0 16,-4 0-3-16,0 0-16 0,-4 1-17 16,-3 2-18-16</inkml:trace>
  <inkml:trace contextRef="#ctx0" brushRef="#br0" timeOffset="121439.95">20684 8027 110 0,'0'0'29'0,"0"0"-5"15,0 0-19-15,0 0-8 16,0 0 4-16,0 0 6 15,0 0 0-15,0 0 6 16,0 0-4-16,41-1-3 16,-20-1-4-16,3-1-2 0,3 2 1 15,2-2-1-15,2 0 0 16,-4-1 0-16,2 1 2 16,-4-1 3-16,2-1 1 15,-4 3-3-15,-1 0-1 16,0 1-2-16,-1 1 0 0,-5 0 0 15,-3 0-1-15,-2 0-11 16,-6 3-27-16,0-2-10 16,-3-1-63-16</inkml:trace>
  <inkml:trace contextRef="#ctx0" brushRef="#br0" timeOffset="122031.6">21607 7628 47 0,'0'0'54'0,"0"0"-21"0,0 0-12 0,0 0-13 0,0 0-6 16,0 0-1-16,0 0-2 16,0 0 1-16,0 0 0 15,0 0 0-15,0 0 0 16,21 11-17-16,-21-5-17 0,0-6-29 15</inkml:trace>
  <inkml:trace contextRef="#ctx0" brushRef="#br0" timeOffset="122992.52">18214 8142 158 0,'0'0'12'0,"0"0"22"0,0 0-19 0,0 0-6 16,0 0-6-16,0 0-5 15,0 0 0-15,0 0-3 16,0 0-8-16,0 0-12 16,0 0-19-16,0 0-4 0</inkml:trace>
  <inkml:trace contextRef="#ctx0" brushRef="#br0" timeOffset="123567.61">20978 7391 25 0,'0'0'-8'0,"0"0"-2"0</inkml:trace>
  <inkml:trace contextRef="#ctx0" brushRef="#br0" timeOffset="124378.23">20978 7391 7 0,'0'0'33'0,"0"0"-2"16,-15-37-5-16,7 31-11 0,-2-1-6 15,1 1-7-15,-2 3-1 16,-1-1 0-16,-1 1-2 15,-3-1 0-15,1 1 1 16,-2 0 7-16,1 1 5 16,-1-3-5-16,0 4-2 15,-3 1-1-15,-1-3-4 0,-3 3 1 16,0 0-1-16,-2 0 1 16,0 0-1-16,1 0 0 15,-1 0-1-15,1 0 0 16,0 0-3-16,-1 4 3 0,-1 2-1 15,0 1 4-15,0 3-1 16,-1 0-1-16,3 1 0 16,0 4 0-16,0 0 0 15,2-1 0-15,4 5 0 16,-3-1 0-16,3 5-1 16,2-2 2-16,-1 5-1 0,3-1 0 15,1 3-1-15,4-2 2 16,2 1 0-16,1-1-2 15,3-2-1-15,4-3 2 16,0 0 0-16,0-3-1 16,3-1 1-16,6-2-1 0,4 0 3 15,0-1-1-15,4 1 0 16,4 0 2-16,-2 0-2 16,6 2 0-16,-4-2-1 15,0 0 1-15,0 1-1 16,2-2 1-16,-1-1-1 0,-2-2 0 15,4-1 1-15,3-3-1 16,1 1 1-16,1-5 1 16,3 2-1-16,0-4 0 15,0 0-1-15,-1-1 0 16,2 0 1-16,-1 0 1 16,0 0-2-16,2-1 1 0,-3-3-1 15,0-1 1-15,1 0-1 16,-3-2 0-16,0 0 0 15,0-3-5-15,-1 0-1 16,2 0 5-16,0-3 2 0,-1-2-1 16,0 0 0-16,0 1 1 15,-5-3 2-15,-1 3 2 16,-1 1-3-16,-6-3 0 16,-1 2 2-16,-4 0 2 15,-3 1 5-15,-2-1 2 0,-1-1-2 16,-1 0 1-16,2-3-4 15,-4-1-2-15,0-2-1 16,0-2-1-16,-2-1 0 16,0 0 5-16,0-2-2 15,-6 2-3-15,-4 4-3 16,-4 1-3-16,-2 4-1 0,-9 5-3 16,-6 2-22-16,-4 2-45 15,-6 2-46-15</inkml:trace>
  <inkml:trace contextRef="#ctx0" brushRef="#br0" timeOffset="127454.6">15949 8744 20 0,'-1'0'62'0,"1"0"-44"0,-1 0-1 0,1 0-4 0,0 0-6 16,0-1-5-16,0 0-1 16,0 1-1-16,0-2 0 15,0 0 0-15,0 2 1 16,0-1-1-16,0-2 1 16,0 2 1-16,0-1 2 15,-4-2 14-15,0 3-1 0,0-3-10 16,-2 2-2-16,0-1-2 15,1 0-3-15,-2 2 0 16,1-1 0-16,-5 1 0 16,1-3-2-16,0 2 1 15,-4-1 1-15,1 1 1 0,-1 0 2 16,1 1-4-16,-1 0 6 16,1 0-2-16,-1 0 0 15,1 1-2-15,2 0 0 16,-3 0 0-16,2 0-1 15,2 0 1-15,-1 0-1 0,0 0 0 16,-3 4-1-16,1 2 2 16,-3 1-2-16,-3 0 1 15,0 0-4-15,-3 3 4 16,4 3 4-16,-4-2-4 16,3 2 2-16,0-1-2 15,-3 2 1-15,4-3-1 0,-3 3 0 16,1 0-1-16,0-1 2 15,2 1-4-15,1-1 3 16,-3 3 2-16,4-1-1 16,3 0 1-16,-1 3 0 15,1-1-2-15,1 0 2 0,-2 1-1 16,4-2-2-16,-4 1 2 16,1 0-1-16,2 2 0 15,-3 1 1-15,3 0-1 16,-2 1 1-16,4 0-2 15,0-1 3-15,1-2-2 0,2-2 0 16,-1 0 1-16,3-4-1 16,2 0 1-16,0-5-2 15,2 3 3-15,0-3-2 16,0 3 3-16,0-3-2 16,2 2 2-16,3-1-2 0,3 3 0 15,-2 1 1-15,2-1-1 16,-1-1 1-16,1 0-1 15,-3 2-1-15,4-1 0 16,-3-3 0-16,3 2 0 16,1 0 0-16,-1 0-5 0,2-1 5 15,3 0 0-15,-1 0 1 16,3-2 1-16,-1 2 0 16,-1-2-2-16,0 0 2 15,0-2-2-15,2 1 2 16,0-1-1-16,1-1-1 0,1-1 1 15,4 1-1-15,0 0 1 16,3-1 0-16,2 1-1 16,1-1 1-16,-1-1 0 15,-1-1-1-15,-1 2 0 16,1-2 0-16,-5 1 1 0,0-2-1 16,4 0 0-16,-1 0 0 15,4 0 1-15,3 0 0 16,0 0 0-16,1-3-1 15,1 0 0-15,-2 0 1 16,-2 2-2-16,1-3 2 0,0-1 0 16,2 2 4-16,0-2-1 15,5 3-2-15,1-1 0 16,1-1-2-16,2 1 2 16,2-1-2-16,2 1 1 15,-3 0-1-15,-1-1 0 16,-5 3 0-16,0-2 1 0,-4-1-1 15,0 1 2-15,1 0 1 16,3 0 0-16,1-1-1 16,5 1 1-16,2 0-3 15,1 0 1-15,-1 2-1 16,1-1 0-16,0 2 0 0,-6 0 0 16,5 0 1-16,-4 0-1 15,-2 0 0-15,2 0 0 16,1 0 1-16,1 0-1 15,5-2 1-15,1-3 0 16,5 1 0-16,4-3-1 0,1 2 2 16,1-3-2-16,-6 3 0 15,-1 0 0-15,-1 2 1 16,-4-2-1-16,1 2 0 16,-2-1 0-16,1-2 0 15,-2 2 1-15,2-1-1 0,1-4 0 16,-4 1 0-16,2 1 2 15,-1-1-2-15,-1-2 0 16,-3 2 1-16,-3 0-1 16,-7 0 0-16,-2 2 1 0,-4-1 0 15,-5 0-1 1,0 0 1-16,-3-3 0 0,0 1-1 16,0-1 0-16,-1-3 1 15,0 1-1-15,-3-4 0 16,0 2 1-16,-3-2-1 15,-2-2 0-15,-4-2 0 0,-2 1 1 16,-2-2 0-16,0 1-1 16,0-1 1-16,-1 0 3 15,-2-1-1-15,-1 4-1 16,-2-3-1-16,1 0-1 16,0 2 1-16,-2-1-1 0,1 1 1 15,-4-2-1-15,-1 0 1 16,-1 1 0-16,-1 2-1 15,-4-1-1-15,1 2 7 16,-1 0-3-16,-3 6-2 0,3-3-5 16,-4 5 1-16,-1 0 1 15,0 2 1-15,-1 0-2 16,-4 3 4-16,0-2-4 16,0 2 8-16,0 0-5 15,0 1 2-15,1 1-1 16,-1 0-1-16,0 0 0 0,-1 1 0 15,0-1 0-15,-3 1 0 16,-2 0 0-16,-1-1 0 16,-1 2 0-16,1-3 0 15,-3 3 0-15,1 0-1 16,1 0 0-16,-2 0 1 0,3 0-1 16,-3 0 1-16,1 0 0 15,2 0 0-15,-1 0 0 16,0 0 1-16,-2 3-1 15,0-2-1-15,2 1 1 16,-5 1-2-16,6-2 3 0,-1 3 0 16,3-2-1-16,-1 1 0 15,2 0 0-15,-1-2 1 16,1 0-1-16,0 2 0 16,0-3 0-16,3 2 0 15,-3-1 0-15,2 1 0 16,0-1 0-16,-1 2 0 0,0-2 0 15,1 2 1-15,-1 0-1 16,1-2 0-16,0 1 0 16,2-1 0-16,1 2 0 15,-1-2 0-15,2 2 0 16,0 0 0-16,0 0 0 0,1 1 0 16,0-1 0-16,-2 1 0 15,1-2 0-15,-1 0 0 16,0 0 0-16,2 1 0 15,-3-1 0-15,0-1 0 16,0 1 0-16,-2 1 0 0,4-1 0 16,-2-1 0-16,0 2 0 15,1-3 0-15,-2 3 1 16,-2-2-1-16,-3 1 0 16,0-1 3-16,-3 2-6 15,1 1 6-15,-4-1-8 16,1 1 10-16,2 2-5 0,-3-2 0 15,2 3 0-15,3 2 0 16,-1 0 0-16,3 2 0 16,-2 0 0-16,3 2-12 15,2-5-62-15</inkml:trace>
  <inkml:trace contextRef="#ctx0" brushRef="#br0" timeOffset="128528.52">18915 9020 19 0,'-4'0'15'0,"2"0"20"0,0 0-9 16,0 0-5-16,1 0 0 0,-1 0 0 16,2 0-1-16,-2 0 1 15,0 0-6-15,2 0-4 16,0 0-7-16,0 0-2 15,0 0-2-15,0 0 0 16,0 0 1-16,0 0-2 0,0 1 1 16,0 2 1-16,0 1-1 15,0 3 0-15,0-2 2 16,0 2-2-16,0 0 0 16,0 0 0-16,0-1 0 15,4 1 0-15,1-2-5 0,0 1 4 16,1-2 1-16,5 0 1 15,-6-2 1-15,3 1 1 16,-1-2-2-16,4-1 0 16,-3 0 1-16,3 0 0 15,2-4 0-15,1-2 0 0,2-4 1 16,0 0-2-16,2-2 1 16,-1-3 0-16,6-2 1 15,2-3 3-15,2-2-3 16,5-4-3-16,3 0 1 15,3-2 0-15,3-3-1 16,-1 4 1-16,0-1-1 0,-3 3 0 16,-5 0 0-16,-3 3 0 15,-5 1 0-15,-3 4 0 16,-2 3 0-16,-3 2 1 16,-3 3-1-16,-4 1 0 0,-1 4-1 15,-4 4-8-15,-4 0-17 16,-1 0-49-16,-12 7 15 15</inkml:trace>
  <inkml:trace contextRef="#ctx0" brushRef="#br0" timeOffset="129403.82">18875 9049 107 0,'0'0'17'0,"0"0"14"0,0 0-4 16,0 0-16-16,0 0-6 15,0 0-4-15,0 0-1 16,0 0-1-16,0 0 1 0,0 0 0 16,0 0-3-16,0 0 1 15,0 0 2-15,0 2 0 16,0 5 0-16,0 2-1 15,0 0 2-15,0 1-2 16,0-2 2-16,0-1-1 16,2 0 0-16,-1-2 0 0,3 0 2 15,0-1 1-15,2-1 0 16,0-2 0-16,1 1 1 16,3-1 0-16,-1-1-2 15,2 0 0-15,0 0 0 16,3 0 1-16,-1 0-1 0,1 0-2 15,-1-4 1-15,3-4 0 16,-2 1 0-16,2-2 1 16,1-3-1-16,3-2 4 15,5-1 1-15,-1-3 2 16,9-3-5-16,6-2-2 0,3-1-1 16,4-4 1-16,0-1-1 15,4-1 0-15,0-1 0 16,-4 0 0-16,-1 0 0 15,0 1 1-15,0-1-1 16,-1 4 1-16,-3 0 2 0,-3 5 6 16,-6 3 4-16,-7 3-4 15,-5 7-4-15,-9 2 2 16,-3 2 3-16,-5 3 6 16,-2 2 4-16,0 0-15 15,-1 0-7-15,0 2-7 16,0 5-12-16,-2-5-35 0,-7-2-101 15</inkml:trace>
  <inkml:trace contextRef="#ctx0" brushRef="#br0" timeOffset="144373.6">13324 6739 0 0,'4'-3'21'0,"-2"0"-13"0,2 1 0 0,-3 1 2 0,0 0 3 16,-1-1 8-16,0 2-7 16,0-1 1-16,0-2-4 15,0 2 3-15,0-1 0 0,0 0-2 16,0 1-1-16,0 1-4 15,0-1-3-15,0 1-4 16,0 0-3-16,0 0 2 16,1 0 1-16,3 0 0 15,-2 0-1-15,3 4 0 0,-3-1-1 16,0 1 0-16,3 2 0 16,-1-1 1-16,-1 1-1 15,3 1 1-15,-1-1 0 16,2 1 1-16,-1 0-1 15,-3 0 1-15,1 0-2 16,0 1-2-16,-1 0 2 0,1-1 0 16,1 0 1-16,-1 3 2 15,-1-1-1-15,3-2 2 16,-4 1-2-16,2-1 1 16,-1-1-1-16,4-3 0 15,-5 3 1-15,1-5-1 0,1 2 1 16,0-2 0-16,0 1 1 15,0-2 0-15,1 0 0 16,1 0 1-16,2-2 0 16,-1-3-1-16,3-4 0 0,2-1 3 15,1-4-2-15,1-3-1 16,3-1 1-16,1-4-1 16,5-2 2-16,-1 0 0 15,0-3 0-15,4 0 3 16,0 4-1-16,1-2 1 0,-3 2 0 15,-2 0-2-15,-1 3-2 16,-3 2-1-16,-1 2-1 16,-5 2 1-16,1 1-1 15,-2 2 1-15,-2 3-1 16,0 3 0-16,0 4-2 16,-5 1-18-16,-2 0-31 0,-2 9-28 15</inkml:trace>
  <inkml:trace contextRef="#ctx0" brushRef="#br0" timeOffset="145169.9">13405 6781 44 0,'0'0'22'0,"0"0"-21"0,0 0-1 0,0 0 6 15,0 0-1-15,0 0 1 16,0 0-2-16,0 0-1 16,0 0 1-16,0 0-3 15,10 40-1-15,-10-29 1 16,2 1-1-16,-1-2 0 0,3 0 0 16,0-2 0-16,0-1 0 15,-1 2 2-15,4-4-2 16,-2 1 1-16,1-2 0 15,0-1 0-15,-2-3 0 16,3 0 2-16,0 0-1 0,2 0 0 16,-2 0 1-16,4-7-1 15,1-3 2-15,1 0-2 16,3-1 0-16,-1-3 0 16,3-2 1-16,0-1 1 15,0 0-1-15,4-3 0 0,-2-1 0 16,5-3 11-16,1-1-10 15,2 0-2-15,0 1-1 16,-1 0 2-16,0 1-3 16,-5 0 2-16,1 1-1 15,-1 1 2-15,-5 0 2 0,1 1 3 16,1 2-1-16,-6 2-3 16,0 5-1-16,-4 1-3 15,0 3 1-15,-6 4 0 16,0 3-1-16,-3 0-20 15,0 7-26-15,-6 3 12 0,-6 3-60 16</inkml:trace>
  <inkml:trace contextRef="#ctx0" brushRef="#br0" timeOffset="145752.82">13390 6811 22 0,'0'0'2'0,"0"0"7"0,0 0 2 16,0 0-2-16,0 0-2 15,4 36-3-15,-4-26-2 16,0 0-1-16,0-2 1 15,0 2-2-15,0-4 0 16,1 2 0-16,3-4 0 16,1 1 0-16,4-3 2 15,2 0 1-15,-1-2 0 0,3 0 4 16,2 0 0-16,3-6 1 16,-1-4-3-16,1-3 1 15,3-5 1-15,-1-2 1 16,2-3 5-16,3-2 2 0,-2-4 0 15,0-1 15-15,4-2-6 16,0 1-20-16,2-2 4 16,-2 2 2-16,0 1-1 15,-2 1 3-15,-3 4-5 16,0 4-2-16,-3 3-3 0,-2 7-1 16,-1 6 0-16,-6 1-3 15,-5-2-103-15</inkml:trace>
  <inkml:trace contextRef="#ctx0" brushRef="#br0" timeOffset="196245.18">10119 3314 129 0,'0'0'10'0,"0"0"33"0,0 0-19 0,0 0-12 0,0 0-4 16,0 0 2-16,0 0-7 16,0 0-2-16,0 0-1 15,0 0 0-15,8-12-1 16,-5 12 1-16,3 1 0 0,0 3-2 15,0 2 2-15,0 1 0 16,0 0 1-16,1-2-1 16,-2 0 1-16,2-1-2 15,-2-2 2-15,3-2 0 16,-3 0-1-16,6-3 3 16,-3-7 2-16,4-6 5 0,4-2-1 15,1-5-2-15,3-2-2 16,3-4 1-16,1-5-1 15,3-3 0-15,2-4-1 16,-2 1 2-16,2-2-3 16,-2 1 1-16,2 2 0 0,-4 4-2 15,2 6-1-15,-3 5-1 16,2 6 0-16,-3 6 0 16,-6 4-11-16,-11-1-105 15</inkml:trace>
  <inkml:trace contextRef="#ctx0" brushRef="#br0" timeOffset="-207528.93">2113 8196 101 0,'0'-3'3'0,"0"-4"1"0,0 4-3 0,0-1 0 16,0 1-1-16,0-1 3 0,-4 2 6 15,0 1 10-15,0 1 5 16,-2-2-9-16,1 2-3 15,1 0-6-15,-1 0-4 16,1 0-1-16,-5 2-2 16,4 3 1-16,-4 1 0 15,-2 0 0-15,0 2 1 16,-2 1-1-16,1-3 0 0,-1 2 0 16,-1-1 1-16,1 0 1 15,0 2-1-15,1-2 3 16,-1 3-2-16,0 1-1 15,4 1-1-15,-4 0-1 0,1-3 2 16,3 4-1-16,1-2 1 16,-2-1-1-16,3 0 0 15,1-1 0-15,2 2 0 16,-3-2 0-16,2 0 0 16,1-2 0-16,1 2 0 0,-1-2 0 15,2 2 0-15,2-2 0 16,-2 3 0-16,-2 1 0 15,1 2 1-15,1 1-1 16,-3 0 0-16,0 2-1 16,1-1 2-16,2 1-1 15,0-2-1-15,2-1 0 0,0 0 0 16,0-3 1-16,2 1 1 16,2-4-1-16,1 0-1 15,2 0 2-15,-3 0 0 16,1-1-1-16,1 1 0 15,-2 2 1-15,1 0-1 0,2 0 0 16,-2 1 0-16,-1 0 0 16,0-1 0-16,1-1 0 15,-1 1 0-15,3-2 0 16,-2 0 0-16,-1 0 1 0,3 0-1 16,-3 2 0-16,2-1 0 15,0-1 1-15,0 0-1 16,-1-1 0-16,1 0 0 15,-2-1 0-15,1-2 0 16,2 2 0-16,-4-1 0 0,3 1 1 16,0-2-1-16,1 2 0 15,0-1 0-15,2 0 0 16,-3 0 1-16,1-2-2 16,0 1 2-16,0 0-1 15,0 1 1-15,-1-1-1 16,0 1 0-16,4 0 0 0,-6-2 0 15,5 0 0-15,0 3 0 16,0-3 2-16,0 1-2 16,-2 1 0-16,6-1 0 15,-4-1 0-15,0 2 0 0,1-2 0 16,2-1 0-16,-1 2-2 16,3-2 4-16,-1 1-2 15,-1-1 1-15,-1-1-4 16,-2 0 5-16,4 0 0 15,-2 0 0-15,0-3 0 16,1 2 0-16,1-3 1 0,-1 2-1 16,0-1-1-16,0 0 0 15,1 2-1-15,-2-1 0 16,1 0 0-16,1 0 0 16,-2 0 1-16,1 0-2 0,0-1 1 15,1-1 1-15,1 1-1 16,3-5-1-16,-6 0-1 15,3 1 4-15,0-1-2 16,-2-1 2-16,1 1-2 16,0-3 1-16,-2-1 1 15,3 1 0-15,-1-2 0 16,1-1 1-16,-1 1-1 0,1-3 0 16,1 2-2-16,-4 0 0 15,1 0 1-15,-4 1-1 16,1-1 0-16,-1 0 1 15,-2-1 0-15,-1 1 6 0,3-1 1 16,-4-1-2-16,4 0-1 16,-4 1 0-16,1 0-1 15,-1 3-3-15,-2-1 0 16,0 2 0-16,0 2 0 16,-2-2 2-16,0-1-1 15,0 2 3-15,0-1 0 0,0 2-2 16,-4-4 0-16,0 2-2 15,1 0 1-15,-3-2-1 16,0 0 0-16,0 1 1 16,0-1 0-16,-1 0 1 0,-3-3 0 15,2 4-2-15,1-2 1 16,-1-1-1-16,-1 4 0 16,-3-3-1-16,1 4 1 15,0-2-1-15,-2 1-3 16,0 2 3-16,1 1 1 15,1 2 0-15,-3 1 1 0,1 0-1 16,0 0-2-16,-1-1 2 16,1 3-1-16,-1-1 1 15,1 0 0-15,-3-1-1 16,1 1 0-16,1 1 1 16,-1 2-2-16,-1-1-1 0,-1 1 0 15,0 1 1-15,0 0 1 16,1 0 0-16,3 0 0 15,-3 3 0-15,3 1 1 16,1 2-1-16,1 2 0 16,0 2-2-16,-2 6-8 0,0 2-35 15,-4 2-3-15,-2-4-56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3:09:01.7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1303 15390 79 0,'0'0'21'0,"0"0"-9"0,0 0-3 15,0-2 0-15,3 2 2 16,-3-1-3-16,0 1 4 0,2-3 10 15,-2 3-2-15,0 0-6 16,0 0-9 0,0 0-2-16,0-2 6 0,0 2-3 0,0 0-4 15,0 0-1 1,0 0 3-16,0-1 1 16,0 1 0-16,0-2 0 0,0 1-2 15,-2-2 1 1,-3 3-2-16,0-1 2 0,1 0-1 0,0 0-2 31,0 1 3-31,-1 0-1 0,-2 0 0 16,2 0-1-16,1 0 0 15,0 1-1-15,-3 3-1 16,3 0-1-16,-2-1 2 16,2 3-1-16,-2-1 0 15,2-1 0-15,-1 2 0 0,1 0 1 0,0-1-1 16,0 1 0-1,2 1 0-15,-2-2 0 16,0 2 2-16,3 0-4 16,-1 0 4-16,0-1-2 0,0-1 0 15,0 2 0-15,2-1 1 16,0-2-2-16,0 2 2 16,0 0-2-16,0-1 2 15,2 0-2-15,2 0 2 16,-1-2 2-16,3 0-3 15,-2 3 1-15,4-2-1 0,-2-1 1 16,1 1 0-16,1-1-1 16,2 0 0-16,-3-1 0 15,3 1 1-15,2-3-1 16,1 0 0-16,-2 0 0 0,5 0 0 16,-1 0 0-16,-1 0 2 15,-1-1-2-15,-1-2 0 16,-3-1 1-16,-1 1 0 15,-3-3 1-15,2 3 0 16,-3-2 7-16,-1-1-1 0,-1 2-2 16,2-1 0-16,-4-2-1 15,2 0-2-15,-2 1-1 16,0 0 2-16,0-2 4 16,0 0 2-16,0 0-3 0,-2-1-2 15,0 2 1-15,0 0-2 16,-3-2-3-1,3 3-1-15,0-1 0 0,0-1 0 16,-3 1 2-16,2 0 0 16,-1-1 4-16,2 1-2 0,-3-1-2 15,1 1-4-15,0-2-1 16,-4 2 3-16,2 0 0 16,-3 1 0-16,1 1 1 0,-2-2-2 15,1 3 6 1,1-1-1-16,-1-1-3 0,0 2-1 15,2 0-1 1,0 0 3-16,1 1 8 0,-2 0-8 16,4-1-1-16,-2 1 0 0,1 0-1 15,-1 0 1 1,0 2 1-16,2-2-3 16,-2 3-1-16,1-1 2 0,-1-1 0 0,-1 2 0 31,0-1-2-31,0 1-3 0,1 0 6 15,-3 0-2-15,0 0 4 0,0 0-3 0,0 0 0 16,0 0 0 0,0 0-2-16,1 4 2 0,3 0-1 15,1-1-10-15,0 1-7 16,4 2-24-16,0-3-5 0,6-3-43 16,5 0-66-16</inkml:trace>
  <inkml:trace contextRef="#ctx0" brushRef="#br0" timeOffset="1042.99">1554 15256 100 0,'0'0'24'0,"0"0"-3"0,0 0-5 0,0 0 14 16,0 0-7-16,0 0-6 0,0 0 0 16,0 0-8-16,0 0-2 15,0 0-3 1,0 0-4-16,0 0-2 0,0 1 1 16,0 4 0-16,0-1 1 0,0 3 0 15,-2 1 1-15,2 0-2 31,-3 0 2-31,1 1 0 0,0 1-1 16,1 0 2-16,-1 1-2 16,2 2 1-16,-2 1 0 15,0 0-1-15,2 0 0 16,-2 2 1-16,2-2 0 0,0-2 1 0,0 2 0 16,0-3 0-16,0-2 0 0,2-2 1 15,0 0 2 1,2-3-3-16,-3-1 0 0,0 1-1 31,2-2 0-31,-3 0-1 16,3 0 1-16,-3-1 1 0,0 3-1 15,0-3 0-15,0 1-1 16,0-2 0-16,0 2 3 16,0-1-2-16,0-1 0 15,0 2 0-15,0-2-1 0,0 0 1 16,0 0-1-16,0 0 0 15,0 1 0-15,0-1 1 16,0 0-1-16,0 0 1 16,0 0 0-16,0 2 0 0,0-1 0 15,0-1 1-15,0 0 0 16,2 3-1-16,0-2-1 16,0 1 1-16,-1-1-2 15,3 0 1-15,0-1 1 16,0 0 3-16,1 0 2 15,-1 0 3-15,3 0 1 0,0 0-1 16,-1 0-1-16,1 0-4 16,3 0 3-16,-4 0-4 0,3 0-2 15,-1 0 0-15,4 0-1 16,-3 0 0-16,0 0 0 16,2 0 1-1,0 0-1-15,0 0 0 0,1 0 0 0,-2 0-2 16,3 0-8-1,-1 0-25-15,-3 0-80 16</inkml:trace>
  <inkml:trace contextRef="#ctx0" brushRef="#br0" timeOffset="2099.69">1115 15766 28 0,'-4'-3'34'0,"-2"3"-1"0,1 0-16 0,1 0-4 0,-1-1-1 16,-2 0-2-16,0 0-2 16,3 1-1-16,-2 0 1 15,1 0 6 1,0 0-7-16,3 0-5 15,0 0 0-15,-2 0-2 0,3 0 1 0,1 0-1 16,-2 0 2 0,2 0-2-16,0 0 0 15,0 0 0-15,0 0 3 0,0 0-1 0,0 0 3 16,0 0-5-16,0 0 1 31,0 0 12-31,2 0-4 0,3 1-5 16,2 1 0-16,0-2 0 15,1 2 0-15,3-1-1 0,1-1 1 16,3 0-1 0,1 0 1-16,2 0-1 0,2 0-1 15,3 0 1-15,-2 0-1 16,6 0-1-16,-2 0 2 0,2 0-2 0,0-1 1 16,-2-1-2-16,2 2 1 15,-1-2 0-15,3 1-2 0,-2-2 2 31,-2 1 0-31,3-1-1 16,-3 0 1-16,0-1-1 16,1-1 2-16,-1 1 2 15,2 1-2-15,-3 0-1 0,1 1 1 16,0-1 0-16,-3 1 1 16,2 1 2-16,1-1-2 15,-5 2 0-15,0 0-2 16,1 0 0-16,-6 0-1 0,-1 0 0 15,-3 0 1-15,-1 0-1 16,0 0 0-16,-3 0 1 16,1 3-1-16,-1-1 0 15,0-1-1-15,-4 2-8 16,1-3-42-16,-4 0-93 0</inkml:trace>
  <inkml:trace contextRef="#ctx0" brushRef="#br0" timeOffset="3046.1">1334 16131 178 0,'0'0'18'0,"0"0"-10"0,0 0-1 0,0 0-6 31,0 0-1-31,0 0 1 16,0 0 1-16,0 0 6 15,0 0 7-15,0 0 4 0,-40 0-7 16,34 0-7-16,-1 1-4 16,-2 3-1-16,2 1 1 15,1-1-2-15,-3 3 2 16,1 0-1-16,2 2 0 0,-3-1 1 16,1 4-1-16,0 0 0 15,2 0 1-15,-1 2 0 16,3 0 1-16,0-4-2 15,2 1 1-15,1-2-2 16,1-2 2-16,0-1-3 0,0-2 3 16,5 3 2-1,1-3-3-15,1-1 0 0,3 2 1 16,0-4 2-16,3 3-2 0,-1-4 1 16,-1 0-2-1,5 0 1-15,-3 0-1 0,3-2 0 16,-1-5 2-16,1 1 1 15,-1-3-2-15,-1 2 0 16,0-3 1-16,-4 2-2 0,2 0 0 16,-8-2 1-16,1 2 3 15,-5-1 3 1,0 0 5-16,0-3-5 0,0 2-5 16,-5 0-1-16,-1 0 2 0,-2-2-3 15,0 0 2-15,-1 1 2 16,-1 1-6-1,0-3 4-15,-1 2-1 0,-1 1 0 16,1-3 2-16,-2 3 5 0,-1-1 5 16,3 2 4-1,-3-1-3-15,1 3-1 0,-1 0-4 16,4 1-6 0,-1 2-2-16,1 3 1 0,4 1-6 0,-1 0-10 31,-1 0-16-31,3 5-10 0,-2 5-9 15,2-3-21-15,1-1-78 0</inkml:trace>
  <inkml:trace contextRef="#ctx0" brushRef="#br0" timeOffset="4263.91">1542 16054 101 0,'0'0'21'0,"0"0"-5"0,0 0 7 0,0 0-1 0,0 0-15 15,0 0-6-15,0 0-1 16,0 0 1 0,0 0 5-16,0 0 2 15,0 0 1-15,0 0-2 0,0 0-4 16,-8 21 0-16,8-16 0 15,-2-1-2-15,1 3 1 0,1 1-1 0,-2 0-1 32,2 0 1-32,0 1 0 15,-2-2 2-15,2 2 2 0,0 0 1 0,0 0-1 16,0 1-2-16,0 1 2 0,0 0-5 16,0-1 0-16,2 0 1 15,-2 0-1-15,2-1 1 31,-1-4-1-31,1 1 0 0,0-3 2 16,0 0 1-16,0-2 2 16,0 1 1-16,1-1 1 15,1-1-2-15,1 0-1 16,-1 0-3-16,-1 0 1 16,3 0-1-16,-1 0 0 15,1 0 1-15,1-3-1 0,2-1-1 16,0-3 2-16,-1 0-1 15,2 0-1-15,-1 0 1 16,-1 1-1-16,2-1 0 0,-4 4 0 16,1-1 0-1,-3 0 1-15,-2 3-1 0,0-3-1 16,1 4 2-16,-1-2-1 16,1 1 0-16,-1 1 0 15,-2-1 0-15,0 1 0 0,2-1 0 16,-2 1-1-16,0 0 1 15,0 0 0-15,2 0-3 16,-2 0 2-16,0 0 1 0,3 0-1 16,-3 0 1-1,2 0-1-15,2 0 1 0,0 0 0 16,1 2-1-16,2 1 1 16,-2 1 1-16,3-2-1 15,1 1 0-15,-1-2 0 16,2 2 0-16,-3-3 0 0,1 1 1 15,2-1-1-15,-1 0 0 16,-3 0 0-16,1 0 1 16,2-4 0-16,0-2 0 0,-3 0 0 15,3-2 1 1,-4 1-1-16,2-1 3 16,-3-1 6-16,-2 1-2 0,0 0 2 0,-2-1-2 31,0-1 3-31,0 0 0 0,0 1-7 15,0-1 3-15,-2 0 2 0,0 2-2 16,-2-1 2-16,-2 2-8 0,3 1 1 31,-2 1-3-31,0 1 0 16,1 1-2-16,2 0-4 0,-2 3-13 16,-1 0-14-16,-1 0-4 15,1 0-24-15,-2 0-50 16</inkml:trace>
  <inkml:trace contextRef="#ctx0" brushRef="#br0" timeOffset="7143.34">1900 16372 56 0,'-4'0'1'0,"0"0"3"0,0 0 16 15,0 0 1-15,2 0 0 16,-2 0 3-16,4 0 6 16,-2-3 1-16,1 2-10 15,1-2-7-15,0 1-10 16,0 0-3-16,0-4 0 0,0 3 1 15,0 0-3-15,5-1 1 16,-1 0-2-16,0 1 2 16,0-1 0-16,2 3 0 15,-2-2-1-15,1 1 3 0,1 0-2 16,-3 1 0-16,4-1 0 16,-1 2-1-16,-1 0 1 15,-1 0 0-15,1 0-1 16,-1 0-1-16,0 0 2 0,1 2-2 15,-3 3 0-15,-1-1 2 16,1 2-1-16,0-1 1 16,-2 2 0-16,0 1-1 15,0-3 2-15,0 2-1 16,0 0-1-16,-5 0 2 16,1 0 0-16,-3 1 0 0,2-1-3 15,-1 0 5 1,-1 0-2-16,1-3-1 0,-2 2 1 15,4-2-1-15,-2 0 0 0,3-1-1 16,-1 1 2-16,2-2 1 16,2 1-1-1,-2 1-1-15,2-1 1 0,-2 0-1 16,2 0 0-16,-3-1 1 16,2 0-1-16,1-1 0 0,-2 1 0 15,2-1 0 1,0-1 0-16,0 0 2 0,0 0 1 15,0 0-1 1,0 2-1-16,0-2 0 0,2 0 1 0,2 0-2 16,0 1 3-1,2-1-5-15,1 0 4 0,-1 0 2 16,4 0 3-16,-1 0-1 16,0 0-2-16,4 0 2 0,0-3 2 15,-2 0 0 1,3 1-4-16,-3-1 0 0,3 1-1 15,-5-1-1-15,1 2 0 0,-2 0-1 32,0-1 1-32,-3 2 0 15,-1 0 1-15,-2 0-2 0,0 0-1 16,-1 0 0-16,-1 0-1 0,1 0-2 0,0 0-5 31,-1 0-17-31,0 0-24 16,0 0-76-16</inkml:trace>
  <inkml:trace contextRef="#ctx0" brushRef="#br0" timeOffset="9052.44">2320 15666 113 0,'0'0'33'0,"-2"0"-6"0,2 0-4 16,-2 0-6 0,2-1-6-16,0 1-4 15,-1 0 0-15,1-1-5 16,0 1 1-16,0 0 6 16,0 0-3-16,0 0 0 0,0 0-4 15,0 0-2-15,0 0 0 16,0 0-1-16,0 0 2 15,0 0 0-15,5 0-1 0,0 0 1 16,2 0 0-16,1 0 4 16,1 0 1-16,0 0 3 15,2 0-6-15,0-2-1 16,1 2 1-16,1-1-3 16,1-1 0-16,-3 1 0 15,-1 0 0-15,2 1 0 16,-3 0 0-16,-4 0 0 0,3 0 0 0,-3 0-18 15,-3 1-20-15,1 2-68 16</inkml:trace>
  <inkml:trace contextRef="#ctx0" brushRef="#br0" timeOffset="9603.2">2354 15815 59 0,'0'0'63'0,"0"0"-23"0,0 0-2 15,0 0-6-15,0 0-13 16,0 0-8-16,0 0-4 15,0 0 0-15,0 0 0 0,0 0-2 16,0 0-4-16,0 0 0 16,0 0 0-16,0 0-2 15,0 0 0-15,0 1 0 16,2-1-1-16,0 2 5 16,3 2-3-16,1-3-3 0,-1 1 2 15,3-1 2-15,2 1 1 16,-3 0-1-16,1-1 0 15,4 2 0-15,-4 0-1 16,3-1 1-16,-1 0-1 0,-1 0 0 16,0-1 0-1,2 2 0-15,-2-2-14 0,-3-1-53 16,1 0-49-16</inkml:trace>
  <inkml:trace contextRef="#ctx0" brushRef="#br0" timeOffset="11545.3">3469 15382 17 0,'0'-3'44'0,"0"1"-2"0,0-1-8 0,0 1 6 16,0-2-11-1,0 1-11-15,-2 3-7 0,0-3-4 0,0 3-5 32,-4-1-1-32,2 0-1 0,0 1 0 0,-3 0 3 15,-1 0 0 1,-4 0 0-16,3 0-1 16,-4 4 1-16,-1 2-4 15,-1 1 2-15,-1 0-1 16,1 3 2-16,1-2-1 0,1 2-1 0,1 0 0 15,1 1 2 1,5-1-2-16,0 2 0 16,2-2 0-16,2 0 0 15,2-2-3-15,0 2 0 16,0-3-1-16,5 0 4 16,2-1 0-16,2 0 0 0,3-3 1 15,0-1 1-15,3 1-2 16,0-3 1-16,2 0-1 15,1 0 0-15,-3 0 1 16,3 0 1-16,-2-1-2 0,-2-5 1 16,1 2-1-16,-4-3 0 15,0 0 2-15,-2-2-2 16,-2 0 2-16,-2-2 12 0,-1 0-1 16,-2-2-9-1,-2 0-2-15,0-1 1 0,0 1 2 16,0 1-1-16,-4-1 0 15,-2 3 1-15,1-2 1 0,-4 1 5 16,4 1-3 0,-3 2-1-16,1 0-5 15,-3 1 3-15,0-1-3 16,1 2-2-16,-3 1 4 0,3-1-2 0,1 0 1 16,-2 1 1-16,1-1 1 15,1 0 0-15,-1 2 3 16,0 0-4-1,2-1-4-15,-1 2 1 16,1-1-2-16,-1 3 2 0,2-3-2 0,-1 2 1 16,1-2 1-1,-1 3-2-15,4 0 1 16,-1 0 0-16,-1 1-2 0,3-3 0 0,0 3-3 31,-2 0-3-31,4 0-2 0,-2 0 1 0,2 0-6 16,-2 0-17-1,2 0-19-15,-3 0-6 0,2 0-44 0</inkml:trace>
  <inkml:trace contextRef="#ctx0" brushRef="#br0" timeOffset="12286.72">3614 15209 44 0,'0'0'39'0,"0"0"-38"0,0 0 0 0,0 0 5 15,0 0 2 1,0 0 0-16,0 0 0 15,0 0 0-15,0 0-4 0,0 0 2 16,5 45 0-16,-5-34 1 0,0 0-3 16,0 0-2-16,0 3 0 15,-2 1-1-15,-1-1 1 16,1-1-1 0,0 1 0-16,0 1 0 0,2-5-1 0,-1 2 0 15,1-1 1 1,0-1 0-16,0 0 0 0,0-3 1 0,0-1-1 15,0 1-1-15,0-2 1 16,0 1-1 0,0-3 0-16,0 1 0 15,0-1 0-15,0 0 5 0,2-2 2 0,1 1 3 32,2-2 1-32,-1 0 1 15,1 0 0-15,1 0-5 0,1 0-1 0,2 0 4 16,0 0-1-16,2 0 2 0,3 0-4 15,1 0-3 1,-1 0 1 0,1 0 2-16,3-2-3 15,-3 1-1-15,4 0-2 16,-2-1-1-16,3 2 0 0,1 0 1 16,-6 0-1-16,3 0 0 15,-4 0 0-15,-3 0-2 16,-4 3-14-16,-5 0-17 15,-2-2-64-15</inkml:trace>
  <inkml:trace contextRef="#ctx0" brushRef="#br0" timeOffset="14511.78">3042 15823 33 0,'0'0'25'0,"0"0"-17"0,0 0-5 0,0 0-3 15,0 0 1 1,0 0-1-16,0 0 6 0,0 0 15 16,0 0 1-16,0 0-3 0,0 0 8 31,0 0-13-31,0 0-10 0,0 0-4 16,0-1 0-16,0 1-1 15,0 0-1-15,0 0 2 16,0 0 2-16,0 0-2 0,0 0 1 0,0 0 0 31,0 0 1-31,2 0 4 0,-1 0 4 0,5 0-4 16,0 0-4-1,2 0 0-15,-2 0-1 16,3 0 1-16,3 0-2 0,-1 0 2 0,2 0 0 16,-1 0-2-16,3 0 0 15,1 0 2-15,1 0-2 16,1 0 0-1,-2 0-2-15,4 0 2 0,0 0 2 0,2 0-1 32,-2-2-1-32,3 0 0 0,-1 0 0 0,0 1 0 15,1 0 0-15,-2 0 1 0,0 1-2 32,2 0 2-32,-5 0-1 15,1 0 0-15,-2 0 0 16,0 0 0-16,-1 0 0 15,-3 0 0-15,3 0 0 16,-3 0 0-16,1 0 0 16,-1 0 1-16,1 0-1 0,-1 0 0 15,2 1 0-15,-1 0 0 16,1-1 0-16,2 1 0 16,1-1 1-16,-3 0-1 0,3 0 0 15,0 0 1-15,2 0 2 16,-1 0 3-16,-2-2-1 15,1-1 0-15,-3 3-1 16,-1-4 0-16,-1 3-2 16,-2 1 0-16,-1 0-1 15,0-2 0-15,-5 2 1 0,3 0-2 16,-2 0 0-16,0 0 0 16,-2 0 0-16,-1 0-4 15,-1 0-35-15,0 0-67 16</inkml:trace>
  <inkml:trace contextRef="#ctx0" brushRef="#br0" timeOffset="17399.8">3340 16300 123 0,'0'0'75'0,"0"0"-49"0,0-2-12 0,0 1-8 16,0-2-2-16,0 3 0 16,0-1 0-16,-3-1-1 15,-1 2 2-15,1-1-4 0,-1 1 0 16,-3 0 1-16,-1 0-2 15,-2 0-1-15,-1 0 2 16,1 0-1-16,0 3 0 16,-1 1 2-16,0 0-1 15,1 1-1-15,2 2 0 0,1-2 0 16,1 0 0-16,-2 2 0 16,4-3 0-16,0 3 0 0,0 1 0 15,3 0 0-15,-1 0 0 16,0-1 0-16,2 2-1 15,0-2-1-15,0 0-1 16,0 0-1-16,0 0-3 16,2-1 1-16,5-2 2 15,-1-1 2-15,2-1 2 0,0-1 1 16,3-1 4-16,1 0-2 16,1 0-1-1,0 0 0-15,1-3-1 0,-1-1 0 0,1-2-1 16,-1 3 0-1,-2-4 1-15,0 2-1 0,-2-1 1 16,-2 1 2-16,-2-2 3 0,-1 0 0 31,-2 2 0-31,-2-2 4 0,0-1-3 16,0 1-2-16,0-1-3 16,0 1 0-16,0-3-2 0,0 1 1 0,-6 0-1 31,-1 1 1-31,0 1 0 0,0 0 1 15,1 1-1-15,-4 2 2 16,2 0-1-16,1-1 1 16,-1 3-2-16,0-1 1 15,4 1 0-15,-3 0-1 0,3 0-1 0,-3 1 0 32,2-1 1-32,-1-1-1 15,-3 2 3-15,1-2-3 0,0 1 2 16,-1 1 0-16,1 0 0 15,1-1-1-15,-2 2 0 16,2-1 0-16,0 1-1 0,1 0 1 16,-1 0-1-16,2 0 0 15,-1 0 0-15,1 0 0 16,1 0 0-16,2 0 0 16,-2 0-1-16,2 4 0 0,1 1-13 15,1 0-21-15,0-2-23 16,0-1-38-1</inkml:trace>
  <inkml:trace contextRef="#ctx0" brushRef="#br0" timeOffset="18446.12">3514 16223 54 0,'-3'4'37'0,"1"-1"-32"0,0 3 0 0,0-2 1 15,0 3 0-15,-1-2 1 16,1 2 5-16,0 0 5 16,2-3 10-16,0 3 1 0,0-1-14 15,0 1-1-15,0-3-6 16,2 3-3-16,3-1-1 15,1 1 0-15,1-3-2 16,2 1 0-16,0-1 0 0,2-1 2 16,3-2 7-1,-3-1-2-15,5 0-2 0,-1 0-2 0,1 0-2 16,-1 0 0 0,3-3-2-16,-4-3 2 15,2 1-1-15,-1-2-1 16,-6-1 1-16,2 0-1 0,-2 1 2 0,-5 0 1 15,0-3 5 1,1 1-2-16,-5 0-2 0,3 0 0 16,-1-1-3-16,-2 0 0 15,0 4-1-15,0-1 0 16,0 3-1 0,0 0 0-16,0 4-3 15,0 0 8-15,0 0-4 0,0 0 1 0,0 0-2 16,0 0 0-16,0 7 1 15,0 2 0-15,0 0 0 0,-2 1 0 16,-1 0 0 0,1 2 0-16,-1 1 1 0,3-1-1 15,-2 1 0-15,0 1 0 16,2 0 0 0,0 1 0-16,0 0 0 15,0 2 1-15,0-1-2 16,0 1 2-16,0 0-1 0,0 1 1 15,2-2-2-15,0 1 2 16,-2-3 0-16,0-1-1 16,0-1 0-16,0-4 0 0,-2-1 0 15,-4 0-3 1,-3-1 2-16,-3-2 7 0,0-1-1 16,-2 0 2-16,-2-2-4 0,-2-1-3 15,1 0 1-15,-1 0-1 16,2 0 0-16,-2 0 2 15,5 0-2 1,-1 0 0-16,3 0-16 0,3-7-43 0,3-4-59 16</inkml:trace>
  <inkml:trace contextRef="#ctx0" brushRef="#br0" timeOffset="19232.46">3559 16094 150 0,'0'0'13'0,"0"0"11"0,0 0-11 16,0 0 0-16,0 0-3 16,0 0 4-16,0 0-2 15,0 0-2-15,0 0 7 0,0 0-3 16,0 0-7-16,0 0-5 16,0 0-2-16,0 0 0 0,8-17 2 15,-7 13-2-15,1-1 0 16,0-2 1-1,0 2-1-15,2-1 1 16,-2 0 0-16,1-1 0 0,2 0-1 16,-1 0 0-16,-2 0 1 0,1 0-1 15,1 2 2-15,-2-2-1 16,0 2 0 0,-2 0 0-16,2 0 0 15,-2 2-1-15,1-3 1 0,-1 5 1 0,1-2 1 16,0 2 3-16,1 0 3 15,-2 0-3-15,0 0-3 16,2 1-3-16,-2 0 0 16,0 0 0-16,3 0 0 15,-1 0-1-15,0 0 0 16,0 0 1-16,3 0 0 0,-1 0 0 16,1 2 0-1,1 1 0-15,1 0 0 0,-2 4 0 16,1 0 0-16,1 0-1 15,-1 3 1-15,0-1 0 0,2 2 1 16,-1 2-2-16,-1-2 1 16,4 2 0-1,-4 0-6-15,1-3-23 0,-3-3-34 0,0-3-112 32</inkml:trace>
  <inkml:trace contextRef="#ctx0" brushRef="#br0" timeOffset="20574.75">4408 15740 250 0,'2'0'51'0,"-2"0"-27"0,0 0-14 0,0 0-8 16,0 0-1-16,0 0 0 15,0 0-1-15,0 0 0 0,0 0 0 0,2 0-9 16,0 0-26 0,4 0-15-16,0 0-79 0</inkml:trace>
  <inkml:trace contextRef="#ctx0" brushRef="#br0" timeOffset="21744.07">5235 15422 119 0,'0'0'9'0,"0"0"8"0,0 0 3 0,0 0 3 15,0 0-16 1,0 0-6-16,0 0-1 0,0 0 2 15,0 0 4-15,0 0 7 16,0 0 1-16,-15 0 2 0,7 0-8 16,-1 0-4-1,-3 3-4-15,-2 1 0 0,1 0 0 16,0 2-1 0,1 1 4-16,3 1-3 0,-1 0 1 0,2-1-1 15,3 0 0-15,1 0 2 16,2 2-2-16,2-2 0 15,0 1-2-15,0-2-1 16,0 1 8 0,4 0-4-16,1 0 1 0,3-2-1 0,2 0-1 15,0-2 1 1,1-1-1-16,1 0 2 16,-1-2-2-16,3 0 3 0,-5 0-3 0,1 0 1 15,2 0-1 1,-3 0 0-16,0-4 1 15,-1 0 0-15,2-2 0 0,-3 0 2 0,1-2 1 16,-2 0 5-16,2-1-2 16,-3-2-5-1,3-1-1 1,-4 1-1-16,-1-2 1 16,-1 0 0-16,-2 0-2 15,0 2 2-15,0 0 1 0,0-1 0 16,-5 1 5-16,1 1 1 15,-3 0-1-15,1 0-4 16,-1 2-3-16,0-1 2 16,-1 2 1-16,1 1-3 0,-3 1 0 15,4 0 2-15,-3-1 0 16,-1 1 1-16,2-1 3 16,-1 1 2-16,-1 0 0 15,0 0-1-15,-1 1-4 16,0-1-3-16,1 2-2 0,2 2 2 15,-1 1 1-15,0 0-1 16,2 0-1-16,1 0 1 16,1 0-7-16,-1 0-7 15,1 3-2-15,0 1-2 0,1 0-5 16,-1-1-12-16,3-1-28 16,2-2-48-16</inkml:trace>
  <inkml:trace contextRef="#ctx0" brushRef="#br0" timeOffset="22684.17">5424 15281 124 0,'0'0'52'0,"0"0"-46"0,0 0-5 0,0 0 0 16,0 0-3-16,0 0-1 16,0 0 1-1,0 0 2-15,0 0 2 16,10 39-2-16,-10-32 5 0,0 3 0 16,-3 0 2-1,3 0-3-15,0-1-1 0,0 2 0 0,0 0 0 16,0-1-2-1,5 0 1-15,0 0 0 0,3-3 0 0,1 0-3 16,3-3 3-16,-1-1 2 16,3 0 1-1,-1-2 1 1,0-1-2-16,2 0-2 0,1 0-1 16,-2 0 0-16,1-2 1 15,-1-3-2-15,-4 0 1 16,1-2 0-16,-1-1 4 15,-3 1 0-15,-1-3 0 0,-2 3 4 16,-3-1-1-16,-1-1-3 16,0 2-2-16,0 1 1 15,0 1 1-15,0 2-1 16,0-1 0-16,0 2-3 0,0 2-1 16,0-1 0-16,-1 1 1 15,1 0 0-15,0 0-3 16,0 0-1-16,-2 0 2 15,2 4 0-15,-2 3 1 0,0 0-2 16,2 2 4-16,-2-1-2 16,2 4 0-16,-3 1 0 15,2-1 0-15,0 3 0 16,-1 1 0-16,2 0 0 16,0 1 0-16,0-3 0 0,0 2 0 15,0-2 0-15,0 2-2 16,0-2 4-16,0 2-2 15,3-2 0-15,1 0 1 16,-2 0 0-16,0 0-1 16,-2-2 0-16,0-1 2 0,0-1-4 15,0 0 1-15,-2-4 0 16,-4-1 1-16,-1 0-4 16,-5-4 6-16,1 3 2 15,-2-4 2-15,-1 0-4 16,-1 0 3-16,-1 0-4 0,1 0 1 15,-1-5-6-15,3-2-43 16,1-2-37 0</inkml:trace>
  <inkml:trace contextRef="#ctx0" brushRef="#br0" timeOffset="23377.31">5550 15188 70 0,'0'0'38'0,"0"0"-33"0,0 0-3 0,0 0 6 15,0 0 24-15,0 0 0 16,0 0-1-16,0 0-1 16,0 0 1-16,0 0-9 0,0 0-12 15,0 0 2 1,0 0-4-16,0 0-5 0,0-16-2 15,0 9 1 1,0 3-1-16,0-2 0 0,0-1 0 16,0 0 1-16,0 0 1 15,2 0 0-15,0 0-1 16,1 1-1-16,-1 0-1 0,0 3 0 16,-2-1-1-1,3 3 0-15,1-1 0 0,0 2 1 0,-1 0-1 16,5 0 1-16,-2 0-1 15,2 0 0 1,-2 6 1-16,1 0 0 0,1 2-1 16,0 1 1-1,-1 2 0-15,1 2-2 0,2 1 2 0,-3 3 2 16,5 1-5 0,-2 2-18-16,1-1-35 0,-3 0-45 0</inkml:trace>
  <inkml:trace contextRef="#ctx0" brushRef="#br0" timeOffset="24198.37">5087 15888 150 0,'0'0'9'0,"0"0"4"0,0 0-7 0,0 0 3 16,0 0 0-1,0 0 7-15,0 0-1 0,0 0-4 16,0 0-5 0,0 0-3-16,0 0-3 15,0 0 1-15,47 0-1 0,-36 0-1 0,5 0-1 16,-1 0 1-16,0 0 2 16,6 0-1-1,-1 0 0-15,5-2 0 16,2 0 0-16,3-1 0 15,5-1 2-15,-1 2-2 16,3-1 1-16,1 0 1 0,-1 1 4 16,2 0 2-16,-5 0-7 0,1 1 0 0,-3-1-1 31,-5-1 0-31,-1 2 1 16,-3 0-1-16,-3 0 0 15,-2-1 0-15,-3 1 0 0,-1 1 1 16,-3 0 0-16,-2 0 0 15,2 0-1-15,-6 0 0 16,-1 0-2-16,-4 0-25 16,0 3-49-16,0-2-31 15</inkml:trace>
  <inkml:trace contextRef="#ctx0" brushRef="#br0" timeOffset="75739.25">5246 16395 87 0,'0'0'55'31,"2"0"-26"-31,-2 0-7 0,0 0-3 0,0 0-7 16,0 0-4-16,0 0 3 16,0-2 3-16,0 2 4 0,0-2-4 15,0 2-6-15,0-1 0 16,-3-1-8-16,1 2-3 16,-2-1 3-16,0 1 3 15,-1 0-1-15,1 0-1 0,-2 0-1 16,-2 1 1-16,0 3-1 15,3 1 0-15,-3 0 0 16,0 2-1-16,1 2 0 16,1-1-1-16,0 2 1 15,3-1-1-15,-1-2-1 0,1 4 1 16,-1-2 0-16,3-1 1 16,1-1-1-16,0 0 0 15,0 0 0-15,0-1 3 16,0 1-2-16,0-1 1 0,0 1 0 15,5-1-4-15,0-1 6 16,-1 0-7-16,1-1 6 16,1-1 2-16,1-2 4 15,-2-1-2-15,1 0 1 16,1 0-2-16,-3 0-1 0,3 0-1 16,-3 0-1-16,2 0 1 15,0 0-2-15,-1-4 1 16,1 0 0-16,0-2 3 0,-1 0 1 15,2 1-1-15,-3-1-1 16,1-1-1 0,-1-1-1-16,0 0 1 0,-2-1-2 0,1 0 2 15,0 0-1 1,-1-1-1-16,0-1 1 0,-2 2 1 16,2-2-1-1,-2 0-5-15,0 0 1 16,0-1 0-16,0 3 0 0,-4-2 2 0,-4 4 2 15,4-1 2-15,-2-1 1 16,1 2 2-16,-1-3-2 16,-1 6-3-16,2-3-1 15,-2 1 1-15,1 0 0 0,0 1-4 32,1 0 3-32,-4 1 0 15,4 1 2-15,-1 0-4 0,0 2 4 0,3-2-1 16,-2 0-2-1,-1 3-1-15,1-1 3 16,1 1-1-16,-3 0 0 16,3 0-2-16,-4 0-6 0,2 0-5 15,0 0 1-15,1 0-11 16,3 0-24-16,0 0-86 16</inkml:trace>
  <inkml:trace contextRef="#ctx0" brushRef="#br0" timeOffset="94307.43">6466 15797 240 0,'-2'0'17'0,"0"0"5"0,0 0 3 0,1 0 1 15,1 0-7-15,-1 0-5 16,1 0-9-16,0 0-5 15,0 0-2-15,0 3-7 16,0-2-24-16,0-1-22 0,0 0-128 16</inkml:trace>
  <inkml:trace contextRef="#ctx0" brushRef="#br0" timeOffset="95399.06">7018 15516 95 0,'0'0'72'0,"0"0"-44"0,0 0-2 0,0 0-2 16,0 0-10-16,0 0-5 15,0 0 3-15,0 0 0 16,0 0-3-16,0 0 3 0,-6-27-1 16,0 26-9-1,0 0 2-15,-2 1-4 0,-2 0-4 16,-1 0 8-16,2 0-1 15,-4 2-5-15,1 5 4 16,2 1 0-16,1-3-2 0,-1 2 0 16,4 1-2-16,-1 1 2 15,3-1-2-15,2 2 1 16,-1 0-3-16,2-1 1 16,1-1-1-16,0 1-3 15,0-2 1-15,2 0-2 0,4-1 4 16,3-1 4-16,-2-2 7 15,2 0-6-15,-1 1 0 16,1-4 0-16,1 1-1 16,-3-1 1-16,1 0 0 0,-1 0 2 15,2 0-1-15,-4-3 3 16,1-2 0-16,-1-2 7 16,1 0 1-16,1 0-3 15,-2-3-3-15,-1 1-2 0,2 0-3 16,-4-3-1-1,3 2 0-15,-3-1-1 0,3-2 2 16,-4 2-4-16,1-3 2 16,0-1 0-16,-2 1 0 0,0-1 2 15,0 0-4-15,0 1 0 16,0 0 2 0,-8 1 1-16,2 2 0 0,-1 0 1 0,-2 2-1 31,0 2-1-31,0 0 0 0,-2 1 2 15,2 1-1-15,0 2 0 0,-1 0-3 16,3 1 4 0,-3 2 0-16,2 0-2 0,1 0 1 0,1 0-3 31,-2 0-1-31,4 0-5 0,-2 0 2 16,3 0-7-16,-1 0-4 0,1 3-6 15,2 0-20-15,1-3-65 0</inkml:trace>
  <inkml:trace contextRef="#ctx0" brushRef="#br0" timeOffset="123627.43">6820 15872 62 0,'-4'0'16'0,"2"0"-2"0,1 0-6 15,0 0-5-15,1 0 4 16,-2 0 7-16,2 0-2 16,0 0 0-16,0 0 6 0,0 0-5 15,0 0-5-15,0 0 3 16,0 0-5-16,0 0 0 15,0 0 0-15,0 0 0 0,0 0-2 16,0 0 4-16,0 0-3 16,0 0 0-16,0 0 0 15,0 0-5-15,0 0 0 16,0 0-5-16,0 0 1 16,0 0 4-16,0 0 0 0,0 0 0 15,0 0 0-15,2 0-1 16,1 0 1-16,2 0-1 15,-3 0 2-15,2 0-1 0,-1 0 1 16,1 1-2-16,2 0 1 16,-3 0 1-1,3-1-2-15,1 0 1 16,0 0 0-16,-1 0-4 0,1 0 8 0,1 0-4 16,0 0 5-16,-1 0-4 15,3 0 1 1,-2 0-1-16,0 0 0 0,1 0-1 0,1 0 1 15,-2 0-1-15,1 0 0 16,2 0 0 0,1 0-1-16,-1 0 2 0,1 0-1 0,0 0 0 31,1 0 0-31,-1 0 0 16,-1 0 0-16,0 0 0 15,1-1 0-15,-1 0 0 16,2 0 0-16,-2 1 0 0,0 0 0 15,1 0 0-15,-3 0 1 16,4 0-1-16,-4 0-1 16,2 0 1-16,-2 0 0 0,0 0 0 15,0 0 0-15,0 0 0 16,2 0-1-16,-2 0 1 16,1 0 0-16,1 0 0 15,1 0 0-15,-3 0 0 0,3 0 1 16,1 0-6-16,-2 0 8 15,2 0-1-15,-1 0 0 16,2 0-2-16,-2 0 1 16,2 0-1-16,-3 0 0 15,2 0 1-15,-1 0-1 16,1 0 0-16,-2 0 0 16,1 0 0-16,0 0 1 0,2 0-1 0,-1 0 0 15,2 0 0 1,-3 0 0-16,3 0 0 15,-2-2 1-15,1 1 0 0,0 1 1 0,0 0 1 32,1 0-1-32,-1 0-10 15,0 0 16-15,0 0-7 0,3 0 0 0,-2 0 0 16,1 0-1-16,-1 0 0 16,1 0 0-16,0 0 0 0,4 0 0 15,-2 0-1 1,0 0 3-16,4 0-2 15,-4 0 0-15,2 0 0 0,0 0 0 0,-4 0 0 32,2 0 0-32,-1 0 0 15,-1-1 0-15,-3 1 1 16,1-1-1-16,-1-1 0 16,1 2 1-16,-1 0-1 0,1-1 0 15,-3-1 1-15,-1 2 2 16,1-1 2-16,-1 0 1 0,-1-1 1 15,1 2 0-15,0-1 0 16,-3 1-2-16,-1 0-1 16,-2 0-2-16,2 0-1 15,-2 0-1-15,-2 0 2 0,-1 0-5 16,1 0-8-16,-2 0-13 16,0 0-33-1,0 0-73-15</inkml:trace>
  <inkml:trace contextRef="#ctx0" brushRef="#br0" timeOffset="145455.5">7427 16327 85 0,'2'0'36'0,"-2"0"2"0,0-2-10 16,0 0-7-16,0 1-4 0,0-1 1 0,0 0-2 15,0 1-4-15,0-2-2 16,0 0-2-1,0-1-2-15,0 3-3 16,0-1-2-16,0 0 1 16,0 1-1-16,0 0-5 0,0-1 3 15,-2 2 1-15,-2-1-2 16,-1 1 4-16,1 0-2 16,-4 0 4-16,2 0-3 15,-2 0 0-15,1 0 0 16,-2 4 0-16,-2 1-1 15,0 2 1-15,0 2-2 0,-1-3 1 16,-1 4 1-16,1 1-1 16,1 0 0-16,1-1-1 15,0 1 1-15,1 1 0 16,3 0 0-16,-1 1-1 0,2-2 0 16,3-2-1-16,-1 2 0 15,3-4 0-15,0 0 0 16,0 0-1-16,5-1 0 15,2 0 4-15,2-2 2 16,0 0 1-16,5-4-3 0,-5 3 2 16,3-3-2-16,2 0-1 15,-1 0 1-15,1 0 0 16,-3 0-1-16,0-3 1 0,1-1 0 16,-4-2 3-1,3-1 3-15,-1-1-2 0,-4-1 0 16,1 0 8-16,-3 0-2 15,0 0-5-15,0-1 1 16,0 0-2-16,-2 0 0 0,0 1-2 16,-2-2-2-16,1 1 1 15,1 1 0-15,-1-2-1 16,-1 0-1-16,0 0 1 16,0 2 0-16,0-2 0 15,0 1 0-15,0 0-3 0,-3 2 4 16,0-1 0-16,-3-1 0 15,-2 0 3-15,0 0-2 16,3 0-1-16,-5 0 3 0,4 0-2 16,-2 0-2-16,3 2 1 15,-1 0-1 1,1 0 0-16,0 4 0 16,0-3-1-16,1 4 0 0,0 0-8 0,-2 0 2 15,1 3 1-15,-4 0-11 16,4 0-3-1,-4 0 2-15,3 0-1 0,-3 0 1 0,6 3-9 16,-1-1-26-16,2-2-85 31</inkml:trace>
  <inkml:trace contextRef="#ctx0" brushRef="#br0" timeOffset="146728.41">7637 16193 8 0,'-2'0'89'0,"0"0"-79"0,2 0 13 15,0 0 1-15,-2 0-3 16,2 0 6 0,-2-1 2-16,1 0-9 0,0 0-9 0,-1 1-2 15,2 0-2-15,0 0-4 16,0 0 0-1,0 0-1-15,0 0 1 0,0 0-1 0,0-2 0 16,0 2 0-16,0 0 1 16,-1 0 0-1,1 0-2-15,0 0-1 0,0 0 0 0,0 0 0 32,0 0-1-32,0 0 1 15,0 2-2-15,-2 1 2 16,2 5 0-16,-2 0 0 0,-1 2-1 15,-1 0 1-15,2 1 0 16,1-2 0-16,-1 1 0 16,0 0 0-16,0-2 0 15,2 2 0-15,0-1 0 0,0-1 0 16,0 2-1-16,0-2 1 16,0 0 0-16,0-1-3 15,0 0 1-15,4-2 0 16,-1-2 0-16,3 0 4 0,1-1 0 15,-2-1-2-15,1-1 3 16,0 0 1-16,4 0 0 16,-3 0-2-16,1 0 1 15,1-1 1-15,-2-2 2 0,0-2 1 16,0-1 0-16,1 0-1 16,-3-1 0-1,2 0-3-15,-3-1 0 0,0 0-1 0,1 2-1 16,-3-1 1-16,0 0-1 15,0 3-1-15,-1 0 1 16,-1-1-2-16,0 3-2 16,0 0-1-16,0 1-3 0,0 0 2 15,0 0 3 1,0 1-1-16,0 0-3 16,0 0-2-16,0 0 2 0,1 6 5 15,0 1 1-15,1 0 0 16,1 0 0-1,-1 3 0-15,2-1 0 0,1-2-1 0,3 1 0 16,-1-2-1-16,1 0 1 16,2-2 1-1,1 0 0-15,-1-3 0 0,1 1 1 0,1-2 0 16,2 0 0-16,-3 0 2 16,1 0 1-1,-4-2 1-15,1-2-1 16,0 0 2-16,-3 0-2 15,0-2 2-15,-2 1 1 0,0-1 0 16,-1-1 1 0,-1-2-1-16,0 2 0 0,0-3-1 0,-2 0 1 15,0 0-1 1,0-1-2-16,0-1 2 16,0 0-1-16,0 0-1 15,0-2 0-15,-2 4-5 16,-2 0 4-16,1 0 1 15,-1 3-4-15,0 0 0 0,-1 1-2 16,3 2 0-16,-3 3-3 16,3 1-13-16,-2 0-19 15,1 0-5-15,-1 0-25 0,2 1-83 0</inkml:trace>
  <inkml:trace contextRef="#ctx0" brushRef="#br0" timeOffset="148165.87">8054 16381 41 0,'-2'0'94'0,"2"0"-63"0,-1 0 6 0,1 0-17 16,0-2-8-16,-3-2-3 0,3 1 2 0,0 0 1 15,0-1-1 1,0 0-5-16,0-2-5 16,0 1-1-16,5 0 1 0,0 1-1 0,1 1-2 31,1-1-1-31,-1 1 2 16,2 3-2-16,0-1 4 0,-1 1-2 0,0 0-2 15,2 0 3-15,-4 0 0 16,3 0 1-1,-3 1-1-15,1 2 0 16,-1 3 0-16,-2-2 0 16,-1 1-1-16,0 0 1 15,0 1-3-15,-2-1 2 0,0 2-1 0,0-2 1 0,-3 2 0 32,-1-1 3-32,0-1-2 15,-5 1 0-15,4 0-1 16,-1-1 0-16,1 1 4 15,-1-2-1-15,0-1 1 0,2 2-3 16,0-1 0-16,-1 2 1 16,1-3-1-16,0 1 0 15,0 1 0-15,0-1 0 16,2-1 0-16,0 1 1 0,0 0-1 16,-1 1 1-16,0-2 0 15,0 2 0-15,-1-1-1 16,0 2 0-16,1-1 1 15,0 1-1-15,-1 0 0 0,1-2 0 16,1 2-1 0,1-3 1-16,1 1 0 0,-1-1-1 15,1 0 0-15,0 0 0 16,0-2 0-16,0 1 1 0,0-1-1 16,0 0-1-16,0-1 4 15,0 0 1-15,1 2-1 16,1-2 0-16,-2 0 1 15,2 0 1-15,0 0 0 0,-2 0 2 16,2 0-2 0,0 0-1-16,-2-3 0 0,3 0-1 15,-1-1 1 1,1 1 0-16,-1 0-1 0,2-1-1 16,-1 3-1-16,1-1 0 0,0 1-1 15,2-1 2-15,0 2-2 16,0 0 0-1,-2 0-1-15,3 0-2 0,0 0 2 16,0 0 2-16,-1 0-1 0,1 2 0 16,0 0 2-1,0-1-2-15,-2 0 1 16,1 2 0-16,0-2 0 0,-1 1 0 16,4-1 0-16,-5 2 0 15,1-3 0-15,1 1 1 0,-1-1-2 16,-1 0 3-1,-2 0 0-15,1 0 4 16,0 0 2-16,1-1 1 16,-2-2 2-16,0-1-3 0,0 1-1 0,-1-3-2 15,1 2-1-15,-2-1 2 16,1-3-3-16,-1 1 0 16,0 1 0-1,0-2-3-15,0 1-12 0,0 0-13 0,0 1-6 31,-1-1-27-31,-2 0-147 0</inkml:trace>
  <inkml:trace contextRef="#ctx0" brushRef="#br0" timeOffset="157592.79">3215 17051 113 0,'-5'-2'21'0,"4"1"7"0,-1 0 11 15,0 0-27-15,2-1-2 16,-2 2-2-16,0 0 2 15,2-1-3-15,-2 1 0 0,2 0 2 16,-2 0-2-16,2 0-2 16,-1 0-1-16,1 0-2 15,0-2-1-15,0 2 0 16,0 0 0-16,0 0-1 16,0 0 0-16,0 0-1 0,-2 0 1 15,2 0-1-15,0 0 1 16,-2 2 0-16,2 1 0 15,0 0 0-15,-2 0-1 0,2 3 1 16,0-3 0-16,0 1 0 16,0 1 0-16,0 0 0 15,0 1-1-15,0 0 0 16,0-1 1-16,0 1 0 16,0 1-1-16,2 0 0 15,2-1 0-15,-1 0 0 16,1-1 0-16,2 2 1 0,2-1-1 15,-2 1 1-15,3 0 3 16,-2-1-4-16,2 2 3 0,0 0-3 16,2-1 2-1,-2 0-1-15,0 0 0 16,2 0 0-16,-2 0 0 0,2 0-2 16,0 0 4-16,-2-1-2 15,5-2-1-15,-5 1 0 0,4 0 1 0,0-1 0 31,-2-1-1-31,3 1 1 0,-3-1 3 0,3-1-3 16,-1-2 0 0,-2 1 0-16,3-1 0 0,-3 0-1 15,3 0 2-15,-1 0 0 0,1 0 1 32,-1-1-2-32,-1-1 1 15,0 0 0-15,-3 1 0 16,0-3-1-16,2 2 1 0,-4 0-1 15,-1-1 3-15,1-1-2 16,0 2 2-16,2-2-1 0,-3-1 1 0,3 0-2 16,1-2 0-1,0 0 1-15,1 3-1 0,1-3 0 0,-1 0-1 32,1 2 1-32,-3-3 1 15,3 0 1-15,0 0-1 16,1 0 0-16,0-1 0 15,3 1-1-15,-1 0 0 16,1 0-1-16,-3-1 1 0,6 2-1 16,-3 0 1-16,1 0-1 15,0 0 1-15,-1 0-2 16,3 0 2-16,-2 0-1 16,0-2 0-16,0 3 1 0,3 0 2 15,-1 0-2-15,0-1 0 16,1 1 3-16,-1-1-4 15,0 3 1-15,1-1 0 16,1 0-2-16,-2 3 2 0,2-1-1 16,-2-1 1-16,2 3 0 15,-1-1 0-15,3 2-2 0,-2-1 3 16,4 1-1 0,0 0 0-16,0 0-1 0,4 0 1 15,-3 0-1 1,3 0 1-16,-2 3-1 0,2 1 0 15,-4 2 0-15,4-1 0 0,-2 2 0 16,0-1 1-16,0 1-1 16,-1 0 0-1,-3 2 0-15,-1-2 0 0,-4 1 0 16,0 0 0-16,-4 2-1 0,-3-2 2 16,-1 2-2-16,0 0 2 15,-4 0-1 1,-1-1-2-16,-3 0 3 0,2-1 0 15,-2 0 0-15,-1-1 1 0,-1-3 0 16,1 1-2-16,0-1 1 16,-1-3-1-16,0-1 0 15,0 0 1-15,0 0 1 16,0 0 3-16,0 0 0 16,0-1-4-16,0-6-5 0,2-2 2 15,2 1 2-15,1 0 1 16,2-3-1-1,0 1-1-15,3 2-1 0,4-1 2 16,1 2-1 0,2 0 0-16,3 3-1 0,-1-1 1 0,4 1 1 31,4 1-1-31,-2 1 1 0,4 2 1 16,-1 0-1-16,3 0 0 15,6 0 0-15,-4 0 0 16,3 2 0-16,2 5 0 15,0-1 0-15,2 0 0 16,-4 1-1-16,2 3 1 0,-3-2 0 0,-1 0 0 16,1 1 0-1,0 0 0-15,-2-2 0 0,-2 2 0 0,1-4 0 32,-3 2 1-32,0-3-1 0,-3-2 0 0,3 1 0 15,0-3 1 1,0 0-1-16,0 0 1 0,-1-1-1 0,0-5 0 31,-1-3 1-31,-2-2-1 16,-3 1 0-16,1-3 1 15,-1 0 0-15,-5-2 1 16,1 1-1-16,-1-5 4 0,-2 2-1 16,-4-1-1-16,-2-2 0 15,-4 1 2-15,-3 0 2 16,-2 0 2-16,0 3-2 0,0-1 0 15,-7 2 2-15,-2 1-4 16,0-1-2-16,0 5-5 16,-5-1-2-16,0 4-12 15,-3 0-35-15,0 0-27 16</inkml:trace>
  <inkml:trace contextRef="#ctx0" brushRef="#br0" timeOffset="161093.66">4267 17588 228 0,'0'0'39'0,"0"0"-23"0,0 0 0 15,0 0-6-15,0 0-1 0,0-1 3 16,-2 0-4-16,2 1 0 15,0 0-2-15,0 0-4 16,0 0-1-16,0 0-1 16,0 0-1-16,0 0-1 15,0 0 0-15,-2 6 1 16,2 3 1-16,0 1-1 0,0 1 0 16,0-1 0-16,2 0 0 15,2 3 1-15,1-2 0 16,1-1-1-16,3-1-2 15,-1-1 1-15,2-1 0 0,1-1-1 16,1-2 1 0,1-2 3-16,3-1 0 0,-1-1-1 15,1 0 0-15,0-3 2 16,2-4-1-16,-3-3 0 0,1 0 0 16,-5 3-1-16,-3-3 2 0,-2 0-1 31,-2 0 3-31,-2 2 2 0,-2-1 3 0,0 2 1 15,0 0 0 1,0 1 0-16,0 2-7 16,0 0-1-16,-2 2 2 15,2-2-1-15,-2 4 2 16,2-1-2-16,0 1-3 16,0 0 0-16,0 0-3 0,0 0 1 0,0 0-7 15,0 1 5 1,0 8 2-16,0-1 1 15,0 4 1-15,0 0 1 16,0 5-1-16,0-2 0 0,0 2 0 16,2 2 0-1,0 0-1-15,0 1 1 0,0 0-1 16,1 0-2-16,-1 1 4 16,0-5 1-16,-2 2-2 15,2-1 0-15,-2-3-2 16,0 2 1-16,0-3-2 0,0-1 2 15,-2-2 0-15,0-3-1 16,-4 2-2-16,1-5 4 16,-1-2 6-16,-2-1-5 15,0-1 1-15,1 0 0 16,-3 0 4-16,0-3-2 0,3-5-1 16,-2-1 0-16,0 1 5 15,2-2-1-15,3 1 1 16,2 1-4-16,-1-1-3 15,3 2-1-15,0 0-1 0,0 1 1 16,0 2-10-16,5-2-9 16,1 2-16-16,1-4-10 15,0-1-32-15</inkml:trace>
  <inkml:trace contextRef="#ctx0" brushRef="#br0" timeOffset="161748.46">4326 17413 138 0,'0'0'37'0,"0"0"-11"0,0 0-2 0,0 0 3 0,0 0-10 0,0 0-4 31,0 0-4-31,0 0-2 0,0 0 0 0,0 0 0 16,0 0-1-16,0 0 3 0,0 0 10 31,0-1-2-31,0-2-13 0,0-1-2 0,0-2 5 16,2 2-6-1,-2-3 0-15,2 0 2 0,-2 0-1 0,2 0 0 32,0-1 0-32,0 1 0 15,-1 0-2-15,3 0-3 16,-2 1 3-16,0 1 0 16,2 1-1-16,-2 1 1 0,0 1-1 15,4 1-2-15,-2-1 2 16,-1 2 0-16,3 0 0 15,-2 0-1-15,1 5-2 16,2 4 1-16,-2 3 0 16,1 2 0-16,1 3 3 0,1 1 2 15,-1 1-2-15,2 1-6 16,0-2-19-16,1 0-15 16,0-6-102-16</inkml:trace>
  <inkml:trace contextRef="#ctx0" brushRef="#br0" timeOffset="162211.74">4725 17686 139 0,'0'0'45'0,"0"0"-28"0,0 0 18 16,0 0-6-16,0 0-14 15,0 0-4-15,41 0 2 0,-31 0-5 0,2 0-3 31,1 0-3-31,0 0-2 0,1 0 1 0,-1 0 0 16,1 0-7-16,1 0-28 16,-1-3-75-1</inkml:trace>
  <inkml:trace contextRef="#ctx0" brushRef="#br0" timeOffset="163122.97">5043 17554 137 0,'0'0'90'16,"0"0"-69"-16,0 0-16 16,0 0-4-16,0 0-4 15,0 0 9-15,0 0 6 16,0 0-5-16,0 0-2 0,2 30-1 16,-2-22 1-16,0 5-4 15,2-2 0-15,2-3-1 16,0 0 1-16,4 0-4 0,-1-2 4 15,3-3 5-15,1 1-4 16,3-4 2 0,-1 0-4-16,1 0 2 0,-1 0-2 15,-1 0 1-15,1-5-3 16,-2-3 2-16,-2 3 0 0,0-4 1 16,-4-1-1-16,1 2 1 15,-2-1 0-15,-4-2 2 16,0 1 0-16,0 0 2 15,0 2-2-15,0-1 2 0,0 1 0 16,-4 3 0 0,2 2-1-16,-2-1 1 0,4 1-4 15,-1 3-1 1,1 0 0-16,0 0 1 0,0 0-3 16,0 3 1-16,0 6-1 0,0-1 2 15,0 5 0 1,0 0 0-16,0 1-1 15,0 2 1-15,0-1 0 16,0 2 0-16,0 0-1 0,0 0 1 16,1 0 0-16,1-1-1 0,2 1 1 0,-2 1 0 31,0 0 0-31,2 0 0 0,-2-1 1 0,2 2 0 31,-2-3 0-31,0-1 2 0,-2-1-2 16,0 0 0-16,0-1 0 15,0-2-1-15,0-1-1 16,-4-3 2-16,-2-1-4 16,-2-2 2-16,-1-2 4 15,1-1-2-15,-2-1 3 0,3 0-2 16,-1-1 0-16,-1-5-2 16,1-1 1-16,4 0-2 15,-2-2 2-15,2 1-1 16,3-3-1-16,1 1 4 15,0-1 3-15,0 0-1 0,0 0 0 16,5 2-4-16,1 0 1 16,1 1-2-16,2 1 0 15,0 0-1-15,0-1 1 16,2-1-3-16,1 0-37 16,2-3-43-16</inkml:trace>
  <inkml:trace contextRef="#ctx0" brushRef="#br0" timeOffset="-193415.3">7337 11331 159 0,'0'4'-11'0,"0"0"5"0,0 0 10 0,0 1-3 0,0 0-1 16,0 1 1-1,0-1-1-15,1 0 0 16,-1-1-1-16,0 2-18 16,0-2-27-16</inkml:trace>
  <inkml:trace contextRef="#ctx0" brushRef="#br0" timeOffset="-192902.61">7481 11346 67 0,'0'0'19'0,"0"0"-6"0,0 0 12 16,0 0 4 0,0 0-4-16,0 0-8 0,0 0-3 15,0 0-7-15,29 2-2 16,-23-2 5-16,-1 0-5 0,2 0-3 16,-4 0 0-16,1-2 0 15,0-1-1-15,-1 0 0 16,-1-1 2-16,-2 0-2 0,0 0-1 15,0 1-3 1,0-3-3-16,-2 4-2 0,-3 1 4 16,-3 0 12-1,-3 1-7-15,3 0 0 16,-1 0 0-16,-4 4 0 16,6 3 0-16,0 0 1 0,3 0-1 15,0 1-1-15,4-1 0 0,0 0 0 0,0-2 0 31,0 0 0-31,4-1 5 16,5-1 0-16,-3-2-3 16,3 2 0-16,0-3 0 15,0 0-2-15,-2 0-35 0,-1-1-78 16</inkml:trace>
  <inkml:trace contextRef="#ctx0" brushRef="#br0" timeOffset="-192740.67">7356 11254 262 0,'0'0'3'0,"0"0"-4"0,0 0-12 0,0 0-61 0</inkml:trace>
  <inkml:trace contextRef="#ctx0" brushRef="#br0" timeOffset="-191836.37">8121 11296 175 0,'0'0'10'0,"0"0"-10"31,0 0 1-31,0 0 2 0,0 0 1 0,0 0-1 0,0 0-8 31,0 0 12-31,0 0 3 16,-1 26-7-16,-3-20-1 16,2-1 0-16,-3 1-1 15,2-2 1-15,1 0 1 16,-2-1-1-16,-1 1 0 0,1-1 1 16,-2 0 3-16,-2-1 0 15,0 0-2-15,1-2 1 16,-4 0-3-16,-3 0-2 15,-1 0 1-15,-1 0-2 16,-1 0 0-16,-1 0-1 0,1-4 3 16,2-2-1-16,4 1 1 15,-1 2-2-15,6-3 2 16,0-1 0-16,4 3 0 16,2-2-5-16,0-1-4 15,0 2 9-15,6-1 1 0,1 0 3 16,3 0-5-16,0 2 2 15,-1 0-2-15,2 0 2 16,2 1-3-16,-4 0 2 0,3 0-1 16,-1 2 0-16,0-2 1 15,2 0-2-15,-4 2 1 16,2-1 0-16,1 1-1 16,-1-2 1-16,1 3-1 0,0 0 1 15,-1 0 2 1,1 0-2-16,-2 0 2 15,2 0 0-15,1 0-1 0,-1 0 0 0,3 0 0 16,-2 0 4-16,0 0-2 16,-1 0 5-16,-1-1 0 15,1 1-2-15,-4-2-1 16,1 2 4 0,0-1-4-16,-2 1-4 0,0-2 0 0,-3 1-2 15,0 0-24 1,0-3-61-16</inkml:trace>
  <inkml:trace contextRef="#ctx0" brushRef="#br0" timeOffset="-191281.34">8665 11097 34 0,'0'0'105'0,"0"0"-94"0,0 0-1 16,0 0 1-16,0 0-5 16,-40 2-1-16,31 2 1 15,1 0 2-15,-4 1 1 0,-1 2 2 16,1 3-5-16,-1 1-2 15,-2 2-1-15,-1 2-1 16,0 3-2-16,-1 1 1 16,2 1 1-16,1 1-1 0,2 2 1 15,1 0 2-15,4-1 0 16,1-1 0 0,0 0-1-16,5-1 0 0,1 0-2 15,0-2 1-15,0-2-1 0,7 1 4 16,2-3-5-1,4 0 1-15,0-2 4 0,2-1-1 16,4 0-1-16,1-5-1 16,0-3-13-16,0-3-71 15</inkml:trace>
  <inkml:trace contextRef="#ctx0" brushRef="#br0" timeOffset="-190511.37">8710 11319 158 0,'0'0'19'0,"0"0"-4"0,0 0 3 0,0 0 8 0,0 0-9 15,0 0-13-15,0 0-4 16,0 0-3-16,0 0 4 0,0 0 6 16,15-1 1-1,-3-1-4-15,1 1-1 0,1 0 0 16,1-2-1-16,1 0 0 0,0 0 0 15,2 1 0-15,-1 0 0 16,0 0 0-16,-2 1-1 16,0 1-1-1,-1-2 0-15,-2 2 1 0,-2 0-1 0,1 0 0 16,-5 0 0-16,0 0-1 16,-2 2 1-16,-2 3-1 15,-2 4 0 1,0 1-1-16,0 1 3 15,-6 2-1-15,-4 0 1 0,2-1 0 16,-1 0-1-16,2 1 1 16,-4-2-1-16,4 0 1 15,0-1-1-15,1 2 0 0,-3-3 0 0,4 3 1 32,-1-3-1-32,1-1 0 15,1-1 0-15,2 0 0 0,-2-1 0 16,4 0 0-16,0-1 0 15,0-2-1-15,0 0 1 16,0 0-2-16,0-2 0 16,4 1 1-16,2-2 2 0,1 1 3 15,-1-1-1-15,4 0-1 16,-3 0 3-16,3 0 1 16,-1 0 0-16,1 0-2 15,0 0 1-15,1 0 1 0,-1 0 0 16,-1 0-4-16,1 0-1 15,0 0 0-15,-4-1-2 16,3 1 2-16,-4-2-1 16,-1 2 0-16,-1-1-11 0,-3-2-16 15,0 0-9 1,0-1-92-16</inkml:trace>
  <inkml:trace contextRef="#ctx0" brushRef="#br0" timeOffset="-190102.7">8775 11414 31 0,'0'0'98'0,"0"0"-86"0,0 0 0 0,0 0 2 16,0 0-3-16,40 0-3 15,-30-2 4-15,1 0 0 16,1-1 5-16,0 3 1 16,1-3-8-16,1 2-1 0,-1-1-4 15,1 1-2-15,-1 0-3 16,-2 1 2-16,1-2-6 16,-2 2-23-16,-1-1-41 0,-3-2-56 15</inkml:trace>
  <inkml:trace contextRef="#ctx0" brushRef="#br0" timeOffset="-188106.87">9289 11049 92 0,'0'0'29'0,"0"0"-20"0,0 0 14 0,36 2 4 0,-26 0-8 32,2 0 3-32,-1 1-8 0,0 1-6 15,3 1 2-15,-3 1-2 0,3 0-5 0,-3 1-1 31,0 3-1-31,2-3-1 16,-2 4 1-16,-2-2-1 16,0 1 0-16,0 3 1 0,-4-2-1 15,1 1 2-15,-3 0 1 16,1 1-2-16,-3 1 2 16,1 2-1-16,-2-1 0 15,0 0-1-15,0 2 2 0,-4-1 0 16,0 0-2-16,0 0 0 15,-2 1 0-15,1-3 1 16,1 2-1-16,-1-2 1 16,0-1-2-16,1-2 2 15,-2 2 0-15,3-4 0 0,-3 2-2 16,2-1 2-16,-1 1-2 16,-1-2 1-16,3-1-1 15,2-2 1-15,-3 0 1 0,2-1-2 16,0-3 2-16,2 2 3 15,-4 0 1 1,3-1 2-16,-1 0-4 0,0-2-1 16,2 2 1-16,-2-1-3 15,-3-1 1-15,1 2-1 0,1 0 0 16,-1 1-2-16,-3-1-13 16,-1-2-47-16,-2-1-77 15</inkml:trace>
  <inkml:trace contextRef="#ctx0" brushRef="#br0" timeOffset="-153448.95">9003 11044 56 0,'0'0'11'0,"0"0"8"0,0 0-3 15,0 0-1-15,0 0 2 16,0 0 10-16,0 0-10 16,0 0-6-16,0 0 2 0,0 0 2 15,0 0-3 1,0 0-6-16,0 0 2 0,0 0 5 15,-5 0-1-15,5 0-4 16,0 0-3-16,-2 0-1 0,0 0 0 16,0 0 0-16,0 0 1 15,-1 0-4-15,1 0 1 16,-2 0-2 0,-1 2 1-16,0 0-1 0,1-1 1 15,-1 3 0-15,1-1-1 16,-2 1 0-16,1 2 1 0,0-1-1 15,3 0 0 1,0 2 1-16,2-1 0 0,0-2 1 16,0 2 1-16,0 0 0 0,0-1-1 15,4-1 1-15,0 1-3 16,2-1 0-16,-2-1 1 16,1 1 0-1,1-1-1-15,-2 1-10 0,0-1-14 16,2-2-28-16,-4-1-51 15</inkml:trace>
  <inkml:trace contextRef="#ctx0" brushRef="#br0" timeOffset="-152787">9048 11092 12 0,'0'0'75'0,"0"0"-48"0,0 0 1 0,0 0 5 16,0 0 0-16,0 0-13 15,0 0-9-15,0 0-9 16,0 0 0-16,0 0-1 16,0 0-1-16,15-6-1 15,-8 6 7-15,-3-1-1 0,1-1 3 16,0 2-2-16,1 0 0 16,0 0-3-16,2 0-1 15,-4 0 0-15,-2 0-2 0,1 2 2 16,-1 2-1-1,0 0-1-15,-2 0 1 16,0 1-1-16,0 0 1 0,0 0-1 0,0 0 0 16,0 1 0-1,0-3-3-15,0 3 2 0,-6-1 3 16,3-1-1 0,-3-1 2-16,0 0-5 15,4-1 2-15,0 0 2 0,0-2-2 0,2 2 1 16,0-2-1-1,0 0-3-15,0 0 1 0,0 0 2 16,0 0 6 0,2 0-4-16,2 0 0 0,4 0 1 15,-2 0 1-15,1 0-1 16,-1 0 0-16,0 0 1 16,2 0 0-16,-1 0-1 0,-1 0-1 15,-1 0-1-15,4 0 0 0,-4 0-1 31,1 0 0-31,-2-2 0 16,-3 1-5-16,1 0-10 0,-1-1-20 0,0-2-62 0</inkml:trace>
  <inkml:trace contextRef="#ctx0" brushRef="#br0" timeOffset="-152408.22">9195 11046 132 0,'0'0'20'0,"0"0"-6"0,0 0-8 16,0 0 14-16,0 0 3 0,0 0-2 15,0 0-3-15,0 0-6 16,0 0-4-16,0 0-3 16,40 7-1-16,-35-4 1 15,-1 2-2-15,0 0-1 16,0 2 0-16,0-1 1 0,-2 3-2 16,0-1 2-16,0 0-1 15,-2 2-1-15,0-1 0 0,0 1 0 16,0 1-1-16,0-1 0 15,-4 0 1-15,-5 0-1 16,0 3 1 0,-4-2 3-16,-5-1-10 0,2 0-93 15</inkml:trace>
  <inkml:trace contextRef="#ctx0" brushRef="#br0" timeOffset="-148984.05">5452 16277 12 0,'-1'0'58'0,"-1"-1"-13"0,-2 0 1 16,2 0 2-16,2 1-14 0,-3-1-13 15,2 1-9 1,0-1 0-16,-1 1-3 16,2 0 0-16,-2-2-3 15,2 2-1-15,-3 0-2 0,3 0-2 16,0 0 0-16,0 0-1 16,0 0 0-16,0 0-1 0,0 0 0 15,0 0-3 1,0 0 0-16,0 0 3 0,5 0 2 15,0 0 3-15,3 0-2 16,1 0 1-16,1 0 0 16,0 0-2-16,1 0 1 15,1-2 1-15,-1 1-3 16,-3 0 1-16,2-1 0 16,-1 2 0-16,-3-1-1 15,1 0 1-15,-5 1 0 0,3 0-1 16,-3 0 1-16,1 0-1 15,1 0 1-15,-2 0 0 16,0 0-1-16,0 0 0 16,-1 0 1-16,1 0-1 0,0 0 0 15,0 0 0-15,-2 0 0 16,2 1 1-16,-2-1-2 16,0 1 1-16,0-1 1 15,0 0-1-15,0 0 0 0,0 0 1 16,0 0-1-16,0 0 0 15,2 0 1-15,-2 0 1 16,0 0-2-16,0 0 1 0,0 0-1 16,0 0 1-1,0 0 0-15,0 0 0 16,0 0 0-16,0 0 0 0,0 0 0 16,0 0 0-16,0 0-1 0,0 0 0 15,0 0 0-15,0 0 0 16,0 0 0-16,0 0-1 15,0 0 1 1,0 0-1-16,0 2 1 0,0-1-2 16,0-1-4-16,3 1 0 0,-3 1-4 15,0-2 3-15,0 3-3 16,0-2-15 0,0 0-40-16,0-1-29 15</inkml:trace>
  <inkml:trace contextRef="#ctx0" brushRef="#br0" timeOffset="-147959.03">5539 16304 19 0,'0'0'107'0,"0"0"-86"0,0 0 7 16,0 0 9 0,0 0-8-16,0 0-12 0,0 0 0 0,0 0-8 15,0 0-2 1,0 0-4-16,0 0-2 16,0 0-3-16,0 0-2 15,0 2 5-15,0 5-2 0,0 2 4 16,-2 0-3-16,-1 3 2 15,-1 0-4-15,0 1 2 0,-1-2 0 16,0 1 1 0,1-1-1-16,-3 1 0 0,3-1 0 15,-3 0 1 1,2-1-3-16,-1 0 5 16,2 0-3-16,1-3 0 0,1 0 2 0,0-1-4 15,2-2 2 1,0-1 0-16,0 0-1 0,0-2 1 0,0 2-1 31,0-1-1-31,0-2 3 0,2 0-3 16,0 2 2-16,1-2 0 0,0 0 2 15,2 0-1 1,-1 0 0-16,4 0-1 16,-2 0-1-16,1 0 2 0,1 0 2 0,2 0-3 15,1 0 0 1,0 0 0-1,0 0 7-15,0 0-5 0,0-2 0 16,1 1-1-16,-5 0 1 16,1 0 0-16,0 1 0 15,-2 0-1-15,-2 0 0 16,1 0-1-16,-3 0 1 0,-2 0-1 16,0 0-5-16,2 0-5 15,-2 0-10-15,0 0-29 16,0 0-46-16</inkml:trace>
  <inkml:trace contextRef="#ctx0" brushRef="#br0" timeOffset="-147367.22">5476 16388 142 0,'0'0'18'0,"0"0"12"0,0 0-8 0,0 0-2 16,0 0-4-16,0 0-5 16,0 0-2-16,0 0 0 15,0 0-1-15,0 0-3 16,38 0-3-16,-26-1-2 16,1-2-6-16,2-1-41 0,-3-2-77 15</inkml:trace>
  <inkml:trace contextRef="#ctx0" brushRef="#br0" timeOffset="-146714.15">5720 16073 153 0,'0'0'12'0,"0"0"3"0,0 0 1 16,0 0-8 0,0 0 2-16,0 0-2 0,0 0 2 0,0 0-1 15,0 0-1 1,0 0-4-16,-27-5-3 0,22 7-1 16,1 4 0-1,0-1-1-15,-3 4 1 16,2 0 0-16,-2 3 0 15,3-1 0-15,-2 1 0 16,1 2 0-16,2-3 1 0,1 3 0 0,0-3 1 16,2 0-1-16,0-1 0 15,0 0 4 1,0-2-5-16,4 1 0 16,4-3 0-16,-2-1 4 15,3-1-10-15,2-4-43 0,-1 0-61 16</inkml:trace>
  <inkml:trace contextRef="#ctx0" brushRef="#br0" timeOffset="-146052.59">5745 16161 171 0,'0'0'17'15,"0"0"12"-15,0 0-5 0,0 0-11 16,0 0-2-16,0 0-2 16,0 0-1-16,0 0 0 15,0 0 0-15,23-20-2 16,-19 20-5-16,0 0-1 15,2 0 1-15,1 0-1 0,0 0 0 16,2 0 0 0,0 0 0-16,-3 1 1 0,3 2-1 15,-2 1 0-15,-2-1 0 16,1 0 0-16,-4 1-1 16,-1 2-1-16,-1 1-4 0,0 0 1 15,0 0 3 1,-3 2 2-16,-5 1-2 15,0-2-2-15,0 2 5 0,1 0-1 0,-2-3-2 16,2 0 1-16,0-2-1 16,3-1 1-1,0-1 2-15,3-1-1 16,0-2 1-16,1 0-1 16,0 0-1-16,0 0-1 0,0 0-1 0,0 0-1 15,0 0 0-15,0 0 4 0,0 0 6 31,0 0-5-31,4 0 2 16,0 0 1-16,0 0 2 16,-1-2-2-16,4 0 2 0,-2 2-2 15,3-1-1-15,-3 0-1 0,3 0 2 0,-1-1-2 32,0 2 0-32,-1 0-2 15,1-2 1-15,0 2-1 16,0-3 0-16,-1 3 0 0,3-3-4 15,-4 1-7-15,2-2-15 16,-3-1-76-16</inkml:trace>
  <inkml:trace contextRef="#ctx0" brushRef="#br0" timeOffset="-145604.54">5892 16090 35 0,'0'0'89'0,"0"0"-58"0,0 0-2 0,0 0-3 16,0 0-11-16,0 0-9 0,0 0 2 16,38-6 3-1,-33 6-2-15,3 0 0 0,1 3-3 16,0 3-4-16,2 1 0 15,0 1-1 1,1 3-1-16,-1 1 2 0,-3-1-2 0,2 2 3 16,-3 1 2-1,-1-1-5-15,-2 0 1 16,-2 1-1-16,-2 0 1 0,0-1 1 16,0-2 0-16,-2-2-14 0,-4-4-58 15</inkml:trace>
  <inkml:trace contextRef="#ctx0" brushRef="#br0" timeOffset="-144234.62">7320 15470 123 0,'0'0'16'0,"0"0"6"0,0 0-10 0,0 0-10 0,0 0-4 15,0 0-6-15,0 0-3 16,0 0 2 0,0 0 4-16,0 0 5 0,0 0 2 0,0 0 6 15,-8-5 1-15,7 5-1 32,-1 0 1-32,1 0 1 0,-1 0-7 0,0 0-1 15,2 0-1-15,-2 0 2 16,2 0 0-16,0 0 1 0,0 1 4 31,0-1 0-31,0 0 5 0,0 2-4 16,0-2-2-16,2 1-1 15,2-1 3-15,4 0 0 16,1 0-4-16,2 0-3 16,3 0 0-16,0 0-1 15,1 0 0-15,0 0 0 0,1 0-1 16,-3-3 2-16,-1 2-1 15,-1-1 1-15,-1 1 0 0,-3-2-6 16,0 3 10 0,-3 0-5-16,-2 0 0 0,1 0 2 15,-3 0-3-15,0 0 0 16,0 0 0 0,0 3 0-16,0 1 0 0,0 3-2 15,-2 0 2-15,-3 2 6 16,-4 1-5-16,2-2-1 15,-1 1-1-15,1 1 1 16,-3 0 1-16,0-2-2 0,3 5 1 16,-5-4 1-16,3 1-1 15,3 0 0-15,-2-2 0 16,0 2 0-16,2-3 0 16,3-2 0-16,1 1 0 15,-2-3 0-15,4 1 0 0,0-1 0 16,0-3-1-16,0 2-1 15,0-2 1-15,0 0 0 0,0 0-1 16,0 0 4 0,0 0-2-16,4 0 2 0,-1 0 3 15,3 0-1-15,1 0-1 16,0 0-1-16,-1 0 0 16,3 0-2-16,-1 0 1 15,2-2-1-15,-1 2 0 16,1-1 1-16,0 1 2 0,1-2 1 15,-1 0-1-15,-2 0 1 16,1 2-1-16,-3-1-3 16,2-1 1-16,-2 2 1 0,1-2-4 15,-3 2-8 1,-1-2-5-16,1-1-9 16,-2 1-61-16,-2-3-72 0</inkml:trace>
  <inkml:trace contextRef="#ctx0" brushRef="#br0" timeOffset="-143959.39">7393 15539 165 0,'0'0'20'0,"0"0"7"15,0 0-2-15,0 0-7 0,50-3-5 16,-37 0-6-16,3 1-6 16,-1-2 1-1,2 3-6-15,0-5-39 16,-1-1-89-16</inkml:trace>
  <inkml:trace contextRef="#ctx0" brushRef="#br0" timeOffset="-143539.42">7648 15200 175 0,'0'0'30'0,"0"0"-18"15,0 0 10 1,0 0-9-16,0 0 1 0,0 0-2 16,0 0-1-16,-37-7-6 0,30 13-2 15,0 3 1 1,-4 3-3-16,2 4-1 16,0-2 1-16,1 2-1 0,2 2 0 15,2-2-1-15,4 0-2 16,0-4 1-16,0 1 2 0,4-3 0 15,6 0-3-15,3-6-8 16,3-1-35-16,-1-3-76 16</inkml:trace>
  <inkml:trace contextRef="#ctx0" brushRef="#br0" timeOffset="-143019.31">7718 15279 154 0,'0'0'21'0,"0"0"6"16,0 0-3-16,0 0 3 16,0 0-14-16,0 0-1 0,0 0-6 15,0 0-2-15,38-27 0 0,-29 27-1 0,2 0-1 31,0 0-2-31,0 0 0 16,-3 0 0-16,2 5 0 16,-1 0 0-16,-3-1 0 15,2 3 0-15,-6 1-4 0,0-2-3 16,-2 3-1-16,0-1-1 16,-8 1 6-16,-4 1 5 15,1-2-5-15,-3 0 2 16,3 0 1-16,0-1 1 0,0 0-1 15,4-3 1-15,3 1-1 16,1-3 0-16,2-1 0 16,1 0-1-16,0-1-7 15,0 0 9-15,6 0 8 16,1 0-1-16,1 0-6 16,0 0 0-16,0 0-1 0,-1-1-1 15,1 0 2-15,0-1 0 16,0 0 4-16,1 2-4 0,1-3-1 15,-2 3 0-15,1-2 0 16,-1 1-1-16,2 0 2 16,-1-3-9-16,-1 1-24 15,2-3-61-15</inkml:trace>
  <inkml:trace contextRef="#ctx0" brushRef="#br0" timeOffset="-142536.39">7937 15171 109 0,'0'0'2'0,"0"0"10"0,0 0 4 0,0 0 7 0,38 0-1 15,-30 0 2 1,4 4-7-16,-1 2-4 16,3 0-1-16,-3 1 2 0,-3 1-4 0,4-1-8 15,-3 3 0 1,-2 0 0-16,1 0-2 15,-2 3 1-15,2 0-1 0,-6 1 0 0,0 0 0 32,-2 1 0-32,0 1 2 15,0-2-2-15,0 2 1 0,0-2 1 0,-4 0-2 16,-2-2 2 0,0 2 0-16,0-3-3 0,-1-1-2 0,1-1 8 31,-1-1-6-31,0 1 6 15,1-2-3-15,1-1-2 16,-1-1 1-16,1 1-1 0,0-3-42 16,-2-3-115-16</inkml:trace>
  <inkml:trace contextRef="#ctx0" brushRef="#br0" timeOffset="-138658.59">7439 16801 7 0,'0'-3'127'0,"0"2"-101"0,0 0 1 0,0-1-11 0,2 2-6 16,-2 0 0 0,0 0-2-16,0 0-3 0,0 0 2 15,0 0 0-15,0 0-4 0,0 0-2 16,2 0 1 0,0 6 0-16,-1 2-1 0,2 2 4 15,2 2-5-15,-1 2 0 16,-1 0 1-16,4 0 0 15,-3 2 1-15,-1-2 4 0,1 1 1 16,0 1 1 0,-2 0-3-16,1-2 0 0,-1 3-1 15,2-3-2 1,-1 0 0-16,-3-4-2 0,2-1 0 0,-2 0 2 16,0-4 1-16,0 2 1 15,0-1-2 1,0-2 0-16,0 2-2 0,0-2 2 15,0 0-2 1,0 1-1-16,0-3-13 16,0 0-23-16,0-2-75 0</inkml:trace>
  <inkml:trace contextRef="#ctx0" brushRef="#br0" timeOffset="-138339.45">7435 17052 214 0,'0'0'39'0,"0"0"-17"0,0 0-8 0,0 0-6 16,0 0 0 0,0 0-3-16,0 0 3 0,0 0-3 15,0 0-2-15,0 0 1 16,44 9-4-16,-35-8 0 16,5 2-3-16,-2-1-4 0,2-1-15 15,-3-1-40-15,-2 0-74 16</inkml:trace>
  <inkml:trace contextRef="#ctx0" brushRef="#br0" timeOffset="-138118.1">7601 16980 94 0,'0'0'130'0,"0"0"-106"15,0 0 4-15,0 0-20 16,0 0-6 0,0 0 1-16,0 0-3 0,-18 40 0 15,14-22 1 1,0-1-1-16,0 0-4 0,1-1-33 0,-1 0-88 31</inkml:trace>
  <inkml:trace contextRef="#ctx0" brushRef="#br0" timeOffset="-136751.48">7704 17711 225 0,'0'0'22'0,"0"0"-4"0,0 0-6 0,0 0-7 15,0 0-2-15,0 0 1 16,0 0 4-16,0 0 1 0,0 0-2 31,0 0 0-31,0 0-1 16,0-41-2-16,0 37-2 0,-4 1-1 15,-1-1-1-15,1 1-3 16,-4 3-7-16,0-1 2 0,-1 1 0 0,-3 0 3 31,2 0 7-31,-1 0 0 0,0 4-2 16,-3 2 1-16,3-1-3 16,-2 4 1-16,1-1-1 0,2 2 2 15,0-1 2 1,-1 1-2-16,5 1 0 15,-1-2 1-15,2 2 0 16,3 0 0-16,-1-2-1 0,3 1 0 16,0-1 0-16,0 2 0 15,0-3 0-15,3 1 0 16,4-3-1-16,-3 3 0 16,3-3-2-16,0 0 2 15,1-2 2-15,0 0 3 0,0-1-3 16,1-1-4-16,-4-1 5 15,4 0 0-15,-4-1-1 16,1 0 2-16,0 0-1 0,1 0 0 16,0 0 0-16,-2-3-1 15,1-2 0-15,-1 0 0 16,-1 0-1-16,3-2 1 16,-4 0-1-16,3-2 1 15,-2 2-1-15,-1-4 0 0,1-1-4 16,0 3-2-16,-2-2 2 15,2 2 1-15,-3 1 3 16,0 1 1-16,1 0 0 16,-2 2-1-16,2 0 3 15,-2 4 4-15,0-2-2 16,0 2-1-16,0-2-3 0,0 0-1 16,0 2 0-16,0 0-1 0,0 1 1 15,2-2 1-15,-2 2-1 16,0 0 0-16,0 0 2 15,0 0-2-15,0 0 0 16,0 0-1 0,0 0 0-16,0 2 1 0,0 3 1 0,0 2-1 15,0 2 0-15,0 0 1 16,2 1-1 0,-2 0 3-16,0 2-1 15,2-4 2-15,-1 2 4 16,1-3-2-16,2 1 0 0,0-3 1 0,1 1-2 15,4-1-3 1,-3-1-1-16,3-3 2 0,3 1 0 0,-1-2 0 31,2 0-2-31,1 0-13 16,1-7-34-16,1-9-38 16</inkml:trace>
  <inkml:trace contextRef="#ctx0" brushRef="#br0" timeOffset="-136196.99">7831 17332 108 0,'-4'3'8'0,"0"-1"17"0,-1-1 4 16,1 4-10 0,0 1 2-16,0 0-3 15,-2 4-8-15,4-3 0 0,-4 4 1 16,3-2-5-16,1 4-2 15,-2-2 1-15,2 3-2 0,0-1 1 16,0 2 0-16,2-3 2 16,0 0 0-16,0-1 1 15,0-1 1-15,3-2 2 0,2 0 2 16,0-3-5 0,3 1-3-16,0-1-5 15,0-2 1-15,1-3-3 16,3 0 1-16,-1 0-28 0,1-7-35 15,-2-7-127-15</inkml:trace>
  <inkml:trace contextRef="#ctx0" brushRef="#br0" timeOffset="-135847.45">7968 17362 163 0,'0'0'59'0,"0"0"-37"0,0 0-11 0,0 0-2 16,0 0 2-1,0 0-2-15,0 0 0 16,0 0-1-16,1 41-3 16,-1-29-3-16,0-2 0 15,0 0 0-15,0 0-1 16,1-1-1-16,0-1 0 16,0-3 2-16,0-2-8 0,1 0-15 15,-2-3-78-15</inkml:trace>
  <inkml:trace contextRef="#ctx0" brushRef="#br0" timeOffset="-135384.95">8071 17254 155 0,'0'0'4'0,"0"0"-2"16,0 0 11-16,0 0 0 15,41-2 8 1,-32 2 2-16,1 0-3 0,-1 0-6 15,0 6-3-15,0-1-7 0,2 2-4 16,1 1 1-16,-4 1 0 16,1 1-1-16,1 1 2 15,-1 3-4-15,-1-1 1 16,-2 0 1-16,2 1 1 16,-4-1-3-1,-3 2 2-15,-1-2 0 0,0 0 1 0,0 1 3 16,0-1 0-16,-1 0 2 15,-5-2 1 1,-1 1-4-16,4-1-1 0,-3-2-1 16,1 0 0-16,1-3-2 0,-1 0-10 15,0-6-55 1,3 0-112-16</inkml:trace>
  <inkml:trace contextRef="#ctx0" brushRef="#br0" timeOffset="-125822.68">8791 15729 15 0,'0'0'120'0,"0"1"-107"0,2-1 0 0,-2 0 19 0,2 0 7 15,-2 0-18-15,2 0-9 16,1 0-2-16,-1 0-4 15,2 0-1-15,-2 0 0 0,2 0 1 16,4 0-2 0,-3 0 0-16,3 0-2 0,-3 0-2 15,3-1 0-15,0 1 1 0,0 0-1 16,-4 0 0-16,3 0 1 16,-3 0-1-1,2 0-1-15,-2 0-8 0,0 0-15 0,-1 0-43 16,-1 0-40-1</inkml:trace>
  <inkml:trace contextRef="#ctx0" brushRef="#br0" timeOffset="-125442.38">8839 15833 92 0,'0'0'59'0,"0"0"-12"0,0 0-5 15,0 0-15-15,0 0-11 0,0 0-5 16,0 0-2-16,0 0-3 16,0 0 0-16,37 1-5 15,-26 1 0-15,2-1 0 16,1 0-3-16,-1-1-21 15,2 0-90-15</inkml:trace>
  <inkml:trace contextRef="#ctx0" brushRef="#br0" timeOffset="-111524.85">9642 15031 1 0,'-2'0'101'0,"0"0"-92"0,1 0 7 0,1 0-3 15,-1 0-6-15,1 0 1 16,0 0 4-16,0 0-4 16,-1 0 0-16,0 0 2 0,1 0 2 15,0 0-4-15,-1 0-4 16,1 0-2-1,-4 0-2-15,2 0 0 0,-3 0 0 0,0 0-1 16,1 0-1 0,-3 0 1-16,1 2 0 0,0 1 0 15,0-2 1 1,-2-1 1-16,5 2-1 16,-3 1 1-16,0-2-1 0,3 0 1 0,-2 1-1 15,1-1 0-15,1 0 0 16,-1 1 0-16,2 0 0 15,-3 0 0-15,3 0 0 0,0-1 1 16,0 1-1-16,0 0 0 16,-3 0 1-16,3-1 2 15,1 1 0 1,-3 2 0-16,2 0-1 16,-2-1 0-16,2 1-2 0,1 1 0 0,-3-2 0 15,4 2 0 1,-2-1 1-16,0 2 1 0,2-2 0 15,-2 2 2-15,0 1 3 0,2-1-1 32,-3 1-1-32,2 0-1 0,1 1-1 0,-2-2-1 15,2 4 0-15,-2-3 0 16,2 3 1 0,0-1-1-16,0 0-1 15,0 0 1-15,0 4 0 16,0-2-1-16,0-1-1 15,0 2 1-15,0-1-1 16,0 0 0-16,0-1 1 0,0 0-1 16,0 0 1-16,0-1-1 15,0 1 0-15,0 0 1 16,0-1-1-16,0 0 0 16,0 0 2-16,0 0-2 0,0 1 2 15,0-1-2-15,0 2 1 16,0-1 0-16,0 3 0 15,0-2 0-15,0 2-1 16,0-1 1-16,0 0 1 0,0-2-2 16,0 2 0-16,0-1 1 15,0-1 0-15,0-2 1 16,0 2-1-16,2-1 0 16,-2-1 0-16,2 1-1 15,-2-1 1-15,1 1-1 0,-1-2 1 16,1 3-1-1,1 0 0-15,-2-1 1 0,0 1-1 16,0-1 0-16,1 1 0 0,-1 0 1 16,0 0 0-16,0 0-1 15,0 0 0 1,1-1 2-16,1 2-1 16,-2-1 0-16,0-2-1 0,0 1 2 0,0 0-1 15,2 2 0 1,-2-1-1-16,0-3 1 0,0 4 0 15,0 2 0 1,0-2 0-16,0 1-2 16,0 0 2-16,0 1-1 0,0-1 1 0,0-1 0 15,0 0-1 1,0 1 1-16,0-1 1 0,0-1 2 16,0 1-3-16,0 1 1 0,0-1 0 31,2 2-1-31,-2 0 0 15,0 1-1-15,2-3 0 0,-2 3 2 16,0-1-2-16,0 1 0 16,0 1 0-16,2-2 1 15,-2 2-1-15,1-1 0 16,-1 0 0-16,0-1 1 16,2 2-1-16,-2-3 0 0,0 1 0 15,0-2 1-15,0 2-1 16,0-2 2-16,0 1-2 15,0-1 1-15,0 1-1 0,0-1 0 16,-1 0 1-16,0-1-1 16,0 2 3-16,1-1 0 15,0 0-2-15,-2 0 1 16,2 2-1-16,0 0-1 16,0 0 0-16,0 0 1 15,-2 1-1-15,2-1 0 16,0 1 2-16,0 0-2 0,-2 0-2 15,2 1 4-15,-2-1-2 0,2 0 0 16,-3-1 0 0,2-2 1-16,1 1-1 0,0-1 0 15,0 0 0 1,0-1 1-16,0-1-2 0,0-1 1 16,0 1 1-16,0-1 1 0,0 0-2 15,0 0 1 1,0 0 1-16,0 2 0 15,0 0 0-15,1-2 0 0,0 1 0 16,1-1-1-16,0 0 0 16,-2-1 1-16,0 0-1 0,2 0 0 15,-2 0-1 1,0 1 2-16,0 1-2 0,0-2 1 16,2 2-1-1,-2 1 1-15,2-1-1 16,-2 0 0-16,1 2 1 0,1 0-1 0,-1-1 0 15,2 0 1-15,-1 0-1 16,0 1 1 0,0-2-1-16,1 0 2 0,2 0-1 0,-3 1-1 15,0-2 1 1,2 1 0-16,1-1-1 0,-1 2 4 16,1-1 0-16,4 1 4 15,-3 0-5 1,3 0-2-16,0-1 1 0,1-1-4 0,3 0 3 15,2-1-1 1,3-4-2-16,1-1-2 0,3-2-25 16,1-4-51-1,1-14-77-15</inkml:trace>
  <inkml:trace contextRef="#ctx0" brushRef="#br0" timeOffset="-110424.14">9840 15323 126 0,'0'0'23'0,"0"0"-14"0,0-3 1 16,0-1 0-16,0 2 8 0,0 0 8 15,0-1-1 1,0 2-7-16,0 0-2 16,0 0-8-16,0-1-4 0,0 2-2 0,-1 0-2 15,-1 0 0 1,-1 0-1-16,-2 0 1 15,1 0 0-15,0 5 0 0,-2 2 0 0,1-2 0 32,3 2 1-32,-5 2-1 15,4 1 0-15,1 1 0 0,-2 1-1 0,2 0 1 16,0 0 0 0,2 2 0-16,0 0-1 0,0-3 1 0,0 1 0 31,1-1-2-31,6-2 0 15,-2-1-1-15,6-2 3 16,-2-2 3-16,-2-1 1 0,4-2-2 16,0-1 0-16,-2 0 0 15,3 0 3-15,-2 0-2 16,-1-1 1-16,0-3 0 16,0-3 0-16,-2 1-1 0,-1-2 2 15,-1-2 5-15,2 1-1 16,-4-1-4-16,3-3-2 15,-4 3 2-15,0-4-3 16,-2 3 1-16,0 0-1 0,0 0 0 16,0-1 0-16,-2 1 3 15,-5 2 3-15,3-1-4 16,-5 3-2-16,2 0-1 16,-1 2-5-16,-1 1 0 15,-3 3-4-15,1 0-3 0,-1 1-3 16,0 0-2-16,2 0-4 15,1 5-15-15,2-1-53 16,5-2-102-16</inkml:trace>
  <inkml:trace contextRef="#ctx0" brushRef="#br0" timeOffset="-110146.41">10131 15375 293 0,'0'0'28'16,"0"0"-7"-16,0 0-2 0,0 0 1 0,0 0-11 15,0 0-7 1,0 0-1-16,0 0-4 0,0 0-19 16,0 0-31-16,0 0-83 15</inkml:trace>
  <inkml:trace contextRef="#ctx0" brushRef="#br0" timeOffset="-109525.31">10286 15301 84 0,'0'0'10'0,"0"0"10"16,0 0-6-16,0 0 2 15,0 0 2-15,39-1 3 16,-28-2 7-16,-1 0-1 15,4 0-4-15,-3-1-13 0,2 1-2 16,-3 1-3-16,2 0-3 16,-1 1 1-16,-1-1-3 15,-2 1 1-15,-1 1-1 0,-2 0 1 16,2 0-1 0,-3 0 1-16,-3 0-1 15,1 0 1-15,-2 0-1 16,0 0 0-16,0 0-3 0,0 0 2 0,0 4 2 15,0 0 0 1,0 3 0-16,0-1 2 0,-2 4-1 16,1-1 0-16,-1 2 0 0,0 0-2 15,-1 1 2 1,-1 0 0-16,2 1 0 0,1-1 0 16,-1 0 1-1,0 1 0-15,0 0-1 16,-1-2-1-16,2 2 0 0,0-1-1 0,0-3 1 15,1 0-1-15,0-2-1 16,0-4-9 0,0 0-15-16,0-3-92 15</inkml:trace>
  <inkml:trace contextRef="#ctx0" brushRef="#br0" timeOffset="-108973.85">10571 15320 223 0,'0'0'20'0,"0"0"-8"0,0 0-3 0,0 0 2 16,0 0-5-16,0 0-3 15,0 0-3-15,0 0-2 16,0 0-1-16,0 0 4 0,0 3-3 15,1 4-1-15,-1 0 4 16,0 0 1-16,1 0-2 16,-1-1 0-16,4-1 0 15,-2 1-1-15,2-2 0 0,-1-1-3 16,3-1 7 0,-1 0-1-16,1 0 0 0,1-2 4 15,0 0-1-15,-1 0 2 0,1 0-5 16,-1 0 2-16,2 0 3 15,-2 0 3 1,3 0-3-16,-2 1 4 0,4 1-5 16,-2 1-1-16,-3 0 0 0,4 2-5 15,-4 1 1 1,1 0-1-16,-2-1 0 16,1 2 0-16,-4 2-1 0,1-1 0 15,-3-1 0-15,0 0 2 0,0 1 1 16,0-3-1-16,0 1-1 15,-5 0 1 1,-2-1-1-16,1-1 2 16,-3 1-1-16,-1-1 2 0,2-2 2 0,1 0-5 31,1 1 4-31,-1-3-5 16,4 0-14-16,-1 0-14 0,4 0-17 15,-4-3-62-15</inkml:trace>
  <inkml:trace contextRef="#ctx0" brushRef="#br0" timeOffset="-108735.64">10650 15316 222 0,'0'0'5'0,"0"0"15"0,0 0-2 16,0 0-6-16,0 0-7 15,40-22-1-15,-28 19-2 0,3 1-2 16,-1-1-4-16,1 0-54 16,1 0-96-16</inkml:trace>
  <inkml:trace contextRef="#ctx0" brushRef="#br0" timeOffset="-108224.45">10931 15297 77 0,'0'0'65'0,"0"0"-46"15,0 0-7-15,0 0-5 16,0 0-1-16,0 0-2 0,0 0-2 31,0 0 2-31,-18 44-1 0,16-35 9 0,-2 2 1 16,2-2 1 0,0 2-2-16,0-2-4 15,2 0 0-15,0 3-5 16,0-4-2-16,0-1 1 15,0 0 1-15,4-1-4 0,2 0 3 16,0-2-2-16,2-2 4 16,1-1 0-16,-2-1 0 15,4 0 0-15,-2 0 1 0,0 0-3 0,0-6 2 16,0-1 3 0,-3 0 2-16,-1-1 2 15,1-4-1-15,-3 2 1 16,-2-2-3-16,-1 0-2 15,0 0-3-15,0 1-1 16,0 1 2-16,-6 1 0 16,0 1-1-16,1 3-4 0,-4 2-3 15,0 1-6-15,2 2-2 16,-4 0-4-16,3 0-6 16,0 0-5-16,2 2-22 15,-1-1-94-15</inkml:trace>
  <inkml:trace contextRef="#ctx0" brushRef="#br0" timeOffset="-107547.58">11135 15287 145 0,'0'0'42'0,"0"0"0"0,0 0-10 0,0 0-18 15,0 0-6 1,41-17-2-16,-30 16 0 0,2-2 1 0,-2 3 2 15,3 0-1-15,-3 0-6 16,-3 0-1 0,2 0-1-16,-4 0-1 15,1 4 1-15,-4 2-1 0,-1 1-3 0,-2 0-1 16,0 2-1 0,0-1 2-16,0 1 2 15,-3 0 1-15,-5 0-3 16,1-2 1-16,-5-1 3 15,3 1 1-15,1-4 1 16,-1 1 3-16,4-3-2 0,0 1 0 16,3-1-1-16,1-1-3 15,1 0 0-15,0 0-3 16,0 1-4-16,2-1 3 16,2 0 15-16,2 2-7 15,-1-2-2-15,2 0 0 0,-2 2 0 16,1 0 1-16,-2 0 1 15,1 1-2-15,-1 2 0 16,1 0-2-16,-2 2 2 0,0 1-1 16,0 1-1-16,-3-1 2 15,0 1-1-15,0-1 0 16,0-2 1-16,-5 1 3 16,-1-1 2-16,-5-2 3 0,2 2-1 15,-2-2 2 1,-1-1-5-16,-1 0 0 0,1-2-3 15,0 3-2-15,-1-2 0 16,-1-1-22-16,1-1-53 16</inkml:trace>
  <inkml:trace contextRef="#ctx0" brushRef="#br0" timeOffset="-106317.18">9979 16125 137 0,'0'0'22'0,"0"0"-6"0,0 0-9 0,0 0-5 15,0 0 0 1,-1-1-1-16,0-1 3 16,1 2 3-16,-2 0 1 15,0 0 11-15,2 0-2 16,-2 0-4-16,-2 0-4 15,1 0-4-15,-4 3-5 16,0 4 0-16,-3 3 0 0,1 3 1 0,-3 0-1 0,1 2 0 31,2 1 0-31,2-3 0 16,3 1 0-16,-1 0 2 16,4-4 2-16,1 1 0 15,0-2-1-15,0 2 0 0,2-2-3 16,6-2 0-16,-2 0-1 15,2 0 0-15,1-3 7 16,0-1-3-16,2-1-3 16,0-2 4-16,-2 0 1 0,1 0-1 15,0 0 0-15,-3-2 3 16,2-2-1-16,-2-4 1 16,-1 2-2-16,-3-4-2 15,1 1 3-15,-2-2-2 16,-2-2-1-16,0 1 1 0,0-1 1 15,0 0-1-15,0-1 2 16,-6 2 2-16,1 1 0 16,-2 1-2-16,0 0-7 0,-1 0 2 15,1 3 0 1,-2 0 2-16,0 3-3 16,0 0 2-16,1 3-1 0,1 1-4 15,-1 0-18-15,2 2-19 16,-1 4-2-16,3 1-37 0,2 0-59 15</inkml:trace>
  <inkml:trace contextRef="#ctx0" brushRef="#br0" timeOffset="-106074.08">10169 16252 247 0,'0'0'11'0,"0"0"-1"0,0 0 2 0,0 0-6 16,0 0-3-16,0 0-3 15,0 0-9-15,0 0-13 16,0 0-59-1</inkml:trace>
  <inkml:trace contextRef="#ctx0" brushRef="#br0" timeOffset="-105323.77">10459 16201 184 0,'0'0'3'15,"0"0"10"-15,0 0 12 16,0 0-6-16,0 0 1 15,10-36-1-15,-10 27-4 16,0-2-1-16,0 3 4 0,0-2-7 16,0 1-2-16,0 1-5 15,-2 0-4-15,-4 3-1 16,1 2-1-16,-4 3-5 0,2 0-7 16,-4 0 0-1,0 1 13-15,1 6-2 16,2 2 6-16,0 0-3 0,2 2 0 15,0 0-2-15,4-1 1 0,0 2 0 16,2-1 1-16,0 0-1 16,0-1 0-16,0-1 0 15,2-1-1-15,6 2-1 16,0-4 4-16,2-1 7 0,1 1 0 16,1-3-3-16,-1 1-3 15,0-1 2-15,1-1-4 16,-1 2 1-1,2 0-1-15,-4 0 1 0,-2 2-1 16,1-1 1-16,-2 1-1 0,-3 3-2 16,0-3 0-16,-3 2-3 15,0 2 2 1,0-2 2-16,-7 1 0 16,-4-2 1-16,2 0-3 0,-5-1 5 15,3-2-4-15,-4-1 5 0,1 0-1 16,1-3-2-1,1 0 0-15,1 0 3 0,5 0 6 16,0-4 10-16,5-2-1 16,1-2 3-16,0-1-7 0,0-2-7 15,0-1-4 1,7-1 2-16,-1-1-2 0,3 2-3 16,0-3-4-1,2 2-18-15,1-1-10 0,4 1-15 0,-2-3-41 16</inkml:trace>
  <inkml:trace contextRef="#ctx0" brushRef="#br0" timeOffset="-104645.28">10661 16188 182 0,'0'0'19'0,"0"0"18"0,0 0-14 0,0 0-9 16,0 0-5-16,0 0 2 15,0 0-1-15,0 0-2 16,0 0-5-16,0 0 0 0,43-33-2 15,-32 30-1-15,2 0-1 16,-1 3 2-16,0 0 0 16,1 0 0-16,-2 0-1 15,-1 6 0-15,0 1 1 0,-6 3-4 16,-1-1-7-16,-3 2-1 16,0 2 4-16,-1-1 1 15,-7 0 3-15,-2-1 3 16,1-1-1-16,-3-3 0 15,2 0 4-15,3-1-3 0,-1-3 1 16,4-1 0-16,3-1 1 16,1-1-1-16,0 0 1 15,0 0-2-15,0 0 1 0,7 0 0 16,1 0 1-16,3-3 0 16,1 0-2-1,-3 2 2-15,3-1 3 16,-1 2 0-16,-1 0 1 0,-3 0-4 15,2 0-1-15,-2 0 1 16,-1 3-2-16,-4 4 1 16,0-1-1-16,-1 1-2 0,-1 0-2 0,0 0 5 15,-2 2-2 1,-5-2 4-16,-4-2 0 16,-1 0-4-16,-3-1 5 0,-1 0-1 15,1-1 3 1,-2-1-2-16,3-1-2 15,0 0 5-15,5-1-6 0,0 0 0 16,0 0 0-16,4 0-3 16,3 0-18-16,0-8-26 15,2-3-178-15</inkml:trace>
  <inkml:trace contextRef="#ctx0" brushRef="#br0" timeOffset="-103976.28">10954 16236 128 0,'0'0'2'0,"0"0"7"0,0 0 2 0,0 0 1 0,0 0 5 15,0 0 9 1,0 0-10-16,16-43-1 16,-7 36-2-16,0 0-4 0,-1 3 0 15,4 1-1-15,-3-1-4 0,2 2 1 16,0 2 0-16,0 0-4 15,-2 0 0 1,1 0 0-16,-2 6 0 16,-5 1-1-16,1 2 1 0,-2 1-2 15,-2 0 0-15,0 2 1 16,0 1 0-16,-6-2-1 0,1 0 2 16,-5 1-2-16,2-2 2 15,-1-1 1-15,-3-1-3 16,2 2-1-16,3-1 5 15,-3-2-2-15,2-1 1 0,2-1-2 16,3 1 1 0,1-2-1-16,0-1 1 15,2 1 2-15,0-2-4 0,0 0 2 0,0 0 1 16,0-2 0-16,0 1 5 16,4-1 5-1,-1 0 1-15,5 0-1 0,-2 0 1 16,4 0 0-1,-3 0 0-15,3 0 0 16,2 0-1-16,-3-1-3 0,1 1-5 0,1-2-2 16,-1 2-2-1,-3-1 0-15,2 1-2 16,-3 0-12-16,1-2-13 0,-3 1-12 0,1-2-11 31,2-1-55-31</inkml:trace>
  <inkml:trace contextRef="#ctx0" brushRef="#br0" timeOffset="-103497.14">11225 16262 185 0,'0'0'21'0,"0"0"-5"0,0 0 0 15,0 0-1 1,0 0-1-16,0 0-1 15,0 0 2-15,0 0-5 16,0 0-6-16,0 0-6 0,0 0 2 16,11-10-1-16,-11 15 2 15,0 5-3-15,0-2 4 16,0 1-1-16,0 1 1 16,0 0-2-16,0-3 0 0,0 2 0 15,4-4 0-15,-2 0 0 16,1-1 0-16,3-1 1 15,-1-2 3-15,0-1 1 16,3 0 0-16,-2 0 0 0,4 0-4 16,-3 0 0-16,-1 0 0 15,3-4 0-15,-4 0 0 16,2-1 0-16,-3-2 8 16,0 0 1-16,1-2 5 15,-3 1 1-15,0-2 0 16,0 3-3-16,-2-3-4 15,0 0 0-15,0 3-3 0,0 1-3 0,0 0-4 16,-4 2-2-16,-5 3-4 16,1 1-11-1,-2 0-13-15,-3 0-16 0,1 0-21 16,2 0-137 0</inkml:trace>
  <inkml:trace contextRef="#ctx0" brushRef="#br0" timeOffset="-101579.61">11287 14979 110 0,'0'0'25'0,"0"0"15"0,0 0-23 0,0 0 5 0,0 0-7 16,0 0-5-16,0 0 1 16,0 0-4-16,0 0 0 0,0 0-5 0,0 0-1 15,0 0 0-15,0 0 0 16,0 0-2 0,36-6 1-16,-25 6 0 0,5 0-3 0,-3 0 3 31,5-1 0-31,-2 0-1 15,2 1 2-15,1 0-1 0,-2 0 0 0,-1 0 2 16,3 0-2-16,-5 0 0 0,-1 0 1 31,-4 0-1-31,1 0 0 0,-2 1 0 0,-2 2 0 32,-1-2 1-32,-1 2-1 15,2 0-1-15,0-2 2 0,-2 2-2 16,-1 0 2-16,1 3 0 15,0-1-1-15,0-1 1 16,-1 2 0-16,4 0 1 16,-3 1-2-16,-2 3 1 0,3-3 0 15,-1 4 0-15,1-1-1 16,2 0 1-16,-3 3-1 0,1-1 1 16,1 0 0-1,-4 1 0-15,1 2 2 16,1 0 3-16,-2-1-3 0,0 0 1 15,-2 2-3-15,3-2 4 16,-1 3-2-16,-2 0-1 0,2 0-2 16,-1 3 0-1,1-1 2-15,0 0-3 16,-2 0 2-16,0-1-1 16,0 2 0-16,0 0 2 0,0 1-1 0,0-1 1 15,0 2-2-15,0-2 1 16,0-1-1-16,0 0 1 15,0 1-1-15,0-2 1 16,0 1-1-16,2-1 2 16,-2 1 0-16,0-2 1 0,0 1-3 15,0 1 2 1,0-1 1-16,0 0-3 16,0 1 4-16,2-1-1 0,0 2 0 15,0-1-1 1,0 1 1-16,1-1-2 0,-3 0 0 15,2 1 0-15,-2-2 0 16,0 1 0-16,0-1-1 16,0 2 1-16,0-1-1 15,0 0 2-15,0 1-1 16,0-1 4-16,0 2-1 16,0-1 0-16,0 0-3 0,0 1 3 0,2-1 0 15,-2 1 3-15,0-1 3 0,2 0-1 31,-2 1-4-31,1-5-2 16,-1 4 0-16,0-3-1 16,0-1-1-16,0 1 0 15,0-2 0-15,0 1 0 0,0 1 0 16,0-3-1-16,-1 3 0 16,-1 0 0-16,0-1 0 15,2-2 1-15,-2 3-1 16,0-2 0-16,1 0 0 0,1 2 2 15,0-3-2-15,0 2 0 16,0-1-2-16,0-2 4 16,0 1-2-16,0-1 0 0,0-1 1 15,0 1-1-15,-1-2 0 16,1 2 0-16,-2-1 1 16,2-2-2-16,-1 0 2 15,-1-1 0-15,2 1 0 16,-2-2 1-16,0 1-2 15,2-1 1-15,-2 2 0 0,1-1-1 16,0-2 1-16,1 4 0 16,0-1 0-16,0-1 0 15,0-1 0-15,0 1 0 0,0-1 0 16,0-2 0-16,0 0 1 16,0-1-1-1,0-2 1-15,0 3-1 0,0-3 1 16,-1 1-1-16,0 0 0 15,0-1 0-15,1 1-1 16,-2-1 1-16,2-1-1 16,-3 0 0-16,1 1 1 0,0 0-1 0,-2 0-1 15,-1 0 1-15,-3 0-1 16,-2 1 0 0,-3 0 2-16,-7 3-8 0,0-3-7 15,-5-1-17 1,-2-3-41-16,0 0-82 0</inkml:trace>
  <inkml:trace contextRef="#ctx0" brushRef="#br0" timeOffset="-96665.59">12252 15557 97 0,'0'0'3'0,"0"0"10"0,0 0 0 16,0 0-4-16,0 0-5 16,0 0-1-16,0 0 6 0,0 0-2 15,0 0-4-15,0 0-3 16,0 0-2-16,0 0-8 15,-1 0-3-15,-1 0 4 0,-1 0 7 16,1 0 3 0,0 3 0-16,0-2 5 0,1-1 1 15,-1 2 2-15,1-2-4 16,0 1-2-16,0-1-2 0,-1 2 0 16,0-2 1-16,0 0 0 15,2 2 5-15,-4-2 9 16,2 0-1-16,-1 1-1 15,1 0-6-15,0-1-4 0,-2 2 0 16,1-2-4-16,0 1 0 16,1-1 1-16,0 0-1 15,0 1 0-15,0-1 3 16,0 1-1-16,0-1-1 16,1 1 1-16,-1-1 0 0,-2 1 0 15,0 0 3 1,1-1-2-16,1 3-2 15,-3-3 0-15,-1 2 0 16,3-1 0-16,-1 2 0 0,1-2 0 16,0 0-1-16,1 1 1 15,1 0-1-15,-4-1 2 16,5 0-1-16,-3 2-1 16,1-2 2-16,1 1-2 0,0-2 1 0,1 3-1 31,-1-3 3-31,1 1-2 0,-1 1 1 15,1-2-1-15,0 1 2 16,0 2-3-16,0-3 2 0,0 1-1 0,0 0 0 31,0 1 1-31,0-2 2 0,0 3 0 16,0-3-1-16,0 4-2 16,0-3 3-16,0 1-3 15,0 2 0-15,0-2 1 16,0 1-1-16,0-1-1 15,0 0 0-15,0 2 1 0,0-1-1 16,0 0 1-16,0 0 0 16,-2-2 1-16,2 2-2 15,-2 1 2-15,2-1-1 0,-2 0 0 16,0 0 0-16,0 1 0 16,1-1-1-16,-1 1 2 15,2 0-1-15,-2-1 0 16,2 0-1-16,-2 1 0 15,2-1 1-15,0 0 0 0,0-2 0 16,-2 1 1-16,2 0-2 16,0-1 2-16,-4 0 0 15,3-1 2-15,1 3-3 16,-1-3-1-16,0 3 1 0,1-2-1 16,0 1 0-16,0-1 1 15,0-1-1 1,0 0 0-16,0 2 1 0,0-1 1 15,0 0-1-15,0 1-1 0,0-1 1 16,0 1 0 0,0-1-1-16,0 2 0 0,0-2 0 15,0 2 2 1,0-2-2-16,0 2 0 16,0-1-1-16,0-1 1 0,0 1 0 15,0-1 1-15,0-1-1 0,0 0 5 16,0 2-1-1,0 0 0-15,0 0-3 16,0-1 1-16,0 3-2 16,0-1 2-16,0 1-1 0,1 1-1 0,0-1 0 0,-1 2 1 31,0-2-1-31,2 3-1 16,1-1 1-16,-3 1 1 15,2-1-1-15,-2-1 0 16,2 3 0-16,-2-1 0 0,2 1 0 15,-2-1 0-15,0 3 2 16,0-3-2-16,0 0-2 16,0 3 2-16,0-1 2 15,0-1-2-15,0 1-2 0,0 1 4 16,0-2-2-16,0 2 0 16,0 0 0-16,0 0 0 15,0 0 0-15,0-1 0 16,0 2 0-16,0-3 0 15,0 2 0-15,0-2 0 0,0-1 0 16,0 0 0-16,1 0 0 16,1 0 0-16,-1-1 0 15,0 1 0-15,1-2 0 16,-2 3 0-16,0 0 0 16,2-1 0-16,-2 0 0 0,0-1 0 15,0 1 0 1,2-1 0-16,-2-1 0 0,0 2 0 15,0-1 0-15,2 1 0 0,-2-3 0 16,0 1 0 0,1-1 0-16,-1 0 0 0,1-1 0 15,0 1 0-15,1-1-2 16,2 0-5-16,2 0 4 16,-1 0 8-16,3 0 4 0,0-1-3 15,2 0-3 1,1-1 0-16,2 2 0 0,1-3-4 15,0 0 1 1,2 0-23-16,0 0-29 0,0-10-38 16</inkml:trace>
  <inkml:trace contextRef="#ctx0" brushRef="#br0" timeOffset="-95931.52">12441 15836 122 0,'-3'-2'23'0,"1"1"15"0,0-1-8 0,-2 2-14 0,2 0-8 15,-1 0-6-15,-2 0-1 16,1 0-1-16,0 0 1 16,-1 7 1-16,0-1-2 0,1 1 1 15,0 3-1 1,-3-1 1-16,5 2-2 0,1 2 2 15,1-2-1-15,0 2 3 16,0-2-1-16,0-1 1 16,1 1 1-16,5-3-2 0,1 0 1 15,2-2-1 1,-4-1-2-16,5-1 0 16,-2-2 0-16,2-2 3 0,-3 0 7 0,2 0-5 15,0 0-2-15,-2-3 0 16,1-4-1-1,-5 1 0-15,6-2 0 0,-6-1 1 16,0-2-2-16,-1 1 2 16,1-1 0-16,-3-2 3 0,0 0 3 15,0 2-4 1,0-1 4-16,-4 3-4 0,-1 0-2 16,-2 3 0-16,0 2-5 0,1 1 4 31,-1 3-2-31,-3 0-11 0,2 0-12 15,-3 3-3-15,1 3-36 0,-1-2-77 16</inkml:trace>
  <inkml:trace contextRef="#ctx0" brushRef="#br0" timeOffset="-95562.92">12674 15905 179 0,'0'0'11'0,"0"0"15"0,0 0-7 0,0 0-11 15,0 0-1-15,0 0 1 0,0 0-2 16,0 0-8-16,0 0-25 15,0 0-57-15</inkml:trace>
  <inkml:trace contextRef="#ctx0" brushRef="#br0" timeOffset="-94876.91">12794 15800 119 0,'0'0'2'0,"0"0"1"16,0 0 6-16,0 0 0 0,0 0 7 15,0 0-3-15,0 0 3 0,0 0 0 0,40-3 6 31,-31 3-3-31,3-3-8 16,-1 2-2-16,1-2-5 16,2 0 0-16,-1 0 1 0,1-1 0 15,-1 1-3-15,-2 2 0 0,-1-1 0 0,-2 1-2 32,-1 0 1-32,-1-1 0 15,-2 2-1-15,-2 0 1 16,0 0 1-16,0 0 0 0,-2 0 0 15,2 0-2-15,-2 0 2 16,0 0 0-16,0 4-1 16,0 1 1-16,0 2-1 15,0 1 0-15,0 2 2 16,-2-1 1-16,-2 3 0 0,2 1-2 16,-2 0 1-16,2 0-1 15,2 0 0-15,-2-2 2 16,0 2-3-16,1-3 1 15,1 1 0-15,-1-4-1 0,1 2-1 16,0-1 0-16,0 0 0 16,0-3 0-16,0-1-4 15,0 0-17-15,0-4-12 16,1 0-60-16</inkml:trace>
  <inkml:trace contextRef="#ctx0" brushRef="#br0" timeOffset="-94317.2">13124 15851 242 0,'0'0'10'0,"0"0"-4"0,0 0-3 0,0 0-6 16,0 0 9-16,0 0-6 0,0 0 0 15,0 0 0 1,0 0 0-16,-4 41 0 0,3-31 0 16,1 0 0-16,0 0 0 15,0-3 0-15,3-2 0 0,2 0 3 16,4-1 1 0,-3-2 2-16,3-2 1 15,-2 0-2-15,5 0-2 16,-2 0-1-16,-1 0-2 0,1-1 1 15,-2-4 1-15,0-1 0 0,-1-1 2 16,1 0 4 0,0 0 2-16,-4-1-1 15,1-1-3-15,-1-2 2 0,0 1-1 16,-4-1-3-16,1-1 1 16,-1 2 1-16,0 0-3 0,0 4 0 15,0 1 3 1,-4 0-4-16,-1 1-2 15,-1 2 0-15,1 0-1 0,-2 1 3 16,0 1 2-16,-1 0-7 0,3 0 3 0,-3 0 0 31,3 0-3-31,-4 3 1 16,4 1 1-16,-1-1-1 16,0 3-2-16,1-2 0 15,-4 1-5-15,4 2-3 0,-2 0-14 16,-1-1-13-16,-1 1-14 15,1-1-16-15,2-1 3 16</inkml:trace>
  <inkml:trace contextRef="#ctx0" brushRef="#br0" timeOffset="-93630.28">13399 15763 94 0,'0'0'26'0,"0"0"13"0,0 0-10 0,0 0-7 15,0 0-15-15,0 0-7 16,0 0 1 0,0 0 0-16,0 0 1 0,0 0-2 0,0 0 0 31,-11 38 1-31,9-30 5 16,0-1 10-16,-1 1-5 0,2-2-5 0,1 0 3 15,0-4 3-15,0 1-3 0,0 0 2 31,1 0 9-31,4-2-1 16,0 0-7-16,3 1-2 0,-3-2-3 16,2 3 2-16,0-2-2 0,1 2 1 15,-3 0-4 1,1 0-2-16,-1 1-1 16,-1 0 0-16,-1-1 0 0,-1 2 0 0,-2 1 1 15,0-1-2-15,0-1-3 31,0 2 2-31,-4-2 2 0,-3 2-1 16,-2-1-1-16,2-2-1 16,-4 3-6-16,0-3-20 15,2 0-5-15,2-3-14 16,1 0-57-16</inkml:trace>
  <inkml:trace contextRef="#ctx0" brushRef="#br0" timeOffset="-93408.05">13397 15770 113 0,'0'0'14'0,"0"0"17"0,0 0 3 0,0 0-4 15,43-13-14-15,-33 11-10 16,3-1-5-16,1 1-4 0,-1-3-31 16,0-1-80-16</inkml:trace>
  <inkml:trace contextRef="#ctx0" brushRef="#br0" timeOffset="-92941.02">13654 15689 199 0,'0'0'13'15,"0"0"-1"1,0 0-4-16,0 0-1 0,0 0 1 16,0 0-1-1,0 0 0-15,0 0-2 0,-17 30-1 16,14-20-2-16,-3 1 0 0,1 3-1 15,0-2-1-15,-2 4 0 16,3-1 1-16,0 2-1 16,-2-1 0-1,5 1 0-15,1-3 0 0,0-1-1 16,0-1 2-16,0-3 0 0,1-2 2 0,7 0-2 16,-3-4 2-16,5 1 1 15,-2-2-1-15,3-2-1 16,-1 0 2-16,0 0-3 31,-1-3 4-31,0-3-1 0,0-1 6 16,-3 0 7-16,-4 0 0 15,-1-1-3-15,-1 0 2 16,0 1-6-16,0 2-5 16,-3 0-5-16,-8 2 1 15,2 2-2-15,-2 1-1 0,-3 0-9 16,1 0-8-16,-1 4-19 15,3-2-35-15</inkml:trace>
  <inkml:trace contextRef="#ctx0" brushRef="#br0" timeOffset="-92529.63">13866 15838 219 0,'0'0'28'0,"0"0"1"0,0 0-6 0,45 0-10 15,-31 0-9-15,2 0-3 16,-3 0-3-16,1 0-15 0,-2-1-14 16,-1 0-69-16</inkml:trace>
  <inkml:trace contextRef="#ctx0" brushRef="#br0" timeOffset="-92058.31">14122 15819 22 0,'0'0'187'0,"0"0"-171"0,0 0 6 16,0 0-3-1,0 0-7-15,0 0-8 0,0 0 4 0,0 0 0 16,33-28 0-16,-31 20 1 31,1 1-1-31,0-3-6 0,0 3-1 16,1 0-1-16,-2-2 1 0,-1 3-1 0,1 1 0 31,-2 2 0-31,1 0-1 16,0 2-4-16,-1 1-4 15,0 0-5-15,0 0-6 0,0 3 18 16,0 5 2-16,0 3 0 16,0 1 1-16,0 1 1 15,2 1 3-15,3 2 2 16,-2-2 7-16,1 1-4 16,0 1-1-16,0-2-2 0,-3 0-5 15,1-1-1-15,-1-2 0 16,-1-1-5-16,0-1-19 0,0-2-10 15,-3-1-64 1,-4-3-74-16</inkml:trace>
  <inkml:trace contextRef="#ctx0" brushRef="#br0" timeOffset="-91873.45">14151 15923 74 0,'0'0'140'16,"0"0"-109"-16,0 0 3 0,0 0-7 15,0 0-2-15,36-12-10 16,-28 10-6 0,-3 1-1-16,3 0-4 0,1 0-4 15,0 0-4 1,-1 0-40-16,2-2-61 16</inkml:trace>
  <inkml:trace contextRef="#ctx0" brushRef="#br0" timeOffset="-91688.28">14362 15851 235 0,'0'0'92'0,"0"0"-73"16,0 0 7-16,0 0-2 15,0 0-18-15,0 0-5 0,0 0-5 0,0 0-28 16,0 0-26-1,0-3-65-15</inkml:trace>
  <inkml:trace contextRef="#ctx0" brushRef="#br0" timeOffset="-91247.26">14459 15760 222 0,'0'0'15'0,"0"0"7"16,0 0-9-16,0 0-7 16,0 0-5-16,0 0-5 15,0 0 5-15,0 0 1 16,-6 30 0-16,3-20 0 0,0 1-1 15,3-2 0-15,-2-1-1 16,2 2-2-16,0-4 3 16,0-1 0-16,4-2 0 0,4 0 3 15,-3-2 2 1,3-1-3-16,-1 0 3 0,1 0 0 16,-2 0 1-16,2-5-3 15,-3 2 8-15,-1-4 4 0,-2 0 2 16,0-1-3-1,-2 0-5-15,0-1-5 0,0 1-4 16,-4 0 0-16,-1 1-3 16,-2 1 1-16,1 3-8 15,-3 0-14-15,0 1-16 0,1-1-34 16,1-3-179 0</inkml:trace>
  <inkml:trace contextRef="#ctx0" brushRef="#br0" timeOffset="-90605.91">14472 15638 224 0,'0'0'3'0,"0"0"-4"16,0 0 2-16,0 0-1 0,0 0 1 16,42 0 0-1,-34 0-1-15,0 0 3 16,-1 0 6-16,0 0-1 0,2 0-1 0,-1 0 1 31,1 0-4-31,-2-1-1 0,2 0 0 16,-2-1-3-16,-1 2 1 15,0 0-1-15,0-2 0 0,-2 2 3 0,-2 0 0 32,1 0 0-32,-1 0-2 0,0 0-1 0,-2 0 3 15,2 0-3 1,-2 0-4-16,0 2 5 16,0 5 2-16,0 1-3 15,0-2 2-15,0 4-1 16,0 1-1-16,0 1 1 15,0 2 1-15,1-1-2 16,0 1 3-16,0 0-2 0,-1-1 0 16,1 1 2-16,0 0 4 15,0-1 0-15,2 1 0 16,-1 0-4-16,0-1 2 16,0 0-3-16,1 1 1 0,-1-2 1 15,1-1 0-15,-3 0-1 16,2-2-1-16,-2-1 0 0,0-1 1 15,0-1 2 1,0-1 1-16,0 0 3 16,-6 0-3-16,2 0 1 15,-2 0-4-15,-5 0 1 0,-2 1-2 16,-5 1-5-16,-3 1-37 0,-5-4-33 16,-2-1-182-16</inkml:trace>
  <inkml:trace contextRef="#ctx0" brushRef="#br0" timeOffset="-88798.1">9248 17460 166 0,'0'0'42'0,"1"0"-11"0,-1 0-11 0,1 0-7 0,1 0-4 32,-1 0-5-32,2 0 0 0,-1 0-2 15,2 0 4-15,-2 0 2 16,3 0-2-16,1 0-1 0,2 0-2 0,-1 0-2 31,1 0 0-31,1 0-1 16,1 0 0-16,2 0-5 0,-3 2-14 0,1-1-22 15,0 1-55-15,-5-1-49 0</inkml:trace>
  <inkml:trace contextRef="#ctx0" brushRef="#br0" timeOffset="-88627.16">9285 17594 271 0,'0'0'-3'16,"0"0"5"-16,0 0 9 16,0 0-2-16,0 0-2 0,46 14-2 15,-28-14-3-15,2 0-23 16,-2-13-140-16</inkml:trace>
  <inkml:trace contextRef="#ctx0" brushRef="#br0" timeOffset="-87197.47">9964 17114 46 0,'0'0'95'0,"0"0"-96"0,0 0 2 0,0 0-4 32,0 0 4-32,0 0 5 15,-40 0 19-15,35 0 5 16,-3 0-3-16,1 0-5 16,-2 0-15-16,-1 0-2 15,2 0-5-15,-1 0 3 0,-3 0-3 16,4 0 0-16,0 0 0 15,2 1 0-15,-1 0 1 16,5-1-1-16,-2 2 0 16,0-2 0-16,1 0 0 0,1 1 0 15,2 0-1-15,-2 1 1 16,0 0-3-16,0 1 4 16,-2-1-1-16,2 2 2 15,0 0-2-15,-2 1 0 0,2 1 0 16,-1 0 1-16,0 1 1 15,2 2 0-15,1 0-2 16,0-1 0-16,0 2 3 16,0-1-3-16,0 1 2 15,0 0 3-15,0 1 0 16,0-1 0-16,1 3-1 0,3 1 0 16,0 0-6-16,0 3 4 15,-3 1 0-15,2 0 3 16,1 2-4-16,-2-2 0 15,0 2 1-15,0-1 3 0,-1 0 3 16,-1 2-3 0,2-2-1-16,-2 1-2 0,0 0-1 15,1 0 0-15,-1-1-1 16,1-1 1-16,1 1-1 0,-2 0 1 16,0 0-1-1,0-1 1-15,0 2 0 16,2-2 2-16,-2 1 0 0,2 1-1 15,-2-2 0-15,2 3-2 16,-2-2 1-16,0 1 0 16,0-4-1-16,0 2 1 15,0-1-1-15,0-2 1 0,0 1 0 16,0 1-1 0,0-1 0-16,0-2 0 0,0 2 0 0,0-2 0 15,0 0 0 1,0 1 1-16,0 1-1 0,0-4 0 15,0 3 0 1,0-2 0-16,0 0 1 16,0 0-1-16,0 0 0 0,0-1 0 0,0 1 0 15,1 1 1-15,0-2 0 0,0 1 3 32,-1-1-1-32,0 1-1 15,1-3-1-15,-1 1 0 16,1-2-1-16,1 1 1 0,-2 0 2 15,2-2 2-15,-2 4-4 16,0-2 3-16,0 1 15 16,3-1-11-16,-3 1-6 15,0-1-1-15,0 1 0 16,2 1-1-16,-2-2 3 0,0 1-2 16,0-1-2-16,1-1 2 15,0-1 0-15,0-1 2 16,0 0 0-16,2 0-1 15,-1-2 1-15,0 1-2 0,1-1 2 16,1 0 3-16,0 2 1 16,3-2 2-16,0 1 6 15,2 0-4-15,1 1-2 0,4-2-1 16,2 1-2-16,2 0-2 16,4-3 0-1,0-1-3-15,1-2-2 16,2 0-22-16,1 0-60 0,-3-13-30 0</inkml:trace>
  <inkml:trace contextRef="#ctx0" brushRef="#br0" timeOffset="-86413.97">10071 17278 83 0,'-4'2'16'0,"-1"-1"-14"0,3 2 7 0,-2-1 1 0,-3 0 0 16,4 0 13 0,-1-1 10-16,0 1-4 0,0-1-9 15,2 2-11-15,1-2-3 16,-3 0-4-16,2 1-1 0,2-1 0 16,-2 1 0-16,-1-1 8 15,3-1 5 1,0 0-4-16,0 0-1 0,0 1-3 15,2 1-1-15,5-2 9 0,0 0 1 16,3 0-3-16,2 0-1 16,1 0-11-16,1 0 10 15,1 0 9-15,1 0-6 0,0 0 16 16,2 0-14 0,-1 0-11-16,-1-3-2 0,-2 2 0 15,0 1-2 1,-2-3 1-16,-3 3-1 0,-2 0-1 15,-2 0-6 1,-1 0-19-16,-4 0-23 0,0 0-3 16,0 0-49-16</inkml:trace>
  <inkml:trace contextRef="#ctx0" brushRef="#br0" timeOffset="-85773.92">10548 17195 48 0,'0'0'71'0,"0"0"-69"0,0 0 10 0,0 0 25 0,0 0 12 15,0 0-18-15,0 0-6 16,0 0-14 0,0 0-4-16,0 0 4 0,-12-5-8 15,5 5-7-15,1 0 8 16,-1 3-3-16,0 6-2 0,0-1 0 15,1 5 0-15,0 0 1 16,1 1 0-16,2 0-1 16,1 0 1-16,0-1-1 15,2 0 0-15,0-2-2 0,4-1 3 16,4 0-1 0,3-4 0-16,2-2 1 0,2 2-2 15,4-5 5 1,-2-1 0-16,2 0-5 0,2 0 2 0,-3-7 0 15,-1 0-1 1,0-2 1-16,-1 0-3 0,-5-3 12 16,-2 1-4-16,0 0 4 15,-7-1 3 1,-2-1-1-16,0 1 1 0,0-1-6 0,-9 0-1 16,0 0 2-1,0 2 5-15,-3 2-2 0,-1 2-3 16,2 3-5-1,0 1-5-15,-2 3 1 16,1 0-12-16,-1 0-6 16,2 5-13-16,-1 1-15 0,2-1-42 0</inkml:trace>
  <inkml:trace contextRef="#ctx0" brushRef="#br0" timeOffset="-85513.9">10854 17222 336 0,'0'0'9'0,"0"0"-7"0,0 0-1 0,0 0-7 0,0 0-18 16,0 0 9-16,0 0-13 15,0 0-49-15,0 0-67 0</inkml:trace>
  <inkml:trace contextRef="#ctx0" brushRef="#br0" timeOffset="-84888.83">10988 17187 174 0,'0'0'5'0,"0"0"6"16,0 0-8-16,0 0-4 15,0 0-4-15,0 0 10 0,0 0 19 32,0 0-3-32,2-19-6 15,4 14-6-15,3 1 2 0,3 0-2 0,1 1-2 16,-2 2-4-1,2-1-1-15,0 2-1 16,0 0-1-16,-3 0 1 16,2 3-1-16,-5 4 2 0,-1 0-6 15,-2 2-9-15,-2 1-11 16,-2 1 8-16,0-1-7 0,0 3-2 0,-6-2 17 16,-3 1 8-16,-3 0-1 31,-1 1-11-31,-1-3-11 15,1 1 10-15,-1-1-19 16,4-2-7-16,-1 0 24 0,4-2 19 16,3-2 16-16,1-1 20 15,3-1-3-15,0-2-11 0,0 0 13 16,7 0-2-16,4 0-18 16,0 0-8-16,1 0-3 15,1 0-1-15,1-2 3 0,-1 2 7 16,1-2-4-1,-3 2-6-15,0 0-1 0,3 0-3 16,-3 0-3-16,-1 0 1 16,0 0-5-16,-1 0-22 15,-1 0-3-15,0-2-28 0,0-3-85 16</inkml:trace>
  <inkml:trace contextRef="#ctx0" brushRef="#br0" timeOffset="-84327.38">11298 17204 184 0,'0'0'22'0,"0"0"-32"0,0 0 14 0,0 0-1 0,0 0 12 0,0 0 21 16,0 0-8-1,0 0-7-15,0 0-9 0,0 0-7 0,-2-31-3 32,4 28-2-32,3 0-1 0,3-1-4 15,0 3 0-15,1 0 3 16,1 1 2-16,2 0-1 16,-1 0 2-16,-2 0-2 0,2 1 1 0,-2 3 1 31,-3 2-7-31,-1 1-18 0,-3 1-3 15,-2 0 0-15,0 1 1 16,0 2 9-16,-8 1 8 16,-2-2 6-16,-1 2 1 15,0-3 5-15,-2 2-2 16,1-3-1-16,1 0 3 16,3-2-1-16,1 0 1 0,4-4-1 15,3 0 3-15,0-2 11 16,0 0 8-16,3 0 16 15,6 0-16-15,2 0-5 0,-2 0-4 16,4-3-6-16,-1 0-1 16,1-1 2-16,0 3-1 15,-2-1 1-15,-1 1-1 0,-1 1-6 16,1 0-2-16,-2 0-1 16,0 0-5-16,-3 0-19 15,1 0-8-15,-1 0-2 16,2 0-42-16,-3-2-87 0</inkml:trace>
  <inkml:trace contextRef="#ctx0" brushRef="#br0" timeOffset="-83849.31">11656 17167 278 0,'0'0'3'0,"0"0"-1"0,0 0-5 0,0 0 6 0,0 0-2 16,0 0 6-16,0 0 6 15,0 0-9 1,-38-15-2-16,33 15-2 0,-1 7 1 16,-1 1-2-16,1 0 1 15,-2 3-1-15,4-1 0 0,-1 0 0 16,3 1 0-1,2-1-1-15,0 0-1 16,0-4 1-16,5 3 0 0,2-3 0 0,4-1 0 16,0-1 4-1,-1-1 0-15,4-3 0 0,0 0-2 16,2 0 0 0,-3 0 0-16,-2 0 0 15,-1 0 2-15,0-3 0 16,-5-4 2-16,2 1 6 15,-5-1 4-15,-2 0-3 0,0 0-3 0,0-3-6 16,0 0-1 0,-8 1 1-16,2 0 0 15,-4 1-4-15,0 1-6 16,-1 1-5-16,0 2-8 16,-3 2-9-16,1 1-40 0,2 1-34 15</inkml:trace>
  <inkml:trace contextRef="#ctx0" brushRef="#br0" timeOffset="-83069.99">12016 17135 119 0,'0'0'142'0,"0"0"-138"0,0 0 6 0,0 0-1 0,0 0-5 15,0 0 1-15,0 0 5 16,4-42-1-16,-4 37-1 15,0 2-3 1,-6 1-5-16,-1 0-5 0,-2 2 2 0,-3 0-3 16,0 0 4-1,-2 0 2-15,1 0 0 0,0 4-1 16,0-1-10-16,0 3 0 16,2 0 13-16,0-1-4 15,1 2 5-15,5 0-7 16,-1-1 4-16,5 2-3 15,1-1-3-15,0-2-1 16,0-1-1-16,5 2 6 0,1-2 7 16,1 0 8-16,0-1-1 15,4 0 2-15,-3 1-2 16,1-2-2-16,0 1 1 0,1 0-2 0,0 1-3 16,1 1-3-1,3-2-2 1,-3 2 1-16,3 1-2 15,-5-1 2-15,0 1-4 0,2 1 4 0,-5 0-2 16,-1 1-2 0,-1-2 1-16,-3 3-3 15,-1-1-2-15,0-1-1 16,0 2 1-16,-7-2-2 16,-4-2 2-16,-3 1 5 0,1-1 3 15,-3-2-1-15,-1 0-1 16,1-2 0-16,1 1 5 15,1-2-5-15,1 0 4 16,-1 0-4-16,7-2 2 0,-1-2 0 16,5 0 5-16,1-3 1 15,2 2 6-15,0-3-5 16,0 0 5-16,8-3-4 16,3-1-5-16,3 1-5 15,1-2 3-15,4-1-9 0,-2 2-22 16,0-2-32-16,0-1-108 15</inkml:trace>
  <inkml:trace contextRef="#ctx0" brushRef="#br0" timeOffset="-82009.66">10085 18000 54 0,'0'0'114'0,"0"0"-55"0,0 0-31 0,0 0 0 0,0 0-7 16,0 0-6-16,0 0-4 15,0 0-8-15,0 1-3 16,0-1-2-16,0 0 1 0,3 0 2 16,1 2-1-16,4-2 0 15,-1 0-1-15,5 0 1 16,-1 0 0-16,4 0 0 15,-1 0 0-15,1 0 0 16,1 0 0-16,0 0 1 16,-3 0-1-16,-3 0 0 0,3 0 0 15,-2 0-21-15,-1 0-30 16,0-2-80-16</inkml:trace>
  <inkml:trace contextRef="#ctx0" brushRef="#br0" timeOffset="-80244.84">10574 17902 15 0,'0'0'161'0,"0"0"-160"0,0 0-1 0,-4 1 3 16,1-1-1 0,-1 2 4-16,-1-1 22 15,1-1 6-15,0 0-10 0,0 3-5 16,-1-2-9-16,0 1-6 15,-1 2-1-15,1 2 0 16,-2 1 0-16,3 1-1 16,-1 2 0-16,-1-1 0 0,3 1 0 15,1 0-2 1,2 1-2-16,0 0 10 0,0 0-1 16,0 0-5-16,2 0-1 15,5 1 0-15,1-3-1 0,2 0 0 16,-1-2-1-16,0-1 1 15,3-3 0-15,0-1 5 16,2-2-4-16,-1 0 1 16,1 0-2-16,-1-1 1 15,-2-5-2-15,1-2 0 0,-5-1 1 16,1 1 1-16,-2-4 0 16,-2 1 1-16,-3 0-1 15,-1-1 1-15,0-1 0 0,0 1 1 16,-7-1-1-16,-4 3 2 15,0-1 0 1,-4 2 1-16,2 2-3 0,-1 3-1 16,-1 2-4-16,1 2 3 15,0 0-27-15,3 0-7 0,0 3-9 16,2 0-61-16</inkml:trace>
  <inkml:trace contextRef="#ctx0" brushRef="#br0" timeOffset="-79996.01">10816 17966 316 0,'0'0'14'0,"0"0"-13"0,0 0-1 0,0 0-1 15,0 0-16-15,0 0 5 16,0 0-15-16,0 0-75 16</inkml:trace>
  <inkml:trace contextRef="#ctx0" brushRef="#br0" timeOffset="-79296.3">11052 17895 153 0,'0'0'17'0,"0"0"16"15,0 0 1-15,0 0-7 16,0 0-12-16,0 0-8 16,0 0-2-16,0 0-1 15,0 0 2-15,41-34-1 0,-27 32-1 0,0 2 3 16,1-1 1-1,-1 1-2-15,-1 0-5 0,-3 0-1 0,-1 0 1 16,-2 3-2-16,2 3-4 31,-5 3-1-31,-3-2-7 16,-1 3-2-16,0 2 2 0,0-1 4 16,-1 2-4-16,-5-2 5 15,-4 2 2-15,-1-3-19 16,0 0-6-16,0-2 32 15,0-1 0-15,2-2 7 16,0-1 13-16,4-3-2 16,3 0-7-16,2 1-5 0,0-2-5 15,0 0 0-15,0 0 14 16,9 0-1-16,1 0-3 16,1 0-5-16,1 0 0 0,3 0 1 15,-1 0-2-15,1 0 3 16,0 0-4-16,0 0-4 15,1-3-1-15,-3-1-25 16,0 1-32-16,1-4-107 16</inkml:trace>
  <inkml:trace contextRef="#ctx0" brushRef="#br0" timeOffset="-78704.8">11457 17798 269 0,'0'0'20'0,"0"0"-7"0,0 0-4 0,0 0 10 16,0 0-5-16,0 0-7 16,0 0-1-16,0 0 0 15,0 0-3-15,-9 44-1 0,5-28-1 16,4-2-1-16,0 2 1 15,0-2-1-15,0-1 0 16,0-2 1-16,4-1 0 16,3-3 3-16,1-1-2 15,4-1-1-15,1-1 1 0,1-2 1 16,-1-2-2-16,3 0-3 16,0 0-1-16,0 0-6 15,-3 0-8-15,1-2-7 16,-3-6-7-16,-1 1-40 0,-3-1-58 15</inkml:trace>
  <inkml:trace contextRef="#ctx0" brushRef="#br0" timeOffset="-78473.48">11609 17859 111 0,'0'0'15'0,"0"0"29"15,0 0-11-15,0 0-13 16,0 0 0-16,0 37 3 16,0-27-10-16,0 4-3 0,0 1-4 15,0-1-3-15,0 0 1 0,0 0-4 16,0 0 0-16,2-4-5 0,0-1-24 31,3-4-59-31,2-4-50 16</inkml:trace>
  <inkml:trace contextRef="#ctx0" brushRef="#br0" timeOffset="-77917.84">11768 17872 73 0,'0'0'79'15,"0"0"-65"-15,0 0 2 16,0 0 20-16,0 0 1 0,0 0-17 16,0 0-10-1,0 41-2-15,0-28-4 0,0-1-3 16,2 0 2-16,2-3 1 15,1 1-1-15,-2-5 2 0,3 1 0 16,1-2-2-16,3-3 0 16,2-1-1-16,-1 0-1 15,3 0 2 1,-1 0-3-16,-2-5 1 0,2-3-1 16,-2-1-1-16,1-1 1 15,-3-1-3-15,-3-2 1 0,-2 0-4 16,-1 3-9-16,-1 3 3 15,-2 0 3 1,0 1-7-16,0 5 4 0,0-2 6 16,-2 2 5-16,0 1 4 0,0 0 11 15,2 0-4 1,-1 7 1-16,0 1 2 16,1 1-3-16,0 2 0 15,0 0-3-15,-1 2 0 0,1 1 0 0,0-1-7 16,0 0 1-1,0-2-3-15,3-3-22 0,3-3-27 16,0-5-113-16</inkml:trace>
  <inkml:trace contextRef="#ctx0" brushRef="#br0" timeOffset="-77235.63">12166 17866 100 0,'0'0'7'0,"0"0"26"0,0 0 9 0,0 0 1 15,0 0-9 1,0 0-11-16,0 0-7 15,-16-37-4-15,7 35-1 16,2 1-2-16,-2-1-7 0,1 2-1 16,-2 0-2-16,0 0-4 0,1 0-4 15,-1 0-2-15,0 4 1 0,-1 2 10 32,5-2-2-32,-2 6 2 15,5-3-1-15,-1 0 0 16,4 1-1-16,0-1-1 15,0 1-3-15,0-3 1 0,5-2-2 16,5 0-4-16,-2 0 9 16,3-3-1-16,1 2 3 15,0-2 3-15,1 0-1 0,-1 0 5 16,-1 0-1-16,-1 0 0 16,1-5 1-16,-3 1 2 15,-2-2-4-15,-1 1-1 16,-1 0 0-16,1 1-1 15,-5 1-1-15,0-1-1 0,1 1 1 16,-1 2 3-16,0 1 0 16,0-2-3-1,0 2 1-15,0 0 0 0,0 0-1 16,0 0-1-16,0 0-2 0,0 2 2 16,0 3 0-1,0 2 2-15,0 5-1 16,0-2 4-16,0 4-2 0,0-1 1 15,0 2 1-15,0 1 0 0,0-3 1 16,1 2-3-16,0-3-2 16,0-1-1-1,0 1-1-15,-1-4-7 0,0-1-12 16,0-3-8-16,0-2-37 0,0-2-77 16</inkml:trace>
  <inkml:trace contextRef="#ctx0" brushRef="#br0" timeOffset="-75692.56">12186 16906 165 0,'4'0'6'0,"-2"0"5"0,1 0-7 0,1 0-4 15,2-1 2-15,-1 1 8 16,2-1 5 0,1-1 0-16,2 2 5 0,1 0-7 0,0 0-8 31,0 0-3-31,3 0-1 16,-4-1-1-16,3-1 0 0,-1 2 1 15,2-1 0-15,-2-1 3 0,0 2-1 0,0-1 0 31,-1 1 0-31,0 0-1 16,1 0 2-16,-1 0-1 16,-1 0-1-16,-1 0 0 0,0 0-2 15,-2 0 1-15,-1 1-1 16,-1 1 1-16,0 1-1 16,-1 1 2-16,0 0 0 15,1 0-1-15,-3 2 1 16,1 0-1-16,2 2 1 15,-1 2 0-15,0-1-1 0,-2 2 0 16,1 1 1-16,1 3-2 16,0-3 0-16,-4 0 0 15,3 4 1-15,-3-3-1 16,1 2 0-16,-1 1 1 16,1-2 0-16,-1 3-1 0,0 0 0 15,0 1 1-15,0 0-2 16,1 0 1-16,-1-1 0 15,0 2 0-15,0-1 0 0,0 2 1 16,0 0 1-16,0 0-1 16,0 0 2-16,0 1-1 15,-1 2 2-15,0-2-1 16,0 3 1-16,1 0-1 16,-1 0 1-16,0-1-2 0,1 3 0 15,0-2-1 1,0-3 0-16,0 3-1 15,0-1 1-15,0 0-1 0,0-3 1 16,2 2-1-16,5 1 1 16,-3-2 0-16,1-1-1 0,1 0 1 15,-1 1 0-15,1-3 2 16,1 0 4-16,-4-1 1 16,1 1-1-16,0 0 1 15,-1-1 1-15,1 0 0 0,0 1-6 16,-2-1-1-1,-2 0-1-15,2 0 0 0,-2-1 0 0,0-2 0 16,0 0 0 0,2 0-1-16,-1-2 0 0,0 2 1 15,2-1-1-15,0 0 0 16,1-1 0-16,-1 3 1 16,3-3-1-1,-2 1 1-15,-1 1-1 0,2-2 0 16,-1 1 2-16,-2-3-2 0,1 2 0 15,-2-2 2-15,0-1-2 16,-1-1 0 0,0 1 1-16,0-1 0 0,0 1 1 15,0-2-2-15,0 0-2 16,0 0 4-16,0 0-2 0,0-1 0 16,-1 0 1-16,0 0-1 0,0 0-1 31,1-1 2-31,-2 0 0 15,2 0-2-15,0-1 2 16,0 0 0-16,0 0-1 0,-2 1 1 16,0-1 0-16,0-1-1 15,-2 1-1-15,1-1 2 16,-2-1 0-16,-2 1-3 16,-1 0 6-16,-2-1-3 0,-3-1 2 0,0 2-3 15,-5-3-9-15,-4 3-17 0,-5-3-28 31,-5 0-50-31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3:23:45.1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11797 3337 61 0,'0'-3'5'0,"0"-1"-5"0,0 0-5 0,1-1-14 15,2 1 12 1,-1 1 8-16,0 0 7 0,-1 1 5 0,2-1-3 31,-1 2-7-31,2-1-3 16,-2-1-34-16</inkml:trace>
  <inkml:trace contextRef="#ctx0" brushRef="#br0" timeOffset="968.89">11855 3309 108 0,'0'0'37'15,"0"0"-7"-15,0 0-1 16,0 0-1-16,0 0-7 16,0 0 1-16,0 0-7 15,0 0-2-15,0-2-3 0,-3 0-1 16,1 0-1-16,0-1-4 15,0 2-1-15,0-2 0 16,-2 3-5-16,-1 0 2 16,2 0-3-16,-3 0 5 15,1 0-2-15,-1 0-1 16,-4 0 5-16,3 4-3 0,1-1-2 0,-1 1 2 16,2 2-1-16,-1-2 0 15,0 2 0 1,3-2 0-16,-1 3-1 15,0 0-1-15,0 1 1 16,1 2 1-16,1-2 0 16,0 2 0-16,-1-2-1 15,1 1-1-15,2-2 0 0,0 1 0 0,0 0-1 16,0-1 6-16,0-3-3 0,2 3 0 31,3 0 0-31,-1-1 0 16,-2 1-4-16,3-3 2 15,-1-1 2-15,1 1 1 0,1-2 1 16,1 1 1-16,0-2-3 0,0-1 2 0,1 1-2 31,-1-1 0-31,2 0 3 16,0 0-2-16,-2 0 1 16,2-2-1-16,-1-3 1 0,1 1 1 15,-1-3 0-15,-2 1 0 16,-1-1 1-16,1-1 2 15,-3-1-1-15,1 1-1 16,0-2 1-16,1 1-3 16,-5-1 1-16,2 2 0 15,-2-1 0-15,0-1 1 0,0 0 1 16,0 3 1-16,0-3 0 16,0 2 2-16,0-1-5 15,-2 1 3-15,-3-1-4 16,0-1 4-16,2 2-2 0,-2-1 5 15,1-1-7-15,-1-1 1 16,1 2-3-16,-5-2-3 16,2 3 3-16,-2 0 3 15,-2-3-2-15,0 1 2 16,2 3-1-16,-5 0 3 0,5 0-3 16,-1 0 0-16,0 1-1 15,1 0-2-15,0 1 4 16,3 0 0-16,-3 0-2 0,4 0 5 15,-1 3-2-15,1-1-2 16,1 0-1-16,1 3-1 16,0 0 0-16,0 0-1 15,0 0-22-15,1 0-43 16,0 6 4-16,2-2-8 16,0 0-93-16</inkml:trace>
  <inkml:trace contextRef="#ctx0" brushRef="#br0" timeOffset="1859.75">12076 3131 145 0,'0'0'15'0,"0"0"3"0,0 0-11 16,0-1 14-16,0 1 4 16,0-2-6-16,0 2-4 15,0 0-5-15,0 0-5 0,0 0-2 16,0 0 0-16,0 0-4 16,0 0-3-16,0 5-1 15,0 3 7-15,0 1-2 16,0 0 4-16,0 2-2 0,0-1-2 15,0 1 0-15,0-1 0 16,0 1 0-16,2 0 0 16,0 1 0-16,-2 1 1 15,0-2-2-15,0 2 2 16,0-3-2-16,0 1-1 0,0-2 1 16,0 1-1-16,0-3 6 15,0 1-3-15,0-1 0 16,0 0-1-16,0-2 0 15,0 0 0-15,0 1 0 0,0-2-1 16,0-1 1 0,0 1-1-16,0-1 2 0,0 0 0 0,0 1 0 15,0-2-1 1,0 2 0-16,0-3 0 0,0 2 2 16,0-1-2-1,0-1 1-15,0 2 0 16,0-2-2-16,0 2 2 15,2-3-2-15,-2 3 2 0,0-3-5 16,1 3 4-16,1-2 2 0,0 1-2 0,1-1 0 31,1 0 2-31,0 1-1 0,3-2 5 16,-2 0 2-16,6 0-3 16,-2 0 3-16,0 0-4 15,3 0 1-15,-2 0 1 16,1 0 0-16,-1 0 0 15,1 0-2-15,1-2 1 16,0 1 1-16,1 1-2 16,-1-1 0-16,-2-1 0 0,0 2-2 15,1 0-1-15,-2 0 0 16,-1 0-1-16,1 0 0 16,-2 0-1-16,-2 0-25 15,-1 0-62-15</inkml:trace>
  <inkml:trace contextRef="#ctx0" brushRef="#br0" timeOffset="2904.13">11690 3707 92 0,'0'0'11'0,"-4"0"-11"0,0 0-3 0,2 0 5 0,0 0 10 15,0 0 4-15,-2 0-4 31,2 0-4-31,1 0 2 16,1 0-2-16,-2 0 2 16,2 0 1-16,0 0-7 0,0 0-2 15,0 0 1-15,0 0-1 16,0 0 1-16,0 0-1 16,0 0 1-16,0 0 1 15,0 0 5-15,0 0-4 0,0 0 0 16,0 0-4-1,0 0 6-15,0 0-7 0,2 0 1 0,3 0 1 16,3 0 0-16,2 0-2 16,-1 0 1-16,2 0-1 15,4 0-1 1,0 0 0-16,2 1 2 0,1 0 2 0,1-1-2 16,4 0 1-16,-2 0-2 15,0 0 0 1,2 0 1-16,0 0 0 15,1 0-1-15,-2 0 1 0,0 0 0 16,1 0 0-16,-1 0-1 0,-2 0 0 16,3-1 1-16,-3 0-1 15,2 0 0 1,-2 1 0-16,0 0 0 0,0-1 0 16,-1 1 1-1,-2 0-2-15,1 0 2 16,0 0 0-16,2 0 3 0,-2 0 0 15,0 0-1-15,2-1-1 0,-4-1 4 16,0 2-2 0,-1 0-2-16,-1-1 3 15,-3 1-2-15,2 0 3 16,-2 0-2-16,-2 0 0 0,1 0-1 16,-2 0-1-16,-1 0-1 15,1 0 0-15,0 0 0 0,0 0 1 0,-3 0-1 31,1 0-2-31,-3 0-4 16,-3 0-66-16</inkml:trace>
  <inkml:trace contextRef="#ctx0" brushRef="#br0" timeOffset="3966.74">11893 4250 157 0,'0'0'47'0,"0"0"-45"0,0 0 7 0,0 0 14 0,0 0-3 31,0 0-1-31,0 0-5 0,0 0-7 0,0 0 0 0,0 0 0 31,0 0 0-31,0 0-6 16,0 0 1-16,-43-11-4 16,32 17 1-16,-3 1-1 15,2 1 3-15,-2 1-2 0,1 2 1 16,1-2 0-16,3 1-1 15,0-2 0-15,3 4-1 16,-3-3 0-16,6 0 1 16,-1 0-1-16,2 0-2 15,2 0-2-15,0-3 2 0,0-1 0 16,0 1-2-16,0-2 5 16,0 2 3-16,4-2 1 15,1-1-2-15,2 1 1 16,0-1 0-16,1-1-2 0,1 0 2 15,-1 0 0-15,2-2-2 16,1 0 1-16,1 0 5 16,-1 0-4-16,0 0 0 15,0-2-2-15,0-2 3 16,-3-3 1-16,2 2 4 16,-1-3 0-16,-4 2-6 0,3-2 2 15,-1 1-2-15,-4 0 0 16,1-2 5-16,-4 2-1 15,2-3-1-15,-2 2-1 0,0-4-3 16,0 0 0 0,-2-1 0-16,-3 0 2 0,1-1 2 15,-5 0-1-15,4 0-2 0,-5-1-2 16,3 1-1-16,-3 3 8 16,-1-1 4-1,3 1-7-15,-4 1-3 0,3 2 0 16,-1 1 3-16,2 1-3 0,-2 1 1 15,3 3-3-15,1-1-6 16,0 1 11-16,0 2-7 16,3 0-6-16,-1 0-14 15,-1 0-7-15,2 6-9 0,2 0-21 16,-1-2-63 0</inkml:trace>
  <inkml:trace contextRef="#ctx0" brushRef="#br0" timeOffset="5151.99">12059 4185 103 0,'0'0'42'0,"0"0"-32"0,0 0 6 16,0 0 3-16,0 0 7 15,0 0-1-15,0 0-7 16,0 0-6-16,0 0-2 0,0 0-3 16,0 0-3-16,0 0-2 15,0 0-1-15,0-10-1 16,0 10-1-16,0 0 1 15,0 0-4-15,0 0-4 16,0 4 6-16,0 1-1 16,0 2 3-16,-1 1-3 15,-2 1 8-15,-1 2-3 0,2 1-4 16,-2 0 3-16,1 1 2 16,1 3-3-16,0-3 0 15,0-2 0-15,0 0 0 0,2-1 1 16,0 0-2-16,0-3 2 15,0 0-2-15,0-3 2 16,0 1 0-16,2-2-1 16,2 0-2-16,-1-1 1 0,0 0 5 15,2-1 0 1,-1-1-2-16,0 0 1 16,2 2-1-16,-1-2 2 0,1 0-2 15,0 0 0-15,0 0-1 0,0 0 2 16,-1 0-3-1,1 0 2-15,-1-2-1 16,4-2-1-16,-4 1 3 0,3-1-1 16,-2-1 0-16,1 1 0 15,1-3-1-15,0 3 2 16,-5-2-2-16,2-1 3 16,0 1-1-16,-2 1 2 0,0-1 4 15,-1 0-8 1,-1 2 1-16,2 0-1 0,-3 2-1 0,0-2 0 15,2 1 1 1,-2 3-2-16,0-1 2 0,0 0 0 16,0 1-2-1,0 0-1-15,0 0 1 16,0 0-3-16,0 0-4 16,0 0-3-16,0 5 8 0,2 1 5 15,0 1-2-15,-1 0 0 16,3 0-1-16,0 0 0 15,0 0 1-15,0-1-2 16,2-2 0-16,-1 1 0 0,3-2 0 16,-3-1 4-16,6 0-1 15,-4-2 0-15,3 0 1 16,2 0 1-16,-3 0-1 16,0 0 2-16,2-6-3 0,-2 0 1 15,-2-1 2-15,1 0 0 16,0-4 1-16,0-1 2 15,-3 0 3-15,1-1-7 16,-2 0 0-16,-1-1-2 16,2 1 0-16,-5 0 3 15,0-1 1-15,0 3-3 0,0 1 1 0,0 0 8 16,-7 1-4 0,2 1 4-16,-3 2-14 0,3 2-4 15,-4 1-1 1,2 3-20-16,-2 0-7 15,1 0-12-15,3 5-20 0,-2 1-49 0</inkml:trace>
  <inkml:trace contextRef="#ctx0" brushRef="#br0" timeOffset="5695.12">12512 4229 124 0,'0'0'60'0,"0"0"-35"0,0 0 0 0,0 0 5 0,0 0-12 15,0 0-6-15,0 0-4 0,0 0-7 16,0 0-2-16,0 5-4 16,0 0 1-16,0 2 4 15,0 3-1-15,0 1-1 16,5 1-4-16,-3-2 5 16,0 1 2-16,0-2 0 15,0 1-2-15,1-2 3 0,-1-1-2 16,0 0 2-16,0 0-1 15,0 0-1-15,-2 1 0 16,1-3 1-16,0 2 0 16,-1-1 1-16,0-2-2 0,0-2-27 15,1-2-156 1</inkml:trace>
  <inkml:trace contextRef="#ctx0" brushRef="#br0" timeOffset="7155.15">12880 3637 92 0,'-2'0'18'0,"2"0"4"0,0 0 1 0,0 0 2 15,0 0-3-15,0 0-7 16,0 0-8-16,0 0-2 16,0 0 2-16,0 0-1 15,0 0-3-15,0 0-1 0,0 0-10 16,0 0 0-16,0 0 6 15,4 0 10-15,4 0-14 16,-3 0 6-16,3 0 5 0,3 0-4 16,-2-2 1-1,2 1-2-15,-2 1-1 0,3 0 3 16,-1-3-3 0,-1 3 5-16,2-1-2 0,-1 1 0 15,-1 0-1-15,-1 0-1 0,1 0-1 16,-2 0-10-1,1 0-17-15,-4 0-19 0,0 0-13 16</inkml:trace>
  <inkml:trace contextRef="#ctx0" brushRef="#br0" timeOffset="7662.58">12919 3756 77 0,'0'0'5'0,"0"0"-4"0,0 0 6 0,0 0 4 15,0 0 2-15,0 0 1 16,0 0-7-16,0 0-2 0,0 0 9 15,0 0-3-15,7 2-5 16,-1-2-4-16,-3 1 0 16,3-1-1-16,1 0 0 0,-1 1-1 15,2-1 0 1,0 2 9-16,2-2-2 0,0 0 4 16,1 0-2-16,-3 0-4 15,1 0-1-15,-1 0-3 16,-1 0 0-16,2 1 0 0,-4-1-1 15,3 0 1 1,-4 3-1-16,3-2-9 0,-5-1-46 0,3 0-55 16</inkml:trace>
  <inkml:trace contextRef="#ctx0" brushRef="#br0" timeOffset="9689.28">13970 3266 88 0,'-3'0'11'0,"-2"0"-7"0,-3 0 5 0,3 0 0 0,-5 0-4 15,-1 0 5-15,-1 0 3 32,1 0-5-32,-1 0 2 15,-1 0 2-15,-3 0-5 0,5 0-3 16,-2 1 8-16,1 3-8 16,0 0-2-16,3 1-2 15,3-1 0-15,2 1-2 0,-1 2 1 16,2 2-1-16,2-1 0 15,1-1 4-15,0 3-3 16,0-2 5-16,0 0-2 16,0 1-2-16,2 0 1 15,2-2-1-15,3 0 3 16,-3-1-2-16,4 1 1 0,-1-3 0 16,1-1-2-16,1 0 5 15,-1 0 0-15,2-2-3 16,1-1 4-16,-3 0-4 15,2 0 2-15,-1 0-1 0,-2 0 2 16,4-1 0-16,-6-5 0 16,3 2 4-16,-3-2-1 15,2-1-3-15,-2-1 2 16,-2-1 0-16,0 0 2 0,-1 0-2 16,-2-3 1-16,2 2-4 15,-2-1-2-15,0-2-1 16,0 0 3-16,0 2-3 15,0-2 1-15,-4 2-1 0,-1 0 1 16,-1-2 1-16,-3 4-2 16,2-1 0-16,-2 0 2 15,1 0-2 1,-2 2-1-16,1 1 1 0,1-1 2 0,0 3-3 16,0-1 1-1,3 1 0-15,-3 1-1 0,1 3-1 16,-2-1-3-16,2 2 3 15,-1 0-3 1,-1 0 5-16,3 0-5 0,-1 5-12 16,2 0-11-16,4-1-16 0,1 0-44 0</inkml:trace>
  <inkml:trace contextRef="#ctx0" brushRef="#br0" timeOffset="10393.29">14076 3133 82 0,'0'0'37'0,"0"0"-31"0,0 0-7 0,0 0 4 0,0 0-1 16,0 0 10-16,0 0-2 15,0 0-6-15,0 0 1 16,0 0-2-16,5 38 0 0,-1-28 4 15,-1 1-4 1,-1-1-1-16,-1 4 2 0,-1-4-2 16,0 3 0-1,0-1 0-15,0 0-1 0,0-2 0 0,0 2 2 16,0-1-3 0,0-1 5-16,0-2-5 0,0 1 1 0,0-2 0 15,0 0 1 1,0-1-1-1,0-3 0-15,0 4 0 0,0-3 0 0,0 0 1 16,0 1-1-16,0-3-1 16,0 1 0-16,0 0 0 0,0-2 1 31,0 1-1-31,0-1 0 0,0 1 1 16,0-2-1-16,0 1 0 15,1-1 4-15,1 0 4 0,0 0 1 0,3 3 1 31,-1-3-4-31,3 0-2 16,2 0-1-16,2 0 1 0,0 0 1 0,1 0-1 16,1 0-1-16,1 0 3 0,-1 0-3 31,0 0 0-31,-3 0-1 16,1 0-1-16,-1 0 1 15,-1 0-2-15,-1 0 1 16,0 0 0-16,-3 0-1 0,2 3-11 15,-3-3-40-15,-2 1-76 16</inkml:trace>
  <inkml:trace contextRef="#ctx0" brushRef="#br0" timeOffset="11262.34">13682 3621 62 0,'0'0'13'0,"0"0"-9"0,0 0 12 0,0 0 8 0,0 0-4 15,0 0-8 1,0 0-8-16,0 0 1 0,0 0 0 0,0 0-3 31,0 0-1-31,0 0 2 16,0 0-3-16,11 0 0 15,-9 0 1-15,4 0 0 0,-2 0 2 16,2 0 8-16,3 0 0 16,-1 0-4-16,1 0-3 15,2 0-3-15,1 0 1 0,0 0-1 16,2 0 0-16,-1 0 0 15,3 0 0-15,0 0 0 16,4 0-2-16,0 0 10 16,-1 0-5-16,3 0 1 0,2 0-1 15,-2-1-2 1,2-1 1-16,1 1-1 0,0-2 4 16,-3 2-1-16,2-1 1 15,1-1-1-15,0 2-1 16,-4 0-1-16,0-1 0 15,0 1-2-15,-1-2 2 0,-5 2 0 16,1-2 1-16,-5 1-1 16,-3 2 3-16,1-1-1 0,1 1-2 15,-4-2-1-15,3 2 0 16,-1 0-1-16,0 0-1 16,-1 0 1-16,-1 0 0 15,-1 0-1 1,0 2-6-16,-5 1-58 0,0-1-133 0</inkml:trace>
  <inkml:trace contextRef="#ctx0" brushRef="#br0" timeOffset="12257.83">13878 4110 62 0,'0'0'51'0,"0"0"-26"0,0 0 15 0,0 0-4 16,0 0-1-1,0 0-7-15,0 0-17 0,0 0-9 0,0 0-2 16,0 0 1-16,0 0 5 15,0 0-8 1,0 0 5-16,-38-2-2 16,29 8-1-16,2 1 0 15,-1 3-1-15,-1 0 1 0,3 1-1 16,-2-1 1-16,3 3 0 16,1-1-3-16,-1 0 3 15,1 0-1-15,1 2-1 0,1-3 0 0,2-1 2 31,0 0-6-31,0 0 0 0,0-4 7 16,2-1 1-16,2 2-1 0,4-5-1 16,0 2 1-1,1-1-1-15,3-2 1 16,-3 1 0-16,2-2 1 0,1 0 1 16,-1 0-2-16,1 0 0 15,-2-4 0-15,-1-2 1 16,-1-1 3-16,0-3 2 15,-2 1 2-15,-3-1-3 0,1-1 3 16,0 0-7 0,-2-1 0-16,-2-1-2 0,0 2 1 15,0-2-1-15,0 2-1 16,0 0 2-16,-6-1-1 0,1 2-1 16,-4-1 1-1,0 1 0-15,0 0 0 0,-3 0 1 16,-2 0 1-16,1 2-3 15,-3-2 1-15,0 1 1 0,0 1 3 16,-1-1-6 0,1 3 3-16,1-1 0 0,-1-1 3 15,3 5-4-15,1-1 0 16,3 1 0-16,-2 1-3 0,2 2 2 16,2 0 1-1,0 0-8-15,3 2-24 0,0 1-64 16,4-2-98-1</inkml:trace>
  <inkml:trace contextRef="#ctx0" brushRef="#br0" timeOffset="13363.26">14030 4037 114 0,'0'0'24'0,"0"0"1"0,0 0-5 0,0 0-7 16,0 0 2-16,0 0-1 16,0 0-4-16,0 0-9 0,0 0-3 15,0 0-1-15,0 0 0 16,0 0 4-16,0 0-1 16,0 2 0-16,0 5-2 15,0 0 2-15,0 1 0 0,0 0 0 16,0 0 0-16,0 1 1 15,2-2 2-15,2 0 1 16,-1 0-2-16,3-1 1 16,0-1-1-16,2 1 1 0,-1-1 1 15,3-3-1-15,2 1 0 16,1-2 3-16,0-1-1 16,1 0-1-16,1 0 1 15,-1 0 0-15,-1-4 3 0,1-2-2 16,-3-1-1-16,-4 0-2 15,4 0-1-15,-7-1 0 16,1 2-1 0,-1-2 1-16,-2 0-1 15,0 1 0-15,-1 1-1 0,-1 2 0 16,0 0 0-16,0 1 1 0,0-1-2 16,0 4 0-16,-1 0 1 0,-1 0-2 15,0 0 9-15,0 0-7 16,0 0 2-1,0 0-3-15,1 0 1 16,0 4-4-16,0 0 0 0,0 3 3 0,1-1 1 31,0 4-1-31,0-1 1 16,-1 0 0-16,1 3-1 0,0 2 1 0,-2-1-1 0,0 1 2 31,2 0-1-31,-3 1-1 0,3 0 0 16,-3-1 0-1,2 3 1-15,1-2 0 16,0 0-1-16,0 1 1 16,-1-1 0-16,1-3 0 0,-1-1 0 15,1 1 0-15,-1-3 0 16,0-1 0-16,0-1-2 16,1-2 2-16,-2 0 0 15,2-1 2-15,-2-1-2 0,-2-2 1 16,2 2 0-16,-1-3 0 15,1 3 1-15,-5-3 4 16,2 1 3-16,-2-1-7 16,-1 0 2-16,-3 0-1 0,0 0-2 15,2 0 0-15,-5-1 3 16,5-2-3-16,-3-1 0 16,2-3-3-16,3 0-22 15,1-5-53-15,4-2-99 16</inkml:trace>
  <inkml:trace contextRef="#ctx0" brushRef="#br0" timeOffset="14122.56">14076 3850 72 0,'0'3'17'0,"0"-1"13"0,0 0-9 0,0 1-3 31,0-2-3-31,0 0-6 0,0 0 1 0,0-1 12 0,0 0 3 31,0 0 0-31,0 0-12 16,0 0-5-16,0 0 1 0,0 0-2 0,0 0-6 16,0-2 1-1,0-2 0-15,2 1 0 16,1-2 0-16,1 0-1 16,1-1-1-16,-3 0 2 15,1 0-2-15,3-1 0 16,-4 1 0-16,1 0 0 0,0 2 0 15,2 0 0-15,-3-2 0 16,2 3 2-16,0 0-5 16,0 0 2-16,0 1-2 15,-1 0 1-15,1 1 2 16,0-1 1-16,-2 2-1 0,2 0 0 16,0 0-2-16,0 0 2 0,-2 0-1 15,1 2 1-15,0 3-1 16,0 0 2-1,1 2-2-15,-3 0 1 16,3 1 0-16,3 0-1 0,-5 0 1 0,1 2-1 16,3-1 1-1,-2 1 1-15,-1 0-1 0,3-2 0 16,-1 2 0 0,-2-3 1-16,1 3-1 0,0-3 0 0,-2-3 0 31,0-2-54-31</inkml:trace>
  <inkml:trace contextRef="#ctx0" brushRef="#br0" timeOffset="16636.78">15056 3226 99 0,'0'0'8'0,"0"0"1"0,0 0 4 15,0-1 11-15,0 1 5 16,0-3-1-16,0 2-9 16,0-1 1-16,0 2-4 15,0-1-7-15,0 0-4 0,0 1-1 16,0-1-3-16,0 1-2 15,-3 0-1-15,-5 0 4 16,0 0 0-16,-3 0-4 16,1 5 2-16,0-1-2 0,1-1 5 15,-1 4-2-15,3-1-1 16,-1-1-1-16,2 4 1 16,1-1-1-16,2-1-2 15,2-1 1-15,1 2-1 0,0-3-1 16,0 2 1-16,0 0 1 15,0-1 3-15,0-1-2 16,0 0 0-16,3 0 2 16,3-2-1-16,-2 1 0 0,2-1 0 15,2-1 0-15,1-1 0 16,-2-1 4-16,4 0 0 16,-2 0-1-16,0 0 2 15,-1-3-2-15,0-1 0 0,-2 0 0 16,-1-3 0-16,1 1 5 15,-4-2 1 1,0-1-1-16,-2 1-3 0,0-2-4 16,0 1 1-1,0-1-2-15,0 0 3 0,0 2 0 0,0-1-2 16,0 0 0-16,0-1-1 16,-2 2 0-16,0 1-5 15,-2-3 5 1,0 3 2-16,1-2-3 0,-5 1 2 0,2-1 0 15,-4-1-3-15,1 2 3 16,-3-2-1 0,1 4 1-16,0-1 1 0,-3 3-3 15,3 0 2 1,-1 2-2-16,2 1 1 0,1-1 1 16,-1 2-3-16,4 0-9 15,-2 0 2-15,5 0-5 16,-1 0-2-16,2 2-14 0,2-1-34 15,0-1-13-15</inkml:trace>
  <inkml:trace contextRef="#ctx0" brushRef="#br0" timeOffset="17566.71">15243 3094 83 0,'0'0'27'0,"0"0"-16"0,0 0-7 0,0 0 1 0,0 0 5 16,0 0-4-16,0 0-3 15,0 0 2-15,0 0 2 16,-6 41-3-16,6-32-3 15,0-2 0-15,4 0 5 0,0-1 0 16,0 1 0-16,1 0 1 16,1-1 2-1,0-2-5-15,1 1 1 0,1 0-5 16,1-2 8-16,0 1-2 0,0-3 1 16,2 1 2-16,0-2-1 15,1 0-2-15,3 0-3 16,-1 0 2-16,2 0-3 15,-1-3 1-15,-1-1-1 0,0-2-1 16,-1 2 0 0,-2-3 2-16,-3 1-2 0,-1 0 2 0,-2 2 1 31,-1-1 3-31,-4 1-2 16,0 0 0-16,0 2-3 0,0 0-4 0,0 2 4 15,-7-1-1 1,3 1 2-16,1 0-2 0,-2 0 0 0,2 0 0 15,-1 0-2-15,1 4 1 32,1 0-1-32,-2 2-1 15,1 1 1-15,1 0 0 0,1 3 0 16,1-2 1-16,0 2 0 16,0 1-3-16,0-2 2 15,0 3-1-15,0-4 1 16,3 4 4-16,1-1-3 0,1-2 0 15,-2 2 0-15,0-4 0 16,0 4 0-16,-1-2 0 16,0-4 0-16,-2 1 1 15,0 1-1-15,0-3 0 16,0 1 1-16,-4-2-1 16,0 0 4-16,-1-1-2 0,-5 1 1 15,0-2 4-15,1 1-4 16,-5 1-1-16,-2-2-2 15,1-1-2-15,2 2 9 0,2-2-6 16,-1 0 0-16,2 0 2 16,5 0-3-16,0 0 0 15,2 0-8-15,3 0-11 0,0-9-65 16</inkml:trace>
  <inkml:trace contextRef="#ctx0" brushRef="#br0" timeOffset="18152.41">15416 2913 123 0,'0'0'39'0,"0"0"-2"16,0 0-12-1,0 0 1-15,0 0-9 0,0 0-7 0,0 0-6 32,0 0-2-32,0 0 3 15,0 0-4-15,0 0 1 0,0 0 4 16,0 0 0-16,0-25 1 16,0 20-1-16,2-2-3 15,2-1-1-15,-1 0 2 0,0 2-2 16,2-2 3-16,-1 1-2 15,-1 0 1-15,1 2-2 16,-1 0 2-16,-1 2 0 16,-2 1 0-16,0 1-2 15,2 1-1-15,-1 0-3 0,0 0-4 0,2 7 5 32,1 2 0-32,3 5 0 0,0 0 1 15,1 4-1-15,3 4 1 0,1-1 1 16,1 3-2-1,-4 3-5-15,1-1-37 0,-2-2-57 0</inkml:trace>
  <inkml:trace contextRef="#ctx0" brushRef="#br0" timeOffset="19135.02">14941 3627 88 0,'0'0'19'0,"0"0"-9"0,0 0 1 15,0 0 14 1,0 0-8-16,0 0-10 0,0 0 12 0,0 0-12 31,0 0-4-31,0 0 1 16,0 0-1-16,0 0 1 0,0 0 0 16,22 0-2-16,-14 0 0 15,3 0-2-15,0 0 0 0,2 0 1 16,1 0 0-16,1 0-2 15,3 0 3-15,-2 0 1 16,6 0 3-16,-2 0-1 16,3 0 2-16,1 0 0 0,-1 0-1 15,4 0-4 1,0 0 12-16,0 0-8 16,2 0-4-16,0 0 0 0,-3 0-1 0,1-2-1 15,-2 1 1-15,-1 0-1 16,-2-1 1-16,-2 2 0 15,-3-1 4 1,-2 0-3-16,-1 1 0 16,-3 0-1-16,-3 0-1 0,-2 0 2 15,2 0-2-15,-6 0 1 0,0 0-1 16,-2 0 1-16,0 0-1 16,0 0-2-16,0 0-9 15,-4 2 3-15,-5 1-13 16,-4 0-70-1</inkml:trace>
  <inkml:trace contextRef="#ctx0" brushRef="#br0" timeOffset="21861.45">15099 4171 124 0,'0'0'8'0,"0"0"-5"0,0-2 2 0,0-1 4 16,0 1 7-1,-4-1-6-15,0 0 7 16,-1 2 8-16,0-1-7 16,0 2-8-16,-4 0-4 0,0 0-2 0,2 0-1 15,-4 2-3 1,2 5 0-16,0 1 0 0,1 1 0 0,0 1-1 31,1 1 0-31,5-1 1 16,-2 3-2-16,4-2-2 0,-2 1 2 15,2-1 2-15,0-1-1 0,2 0 4 0,4-3-3 16,1 0 2-16,3-1 1 31,0-3 0-31,1-2 4 0,1-1-1 16,1 0-3-16,-3 0-2 0,1 0 1 15,-1-3 2-15,0-3 3 16,-1-2 0 0,-1 2-1-16,-1-5 2 15,0 1-1-15,-4-3 0 16,0-1-3-16,-2 0 0 0,0-2-2 16,0-4 0-16,-1 2 0 15,0 0-2-15,0 0-1 16,-1 1 1-16,-4-1 2 15,-1 2 0-15,-2 2 0 16,1 1-2-16,0 3 2 0,-2 0-5 16,2 3 3-16,-1 2 0 15,1 1-2-15,-2 3 4 16,2 1-1-16,-2 0-5 16,0 0-3-16,2 5-8 0,-1 3-13 15,3-2-46-15,3-2-63 16</inkml:trace>
  <inkml:trace contextRef="#ctx0" brushRef="#br0" timeOffset="22668.29">15268 4054 85 0,'0'0'15'0,"0"0"-14"0,0 0 4 0,0 0 1 16,44 0-1 0,-32-1 3-16,-2 1 8 0,2-3 2 0,0-1-7 15,1 1 6 1,0 1 2-16,-2-2-3 0,0 2-3 0,-1-1-4 31,1 1 0-31,-3-1-3 16,-1 1-1-16,0 0-4 0,-3 2 1 15,-2-1 0-15,-1 1-1 0,0 0 0 0,-1 0-3 32,0 0-1-32,0 2 4 15,0 6 0-15,-3-1-2 16,-2 4 2-16,-1 0 1 16,-2 2 0-16,1 0 0 0,-1-1-4 15,0 0 0-15,-2 1 4 16,1 0-3-16,1-1 4 15,-2 1-6-15,3-1 7 16,-1-2-4-16,3 0 1 16,-2-2 0-16,3-1-1 15,2 2 0-15,1-4-1 0,-1 1 1 16,2-1-2-16,0-3 3 16,0 1-1-16,0 0-3 15,0-2 3-15,0 1-2 0,0-2 2 16,0 0 1-1,3 0 4-15,2 0 7 0,3 0-9 16,-1 0-1-16,2 0 0 16,0 0 0-16,0 0 0 0,0 0 1 15,1-2-2 1,-2-1 1-16,1 2-1 0,-1 1 0 0,-4-1-1 16,1-1 1-16,0 2 0 15,-3 0-1 1,0 0 1-16,-1 0-1 0,-1 0-6 15,0 0-10 1,0 0-33-16,0-1-38 16,0 0-29-16</inkml:trace>
  <inkml:trace contextRef="#ctx0" brushRef="#br0" timeOffset="22946.59">15332 4134 99 0,'0'0'60'0,"0"0"-49"0,0 0 8 0,0 0 6 0,44 0-1 31,-32 0-9-31,0-2-9 16,0 1-1-16,0 1-5 0,-3 0-21 15,0 0-40-15,-2-3-46 16</inkml:trace>
  <inkml:trace contextRef="#ctx0" brushRef="#br0" timeOffset="23561.18">15535 3753 106 0,'0'0'13'0,"0"0"4"0,0 0-5 0,0 0-3 0,0 0 0 0,-39 14 1 32,32-4-1-32,-2 0 1 0,3 2-2 0,-1-1 1 15,2 0-5-15,2 2-1 0,1-1 0 31,2 2-2-31,0-3-1 16,0 2 1-16,0-3-2 16,5-1 3-16,3 0-2 0,2-3 1 15,1-2-10-15,0-2-55 0</inkml:trace>
  <inkml:trace contextRef="#ctx0" brushRef="#br0" timeOffset="24092.86">15585 3824 148 0,'0'0'14'16,"0"0"6"-16,0 0-15 0,0 0-5 15,0 0 0-15,0 0-1 16,0 0 0-16,38-4 2 16,-30 4-1-16,0 0 1 15,-1 0 1-15,-2 3-2 0,0 1 2 16,-2 3-2-16,-2 0 0 16,-1 1 1-1,0 0-2-15,0-1 0 0,0 0 2 16,-1 0-1-16,-7 0 0 0,2-2 0 15,0-2 1 1,-1-1 5-16,3 1-4 16,-3-3 1-16,3 2 0 15,1-1 0-15,3-1-2 0,-2 0 0 0,2 2-1 16,0-1-1 0,0 0-1-16,0-1-1 0,0 0 8 0,2 0 2 15,1 0 2-15,5 0-1 16,-2 0-2-16,2 0 3 31,0 0-1-31,4 0-3 0,-3 0-3 16,0 0-2-16,2-1 0 0,0 0 0 0,-2-1-12 31,-1 2-27-31,2-2-36 16,-6-1-63-16</inkml:trace>
  <inkml:trace contextRef="#ctx0" brushRef="#br0" timeOffset="24456.62">15756 3759 117 0,'0'0'5'0,"0"0"11"0,0 0 3 0,39 0 2 16,-30 0-3-16,2 1-2 15,-2 5 0-15,2-2-3 0,-3 5-4 16,0 1-5 0,-1 1-4-16,-1 2 0 0,-3 1 0 15,-1 2 1-15,0-2-1 16,-2 0-1-16,0 0 3 0,0-3 6 15,-1 0-11-15,-5-4 4 16,-1 1-2-16,1-1 2 16,-5-2-1-1,2-1 4-15,0-1-6 0,-1-2-45 0,4-1-34 16</inkml:trace>
  <inkml:trace contextRef="#ctx0" brushRef="#br0" timeOffset="29099.2">16249 3451 265 0,'0'0'4'0,"0"0"5"0,0 0-1 16,0 0 3-16,0 0 2 0,0 0-5 15,0 0-4-15,0 0-4 0,0 0-2 32,0 0-34-32,0 0-91 0</inkml:trace>
  <inkml:trace contextRef="#ctx0" brushRef="#br0" timeOffset="30018.54">16777 3198 134 0,'0'0'6'0,"0"0"16"0,0 0-8 0,0 0-6 16,0 0-2-16,0 0-1 16,0 0 0-16,0 0-3 15,0 0 1-15,-38-3 4 16,28 3-3-16,0 0-3 0,-1 0 3 16,-1 5-4-1,0 2 2-15,2 2-2 16,-2 0 0-16,2 1 0 0,3 1 0 0,-1-1 0 31,4 0-2-31,2 0-1 0,2-2 2 16,0-2 2-16,0 0-1 0,2 1 4 15,5-3-3-15,3 2 2 0,2-3-1 32,0 0 1-32,3-2 3 0,-2-1-4 0,4 0 1 15,0 0 4 1,-2 0-4-16,2 0 1 15,-4-3 1-15,0-2-1 0,0-2 2 0,-3-2 1 32,-2 2-3-32,0-2 0 0,-2 0 1 15,-3-3-1-15,-1 2 2 16,-2-4-1-16,0 0 1 16,0-1-3-16,0 0 0 15,-2-1 0-15,-3-2 0 16,-3 2-2-16,-1-1-2 0,1 0 2 15,-3 3-1 1,0-1 2-16,1 3 2 0,0 1-3 16,-2 1 3-16,2 2-4 15,1 1 3-15,-1 2-3 16,2-1 2-16,3 3 1 16,-1 0-2-16,3 3-1 0,1 0-1 15,-1 0-2-15,3 0-14 16,-2 0-17-16,2 3-44 15,0-1-35-15</inkml:trace>
  <inkml:trace contextRef="#ctx0" brushRef="#br0" timeOffset="30741.94">17025 3046 173 0,'0'0'4'0,"0"0"10"0,0 0 4 0,0 0 4 16,0 0 0-16,0 0-9 15,0 0-9-15,0 0-3 0,0 0 0 0,0 0 1 16,0 0-5 0,0 0 3-16,40-2 1 0,-27 1 1 15,0 1-1 1,-1 0 0-16,2-3 0 0,-2 3 0 0,-2 0 0 31,-1 0 0-31,-3 0 0 0,-1 0 0 0,-2 0-1 16,-1 0 1-1,-1 2 0-15,-1 2-1 16,0 3-3-16,-1 1 1 0,-5 1-1 0,-2 4 5 31,-1 0-1-31,-3 1 2 0,0 0-7 16,-2 0 8-16,1 1-8 16,-1-1 6-16,0 0 0 15,0-3-2-15,2 2 0 16,5-2 1-16,-2-2-1 15,5-2 0-15,-2 0 0 0,4-1 0 16,1-2-3-16,1-1 2 16,0 0-1-16,0-2 2 15,0 2-1-15,4-3 5 16,5 1-2-16,-3 1 2 0,4-2-1 16,2 0-2-16,0 0 1 15,2 0-2-15,-1 0-1 16,0 0 1-16,-1 0 1 15,3 0 1-15,-3 0-1 16,0 0-1-16,0 0 2 16,0 0-2-16,-2 0 0 15,-1 0 0-15,0 0 1 0,-2 0-1 16,-2 0 0-16,-1 0-3 16,-2 0-8-16,-2 0-12 15,0 0-34-15,0 0-25 0</inkml:trace>
  <inkml:trace contextRef="#ctx0" brushRef="#br0" timeOffset="31019.27">17095 3141 183 0,'0'0'29'0,"0"0"-5"0,0 0-12 15,0 0 2 1,0 0 1-16,0 0-7 16,0 0-9-16,0 0 1 15,0 0 1-15,0 0-1 0,0 0-2 0,49-4-19 16,-34 1-50-16,2 0-46 15</inkml:trace>
  <inkml:trace contextRef="#ctx0" brushRef="#br0" timeOffset="31432.28">17416 2850 126 0,'0'0'15'15,"0"0"6"-15,0 0-6 16,0 0-7-16,0 0 5 0,-41-6-7 16,30 8-1-16,0 6-4 15,-2 2 2-15,2 3 0 16,-2 3 2-16,1-1-2 16,3 1 1-16,-1-1-1 0,4 1-2 15,1-2 1-15,4 1 1 16,1-3-2-16,0 1-1 15,1-2 1-15,7-1 0 16,5-1 1-16,0-2 3 0,2-1-36 16,1-5-65-16</inkml:trace>
  <inkml:trace contextRef="#ctx0" brushRef="#br0" timeOffset="31911.9">17465 2910 176 0,'0'0'0'0,"0"0"0"0,0 0 1 16,0 0 6-1,0 0-4-15,0 0 1 0,0 0 3 16,37-3 1-16,-30 6-4 0,0 1-1 15,-4 1-3 1,3 1 2-16,-4 0 0 16,-2 1-1-16,0 0-1 0,0-1-3 0,0 1 2 31,-6 1-2-31,-1-3 7 16,-2 2-1-16,2-1 0 0,-1-2 0 15,0 1 0-15,3-3-1 16,3-1 0-16,0 2-2 15,0-3 0-15,2 0 0 16,0 0-4-16,0 0 5 0,2 0 2 16,4 0 14-16,3 0-1 15,1 2-11-15,0-2 0 16,1 0-2-16,0 0 1 16,2 0 1-16,0 0 0 15,-1 0-3-15,-3 0-1 16,0 0-1-16,-1 0 1 0,-2 0-6 15,-2 0-11-15,0 0-21 16,-4 0-28-16,2-3-63 0</inkml:trace>
  <inkml:trace contextRef="#ctx0" brushRef="#br0" timeOffset="32201.26">17671 2853 134 0,'0'0'7'0,"0"0"17"0,0 0 4 16,38-5-5 0,-25 5-4-16,-4 0-2 0,2 0-8 0,-3 8-2 31,2 0 0-31,-4 2-4 0,-1 5-1 15,-3 1-2-15,-2 1 1 16,0 5 0-16,-4 0 1 16,-7 1-2-16,-7 7-1 0,-5 0-5 0,-8-1-46 15,-2 0-70 1</inkml:trace>
  <inkml:trace contextRef="#ctx0" brushRef="#br0" timeOffset="33000.24">16604 3543 24 0,'0'0'49'0,"0"0"-15"0,0 0-9 0,0 0-8 15,0 0-8 1,0 0-4-16,0 0 3 0,0 0 0 16,0 0-4-16,0 0-8 15,-33-3 7-15,33 3 8 0,8 0 9 16,-2 0-4-16,3 0-9 16,1 2-5-1,2-1-1-15,1-1-1 0,3 0 1 0,1 2 0 31,1-2 1-31,4 0 2 0,1 0 1 0,2 0-2 16,2 0-1 0,2 0 5-16,4 0-2 0,-1-2-2 15,5 1 0 1,-1-2 2-16,3 1-3 16,0-1-1-16,1 1 0 0,-2 0 0 15,0-2-1-15,-1 1 3 16,1-1 1-16,-1 1 1 0,-4-1 0 0,3-2-1 15,-3 3 2-15,-2-1 1 32,-3 1 0-32,-2 0 1 0,-3 1-4 0,-3 0-2 0,-2 2-1 31,-4 0 0-31,-1 0 1 16,-6 0-1-16,0 4-7 15,-5 3-22-15,-2-1-25 16,-5 1-111-16</inkml:trace>
  <inkml:trace contextRef="#ctx0" brushRef="#br0" timeOffset="34066.33">17033 4086 113 0,'0'0'22'0,"0"0"-3"0,0 0 6 15,0 0-6 1,0 0-1-16,0 0-5 0,0 0-5 0,0 0-2 31,0 0-1-31,0 0-1 16,0 0 6-16,0 0-6 0,0 0-5 15,-13-16 7-15,2 16-7 16,0 0 3-16,2 0 1 16,-5 0-2-16,3 0-1 15,0 3 0-15,0 1 0 16,2 3 0-16,0 0 0 15,-1 1-1-15,2 1 1 16,0 1 0-16,3 1-1 0,-4 1-2 16,6-3 2-16,1 0-1 15,2 0 1-15,0-2-4 16,0 0 2-16,0 0 0 16,0-1 3-16,0-2-1 0,4-1 1 15,2 1 1-15,2-1 1 16,1-1 4-16,0-2-4 15,2 0 3-15,0 0 0 0,0 0-3 16,3 0-1-16,-4-2 0 16,3-2-1-16,-2-2 1 15,-1-1 1-15,2 0-1 16,-6-1 6-16,1-1 4 0,-4-2 3 16,-1 2-3-16,-1-2-3 15,-1 1-5-15,0-3-1 16,0 1-1-16,-2-3 2 15,-2 2-1-15,-1 0-1 0,0-2 1 16,0 3 0 0,-3-3 2-16,2 2-5 15,-2 3 1-15,0-1 2 0,-1 1-4 16,-1 1 4-16,1 1-5 16,-1 2 4-16,-1-1-2 15,-1 3 5-15,0 1-4 0,-1 0 0 16,-1 0 4-16,1 2-2 15,3 1-2 1,-1 0 0-16,3 0-3 0,1 0-12 16,1 6-10-16,3-1-13 15,0-2-55-15</inkml:trace>
  <inkml:trace contextRef="#ctx0" brushRef="#br0" timeOffset="35220.4">17322 4023 111 0,'0'0'17'0,"0"0"16"0,0 0-14 0,0 0-7 16,0 0 5-1,0 0-7-15,0 0 2 0,0 0-3 16,0 0-1-16,-41-5-1 16,31 5-1-16,-1 0-3 15,1 0-3-15,-3 5 1 16,1 2-2-16,-1 2 2 0,3-2-1 15,-1 4-1-15,3 2 1 16,0 1 0-16,1-4 0 16,0 2-2-16,4-1-1 15,-1 0 1-15,0-2 0 0,3-1-2 16,1 0 3 0,0-2 3-16,0-1-3 15,0 0 2-15,5 0 4 0,-1-4 0 0,1 3 0 16,4-4-2-1,-4 0 1-15,3 0-1 0,1 0-1 16,1 0 0 0,-1 0-1-16,1 0 2 0,0-4 0 15,-1 0 1-15,-1-3 1 0,-1 4-4 16,2-4 0 0,-3-1 2-16,1 2-2 15,-1-3 0-15,2 2 1 0,-4 0-2 16,1-2 1-1,1 1 0-15,-3 1 0 0,3-2 0 0,-1 1-1 16,-2-1 1-16,1 3 0 16,-3-1-1-16,2 3 0 15,-3 0 1 1,2 1 1-16,-2 0-1 16,0 2-1-16,0-1 1 0,0 2-2 15,0-1 3-15,0 0-1 16,0 1-1-16,0 0 0 0,0 0-2 0,0 0 2 15,0 0-1-15,0 0 0 16,0 0-1 0,0-1 0-1,0 1-2-15,0 0-2 0,0 0 2 0,0 0 1 0,0 0 7 32,0 0-4-32,0 2 0 15,-2 2 0-15,2 1-1 16,-3 0 1-16,1 2 0 0,1 0 0 0,-1-1 0 0,1 4 0 31,0-3-2-31,1-1 1 16,0 1 1-16,0 0-1 15,0-2 2-15,0 1 0 16,0 0 1-16,2 1-2 0,2-3 1 16,2 2 0-16,-2-2 2 0,3-1 0 31,-1 1 1-31,4-1-2 0,-4-3 2 15,3 2-2-15,-1-2 0 16,1 1-1-16,1-1 0 16,-3 0 0-16,3 0-1 0,0 0 1 15,-3 0-1-15,2 0-8 16,-3-3-13-16,-1-4-60 16,-2-3-132-16</inkml:trace>
  <inkml:trace contextRef="#ctx0" brushRef="#br0" timeOffset="35711.36">17507 3723 158 0,'-5'-2'16'0,"-1"-3"0"0,0 5-8 0,1-3-3 16,-4 2 0-16,0 1 6 16,0 0 5-1,-1 0-12-15,-2 4-4 16,-1 5 0-16,1 1 0 0,1 1 0 16,0 2 0-16,2-2 0 15,2 3 0-15,2-2 1 0,1-1 2 0,2-1-2 31,2 0 6-31,0 0 6 16,0-1-12-16,0-1 1 16,7-1 1-16,1-1 3 0,2-2-7 0,2 3 4 15,2-4-1-15,0 0-35 0,1-3-79 16</inkml:trace>
  <inkml:trace contextRef="#ctx0" brushRef="#br0" timeOffset="36069.48">17603 3773 132 0,'0'0'36'16,"0"0"-14"-16,0 0-8 15,0 0-2-15,0 0-5 16,0 0-3-16,0 0 10 16,0 0-5-16,0 0-4 0,1 34 2 15,-1-25-4-15,0-1 2 16,0 2-3-16,0-3 1 15,0 2-2-15,0-2 0 0,-2 0 0 16,0 0 0-16,1 0 0 16,1 0-3-16,-3-4-39 15,3-3-58-15</inkml:trace>
  <inkml:trace contextRef="#ctx0" brushRef="#br0" timeOffset="36531.49">17698 3708 37 0,'0'0'48'0,"0"0"-30"16,0 0 13-1,42-1-3-15,-32 1 1 0,2 0-5 0,-5 0-8 0,2 4-2 32,0 1-4-32,-3 2-1 15,1 2-4-15,-2 1-3 16,0 1-1-16,1-1 1 0,-3 3-1 15,-1 0-1-15,0-2 2 16,0 1-2-16,-2-1-2 16,0 0 2-16,0 0 0 15,0-1 1-15,0-1 0 16,-2 1-1-16,-3 0 1 0,-4-3-1 16,2-2 1-16,-3 0 1 15,-2 2 2-15,-1-3 0 16,0 0 1-16,-3 0-5 0,1-2-26 15,1-2-50 1,4 0-116-16</inkml:trace>
  <inkml:trace contextRef="#ctx0" brushRef="#br0" timeOffset="37128.57">18203 3432 283 0,'0'0'18'0,"0"0"6"0,0 0-3 16,0 0-1-16,0 0-5 0,0 0-9 16,0 0-4-1,0 0-5-15,0 0-42 0,0 0-22 16,0 0-35-16</inkml:trace>
  <inkml:trace contextRef="#ctx0" brushRef="#br0" timeOffset="47803.92">18822 3238 130 0,'0'0'18'0,"0"-2"-3"0,0 0-3 0,0-1 0 15,0 0 2-15,-1 0-2 0,-1 0-1 16,2 2 1-16,-4-1-6 0,2-1-3 15,0 3 1-15,-1-4-2 16,-1 4-2 0,-3 0 1-16,2 0-2 0,-3 0 1 15,1 0-1 1,-2 0 1-16,-2 4-1 0,0 1 2 16,2-1-1-16,-3 3 0 0,2 0 0 15,-1 2-1 1,3-1 1-16,2 2-1 0,1-1 0 0,1 1-2 15,4-1 2 1,-2 0 1-16,2 1-3 16,0-2-1-16,0 1 0 15,6-2 3-15,-1 0-1 16,3-1 4-16,1-2-1 16,1 1 5-16,1-3-5 15,1 0 5-15,0-2 3 0,1 0-5 0,1 0 2 16,-4 0-1-1,1-6 4-15,-2 0-2 16,-1 1 1-16,-1-4 1 0,0 0 2 16,-3 0-3-1,0-1-2-15,-2-3 3 0,-1 3-4 0,-1-3-1 0,0-1-1 32,0 0-1-32,0 0-1 15,-5 0 0-15,-1-2 1 16,-1 3 0-16,2-4 2 15,-3 1-1-15,3 2-2 0,-4-3 0 16,4 2 0-16,-3 0 0 16,3 2-1-16,-3 1 1 15,2 2 0-15,-2 1-2 16,3 2 1-16,-3 0 0 0,1 1 0 16,0 3-1-16,2 1 1 15,-3-1 0-15,3 2-1 16,-3 0 0-16,3 1 0 15,0 0-2-15,1 0-10 0,1 0-13 16,2 2-10 0,1 1-33-16,0-3-64 0</inkml:trace>
  <inkml:trace contextRef="#ctx0" brushRef="#br0" timeOffset="48937.78">19311 3191 84 0,'4'-6'12'0,"-2"2"2"0,-1 0 0 0,1-1 4 15,1 1 6-15,-2-1 8 0,0 0-6 16,0 1 0-16,-1 0-11 15,0-1-3-15,0 1-9 16,0 1-5-16,-1-1 1 16,-6 1 2-16,0 2 1 0,-2 1-4 15,-3 0 6-15,-1 0-3 16,-1 0 0-16,-1 0 0 16,2 4 0-16,-3 3 1 15,3 0-2-15,-3 0 0 16,3 1 0-16,-1 1-2 0,3 1 2 15,1 0-1 1,0-1 1-16,3 2-1 0,3-1 0 16,0-1-1-16,2-1 1 15,2 2-1-15,0-1-1 16,0-1 0-16,0 1 1 0,0 0-2 16,2-4 3-1,4 2 0-15,-2-3 1 0,2 1-3 0,3-1 3 16,-1-2 4-1,0-1 1-15,0 0-1 0,1-1-2 16,0 0 2 0,-1 0-2-16,0-1 0 0,0-4 2 0,1-2-2 15,-3 3 0 1,4-3-1-16,-3 0 1 16,1 0 0-16,-3-2 0 0,1-1 0 15,2 3-1 1,-2-3-1-16,-3 3 1 15,0 0-2-15,0 1 1 0,-2-1 0 0,-1 4-3 16,0 1 6 0,0 1-3-16,1 0-1 15,-1 1-1-15,0 0 1 0,0 0-6 0,0 0 2 32,0 2 0-32,0 3 8 0,0 2-2 0,0-1-1 15,0 1-1 1,0 2 0-16,4-1-1 15,1-1 0-15,2 0 0 16,2-1-1-16,4-2 3 16,1-1 0-16,6 1 2 15,-3-4-4-15,2 0-40 0,0 0-68 16</inkml:trace>
  <inkml:trace contextRef="#ctx0" brushRef="#br0" timeOffset="49389.64">19499 2827 106 0,'0'0'18'0,"0"0"-5"0,0 0 3 16,0 0 4-16,0 0-7 15,0 0-3-15,-37-14-2 0,29 14-1 16,-4 0-3-1,0 6-2-15,-1 2-1 0,-1 4 0 16,1-1-1-16,0 2 2 16,1 1-2-16,5 0 1 0,-3 2-1 15,6-2-1 1,2 2 1-16,2-2-4 16,0 1 2-16,0-3 2 0,7 1-2 15,5-2 1-15,0 0 2 16,4-1 2-16,1-3-6 0,2-2-64 15</inkml:trace>
  <inkml:trace contextRef="#ctx0" brushRef="#br0" timeOffset="49721.08">19638 2900 165 0,'0'0'8'0,"0"0"-6"0,0 0 9 31,0 0 2-31,0 0-10 16,0 0-3-16,0 0 3 15,0 0 3-15,0 0-3 0,0 37-2 16,0-26 0-16,0-4 0 16,0 4-1-16,0-1 0 15,0 0 0-15,0 0 0 16,3-1 0-16,0-2-2 16,1-3-33-16,-3-2-60 0</inkml:trace>
  <inkml:trace contextRef="#ctx0" brushRef="#br0" timeOffset="50088.04">19785 2827 184 0,'0'0'-2'0,"0"0"3"0,0 0 4 16,38-5 10-1,-29 5 7-15,2 0-4 16,1 0-6-16,0 0-3 0,-2 5-6 16,1 3 0-16,-2 1-1 0,2 3 1 15,-4 0-2-15,-1 4 0 16,-1 0 0-1,-1 1 0-15,-2 0-2 16,0 0 1-16,-2 1 1 0,0 1-1 16,-7-1 1-16,-4 3 0 0,-6 1 0 15,-3 2-4-15,-7-1-29 16,-4-2-79 0</inkml:trace>
  <inkml:trace contextRef="#ctx0" brushRef="#br0" timeOffset="51162.92">18576 3614 90 0,'0'0'34'0,"0"0"7"0,0 0-8 16,0 0-12-16,0 0-9 16,0 0 0-16,0 0-5 15,0 0-4-15,0 0-2 0,0 0 1 16,0 0-3-16,0 0 1 16,0 0-2-16,29-1 2 15,-15 1 2 1,3 0-1-16,3 0-1 0,2 0 1 0,1 0-1 31,3 0-2-31,2 0 3 0,3 0-1 16,2 0-2-16,1 0 3 15,5 0-2-15,0-2 2 16,1-1-1-16,3 0-1 16,-3 1 1-16,0-2 3 15,-1-1 4-15,1 2-1 16,-1-1 3-16,0 1-4 0,0 0 0 15,0 0-1-15,1 1-2 16,-1 0 0-16,3-2 0 16,-4 1 0-16,2 2-1 15,-3-3 1-15,-2 1 1 16,-2-3 6-16,-7 3 5 0,-3-2 1 16,-2 2-4-16,-6-2-3 15,-2 3-3-15,-4 1-2 16,-2-1 0-16,-2 2-3 15,1 0-3-15,-6 0-25 0,0 4-24 16,0 0-47-16</inkml:trace>
  <inkml:trace contextRef="#ctx0" brushRef="#br0" timeOffset="52140.95">18925 4077 117 0,'0'0'5'0,"0"0"-2"0,0 0 0 15,0 0 7-15,0 0 9 16,0 0-5-16,0 0 1 0,-40 0-5 0,33 0-8 0,1 0-1 31,-1 1 0-31,-2 2-1 16,1 0 1-16,-3 2-1 16,-2 0 0-16,2 3 0 0,0 0 0 15,1 0 1-15,1 3-1 16,3-2 0-16,-2 2 0 15,2-1-1-15,2 0 1 16,3 0 1-16,0 0-2 0,1-1 1 16,0-2-1-1,0 0 4-15,0-1 2 0,6-1 2 16,-1 1 1-16,1-3-2 0,2 0 1 16,0-2-2-1,2 2 2-15,-1-3 0 0,1 0 2 16,1 0-4-16,1 0 1 15,0-4-2-15,0-2 0 0,-1 0 1 16,0-1-2-16,-1-3 3 16,-1 0-2-1,-1-1 3-15,-3 0 2 0,2-2-2 16,-3 0-1-16,-2-1 1 0,-2-2-3 16,0 2-3-16,0 1 2 15,0-2-1-15,0 0-1 16,-7 0-1-1,-1 4 0-15,1-1 0 0,-2-1 2 16,0 2 0-16,-2 1 5 16,0 2-6-16,0 0-1 15,-3 1 1-15,1 0-1 16,-4 4 0-16,2 2-1 0,0-1-2 16,0 2-4-1,3 0-8-15,0 0-7 16,4 3-5-16,1 2-12 0,4-2-43 15,3-1-77-15</inkml:trace>
  <inkml:trace contextRef="#ctx0" brushRef="#br0" timeOffset="52883.55">19113 3999 139 0,'0'0'27'0,"0"0"-7"0,0 0 8 16,0 0 9-16,0 0-14 0,0 0-16 16,0 0-4-16,0 0-2 0,0 0-2 15,0 0 0 1,40-7 1-16,-28 7 0 15,0-1-2-15,-1 1 3 0,1 0 0 16,-1 0 0-16,-1 0-1 16,0 0 0-16,-2 0 1 15,-1 2-1-15,-2 1 0 0,-1 3 0 16,0-1-1 0,-4 4-3-16,0 0-7 0,0 1 6 15,-5 0-1-15,-1 1 7 0,-2 0 2 16,1 2 0-1,-3 0 0-15,4-2-2 16,-2 2 0-16,0 0-1 16,2-2 0-16,1 0 1 0,-1-1-1 0,3-1 0 15,1-1 0-15,0-2 0 16,-1 0-2 0,3-2 1-16,0 3-3 0,0-4 4 15,0 1 0-15,3-2 1 16,2 0 6-1,1 1 0-15,1-3 0 0,4 0 4 16,-2 0-4-16,1 0-1 16,1 0 1-16,1 0-4 15,-3 0-2-15,3 0 0 16,-2 0-1-16,-1 0 1 16,-1 0 0-16,-2 0-1 15,-1 0-6-15,-3-3-6 0,-2 1-10 16,0-1-38-16,0-3-93 15</inkml:trace>
  <inkml:trace contextRef="#ctx0" brushRef="#br0" timeOffset="53150.18">19123 4076 157 0,'0'0'15'0,"0"0"9"0,0 0 8 0,0 0-11 16,0 0-11-16,0 0-3 16,0 0-3-16,0 0-6 15,43-20 9-15,-27 18-7 0,2 1 1 16,1 0-3-1,-3-2-38-15,0-1-65 0</inkml:trace>
  <inkml:trace contextRef="#ctx0" brushRef="#br0" timeOffset="53544.77">19484 3773 78 0,'0'0'76'16,"0"0"-65"-1,0 0-5-15,0 0-7 16,0 0 4-16,0 0-2 0,0 0 1 0,0 0 1 31,-32-17 3-31,23 17-2 0,0 7 0 16,0 3 1-16,-3 2-1 0,2-1-1 15,1 4-2-15,2-2 2 16,2 2-3 0,0-3 0-16,4 1 0 0,1-3 2 0,0 3 5 15,3-5-4 1,6 1-2-16,3-1 2 0,-1-2-3 0,5-2 3 31,-2-1-29-31,2-3-53 16</inkml:trace>
  <inkml:trace contextRef="#ctx0" brushRef="#br0" timeOffset="53790.95">19586 3802 228 0,'0'0'17'15,"0"0"-23"-15,0 0 3 16,0 0 7-16,0 0 3 16,0 0-4-16,0 0-2 0,0 41 0 15,0-31 0-15,0-1-1 16,0 0 0-16,0 0 0 15,0-1 0-15,0 0 0 0,0-1-19 16,0-3-40 0,0-3-46-16</inkml:trace>
  <inkml:trace contextRef="#ctx0" brushRef="#br0" timeOffset="54062.06">19667 3768 113 0,'0'0'102'0,"0"0"-99"16,42 0 14-16,-24 0 3 16,-3 0-8-16,1 1-7 15,-3 6-2-15,-2 2-1 0,-2 2 0 0,-1 3 1 0,-4 0-2 16,-3 5-1-16,-1-1 0 31,0-1-2-31,-6 3-1 16,-7-4-11-16,-5-2-6 15,-2-3-33-15,2-2-44 0</inkml:trace>
  <inkml:trace contextRef="#ctx0" brushRef="#br0" timeOffset="54526.64">20398 3438 195 0,'0'0'127'0,"0"0"-109"0,0 0-10 0,0 0-1 16,0 0 4-1,0 0-5-15,0 0-8 16,0 0-51-16,0 0-68 0</inkml:trace>
  <inkml:trace contextRef="#ctx0" brushRef="#br0" timeOffset="55328.36">20963 3157 185 0,'0'0'14'15,"0"0"1"-15,0 0-1 16,0 0 0-16,0 0-1 0,0 0-4 16,0 0-4-16,0 0 5 15,0 0-6-15,-14-27-4 16,3 27 3-16,-2 0-5 16,-6 0 4-16,2 1-2 15,-1 5 3-15,0 2-3 0,1 1 0 16,1 1 0-16,4 1-1 15,1-1-1-15,3 1 1 0,2 0-1 16,3 1-2 0,3-3 0-16,0 1-3 15,0-2 4-15,6-1-3 0,1 0 3 16,5-1 4 0,0 0-3-16,4-3 4 0,0-2-1 15,0 0 0-15,1-1 4 0,-1 0-1 16,-3 0 2-1,-4-2-1-15,3-4 2 0,-3-4 1 16,-2 0 1 0,1-1 3-16,-3-3-7 0,1-1-2 0,-4-1-2 15,1-2 0 1,-1-2 0-16,-1 0-2 16,-1-1 3-16,0 1 2 15,0-1-5-15,-1 0 1 16,-4 2 0-16,-3 2 2 15,-2 0 3-15,1 3-1 0,-2 1-4 0,-2 3 5 0,1 0-5 32,0 6 2-32,0 0-3 15,-1 2-13-15,1 2-8 16,2 0-15-16,5 0-52 16</inkml:trace>
  <inkml:trace contextRef="#ctx0" brushRef="#br0" timeOffset="55982.3">21248 2951 242 0,'0'0'5'0,"0"0"16"0,0 0-8 0,0 0-4 0,0 0-2 16,0 0-2-16,0 0-4 16,0 0-2-16,0 0-6 15,0 0 6-15,0 0-1 0,37 0 2 16,-23 0 0-1,-2 1 1-15,2 2-1 0,-4 1 1 16,1 1 0-16,0 0-1 16,-3 2 0-16,-2 2 0 0,1 1 0 15,-4 0 0-15,-2 1-1 16,-1 3-2 0,0-1-8-16,-2 0-1 15,-6 4 8-15,1-3 2 0,-5-1 4 0,0 1 2 16,2-1-3-1,-1 0 0-15,2-2-1 0,-1-1 0 16,0 0 1-16,4-3-1 0,3 0-1 16,-3-1 1-1,4-2 0-15,2 0 0 0,0-2-2 16,0 2-2 0,0-3 6-16,0 0 4 0,6 0 7 15,1-1-1 1,4 0-4-16,0 0 0 15,0 0-2-15,3 0-1 0,-1 0-2 0,1 0 0 16,0 0-2-16,1 0 0 16,-4 0 0-16,0 0 0 15,-2 0-1-15,-4 0-1 0,-2 0-8 32,-1 0-6-32,-2 0-4 0,0 0-30 15,0-3-109-15</inkml:trace>
  <inkml:trace contextRef="#ctx0" brushRef="#br0" timeOffset="56254.14">21264 3074 236 0,'0'0'26'0,"0"0"-8"0,0 0-14 0,0 0 9 0,0 0-2 15,0 0-1-15,0 0-11 0,37-8 1 16,-22 5-1-16,5 3 3 16,0 0-1-16,2 0-19 15,-1 0-19-15,1-1-50 16,-2-2-38-16</inkml:trace>
  <inkml:trace contextRef="#ctx0" brushRef="#br0" timeOffset="56668.92">21636 2801 153 0,'0'0'21'0,"0"0"9"15,0 0-12-15,0 0-3 16,0 0-1-1,0 0 2-15,0 0 0 16,0 0-2-16,0 0-4 0,0-24-10 0,0 24-3 16,0 0-2-1,0 8 9-15,0 0-3 0,0 2-1 16,0 3 1 0,0-2-1-16,0 2-1 15,0-2 2-15,0 1-1 0,0-1 0 16,0-1 0-16,0 0 0 15,0-1-6-15,0-2-24 16,0-3-52-16,0-1-18 16</inkml:trace>
  <inkml:trace contextRef="#ctx0" brushRef="#br0" timeOffset="56978.43">21772 2800 165 0,'0'0'33'0,"0"0"-29"0,0 0 3 16,0 0 8-16,0 0 10 15,0 0-13-15,0 0-6 16,40 9-3-16,-33-1 2 0,-4 2-2 16,1 3-2-16,0 1 0 15,-2-1 0-15,-2 3-1 16,0-1 0-16,0-3-7 16,-11-1-23-16,-3-1-19 15,-5-3-25-15</inkml:trace>
  <inkml:trace contextRef="#ctx0" brushRef="#br0" timeOffset="57263.33">21591 2766 121 0,'0'0'117'16,"0"0"-112"-16,0 0 0 16,0 0-4-16,-47-4 1 0,35 6-1 15,-1 7 2 1,0 3-2-16,2 3-1 0,4 4-1 16,3 2 0-1,4 2-2-15,0 3-1 0,6-1-3 16,7 0-47-16,4-3-78 15</inkml:trace>
  <inkml:trace contextRef="#ctx0" brushRef="#br0" timeOffset="58017.39">20673 3462 81 0,'0'0'7'0,"0"0"8"0,0 0 9 16,0 0 19-16,0 0-10 0,0 0-14 15,0 0-10 1,0 0-2-16,0 0 4 0,0 0-7 16,0 0-2-16,53 4-2 15,-31-4-1-15,5 0 3 16,5 0-1-16,5 0 3 16,5 0 2-16,2 0 1 15,6-4-1-15,4 1-1 16,2-1 4-16,3-2-1 15,2 2-1-15,1-2 2 0,-1 1-1 0,0-2 1 16,-5-1 2-16,-3 1 0 16,-4-4-1-1,-4 4 1-15,-2-3-4 16,-8 3 0-16,-1-2-3 16,-5 2-2-16,-5 0-2 0,-5 3 2 0,-4 0-4 15,-6 4-19-15,-7 0-30 0,-2 0-37 31,-4 7-84-31</inkml:trace>
  <inkml:trace contextRef="#ctx0" brushRef="#br0" timeOffset="58762.59">21114 3881 173 0,'0'0'18'0,"0"0"1"0,0 0-8 0,0 0 4 16,0 0 3 0,0 0-4-16,0 0-10 0,0 0 3 15,0 0-2-15,0 0-4 16,-35-32 0-16,19 32 4 0,1 0-5 15,-5 8 0 1,2-1 0-16,2 3 0 0,-2 3 0 0,7-2 0 31,-3 0-1-31,6 0 1 0,5 0-2 0,1-3-2 16,2 1-2 0,0-1 0-16,2-2 1 0,5-2 8 0,5 1 3 31,1-2-4-31,2-1 2 15,-1-2 3-15,3 0-6 16,-1 0 0-16,0 0 2 0,-1-2 0 16,-1-6 4-16,-1 1 0 15,-4-3 1-15,1-2-2 16,-2-1 1-16,-2 0-2 0,-1-3-1 16,-3 1 0-16,-2-1-4 15,0 0 2-15,0-2 1 16,-4 1-1-16,-4 0-1 15,-1 0 1-15,-3 1-1 16,1 2 3-16,-1 0-1 0,-1 4 1 16,1 1-7-16,-2 2 3 15,3 2 4-15,-1 0-7 16,2 4 1-16,0-2-9 16,-1 3-2-16,2 0-5 15,2 0 1-15,1 0-18 16,4 0-38-16,2 0-39 0</inkml:trace>
  <inkml:trace contextRef="#ctx0" brushRef="#br0" timeOffset="59639.14">21353 3691 152 0,'0'0'2'0,"0"0"9"0,0 0-1 0,0 0-2 16,0 0-6-1,0 0-3-15,0 0 2 0,0 0 0 16,0 0 0 0,0 0 3-16,0 0 3 0,-19 35-2 0,15-22 1 31,1-2-4-31,-3 2 0 0,3 1 0 16,-1-1-1-16,2 0 1 0,1 1 2 0,1-1-1 31,0 0 1-31,0-2-2 15,0-1-1-15,2 0 5 0,1-3-5 16,1 0 2-16,3-4 2 16,-3 1 0-16,3-4 7 15,-3 0 2-15,1 0-1 16,3 0-2-16,-2 0-1 16,1-5 3-16,-1-4-5 0,2 1-2 15,0-2-4-15,-1 0 1 16,1 1-2-16,-4 1 0 0,0-1 0 15,0 5 0-15,0-2 0 16,-4 5 1-16,2-1-1 16,-2 1-1-16,0 1 1 15,0 0-2 1,0 0-3-16,0 0-10 0,0 0 4 0,0 4 8 16,0 3 4-1,0 0-2-15,0 2 0 0,0-1 0 16,0 1-2-16,0-2 1 15,0 2-2 1,1-1 1-16,5-1-1 0,0-1 2 0,-1-2 0 16,5-1-1-1,-3-3 2-15,3 0 2 16,0 0 5-16,0 0 1 16,-1 0 0-16,0-3-3 15,2-3 3-15,-4-2 6 0,1-2-3 0,0-2 2 16,-1 0 0-16,-1-2-5 15,0-2 0 1,-3 2-3-16,1-2-1 16,-2-1-1-16,1 3-3 15,-1 0 0-15,-2 1 1 0,0 2 1 16,0 2-2-16,0 1 0 0,0 2 0 0,-2 0-2 31,-3 5-5-31,0 1-16 16,1 0-20-16,-3 1-14 15,3 6-26-15,-1-1-50 0</inkml:trace>
  <inkml:trace contextRef="#ctx0" brushRef="#br0" timeOffset="60210.48">21692 3857 132 0,'0'0'14'0,"0"0"5"0,0 0-9 0,0 0 4 0,0 0 5 15,0 0-9 1,0 0-5-16,0 0-3 0,0 0-2 16,0 0 0-16,0 0 2 15,0 0 0-15,0 0 0 0,4 22-2 16,-4-13 3-16,0-1-5 15,0 3 2 1,0 0 3-16,0 0-3 0,0 1 1 16,0-1 0-16,0 0-1 0,0 0 1 15,0-1 0 1,0-1 2-16,0-2 2 16,0-1 5-16,0 0-2 15,0-2 2-15,0-2 1 0,0-1 2 0,0 2-3 16,0-2-1-1,0-1 0-15,0 1-2 0,0 1-3 16,2-1-3 0,-2 2 0-16,0-1 0 0,0 3 0 0,-2-2-4 31,-6-3-44-31,-2 0-188 16</inkml:trace>
  <inkml:trace contextRef="#ctx0" brushRef="#br0" timeOffset="67785.39">13594 4720 71 0,'0'0'7'0,"-3"0"7"0,3 0-2 16,-2 0-5-16,0 0-1 15,0 0 1-15,1 0 6 0,0 0 4 16,1 0-3 0,0 0-4-16,-1 0-1 0,1 0-1 0,-1 0-4 15,1 0-3-15,-1 0 0 16,-1 0-1 0,2 0 1-16,-2 0-1 0,-1 0-1 0,1 2 0 31,1 1 0-31,1 1 1 15,-2-2-1-15,2 2 1 16,0-1-2-16,0 1-1 0,0-1 1 16,0 1-1-16,0-1 1 0,0 1 1 15,0 0 1 1,0-1-1-16,2 2 1 16,0 0 1-16,2-1 0 15,-2 3 0-15,1-1-1 16,0 1 1-16,-1-1-1 0,3 0 0 15,-2-1 0-15,0 1 0 16,0 0 0-16,0-1 0 16,1 1-3-16,0 0 3 15,3-1-1-15,-3 2 2 16,1-2-1-16,2-1 2 0,-1 3-2 16,1-1-1-16,-4-1 3 15,6 0-1-15,-5 0 0 16,1 0-2-16,3 0-1 15,-3-3 2-15,4-1 1 0,0 3 0 16,-1-2 3-16,4-1 2 16,-1 1-3-16,0 0 0 15,3 0-2-15,1 0 1 0,1-1-2 16,0 0 0-16,2-1 1 16,2 1-1-16,-2-1 1 15,2 0-1-15,-1 0-1 0,0 0 4 16,1 0 0-16,-2-3 6 15,1 0-4-15,-1 0-3 16,1 0 2 0,1-1-3-16,-3 2-1 0,2-1 1 0,-3-1 0 15,3 1-1 1,-6-1 1-16,3 0-1 16,-5 1 1-16,0-1-1 0,-2 1 2 15,0 0-1 1,-3 0-1-16,2-1 1 0,-1 1-1 0,1-1 0 15,-3-1 0-15,4 2 0 16,0-1 1 0,-1-1-1-16,4-1 0 0,-3 0 2 15,0 2-2-15,3-2 0 16,-1 2 0-16,-1-2 0 16,2 1 0-16,-1-1 0 0,0 3 0 0,3-2 0 15,0 0 0-15,1 0 0 31,2 3 0-31,1-3 0 16,-3 2 0-16,2-1 0 16,-3 0-2-16,1 2 4 0,-3-1-4 15,1 0 4-15,0 0-2 16,1 2 0-16,0-2 0 16,0 1 0-16,3 0 0 15,2-1 0-15,-4 0 0 0,5 0 0 16,0-1 0-16,-1 3 1 15,-1-1 0-15,1-1 1 16,-2 2 0-16,-2-1-1 16,-1 2 1-16,-1-1-1 15,0 0 1-15,0 0 1 0,-2 1-3 16,1 0 2-16,1 0-2 16,1 0 0-16,3 0 1 15,0 0 0-15,0 0 0 16,3 0-1-16,-5 0 1 0,1 3 0 15,0 3-1-15,-2-3 0 16,-3 1 0-16,2 3 1 16,-4-1-1-16,1 0 0 15,0-1 0-15,-1 1 0 0,0 1 1 16,-1-3-1-16,-1 3 1 16,0-1-2-16,-2 0 1 15,1-2 1-15,-3 2-2 16,2-2 2-16,-4 0-1 0,2-1-2 15,-3 1 3 1,0-1-2-16,0-3 5 16,0 3-2-16,0-3-1 0,0 0 0 15,0 0-3-15,0 0 0 0,2 0 5 16,-2 0 0 0,0 0 0-16,2 0-4 15,-1-1 1-15,2-4-1 16,2 1 1-16,-1-2-2 0,3 2 3 15,2-3-1-15,2 3-1 0,0-3 1 16,3 0 0 0,-1 2 0-16,3 1-2 0,-3-1 1 15,5 0 1 1,-3 2 0-16,2 2 0 16,0-2 1-16,-1 2-1 15,-1-1 1-15,1 2-1 0,-3 0-1 16,-1 0 2-16,-1 0-2 15,3 3 1-15,-4 3 0 16,4-1 0-16,0 1 0 16,1 0-1-16,3-1 1 15,-3 1 0-15,3-2 1 0,-2 0-1 0,2-2 1 16,-2-2 1 0,-1 0 0-16,2 0 1 15,-2 0 2-15,2 0 0 16,1-7-1-16,-1 3 0 15,2-5-2-15,-1 2 0 0,-3 0 0 16,-1 0 1-16,-3-3 3 16,-3 1 0-16,0-1 2 15,-5 0 0-15,-1-1 2 16,0 0-1-16,-2-2-3 16,0 1 1-16,0 0 1 0,0 0-5 15,0 0 0-15,-1 2-3 16,-3 1-1-16,-2 2-2 15,-4 6-16-15,-8-4-37 0,-4 0-101 16</inkml:trace>
  <inkml:trace contextRef="#ctx0" brushRef="#br0" timeOffset="69529.89">14160 5303 58 0,'0'-1'19'0,"0"-1"8"0,0 2-2 0,0-1-3 32,0 0-6-32,0 0-8 15,0 1-6-15,0 0-2 16,0-1 2-16,0 1-1 0,0 0 5 15,0 0 9-15,0 0-2 16,0 0 0-16,0 0-5 16,0 0-5-16,0 0-2 15,0 0-2-15,0 0-3 16,0 0 4-16,0 1 0 0,0 2 2 16,0 4-1-16,0 2-2 15,0-1 2-15,0-1-2 16,0 3 2-16,0-1-2 15,0-1 1-15,2 1-2 16,1-2-1-16,2 1 3 0,-1-2 0 16,2 1 0-16,0-2 0 15,-1 2 0-15,1-3 0 16,-1 0 0-16,4-3 0 16,-2 1-2-16,3-2 2 15,-1 0-1-15,1 0 1 0,1 0 7 16,0 0-4-16,2-1-3 15,-2-3 3-15,1 0-2 16,-3-1-2-16,1-1-1 0,-4 0 8 16,2-1-3-16,-4 3-1 15,1-3-1 1,-1 0 0-16,-2-1 1 0,-1-1-2 16,0 4 0-16,-1-3 0 0,0 2 2 15,0 2-3-15,0-2 2 16,-1 3-2-1,-1 2 3-15,-1-2 2 0,1 3-1 16,0 0-2-16,0 0 0 0,2 0-2 16,-2 0 0-16,2 2 1 15,0 6-2 1,0 0-1-16,0 5 2 0,0 0 0 16,0 3 0-16,0-2 0 15,0 2 0-15,1 1 0 0,2 0 2 16,-1 1-1-1,0-1-1-15,0 2 1 0,-2-1 0 0,0 1 0 32,0 1 0-32,0-2 0 15,0 0 0-15,0-1 0 0,0-1 0 16,0-2 0-16,0-1 0 16,-4-3 1-16,-2 1 2 0,1-4 2 15,-4-1 0-15,2-3-1 0,-4 1 0 31,0-1-1-31,2-3 0 0,0 0 0 0,-3 0 1 16,1 0 3-16,5-7 5 16,-2-2 0-16,2-1-1 0,0-1-2 31,3-3-4-31,1 1-2 16,2-1 0-16,0 1-3 15,0 0-1-15,0 2 1 0,0 2-7 16,2-2-1-16,3 1-13 15,1 0-15-15,0-1-56 16</inkml:trace>
  <inkml:trace contextRef="#ctx0" brushRef="#br0" timeOffset="70202.89">14256 5163 85 0,'0'1'36'0,"0"-1"-12"0,0 0-15 15,0 0 5-15,0 0 7 16,0 0-6-16,0 0 4 0,0 0-6 0,0 0 2 15,0 0 8-15,0 0-4 16,0 0-4 0,0 0-13-16,0-3 0 15,0-1 1-15,1-1-2 16,1 1-1-16,-1-2-1 16,3-1 3-16,-2 2-2 0,0-3 1 0,-1 0-1 15,2 3 2-15,-1-1-2 0,0 1 0 31,2 0 1-31,-4-1-1 16,3 3 0-16,-2 0-1 0,0 0 1 16,1 2 0-16,-1-2-1 15,2 3 0-15,-3 0 0 16,2-1 0-16,0 1 1 16,-1 0-1-16,2 0-1 15,3 0 2-15,0 4 0 0,-1 1-1 16,3 4 1-16,2 0-1 15,-1 2 1-15,4 2 0 16,1-2 0-16,0 3 1 16,3 0-1-16,0 2-5 0,1 0-21 15,-2-3-42-15,2 0-59 16</inkml:trace>
  <inkml:trace contextRef="#ctx0" brushRef="#br0" timeOffset="70641.64">14613 5365 85 0,'0'0'24'0,"0"0"19"0,0 0-16 0,0 0-1 0,0 0-20 16,0 0-3-1,0 0 2-15,0 0 4 16,0 0 2-16,0 0 2 16,0 0-4-16,43-1-4 15,-29-2-3-15,3 3-1 0,3 0 1 16,-3 0-14-16,0 0-41 0,-1 0-57 0</inkml:trace>
  <inkml:trace contextRef="#ctx0" brushRef="#br0" timeOffset="71584.92">14914 5257 85 0,'0'0'18'0,"0"0"3"16,0 0-11-16,0 0-5 0,0 0 1 15,0 0-4 1,0 0 4-16,0 0 3 16,0 0 6-16,12 9 0 15,-10-1-6-15,-2 0-2 0,2 1-3 0,1-1 0 0,1-1 1 32,2 1 1-32,0-4-4 0,2-1 7 0,1 0-6 15,-2 0 0 1,5-3 1-16,0 0-3 15,2 0 2-15,-3 0-2 0,4-6 1 16,-3 0 0 0,1-2 2-16,-1-1 0 15,-2 0 2-15,-1-1 3 16,1-2-4-16,-4 1 0 16,-2 1-3-16,-1 0 1 15,-1 1 0-15,-2 2 0 0,0 3 2 16,0-3 4-16,0 4-6 15,0 2-2-15,0 0 0 16,0 0 0-16,0 1-1 16,0 0 3-16,-2 0-3 0,1 0-1 15,0 0 0-15,1 6-1 16,0 1 0-16,0 2 1 16,0 1-1-16,0 2 2 15,0 0-2-15,4 3 1 0,0-2 1 16,-1 0 0-16,0 2 0 15,3-1-1-15,-4-1 1 16,1-1 0-16,-1 2 0 0,0 0 1 16,0-2-2-1,0-1 1-15,-2 1-1 0,0-1 1 16,0-2 0-16,0 1-1 16,0-1 1-16,-2 1 0 0,-4-3-2 15,3 0 1 1,-4-1 0-16,1 0 0 0,1-3 2 15,-4-1 2 1,3 0 0-16,-4-1-2 0,3-1 3 0,2 0-2 16,0 0 0-1,-2 0 0-15,4 0 2 0,1-3 3 16,0-4-2 0,-1-1 1-16,3 3-1 15,0-4-1-15,0 0 4 0,0-1-6 16,5 0 1-16,-2 2-2 15,3-1 0-15,-1 2 0 0,1 1 0 16,1-1-1 0,1 4 0-16,3-1-1 15,1 3-4-15,2-1-33 16,-3-2-23-16,2 0-88 0</inkml:trace>
  <inkml:trace contextRef="#ctx0" brushRef="#br0" timeOffset="78561.31">17213 4638 33 0,'1'-3'21'0,"0"0"8"0,-1 0-9 0,1-1 5 0,-1 0 4 15,1 1-7-15,-1-1-2 16,0 1 0-16,2 2-8 0,-2-2 4 15,1 1 1 1,0 1-6-16,1 0-4 0,-2 0-3 16,0 1-1-16,0 0-2 15,0 1-5-15,0 7 2 0,0 2 3 16,0 4-1-16,0 5 0 16,0-1-1-16,0 2 2 15,0 1 0-15,0-2-1 16,0 2 0-16,0 1 2 0,0 0-2 15,0-2-2 1,0 3 4-16,0-3-2 16,0 0 0-16,0-1-2 15,0-1-1-15,0 0-1 0,0-1 3 0,-5-3 4 16,2-1 1-16,0-2-1 16,1-1-2-16,2-1 0 15,-2-4 0 1,1 1-1-16,0-2 1 0,1-1 0 15,-1 2 0 1,-1-1-1-16,-1 1-10 16,0-2-43-16,-3 0-23 0,3-3-59 15</inkml:trace>
  <inkml:trace contextRef="#ctx0" brushRef="#br0" timeOffset="78882.14">17159 5016 92 0,'0'0'74'0,"0"0"-60"0,0 0 6 15,0 0-1-15,0 0 9 16,0 0-7-16,0 0-3 0,0 0-7 16,0 0-6-16,0 0-1 15,11 1-3-15,-5-1-1 16,1 0 1-16,0 0 0 16,2 0-2-16,-3 3-4 0,1 1-8 15,0 1-20-15,0-4-38 16,0 0-27-16</inkml:trace>
  <inkml:trace contextRef="#ctx0" brushRef="#br0" timeOffset="79060.36">17300 4975 277 0,'0'0'11'16,"0"0"12"-16,0 0-19 15,0 0-8-15,0 0 5 0,0 0-1 16,0 0-1 0,-41 49-9-16,30-32-49 15,0-2-96-15</inkml:trace>
  <inkml:trace contextRef="#ctx0" brushRef="#br0" timeOffset="80334.45">17114 5317 84 0,'0'0'61'0,"0"0"-38"0,0 0-1 0,0 0-8 16,0 0-2-16,0 0 0 15,0 0-2-15,0 0 0 0,0 0-2 16,0 0 0-1,0-14-3-15,0 14-3 0,0 0-2 0,0 0-2 16,0 0 2-16,0 4-3 16,0 3 3-16,0 2 0 15,0-1 0-15,0 2 0 16,0 1 1-16,0 2-2 16,0-3 1-1,0 2 0-15,0-3 0 16,0 0-1-16,0 1 1 0,0-3 0 15,2 0 0-15,1-1-1 16,0-2 1-16,2 2 0 16,-3-2-2-16,2-1 4 15,1 0-7-15,0 0 3 0,0-2 3 16,-1-1 0 0,2 0-1-16,-4 0 3 0,1 0-1 15,4 0-2-15,-4 0 1 16,2-3 1-16,0-1-1 15,0-1 0-15,1 1-1 16,0 0 0-16,-2 1 1 0,0-1-1 16,0 1 2-16,-3 2 0 15,0-2 0-15,0 1 0 16,1 0-1-16,-1 1-1 0,0-1 1 16,-1 1-1-16,2 0 0 15,0 1 0-15,0 0-1 16,-1 0 0-16,3 0 0 15,0 0 0-15,1 1 0 16,-2 4 1-16,1-2 0 0,2 4 0 16,-3-2-3-1,2 0 2-15,1 0-1 0,-1 0 3 16,1-1 0-16,1-1-1 16,2-2 0-16,-2 0 4 0,1-1 0 15,1 0 1 1,1 0 0-16,-2 0-1 0,1-5 0 15,0 1-3-15,0-3 4 0,-4 0 1 16,3-2 1 0,-5 2 1-16,2-3 2 0,-1-2-3 15,-2 1 2 1,-2 0-3-16,0-2-2 0,0-2-1 16,0 3 1-1,0 1-2-15,0-1 0 0,0 1 1 0,0 1-3 16,-4 3 1-16,2 0-1 0,-3 2 0 15,4 3 1-15,-1-1-1 32,2 3-6-32,0 0-12 15,-2 0-21-15,2 0-17 16,0 4-3-16,-2-1-68 0</inkml:trace>
  <inkml:trace contextRef="#ctx0" brushRef="#br0" timeOffset="81237.39">17506 5450 124 0,'0'0'11'0,"0"0"13"0,0 0-6 0,0 0-11 15,0 0 2 1,0 0 0-16,0 0 2 15,0 0-2-15,0 0 3 0,0 0-1 16,0 0-2-16,0 0-4 16,0 0 0-16,13-35-2 0,-5 32-1 15,-1 0 1 1,2 2 0-16,-2-2-1 0,0 3-2 0,-1 0 1 16,1 0-1-1,-3 0 0-15,1 0 0 0,-1 6 0 16,-1-1 0-1,0 1 0-15,0 1-1 16,-1 0-1-16,-2-1 1 16,0 4-1-16,0-2 0 0,0 0-1 0,-4-1 2 15,0 0-1 1,-1-1 7-16,-1-1-4 16,-1-1 0-16,-2 2 0 0,4-2-1 0,-3-1 2 31,3 3-2-31,-4-2 0 15,4 0 0-15,-1 1 1 0,2-2-2 16,1 3 2-16,-2-4-1 0,2 1 0 16,3 0-1-1,-3-1 2-15,2 0-1 0,1-2 0 16,0 4 0 0,0-2 0-16,-2-1 0 0,2 0-3 15,0 1 2-15,0-1 0 16,0-1 0-16,0 0-1 15,0 2 2-15,0-2 3 0,2 0-1 16,2 0 4-16,2 0-5 16,-2 0 0-16,0 0-1 15,3 0 3-15,2 0-3 16,-1 0 3-16,2 0 2 0,-1 0-2 16,4 0 0-1,-2 0 1-15,1-2-3 0,-1 1 0 16,0-2 0-16,-2 3 0 15,1-3-1-15,0 3 2 0,0-1-1 16,-3 1 1-16,0-3 1 16,0 3 2-16,-4 0-2 15,-1 0-1 1,0 0-1-16,1 0 1 0,-3 0-3 16,0 0-15-16,0 0-21 0,0 0-83 15</inkml:trace>
  <inkml:trace contextRef="#ctx0" brushRef="#br0" timeOffset="84797.48">19090 4531 92 0,'0'0'16'0,"0"0"1"0,0 0-7 0,0 0 1 15,0 0-2-15,0 0 2 16,0 0-6-16,0 0-2 15,0 0-3-15,0 3-1 16,1-1 3-16,-1 1 0 16,0 2-1-16,0 4 3 0,0-2-3 15,3 2 0-15,-3 0 0 16,0 3 1-16,0 0 0 0,2 0 1 16,0-1 4-16,1 2-1 15,0 1 1-15,3-4-2 16,-4 3 1-1,0-2-2-15,0 2 1 0,0-3-1 16,1 2-1-16,-1-1 0 0,0-1 0 16,-1 1 3-16,1-1-1 15,0 0 3-15,0-3-5 16,2 3 0-16,-4-3 1 0,3 0-2 16,-3-1-1-16,0 0 1 15,0-1-1 1,0 1 0-16,0-2 1 15,0 2-2-15,0 0-3 0,-8-1-19 0,0-1-26 32,0-2-73-32</inkml:trace>
  <inkml:trace contextRef="#ctx0" brushRef="#br0" timeOffset="85020.39">19034 4821 175 0,'0'0'1'0,"0"0"12"0,0 0 9 0,0 0-10 0,0 0-8 15,40 13-2-15,-26-10 0 16,0-1-10-16,1-2-60 15,0 0-46-15</inkml:trace>
  <inkml:trace contextRef="#ctx0" brushRef="#br0" timeOffset="85167.57">19222 4787 160 0,'0'0'10'16,"0"0"42"-16,0 0-13 15,0 0-12-15,0 0-6 0,0 0-15 16,0 0-8-1,-5-5 4-15,1 23-2 0,0 5-7 16,-1 4-31 0,-5 1-70-16</inkml:trace>
  <inkml:trace contextRef="#ctx0" brushRef="#br0" timeOffset="86094.76">18958 5255 75 0,'0'0'39'0,"0"0"-21"0,0 0-11 0,0 0-6 0,0 0 1 16,0 0 8-16,0 0-3 16,0 0-1-16,0 0-4 15,0 0-2-15,-2 45 6 16,-5-36-4-16,4-1 0 0,-4-1-5 16,2 0 6-1,-3-3 0-15,-1-1 8 0,-3 1-6 16,2-1 1-16,-3 0-7 15,2-3 4-15,2 0-14 16,-2 0 7-16,6 0 8 0,-3-1-1 16,5-4-1-1,3 0 0-15,0-1 4 16,0-1-4-16,0 1-2 16,0 1 4-16,3-2-3 0,3 1 0 0,0 2-2 15,1-1 0 1,0 1 2-16,-2 1-2 15,1 1 1-15,-1 1 0 16,1 0 0-16,0 0 0 0,0-1 0 0,2 2-3 16,1-1 2-1,1 0-3-15,0-1 3 16,1 0 1-16,3 1-1 0,-1-2 0 16,1 2 1-16,0-5 4 0,2 3 4 15,-1-1 1-15,1 0 4 31,-2-2 1-31,1 3-4 0,-2-1-3 16,-2 0 1-16,-2 1-4 16,-2 0-2-16,-1 2-1 15,-4 1 0-15,-1 0-1 0,0 0-18 0,-1 0-55 16,0 0-54 0</inkml:trace>
  <inkml:trace contextRef="#ctx0" brushRef="#br0" timeOffset="86401.61">19225 5291 183 0,'0'0'23'0,"0"0"-16"0,0 0-3 16,0 0 2-16,0 0 9 0,0 0-4 15,0 0-6-15,8 40-3 16,-6-28 3-16,-2 2-4 16,1-1 1-16,1 1-2 0,0-3 0 15,-2 2 0 1,0-3 1-16,0 0-2 0,0-6-42 15,0 0-54 1</inkml:trace>
  <inkml:trace contextRef="#ctx0" brushRef="#br0" timeOffset="86955.63">19592 4982 86 0,'0'0'11'0,"0"0"19"0,0 0-3 0,0 0-15 0,0 0-7 15,0 0 1-15,0 0-1 16,0 0-4-16,0 0 0 15,-42 20 2-15,32-6 0 16,0 0 2-16,1 2 5 0,-2-1-1 16,-1 3-1-1,3 0 1-15,3-2-3 0,-3 2 1 16,5-1 5-16,1-1-6 16,1 2-3-16,2-3-1 15,0 1 0-15,0-1-2 0,2-1-1 16,3-3 3-16,4 3-2 15,0-4-2-15,0-1 2 16,3-2 3-16,0 0 2 0,-1-3-4 16,1-1-9-1,-1-3-40-15,-1 0-32 16,2 0-45-16</inkml:trace>
  <inkml:trace contextRef="#ctx0" brushRef="#br0" timeOffset="87248.42">19689 5117 125 0,'0'0'22'0,"0"0"-20"0,0 0 1 31,0 0 7-31,0 0 1 0,0 0 6 0,0 0-1 16,4 44-7 0,-4-30-6-16,0 0-2 0,0 0-1 0,0-1 2 31,0 0-1-31,0-3-1 16,0 0 0-16,0-3-3 0,3-1-14 15,1-2-27-15,2-4-52 16</inkml:trace>
  <inkml:trace contextRef="#ctx0" brushRef="#br0" timeOffset="87772.56">19913 5125 151 0,'0'0'6'16,"0"0"13"-16,0 0-3 15,0 0-9-15,0 0-4 16,40-1 1-16,-36 1 0 0,0-2-2 16,-1 2-2-16,2 0 1 15,-2 0-1-15,2 0-1 16,-4 0 1-16,1 0 0 15,-2 0 0-15,0 0-1 0,0 0-7 16,0 0-3-16,0 0 10 16,0 0 5-16,0 0-1 15,0 0 10-15,-1 0 0 16,0 0-5-16,0 0-1 0,-1 0 1 16,0 0 3-1,1 0-3-15,0 0-5 0,0 0-2 16,0 0 0-16,-1 2-1 15,1-1 0-15,-1 2-1 0,1-3 2 16,1 2 0 0,-2-1 1-16,2-1-1 0,0 1-1 15,-2-1 2-15,2 0 1 0,-1 0 1 16,1 0 1 0,-1 0-3-16,1 0 0 0,0 0-2 0,0 2-4 31,0-1-18-31,0-1-11 0,0 0-34 0,-1 0-63 15</inkml:trace>
  <inkml:trace contextRef="#ctx0" brushRef="#br0" timeOffset="88051.52">19860 5154 182 0,'0'0'14'0,"0"0"-12"0,0 0 9 0,0 0 16 0,0 0-4 16,0 0-13-16,0 0-3 16,0 0 0-16,0 0 0 15,0 0-3-15,32-10-1 16,-23 8-2-16,3 1 2 0,-1-1-3 15,3 1 1-15,-1 1-4 16,0 0-15-16,1-3-50 0,0 2-108 16</inkml:trace>
  <inkml:trace contextRef="#ctx0" brushRef="#br0" timeOffset="88599.74">20182 5068 252 0,'0'0'-8'0,"0"0"8"16,0 0 1-16,0 0-1 16,0 0 0-16,0 0-3 0,0 0 4 31,0 0-2-31,14 36 4 0,-14-29 0 15,0-1-3-15,-4 1 1 0,1-3-7 16,-1 0 5 0,-1-1-1-16,-1 0 4 0,-1-2 4 0,-1-1 3 31,-2 0-7-31,3 0 1 0,-2 0-1 16,3 0-2-16,-3-2 1 0,6-3-1 0,-1 0 0 31,2-1-4-31,2-1-2 15,0 0 1-15,0 0-1 16,0 0-2-16,4 1 7 16,1 0 0-16,2-1-1 0,-1 0 2 15,1 1-3-15,0 2 5 16,2-1-2-16,-3 0-2 16,3 1 0-16,-2 0 1 15,2 1-1-15,2-1 0 0,-2 1-1 16,2 0 8-16,-1-1 2 15,2 2 2-15,0-2 2 16,-4 1-4-16,2 0-1 16,1-1-3-16,-4 1-1 0,1 2-1 15,-3-1-1-15,4 1 0 16,-6-1-16-16,1 2-26 16,0-2-45-16</inkml:trace>
  <inkml:trace contextRef="#ctx0" brushRef="#br0" timeOffset="88941.8">20380 5084 151 0,'0'0'2'0,"0"0"3"0,0 0 4 0,0 0 17 0,0 0-3 16,0 0-7-16,2 37-3 16,-3-28-7-1,-1-1-1-15,0 3-2 16,2-1 0-16,-2 2-1 0,-2-2-2 0,3 1 0 15,0-1 0 1,-2-2 0-16,2 2 0 16,-3-4 1-16,1 0-21 0,0-3-72 0</inkml:trace>
  <inkml:trace contextRef="#ctx0" brushRef="#br0" timeOffset="89395.2">20504 4908 77 0,'0'0'103'0,"0"0"-99"16,43-3 5-16,-27 3 0 16,-3 0-3-16,1 0-2 15,-1 6-2-15,-2 1 2 0,2 4 0 16,-2 1 3-1,1 2 2-15,-3 2-3 0,0 2 1 16,2 0-2 0,-3 2-2-16,-1 0 2 0,-2 0-4 15,1-1 0-15,-3-1 1 16,-3 2-2-16,0-3 3 0,0 1-2 16,0-2 1-1,-7 1-4-15,-1-4 4 16,-3 3-4-16,-1-5-18 0,-1-1-36 0,-2-6-71 15</inkml:trace>
  <inkml:trace contextRef="#ctx0" brushRef="#br0" timeOffset="90366.22">21328 4328 94 0,'0'0'8'0,"0"0"13"0,0 0 1 0,0 0-9 16,0 0-12 0,0 0-6-16,0 0 9 15,0 0 3-15,0 0-1 0,0 0-3 16,0 0-1-1,0 0 0-15,0 0 0 0,19 39 0 16,-10-28-1 0,2 2 1-16,-2 1 1 0,3 2 5 0,0-2-3 15,0 3-2-15,2-1 3 16,-2 0 2 0,2-1 0-16,-2 2 1 0,2-3-1 0,-2 2-3 31,-3-2-1-31,1-1 0 0,-2-2-1 15,-1 2 0-15,-1-5-1 0,-3 0-2 0,-1-3 2 32,0 0-1-32,1-1 1 15,-3-1-1-15,2-1 0 0,0 1 0 16,-2-1 1-16,0 2-9 16,0-3-25-16,0 1-33 15,-2-2-33-15</inkml:trace>
  <inkml:trace contextRef="#ctx0" brushRef="#br0" timeOffset="91150.5">21490 4652 128 0,'0'0'32'0,"0"0"-4"0,0 0-13 0,0 0 4 0,0 0-4 0,0 0-4 32,0 0-8-32,0 0-3 15,0 0-1-15,0 0 1 16,0 0-1-16,0 0 1 16,23 3-1-16,-17 3 1 0,-2-3 1 15,3 4-1-15,-2-3 0 16,4 2 0-16,-3-3 0 15,1-1 0-15,-2 1 1 16,1-3-1-16,-1 0 1 16,-2 0 3-16,0 0 12 0,0 0 6 15,1-1-8-15,-2-5-4 16,1-1-2-16,1-1 3 16,3-3-5-16,-3 0 2 15,3-2-2-15,-2 1-5 16,3-1-1-16,0 0-7 0,0 3-24 15,-1-1-50-15</inkml:trace>
  <inkml:trace contextRef="#ctx0" brushRef="#br0" timeOffset="91824.02">21544 5030 121 0,'0'0'15'0,"0"0"6"0,0 0-8 0,0 0 6 15,0 0 8-15,0 0-2 0,0 0-9 31,0 0-5-31,0 0-5 0,38 14-3 16,-29-8 0 0,2 3-2-16,0-1 1 0,2 1-1 0,-1-1 3 15,0-1 0 1,2 2 1-16,-1-2-1 16,0 0-1-16,0 0-2 15,0-3 0-15,-1 2 0 16,-2-2-1-16,-2-1 1 15,1 0-1-15,-2 1 0 0,-1-1 1 16,-2-1-5-16,-1 0-9 16,0 0-12-16,-3-1-24 15,0-1-20-15,0 0-17 16</inkml:trace>
  <inkml:trace contextRef="#ctx0" brushRef="#br0" timeOffset="92461.99">21741 4946 99 0,'0'0'13'0,"0"0"24"0,0 0-18 16,0 0-3-16,0 0-1 0,0 0-5 15,0 0-7-15,0 0 3 32,0 0-6-32,0 0 0 0,-21 0-2 0,16 7 1 0,1 3 1 31,-2 0 0-31,0 2 3 16,-2 0 1-16,1 1-2 15,-1 0 3-15,-1 1 1 16,-3-1-3-16,0 1 0 0,-1-1 0 15,1-2 2-15,1 1-2 16,0-1 0-16,1 2 1 16,0-2 1-16,0-1-2 15,3 3-1-15,-2-1-1 16,1-3 0-16,1 1 0 0,4 0 1 16,-2-4-2-16,2 0 2 15,1-1 0-15,0-1-1 16,1-3 1-16,1 0 1 15,0-1 3-15,0 0 6 0,0 0 2 16,0 0 2-16,0 0 0 16,0 0-5-16,0 0-10 15,0 0-1-15,0 0 0 16,0-2-15-16,0-2-21 16,0-3-56-16</inkml:trace>
  <inkml:trace contextRef="#ctx0" brushRef="#br0" timeOffset="93675.65">21496 4955 78 0,'0'-1'4'0,"-1"0"-1"0,1 0 0 0,0 1-2 0,0 0-1 31,0 0 0-31,0 0 7 16,0 0 4-16,0 0-2 16,0 0 2-16,0 0 9 0,0-3-2 15,0 3-7-15,0 0 2 16,0-1 0-16,0 1-9 16,0 0-5-16,0 0-1 0,0 0 3 15,0 0-2-15,2 0 2 16,-2 0-1-16,2 1 0 0,2 2 0 15,-2 0 0-15,-1 1 0 16,3 0-1-16,-1 1 1 16,1 0-1-1,1 1 1-15,0 0 0 0,2-1-3 0,1 2 2 16,0-4-1 0,1 3 2-16,-4 1 2 0,4-3-2 15,-4 3 0-15,0-1 0 16,0 0 0-1,0-1 0-15,1 1 1 0,0-3-1 0,-2 1 0 16,2-1 0 0,0 1 0-16,1-1 0 0,0 0 0 15,0 1 0-15,0-1 1 16,-1 0 2-16,2-2-1 16,-2 2 1-1,-1-2-2-15,-1 1-1 0,0 1 0 0,-2-3-7 0,-1 4-4 16,1-2-1-16,-2 0-2 31,0 0-3-31,0-1-17 16,0-1-14-16</inkml:trace>
  <inkml:trace contextRef="#ctx0" brushRef="#br0" timeOffset="94188.72">21763 4911 17 0,'0'0'61'0,"0"0"-45"0,0 0-11 0,0 0-5 31,0 0 3-31,0 0 9 16,0 0 1-16,0 0 2 0,0 0-7 15,0 0 1-15,-27 44 2 0,17-29-4 0,1-3-2 31,1 1-2-31,-3-1-1 0,1 1-1 0,0 1 0 16,1-1-2 0,-2-3-5-16,2-1-43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3:32:13.55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14574 6014 31 0,'-1'0'9'0,"0"0"-8"0,1 0 0 0,-2 0 2 32,2 0 1-32,0 0 5 15,-2 0 5-15,2 0-2 16,-2 0 0-16,2 0-5 15,0-1-1-15,0-2-6 0,0 2-7 16,0-2-4-16,2 0-4 16,-2 0 0-16,2 0 11 15,0 1 8-15,1-2 2 16,-1-1 6-16,3 2-9 0,-3-2-19 16,0-1-50-16</inkml:trace>
  <inkml:trace contextRef="#ctx0" brushRef="#br0" timeOffset="464.28">14599 5922 113 0,'0'0'12'0,"0"0"14"0,0 0-5 16,0 0 5-16,0 0-7 15,0 0-2 1,0 0-1-16,0 0-2 0,0-18-3 15,0 17-1-15,0 0-3 16,0 1-5-16,0 0 1 16,0 0 2-16,0 0-5 0,0 0-1 15,0 0-3 1,0 3 4-16,0 4-2 0,0 1 1 16,0 0 1-16,0 0-1 15,0 2 0-15,0 0 1 0,0 2 0 16,0 0 0-1,0 1 0-15,0 1 0 0,0 0 1 0,0 3-1 16,0-1 1-16,0 0-1 16,0 2 1-16,0-4 1 15,0 1-2 1,0-1 1-16,0-3 0 16,0 1 1-16,0-3-1 0,0 0 1 0,0-2-1 31,0 0 2-31,0-3-1 0,0 1 0 15,0-1-1-15,0 0 1 16,0-1-2-16,0 0 1 16,0 1-1-16,0 0-6 15,0-1-22-15,0-3-74 16</inkml:trace>
  <inkml:trace contextRef="#ctx0" brushRef="#br0" timeOffset="878.38">14485 6206 106 0,'0'0'46'0,"0"0"-21"0,0 0-9 15,0 0 7-15,0 0-5 16,0 0-9-16,0 0-1 16,0 0-6-16,0 0-3 15,0 0 1-15,0 0 13 16,6 10-2-16,-1-8-3 0,2 2 0 15,2 0-3-15,-1 0-3 16,2 0 0-16,-4 1-2 16,2-2 1-16,3 1-1 0,-6 0 1 15,5-1-1-15,0 1 1 16,-3 0-3 0,3-1-42-16,1-3-64 0</inkml:trace>
  <inkml:trace contextRef="#ctx0" brushRef="#br0" timeOffset="1105.45">14718 6183 212 0,'0'0'14'0,"0"0"1"0,0 0-4 31,0 0-4-31,0 0-2 0,0 0-1 0,-40 13-1 16,28-3 0 0,3 1-2-16,1 4 0 15,0 0 0-15,-1 3-1 16,1 0 1-16,-2-3-31 16</inkml:trace>
  <inkml:trace contextRef="#ctx0" brushRef="#br0" timeOffset="3952.46">13547 6856 50 0,'2'-5'100'0,"-2"-1"-66"0,0-1 5 0,0 1-20 16,0 1-5-1,0 0 0-15,0 1-3 16,0 0-1-16,0 1-2 0,-5 2-3 16,2 1-4-16,0 0-3 0,-5 0 4 15,0 0-1-15,0 0 0 16,1 4 2-16,-5 4-1 15,2 4-2 1,0-1 0-16,1 2 0 16,0 0 0-16,1 2 0 15,3 0-1-15,-2-1 1 0,2 0-1 0,3 2 0 16,2-1 0 0,0-1 1-16,0 1 0 0,0-3-2 15,3 1 0-15,6-1 2 0,-4-3-1 31,3 0-1-31,-1-2 0 0,3-1 4 16,0-2-5-16,-1 0 8 16,3-2-3-16,0-2 0 0,0 0 0 0,1 0 0 31,0-3-1-31,1-3 3 16,-5-1 1-16,0-3 5 15,2 0 1-15,-4 0-1 0,-3-1-2 16,-1 0-2-16,-1-2 0 15,0 3 2-15,0-2-3 16,-2 0 0-16,0-1 1 0,0-1-5 16,0 0 1-16,0-1-2 15,-3 3 3-15,-1-1-4 16,0 1 2-16,-1 2 3 16,-1 1-3-16,-1 1 2 0,1 1-1 15,1 2-2-15,-3 2-1 16,0 1-4-16,1 2-3 15,-1 0-14-15,1 6-12 0,-2 1-4 16,4 3-45-16,3-4-54 16</inkml:trace>
  <inkml:trace contextRef="#ctx0" brushRef="#br0" timeOffset="4231.32">13801 6915 132 0,'0'0'54'0,"0"0"-31"0,0 0 16 0,0 0-11 15,0 0-7 1,0 0-7-16,0 0-6 16,0 0-9-16,0 0-6 0,0 0-15 15,0 0-11 1,0 0-62-16</inkml:trace>
  <inkml:trace contextRef="#ctx0" brushRef="#br0" timeOffset="4849.55">13880 6822 170 0,'0'0'17'0,"0"0"8"0,0 0-13 15,0 0 2-15,0 0 1 16,0 0-7-16,0 0-3 16,0 0-2-16,35 0 2 0,-25 0-3 15,3 0 1 1,-2 0-3-16,2 0 2 0,1 0 0 15,1 0 1 1,-1 0-1-16,1 0-1 0,-1 0 0 0,-3 0 0 16,1 0 0-16,-3 0-2 15,1 0 2 1,-5 0 0-16,2 0-1 0,-5 0 1 16,0 0 2-1,-2 0-2-15,0 0 3 0,0 0 0 0,0 0-2 16,0 0-1-1,0 0-1-15,0 0 2 16,-2 5 4-16,-3-1-4 16,-1 3-1-16,3 0-1 0,-3 2 0 0,1 1 0 15,1 0 1-15,0 2-1 16,-3 0 0 0,4-1 1-16,-1 2 2 0,0 0-1 0,1 1 3 31,1-3-3-31,0 3-1 15,2-2 0-15,0-2 0 0,0 0-1 0,0 0-1 16,0 0 0 0,0-2 2-16,0-2-25 0,5-2-31 0,5-4-90 31</inkml:trace>
  <inkml:trace contextRef="#ctx0" brushRef="#br0" timeOffset="5349.29">14275 6879 211 0,'0'0'2'0,"0"0"3"0,0 0 0 0,0 0 0 15,-42-4 2-15,35 4 2 16,-1 3-1-16,1 3-4 0,0 1-2 15,3 1-1-15,1 3 4 16,1 1-3-16,-2-1 4 16,3 1 0-16,1 0-1 15,0-1-4-15,0 1 3 0,0-2-2 16,0 1-1 0,5-3 0-16,-1 0 0 0,2-1 1 15,4 0 0-15,-1-4 3 0,0 1-1 16,3-2-2-16,0-2 1 15,1 0 2-15,1 0-1 16,0-2 0 0,0-5 5-16,-1-4 0 0,0 1 0 15,-2-3-1-15,-4 2 1 0,-1-3 6 16,-2 2-2-16,-2-2 0 16,-2 1-5-16,0-2-2 15,0 3-5 1,-3-2 0-16,-5 1 1 0,-2 2-4 0,-1 2 2 15,-1 4-1-15,-3 3-2 16,-1 2 0 0,1 0-15-16,-1 7-14 0,5 2-15 15,-1 1-21 1,2-2-90-16</inkml:trace>
  <inkml:trace contextRef="#ctx0" brushRef="#br0" timeOffset="5903.6">14516 6806 155 0,'0'0'8'0,"0"0"12"0,0 0-8 16,0 0 7-1,0 0-1-15,0 0-3 16,0 0 2-16,0 0-14 16,0 0-2-16,0 0 0 15,-10-11-1-15,7 18 0 0,-1 2 0 16,0 2 0-16,0 1-1 0,3-1 1 0,-1-2-1 16,2-1 0-16,0 1 2 31,0-4 1-31,0 2 0 15,3-2 1-15,5-2 1 16,-2-1 4-16,3 1 5 0,5-3-9 16,-1 3 1-16,-1-3 2 15,3 2-1-15,1 0-3 0,-3 1 3 16,1 0-3-16,-3 1-2 16,-2 1 0-1,1 0-1-15,-6 2 0 0,2 1 0 16,-4 0-1-16,-1 2 1 0,-1-2 1 15,0 2-1-15,-3 0 0 16,-5-2 0-16,0 1 1 16,-5-3 1-1,2 1 0-15,-3-1-2 0,3-2 7 0,-3 0-6 16,3-2-2 0,3-1-8-16,-1-1-10 15,4 0-12-15,-1-2-34 0,3-9-133 0</inkml:trace>
  <inkml:trace contextRef="#ctx0" brushRef="#br0" timeOffset="6122.91">14558 6807 250 0,'0'0'2'0,"0"0"17"0,0 0-11 16,0 0-4-16,43-16-3 0,-28 16 0 15,0 0-1-15,3 0 0 16,1 0-3-16,-2 0-32 16,3 0-60-16</inkml:trace>
  <inkml:trace contextRef="#ctx0" brushRef="#br0" timeOffset="6753.28">14891 6713 219 0,'0'0'19'0,"0"0"12"0,0 0-16 15,0 0-4-15,0 0-4 0,0 0-7 16,0 0 2 0,0 0 1-16,-13 0-1 0,9 7-2 15,-4 0 0 1,4 2 0-16,-1 2 0 0,-3 1 0 0,2 1 0 15,0 3-1 1,1-2 2-16,-4 2-2 16,4 4 2-16,-2-4-1 15,2 1-1-15,0 0 3 0,1-2 1 16,2 0 0 0,0 0 1-16,2-2-4 0,0 1 0 15,0-2-1-15,5-1-1 0,3-1 1 0,4-2 1 31,2-2 4-31,1 0 0 16,4-3 2-16,0-2-4 16,-1-1 3-16,0 0-4 0,0 0 1 15,-2 0 2-15,-3-6-2 16,-1-1 3-16,-3-1 5 16,-1-2 4-16,-3-2 2 0,-1 1 0 15,-4 1-5-15,0 0-5 16,0 0-3-16,-8 0-1 15,-1 5-2-15,-5 0-2 16,1 1 2-16,-3 4-1 0,0 0 0 16,0 0 1-16,1 3-2 15,-1 3-14-15,3 2-19 16,2 1-7-16,2-3-18 16,4-1-81-16</inkml:trace>
  <inkml:trace contextRef="#ctx0" brushRef="#br0" timeOffset="7099.66">15123 6865 158 0,'0'0'52'0,"0"0"-38"0,0 0 14 0,0 0-5 0,0 0-10 31,0 0-3-31,44 0-1 15,-34 0 0-15,2 0-3 16,2 0-2-16,-1 0-3 0,3 0 2 16,-2 0-3-16,2 2-13 15,-1-2-28-15,-1 0-125 16</inkml:trace>
  <inkml:trace contextRef="#ctx0" brushRef="#br0" timeOffset="7668.7">15412 6828 170 0,'0'0'19'16,"0"0"-12"-16,0 0 6 16,0 0 13-16,0 0 5 0,0 0-16 15,0 0-8 1,0 0-5-16,0 0-2 0,10-13 2 16,-8 8-1-16,1-2 0 15,1-1 2-15,0-2 2 0,0 2-1 16,0-2-2-16,0-1 0 15,1 1-1-15,-2 0 0 16,-1 1 0-16,1 2 1 16,-1 1 0-16,0 2-1 15,-2 0 3-15,0 1 1 0,2 3 1 16,-2 0-3 0,0 0-3-16,0 0 0 0,1 0-3 15,-1 0 0 1,0 6 3-16,0 2 0 0,0 2 0 0,1 2 0 15,0 0 1 1,1 1-1-16,0 1 1 16,1 1-1-16,1-2 0 0,-3-1 0 15,2 2-1-15,2-1 1 16,-3 1 0-16,0-5 0 0,-2 4 0 16,0-3 0-16,0-2-20 15,0 2-9-15,0-4-21 16,-4 0-32-1,-1-2-42-15</inkml:trace>
  <inkml:trace contextRef="#ctx0" brushRef="#br0" timeOffset="8084.26">15411 6939 90 0,'0'0'47'0,"0"0"-18"0,0 0-4 0,0 0-2 0,0 0-5 16,0 0-5-16,0 0-5 15,0 0-5-15,0 0-1 0,0 0 5 0,14 0-1 31,-11 0 0-31,4 0-2 16,-2 0 0-16,4 0 1 16,0 0-1-16,0 0 0 0,4 0-1 15,-4 0 1-15,2 0 1 16,-1-1 1-16,0-1-3 16,-4 2-1-16,3 0 1 15,-1-1-2-15,-4 1-1 0,-1 0 1 16,0-2 0-16,-1 2-1 15,1 0 3-15,-3 0-3 16,2 0 0-16,-2 0-15 0,0 0-22 16,0 0-81-1</inkml:trace>
  <inkml:trace contextRef="#ctx0" brushRef="#br0" timeOffset="9128.73">15645 6539 45 0,'0'0'21'0,"0"0"8"0,0 0-1 0,0 0-7 0,0 0-3 15,0 0-1-15,0 0-7 16,0 0-4-16,0 0-3 16,0 0-3-16,0 0 1 15,0 0 4-15,18 0 7 0,-13 0-1 16,-3 0-1-16,3 0-3 16,1 0 1-16,1 0-5 15,0 0-1-15,0 1 0 0,1 2 3 16,-1-1-2-1,2 1-1-15,0 2 1 0,0-1 0 16,2 0 0-16,0 3-1 16,-2 0-1-16,2-1 0 0,-1 1-1 15,2 3 1-15,-4-1-1 16,1-1 2-16,1 2-1 16,-3 1 1-16,0 2-1 15,-2-3 1 1,1 3-1-16,-2 0-1 0,0 1 1 15,2 0 0-15,-2 0-1 0,-2 1 0 0,1-1 0 32,-1 0 1-32,0-1-1 15,0 1 2-15,0 0-6 16,-2 0 3-16,0 1 2 0,0-1 1 16,0 0-2-16,0 3 2 15,-2-3-2-15,-4 0 4 16,2 1 1-16,-1-1-1 15,-2 0 1-15,2-3 0 16,-2 1-2-16,3-1 0 0,-4 0 2 16,2-1-4-16,-2 0 0 15,3 0 1-15,-4-1-1 16,0 2-1-16,-1-3-2 16,-4 0-40-16,-2-7-92 0</inkml:trace>
  <inkml:trace contextRef="#ctx0" brushRef="#br0" timeOffset="10635.34">13530 6561 82 0,'-1'0'9'0,"1"0"13"0,0-1-12 0,-1 1 3 16,1-2 1 0,-1 2-1-16,1-1-2 0,0 1-5 15,-1-1 2 1,1-1 5-16,-2 2-5 15,2 0-5-15,-2 0-2 0,0 0-2 0,-2 0 0 16,2 0 0 0,-1 0 2-16,-1 0-2 15,-1 0 2-15,0 0-2 0,-2 0 2 0,2 0 1 16,0 0-1-16,-3 0 0 31,-2 0 5-31,3 0-4 16,-2 2-1-16,-3 0-1 0,4 1 0 15,-5 1 0-15,2-1 0 16,0 0 1-16,0 0-1 16,-1 1 3-16,1 2 0 0,-3-2 0 15,-1 3-2-15,1 0-1 16,-1-1 0-16,0 1 0 16,3 0 0-16,1 0 0 15,-3 2 0-15,3-1 1 16,-1 0-1-16,2 1 2 0,-1 0 2 15,2 2 1-15,-3 2-4 16,3-2 0-16,1 2 0 16,-2 1-1-16,-1 1 1 15,5 0 0-15,-4-1 0 0,4 1 0 16,-2-1 0-16,3 0 1 16,-2 3 2-16,0-3-1 15,0-1-3-15,3 5 2 16,-5-5 0-16,2 1-1 15,1 1 1-15,3-1-1 16,-1 0 1-16,2-3-1 0,-2 2 0 16,4 0 0-16,-1-2 2 15,1 1-1-15,0 1-1 0,0-1 0 16,0 1 0 0,0 0-1-16,0 0 0 15,0-1-1-15,1 1 2 0,3-3-2 16,-2 3-1-1,0-3 2-15,1 0 2 0,3-1-1 0,-4 0 0 16,3-1 2-16,0 0-1 16,1-1 1-1,-3 0-2-15,3 0 1 0,-2-1-2 0,2 1 0 32,0 0 2-32,1 0 0 15,1-1-1-15,-2-3 0 0,2 4 0 16,-1-3-1-16,1 0 0 0,-1-1 2 0,2-3 3 31,-2 3 3-31,-1-3-1 16,-1 0 2-16,-1 2-5 0,1-2-2 15,-2 1 1-15,-1 0-2 0,0 1 0 16,2-1 0 0,-2 2-13-16,0-3-19 0,1 0-56 0</inkml:trace>
  <inkml:trace contextRef="#ctx0" brushRef="#br0" timeOffset="20381.2">16579 6359 1 0,'0'0'71'0,"0"0"-55"0,0 0-3 0,0 0-3 15,0 0-1-15,-2 0-2 16,0 0-2-16,0 0 0 16,-1 0-3-16,0 0-2 15,0 0 1-15,-1 1-1 0,-2 0 1 16,3-1 2-16,-4 1-1 15,3-1 2-15,1 0 6 16,-3 0 0-16,2 2-2 16,1-2-1-16,-1 1-4 0,-1-1-1 15,1 0-2-15,1 2 0 16,1-1 1-16,-2-1-1 0,2 4-1 16,0-2 1-16,1 1-1 15,-1 1 1 1,0 0-1-16,-2 2 0 0,1 0 0 15,3 3 0 1,-1 0-1-16,1-2 2 0,0 4 0 16,0-1 1-16,0 3-1 0,0-2-1 15,4 1 1 1,2-1 2-16,-1 3-1 0,3-1 2 0,-4 1-2 31,1-1 1-31,0 0-2 0,-1 0 1 16,-3-1-1-16,-1 1 2 0,1 0-1 15,0 0 1 1,-1-1-2-16,1 3 1 16,-1-2 0-16,0 1 0 15,0 0 0-15,0 3 2 0,0-3 0 0,0 1-1 16,-3 0-1 0,0-1 2-16,-1-1-1 0,-1 0 0 0,2-2 1 31,1-1-2-31,-2 1 0 15,1 1-1-15,2-2 1 0,-1-2-1 0,2 1 2 16,-1-2 0-16,1 0 2 16,0 1 2-1,0-2-4-15,0 1-1 16,0-1 0-16,0 1 1 16,0-1 2-16,0 1-1 15,0 0-1-15,2 0 0 0,0 0 0 16,3 0 3-16,-3 0-1 15,3-1 1-15,0-1-1 0,1 1-3 16,-2-3-1 0,3 1 4-16,0-1-2 0,3-1 1 15,2-2 0-15,1 0-2 16,2 0-2-16,3-6-25 0,-2-7-54 16,3-1-64-1</inkml:trace>
  <inkml:trace contextRef="#ctx0" brushRef="#br0" timeOffset="20954.24">16816 6588 137 0,'0'0'29'0,"0"0"21"0,0 0-34 0,0 0-10 15,0 0 3-15,0 0-8 16,0 0 0-16,-38 12 0 0,30 0-2 0,-4 1 1 31,4 3-1-31,1 2 2 0,0-2-1 0,2 2 2 16,1-1 0-16,0 0-1 15,4-2-1 1,0-1 1-16,0-4 1 16,0-2 3-16,4-1-2 0,1 0 1 15,2-5 1 1,0-1-2-16,1 1 1 0,-2-2 0 0,2 0 2 16,-1-3 1-1,-1-4-3-15,0-3 5 0,0 1 0 0,0-4-3 31,-2 1-1-31,0-1-2 16,-1 0 0-16,-3 0 0 0,0-1 1 16,0 1-2-16,0 1 0 15,0 0 0-15,0 2 3 0,-4 0 4 16,0 2-5 0,1 1-2-16,1 0-2 15,-3 2 2-15,2 2 0 16,0 1-2-16,2 0-3 0,-1 2-2 15,-2 0-13-15,2 0-10 16,1 0-12-16,0 3-30 16,1-1-40-16</inkml:trace>
  <inkml:trace contextRef="#ctx0" brushRef="#br0" timeOffset="21179.26">16980 6653 266 0,'0'0'0'0,"0"0"10"0,0 0-3 0,0 0 4 0,0 0 2 16,0 0 0-16,0 0-8 15,0 0-4-15,0 0-1 0,0 0-6 16,-16 1-25-1,16-1-47-15,0-5-34 0</inkml:trace>
  <inkml:trace contextRef="#ctx0" brushRef="#br0" timeOffset="21632.87">17085 6558 15 0,'0'0'99'0,"0"0"-92"0,0 0 11 0,0 0-2 15,0 0-5-15,0 0-5 32,0 0-4-32,0 0 3 0,-17 20-1 15,16-13 1-15,0 2 5 16,1-1-5-16,0-1 7 15,0-1-5-15,0 1-1 16,1 2 0-16,6-2-1 16,-3 1-1-16,3-2 8 15,0 1-5-15,3-1-3 0,0 1-1 16,-1-3 2-16,1 2-2 16,2-2-1-16,-4-1 2 15,-1 1 3-15,-1-1-4 0,0 1-2 16,-4-1 2-16,-1 0-1 15,-1 0 0-15,0-2 1 16,0 2 0-16,0 1-2 16,-5-1 6-16,-4 0-1 15,-1 1-4-15,-2 2 1 16,0-3-2-16,1 1-5 0,-1-2-21 16,0-2-24-16,3 0-59 0</inkml:trace>
  <inkml:trace contextRef="#ctx0" brushRef="#br0" timeOffset="21807.39">17125 6550 281 0,'0'0'2'0,"0"0"-1"0,0 0 5 0,51-27-4 0,-33 22 0 16,-2 1-5-16,-3 0-54 15,1-2-115-15</inkml:trace>
  <inkml:trace contextRef="#ctx0" brushRef="#br0" timeOffset="22460.3">17708 6552 172 0,'0'0'11'0,"0"0"-11"16,0 0 8-16,0 0-8 0,0 0 0 15,-40 19 2 1,29-12 1-16,2 3 0 15,1 0 1-15,3 1 2 0,-2-2-2 16,2 1-1-16,1 0-1 0,2 1-1 0,0-4 3 31,2 1 4-31,0 0 3 16,0-2-2-16,2-1-4 0,6 1-2 0,-1-2 2 16,2-1-3-1,2 0 1 1,1-3-2-16,-3 0 1 0,0 0 2 15,2 0 1-15,-5-2 2 16,1-3-1-16,-3-2 4 16,-1-2 1-16,1 1-1 15,-2-4 5-15,-2 1-5 0,0-2 1 16,0-1-8-16,0 2 0 16,-6 0 0-16,1 2-2 0,-3 0 2 15,3 3 1-15,-4 1-6 16,2 3 1-1,-1 2 1-15,3 1-4 0,-4 0-4 0,4 0-17 16,0 7-12 0,4-3-30-16,1-1-54 15</inkml:trace>
  <inkml:trace contextRef="#ctx0" brushRef="#br0" timeOffset="22716.33">17896 6548 255 0,'0'0'10'0,"0"0"18"0,0 0-3 15,0 0-6-15,0 0-4 16,0 0-3-1,0 0-9-15,0 0-3 0,0 0-6 16,0 0-28 0,-5-31-12-16,5 31 17 15,3 0-37-15,3 0-56 16</inkml:trace>
  <inkml:trace contextRef="#ctx0" brushRef="#br0" timeOffset="23264.33">18075 6422 191 0,'0'0'7'0,"0"0"6"0,0 0 3 15,0 0 1-15,0 0-5 16,0 0-11-16,0 0 3 15,0 0-4-15,0 3-2 0,-5 5 2 16,1 4 0-16,0 2 0 16,-3-1 0-16,4 1 2 15,-1 3-1 1,-1-3 1-16,2 3-1 0,2-1 0 16,-1-1 1-16,2 1 1 15,0-2-3-15,0 0 1 0,0-1 1 16,0-2-2-16,2-2-2 15,1 1 2-15,5-3 2 16,-3-3-2-16,4-1 2 0,-2-1 2 16,2-2 0-1,-2 0 2-15,2 0-3 16,-1 0 2-16,-1-2 2 0,1-4 4 0,-2-2-3 31,2 1-2-31,-3-4-2 0,-1-1-1 16,0 4 0-16,-4-2 1 15,0 3-2-15,0-1 0 16,0 4-2-16,-10 0-1 16,-1 4 5-16,-5 0-4 15,0 0 1-15,-5 1 0 0,2 6-2 0,3 2-1 16,0-1-9 0,6 0-21-16,4-4-11 0,5 0-64 15</inkml:trace>
  <inkml:trace contextRef="#ctx0" brushRef="#br0" timeOffset="24126.34">18203 6304 62 0,'0'0'30'0,"0"0"-22"0,0 0 4 16,0 0-1-16,0 0 2 16,0 0 1-16,37-7 1 0,-30 5 0 15,0 0-4 1,0 2-3-16,3-2 1 16,0 1 2-16,1-1 2 0,0 0-3 0,3 0-3 15,-2 2-3-15,2-3-1 16,-2 3-1-1,1-2 1-15,-5 1 0 16,0 0-1-16,-3 1 2 0,0 0 2 0,-1 0-4 16,-1 0 0-16,0 0-2 15,-1 0 1-15,2 2-1 16,-2 3-1 0,1 2 2-16,1 0-1 0,0 3 2 15,-2 0 0 1,2 0-2-16,0 3 0 0,-2-2-3 0,0 2 4 15,0 0-1-15,-1 0-1 16,0 2 2 0,-1 0 1-16,1 0 1 0,0 1-3 0,0-1 1 31,0-1-1-31,2 1 0 16,-1-1 0-16,0 0 0 0,1 0 0 0,-1-2 1 15,3-1-1 1,-5 2 0-16,2-2 1 0,-1 2-1 0,1 0 0 31,-1-2 0-31,0 1 0 0,1-1 0 16,-1 0 0-16,2-1 0 15,-3 0 0-15,2 0 0 0,-2 0 0 0,0-3 0 32,0 3 0-32,0-3-2 15,0 0-1-15,0 0 2 0,0-1 1 0,0 0 0 16,-2-1 1-1,-2 0-2-15,-1-1 7 0,-1 0 2 0,-3-1 0 32,0 3-3-32,-3-1 0 15,-3 0-2-15,-1 0 0 16,-4 2-1-16,-4 0-3 0,-3 1 3 16,-5-4-15-16,-5-1-82 15</inkml:trace>
  <inkml:trace contextRef="#ctx0" brushRef="#br0" timeOffset="32647.95">21658 5699 29 0,'0'-1'9'0,"0"-2"4"0,0 1-8 0,0-2-2 16,0 1 0-16,0 2-2 16,0-2 0-16,0 2 1 15,0-1 4-15,0-1 9 16,0 2 5-16,0-2 1 0,0 1-12 15,0-2-6 1,0 3-2-16,1-2-2 0,0 2 3 16,2-1 1-16,-3 0-1 15,0 0 8-15,0 1 6 16,0-1-2-16,1 0 2 0,-1 0-1 16,1-1 1-1,-1 0 0-15,2 2 0 0,-2-2-3 16,0 3-3-16,0-3-1 15,2 3 1-15,-2 0-2 0,0 0-5 16,0 0-3 0,0 0-1-16,0 3-1 0,0 4 1 15,0 3-1 1,0 3 2-16,0 0 0 0,0 3 0 16,1 0 0-16,0-1-1 15,0 0 1-15,3 1-1 0,-1-2 0 16,0-1 0-16,0-2 1 15,1 2 0-15,3-3 0 16,-5-2 1-16,0 0-1 0,1-1 0 16,-1 0 1-1,-2-2-1-15,2 1 1 16,0-2-1-16,-2 2 1 16,0-2-1-16,0 2-9 0,0-2-20 0,0-1-51 15,0-3-71-15</inkml:trace>
  <inkml:trace contextRef="#ctx0" brushRef="#br0" timeOffset="32942.75">21640 5896 178 0,'0'0'4'0,"0"0"-2"0,0 0 12 0,0 0 13 32,0 0-3-32,0 0-9 15,0 0-2-15,0 0-9 16,0 0-3-16,0 0 7 16,0 0-7-16,7 6 0 0,-1-4 0 15,-1-1 0-15,1 3-1 16,0-2 1-16,0 0-2 15,2 1-12-15,0-3-25 16,1 0-47-16,-1 0-69 0</inkml:trace>
  <inkml:trace contextRef="#ctx0" brushRef="#br0" timeOffset="33113.56">21768 5845 270 0,'0'0'12'15,"0"0"10"-15,0 0-13 16,0 0-4-16,0 0-6 16,0 0 1-16,0 0 0 15,-9 37 0-15,1-16-1 16,-1 0-34-16,-1-2-114 16</inkml:trace>
  <inkml:trace contextRef="#ctx0" brushRef="#br0" timeOffset="34232.56">21513 6149 76 0,'0'0'35'0,"0"0"8"0,0 0-7 15,0 0-7-15,0 0-7 0,0 0-6 16,0 0-4-16,0 0-3 15,0 0-4-15,0 0-4 16,0-21 4-16,-4 21-5 16,-2 0 1-16,0 0-2 15,-1 0 2-15,-3 0 1 0,-1 0-3 16,1 0 4-16,1 0-2 16,-3 0-1-16,3 0 0 15,1 0 0-15,1 0 2 0,2 0-2 16,3 3 0-1,-2-2 0-15,2 2-2 16,1 1 0-16,0 2-1 16,0-2 1-16,0 3 0 0,1 2 1 15,0-2 0-15,0 4 0 16,0-2 2-16,0 2 0 16,1 4-2-16,1 1 3 0,3 3-3 15,-3 1 1-15,1 3 0 16,1 2 1-16,-1-1-1 15,1-1 0-15,-4 4 0 16,0-4 0-16,0 4 0 16,0-2 0-16,0 1 0 15,-4-1 2-15,0 1-2 16,1-2 0-16,1 0-2 0,-1-1 4 0,3-2-2 16,0 2 0-16,-2-2 1 15,2-1 0 1,0-1-1-16,0-1 0 0,0-1 0 0,-2-1 1 31,2-1-1-31,-2 0 0 16,-1-1 0-16,1-3 1 0,0 1 0 15,-1 0 0-15,0-3 0 16,1 1 2-16,1-2 0 16,1 1-2-16,0-4 2 15,0 1-2-15,0-1-3 0,5 0 4 16,4-2 8-16,1 0-1 15,4-2-1-15,-1 1-5 16,4 0-1-16,2-2 0 16,1 0-1-16,3 0-10 15,-2-4-26-15,2-8-44 16,-2-4-132-16</inkml:trace>
  <inkml:trace contextRef="#ctx0" brushRef="#br0" timeOffset="34806.39">21761 6192 146 0,'0'0'4'0,"0"0"9"0,0 0-1 16,0 0 5-16,0 0-6 15,-41 28-5-15,35-19-2 0,1 2 2 16,0 1 2 0,4 0 0-16,1 0 2 0,0-2 0 15,0 0-3 1,1-2-3-16,6-1-1 16,0-1 3-16,2-2-3 15,2-2 1-15,-2-2 0 0,2 0-1 16,0 0-1-16,0 0 0 15,-1-5 0-15,-1-5 1 16,0 2 3-16,0-4 0 16,-4 1 1-16,-2-2-4 15,-2-1 0-15,-1 4-1 0,0 0 3 16,0 0-3-16,0 3-1 16,-5 0 0-16,-2 3-1 15,1 1-2-15,-2 2 4 16,2 1-10-16,-2 0-5 15,0 0-11-15,1 0-12 0,2 1-51 16</inkml:trace>
  <inkml:trace contextRef="#ctx0" brushRef="#br0" timeOffset="35119.61">22007 6213 257 0,'0'0'11'0,"0"0"22"0,0 0-9 0,0 0-4 0,0 0 4 16,0 0-6-1,0 0-3-15,0 0-7 0,0 0-3 16,0 0-4 0,0-11 0-16,0 11-2 15,0 0-8-15,0 0-18 0,0 0-15 0,0 0 9 16,0 0-40 0,6 0-76-16</inkml:trace>
  <inkml:trace contextRef="#ctx0" brushRef="#br0" timeOffset="35525.87">22169 6094 187 0,'0'0'28'0,"0"0"-11"0,0 0-10 15,0 0 8-15,0 0-3 16,0 0-10-1,0 0-1-15,0 0-3 16,0 0 3-16,-4 38 0 0,-1-24 0 0,1 2 0 16,0 1 2-1,1-1-2-15,-1-1 2 16,2 2 0-16,0-1-2 16,0-2 0-16,1 2-1 15,1-5 1-15,0-2-17 0,0-5-76 16</inkml:trace>
  <inkml:trace contextRef="#ctx0" brushRef="#br0" timeOffset="36564.97">22854 6054 62 0,'0'0'24'0,"0"0"1"0,0 0-10 15,0 0 6 1,0 0 2-16,0 0-3 0,0 0-1 0,0 0-4 15,0 0-1 1,0 0-4-16,0 0-7 0,0 0-2 0,-23-4-1 31,19 4-1-31,-1 4 1 0,-1 2 0 0,1 2-1 16,-2 2 0-16,0 0 0 16,1 0 2-1,0 1 0-15,3 1-2 16,-3-2 0-16,4 0-2 15,1-2 5-15,1-2 2 0,0 2 1 16,0-1-2 0,1-1 2-16,4-1-2 0,3 0 0 15,0-2-2-15,0 1 7 16,2-2-4-16,2-1-2 16,-1-1 3-16,0 0-1 15,-1 0 0-15,0 0 2 0,-1-7 1 16,-2 1-1-16,-2-2 2 15,0-2 1-15,-1-3 1 16,-2 0-5-16,-1-1-2 16,-1-2 0-16,0 0-1 0,0 1-2 15,-3 1 6-15,-3 0-3 16,-2 5 0-16,-1 2 0 16,0 3 0-16,-2 1-2 15,0 3-3-15,-1 0-2 16,1 0-3-16,-1 6-19 0,2 1-8 15,4 0-4-15,1 0-36 16,5-1-107-16</inkml:trace>
  <inkml:trace contextRef="#ctx0" brushRef="#br0" timeOffset="36792.28">23072 6088 311 0,'0'0'13'0,"0"0"5"0,0 0-5 0,0 0-3 0,0 0-8 16,0 0-2-1,0 0 0-15,0 0-23 0,0 0-15 16,0 0-15-16,0 0-51 0</inkml:trace>
  <inkml:trace contextRef="#ctx0" brushRef="#br0" timeOffset="37201.25">23177 6020 135 0,'0'0'154'0,"0"0"-157"16,0 0 3-16,0 0 0 0,0 0 3 15,40-10-2-15,-33 10-2 0,0 0 1 16,0 0 1 0,1 6-1-16,-2 0 0 0,-2 3 0 0,-1 1 0 31,-2-1 1-31,-1 6-2 0,0-2-1 15,-6 3-2-15,-3-1 0 0,0 0 3 0,-2-3 5 32,3 0-5-32,2-4 5 15,0-1-2-15,4-2-1 16,-1-1 0-16,2-1 0 0,1-2 2 16,0-1 6-16,0 0 4 15,8 0 9-15,4 0 4 16,5 0-7-16,2 0-9 15,4 0-7-15,1 0-3 16,2 0-6-16,-5 0-39 0,-2 0-41 16</inkml:trace>
  <inkml:trace contextRef="#ctx0" brushRef="#br0" timeOffset="37988.35">21857 6747 146 0,'0'0'1'0,"0"0"6"0,0 0 17 0,0 0 1 16,0 0 1-16,0 0-8 15,28-37-4 1,-25 33 0-16,-1 1-4 0,-2 0 2 16,0 2-10-1,0 1 0-15,0 0-1 16,0 0-4-16,-6 3 3 16,0 7 4-16,-3 1-3 0,1 5 2 0,-1 2-4 15,2-1 2-15,2 2-1 0,3-4 0 31,2-2-2-31,0 1 1 0,1-4-1 0,8-4 1 32,0-1 5-32,3-2 1 0,2-1-4 0,0-2 3 0,1 0-3 15,-1-4 0-15,0-6 3 16,-3-2 5-16,0-5-1 31,0 1 1-31,-5-2-3 16,-1 1-3-16,-5 1 1 0,0 3-1 15,0 1 2-15,-4 3-3 16,-3 4-3-16,-6 2-3 16,1 3 3-16,-3 0-6 15,2 3-16-15,-2 5-10 0,2 2-20 16,1 0-80-16</inkml:trace>
  <inkml:trace contextRef="#ctx0" brushRef="#br0" timeOffset="38138.08">22053 6771 185 0,'0'0'175'0,"0"0"-172"0,0 0-3 0,0 0 0 0,0 0 1 0,0 0-26 16,0 0-34-16,0 0-107 15</inkml:trace>
  <inkml:trace contextRef="#ctx0" brushRef="#br0" timeOffset="38623.75">22234 6679 318 0,'0'0'2'16,"0"0"4"-1,0 0 3-15,0 0-7 16,0 0-1-16,0 0-1 0,0 0 0 16,0 0-2-16,28-7 2 0,-23 10 0 15,0 4 0 1,-2 0 0-16,-1 3-1 0,-2 1-4 0,0-1-5 31,0 0 0-31,-3 0-7 16,-5 0 9-16,3-3 2 0,0-1 13 15,2-2-5-15,3-1-1 0,0 0-2 0,0 0-4 32,6-1 8-32,2 1 6 15,4 0 2-15,-1 1-6 16,2-1-4-16,-1 1-1 0,-3 2 1 16,-2 0-1-16,-2 0 2 0,-3-1-2 0,-2 4 0 31,0-2-2-31,-1-1 2 15,-6-1-1-15,-5-1 8 0,-1-1 1 0,1-3-2 32,-1 2-1-32,-2-2-3 0,1 0-1 15,0 2-1-15,4-2-2 16,2 0-29-16,3 0-40 16,5-4-113-16</inkml:trace>
  <inkml:trace contextRef="#ctx0" brushRef="#br0" timeOffset="39121.57">22825 6682 58 0,'0'0'102'0,"0"0"-87"0,0 0 1 0,0 0-6 16,0 0-6 0,0 0 3-16,0 0-2 0,0 0-4 15,0 0 3-15,-3 45-4 0,3-29 4 16,0-5 2-16,0 2 3 15,3-4 1 1,5-1-3-16,1-2 4 0,2-2-1 16,3-1 0-16,-1-3-6 15,0 0-2-15,2 0 2 0,-3 0 0 16,-1-7 2 0,-2-2 6-16,0-2 7 0,-4-2-4 0,2-1-3 31,-5-3-5-31,-2 1-5 0,0 1-2 0,0 1 0 15,0 1 1 1,-9 6-3-16,2 2-5 16,-4 3-5-16,-2 2-5 15,0 0-10-15,-2 2-2 16,1 5-18-16,4-2-31 16,6-1-45-16</inkml:trace>
  <inkml:trace contextRef="#ctx0" brushRef="#br0" timeOffset="39311.89">23115 6683 330 0,'0'0'6'0,"0"0"7"0,0 0-2 0,0 0-8 16,0 0-5-16,0 0-20 15,0 0-20-15,0 0-31 16,0 0-45-16</inkml:trace>
  <inkml:trace contextRef="#ctx0" brushRef="#br0" timeOffset="39760.89">23225 6625 203 0,'0'0'62'15,"0"0"-56"-15,0 0-5 0,0 0-3 16,0 0 2 0,0 0 0-16,0 0 1 15,-3 43 0-15,3-30 1 16,0-1 2-16,0-2 2 0,0 0 1 0,3 0-5 15,2-3-1-15,3-1 2 16,0-2-2-16,1 0 2 16,3-2 0-16,-1-2 2 15,2 0 2-15,-1 0-4 16,-1-6 0-16,2-4-1 0,-4 2-1 16,-2-1 4-16,-2 2-4 15,-2 1 0-15,-1 1 1 16,-2 2 0-1,0 3 3-15,0 0-1 0,-4 1-2 0,-2 12-1 16,-2-2-1 0,1 3 0-16,-1 2 0 0,6 1-2 15,-2-1 1 1,4-1 0-16,0-2-17 16,0-3-14-16,0-4-43 15,2-5-97-15</inkml:trace>
  <inkml:trace contextRef="#ctx0" brushRef="#br0" timeOffset="40662.04">23573 6009 186 0,'0'0'0'0,"0"0"9"0,0 0-6 0,0 0 2 16,0 0-2-1,0 0-3-15,0 0-1 0,45-4 1 0,-34 4 3 16,1 0 1 0,-1 0 0-16,2 0 8 0,0 2-2 15,0-2-5-15,2 3-1 16,0 0-2-16,0 0 0 0,-2 1-1 16,-1-4 0-1,-3 3-1-15,-1 1 0 16,-2-2 1-16,0 0-1 15,-3 1 1-15,1-1 0 16,-2 2-1-16,0 0 1 0,-2 2-1 16,0 1 1-16,0 3 0 15,0 1 1-15,0 2-1 16,0 0-1-16,0 1 2 16,0 3-2-16,-3-3 0 15,1 3 0-15,-1 0 1 0,1-1 0 16,-1 3 0-16,-2-1 1 15,3 2 0-15,-1 1 1 16,1 2 0-16,0 1 0 16,2 0-1-16,-2 3-1 15,1 0 0-15,0 2-1 16,-1-1 1-16,0-1-1 0,0 0 1 16,0-2-1-16,-1-2 2 15,-2 1-2-15,2-1 1 0,-1 0 0 16,-2-1 0-16,2 1-1 15,-1 0 1-15,-4-2 0 16,2 1 0-16,0-3 0 16,-1 0-1-16,-1-2 4 15,0-3 2-15,2 2 0 0,-7-3 0 16,1-1-1 0,-7 1-3-16,0-2-1 15,-9 2 4-15,-9-3-5 0,-5 0-8 16,-7-7-64-16</inkml:trace>
  <inkml:trace contextRef="#ctx0" brushRef="#br0" timeOffset="43735.34">19593 5603 88 0,'0'0'13'0,"0"0"9"0,0 0-1 0,0 0-7 15,0 0-4-15,0 0-8 16,0 1-2-16,2-1 4 0,3 3-3 16,1 1-1-16,-2 0 1 15,3-1 1-15,-2 4 0 16,4 0 0-16,-2 3-1 15,1 0-1-15,1 3 0 0,0 0 3 16,0 2-1-16,-2 1 0 16,1 0-1-16,-2 1 0 15,0 1 3-15,-4 1-2 16,-2-1 0-16,0 2 1 16,0 1 3-16,-2 0-4 0,-6 2 2 15,-2 3-3-15,3 1 4 16,-5 1-1-16,0 2-2 15,0 0 0-15,-1 1 0 16,-1 1-2-16,-2-2 0 0,2 0-2 16,-3 0 4-16,0-3 1 15,-2 3-1-15,0-2 1 16,-2 2 0-16,-1 2 0 16,-3 2 0-16,-1 1-1 0,-3 1-2 15,0 1 2 1,-5-2-1-16,2 0 1 15,2 0 0-15,-4-3 0 0,2 1 1 0,1 0-3 16,-3 1 2 0,0-1-2-16,-2-1 0 0,0 2 0 15,-4-3 0 1,-1 1 0-16,1-4 0 16,0 0 0-16,-3-1 2 0,1 0-1 15,-5-2 2-15,1 0-1 0,-2 1-2 16,-1-1 2-16,-2 1-2 15,-3 1 0 1,5-2 0-16,-5 1 1 16,-2 1-1-16,0 0 1 15,-3-3-1-15,1-2 0 0,-1-1 1 0,-1-3-1 0,-2-1 0 32,1-3 0-32,-3 0 1 15,-4-2-1-15,1 1 1 16,-4-2-1-16,1-1 0 15,-2-1 0-15,3 1 3 0,2-2-1 16,0-1 0-16,3 0 0 16,3-1 0-16,1-2 0 15,1 0 0-15,2-1 1 16,1 1-1-16,1-1 0 16,0 2-1-16,-3-1-1 0,2 2 0 15,-3-1 0-15,1 2 0 16,1-1 0-16,0 1 0 15,-1 0 0-15,3 0 0 16,-3 1 0-16,0 1 0 0,2 2 0 16,2-2 0-16,1 1 0 15,3 1 0-15,0 1 0 16,4-2 0-16,-1 1 1 16,4-1-1-16,3 0 0 0,0 0 0 15,2 0 0-15,0 1 0 16,-2 1 0-16,-2-1 0 15,1 2 0-15,-6 0 0 16,1 0 0-16,-2 1 0 16,1 1 0-16,-2-1 1 0,1 3-1 15,0-1 0-15,-3 1 0 16,2 0 0-16,-1 0 0 16,2-1 0-16,0 1 0 15,0-2 0-15,0 2 0 0,-1-5 0 16,2 5 0-1,-2-3 1-15,5-1-1 0,0 0 0 16,2 1 0-16,2-3-1 16,0 2 2-16,2-2-1 0,4 1 1 15,-1-1 0-15,1 3 2 16,5-1-3 0,0 1 0-16,2 0 0 0,3 1 1 15,6 0 0 1,0-2-1-16,5 3 0 0,1-2 1 15,3 2 2-15,3-1 0 16,1 1-1-16,3 1-1 16,2 0 0-16,0-1 1 0,0 1 0 0,2-2 1 31,5 2-3-31,0-3 0 0,6 1-3 16,-4-4 3-16,2 0 0 0,2-1 4 15,-1-1-4-15,-1-1 0 0,2-3 1 31,-4-1 3-31,0-1-1 16,1-2-1-16,0 0-1 0,-3-1 1 16,2 0-2-16,-3 0-4 15,1 0-15-15,-6 0-13 16,-1-5-69-16</inkml:trace>
  <inkml:trace contextRef="#ctx0" brushRef="#br0" timeOffset="44382.25">14205 8429 101 0,'0'1'22'0,"0"-1"-5"0,0 0-8 0,0 0 5 0,0 0 0 15,0 0-5-15,0 0 4 16,0 0-4-1,1 0-5-15,1 1-2 16,1 0 2-16,-1 0 1 16,1 1-1-16,0 0 4 15,2 1-7-15,-1 1 1 0,1 1-3 16,1 2 2-16,2-3-1 16,0 3 0-16,1-2 0 15,-1 2 0-15,2-1 0 16,-1 1-1-16,-2-2-1 15,4 1-1-15,-4-1 5 0,1-2-1 0,-1 3 0 16,0-3 0 0,-2 1-1-16,1-1 1 0,-2 1-1 0,-1-2 1 31,1 0 0-31,-2 1-1 16,1-3 1-16,-2 0-2 0,1 0-2 15,0 0 5-15,2 0 17 16,-2-1-2-16,1-5-6 0,0 0 0 0,2-1-4 15,-1-1-3 1,0-5-1 0,-1 3 2-16,2-6-3 15,0-1 3-15,3-4 2 0,-1-3-6 16,5 0-1-16,1-2-12 16,1 1-35-16,-2 2-109 15</inkml:trace>
  <inkml:trace contextRef="#ctx0" brushRef="#br0" timeOffset="50997.37">13958 8802 75 0,'-2'0'7'0,"-1"0"0"0,-1 2 3 0,2-2 0 16,-3 0 13-16,2 2 3 15,0 0-1-15,-3 0-6 0,2 0-6 16,-2 1-3-16,0 1-4 15,1-1-2-15,-4 2-3 16,4 0 0-16,-5 2-1 16,5-1 0-16,-2 0 0 0,2 3 1 15,1-1-1 1,-2 0 0-16,3 4 1 0,-1-1 1 16,2 0 0-16,0-2-1 0,1 2 0 15,1-2 1-15,0-1 1 16,0-1-1-16,5 2 1 15,0-2 4-15,3 0-4 16,-1 0-1-16,2 1-1 0,0-2 1 16,-1 0-3-16,4-2 0 15,-3 1 1-15,2-3 0 16,0 0 1-16,0-1 4 16,-2-1 1-16,1 0-1 15,0 0 0-15,-3-1-1 16,1-5 3-16,0 0-1 15,-3 1 0-15,1-2 0 0,0-2-2 16,-3 1-1-16,2-1 1 16,-1-1-2-16,0 0 0 0,-2 2-1 15,0-4 1-15,1 2-1 16,-3 3 2 0,0-4 0-16,0 2 2 0,0-2-2 15,0 4 1 1,-4-2 0-16,-1 0-1 15,-2 1-3-15,0 4 0 0,-2-3 0 0,3 3 0 16,-2 0 3 0,0 2-4-16,2 2-5 0,1 0-11 0,-2 0-10 31,3 4-18-31,-1-1-47 0,3 1-28 0</inkml:trace>
  <inkml:trace contextRef="#ctx0" brushRef="#br0" timeOffset="51333.13">14159 8892 259 0,'0'0'20'0,"0"0"-5"0,0 0-1 15,0 0 1-15,0 0-4 16,0 0-4-16,0 0 2 15,0 0-5-15,0 0-1 0,0 0-1 16,0 0-2 0,0 0-3-16,-2 0-13 0,4-2-25 0,3-2-70 15</inkml:trace>
  <inkml:trace contextRef="#ctx0" brushRef="#br0" timeOffset="52036.96">14341 8821 123 0,'0'0'25'0,"0"0"1"0,0 0 3 16,0 0-10-16,0 0-3 16,0 0-1-16,0 0-3 15,0 0-6-15,0 0-8 0,-27 0 4 16,27 0 2-16,6 0-3 16,1 0 3-16,4 0 1 15,-2 0 1-15,4 0-4 16,1 0 2-16,-3-2-4 0,3 2 1 15,-3 0 0-15,0-1-1 16,-2 1 2-16,-1-1-2 16,-1 1 1-16,-2 0-1 15,2 0 1-15,-5 0-1 0,1 0 1 16,-1 0-1-16,0 0 1 16,-1 0-1-1,2 0 0-15,-3 0 0 0,0 2 1 16,0 0-1-16,0-1-1 15,0 2 0-15,0 1 2 0,-3 3 2 16,-1-1-1-16,2 1 0 16,-5 4-2-16,3-2 3 15,1 1-3-15,1 1 0 16,0-1 1-16,2 2 0 16,-2-2-1-16,1 1 0 0,1 0 1 15,0-1-1 1,0-1-1-16,0-2-10 0,0-1-15 15,0-5-65-15</inkml:trace>
  <inkml:trace contextRef="#ctx0" brushRef="#br0" timeOffset="52535.14">14611 8808 253 0,'0'0'4'0,"0"0"3"0,0 0-12 16,0 0-1-1,0 0 4-15,0 0 8 16,0 0-4-16,0 0-2 0,0 0-1 0,0 0-1 31,-12 13 1-31,10-6 1 16,2 1-1-16,-2-2 0 15,2 1 0-15,0 0-2 0,0-2 2 16,0 0 5-16,0 0-1 16,4-1 1-16,0 0 2 15,4 0 1-15,-3-1 2 16,3 0-5-16,-1 0 2 0,3-2 0 16,0 2-6-16,-3 0 1 15,3 0 0-15,0 1-1 16,-4 0 2-16,3-1-2 15,-4 0 0-15,2 1 0 0,-3 1 0 16,-2 1 0-16,0 0 0 16,-2 0-2-16,0-2 1 15,0 3 2-15,-1-1 1 16,-6-2 1-16,-3 3 1 16,0-2-3-16,-1 0 2 0,-1 1-5 15,1-3-11-15,-1-1-12 16,1-2-44-16,3 0-64 15</inkml:trace>
  <inkml:trace contextRef="#ctx0" brushRef="#br0" timeOffset="52748.25">14624 8827 223 0,'0'0'20'0,"0"0"-15"0,0 0 1 0,0 0 4 0,36-17-9 16,-24 15 0-1,0 1-1-15,2 1-2 0,0 0-35 0,0 0-46 32,1-1-61-32</inkml:trace>
  <inkml:trace contextRef="#ctx0" brushRef="#br0" timeOffset="53162.16">14892 8812 245 0,'0'0'-10'15,"0"0"-15"-15,0 0 14 16,0 0 10-16,0 0 9 15,-43 23-2-15,37-15 3 0,-2 2-6 16,5 0-2-16,-1 3 17 16,4 0-20-16,0 0 4 15,0-2 4-15,0 0-1 0,2-1-3 16,3-1-1-16,1-2 0 16,1-3 2-1,4-1 1-15,-2-3-1 0,1 0 3 16,1 0-1-16,1 0 5 15,-1-7-4-15,-2-3 4 16,0 1 0-16,-2-3-3 16,0-3-2-16,-2 1 2 0,-3-4 0 15,0 4-1-15,-2-2-3 0,0 3-2 16,-4 2 3 0,-6 1-5-16,-1 6-3 0,-5 2-1 15,1 2-10 1,-3 0-11-16,3 2-20 0,1 1-79 15</inkml:trace>
  <inkml:trace contextRef="#ctx0" brushRef="#br0" timeOffset="53774.68">15043 8794 235 0,'0'0'29'0,"0"0"4"0,0 0-14 0,0 0-11 16,0 0 1-1,0 0-7-15,0 0 4 0,0 0 0 0,39-29-4 16,-27 28-1-16,1 1 0 0,0 0 0 31,1 0-2-31,-3 0 1 16,-3 6 0-16,1 0 0 15,-3 1-2-15,-2 2 0 16,-4 0-3-16,0 1-5 0,0 0-7 16,-10 0 7-16,0 1 10 15,0-4-2-15,2 0 3 16,-2 0-1-16,4-4 1 15,3 0 0-15,1 0-1 0,2-3 0 16,0 0-4-16,0 0-4 16,2 0 4-16,5 0 7 15,-2 0-1-15,2 3 2 0,0-2-1 16,1 2-2 0,-1 0 0-16,-1 2 0 0,0 1-1 15,0 0-1-15,-3 2 1 16,-1 0 0-16,-2 1 0 0,0-1-1 15,0 0-1 1,-2-2 0-16,-3-1 7 16,-5 0 0-16,0-1-1 15,-1-3 1-15,-4 2-3 0,0-3 1 0,0 0 1 0,2 0-1 32,2 0-6-32,1 0-2 15,5-1-20-15,2-9-119 16</inkml:trace>
  <inkml:trace contextRef="#ctx0" brushRef="#br0" timeOffset="55519.21">15607 8551 136 0,'2'-6'23'0,"1"-1"17"0,1 2-24 0,-4-1-6 0,1 0 1 15,-1 2-4 1,0-2 3-16,0 2 1 0,0 1-5 16,0-1 1-1,0 1 0-15,0 1 0 0,0 1-8 0,-1 0 0 16,-3 1 3 0,0 0 0-16,-1 0 2 15,-4 0-8-15,2 0 5 0,-2 3-1 16,-1 2 1-1,0 4 2-15,-3 1-3 16,2 1 1-16,-3 3-1 16,2 5-1-16,-1 1 1 0,1 2-1 15,0 4 1-15,3 2 0 16,-1-1 0-16,0 3-2 16,3 1 2-16,-1-1 2 15,3 0-2-15,-1 1 1 0,4-1 0 16,2 0 1-16,0 0-1 15,0 1 1-15,6-3 1 16,1 2-2-16,3-3 1 16,4-3-2-16,-1-1 1 0,3-5 1 15,-2-2 1-15,4-5-2 16,1-5-3-16,1-6-12 16,1 0-28-16,-3-3-56 15,0-12-35-15</inkml:trace>
  <inkml:trace contextRef="#ctx0" brushRef="#br0" timeOffset="55829.78">15692 8751 73 0,'0'0'17'0,"0"0"17"0,0 0 0 0,0 0-1 15,0 0-2 1,7 37-10-16,-7-24-3 16,0 1-4-16,0 2-5 0,0 1-3 15,0 0-2 1,0-3-3-16,0 2-1 0,0-1 2 0,0-5-2 15,1 2 0 1,2-4-14-16,2-2-40 16,-1-5-60-16</inkml:trace>
  <inkml:trace contextRef="#ctx0" brushRef="#br0" timeOffset="56052.57">15852 8843 221 0,'0'0'71'0,"0"0"-61"0,0 0-8 15,0 0 1-15,44 0 5 16,-30-1-1-16,1 1 1 0,5 0-5 16,-2 0-3-16,4 0 1 15,0 0-1 1,2 0 0-16,1 0-11 0,0 0-36 15,-4-3-66-15</inkml:trace>
  <inkml:trace contextRef="#ctx0" brushRef="#br0" timeOffset="56536.35">16262 8740 231 0,'0'0'6'0,"0"0"1"15,0 0-3-15,0 0 2 0,0 0-4 16,0 0 0 0,0 0 5-16,0 0-5 15,-17 21-3-15,10-8 1 16,5 1 0-16,1-1 1 0,1-2 1 15,0 1-1-15,0-1 1 0,0-2 1 0,5 0-1 32,4-2 1-32,-2-2-2 0,2-1 0 0,2-1 0 15,0 0 0 1,-2-3 1-16,3 0 0 16,-2 0 2-16,-1-3 1 15,1-6 8-15,-2-1-2 16,-1-1-5-16,-1-3-1 15,-3 0-3-15,2 0 0 16,-5-1-2-16,0 1 0 16,0 1 3-16,0 2 2 0,0 1 0 15,-6 0-3-15,-2 4-2 16,-1 2 0-16,-3 1 0 0,-1 3-10 16,-3 0-6-16,-1 0-2 15,0 7-12-15,3-1-49 16,0 0-111-16</inkml:trace>
  <inkml:trace contextRef="#ctx0" brushRef="#br0" timeOffset="56792.34">16506 8795 183 0,'0'0'13'0,"0"0"22"0,0 0-2 16,0 0-6-16,0 0-8 15,0 0-5-15,0 0-8 0,0 0-13 0,0 0-27 16,0 0-95-1</inkml:trace>
  <inkml:trace contextRef="#ctx0" brushRef="#br0" timeOffset="57272.1">16537 8697 198 0,'0'0'2'0,"0"0"10"16,0 0-8-16,0 0 14 16,0 0-5-16,0 0-5 0,0 0 1 15,0 0-6-15,44 0 1 16,-31 0 2-16,1 0 0 15,3 0 0-15,1 0-2 0,-1 0 0 16,-1 0-3 0,-1-2 0-16,-1 0 1 0,-3 1-2 15,-4-2 1-15,1 1-1 16,-4 2 1-16,-2 0-1 0,-1 0 0 16,-1 0 0-16,0 0 2 15,0 0 1-15,0 0-2 16,0 0-4-16,0 7 2 0,0 3 5 15,-3 0-1 1,0 3 0-16,2 3-2 16,-1-2 0-16,2 0 0 0,-2 0-1 15,2 0 1 1,0-2-1-16,0-1 1 0,0-2-1 16,0-1-3-16,0-2-13 0,0-2-23 15,0-4-75-15</inkml:trace>
  <inkml:trace contextRef="#ctx0" brushRef="#br0" timeOffset="57694.42">16885 8670 206 0,'0'0'100'0,"0"0"-100"0,0 0-5 0,0 0-6 0,0 0 9 15,0 0 3 1,0 0 4-16,0 0-5 16,0 0 0-16,-25 43-1 15,24-35-1-15,1 2 0 0,0-3-2 16,0 2 5-16,5-2 2 16,2-1-2-16,3-2 0 15,-2 0 0-15,3-1 1 16,0 0 1-16,2-2 1 15,-2 1-1-15,-2-1 1 0,2 2 0 16,-2-1 0-16,-2 0-3 16,-1 2-1-16,-3-1-1 15,0 2 0-15,-3 0-2 16,0-1 3-16,0 2 0 0,-4-1 3 16,-6 0 1-16,-1 0-1 15,-2 0-1-15,1-1 0 16,-1 2 2-16,-1-5-2 15,3 1-4-15,-1-1-31 0,4-1-25 16,3 0-61 0</inkml:trace>
  <inkml:trace contextRef="#ctx0" brushRef="#br0" timeOffset="57871.75">16911 8672 316 0,'0'0'14'0,"0"0"-3"0,0 0-4 0,0 0-4 0,41-30-2 15,-29 27-1 1,1 1-18-16,1 0-26 16,-1 2-64-16</inkml:trace>
  <inkml:trace contextRef="#ctx0" brushRef="#br0" timeOffset="58227.87">17173 8695 308 0,'0'0'5'0,"0"0"-5"0,0 0 0 31,0 0-2-31,-43 39 2 0,36-26 0 0,1-2-1 15,5-1-2-15,1 0 0 0,0 0 0 32,0-3 0-32,1-1 2 0,6-1 1 15,2-3 5 1,1 1-3-16,1-3 1 0,-2 0 2 16,1 0 1-16,0-7 0 15,-3 0 6-15,2-5 6 16,-5 1-1-16,-1-5 10 0,-1 1-10 15,-2-1-7 1,0 2-6-16,-3 1-4 16,-3 3-5-16,-5 3-2 0,-1 4-7 0,-1 3-26 15,1 0-17 1,2 0-38-16</inkml:trace>
  <inkml:trace contextRef="#ctx0" brushRef="#br0" timeOffset="58754.89">17279 8621 297 0,'0'0'12'0,"0"0"1"15,0 0-5 1,40-26-1-16,-30 20-2 15,2 2-2-15,1 1-1 16,-2 3-1-16,-1 0-1 0,-1 0-1 0,-1 0-1 16,-2 10-1-1,0 0 1-15,-4 1 0 0,-1 2 1 0,-1 3-2 32,0 0-13-32,-3-2-5 15,-8 0 10-15,1-3 7 0,0-1 2 0,-1-3 2 0,3-1 4 31,2-2-2-31,4-2 1 0,0-2-2 0,2 0 2 32,0 0 2-32,0 0 2 15,2 0 4-15,5 0-8 0,2 0 1 16,-2 0-1-16,3 0 2 16,2 0-2-16,-4 0-2 15,1 1 0-15,1 5-1 16,-5 3-1-16,1-1 0 15,-2 0-1-15,-4 1 0 0,0-1 2 16,0-1-4-16,-7 1 3 16,-3-3 6-16,-4 0-4 15,-3-1 1-15,-1-1 3 16,-1 0-4-16,-2-2-1 0,0-1-41 16,-1 0-56-16</inkml:trace>
  <inkml:trace contextRef="#ctx0" brushRef="#br0" timeOffset="59139.25">17423 8461 115 0,'0'0'45'0,"58"-2"-40"0,-25 2 28 0,-3 0-8 15,3 0-8-15,-2 8-4 0,-4 2-4 0,-1 5-3 32,-3 3-4-32,-1 0 0 0,-3 5 0 0,2 3-2 15,-4 3 1 1,-2 2 0-16,-1 2 1 15,-2 0 0-15,-2-2-2 16,-4 2-1-16,-1-5 1 16,-5-1-2-16,0-3 4 0,0-1-2 15,-7 1 1-15,-7-4 3 16,-3 0 1-16,-3 0-1 0,-5-2-2 16,0-2-32-1,-1-6-91-15</inkml:trace>
  <inkml:trace contextRef="#ctx0" brushRef="#br0" timeOffset="60777.96">18951 8565 145 0,'-2'0'8'0,"0"0"-1"0,-1 0-1 0,1 0-5 16,-2 0 2-16,0 0 0 16,1 0 4-16,-3 3 0 15,1 1-2-15,0 1-1 16,-3 3 1-16,1 0-1 16,0 3 1-16,0 4 0 0,2-2-2 15,2 1 2-15,2 0-1 16,1 0 4-16,0-1 0 15,1-3 4-15,5 0-5 16,4-3-5-16,0-1-2 0,1-2 0 16,3-1 4-1,-1-3-1-15,1 0 0 0,1 0 2 16,1 0-3-16,-3 0 3 16,3-6 1-16,-3-1 0 0,-2-3 2 15,-1 0-3-15,-1-1 2 16,-3-2 2-1,-2 0 3-15,-3-2 0 0,-1-1-3 16,0 2-2-16,0 1 3 16,-6-1-5-16,-2 4-2 15,-3 4-4-15,-2 1 6 0,0 2-10 16,-3 3-7 0,0 0 4-16,0 4-12 0,-4 6-20 0,3 3-29 15,-2-2-75 1</inkml:trace>
  <inkml:trace contextRef="#ctx0" brushRef="#br0" timeOffset="61047.99">19249 8604 235 0,'0'0'3'0,"0"0"-2"0,0 0 13 0,0 0 18 31,0 0-8-31,0 0-1 16,0 0-11-16,0 0 7 0,0 0-27 0,0 0 20 31,1-5-14-31,-3 5-14 0,0 0-8 16,2 3-3-16,-2 1-31 15,1-2-58-15</inkml:trace>
  <inkml:trace contextRef="#ctx0" brushRef="#br0" timeOffset="61747.61">19573 8498 160 0,'0'0'19'15,"0"0"3"-15,0 0 2 16,0 0-6 0,0 0-11-16,0 0-3 0,28-35-1 15,-25 28 4-15,-1 1-4 16,-2-1 4-16,0 3-1 0,0 0-1 16,0 1 1-16,-6 1-6 15,-2 1 0 1,-4 1 2-16,2 0-2 0,-3 0 1 15,1 4 0-15,1 3-1 16,3 3 0-16,3-1 0 0,2 2-1 16,2-2-2-16,1 1-2 15,0-1 4 1,6 3 2-16,3-1-1 0,3-1-2 0,0 1 1 16,2 1 4-1,0-1 1-15,-1-1-4 16,3 1-5-16,-3 1 9 0,0-2-3 0,-3 2-1 15,0-3 1 1,-4 1-2-16,-2 1 1 0,-2-1 0 16,-2-3-2-1,0 0-3-15,-3-2-3 16,-6-1 8-16,-2-3 3 16,-3 1-1-16,0-2 0 0,1 0 0 0,0 0 4 15,3-6-1 1,3-2 5-16,1-1 3 15,2-2 1-15,3-2-1 0,1 0-3 0,0-1-2 16,9-1-8-16,2 0 2 16,1 0 4-1,7 0-6-15,-3 1-18 0,2 3-27 16,1-2-59-16</inkml:trace>
  <inkml:trace contextRef="#ctx0" brushRef="#br0" timeOffset="62307.8">19838 8474 254 0,'0'0'12'0,"0"0"5"0,0 0-6 0,0 0-2 15,0 0-4-15,0 0 2 16,43-30-2-16,-29 26 0 0,4-1 3 16,-2 1-1-16,3 0-1 15,-4 3-5-15,0 1 0 16,-3 0-1-16,-5 0 0 16,0 4-3-16,-4 5-1 0,-3-1 0 15,0 4-7 1,-3-1-2-16,-8-1 9 0,0 0 6 15,1-3-1 1,1 0 3-16,0 0-2 0,5-4-1 16,0 2 0-16,3-3-1 0,1 2-2 15,0-2 0 1,1 1 2-16,6-1 2 0,1 1 1 16,2 0-2-16,0 1 0 15,1-1 0-15,-1 3-1 0,-1 0 0 16,-1 1 1-1,-1 0-2-15,1 1 0 16,-5 1 0-16,0 1 0 0,-3-2 0 0,0-1 1 16,0-1-2-1,0-3 1-15,-7 1 2 16,-4-1 3-16,0 0 4 0,-4-2-4 16,1-1 1-1,-2 2 0-15,2-2-2 0,0 0-1 0,2 0-3 16,5 0-12-1,1 0-20-15,5-6-48 0</inkml:trace>
  <inkml:trace contextRef="#ctx0" brushRef="#br0" timeOffset="62741.75">20105 8481 290 0,'0'0'4'0,"0"0"-1"0,0 0 2 0,0 0 6 31,0 0 3-31,0 0-3 16,42-31 0-16,-31 30-3 16,2 1-2-16,1 0-5 15,0 0 1-15,-1 1-2 0,0 8-1 16,-6-1 0-16,0 2-2 15,-2 1 1-15,-3 1-2 16,-2 1 1-16,0-1-3 16,0-2-6-16,-8 2 8 0,-2-3 0 15,1 0 5 1,-1-2 2-16,0-1 0 0,0-2 0 16,3 2-2-16,1-2 0 0,2-4 0 15,3 3 0-15,1-2-1 16,0 0 1-1,0-1 3-15,0 0 6 16,6 0-2-16,3 0-2 0,1 0-1 16,1 0-3-16,2 0-1 15,1-2-1-15,2-1-10 16,1-3-24-16,2 1-13 0,3-4-47 16</inkml:trace>
  <inkml:trace contextRef="#ctx0" brushRef="#br0" timeOffset="63098.84">20479 8487 255 0,'0'0'26'15,"0"0"-21"-15,0 0-5 16,0 0-1 0,-37 10-2-16,27 1 5 15,-1 2-2-15,3 0 1 0,2 0-1 0,3 1 0 16,1-1-1-16,2-2 1 31,0 0 0-31,3-3 4 0,7-2-2 16,0-3 2-16,5-2 1 15,2-1 3-15,-1 0-3 16,0-2-1-16,0-6 2 16,-2-1 2-16,0-4 7 15,-4 2 1-15,-4-4 0 0,1 1 5 16,-6-3-15-16,-1 2-4 15,0 1-1-15,-10 2-7 16,-7 2-4-16,-4 3-1 0,-4 4-25 0,-8 0 4 31,-1 1-31-31,1-1-144 16</inkml:trace>
  <inkml:trace contextRef="#ctx0" brushRef="#br0" timeOffset="63591.38">20980 8099 186 0,'0'0'4'0,"0"0"1"0,0 0 2 0,-42 3-4 0,25 8 7 15,-2 4 13 1,-4 3-6-16,-1 6 2 0,0 3-10 16,-3 3-2-1,-1 4-5-15,4 2-1 0,4 2 0 0,3 2-1 16,3 0 1-16,5-1 1 16,4 0-2-1,4-2 5-15,1-2-1 16,1-3-5-16,9-4 0 15,5-4 0-15,1-4 1 0,7-5 2 0,1-2 1 16,5-4-5 0,-1-8-36-16,2-1-117 0</inkml:trace>
  <inkml:trace contextRef="#ctx0" brushRef="#br0" timeOffset="63865.99">21053 8372 36 0,'0'0'232'16,"0"0"-229"-16,0 0-9 15,0 0 5-15,0 0 1 16,0 0 2-16,-10 48 2 0,10-31 1 15,0 3 0-15,0-1 0 16,5-1-2-16,0 1-2 16,0-4 0-16,2 2 0 15,-1-4-1-15,3-2-11 16,1-5-40-16,-3-2-77 16</inkml:trace>
  <inkml:trace contextRef="#ctx0" brushRef="#br0" timeOffset="64049.31">21263 8474 291 0,'0'0'4'0,"0"0"-2"15,48-2-2-15,-26 1 0 16,3 1-2-16,0-1-28 0,1-2-55 0,1 0-34 31</inkml:trace>
  <inkml:trace contextRef="#ctx0" brushRef="#br0" timeOffset="64423.32">21576 8403 250 0,'0'0'8'0,"0"0"-2"0,0 0-3 31,0 0-3-31,0 0 1 16,-38 26-1-16,35-15 1 15,1 3 1-15,2-2-2 0,0-1 0 16,0-1 3-16,2-1-2 16,7-1 0-16,1-4 0 15,1-1 3-15,3-1 1 0,0-2-2 16,1 0-1-1,-1 0 1-15,1-6 4 0,-3-4 3 16,0 0 4-16,-2-3-1 16,-2 2 0-16,-2-5 1 15,-3 2-7-15,-3 1-1 16,0-1-4-16,-1 4-1 16,-8 0 2-16,-2 3-4 0,-7 3-1 15,3 4-2-15,-3 0-7 16,1 0-14-16,0 4-8 15,2 2-34-15,5-2-87 16</inkml:trace>
  <inkml:trace contextRef="#ctx0" brushRef="#br0" timeOffset="64615.17">21749 8392 366 0,'0'0'4'16,"0"0"3"-16,0 0-2 16,0 0-3-16,0 0-2 0,0 0-5 0,0 0-40 31,0 0-37-31,0 0-108 0</inkml:trace>
  <inkml:trace contextRef="#ctx0" brushRef="#br0" timeOffset="65149.17">22082 8271 232 0,'0'0'37'15,"0"0"-24"-15,0 0 4 16,0 0-18-16,0 0 1 0,0 0 6 15,-23-38-5-15,11 36 2 16,0 2-3-16,-2 0 1 16,0 0 0-16,0 5-1 15,1 2 0-15,1 1 0 0,1 2-1 16,3 3 1-16,3-2-2 16,1-1 1-16,4 2-1 15,0-1-4-15,1-1 5 16,9 0 6-16,3-2-4 15,5 2 0-15,0-1 1 0,0-2-1 16,1 3 0-16,-1-3-1 16,-4 2 0-16,-6-3 0 15,-1 2 0-15,-2-1 0 16,-4-4-1-16,-1 2-1 0,0 1-1 16,-5-2-2-16,-5-2 5 15,-5-1 1-15,-2-1-1 16,0 0 3-16,-3 0-6 15,1 0 9-15,3 0-1 0,2-4 3 16,4-2 0 0,4 1 1-16,2 0 7 0,4-2 1 15,0-3-9-15,7 2 0 16,3-2-4-16,9 0-2 16,-1-2-7-16,5-2-30 15,5 1-20-15,-1 1-65 0</inkml:trace>
  <inkml:trace contextRef="#ctx0" brushRef="#br0" timeOffset="65629.22">22207 8253 275 0,'0'0'11'0,"0"0"0"0,0 0-7 0,0 0 8 15,0 0-1 1,52-13-3-16,-39 12-3 16,3 1-1-16,-1 0-1 0,-1 0-2 15,-5 0-1-15,-1 5-1 16,0 2 2-16,-6 1-4 0,-2 2 1 16,0-1-2-16,-4 3-5 0,-6-1 2 31,-3 0 4-31,-1-2 3 15,1-2-4-15,3-1 7 16,2-1-1-16,2-2-2 0,4 1 0 0,2-1-3 0,0 0-2 31,2-1 3-31,7 2 2 16,4 0 1-16,0 0-1 0,3 1 0 16,-2 0 1-1,2 1-1-15,-3 1 0 0,-1-1 0 16,-4 0 0-16,-2-1 0 15,-2-1 0-15,-4 1 0 16,0-3 0-16,-2 0-1 16,-9-1 8-16,-4-1 1 15,-2 0-6-15,-4 0-3 0,0 0 7 16,3 0-5-16,1 0-3 16,6 0-33-16,4 0-48 0,5 0-75 15</inkml:trace>
  <inkml:trace contextRef="#ctx0" brushRef="#br0" timeOffset="66027.32">22503 8277 255 0,'0'0'3'0,"0"0"4"0,39-13-1 0,-25 10 1 15,-1 2-2-15,-1 1 2 0,0 0-5 16,-2 0-1-16,-2 4 0 0,0 3-1 16,-3 3-2-1,-3 1 1-15,-2-1 0 0,-2 3-4 16,-8-1-1 0,-4 0 6-16,-2-2 5 15,0-1-6-15,0-2 4 0,3 0 2 0,2-3-2 16,3-1 0-1,2 1-1-15,4-1 2 0,2-1-1 16,0-1-1 0,1 0 7-16,8-1 1 15,5 2 0-15,0-2-6 16,4 0-3-16,2 0 1 0,-2 0-2 16,2 0-7-16,0 0-28 0,2-3-32 0,-1-1-40 31</inkml:trace>
  <inkml:trace contextRef="#ctx0" brushRef="#br0" timeOffset="66352.14">22791 8292 193 0,'0'0'36'0,"0"0"-22"31,0 0-9-31,0 0-3 0,0 0 1 16,0 0 0-16,0 0 2 15,-29 39-4-15,29-31 1 16,0 4-2-16,6-4 3 16,2 1 1-16,3-3 1 0,2-2 1 15,3-3-2-15,-1-1 0 16,2 0-3-16,0 0 0 16,-4-3 0-16,-4-4 4 0,1-6 13 15,-4 2 1-15,-2-5-4 16,-4 2-2-16,0-3-9 15,-8 1-3-15,-6 3 0 16,-1 1-1-16,-4 2-6 0,-1 6-2 16,0-1-21-1,0 1-12-15,5 1-74 16</inkml:trace>
  <inkml:trace contextRef="#ctx0" brushRef="#br0" timeOffset="66590.17">22926 8162 228 0,'0'0'29'0,"43"0"-12"16,-22 1 0-16,-1 6-6 16,0 5-4-1,-5 2-4-15,0 3 2 0,-5 3-4 16,-4 1 1-1,-5 3-2-15,-1 2-1 0,-5 2 0 16,-10-4 0-16,-7 2 0 0,-3-5-9 0,-4-2-17 31,-3-2-49-31,3-9-66 0</inkml:trace>
  <inkml:trace contextRef="#ctx0" brushRef="#br0" timeOffset="67921.85">23115 7988 97 0,'0'0'4'0,"0"0"9"0,0 0 2 0,0 0-2 16,0 0-1-16,40-2-4 0,-32 2 4 15,1 0 1-15,-3-2-2 16,1 2-6-16,-2 0-2 15,0 0-3-15,-2 0 2 16,2 0-1-16,1 0-1 16,-3 0 0-16,2 2 0 15,0 2 0-15,-3 3 0 16,0-1-1-16,0 2-2 0,-2 1 2 16,0 1 2-1,0 0 0-15,0 1-1 0,0 0-1 0,-1 2 4 16,-2-2 1-16,1 2-2 15,-2 0 2 1,3 0 1-16,0 0-1 0,0-1 0 16,0-3-3-16,1 4 1 15,-1-5-1-15,0 1-1 0,1-1 2 16,-1-1 0-16,1 2 1 16,0-1 4-16,0 1-5 15,0-1 2-15,0 1-1 0,0 0-3 16,0 2 3-16,1-3 1 15,2 2 1-15,2 0-3 16,0-1 1-16,-1 4-2 16,1-2 0-16,-1 0 0 0,-3 1 0 31,1-1 0-31,-1-1 0 16,1 1 0-16,-2-2 0 0,1 1 0 15,0 1-2-15,1-2 2 16,1 4-1-16,-2-2 0 0,2 0 0 0,0-1 1 15,0 2 0-15,1-2 4 16,-4 1-1-16,1 0 3 16,-1-1-1-1,0 0-1-15,0 1 1 16,-1-2-1-16,-5 2-2 0,1-1 0 0,-3 2-2 31,-2-1-1-31,-7 2 0 16,-4-2 0-16,-9-1-11 0,-10 0-38 0,-15-6-94 0</inkml:trace>
  <inkml:trace contextRef="#ctx0" brushRef="#br0" timeOffset="69059.78">13788 8602 140 0,'-2'0'13'0,"0"0"-4"0,0 0 3 0,2 0-7 15,0 0 11-15,0 0-3 16,0 0-11-16,0 0-4 15,0 2 5-15,0 0 3 16,-3 2-1-16,-2-1-2 16,1 3 0-16,-6-3-2 0,-1 4 2 15,-3 1 0-15,-1-2-2 16,0 1-1-16,-2-1 0 16,-3-2 1-16,4 0 0 15,2 1-1-15,2-4 0 16,2 1 1-16,3-2-1 0,1 2 0 15,0-2 1-15,5 0 0 16,-1 0 0-16,2 0 1 16,0 0 1-16,0 0-1 0,0 1-3 15,0 0-3-15,0 2 5 16,0 1 1-16,0 2-4 16,0 1 4-16,0 1-2 15,0 2 1-15,0 2-1 0,0 4 0 16,0 0 0-1,0 3 0-15,0 3 0 16,3 1-1-16,-1 3 1 16,2 2-2-16,-4 3 1 0,2 2 0 0,-2-1 0 15,0 3 1 1,0-3-2-16,0-2 3 16,2 0 2-16,1-4 1 0,3-5 1 0,3-1 12 31,2-3-11-31,2 0-5 0,2-3 2 15,7-1-1-15,0-2-3 16,5-5-5-16,2-2-77 0</inkml:trace>
  <inkml:trace contextRef="#ctx0" brushRef="#br0" timeOffset="69655.17">13757 9657 211 0,'0'0'13'0,"0"0"-11"0,0 0-2 15,0 0 0-15,0 0 1 16,42 3-2 0,-30-3 1-16,1 0 0 0,-3 0-4 0,3 0-43 31,-2 0-26-31</inkml:trace>
  <inkml:trace contextRef="#ctx0" brushRef="#br0" timeOffset="69831.38">13833 9755 109 0,'0'0'135'0,"0"0"-126"16,0 0-10-16,0 0 13 15,0 0-11-15,0 0 2 16,0 0 0-16,47 17 0 0,-32-17-75 16,2 0-49-16</inkml:trace>
  <inkml:trace contextRef="#ctx0" brushRef="#br0" timeOffset="70772.63">14420 9434 87 0,'0'0'7'0,"0"0"21"0,0 0-2 15,0 0-4 1,0 0 1-16,-42-8 2 0,32 6-8 15,0 2-7 1,1 0 0-16,-1 0-6 0,0 0 1 16,1 0-2-1,0 0-2-15,-2 0 0 0,2 0-1 16,1 0 0-16,3 0 1 0,-3 2 0 16,4 0-1-1,0 0 0-15,2 0 0 0,0 2-1 0,0 0 1 31,1 1-1-31,1 3-1 0,-2 2 0 16,2-1 1-16,0 4 1 0,0-1-2 0,0 2 1 31,0 0-4-31,0 0 3 16,3 1 2-16,0-3 0 16,2 3 3-16,-3-1-2 15,1 1 0-15,-2 0-1 0,2 0 0 16,-2 2 0-16,0 0 0 15,0-1 0-15,-1 1 0 16,2 0 2-16,-2-1-1 16,0 2 1-16,2-1-2 0,-2 0 0 15,2-1 0-15,-1 0 0 16,0-1 0-16,-1-1 1 16,1 0-1-16,-1-1 2 15,0 0 0-15,0 0-1 16,0-2-1-16,0 0 1 0,0 1 0 15,0-2-1 1,2-2 0-16,-1 1 2 0,2-2-2 16,-1 0 1-16,0-1 0 0,-1-1 1 15,1 0-1 1,0-2-4-16,3 1 2 0,-1-1 2 16,-1 1 1-16,1-3 0 15,2 2 3-15,0-1 1 16,4-1 1-16,-1-1 6 0,-1 0-2 15,4 0-2-15,-1 0-3 16,0 0-1-16,1 0 2 16,-1 0-1-1,1 0-4-15,-1 0 0 0,1-3-2 0,0 3 0 16,-1-2-3-16,-3 0-18 16,4-1-16-16,-1-1-57 15,-4-3-72-15</inkml:trace>
  <inkml:trace contextRef="#ctx0" brushRef="#br0" timeOffset="72897.23">14939 9501 144 0,'0'-3'7'0,"-4"2"15"0,0-2-12 0,1 3 2 15,-1 0-1 1,-2 0 2-16,0 0-1 16,-2 0-5-16,1 0-5 0,-1 9-1 15,-2-1 0-15,3 3 1 0,0 2 2 16,1 0-2-16,0 1 1 0,4 0-1 16,1-1 1-16,1 1-2 15,0-1 2-15,2-3-1 16,8 1 1-1,2-1 0-15,2-4-3 0,1 1 1 0,4-4 0 32,2-3 2-32,0 0 4 15,0 0-4-15,0 0-3 0,0-1 3 0,-2-5-1 16,-3-1 1-16,-2-2 1 16,-4 1 2-1,-3-2 4-15,-2 0 2 16,-4 0-3-16,-1-3-2 15,0 2-2-15,0-2-3 0,-1-1 0 16,-4 0 1-16,-3 1-1 16,1-1-2-16,-3 2 1 15,1 2-3-15,1 3 1 0,-4 4-1 16,-1-1-1-16,0 4-3 16,0 0-3-1,-1 4-19-15,1 5-10 0,1-2-61 0</inkml:trace>
  <inkml:trace contextRef="#ctx0" brushRef="#br0" timeOffset="73208.61">15301 9587 184 0,'0'0'119'0,"0"0"-99"0,0 0 8 31,0 0 0-31,0 0-8 0,0 0-8 16,0 0-9-16,0 0-2 15,0 0-1-15,0 0-5 16,0 0-18-16,0-2-20 16,0-1-16-16,0-1-115 0</inkml:trace>
  <inkml:trace contextRef="#ctx0" brushRef="#br0" timeOffset="73621.48">15531 9464 165 0,'0'0'13'15,"0"0"7"-15,0 0 1 16,0 0 12-16,0 0-17 0,0 0-9 16,0 0-5-16,0 0-2 15,0 0 8-15,4 44-2 16,-4-24 0-16,0-4 2 15,0 2-4-15,0-1-2 16,0-1-1-16,0 0 0 16,4-2-1-16,0-2 3 15,0 0-2-15,1-4-1 16,1 2-6-16,-1-5-16 0,4-3-79 16</inkml:trace>
  <inkml:trace contextRef="#ctx0" brushRef="#br0" timeOffset="74244.14">15793 9565 187 0,'0'0'5'0,"0"0"-17"15,0 0-2-15,0 0 3 0,0 0 6 16,0 0 20-16,0 0 20 15,11-40-7-15,-11 35-5 16,0-2 0-16,0-1-8 16,-4 0-9-16,0 1-3 15,-1 0-2-15,-2 0-1 0,0 2-2 16,-2 2 0-16,-3 2 4 16,0 1-4-16,-1 0-3 15,-1 1 5-15,1 6 1 16,4 3 1-16,-1-1-3 0,6 2 0 15,0-1 0-15,4 0-4 16,0-3-1-16,0 1 1 16,6-3 5-16,2 2-4 15,2-1 1-15,4-2 13 0,2-1-7 16,-1 1-1-16,3-1 1 16,0 1-2-16,-4 2 1 15,2-1-4-15,-4 2 1 16,-3 2 1-16,1 0 0 0,-2 1 1 15,-5 0 1-15,0-2-1 16,-3 2-1-16,0 0-1 16,0-4-1-16,-6 0 4 15,-5 0 5-15,-3-2-1 16,-3-2-2-16,1 1-2 16,-5-3 0-16,5 0 0 0,2 0 0 15,3 0 2-15,4 0 0 16,3-5 6-16,3-3 13 15,1 0-11-15,0-2-8 16,1-3-3-16,7 2 3 0,3-2 0 16,3 0-23-1,1 1-7-15,2 0-3 16,2 2-34-16,1 0-63 16</inkml:trace>
  <inkml:trace contextRef="#ctx0" brushRef="#br0" timeOffset="74709.64">15993 9494 171 0,'0'0'5'0,"0"0"18"0,0 0-5 0,0 0 10 0,0 0-9 16,0 0-14-16,0 0-4 16,0 0-2-16,0 0-1 15,0 0 5-15,43-4-3 16,-27 2-2-16,0 1 4 0,1-1-1 16,0-2 0-16,1 1 1 15,-1 3-2-15,0-4 0 16,-4 2 0-16,-1 1 1 15,-4 1 0-15,0 0 0 16,-6 0 2-16,-1 0 1 0,0 0 1 16,-1 0-4-16,0 5 1 15,0 3-4-15,-3 2 4 16,0 1 3-16,-3 2 0 16,1-2-2-16,0 2 0 0,1 0 1 15,0-3 1-15,1 3-1 16,1-2-3-16,0 0 1 15,0-1-2-15,0-1 1 0,2 1-2 16,0-2-7 0,0 0-16-16,0-6-52 0,0-2-123 15</inkml:trace>
  <inkml:trace contextRef="#ctx0" brushRef="#br0" timeOffset="75315.86">16283 9497 311 0,'0'0'9'0,"0"0"-4"0,0 0 0 16,0 0-5 0,0 0 1-16,0 0 0 0,48-28-1 0,-34 25 0 31,1 0 0-31,0 0 1 0,0 1 1 15,-1 2 2-15,-1 0-1 0,-2 0 0 0,-4 0-4 32,-1 5-1-32,-3 1 0 15,-2 3 0-15,-1-2-3 16,0 2-4-16,-1 2 3 0,-4-3 7 0,-5 1 0 0,0 0 1 31,1-2 1-31,0-1-1 16,-2-1 1-16,4 1-2 15,1-3-1-15,3 0 0 16,3-2 1-16,0 2-3 0,0-3-4 16,0 1 2-16,0 1 6 15,4-2 1-15,3 0 2 16,0 1-1-16,2 1-3 16,0-1 1-16,-3 2-2 0,3 0-1 15,-3 1 1-15,0 1-1 16,-2 0 1-16,0 2-1 15,-2-3 0-15,-1 3 1 16,-1-2-1-16,0 0-1 16,0 1-2-16,-3-2 4 0,-3 1 1 15,-4-1 3-15,-2-1-3 16,0 0 13-16,-1-1 3 16,0 0-11-16,0-1 3 15,3-1-5-15,1 0-3 0,0 0 0 16,3 0 0-1,3 0-1-15,1 0-8 0,2 0-34 16,0-10-61-16</inkml:trace>
  <inkml:trace contextRef="#ctx0" brushRef="#br0" timeOffset="76575.67">17498 9428 86 0,'0'0'29'0,"0"0"-4"0,-2 0-2 0,1 0 4 15,0 0-3 1,0 0-7-16,-1 0-4 0,0-2-1 0,0 0-3 16,-2 2-4-16,0-2-1 31,-2 1 0-31,2 1 0 15,-2 0-7-15,1 0 6 16,-2 0-1-16,3 0-2 0,-4 0 1 16,2 1-1-16,2 3 0 15,-4 0 0-15,3 2 0 16,-2 1 0-16,2 0 0 16,-1 3-1-16,2-2 1 15,1 2-1-15,1 2-1 0,2 1 1 0,-2-1-1 16,2 1 2-1,0-1-1-15,0 0-1 0,0-2-2 16,4 0 3 0,2 0-1-16,2-3 0 0,1-2 5 0,1 0 0 15,0-1 2-15,3-1-1 16,0-1-2 0,0-2 0-16,3 0-1 15,-2 0 1-15,1 0 0 0,-1 0-1 16,1-2 3-16,-3-4 6 15,1-1-8-15,-2 1 0 0,-4-2 0 16,2 1-1 0,-4-3 2-16,1 3-2 0,-4-4 1 15,0-1 0 1,-1 1 0-16,-1-2-1 0,0-1-1 16,0 1 0-16,-7 0 2 15,-2 2-3-15,-3 0-4 0,-1 3 1 16,-4 3 7-16,1 3-11 0,-4 2-5 31,1 0-9-31,-1 0-15 16,3 3-47-16,4 2-53 0</inkml:trace>
  <inkml:trace contextRef="#ctx0" brushRef="#br0" timeOffset="76873.89">17819 9507 269 0,'0'0'38'0,"0"0"-23"0,0 0 0 0,0 0 17 0,0 0-14 16,0 0-12-16,0 0-6 15,0 0-7-15,0 0-23 16,0 0 0-16,0 0-34 0,0 0-127 16</inkml:trace>
  <inkml:trace contextRef="#ctx0" brushRef="#br0" timeOffset="77379.72">18060 9424 45 0,'0'0'110'0,"0"0"-70"0,0 0-7 0,0 0-2 16,0 0 0-16,0 0-11 15,0 0-8-15,0 0-9 16,0 0-2-16,6-5-5 15,-6 15 6-15,0 4-2 0,0 3 2 0,0 1-3 0,0 2 3 32,0 0 2-32,0-3-3 15,0-1 0-15,2-5-2 16,1-1-1-16,3-1-16 16,-2-5-24-16,1-4-92 0</inkml:trace>
  <inkml:trace contextRef="#ctx0" brushRef="#br0" timeOffset="77970.73">18200 9424 135 0,'0'0'9'0,"0"0"4"15,0 0 7-15,0 0 3 16,0 0-4-16,45-17-7 16,-32 16-3-16,1-2 7 15,2 2 4-15,2-1-1 16,-1 2-5-16,-1 0-1 0,-1 0-5 16,-1 0-6-16,-6 0-1 0,-1 6-2 15,-2 1-1-15,-4 1-3 16,-1 2 1-1,0-1 2-15,-1 1-7 16,-6 1 4-16,-4-1 8 0,0 0-2 0,0-3 0 16,2 2-4-1,-3-1 0-15,5-3-3 0,3-1 1 16,3 0 2-16,1-2-5 16,0-1-10-16,3 0 12 0,6-1 16 15,3 0-6-15,1 0 1 16,-2 0-2-16,2 0-1 15,-1 2 0-15,0 2 2 16,-2-1-3 0,-1 1 0-16,-2 1-1 0,0 0-1 0,-5 2-3 31,0-1 4-31,-1-2 1 0,-1 2-1 0,0-2-1 16,-1 0 2-1,-7-2 8-15,-2-1 3 16,-1 1-3-16,-5-2-4 15,1 0-1-15,-2 0-2 16,1 0 1-16,-1 1-3 0,4-1-3 16,0 0-19-16,5 0-24 15,3 0-40-15</inkml:trace>
  <inkml:trace contextRef="#ctx0" brushRef="#br0" timeOffset="78625.77">18683 9458 256 0,'0'0'15'0,"0"0"-4"0,0 0-7 0,0 0 0 16,0 0-3-16,0 0-1 16,13-39 1-16,-13 33-1 15,0 1 0-15,0-1-1 0,0 1-5 16,-5 1-1-16,-3 1 8 16,-3 3 2-16,-3 0 0 15,-2 0-2-15,1 0 1 16,-1 7-2-16,0 3 0 0,2 0-2 15,6 2 1 1,0-1-1-16,6 0-1 0,1 1-1 16,1-4-2-16,0-1 6 15,7 2 5-15,2-6-5 16,3 2 1-16,1-2 0 16,1-1-2-16,0-2-3 15,1 0 0-15,-2 0 4 0,1-2 1 16,-2-4-1-16,-1 1 5 15,0-2-3-15,-3 1 0 0,0 0 0 16,-4 1-1 0,0 2 2-16,-1 0-1 15,0 3 3-15,-3-1-1 0,0 1-4 0,0 0 2 16,0 0-4 0,0 2 1-16,0 4 4 15,0 4-1-15,0 1 2 16,0-1-2-16,0 3 1 0,0 1-1 0,0-1 0 31,0-1 1-31,0 1-1 16,2-4 0-16,-1 1-1 0,0-1 0 15,0-2-1-15,-1 1 1 0,0-3-1 0,0 0-9 16,0-3-24 0,0-2-105-1</inkml:trace>
  <inkml:trace contextRef="#ctx0" brushRef="#br0" timeOffset="79344.72">19049 9430 134 0,'0'0'41'0,"0"0"-1"0,0 0-23 0,10-38-9 0,-10 28-1 16,0 0-4 0,0 4-1-16,-2 0-3 0,-6-1 3 15,-1 3 1-15,-2 4 2 16,-1 0-1-16,-2 0-4 0,1 0 2 15,0 0-1-15,2 7-1 16,1 3 1 0,1 0-1-16,4 1-1 0,1 1 0 15,2-1 0-15,2-1-1 0,0 0 3 16,0-2 3-16,1 1-1 16,6-1 1-16,-1 0 0 15,4-3-2 1,-1 1 1-16,2-2 3 0,1-1 0 15,1 0 2-15,0 0 2 16,-2-2-1-16,2 1 0 0,-3 2-4 16,-1-1-2-1,-1 0-2-15,0 2-1 0,-2 1-1 16,-3 0 0 0,0 1 0-16,-2-2 0 0,-1 1-1 0,0 1 1 15,0-1 0 1,-5 1-1-16,-2-2 2 15,-2-3 2-15,-2 4-2 0,0-5 3 16,-2 2-1-16,0-3-3 0,-2 0 1 16,3 0 2-16,3 0-5 15,-2 0 8 1,4 0-2-16,2-3-1 16,3-1 1-16,-2 0 2 0,4-2 3 15,0-1-2 1,0-1-1-16,0 0-1 15,0-2-4-15,7-1 6 0,3 1-7 16,-1-1-7-16,4 1-16 16,1-1 0-16,2-1-24 15,1 0-96-15</inkml:trace>
  <inkml:trace contextRef="#ctx0" brushRef="#br0" timeOffset="80399.19">19179 9195 23 0,'0'0'64'0,"0"0"-41"0,0 0 0 0,0 0-5 15,0 0 3 1,0 0-2-16,0 0 1 16,0 0-3-16,0 0-5 0,0 0 0 0,0 0-3 15,0 0-5 1,29-12-2-16,-20 12-1 16,1-1 0-16,2 0 0 15,-1 0-1-15,2 0 1 0,-1-1 0 0,-1 2 1 16,-1 0-1-1,-1-1 1-15,1 1-1 0,-2 0 0 16,0 0 1 0,-4 0-1-16,0 0 0 0,1 0 0 0,-4 0 0 15,1 0 0-15,0 0-1 16,-1 0 0-16,0 0 2 16,2 3-2-16,-1 1 0 15,1 1 0 1,-1 1 0-16,1 0 0 15,2 4 0-15,-3-1 0 0,2 2 0 0,-1-1-2 16,-1 3 2 0,0-1 0-16,1 1 0 15,-1-1-1-15,-2 2 1 16,0-2 1-16,0 1 1 16,0 1 0-16,0-1 0 15,0 3 0-15,0-1-1 0,0 0-1 16,0 0 0-16,0 0 2 15,0 0-2-15,-2 1 0 16,-1-1 0-16,1-3 0 16,-1 5 0-16,0-6 1 0,2 2 0 15,-1-2 1-15,0-1-2 16,2 0 0-16,-3-1 1 16,2-1-1-16,1 0 2 15,0-1-2-15,0 1 1 0,0-2 0 16,0-1 0-16,0 1 0 15,2 0 0 1,0-1-1-16,0 2 0 0,0-2 1 0,-2 2-1 16,1-3 0-1,0 3 0-15,-1-4 0 0,1 4 0 16,-1-1 1-16,0-1-1 16,0 0 0-16,0-1 0 0,0 3-1 15,0-1 1 1,-3-2-7-16,-4 2 5 15,1-2 4-15,-1 0-1 0,-2 1 1 16,0 0 0 0,-1-1 1-16,0 1-4 0,-3-2 2 15,-1-1 4-15,-3 1 0 16,-3 0 0-16,-1 1-4 0,-1-1-4 16,-5 0 6-16,-1-3-28 15,2 0-45-15</inkml:trace>
  <inkml:trace contextRef="#ctx0" brushRef="#br1" timeOffset="106321.4">14973 10798 17 0,'0'0'102'0,"-2"0"-85"0,1-2 9 0,-1-2-9 0,0 3 3 15,-1-1-5-15,1-2-4 16,-1 1-1-16,2 2-2 15,-1-1 1-15,0-1-3 0,-2 2 0 16,0 0-5-16,0 1-2 16,-2 0 1-16,1 0 1 15,-3 0-1-15,-2 1-1 16,1 5 1-16,-1 1 0 16,0-1 0-16,1 1 0 0,0 0 0 15,1 0 1-15,1 1-1 16,4-2 0-16,-3 4 0 15,2-2 0-15,2 2 0 16,1-1 1-16,0 1-1 0,1 0 0 16,0-2 0-1,2 1-2-15,4-2 0 16,2-1 5-16,4-1 0 0,-1-2-1 16,0 1 3-16,-1-1-2 15,1-1-1-15,0-1-1 16,0-1 1-16,-2 0-2 0,0 0 1 15,2 0 0-15,-5 0-1 16,1-1 1-16,1-4 1 0,1 0 0 16,-1-1-1-16,-1-1 0 15,1 1 0-15,-1-2-1 16,-2-1 1 0,-1-2 0-16,-2 2 1 0,0-1 0 0,-2-1 0 15,0-2-1-15,0 2 2 16,0-1 1-1,-4 1-1-15,-3 0 0 16,-2-1-1-16,-1 1 2 16,0 1-1-16,2 2 3 0,-4-1-4 0,1 1 2 15,-5-1 0 1,5 2-3-16,-5 0-3 16,3 1 3-16,0-1 0 15,-1 0 0-15,1 3 1 16,-1 0-1-16,1 1-1 15,0 1 0-15,0 2-3 16,2 0-18-16,-2 0-31 0,5 0-56 16</inkml:trace>
  <inkml:trace contextRef="#ctx0" brushRef="#br1" timeOffset="106925.15">15109 10684 135 0,'0'0'38'0,"0"0"4"0,0 0-18 0,0 0 2 16,0 0-6-1,0 0-3-15,0 0-7 16,0 0 0-16,0 0-8 0,0 0-3 0,0 0-1 16,0 0 1-16,0 16-1 15,0-3 2-15,0 2 0 16,0 3 0-1,0-3 0-15,0 2 0 0,1-3 0 0,3 0 2 32,0-1-3-32,-2-3 2 0,0-1 0 15,0-1 0-15,0-4-1 0,-1 1 0 0,1-2 0 32,0-1 1-32,-2 0-1 0,0-2 1 0,3 2-1 15,-1-2 0 1,0 0 1-1,3 0-1-15,1 0 1 0,5 0 4 16,-2 1-3-16,3 0 1 16,1-1-2-16,2 0 3 15,2 1-1-15,0-1-1 16,1 0 1-16,2 2 0 0,-2-1-1 16,-1 1-2-16,0 0 1 15,-3-1-1-15,-1 0 0 16,-1 3-1-16,-2 0-19 0,-6-1-53 15,-3 0-110 1</inkml:trace>
  <inkml:trace contextRef="#ctx0" brushRef="#br1" timeOffset="107457">14736 11117 67 0,'0'0'19'0,"0"0"-1"0,0 0 3 15,0 0 19-15,0 0 0 16,0 0-23 0,0 0-2-16,0 0-8 15,0 0 4-15,0 0-8 0,0 0 0 0,32 4-3 16,-13-4 3-16,2 0-3 0,6 0 2 31,5 0 2-31,3 0 2 0,4 0-1 0,5 0-1 16,0 0 1-1,3-4-1-15,0 1 3 16,2-1 8-16,-3-1-1 16,-5 0-5-16,-3 1-1 15,-4 1-1-15,-7 0-4 16,-3 1 0-16,-6 0-2 15,-4 2-1-15,-4 0 0 0,-7 0-4 16,-3 3-29-16,0 1-40 16,-5 1-74-16</inkml:trace>
  <inkml:trace contextRef="#ctx0" brushRef="#br1" timeOffset="108141.75">15053 11447 217 0,'0'0'14'0,"0"0"3"0,0 0-15 0,0 0-3 16,-41-3-1-16,29 3 4 0,-1 0 0 15,1 0-1 1,-1 0-1-16,0 4 0 0,-1 1 2 15,3 1 1-15,-3 2-2 16,3 0 5-16,2 2-5 16,2-1 0-16,1 4 2 0,4-2-2 15,1 0 1-15,1-1-2 16,0-1 0-16,3-1 0 16,5 1 7-1,4-1-3-15,-2-2-3 16,5 1-1-16,-2-3 2 0,5-1-2 15,-3 0 3-15,2-3-3 0,-1 0-1 16,1 0 1-16,0-2 0 0,-1-5 0 31,-1-1 1-31,-3-2-1 16,-3 0 1-16,-2-5 4 0,-3 3 6 0,-3-5 0 16,-1 0-7-16,0 0 0 0,-1 0 1 31,-6-3-4-31,-3 2 2 15,-3 3 0-15,0 0-1 0,-2 3-1 0,1 1 3 16,-1 3-8 0,-1 3 5-16,1 0-2 15,1 3-2-15,1 2-9 16,1 0-1-16,2 0 6 16,5 0-19-16,1 3-29 15,3-2-68-15</inkml:trace>
  <inkml:trace contextRef="#ctx0" brushRef="#br1" timeOffset="108901.26">15254 11374 130 0,'0'0'10'0,"0"0"2"0,0 0-6 0,0 0-4 16,0 0 5-1,0 0 0-15,0 0-3 0,0 0 5 16,0 0-1-16,0 0-2 0,-31 43 1 15,29-34-1 1,1 1-3-16,0-2 1 0,1 3-2 0,0-1 2 16,0-1 0-16,0-2 5 15,3 3 3 1,3-4-5-16,1 1 0 0,-1-2 1 16,2-2-2-1,3 1 3-15,-1-1-1 0,3-3-3 0,1 0-2 16,-1 0-1-1,1 0 0-15,-1-1-1 0,-2-5 0 16,1-1 1 0,-2 0 1-16,-4 1-1 15,2-1 0-15,-4 0 0 0,-2 1 0 0,-1 1 1 16,-1-1 0 0,0 3-1-16,0-1-3 0,0 1 0 0,0 2 1 31,0 1 0-31,0 0 0 15,0 0 0-15,0 5-3 16,0 2 3-16,0 3-1 0,0-1-1 16,6 1 2-16,0-3 1 15,4 3 0-15,1-4-2 16,2-2 2-16,1-1 0 16,1-3 2-16,-1 0-1 0,0 0 1 15,-1-2-1-15,-2-5 2 16,-2-1 1-16,-2-4 6 15,-2 1 0-15,-3 0-2 0,-2-2-1 16,0-3-1 0,0 3-3-16,-4-1-6 0,-2 1 1 15,-2 3 0 1,3 2 3-16,-1 1-4 0,-1 4-7 16,-2 3-19-16,2 0-10 0,1 0-12 15,1 6-16-15,-2-1-63 16</inkml:trace>
  <inkml:trace contextRef="#ctx0" brushRef="#br1" timeOffset="109272.17">15681 11459 161 0,'0'0'42'0,"0"0"-29"0,0 0-8 0,0 0 0 16,0 0 0-16,0 0-1 31,0 0 1-31,0 0 0 15,0 0 1-15,0 0 1 16,7 38 5-16,-6-27 0 0,0-1-2 16,-1 0-4-16,1 1 1 15,-1 1-3-15,1-1-1 16,-1 0 0-16,0-1-2 16,1 0-1-16,-1-1 0 0,0-4-6 15,0-5-55-15</inkml:trace>
  <inkml:trace contextRef="#ctx0" brushRef="#br1" timeOffset="109906.83">15981 11021 135 0,'0'0'33'0,"0"0"-17"0,0 0-8 0,0 0 5 0,0 0 5 0,0 0-5 15,0 0 1-15,0 0 5 16,0 0-3 0,0 0-6-16,0 0-4 0,27 0-3 0,-19 0-1 15,4 0-1-15,-1 0-1 16,-1 0 1 0,2 0-2-1,-1 0 1-15,0 0-8 16,1 0-20-16,-4 2-24 0,-1 0-45 15</inkml:trace>
  <inkml:trace contextRef="#ctx0" brushRef="#br1" timeOffset="110134.18">16049 11096 160 0,'0'0'38'0,"0"0"-44"16,0 0 26-16,0 0 5 16,0 0-7-16,0 0-7 15,0 0-7-15,40 3-3 0,-27-3-1 16,-1 0-4-16,1 0-42 16,0 0-59-16</inkml:trace>
  <inkml:trace contextRef="#ctx0" brushRef="#br1" timeOffset="113898.9">16842 10213 10 0,'-1'0'7'0,"-1"0"2"0,0-2 5 0,2 2 8 16,-4-1 3-16,2-1 0 16,-1 0-1-16,0 1-2 15,-2-1-2-15,1-1-5 16,0 3-6-16,-1-3-7 16,0 3 0-16,0 0-2 0,-3 0 0 15,2 0 2-15,-4 0-4 16,-1 0 2-16,0 0 0 15,1 0-1-15,-2 3 1 16,-1 0 0-16,2 1 0 0,-1-1 1 16,2 0-2-16,-2 1 2 15,3-1-1-15,-1-2 0 16,3 3 0-16,-3-1 0 16,2-1 0-16,1 1 0 15,1 1 0-15,-1 1 0 0,1 0-1 16,1 0 1-16,2 1 0 15,-1 1 0-15,0 1-1 16,2-2 1-16,1 0 0 16,0 1 1-16,1-1 2 15,0 2-2-15,0 0 1 0,0 1-2 16,0 0 1-16,0 1-1 16,0 1 1-16,0 1-1 15,-2-1 1-15,0 3-1 16,0-1 2-16,0 1-1 0,0-1-1 15,0 1 0-15,2 2 1 16,-1-2-1-16,1 0 1 16,0 0-1-16,0 1 0 15,0-1-4-15,0 1 5 0,1-1 1 16,1 1-1 0,2-1 2-16,-2 0-1 0,0 0-1 15,1-1 0-15,-2 1 0 16,0-1-1-16,-1-1 1 0,1 0-1 15,-1 1 0-15,0-3 1 16,0 3-1-16,0-2 2 16,0 2-2-1,0-2 0-15,0 1 1 0,2-1-1 0,0 1 2 16,0 0-2 0,-2-3 1-16,2 2-1 0,-1-1 2 15,-1 1-2 1,0-1 4-16,0 0 0 15,0 0 2-15,0 0-3 0,0 4-1 0,0-1-1 16,0 0 0 0,0 0 0-16,-1 1 1 0,1-1-1 15,0-1-1 1,0 1 0-16,0 0 0 0,0-3 2 0,0 4-2 31,0-2 0-31,0 0 0 0,0-3 1 0,0 3-1 16,0 0 0-1,-4-1 0-15,1 1 1 16,1 0-1-16,-1-3 1 16,1 2-1-16,0 1 1 15,2-4-1-15,0 2 0 0,0 0 1 0,0 1-1 16,0-2 0 0,0 1 1-16,0 0-1 15,0 0 0-15,2 0 0 16,0 0 0-16,-2 0 0 0,1 1 1 15,-1-1-1-15,0 0 0 0,0 1 0 0,0-2 0 32,0 2 0-32,0-1 0 15,0 1 0-15,0-1 0 16,0 0 0-16,1 0 0 16,1-1 1-16,2 2-1 0,-4-1 0 15,2 1 2-15,-2 1-2 16,2-1 0-16,-2-1 0 15,0 0 0-15,0 3 1 16,0-3-1-16,0 0 1 16,0 0 0-16,0 0 1 0,0 0 1 15,-2-2 0-15,2 2 1 16,-2-3-1-16,2 2 0 16,0-1-1-16,-2 1-2 15,1-1 1-15,1 1 0 0,0 0-1 16,0 3 0-16,0-1 2 15,0-1-2-15,0 2 0 16,-1 1 0-16,0-2 1 16,0 0-1-16,0 0 0 0,1 1 1 15,-1-2-1-15,1 0 0 16,0-1 0-16,0 0 0 16,-2 1 0-16,2-3 0 15,0 2 0-15,-2-2 0 16,2 0 1-16,0 0 0 15,0 0 3-15,0 0 2 0,4-1-2 16,2 1 1-16,2 1 1 16,3-2 3-16,3 0 0 15,3 0-1-15,4-1 0 0,4 0-2 16,4-3-4 0,4 1-2-16,0-3-11 15,3 0-40-15,-2-8-185 0</inkml:trace>
  <inkml:trace contextRef="#ctx0" brushRef="#br1" timeOffset="114673.11">16873 10393 108 0,'-3'0'19'0,"1"0"-5"0,0 0-6 0,-1 0 3 15,1 0 1-15,1 0 8 0,0 0-2 16,-1 0-4-16,2 0 0 16,0 0-5-1,-1 0-6-15,1 0-1 0,0 0 0 16,0 0-2-16,0 0 4 0,3 0 4 15,6 0 7-15,0 0 5 16,7 0-12 0,-1 0-6-16,2 0 0 15,1 0 0-15,3-1-1 16,-1-1-1-16,0 2 0 0,1-1 1 16,1 1-1-16,-4 0 0 0,0 0-1 15,-3 0-17-15,-1 0-16 16,-5 0-58-1,0 0-13-15</inkml:trace>
  <inkml:trace contextRef="#ctx0" brushRef="#br1" timeOffset="115363.48">17439 10339 61 0,'0'0'64'0,"0"0"-16"0,0 0-15 0,0 0-16 16,0 0-6-16,0 0-6 16,0 0-4-16,-40-10 3 15,30 10-1-15,-1 0-1 16,1 2 0-16,-1 3 2 16,0 5-1-16,2-3-2 0,-1 3 2 15,2 1-1-15,0 1-2 16,3-1 3-16,3 2-2 15,1-2 0-15,1-1 0 16,0-1-1-16,3 1 4 0,3-2 0 16,4-2-2-16,-2 1 2 15,2-3 2-15,2 1-1 16,0-2 1-16,1-1-3 16,1 0-1-16,-1-2-1 15,1 0 3-15,-1 0-2 0,1 0 0 16,-1-2-1-16,0-2 0 15,-2-1 0-15,1-1 0 16,-1-1 0-16,0 0-1 16,-2-2 1-16,-2-1 0 0,2 1 0 15,-6-2 1 1,1 1-1-16,-3-1 3 16,-1 1-2-16,0 0-1 0,0 3-1 15,0 0 2-15,-5 0 1 16,0 1 0-16,-5 3 1 15,0-1-7-15,-2 1 2 0,-2 3 0 16,-2 0 2-16,-1 0-2 16,-1 0-8-16,1 7-18 0,-1 0-13 15,2 2-23 1,2-4-41-16</inkml:trace>
  <inkml:trace contextRef="#ctx0" brushRef="#br1" timeOffset="115748.22">17723 10407 198 0,'0'0'17'0,"0"0"-15"0,0 0 13 0,0 0 24 16,0 0-2-16,0 0-12 0,0 0-5 15,0 0 9-15,0 0 10 0,0 0-17 16,0 0-5 0,0 0-3-16,0 0-4 15,0 0-7-15,0 0-3 0,0 0-3 0,0 0-28 16,0-3-68 0,0-2-144-16</inkml:trace>
  <inkml:trace contextRef="#ctx0" brushRef="#br1" timeOffset="118459.51">18079 10329 21 0,'0'0'24'0,"0"-3"-8"0,0 3-10 0,0-1-3 0,1-1-3 15,1-2-7 1,-1 3 0-16,-1-3 7 0,0 1 2 16,0-2 15-16,0 2 15 0,0 1-1 15,-1-1 6-15,-2 1-11 16,-1 2-12 0,-2 0-7-16,1 0-5 0,-4 0-2 15,0 0-1-15,0 3 1 16,-4 4-1-16,2 1 0 0,1 1 3 15,1 1-1-15,-1 0-1 16,5 2 0 0,-1 0 1-16,4 0-1 0,1-1 1 15,1 1-2-15,0-1 1 0,3 0 0 16,7-2 6-16,3 1 1 16,1-3 3-1,1 0-1-15,3-3-1 0,3-1-1 0,0-2-1 16,1-1-1-16,2 0 4 15,-3-1-6 1,0-6-1-16,-2-2-1 0,-4 1 0 16,0-3 1-16,-5-1-1 0,-2-1 2 31,-6-1 4-31,-2 0 7 16,0 1-6-16,0-1-7 0,-9 0-3 0,-2 2 4 15,-2 1-5-15,-2 5 2 16,-1 1-5-1,0 3-2-15,-2 2-6 0,0 0-10 0,1 0-23 32,2 6-22-32,2-3-49 0</inkml:trace>
  <inkml:trace contextRef="#ctx0" brushRef="#br1" timeOffset="119044.39">18457 10265 124 0,'0'0'0'15,"0"0"0"-15,0 0 1 0,0 0 1 16,0 0 1-16,0 0 5 0,-30 37 4 16,29-27 0-16,0 1-8 15,0-2-3-15,1 1 0 16,0-2 1-16,0-1-2 16,0-1 0-16,0-2-3 15,0-1 7-15,0-3 11 0,5 0 9 16,1 0 3-16,-1 0-5 15,3 0-9-15,-3 0-5 16,6-1-4-16,-4-1 0 0,2 0-2 16,2 0-1-16,-4 2-1 15,3 0 0-15,-1 0 0 16,1 0 0-16,1 0 0 16,0 0 1-16,1 0-1 0,0 4 1 15,0-1 1-15,-3 2-2 16,0 0 2-16,-1 0-2 15,-2 0-2-15,-1 1 4 16,-3-2 0-16,-1 3 0 16,-1-3-5-16,0 1 3 15,-2 0 1-15,-5 0 3 0,-4-1-2 0,1 3 1 16,-2-4-2-16,0 4 3 16,-1-4-2-16,-1 1 0 15,1 0-7 1,-1-2-15-16,-1-2-23 15,-1 0-45-15</inkml:trace>
  <inkml:trace contextRef="#ctx0" brushRef="#br1" timeOffset="119291.63">18558 10248 226 0,'0'0'2'0,"0"0"-2"0,0 0 1 0,0 0-1 15,36 0 2-15,-23 0-8 16,2 0-48-16,-1-1-17 0</inkml:trace>
  <inkml:trace contextRef="#ctx0" brushRef="#br1" timeOffset="119801.93">18801 10240 165 0,'0'0'19'0,"0"0"-18"0,0 0-2 16,0 0 1-16,0 0-4 16,-43 41 8-1,37-33-4-15,1 2 0 0,2-3 4 0,3-1-3 16,0 1 5 0,0-1 1-16,0-3-3 15,0 0 1-15,2-1 6 16,4-2 2-16,1 0 5 15,2 0-2-15,0 0-6 0,0 0 0 0,1 0-6 16,0 0 0 0,-1 0-3-16,0 0 0 15,2 0 1-15,-3 0-2 16,2 0 0-16,1 3 0 16,-2 0 0-16,0 4 0 0,3-3 0 15,-2 1 1-15,-2 2-1 0,0-1 0 16,3 0 0-16,-7-1 1 15,0-1-1 1,-1 2 1-16,-1-2 0 0,-2 0-4 16,0-1 0-1,-4 1 3-15,-3 0 0 0,-6 0 0 16,1 0 5-16,-2-1-6 16,-1-1 1-16,1 1 3 15,-3 1-2-15,2-3-3 0,1 0-18 0,1-1-17 16,3 0-23-1,2 0-68 1</inkml:trace>
  <inkml:trace contextRef="#ctx0" brushRef="#br1" timeOffset="120010.67">18808 10255 123 0,'0'0'134'0,"0"0"-129"0,0 0 0 0,0 0-3 15,38-5 0-15,-24 3-2 16,1 2 0-16,4 0-15 16,-1-1-62-16,4 0-46 15</inkml:trace>
  <inkml:trace contextRef="#ctx0" brushRef="#br1" timeOffset="120725.31">19152 10289 132 0,'0'0'1'0,"0"0"5"16,0 0-4-1,0 0 2-15,-44 0 4 0,35 0 11 0,4-4 5 16,-1 1-8-16,4 0-3 16,2-1 3-1,0 0-6-15,0 0 7 0,4-1-11 16,5 1-2 0,4 1-1-16,0-1-1 0,1 4-1 0,-1 0-1 15,0 0 0 1,2 0 0-16,-3 0 0 15,-2 0 0-15,-2 7 0 16,1 0 0-16,-6 0 0 0,-1 2-1 0,-2 2 0 16,0-2-1-16,0 2-1 31,0 0 1-31,-3-3 2 0,-5 1-3 0,1 0 2 0,-3-1 0 31,0 1 1-31,-2-1-1 16,1-2 2-16,0 3 0 15,-1-4-1-15,4 1 1 16,1-1-1-16,3 0 0 0,-1-2 0 16,2 1 2-16,2-2-2 15,1-1 2-15,0 0-1 16,0 1-1-16,0-1 3 16,0-1 1-16,0 2 0 0,0 0-3 15,0-2 0-15,0 2 0 16,3-1-1-16,-1 1 0 15,2-1 0-15,-2 1-1 16,2-1 2-16,1-1 5 16,3 0-1-16,-1 0 0 15,1 0 0-15,2 0-1 16,4 0-2-16,-5 0-1 0,3 0 1 16,-1 0-1-16,0-2 1 15,0 1 4-15,-3 0-4 16,0-2 1-16,-1 2-1 0,1 0 5 15,-3 1-2-15,1 0-3 16,-5 0-1-16,2 0-2 16,-2 0-5-16,-1 0-30 15,0 0-42-15,0 0-125 16</inkml:trace>
  <inkml:trace contextRef="#ctx0" brushRef="#br1" timeOffset="121996.68">20332 10299 122 0,'-6'0'13'0,"2"-1"23"0,1-1 6 0,-1-2-21 16,3 1 1-16,0 2 1 15,1-1-5-15,0 1-3 0,0 0 3 16,0-1-15-16,8 2-1 15,-1 0 0-15,7 0 0 0,1 0-2 16,6 0 1-16,1 0 0 16,1 0-1-1,5 0-3-15,0 0-5 0,4 0-16 16,-3-1-55-16,1-6-148 0</inkml:trace>
  <inkml:trace contextRef="#ctx0" brushRef="#br1" timeOffset="122480.48">21003 10190 235 0,'0'0'10'0,"0"0"10"0,0 0-5 15,0 0-6 1,0 0-8-16,0 0 0 0,-46-12 5 0,29 12-8 15,2 0 5-15,1 8-2 16,-1 3 1-16,3 3-1 16,-1 3-1-16,2-2 2 15,6 0-1 1,0 2 0-16,5-4-1 0,0-2-1 0,5 1-2 31,5-2 9-31,4-2-7 16,3-1 2-16,0-3-1 0,3-1 2 15,2 0-1-15,-1-3 0 16,0 0-1-16,0 0 1 16,-2-3-1-16,0-2 0 15,-3-4 2-15,-2 2-2 0,-3-3 0 16,-1-1 1-16,0-1 0 16,-5 1 0-16,-1-3 0 15,-4 0 1-15,0-1 0 16,0 4-3-16,-7-2 2 15,-5 3-2-15,-2 3 1 16,-3 2 1-16,-2 3-2 0,-4 2 3 16,-1 0-3-16,2 0-2 15,-1 7-27-15,2 0-16 16,5-1-49-16</inkml:trace>
  <inkml:trace contextRef="#ctx0" brushRef="#br1" timeOffset="122779.23">21338 10265 270 0,'0'0'23'0,"0"0"1"0,0 0-8 16,0 0 3-1,0 0 4-15,0 0 12 16,0 0-19-16,0 0-9 16,0 0-5-16,0 0-2 15,7-17-2-15,-5 17-33 0,-2-2-22 0,4-4-79 16</inkml:trace>
  <inkml:trace contextRef="#ctx0" brushRef="#br1" timeOffset="123710.5">21672 10103 163 0,'0'0'30'0,"0"0"-7"0,0 0-1 0,0 0 4 15,0 0-6-15,0 0-2 0,0 0-4 16,0 0-7-16,0 0 0 16,0 0-11-16,0 0 2 15,0 0 1-15,-5 22-3 16,-3-8 6-16,4 1-1 15,-2 2 0-15,2-1 0 0,2 1 0 16,2-3 0-16,0-2-1 16,0-2 0-16,0-3 0 15,4 0 5-15,4-3-5 16,4-1 1-16,-3-2 2 16,6-1 2-16,3 0-1 0,0 0-2 15,-1 0-1-15,2 0 0 16,-2-2-2-16,0-1 2 15,0 0-2-15,-1-1 1 0,-1 1-10 16,1 0-22 0,-5-1-29-16,0-1-61 0</inkml:trace>
  <inkml:trace contextRef="#ctx0" brushRef="#br1" timeOffset="123938.8">21854 10163 217 0,'0'0'19'16,"0"0"13"-16,0 0-24 16,0 0-9-16,0 0 4 15,0 0-1 1,0 0 3-16,-9 44 1 16,9-27-3-16,0-1 0 0,0-1-3 15,0-1 1-15,0-2-1 0,0-3-1 16,5 0 2-1,0-5-13-15,3-1-32 0,-1-3-61 0</inkml:trace>
  <inkml:trace contextRef="#ctx0" brushRef="#br1" timeOffset="125143.75">21874 10157 97 0,'0'0'2'0,"0"0"1"0,0 0 5 0,0 0 14 15,0 0 13-15,0 0 3 16,0 0-16-16,0 0-6 0,0 0-9 16,0 0-5-16,-44-28-1 15,35 24 0-15,-4 1 0 16,0-2 0-16,-1 3 0 16,0-1 6-16,-1 3-5 15,2 0-1-15,-1 0 0 0,0 0-1 16,1 1 1-16,-1 5-1 15,0 3 0-15,2 0 0 0,1 3 1 16,0-1 0 0,1 3 0-16,1 1-1 0,3-1 0 15,0 1-1 1,4-2 2-16,1 2-2 0,1-4-2 16,0 0 2-16,0-1 0 0,3-3 5 15,7 0-4 1,1 0 0-16,3-1 1 0,-1-3 4 15,5 4-4-15,0-4-1 16,4-2-2-16,-2-1 1 0,0 0-2 16,0 0 3-1,1 0 0-15,-5-3 1 0,2-5 2 0,-3 1-1 32,-1-2-1-32,0-2 0 0,-2-5 0 0,0 0-1 15,-4-2 1 1,0-2 0-16,-2 3 0 15,-4 1 0-15,-2-2 0 0,0 5 3 0,-2 2-1 32,-10 3-3-32,-1 2-1 15,-3 2 1-15,-1 3-1 0,-2 1 1 0,2 0 1 16,1 2-3 0,3 5-15-16,2 0-38 15,10-4-75-15</inkml:trace>
  <inkml:trace contextRef="#ctx0" brushRef="#br1" timeOffset="125656.76">22099 10101 198 0,'0'0'11'0,"0"0"-10"0,0 0 1 0,0 0-1 0,0 0 0 15,0 0 0-15,-27 46 1 16,25-30-1-16,1 1 0 16,1-1-1-16,0-1 3 0,1-1 7 15,7-4 5-15,1 1 2 16,5-3-5-16,1-4-5 15,2 1 2-15,1-3-4 16,1-2-5-16,1 0 2 16,-4-1-2-16,2-6 2 15,-3-3-1-15,0-2 0 0,-3 0 0 16,-1-4-1-16,0 2 2 0,-6-1-1 16,-1 0-1-16,0 4-2 15,-4 2 0 1,0 2 0-16,0 4 0 0,0 2 5 15,-4 1-2 1,0 0 0-16,0 5 0 0,3 4-1 0,-4 2 1 16,4 1-1-1,1 0 1-15,0 0-1 16,0 0 1-16,6 0 1 0,1-1-1 16,4-4-6-1,3 1-23-15,0-3-49 0,3-3-107 0</inkml:trace>
  <inkml:trace contextRef="#ctx0" brushRef="#br1" timeOffset="126227.52">22668 10089 162 0,'0'0'67'0,"0"0"-44"0,0 0-7 16,0 0-10-16,0 0-4 16,0 0-1-16,0 0 1 0,-27-40-1 15,18 39 0-15,-3-1-3 16,-2 2 3-16,0 0-1 16,-5 0 0-16,2 3 0 0,0 4 1 15,1 2 0 1,5 2 0-16,2-1-2 0,4 3 3 15,3-4 0-15,2 2-3 16,0-2 0-16,3-1 6 16,7-4-4-16,1 2-1 0,5-3 0 15,-3-2 1-15,4-1-1 16,-3 0-1-16,0 0 0 16,-2-3 2-16,1-4 0 15,-4-1 0-15,0-1-2 16,-1-1 1-16,1 3 1 15,-2 0-1-15,-4 1 0 0,1 2 0 16,0 1 1-16,-4 2 0 16,2 1 2-16,-2 0-2 15,0 0-1-15,0 0-3 0,0 7 1 16,0 1 2 0,-2 2 2-16,-1 3-2 15,1 0 2-15,1 0-1 0,1-1 0 16,0 3 1-16,0-4-1 0,0 2 0 15,2-3-1-15,2 0 1 16,1-2 0 0,0-1-3-16,1-4-13 0,0-1-28 15,1-2-53-15</inkml:trace>
  <inkml:trace contextRef="#ctx0" brushRef="#br1" timeOffset="126666.56">22872 10072 190 0,'0'0'8'0,"0"0"-8"0,0 0-15 15,0 0 9-15,0 0 8 0,0 0-1 0,0 0 4 31,0 0 1-31,0 0 5 16,-12 47 1-16,12-34-1 0,0-2-5 0,0-1 0 16,5-2 0-1,1 0 2-15,3-3-5 16,-1 0 7-16,3-3 0 16,2 0-5-16,-2-2-2 15,3 0 1-15,-1 0 2 16,1-5-1-16,-2-2-1 0,0-1 0 15,-4-1-2-15,-1-2 0 16,-3 4 1-16,-1-3 0 16,-2 4 2-16,0 1 2 15,-1 3 1-15,0 2-3 16,0 0 2-16,0 0-7 0,-4 10 1 16,-1 4-2-16,-1 6 2 15,1 4-1-15,-4 3 1 16,2 0-6-16,-5-1-63 0</inkml:trace>
  <inkml:trace contextRef="#ctx0" brushRef="#br1" timeOffset="128056.21">16812 11276 44 0,'0'0'55'0,"0"0"-37"0,0 0-7 16,0 0-7-16,0 0-2 15,0 0 0-15,0 0 1 16,0 0 5-16,0 0 16 0,0 0 8 16,0 0-11-16,0 0-10 15,0 0-5-15,0 0 1 16,0 0-3-16,0 0 0 16,0 0 2-16,0 0-1 15,0 0-2-15,0 0 1 0,0 0-4 16,2 0 1-16,1 0 1 15,5 0 0-15,1 0 0 16,3 2-1-16,4-1 0 0,1-1-1 16,4 0 0-16,1 0 0 15,0 0 1 1,3 0-1-16,0 0 0 0,-1 0 0 16,-2 0 0-16,1 0 0 0,-5 0 0 15,-1 0 0-15,-3 0-7 16,-4 0-20-1,-2 0-20-15,-1 0-27 0</inkml:trace>
  <inkml:trace contextRef="#ctx0" brushRef="#br1" timeOffset="128588.66">17463 11176 204 0,'0'0'8'0,"0"0"1"0,0 0-4 0,0 0 7 16,0 0-16-16,0 0 4 15,-39-2 4-15,26 4-4 0,-2 5 1 0,2 1 0 0,-1 2 0 32,1 6 0-32,1-2 0 15,3 5-1-15,0-1 2 16,5 0 0-16,1-1-1 0,3-3-2 16,0-2 1-16,5-2 1 15,6-3 3-15,2-3-2 16,3-1 8-16,4-2 1 15,2-1-7-15,3 0-3 0,-3 0-1 16,1-1-2 0,-1-3 2-16,-3-2 0 0,-4-2 1 0,0-1 0 15,-4-2 2 1,1-1 2-16,-8-2-1 0,-2 0-1 16,-2 0-1-1,0-1 0-15,0 0-3 16,-8 2 4-16,-4 3 0 15,-1 3-3-15,-3 3-1 0,1 1 0 16,-3 3-3-16,3 0-13 0,1 7-21 0,7 0-61 31</inkml:trace>
  <inkml:trace contextRef="#ctx0" brushRef="#br1" timeOffset="128802.78">17762 11278 313 0,'0'0'12'0,"0"0"4"0,0 0-1 16,0 0 7-16,0 0-8 15,0 0-10-15,0 0-4 16,0 0-4-16,0 0-27 0,0 0-33 15,13-16-51-15</inkml:trace>
  <inkml:trace contextRef="#ctx0" brushRef="#br1" timeOffset="129371.9">18237 11180 75 0,'0'0'97'0,"0"0"-67"16,0 0-8-16,0 0-11 0,0 0-7 16,-35 0-5-1,24 1 2-15,-2 6 0 0,1 2-1 16,0 2 1-16,-1 2-1 16,3 1-1-16,2 1 1 0,2 0-1 15,3-1 6 1,3-2-6-16,0-1 2 15,5-1 3-15,9-3 1 16,1-3 4-16,2-1 6 0,5 0-9 0,-2-3-4 16,4 0-1-1,-1 0-1-15,-2-4 0 0,0-4 0 0,-3-1 0 32,-4-3 0-32,1 1 0 15,-6-3 2-15,-3-2 0 0,-3 2 7 16,-3-2 1-16,0-1-2 0,-5 3-4 0,-8 3 1 31,-5-1-6-31,-4 5 0 16,0 4-1-16,-3 3 4 0,0 0-6 15,3 3-10-15,5 6 0 0,3-1-20 0,6 2-54 32</inkml:trace>
  <inkml:trace contextRef="#ctx0" brushRef="#br1" timeOffset="129976.98">18681 11180 126 0,'0'0'3'0,"0"0"2"0,0 0 14 15,0 0 4-15,0 0 3 0,4-41-3 16,-10 35-10-16,-1-1-8 16,-2 4-3-16,0-1 1 0,-2 2-2 15,-2 2-3 1,1 0 2-16,-1 0 1 0,1 0-2 16,-1 3 2-16,2 3 0 0,3 0 0 15,1-1-1-15,0 4-1 16,6-2 2-1,1 0 0-15,0-1-1 16,0 1 0-16,7 0 4 0,4-1-2 16,2-1 5-1,5 1 4-15,1-2-8 16,-2 2-1-16,2-2-1 0,-2 2-1 16,1-1 1-16,-5-1-1 15,1 1 0-15,-3 1 0 0,-4-1 1 0,2 1-1 31,-6 1 0-31,-1 0 0 0,-2 3 0 0,0-1-6 16,-5-1 5 0,-8-1-3-16,0 0 2 0,-4-2 4 15,-1-2-5 1,-2-2 9-16,-2-1-7 16,2 0 4-16,-2 0-2 0,3 0 1 15,0-1-3-15,3-4 3 16,7 2-1-16,0-2 0 15,4-1 2-15,5-1 4 16,0 0-3-16,3-2-4 16,10-2 2-16,3-1-4 0,6 1-14 15,2-3-43 1,2 0-56-16</inkml:trace>
  <inkml:trace contextRef="#ctx0" brushRef="#br1" timeOffset="130476.04">18877 11164 238 0,'0'0'5'0,"0"0"-1"0,0 0-2 0,0 0-2 16,0 0 0-1,0 0 1-15,0 0-4 0,0 0 8 16,0 0 4 0,0 0-3-16,0 0-5 0,25-32 0 0,-12 30 0 15,1 1 0 1,1 1-1-16,-1 0 0 16,-1 0 0-16,-3 1 0 15,-1 5 0-15,-1 1-1 16,-6 1 1-16,-2 2-1 0,0 3-4 0,-2 0 5 31,-7-1 1-31,-3 0-2 0,0-1 1 16,0-2-2-16,-1-1 8 15,2 0-2-15,0-3 2 16,4 1-3-16,2-2-1 16,3 2-1-16,-2-3 4 0,4-2-1 15,0 1 0-15,0-1-4 16,0-1 12-16,7 0 0 15,3 0-2-15,4 0-7 16,2 0-2-16,1 0-1 0,4 0-5 16,-4-3-19-16,2-3-24 15,0 1-47-15,-3-4-67 16</inkml:trace>
  <inkml:trace contextRef="#ctx0" brushRef="#br1" timeOffset="130891.82">19141 11130 95 0,'0'0'115'0,"0"0"-106"0,0 0-5 0,0 0-9 0,0 0 10 16,0 0 3-16,0 0-1 15,0 0-6-15,0 0 0 16,0 0 1-1,43-20-1-15,-31 18 1 16,1 0 3-16,-1-1-2 0,2-1 0 0,-3 2 2 31,-2-2-2-31,1 3 3 0,-2-2 2 0,-2 0-4 16,1 3 0 0,-3-1 0-16,0 1-4 15,2 0 2-15,-4 0-2 0,0 0 0 0,1 0 1 16,-2 5 0-1,1 2 0-15,-2 2-1 0,1 1-1 16,-1 0 4 0,0 3 6-16,0-1-2 0,0 1-1 15,0-2 0 1,0 1 0-16,0-1-3 0,0 2-2 16,0-1 0-16,4-4-13 15,4-1-47-15,4-4-127 16</inkml:trace>
  <inkml:trace contextRef="#ctx0" brushRef="#br1" timeOffset="131744.26">20498 11108 99 0,'0'0'25'0,"0"0"11"0,0 0 0 32,0 0-11-32,0 0-1 15,0 0-2-15,0 0 2 0,0 0-10 0,0 0-6 0,0 0-1 31,0 0-5-31,0 0-1 16,0 0-1-16,-24-16 1 0,24 16-4 0,0 0 0 31,0 0 0-31,8 0-3 0,3 0 8 16,1 0-1-16,3 1 0 16,5 2-1-16,0-3 0 15,2 1 2-15,1-1-2 16,4 0 0-16,0 1 1 0,-2-1-1 15,1 1 0-15,-2-1 0 16,-3 0 0-16,-1 1 0 16,-4 1-3-16,1-1-2 0,-4-1 1 15,-2 1-8 1,-1 1-12-16,-3-1-22 0,-1-1-44 16</inkml:trace>
  <inkml:trace contextRef="#ctx0" brushRef="#br1" timeOffset="132306.07">21173 11043 166 0,'0'0'5'0,"0"0"9"0,0 0 13 0,0 0-10 16,0 0-8-16,0 0-4 16,0 0-4-16,0 0-1 0,-47 0 3 0,34 3-2 15,-1 4 0-15,1 1-1 16,1 2 2-1,1 2-1-15,1 1 0 16,5 1 1-16,-1-1-1 16,5 1 0-16,1 0-1 0,0-1 0 15,10-2 5-15,2-1-3 16,4-2-2-16,0-2 8 16,6 0-1-16,1-3-5 15,0-1-1-15,2-2-1 16,0 0 1-16,-3 0-1 0,-2 0 1 15,-2-6 0-15,-4-2 0 16,0-1 3-16,-4-3 1 16,-6 1-1-16,-1-2 3 0,-2-1 2 15,-1 3-4 1,-1-1-1-16,-6-2 2 0,-4 6-6 16,-3 1 3-16,-1 1-6 15,-1 3 7-15,-1 3-3 0,-2 0-2 16,2 0-16-1,1 0-18-15,3 3-20 16,1 0-53-16</inkml:trace>
  <inkml:trace contextRef="#ctx0" brushRef="#br1" timeOffset="132528.28">21544 11089 337 0,'0'0'9'0,"0"0"-8"0,0 0-1 0,0 0 0 0,0 0-8 16,0 0-40-1,0 0-16-15,0 0-73 0</inkml:trace>
  <inkml:trace contextRef="#ctx0" brushRef="#br1" timeOffset="133149.47">21858 11061 129 0,'0'0'41'16,"0"0"-27"-16,0 0 1 15,0 0-12-15,0 0-1 16,0 0-1-16,-36 0 6 16,28 0 9-16,1 0-6 0,-3 4-7 15,5 3 0-15,-4 0 0 16,6 2-1-16,-1 0-1 15,3 0-2-15,1 0 3 0,0 1 0 16,3-2 0-16,7 0 0 16,1-3-1-16,5 0 0 15,3-2 4-15,0-3-5 0,2 0 1 16,2 0-2-16,-2 0 1 16,-4-7 0-1,0 1 0-15,-3-3 2 16,-2 0 10-16,-4-4 2 0,-5 1 6 15,-1-1-2-15,-2-1-8 16,0 1-5-16,-4 1-3 16,-5 0 2-16,-3 2-3 15,-1 4 1-15,-2 3-2 0,0 3 0 16,-4 0-7 0,3 0-6-16,-2 7-12 0,5 0-27 0,4-2-40 15</inkml:trace>
  <inkml:trace contextRef="#ctx0" brushRef="#br1" timeOffset="133664.81">22099 10980 103 0,'0'0'3'0,"0"0"0"0,0 0-1 0,0 0 1 31,39 0 0-31,-26 0 8 16,1 0 8-16,2 0 8 15,0-4-3-15,1 3-13 16,3 0-5-16,-2-2-3 0,-2 2 1 16,1-1-2-16,-1 2-1 15,-2-1 1-15,-5 1 0 16,-1 0 0-16,-3 0-1 16,2 0 1-16,-7 0 2 0,1 0-3 15,-1 0 0-15,0 0-1 16,0 0-3-16,0 4 8 15,-3 3 1-15,-4 2-3 16,2 1 1-16,-3 1-1 16,3 2 0-16,-1-2-2 0,0 3 1 15,4-2 0 1,0-1 0-16,2 1 0 0,0 0-1 16,0-2 2-16,0-3-6 0,0 2 1 15,5-3-13-15,4-2-22 16,-1-4-39-16</inkml:trace>
  <inkml:trace contextRef="#ctx0" brushRef="#br1" timeOffset="134081.16">22517 10988 203 0,'0'0'20'0,"0"0"-20"0,0 0 1 0,0 0-1 0,0 0-1 16,0 0 0-16,0 0 2 15,3 41 1-15,-7-31 0 0,2 2 0 16,0-3 0-16,2 0 2 31,0-2 2-31,0 0 2 0,3-2 0 16,4-1 4-16,2-3 2 0,1 2 0 0,3-3-4 31,2 0-4-31,0 0 0 16,4 0-2-16,-2 0 3 0,0 0-4 0,2-3 1 15,-1-1-1 1,-1 1-3-16,-2 0 1 15,-1-1-1-15,-3 1-6 16,0 2-22-16,-8-5-21 16,-3 2-69-16</inkml:trace>
  <inkml:trace contextRef="#ctx0" brushRef="#br1" timeOffset="134354.47">22691 10985 259 0,'0'0'12'0,"0"0"-4"15,0 0-4-15,0 0 2 16,0 0-1-16,0 0-4 16,0 0 3-16,0 0 2 15,5 36-1-15,-2-25 0 16,-3 1-2-16,0-1 0 15,2 0-1-15,0 1 0 16,0-4-2-16,0 2 1 0,2-3-1 16,0 0-4-16,-2-1-20 15,1-3-27-15,1-3-67 0</inkml:trace>
  <inkml:trace contextRef="#ctx0" brushRef="#br1" timeOffset="134770.78">22931 10980 121 0,'0'0'23'0,"0"0"6"16,0 0-11-16,0 0 1 15,0 0 0-15,0 0 0 0,0 0-3 16,0 0-2-16,0 0-8 15,8-9-4-15,-8 16 9 16,0 3 4-16,0 2-2 16,0 0-5-16,1 4-6 15,0-1-1-15,-1-2 1 16,0 0-1-16,1 1-1 0,0-1-3 16,0-6-21-16,2-2-39 15,-1-5-104-15</inkml:trace>
  <inkml:trace contextRef="#ctx0" brushRef="#br1" timeOffset="136303">23093 9858 64 0,'0'0'62'0,"0"0"-54"0,0 0-3 0,0 0 21 16,0 0 17-16,0 0-36 15,0 0-3-15,0 0-1 0,0 0-2 16,0 0 0-16,0 0-1 16,41 2 0-16,-30-2 1 15,-1 0-1-15,3 0 0 16,1 0 0-16,-1 0 0 0,-1 0 0 16,1 0 1-16,-1 0-3 15,1 0 3-15,-2 0 8 16,2 0-6-16,-2 0-3 15,0 0 0-15,-1 0 0 0,-1 0 1 16,1 0-1 0,2 0 0-16,-4 5 0 15,1-1 0-15,0 0-1 0,-2 2 1 16,0 1 0-16,-1 0 0 0,-2 0-1 16,2 1 1-16,-3 1 0 15,1 2 0-15,-2 1 0 16,2 1 0-1,-2-2 0-15,-2 3 0 0,1 0-1 16,-1 1 0-16,0-1 2 0,0 2 0 16,0 2-1-16,1-1 1 15,0 1-1 1,1 2 0-16,0 0 0 16,-1 2 0-16,2 0 1 0,-3 1-1 15,2 1 0 1,0-1 0-16,-2 1 0 0,2-3 1 0,-1 2-1 15,0-3 0-15,0 1 0 16,0-1 1-16,-1 0 1 16,0 0 0-16,0 0-1 0,0 0 2 15,0 1-2 1,0-1 1-16,-1 0-1 16,-2 1 0-16,1-1 0 0,-2 1 0 15,0 2 1-15,0-4 0 0,1-1 1 16,-3 1-3-1,2-1 2-15,1-1-1 16,-3 0 1-16,2 0 0 16,0 0 0-16,-1-1-1 0,1 0 1 0,-1 0-2 31,0 1 1-31,0 0-1 16,0-1 1-16,1-2-1 15,0 0 1-15,1 2-1 16,1-2 0-16,0 1 1 0,-2-1-1 15,2 1 0-15,-1 1 1 16,3-2 0-16,0 0 0 16,-1-1 0-16,0-3-1 15,1 3 1-15,0-5-1 0,0 2 0 16,0-3 0-16,0 0 0 16,0-2 0-16,-1 2 1 15,-1-3-1-15,2 3 0 16,-2 0 0-16,0-1 0 15,0 1 1-15,0-3 0 0,0 3 3 16,1-2 0-16,-4 0 1 16,1 1 1-16,-1-3-3 15,-3 4 4-15,1-3-1 0,-3 0-1 16,-2-1 0-16,-2 2 0 16,-4-1-1-1,-2 0 0-15,-4 0-4 0,-9 2 2 16,-6-2-3-16,-10-1-22 15,-10-3-133-15</inkml:trace>
  <inkml:trace contextRef="#ctx0" brushRef="#br1" timeOffset="149379.76">14118 12604 369 0,'-4'0'0'0,"2"0"6"0,-2 0-6 0,2-3 3 0,2 2 0 16,-1 1-3-16,1-3 1 15,0 3-5-15,0 0-11 16,0 0-25-16,0 0-45 16,-1 3-21-16</inkml:trace>
  <inkml:trace contextRef="#ctx0" brushRef="#br1" timeOffset="149603.81">13925 12945 147 0,'0'0'169'0,"0"0"-167"15,0 0-1-15,0 0 3 16,0 0-2-16,0 0-5 16,0 0-10-16,0 0-30 15,2 3-48-15,10-3 2 0</inkml:trace>
  <inkml:trace contextRef="#ctx0" brushRef="#br1" timeOffset="149747.91">14269 12938 327 0,'0'0'18'0,"0"0"-11"16,42 0-4-16,-29-1-2 15,4-2-1 1,-3 1-32-16,-2-2-73 16</inkml:trace>
  <inkml:trace contextRef="#ctx0" brushRef="#br1" timeOffset="150659.72">14757 12719 162 0,'0'0'47'0,"0"0"-37"16,0 0-7-16,0 0 2 16,0 0 13-16,0 0-4 15,0 0-1-15,0 0-1 16,0 0-10-16,3 0-2 0,-3 2-1 15,-3 2 1 1,0 1 0-16,1 3 0 0,1 2-1 16,-3 0 2-16,2 1-1 15,2 2 0-15,0 1 0 0,0-1 0 16,0 1 1 0,0-2-1-16,4 0 2 15,0-2 0-15,3 0-1 0,2 0 0 16,0-3-1-16,0-1 1 15,1-1 0-15,-1-2 0 0,3 0 1 16,-2-3-2 0,0 0 0-16,0 0 0 0,3 0 1 0,-4 0 0 15,-1-6-1-15,2-1 2 16,-3 1-2 0,-1-3 1-16,-1 0 0 0,1 1 0 15,-3-1-1 1,0 5 1-16,-1 0 1 15,0 0-1-15,-2 4 0 0,2 0 0 0,-2 0-8 16,0 2-1-16,0 7 7 16,0-1 1-16,0 2 1 15,2 0 1 1,0 0-2-16,1 1 0 0,3-3 1 0,2-1-1 16,2-2 0-16,-1-2 3 15,1 0-2-15,3-3-1 16,-2 0 3-1,2 0 2-15,0-7 5 0,-2-3 4 0,-2 0 3 16,0-2-4 0,-4-3 3-16,1 1-4 15,-4 0-5-15,0-2 0 0,-1 2-4 16,-1 3-3 0,0 3-2-16,0 2-4 0,0 5-12 0,-2 1-24 31,-1 0-35-31,-3 3-97 15</inkml:trace>
  <inkml:trace contextRef="#ctx0" brushRef="#br1" timeOffset="151014.81">15224 12925 221 0,'0'0'23'0,"0"0"-8"0,0 0 17 0,0 0-3 16,0 0-12-1,0 0-8-15,0 0-5 0,0 0-4 16,0 0-2-16,0 0 3 16,0 0 0-16,4 39 0 0,-2-27-1 15,-2 4 1 1,0-2 0-16,2 2-7 0,-2-2-19 16,0-2-30-1,0-6-109-15</inkml:trace>
  <inkml:trace contextRef="#ctx0" brushRef="#br1" timeOffset="151505.41">15291 12364 195 0,'0'0'3'0,"0"0"-3"0,0 0 0 15,-43 27-2-15,32-11 2 16,-3 1-1-16,3 3 1 0,2 1 3 15,-2 1 0-15,6 0 7 16,3-4 2-16,2-1-4 16,0-1-3-16,0-1-3 15,8-4 0-15,5-1-1 0,2-2 0 16,1-5-18-16,4-1-32 16,-5-2-67-16</inkml:trace>
  <inkml:trace contextRef="#ctx0" brushRef="#br1" timeOffset="151920">15337 12475 121 0,'0'0'29'0,"0"0"-18"16,0 0 4-16,0 0 4 0,0 0-2 15,0 44-7-15,0-35-6 16,0-2-1 0,0 1-1-16,0-1-2 0,0 0 1 0,0-4-1 15,0 2 2-15,0-4-10 16,0-1-28-1,0 0-29-15</inkml:trace>
  <inkml:trace contextRef="#ctx0" brushRef="#br1" timeOffset="152289.91">15346 12475 196 0,'0'0'21'0,"0"0"-15"15,0 0 6-15,44 0 4 0,-31 3-9 32,0 3-4-32,-2 1 0 15,0 2-3-15,2 1 1 16,-2-1-1-16,-2 0 1 16,3-2 0-16,-2 0-1 0,-1-3 0 15,-2 0 1-15,0-2-1 16,-2-1 1-16,-1-1 0 15,2 0 4-15,-3 0 18 16,-2-6-3-16,1 0-3 0,-1-2-3 16,0-2 0-16,-1-3-3 15,0-1-5-15,0-2-4 16,0 0-1-16,0-1-1 16,0 2 0-16,0 3-6 15,0 3-15-15,0 2-13 0,0 3-32 16,0 2-102-16</inkml:trace>
  <inkml:trace contextRef="#ctx0" brushRef="#br1" timeOffset="152673.64">15622 12505 200 0,'0'0'3'15,"0"0"-3"-15,0 0 1 16,0 0 0-16,0 0 3 16,0 0 13-16,0 0-1 15,39-9-7-15,-32 1 5 0,-3 0-1 16,-2 0-5 0,0 1-3-16,0 1-3 0,-2-1-1 15,0 3 2 1,0 0-9-16,0 3 4 0,-3 1-1 0,-2 0 0 15,-1 0 2 1,-2 1-1-16,1 5 3 0,3 2 1 16,0 1-2-1,0-1 1-15,3 2-1 16,1 1 1-16,0-1-2 0,0 0 2 0,3 0-1 16,4-1 1-1,3-1 1-15,-2 0-7 0,2-2-29 16,-1-3-22-1,3-1-29-15</inkml:trace>
  <inkml:trace contextRef="#ctx0" brushRef="#br1" timeOffset="153214.46">15806 12444 234 0,'0'0'14'0,"0"0"-14"32,0 0 0-32,0 0 0 15,0 0 0-15,0 0 0 0,0 0 1 0,-5 45 1 16,5-36 1-16,0 2 1 0,0-2 2 31,1-2-5-31,5 0 2 16,1-3-1-16,2-1 3 15,-3-1-1-15,2-2-3 16,1 0 0-16,-2 0 0 0,1-1 0 16,-4-4 0-16,1-1 1 15,0-1 1-15,-2 0-1 16,-2 1-1-16,0 1 4 0,-1 1-1 16,0 2-2-16,0 1 0 15,2 1-3-15,-2 0-1 16,1 1 1-16,2 5-1 15,1 0 1-15,1 0 0 16,1-1 1-16,3-1 0 0,1 0 0 16,0-4 0-16,2 0 0 15,-2 0 4-15,4 0-1 16,-4 0 0-16,0-6 9 0,-5-1 2 16,2-3 4-16,-3-2-6 15,-4 0 1-15,0-3-4 16,0-1-5-1,-7 2-6-15,-2-1-3 0,-4 4-7 0,0 0-16 16,-1 2-8 0,-2 2-39-16,3 2-115 0</inkml:trace>
  <inkml:trace contextRef="#ctx0" brushRef="#br1" timeOffset="153543.15">16020 12302 189 0,'0'0'16'0,"0"0"-4"0,40 0 10 0,-26 1-4 15,1 6-5-15,0 2-2 0,1 2 3 0,1 5-3 32,-1 0-8-32,-3 4-1 15,0 2-1-15,-1 2 2 16,-7 0-3-16,0 2 0 0,-4 0 1 16,-1-1-1-16,0-1-3 15,-7-1-4-15,-6-2-24 16,-2-2-40-16,-1-2-93 15</inkml:trace>
  <inkml:trace contextRef="#ctx0" brushRef="#br1" timeOffset="154241.07">16345 12803 73 0,'0'0'118'0,"0"0"-97"0,0 0 1 16,0 0-2-16,0 0 2 15,0 0-7 1,0 0-8-16,0 0 4 15,0 0 0-15,0 0 0 16,0 0-5-16,0 0-2 0,42 0-1 16,-32 0-1-1,0 0-2-15,1 0-1 16,0 0-14-16,-1 0-43 0,-5 0-57 16</inkml:trace>
  <inkml:trace contextRef="#ctx0" brushRef="#br1" timeOffset="154424.04">16394 12911 268 0,'0'0'49'0,"0"0"-41"16,0 0-8-1,0 0 6-15,0 0 2 0,0 0-5 16,0 0-4-16,49 3-31 0,-36-3-81 15</inkml:trace>
  <inkml:trace contextRef="#ctx0" brushRef="#br1" timeOffset="156625.16">16810 12269 145 0,'0'0'7'0,"0"0"-5"15,0 0-1-15,0 0-1 0,0 0 0 16,0 0 2-16,0 0 0 16,0 0 1-16,-4 0 11 15,2 0 2-15,-1 0-9 16,1 0-2-16,-3 0-1 0,1 0 1 16,-1 0-8-16,-1 0 8 15,0 0-4-15,-4 0 0 0,1 0-2 16,0 3 2-1,-1 0-1-15,-1-1 0 0,1 0 0 16,2 2 0 0,2-1 0-16,0-1-1 15,2 0 1-15,3-1-1 0,-1 0 0 0,2 0 1 16,-2-1 0 0,2 3 0-16,-1-1 1 0,1 1 1 0,0 1-1 31,0 0-1-31,-1 2 1 15,0-1-1-15,0 2 2 0,-1 1-2 16,0 0-2 0,1-1 4-16,-1 3-2 0,2-3 0 15,-3 4 0-15,1-2 1 16,0 2-1-16,0-1 0 16,1 0 0-16,0 2 0 15,0-4 1-15,1 2-1 0,0 1 0 16,0-2 2-16,0 1-1 15,0 1 0-15,0 0-1 16,0 0 1-16,0 0-1 0,0 0 0 16,0-1 1-16,0 2-1 15,0-2 0-15,1 0 2 16,0-1-2-16,0 1 0 16,1 0 0-16,-1-2 0 0,2 2 0 15,0-2 0 1,-1 2 0-16,0 0 0 0,1-1 0 15,-1 0 0-15,-1 1 1 16,2 0-1-16,-3 0 0 0,2-1 0 16,-1-1 0-1,1 2 2-15,0-1-4 16,0 0 2-16,-2 0 2 16,2 0-2-16,0-1 0 0,-2 2 0 0,0 1 1 15,0-1-1-15,0-1-1 16,0 2 2-1,0-1-1-15,2 0 0 0,-2 1 0 16,3-1 0 0,-2 0 0-16,1-1 0 0,0 1 0 15,2 0 1-15,0-2-1 0,-3 1 0 16,2-1 0 0,-1 2 0-16,1 0 0 15,-3-1 0-15,0 1 0 16,2-2 1-16,-2 2-2 0,0-1 2 0,0 0-1 15,0 0-1 1,0 0 2-16,0 1-1 16,0-2 0-16,0 2 0 15,2-2 0-15,-2 2 0 16,0-1 0-16,0 1 1 0,0 1-1 16,0-1 0-16,0 0-1 15,0 1 2-15,0 0-1 16,0 0 0-16,0-1 0 15,0 1 0-15,0-1 0 0,0 1 0 16,0-2 0 0,0 1 0-16,1 0 0 0,0 0 1 0,1-3-1 15,-1 1 0-15,0 0 1 16,0-1-2 0,2 1 2-16,-3-2-1 15,0 1 0-15,0 0 0 0,0 0 0 0,0 2 1 16,0-1 2-16,0 1 4 15,2-1-1 1,0-1 1-16,1 0 0 16,5-1 3-16,4 0-6 15,-1-2 4-15,9 0-6 0,0-4 0 16,5 0-29-16,2-2-88 16</inkml:trace>
  <inkml:trace contextRef="#ctx0" brushRef="#br1" timeOffset="157444.22">16967 12503 187 0,'-2'0'17'0,"1"0"-5"0,-1 0-1 16,-2 0-7-16,1 0 0 0,-1 0-2 16,-4 0 1-16,2 1-1 15,-1 1 4 1,1 3 1-16,-5 0-1 0,6 1-3 0,-3 1-3 15,3 0 0 1,-3 3 1-16,5-1-1 0,2 1 0 16,1-2 1-1,0 2 0-15,0 0-1 0,2-3 1 0,8 0 1 32,-3-2 4-32,4 0-3 0,1-2-2 15,1-2 0-15,1-1 2 0,-1 0-5 16,2 0 9-1,0 0-2-15,-2-4-2 0,0-2 3 16,-1-1-2 0,-5-1-1-16,1-3 2 0,-4 2-3 15,-2-3 1-15,-2 1 0 0,0 1-2 0,0 0 0 16,0 2 4-16,-4-1-5 31,-1 3 0-31,-5 1 0 16,0 3-3-16,1 1 0 0,-7 1-9 15,0 0-25-15,-2 0-14 16,3 4-29-16</inkml:trace>
  <inkml:trace contextRef="#ctx0" brushRef="#br1" timeOffset="157744.6">17170 12540 261 0,'0'0'28'0,"0"0"-7"0,0 0 5 0,0 0-3 16,0 0-13-16,0 0-11 0,0 0 1 16,0 0-3-1,0 0-15-15,0 0-7 0,0 0-18 16,2-5-46-16</inkml:trace>
  <inkml:trace contextRef="#ctx0" brushRef="#br1" timeOffset="158085.25">17338 12458 225 0,'0'0'29'0,"0"0"-19"0,0 0-4 32,0 0 6-32,0 0-6 15,0 0 0-15,10 44-1 16,-7-29 0-16,0 1-2 15,0 1-1-15,2-1-1 16,-2 1 0-16,3-3-8 0,0-2-50 16,-3-4-124-16</inkml:trace>
  <inkml:trace contextRef="#ctx0" brushRef="#br1" timeOffset="158753.69">18039 12465 99 0,'0'0'20'0,"0"0"13"0,0 0 6 0,0 0-13 15,0 0-12-15,-39-4-1 16,35 4-5 0,-2 0-5-16,1 0-2 0,1 3 0 0,-4 2-1 15,0 4 0 1,0-2 1-16,3 4-1 0,-1 1 0 16,3-1 3-16,3-1 0 15,0 1-2 1,0-1 4-16,5-1-1 0,3-2 1 0,4 0 0 15,-1-3-1 1,2 1-4-16,0-4 1 16,-1 0 1-16,2 0-2 0,-2-1 2 0,-1 0-1 31,1 0-1-31,-1-3 1 0,-4-2 3 16,2-3 6-16,-4 1-3 0,-1-2 0 0,-2-1-3 15,-2-1 2-15,0 1-1 31,0 0 1-31,-4 2-2 16,-3 0-3-16,-3 1-1 16,-1 3-2-16,1 1 4 0,-4 3-4 15,3 0 0-15,-3 0-11 16,3 0-18-16,2 3-30 16,2 3-58-16</inkml:trace>
  <inkml:trace contextRef="#ctx0" brushRef="#br1" timeOffset="158962.26">18234 12500 59 0,'0'0'248'0,"0"0"-225"0,0 0-12 0,0 0-2 16,0 0 0-16,0 0-8 15,0 0-4-15,0 0-6 16,0 0-27-16,0 0-53 16,-5 0-127-16</inkml:trace>
  <inkml:trace contextRef="#ctx0" brushRef="#br1" timeOffset="159446.47">18464 12437 232 0,'0'0'19'0,"0"0"-11"0,0 0-5 0,0 0 6 31,0 0 4-31,36 0-3 0,-26 0-2 16,3 0-2-16,-2 0 1 0,2 0-1 0,0 0-5 31,-2 4 0-31,-4 3-1 16,2 0 0-16,-6 2-1 15,-2 1-4-15,-1 1-5 0,0 0 1 16,-2 1 3-16,-11-1-2 15,2 0-1-15,-5 0-12 16,1-1-1-16,-2-1 14 0,2-1 8 16,1-3 0-16,3 1 0 15,3-5-1-15,4 2 6 16,4-2 5-16,0-1 8 16,0 0 4-16,12 0 1 15,2 0-6-15,1 0-11 16,6 0-3-16,0 0 0 15,2 0-2-15,0 1-1 0,-3 1-30 16,-4-2-114-16</inkml:trace>
  <inkml:trace contextRef="#ctx0" brushRef="#br1" timeOffset="160212.26">16885 13075 165 0,'0'0'2'16,"0"0"-2"-16,0 0-1 0,0 0 0 0,0 0 2 31,-39 22-2-31,35-15 2 16,1 3 4-16,-1-1 4 15,3 1 9-15,1 0-6 16,0 0 0-16,5-2-3 0,2 2-5 16,3-3-2-16,3-1 4 15,-1-2-2-15,4-1-3 16,-3-2 2-16,2-1 2 15,-1 0 3-15,0 0 0 16,-2-1 1-16,0-6 4 0,-4-2 4 16,-2-1 2-16,-1-1-3 15,-3-2 3-15,-2 0-7 0,0-3-5 16,0 1 0 0,-4 1-5-16,-1 1 4 0,-5 2 1 15,0 2-6-15,3 5 0 16,-4 1-6-16,0 3 3 15,0 0-8-15,4 0-12 0,-4 7-1 16,4-1-14-16,3 2-36 16,1-2-56-16</inkml:trace>
  <inkml:trace contextRef="#ctx0" brushRef="#br1" timeOffset="160388.17">17129 13100 340 0,'0'0'15'0,"0"0"-9"0,0 0-4 16,0 0-8 0,0 0-4-16,0 0-7 0,0 0-16 15,0 0-56-15</inkml:trace>
  <inkml:trace contextRef="#ctx0" brushRef="#br1" timeOffset="160967.34">17231 13032 121 0,'0'0'123'0,"0"0"-108"0,0 0 6 0,0 0-11 31,0 0 4-31,0 0-8 16,0 0-3-16,0 0 1 0,46-13-2 16,-35 13 0-16,1 0-2 15,-1 0 1-15,1 0-1 16,-2 7 0-16,-4 0 0 15,-2 1-1-15,-1 1-4 16,-3 1-14-16,0 0 1 16,-6 2 9-16,-3-1 4 0,-3-1 2 15,-1-2-3-15,2-1 1 16,0-1 6-16,6-1-2 0,-1-4 3 16,4-1 0-16,2 0 0 15,0 0-2-15,10 0 18 16,0 0-2-16,2 0-6 15,4 0-5-15,-2 0-2 16,-1 0 1-16,-2 3-4 16,-1 2 2-16,0 2-2 15,-4 2 0-15,0 1 0 0,-3 1 0 16,-3-1-5-16,0 0 5 16,0-1 2-16,-1-2-3 15,-5 0 2-15,-4-3 0 16,0 0 3-16,0-1-1 15,-2-3-1-15,2 0 0 16,1 0 0-16,0 0-1 0,5 0 2 0,2-4-16 16,2-5-63-1,0-2-157-15</inkml:trace>
  <inkml:trace contextRef="#ctx0" brushRef="#br1" timeOffset="161992.37">18073 13100 265 0,'2'-3'18'0,"-2"0"-10"0,0 1-4 0,0 0-2 0,-3 2 3 16,-2 0-6-16,-2 0 3 15,-3 0-2-15,0 2 0 0,-3 6-1 16,1 1 2-16,-2 3 0 16,0 1-1-16,4 1 0 15,3-1 1-15,-1 1-1 16,6-2 1-16,2-1-2 0,0-4 0 15,5 0 0-15,5 0 4 16,3-4-2-16,3 0-1 16,1-3 1-16,1 0-2 15,-2 0 0-15,1-4 1 0,-3-5 0 16,-1 1 0-16,-3-4 3 16,-2 0 0-1,-2 0 3-15,-4-3-2 16,-1 0 0-16,-1 0 8 0,0 1-5 0,-4 2-2 15,-6 2-3 1,2 2-2-16,-5 4-2 0,-1 1 1 16,1 3-4-1,-1 0-13-15,3 1-11 0,1 5-15 0,2-1-62 16</inkml:trace>
  <inkml:trace contextRef="#ctx0" brushRef="#br1" timeOffset="162191.87">18263 13111 347 0,'0'0'33'0,"0"0"-6"0,0 0-22 0,0 0-2 16,0 0-8-16,0 0-18 15,0 0-20-15,0 0-12 0,0 0-58 16</inkml:trace>
  <inkml:trace contextRef="#ctx0" brushRef="#br1" timeOffset="162729.01">18424 13054 238 0,'0'0'17'0,"0"0"-7"15,0 0-7-15,0 0 3 0,0 0-4 16,0 0-2-16,0 0 0 16,0 0 4-16,0 33 4 15,0-20-1-15,0-1 1 16,0 3-4-16,1-2-1 0,4-2 0 16,2-1 0-1,-2 0-1-15,3-4 0 0,4-3-2 16,-3 1 4-16,2-4 5 15,1 0-3-15,1 0-1 0,0 0-3 16,0-6-1-16,-2-2-1 16,1-4 1-1,-4 4 0-15,1-4 0 0,-4 2-1 16,2 0 0-16,-3 2 0 16,-4 2 1-16,2 2 0 15,-2 4 1-15,0 0 1 0,0 0-4 16,1 1-3-1,-1 9 2-15,1 2 1 0,0 3 2 16,3 1-1 0,-2 1 1-16,1-3-2 0,-1-2-24 15,-2-5-60-15</inkml:trace>
  <inkml:trace contextRef="#ctx0" brushRef="#br1" timeOffset="163793.44">18683 12201 193 0,'0'0'21'0,"0"0"-12"0,0 0-6 16,0 0 3-16,0 0 5 16,0 0-4-16,0 0-3 15,0 0-3-15,0 0 1 0,0 0 0 16,40 0 3-16,-31 0 5 16,5 0-4-16,1 0-1 15,1 0-2-15,-1 0 0 16,1 0-1-16,-3 0-1 0,1 0 0 15,-3 0-1-15,-2 1 2 16,0 2-2-16,-4 0 0 16,1 0 0-16,-1 1 0 15,0 2 0-15,1 0 0 0,-2 1 0 16,1 1 0 0,0 3 0-16,-1 2 0 15,2 3 0-15,-3 2 0 0,3 1 0 16,-1 2 0-16,-3 6 0 15,1 0 1-15,-1 1-1 0,-2 2 0 16,0 0 1 0,0 0-1-16,1-1 2 0,0 0-2 15,0 1 1-15,2-3-1 16,-1 1 0 0,1 1 0-16,-1 1 1 0,0-2 0 15,3 1-1-15,-3 0 0 16,0-4 0-16,-1 1 0 15,0-3 0-15,0 0 0 16,1-2 1-16,0 1-2 0,-2-3 1 16,2 1 1-16,0 1-1 15,0-2 2-15,-1 1-1 16,0-1 1-16,1 0 0 16,0-3-1-16,1 1 1 0,2 0 1 15,-4-4 0-15,2 1 0 0,1 0-1 16,1 0 2-1,-2-1-3-15,3-3 1 0,-1 3 0 0,-2-5 1 32,-2 0-2-32,0-1 0 15,-1-2 0-15,0 0 0 16,-2-1 2-16,-6-1-1 0,-3-2 0 16,-2 2 0-16,-5-3-1 0,0 0-1 0,-2 0-14 31,-2-4-41-31,-1-8-125 15</inkml:trace>
  <inkml:trace contextRef="#ctx0" brushRef="#br1" timeOffset="164183.23">19192 12705 196 0,'0'0'33'0,"0"0"0"0,0 0-4 0,0 0-11 15,0 0-1-15,0 0-11 16,46 0-3-16,-21 0-1 15,0 0-22-15,2-1-113 16</inkml:trace>
  <inkml:trace contextRef="#ctx0" brushRef="#br1" timeOffset="164910.56">19805 12261 140 0,'0'0'14'0,"0"0"2"0,0 0-4 0,0 0-8 16,0 0 8-16,0 0-1 15,0 0 1-15,0 0 1 16,0 0-6-16,0 0-5 0,-27-5-2 15,20 5 0 1,-2 0 0-16,1 0 0 0,-1 3 0 16,1 0 0-16,2 0 0 0,-1-2 0 15,2 2 0 1,2-1 0-16,0-1 0 16,-1 2 0-16,2 0 0 15,0 1 0-15,0-3 0 0,1 4 0 0,-1-2 0 16,0 2 0-16,1-1 0 15,0-1 0-15,1 1 0 16,-1 1 0-16,0-3 0 16,1 0 1-16,0 1 0 15,-1-2 1-15,0 1 0 0,1-2-1 16,0 1 1 0,0-1-2-16,0 2 0 0,0-2-3 15,0 0-31 1,0 0-60-16</inkml:trace>
  <inkml:trace contextRef="#ctx0" brushRef="#br1" timeOffset="165501.65">19625 12611 119 0,'0'0'87'0,"0"0"-69"0,0 0-16 0,0 0-3 0,0 0 5 15,0 0 4 1,-41 5 0-16,30 3-2 16,-1 2-2-16,3 3-2 15,-3 1 2-15,1 5-1 0,5-1 0 0,-3 3 2 16,5 2 3-1,4-3-2-15,0 2 5 0,0-1-4 16,6-4-2-16,6 1 3 16,5-5-3-16,3-2 0 0,3-2-1 31,3-2-8-31,0-3-22 0,-1-4-39 16,2 0-58-16</inkml:trace>
  <inkml:trace contextRef="#ctx0" brushRef="#br1" timeOffset="165916.26">19862 12708 274 0,'0'0'12'16,"0"0"-5"-16,0 0-7 15,0 0-1-15,0 0 3 0,-45 14-2 16,33-4 0-16,5 2 1 15,-1 2 1-15,3 0-1 16,5-1 3-16,0 2-2 16,0-3 1-16,3-1 0 0,7-2 0 15,1-1 0-15,3-4 0 16,1-1 4-16,3-3-1 16,-2 0-4-16,4 0 0 15,-4-4-2-15,-1-6 1 0,-2 0 0 16,-1-1 1-16,-4-3 4 15,-3 0 0-15,-2-1-4 16,-3 2 4-16,0 0 0 16,-3 2-2-16,-7 1 0 15,-5 3-4-15,0 1-5 16,-1 4 5-16,-3 2-2 16,1 0-5-16,2 0-1 15,0 4-11-15,5 2-15 0,3 1-36 16,4-2-70-16</inkml:trace>
  <inkml:trace contextRef="#ctx0" brushRef="#br1" timeOffset="166172.57">20113 12751 304 0,'0'0'21'0,"0"0"1"0,0 0 6 0,0 0 4 16,0 0 4-16,0 0-27 16,0 0-7-16,0 0-2 15,0 0-6-15,0 0-39 0,3-21-13 16,-1 21-4-16,3 0-32 0</inkml:trace>
  <inkml:trace contextRef="#ctx0" brushRef="#br1" timeOffset="166448.18">20272 12660 191 0,'0'0'108'0,"0"0"-103"15,0 0-5-15,0 0 0 16,0 0 2-16,-2 41-1 16,1-24 1-16,0 3-1 0,1 1 1 15,0-1-1-15,0 1 1 16,0-2-1-16,0-1 0 15,4-5-1-15,-1-2 0 0,4-5-8 16,-2-2-37 0,0-4-60-16</inkml:trace>
  <inkml:trace contextRef="#ctx0" brushRef="#br1" timeOffset="166781.6">20348 12580 202 0,'0'0'14'16,"0"0"12"-16,38 0 7 0,-22 3-9 15,0 1-11-15,0 3-4 0,1 3 0 16,-1 3-3-16,-3 7-3 16,-2 2 2-1,0 3-4-15,-6 3-1 0,-1 2 0 16,-4-1 1 0,0-2-2-16,0-2-12 15,-9-4-17-15,-3-5-32 16,-2-5-45-16</inkml:trace>
  <inkml:trace contextRef="#ctx0" brushRef="#br1" timeOffset="168610.81">20826 12164 17 0,'0'0'122'0,"0"0"-73"0,0 0-23 0,0 0-18 0,0 0-1 16,0 0 3-16,0 0-4 16,0 0 1-1,0 0 2-15,0 0 4 0,0 0-6 0,0 0-4 31,0 0-3-31,-2 0-1 0,-2 0 1 0,1 0 0 16,-5 0 0 0,3 0 0-16,-4 0-1 15,2 1 2-15,-5 0-2 16,1 0 2-16,0-1-3 16,-1 0 4-16,2 3-2 15,-1-2 0-15,1-1 0 16,2 0 0-16,-1 2 1 0,3-1-2 15,0 0 1-15,3 2 1 16,-3-1-2-16,3 0 1 16,1 3 0-16,0-1 0 15,1-1 0-15,1 4 0 0,-2 1 0 16,2 0-1-16,0 2 2 16,0-1-1-16,0 1 0 15,0 0 0-15,3 3 0 16,0 0 0-16,0-2 1 0,4 5-1 15,-6-2 1-15,1 0-1 16,0 2 0-16,0 2 0 16,-1-2 0-16,2 4 1 15,-3-2-1-15,0 1-1 0,2 1 2 16,-1-2 1-16,1-2-1 16,0 2 1-16,0-2 4 15,2 2-4-15,-2-2 1 16,2 2-1-16,-2 1-2 0,0-2 0 15,0 0 1-15,2 0 0 16,-2-1 0-16,-1-1-1 16,1 2 0-16,0-2 0 15,-1 0 0-15,1 1 2 0,1-2-3 16,-1 2 3 0,-1-1 0-16,3-3 3 15,-2 2 0-15,1 0-1 16,-1 0 0-16,0-2-2 0,-1 0-1 15,1 1-1 1,-2 0 0-16,1-2 1 0,0-1-2 0,-1 2 2 16,0-1-1-16,0-1 0 15,0 1 1 1,0 1-1-16,0-1 0 0,0 2 1 0,0-2-1 31,0 3 0-31,0-1 0 0,0 1 1 0,0-2-1 16,0 2 1-16,0-3-1 15,0 2 0-15,0-2 0 16,0 1 0 0,1-1 0-16,-1-1 0 0,1 0 1 0,-1 0-1 15,2-1 0 1,0 0 1-16,0 0-1 0,-2 1 2 0,3-2 1 31,-1 2 0-31,2 0 0 16,1-1 0-16,-2-1 2 15,2 0 2-15,1-3 7 0,1 2 0 0,4-1-1 16,2-1 9 0,5-2-17-16,4 0-1 0,7-1 0 0,7-2-8 15,1 0-77-15,6-13-157 16</inkml:trace>
  <inkml:trace contextRef="#ctx0" brushRef="#br1" timeOffset="170490.79">24007 11961 104 0,'0'0'18'0,"0"0"-10"0,0 0-1 0,0 0 5 16,0 0 17-16,0 0 2 16,0 0-9-16,0 0-4 0,0 0-6 15,0 0-1-15,0-1-4 16,2 1-4 0,1-1-2-16,1 1 0 15,2 0-1-15,1-1 0 0,3 1 0 16,1 0 0-1,1 0 0-15,3 0-1 0,0 0 2 16,0 0 0-16,-1 0-1 0,1 0 0 16,-1 0 0-1,0 0 0-15,0 0 0 16,-1 0 1-16,0 0-1 0,-2 0 0 0,2 0-1 16,-6 0 1-16,1 0 1 15,0 0 1-15,-1 0 0 16,-3 0 0-16,2 0-2 0,-4 0 0 15,1 0 1 1,0 0-2-16,-1 0 1 0,2 0 1 16,-2 0-1-1,-2 0 4-15,1 0 2 0,1 0 0 0,-2 0-2 16,0 0-1-16,0 0-2 16,0 0 0-16,0 1 0 15,0 1 0-15,0-1-1 16,0 2 1-16,0 3 0 0,0-1-2 31,0 3 2-31,0-1-2 16,0 3 1-16,0 0 0 15,0 1 0-15,0 3 1 16,0-1-2-16,0 4 2 0,1-1-2 16,0 0 1-16,-1 0 1 15,0 3-2-15,0-1 1 16,0-1 0-16,0 3 0 15,0-1 0-15,0 2 0 0,0-2 0 16,0 1 0-16,0-1 0 16,0 2 1-16,0 1-1 15,0-1 1-15,0 0 1 16,1 2 0-16,0-1 1 16,3 1-1-16,-2 2-1 15,1-4 1-15,0 0 0 0,0 0 0 0,1-2 0 16,0 1 3-16,-2-2-3 15,1 2 1-15,-2-1-1 16,1-1-1-16,0 2 0 16,-2-3-1-1,0 3 0-15,0-1 1 16,0-1-1-16,0 1 0 0,0-1 1 0,0 0-1 16,0 0 0-1,-4 0 0-15,2-1 2 0,0-1-2 16,-1 1 1-1,0-2-1-15,3 1 1 16,-4-1-1-16,4 0 0 0,-1-1 2 16,0 0-2-16,-1 1 0 0,-1 1 0 0,1-3 0 15,0 4 0-15,-2-3 0 32,2 2 0-32,0-2 1 15,2 2-1-15,-2-1 0 0,1-2 0 16,1 3 0-16,-2-2 0 15,2-1 1-15,-3 0-1 16,2-1 0-16,0-2 0 0,1 0-1 16,-2-1 2-16,1 1-1 15,1-3 0-15,-1-1 0 16,0 1 0-16,1-2 0 16,0 2 0-16,0-1 0 15,0 1 0-15,0-1 1 16,0-1-1-16,0 1 1 0,0-2-1 15,1 2 0-15,-1-1 0 16,2 0 0-16,-1 0 0 16,0-1 0-16,4 2 0 0,-5-2 1 15,2 1-1-15,0-2 1 16,1 1-1 0,-1 1 1-16,2-1 0 0,-2 0 0 0,0 0 1 15,-1 1-1-15,-1 0-1 16,0-2 0-1,0 1 1-15,-1 1-1 16,-7-1 1-16,-4-1 0 0,-3 1 0 0,-8-1 0 16,-8-2-3-1,-7-1-7-15,-11 0-35 16,-8-4-81-16</inkml:trace>
  <inkml:trace contextRef="#ctx0" brushRef="#br1" timeOffset="172428.28">16291 14271 91 0,'0'0'35'0,"0"0"10"0,0 0-6 0,0 0-10 15,0 0 0-15,0 0-2 0,1 0-7 16,0 0-10-16,1 0-5 16,3 0-4-16,0 0-1 15,-1 0 1-15,1 0-1 16,0 0-5-16,3 0 8 0,-3 0-3 16,4 0 0-1,0 0 1-15,1 0-1 0,4 0-5 16,-3 1-15-16,1-1-14 15,-3 0-11-15,0 0-52 16</inkml:trace>
  <inkml:trace contextRef="#ctx0" brushRef="#br1" timeOffset="172796.12">16318 14445 53 0,'0'0'79'0,"0"0"-73"0,0 0 22 0,0 0-1 16,0 0-8-16,0 0-7 0,38 3 5 16,-24-3-1-16,1 0-7 15,1 0-5 1,0 3-2-16,1-2-3 0,-1-1-36 0,2 0-88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3:35:52.0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17373 13836 97 0,'0'0'10'0,"0"0"4"0,0 0 2 15,-4 0-6-15,2 0 1 16,0 0-4 0,1 0-2-16,-3 0 9 0,0-3 3 0,2 3-6 15,-1-3-7 1,0 3-2-16,-3 0-2 0,1-1 0 15,-2 1 0 1,0 0 0-16,-1 0-1 16,1 0 1-16,-3 0 0 0,3 0 1 0,-3 0-1 15,1 0 0 1,1 0 0-16,-1 0 0 16,1 0 0-16,3 0 0 0,0 1 0 15,2-1 1 1,1 0 8-16,1 0 1 15,-1 0-6-15,-1 0-1 0,2 2-3 16,-4 0 0-16,1 1-1 0,0 1 0 0,-1 1 1 31,0 0-1-31,2 1-1 16,-2 0 0-16,-1 0 1 16,3 0 0-16,-1 2 1 0,1-1 1 15,0 1-1-15,0-1 0 0,1 0 0 0,0-1 0 31,-1 3 1-31,2 0 1 16,1 1 0-16,0-1 1 16,0 2 0-16,0 2-1 15,0-3-1-15,0 1-1 0,0-2 1 16,0 2-1-16,0-1 0 16,0 0 1-16,4 0 0 15,-4-1 0-15,2 2 0 16,-2-1 0-16,2 3-1 0,-2-4 1 15,0 2-1-15,0 0 1 16,0-1-1-16,0 1 0 16,0-2 0-16,0 2 2 15,0 1-2-15,0 0 1 0,0 0-1 16,0-1 2-16,0 2-2 16,0-2 1-16,0 1 2 15,0 0 0-15,0 1 1 16,0 0-2-16,0-1 1 0,0 3-1 15,0-4-2-15,0 2 2 16,0-2-2-16,0 0 0 16,0-2 1-16,0 1 2 0,1 0-2 15,-1-1 1 1,2-2 0-16,-1 3 0 16,2-2-2-16,-1 2 2 0,0-1-2 15,0 1 0-15,-2 2 1 0,1-2 0 31,0 3 1-31,0-2-1 0,-1 4 0 16,1-2 0-16,0-1-1 16,-1 3 1-16,1-1 0 0,0 1-1 15,1-2 1 1,-2 3-1-16,0-2 1 0,3-1-1 16,-1 1 1-16,-2-1-1 0,1-1 0 15,1 1 1-15,-1 0-1 16,1 1 1-16,0-1 0 15,1 1 0-15,-1 0-1 0,-1-1 0 16,-1 1 2 0,2-1-1-16,-1 0-1 15,0-2 0-15,-1 2 0 0,0-1 0 0,0-1 0 16,0 0 0-16,0-1 0 16,0 3 0-16,0 1 1 15,0-1-1-15,0 1 0 16,1-1 1-1,0 1-1-15,0-1 0 0,0 1 0 16,1 0 0-16,-2 1 1 0,2 1-2 31,-2-2 1-31,0 1 0 16,0-1 0-16,0-1 0 0,0 0 1 0,0-2-1 16,0-1 0-16,0 2 0 15,0-1 0-15,0-1 0 16,0 1 0-1,0 0 0-15,1 1 1 16,1-1-1-16,0-1 0 0,0 3 0 16,0-2 1-16,1 1 0 15,-1-2 0-15,1 1 1 16,0-1-1-16,2-2 0 16,-1 1 2-16,2-2 2 0,2-1 1 15,-1 0 1-15,2 0 0 16,5-1 1-16,1-2-4 15,5-1-2-15,4-2 0 16,3 0-7-16,5-5-31 0,-6-14-56 16</inkml:trace>
  <inkml:trace contextRef="#ctx0" brushRef="#br0" timeOffset="1036.07">17576 14020 140 0,'-1'0'23'0,"1"0"22"0,0 0-19 16,-1 0-4-16,1-1 4 15,-1 0-6-15,1-1-7 0,-1 2-5 16,-1 0-5-16,0 0-4 15,-4 0 1-15,2 0-1 16,0 0 1-16,-4 7 0 16,3 0 1-16,-3 0-1 0,4 0 1 15,0 2-1-15,1-1 1 16,2 2 2-16,1-1-3 16,0 1 0-16,2 0 1 15,5-2-2-15,2 0 1 0,0 0 1 16,2-2 1-16,1-2-1 15,1 2 0-15,-1-5 0 16,2 3 0-16,-3-4 0 16,1 0 0-16,-1 0 0 15,0 0 0-15,1 0 0 16,-2 0 1-16,-1 0 0 0,1-1-1 16,-2-3 0-1,-3 0 0-15,1 0 0 0,-2-1 0 16,0 1-1-16,-3-1 2 0,0 0-2 15,-1 0 1 1,0-2 0-16,0 1-1 16,0-2 0-16,0 0 0 0,-3-1-1 0,-2 0 1 15,-1 0 1-15,1 1-3 16,-3 0 0 0,1 1-2-16,-3-1 2 15,0 2-1-15,1 0 2 0,-3 0 0 0,1 3 0 31,-2-1 0-31,2 4-2 16,-1 0 2-16,-1 0-1 0,4 0 1 16,-2 2 0-16,-2 3-2 15,4 4-26-15,2-1-15 16,-2 1-19-16,4-1-28 16</inkml:trace>
  <inkml:trace contextRef="#ctx0" brushRef="#br0" timeOffset="1428.53">17994 14077 163 0,'0'0'38'0,"0"0"9"0,0 0-6 15,0 0-17-15,0 0 0 16,0 0-10 0,0 0-4-16,0 0-5 0,0 0-1 0,0 0-3 15,0 0-1-15,0 0 0 16,4-13-15 0,-4 13-43-16,0 0-25 15,0 0-58-15</inkml:trace>
  <inkml:trace contextRef="#ctx0" brushRef="#br0" timeOffset="2730.49">18235 13965 23 0,'1'0'107'0,"-1"0"-99"0,0 1 1 15,1 1-9-15,2-1-2 0,-1 5 8 16,1-2 6 0,2 3 4-16,-1 0 11 0,0 1-10 15,0 0-9-15,0 3-4 16,-1-1-2-16,0 2 0 0,0-1 0 16,0 0 0-16,-1 2 2 15,1-3-2-15,-1 1 1 16,-2-1-7-1,2-3-27-15,-1-1-33 16,0-2-33-16</inkml:trace>
  <inkml:trace contextRef="#ctx0" brushRef="#br0" timeOffset="3229.63">18523 14008 109 0,'0'0'33'0,"0"0"-1"16,0 0 2-16,0 0-16 0,0 0-15 0,0 0-3 31,0 0 0-31,0 0 0 16,-42 12 0-16,38 0 0 15,-2-1 2-15,3 1-2 16,1 1 0-16,1-1 0 0,1 1 0 16,0-3 0-16,4-2 0 15,5 2 3-15,4-4 0 16,-2-1 0-16,4-3 0 16,1 1-1-16,0-3 3 15,1 0-1-15,-2 0 0 0,2-7 0 16,-6 1 1-16,1-3 3 15,-3-2-2-15,-2 0-4 16,-2-2 1-16,-1-1 1 16,-4-2-3-16,0 2-1 15,-3-2 0-15,-5 1 4 0,0 2 3 16,-3 3-3-16,-2 0-5 16,2 4-3-16,-5 4 4 15,3 2-6-15,-2 0 1 0,2 0-11 16,1 5-4-1,0 1-6-15,5 1-52 0,1-3-72 0</inkml:trace>
  <inkml:trace contextRef="#ctx0" brushRef="#br0" timeOffset="3741.65">18825 13958 175 0,'0'0'10'0,"0"0"-7"0,0 0-1 16,0 0-2 0,0 0 1-16,0 0 0 15,0 0-1-15,-31 38 1 16,29-31 1-16,2-1-5 0,0 0 3 15,0-2 1-15,2 0-1 16,4-1 3-16,2 0-1 16,-3-3-1-16,3 0 5 15,2 0 4-15,1 0-1 16,0 0-1-16,1 0-1 16,1 0 1-16,1 0-4 0,-1 0 0 15,0 0 0-15,2 0 1 16,-4 0-3-16,1 0-1 15,-3 1 0-15,-1 1-1 16,-3 2 0-16,2 0 0 0,-2 0 0 16,-1 2 1-16,-3-1-1 15,0 1 0-15,-1 1-1 16,0-1 2-16,0 0 0 16,-4 1-1-16,-3-1 2 0,-5-1 1 15,-1 1-1 1,-5 0 3-16,1 0-3 0,-3-1 3 15,0-1-22-15,2-2-19 16,1-2-35-16,0 0-66 0</inkml:trace>
  <inkml:trace contextRef="#ctx0" brushRef="#br0" timeOffset="3992.43">18826 13923 151 0,'0'0'31'0,"0"0"-29"0,0 0 9 15,43 0-2-15,-28-1-4 0,5 0-4 16,1-2-1-1,0 3 0-15,-2-3-2 0,3 2-41 16,-4-2-64 0</inkml:trace>
  <inkml:trace contextRef="#ctx0" brushRef="#br0" timeOffset="4474.89">19169 13901 86 0,'0'0'93'0,"0"0"-72"15,0 0-13-15,0 0-3 16,0 0-4-16,0 0-2 16,0 0 6-1,0 0-4-15,-11 31 4 16,7-21-5-16,0-4 1 16,0 4 1-16,2-3 0 0,1 0 0 0,1-3 1 15,0 2-2-15,0-4 1 0,0 0 0 16,3 0-1-16,3-1 1 31,-3-1 4-31,5 0 1 16,-1 0 2-16,2 0-2 15,0 0-2-15,0 0 1 16,3 0 2-16,-2 0-1 16,2 0-2-16,-3 0-1 0,0 0-2 15,1 3-1-15,-3 1-2 16,0 1 2-16,-3 1-2 15,1 0 2-15,-3 1-3 0,0 2 0 16,-2-1 2-16,0 1 0 16,0-2 0-16,-2 1 1 15,-4-1-3-15,-3 1 2 16,-1-4 1-16,-1 3 0 16,0 0 0-16,-1-1 3 15,1-2 0-15,1 0-3 0,-4-1 1 0,4 1-3 16,-1-1-15-1,-1-3-21-15,5 0-28 0,-1 0-75 16</inkml:trace>
  <inkml:trace contextRef="#ctx0" brushRef="#br0" timeOffset="4666.78">19168 13907 265 0,'0'0'29'0,"0"0"-26"0,38-10-3 0,-22 8-2 0,5 0-28 0,2 0-20 32,-1 1-42-32</inkml:trace>
  <inkml:trace contextRef="#ctx0" brushRef="#br0" timeOffset="6169.28">20572 13905 152 0,'-7'0'7'0,"-1"0"5"0,-3 0 3 15,1 0-12 1,-3 0 4-16,-1 0 1 0,0 0 0 15,-2 3 2 1,2 1-4-16,-2 5-3 0,1 2 0 16,0 2-2-16,2 3 0 15,2-1 1-15,6 2-1 16,-2-1-1-16,6-2 1 0,1 0 0 16,0-3-2-16,8 0 2 15,4-2 3-15,3-3 5 16,3 0-1-16,4 0-2 15,-1-5-4-15,1 2 2 16,-2-3-2-16,2 0-1 0,-5 0 1 16,-1-3 1-1,-3-1 1-15,-1-3 2 16,-2-1-1-16,1-1-1 0,-7-2 0 16,0 2-1-16,-2-4 1 15,-2-1 1-15,0-2-3 0,0 2-5 16,-5-3 3-16,-3 3 3 15,-1 2-2 1,-1 1-2-16,-1 4-2 0,-1 4 2 0,3 0 2 16,-4 3-10-1,-1 0-8-15,3 0-1 0,-2 6-12 16,4 0-41-16,2 1-31 16</inkml:trace>
  <inkml:trace contextRef="#ctx0" brushRef="#br0" timeOffset="6390.72">20748 13990 270 0,'0'0'4'0,"0"0"-3"0,0 0-5 0,0 0-23 31,0 0-27-31,0 0-51 16</inkml:trace>
  <inkml:trace contextRef="#ctx0" brushRef="#br0" timeOffset="6996.49">20972 13925 114 0,'0'0'9'0,"0"0"-3"0,0 0-2 16,0 0-1-16,0 0-2 16,49-22 3-16,-36 20 7 15,1 2 10-15,-1 0 5 0,0 0-13 16,0 0-10-16,-2 6-2 15,-2 1-1 1,-1 1-1-16,-4 4-1 0,-1 0-5 16,-3 0 2-16,0 1-5 15,0 0 10-15,-7-1-2 0,-2-1 3 16,-1-2 0 0,0 1-2-16,0 0 2 0,-3-2 4 15,2 1-2-15,-1-1-1 0,2 0 0 16,1 0-1-1,2-2 1-15,3-2 1 0,1-1-2 16,3 0 0 0,0-3-1-16,0 0-1 0,0 0 22 15,5 0 0-15,6 0-7 16,0-2 1-16,3-2-4 16,1 0 1-16,1 1-4 0,1-1-2 15,4 1-3 1,-3 1-1-16,2 0-1 15,2 2 0-15,0-1-2 16,0 1 0-16,1 0-14 0,-6 0-39 16,0-2-70-16</inkml:trace>
  <inkml:trace contextRef="#ctx0" brushRef="#br0" timeOffset="7450.76">21498 13948 109 0,'0'0'24'0,"0"0"-9"0,0 0-4 0,0 0-9 0,-37-2 0 15,24 2 1-15,1 6 5 16,0 3-2-1,2-1 1-15,3 3-3 16,1 0 0-16,4 0-1 0,2 0-1 16,0-1 1-16,0 0-1 15,8-3-1-15,2 1 8 16,3-3-5-16,0-1 4 0,3-2 1 16,1-2-5-1,0 0-1-15,0 0 5 0,-1-2-6 16,2-5-1-16,-2 0 1 15,-3-3-1-15,-3 0 1 0,-3 0 9 16,-4-3 13-16,-3-1-9 16,0-3-8-16,-1 3-3 15,-8 1-3-15,-1 0-1 0,-4 5-2 16,-3 2-1 0,-1 5 0-16,3 1-6 0,-3 0-24 15,3 4-12 1,0-1-52-16</inkml:trace>
  <inkml:trace contextRef="#ctx0" brushRef="#br0" timeOffset="8050.34">21745 13880 94 0,'0'0'14'0,"0"0"-12"0,0 0 1 0,0 0 3 16,0 0 2-16,-9 39 3 31,6-26 6-31,2 0 0 15,1-3 3-15,0 3-8 0,0-2-2 16,0-1-1-16,4-3-1 16,1 0 4-16,3-2 0 15,0-3 4-15,2 1-1 16,1-1-2-16,1-2-3 0,1 0-4 16,-1 0-3-16,1 0-2 15,-2-3 0-15,1-3 0 16,0-2 1-16,-3 0-1 15,1-3-1-15,-1-2 0 0,-1 2 1 16,-1-2 0-16,-1 1-1 16,-1 3 0-16,-2 0 0 15,-1 4-1-15,-2 2 0 16,0 2-3-16,0 1 1 16,0 0-1-16,0 2 4 0,-4 4-2 15,1 2 2-15,0 2 2 16,2 2 0-16,1-2-2 15,0 2 0-15,0-2 2 0,2 3-1 16,4-3-1-16,0-1 1 16,3-1 1-16,2-1-2 15,1 0 0-15,2-1-11 16,-1-3-35-16,2-2-45 16,-1-1-68-16</inkml:trace>
  <inkml:trace contextRef="#ctx0" brushRef="#br0" timeOffset="8628.94">22296 13925 78 0,'0'0'33'0,"0"0"-24"0,0 0 16 0,0 0-7 16,0 0 12-1,0 0-11-15,16-37 0 16,-16 29-5-16,0 1-3 0,-2 0-3 16,-4-1-7-1,-2 1-2-15,0 1 1 0,-3 1-3 0,0 1-1 16,-2 1 4 0,-1 0 0-16,-1 3-1 15,-2 0 1-15,2 0 0 0,1 0 0 0,1 6-1 31,0-1 1-31,4 4 0 16,2-1-2-16,3 2 0 0,4-2 1 16,0 0-2-16,0 2 3 15,6-3 1-15,5 0 2 16,-1-1-2-16,2-2 0 16,0-1 2-16,1-3-2 15,-1 0 3-15,1 0 0 0,0 0-1 16,-2-3 0-16,-2-1 2 15,-1-2-1-15,-2 0 1 16,0 1 2-16,-3 1-2 0,0-1-3 16,-1 3 1-16,-2 0-1 15,0-2 0-15,0 4-1 16,0 0-2-16,0 0 0 16,0 0-3-16,0 0 0 0,1 4 0 15,-1 6 3 1,1 1 2-16,-1 2 0 0,2 5 0 15,0 1-1-15,-2 3 2 16,1 1-1-16,-1 0 0 16,0 0-46-16,0-3-95 15</inkml:trace>
  <inkml:trace contextRef="#ctx0" brushRef="#br0" timeOffset="10015.51">17764 14773 107 0,'0'0'18'0,"0"0"5"0,0-3-5 0,0 3-6 15,0-1-1-15,0-2-4 16,0 3 5-16,0 0-8 16,0-1 5-1,0 0-4-15,-1 1-2 0,1 0-1 16,-1 0-2-16,-1 0 0 0,2 0-3 16,-5 0 2-16,0 0-3 15,1 0 3 1,-3 0 2-16,1 1-3 0,-3 3 4 0,0 0 1 15,0 4 0-15,1 1 0 16,-2 1-3 0,3 3 2-16,0 1-4 0,2 0 5 0,2 3-2 31,3-2 0-31,0-1 1 0,0-3-5 0,1 0 3 16,7-2 1-16,1-5 5 15,3 2 0 1,0-3 1-16,3-2 1 15,0-1-4-15,1 0 0 16,-2 0-1-16,0-1-1 16,-2-5-1-16,-1 0 3 0,0-2 4 0,-2-1 4 15,-1-1-5 1,-1-1 2-16,0-2-2 0,-2 2-2 16,-1-2-4-1,-2 0 1-15,-2 0-2 16,0 1 2-16,0 1-4 0,-4 2-1 15,-4 2 5-15,-3 1-2 16,-1 3-2-16,-2 3 2 16,-1 0-4-16,-1 0-5 15,1 7-11-15,0 0-23 0,3 2-40 16</inkml:trace>
  <inkml:trace contextRef="#ctx0" brushRef="#br0" timeOffset="10256.52">18030 14841 257 0,'0'0'9'0,"0"0"11"0,0 0-8 0,0 0-4 15,0 0-4-15,0 0-4 16,0 0-1-16,0 0-7 0,0 0-27 16,0 0-66-1</inkml:trace>
  <inkml:trace contextRef="#ctx0" brushRef="#br0" timeOffset="11029.89">18323 14763 144 0,'0'0'8'0,"0"0"13"0,0 0-5 16,0 0-1-16,37-1-4 15,-18-2-4-15,-2 0 2 16,2-1 1-16,3 0-1 16,-4 3 0-16,2-1-3 0,-2 2-3 15,-5 0-2-15,0 0-1 16,-5 0 0-16,-2 2-2 16,-5 3-1-16,-1 2-12 15,0 0 5-15,0 0 8 0,-5 3 2 16,-2 1 0-16,-2-1 4 15,0-1-3 1,0-2 0-16,2 0-2 0,0 0 2 16,3-2 0-16,2-1-1 15,2-1 1-15,0-1-1 0,0 0-2 16,0-2 7-16,4 0-1 16,3 0 8-16,3 0-5 15,1 1-1 1,-1-1-4-16,0 3-1 0,0-2 0 0,-1 2-1 15,1 3 0 1,-3 0 0-16,-1-1 0 0,-2 4 0 16,-1-1-1-1,-2 1-1-15,-1-1 2 0,0-1-2 0,-4 2 0 16,-5-2 2-16,-2-1 1 16,-4 0 1-16,0-2 1 15,-2 0-3 1,-1 0 5-16,2-2 0 0,1-1 14 0,4-1-10 31,2 0-7-31,3 0 1 0,1 0-1 16,4 0 0-16,1-1-3 15,0-5-24-15,1-1-32 16,8-4-55-16</inkml:trace>
  <inkml:trace contextRef="#ctx0" brushRef="#br0" timeOffset="11536.83">18717 14826 192 0,'0'0'10'0,"0"0"16"0,0 0-13 0,0 0-9 16,0 0-4-16,0 0-2 16,0 0-3-16,0 0 7 15,0 0 1-15,0 0 3 16,6 35-3-16,-6-23 0 0,-2 1-1 16,2-1 0-16,0-1 3 15,0-1-4-15,5 0 1 16,1-1-2-16,4-3 3 15,0-2-1-15,1-1 1 0,0-2 0 16,1-1-2 0,1 0 1-16,-1 0 0 0,0-7-1 15,0-1-1-15,-1-2 2 16,-3-2 1-16,0 1 2 16,-5-2 0-16,-2-1 3 15,-1-2 2-15,0 3-3 0,0-2-1 16,-4 2-2-16,-6 0-3 15,0 3 2-15,-2 2-3 0,-2 3 1 16,-1 3-3 0,-2 2-4-16,1 0-15 15,-2 0 8-15,0 7-22 0,4-2-24 16,4 1-40-16</inkml:trace>
  <inkml:trace contextRef="#ctx0" brushRef="#br0" timeOffset="12191.02">19159 14801 153 0,'0'0'45'0,"0"0"-41"0,0 0 15 16,0 0-9-16,0 0-12 15,0 0-8-15,-5-36 5 16,-3 31 3 0,1 1 11-16,-2 0 2 15,4 2-3-15,-3-1-1 16,1 3-10-16,-3 0 0 0,0 0-7 16,-1 0-8-16,1 5 11 15,-1 2 6-15,3 0 1 16,1 0 0-16,6 1 0 15,-1 1 0-15,2-1 1 0,0 1-2 16,0-2 1-16,7 0 3 16,2 1-3-16,2-3 3 15,0 1 0-15,1-2 5 16,2 0-2-16,-1-1 2 0,-1 0 0 16,0 0 0-16,-1 0-3 15,0 1 2-15,-2 0-7 16,-1 3 2-16,-2-1-3 15,0 1 1-15,-6 2-1 16,0-1-2-16,0 1 1 0,0-1 0 16,-6 1-1-16,-1-2 4 15,-3 0 1-15,-1-1-1 16,0-1 2-16,0-2-5 16,0 0 7-16,-1-2-5 15,0-1 1-15,1 0 1 0,4 0 0 16,-2 0 1-16,4 0 7 0,3-5 6 15,-1-2 2 1,2 0-4-16,1-1-9 0,0-2 0 16,0-1 3-1,1 1-6-15,5-1-2 16,1 1 0-16,1-3-3 0,3 6-8 0,3-3-19 16,-3 0-26-16,2-1-60 15</inkml:trace>
  <inkml:trace contextRef="#ctx0" brushRef="#br0" timeOffset="12822.47">19318 14757 148 0,'0'0'5'0,"0"0"4"0,0 0-3 0,43-21 5 16,-30 18 2-16,3 0 4 16,-1 1-1-16,0 0-6 15,-1 2-3-15,-2 0-5 16,-3 0-2-16,-2 0 1 15,-2 4-2-15,-2 2 1 16,-3 3-1-16,0 0-7 0,0 1 7 16,-1-1-2-16,-9 2 6 15,1 1-5-15,-1-2 6 16,-3-2-8-16,1 1 8 0,0-3-8 16,3-2 6-16,2 0 1 15,0-3-1-15,3 1-1 16,4-2 1-16,0 0 8 0,0 0 4 15,0 0 4 1,9 0-11-16,-2-1-5 0,2-1 0 16,1-1 0-1,0 2-2-15,-1-1 1 0,-1 2-1 16,0 0 0-16,0 0 0 16,-4 0 0-16,1 7 0 0,-1 2 0 15,-1 1-1-15,-1-1-2 16,-2 2 1-16,0 0 1 15,0-1 0-15,0-1 0 0,0-2-2 16,-5-2 0 0,-1 0 4-16,-1-2 7 15,-5-1 2-15,2 1-2 0,-2 1-6 0,0-2 1 32,4 1-2-32,-1-1 0 0,5-1-9 0,-1-1-35 15,5 0-84-15</inkml:trace>
  <inkml:trace contextRef="#ctx0" brushRef="#br0" timeOffset="13748.83">20619 14652 150 0,'0'0'1'0,"0"0"0"0,0 0-18 0,0 0 3 0,0 0 8 16,0 0 7-16,-37 13-2 15,29-9 6 1,3 2 0-16,-3 0 10 16,1 1-3-16,-2 0-2 0,1 3-1 0,0 0-6 31,-1 0-1-31,4 1-1 0,1-1 0 15,1-1 1-15,3 0-2 0,0-1 0 16,3 0 2 0,4-1 0-16,4 0 9 15,3-1-4-15,1-2 3 16,1 1-3-16,1-1 0 0,1-3-2 16,1 1-5-16,-2-2 1 15,-1 0-1-15,-3 0 2 16,-1 0-1-16,-4-3-1 15,-1-3 3-15,-3-1 15 16,-1 0 0-16,-3-3-7 0,0 0 5 16,0-1-7-16,0-3-4 15,0 0-1-15,-5-1-3 16,-3-2 3-16,3 2-5 16,-2 0 2-16,1 4-1 0,-5 0 0 15,2 2-2-15,-3 5 0 16,3 3 2-16,-2 1-2 15,-3 0-5-15,4 2-11 0,1 7-18 16,0-1-9-16,2 2-35 16</inkml:trace>
  <inkml:trace contextRef="#ctx0" brushRef="#br0" timeOffset="13965.81">20913 14725 152 0,'0'0'127'0,"0"0"-98"0,0 0-11 0,0 0-13 31,0 0-5-31,0 0-5 0,0 0-24 0,0 0-55 0,0 0-21 31</inkml:trace>
  <inkml:trace contextRef="#ctx0" brushRef="#br0" timeOffset="14518.15">21100 14580 53 0,'0'0'77'16,"0"0"-70"0,0 0-5-16,0 0-2 0,0 40 1 15,-1-27 3-15,1 2 4 16,0-1 12-16,0 1 0 0,2 1-8 15,6-1-4 1,0-2-4-16,1-2 2 16,2-1-1-16,2-2-3 0,0-2 1 15,2-3 1-15,0 0-2 16,1-2 1-16,-2-1-2 16,-1 0 2-16,0 0-3 15,-2-7 3-15,0-1-2 16,-4-2 0-16,0-2 0 0,-2-1-1 15,1-2 0-15,-4 3 0 16,0-2 1-16,-1 3-2 16,-1 2 1-16,0 2 0 15,1 1 3-15,-1 3 7 16,0 3-2-16,0 0 3 16,0 0-12-16,0 0-2 0,0 5 1 15,0 5 3-15,0 0 3 0,1 1 2 16,1 1 3-1,2 0-5-15,0 1-1 16,1-1-2-16,4 0 0 16,-3 0-2-16,3-2-18 0,2-2-24 15,1-5-65-15</inkml:trace>
  <inkml:trace contextRef="#ctx0" brushRef="#br0" timeOffset="14924.34">21564 14630 137 0,'0'0'20'0,"0"0"-2"0,0 0-6 0,-40-3-8 15,29 7-2-15,-3 4-2 16,3 4 3-16,1 1-1 15,2-1-2-15,3 1 1 16,4 2-2-16,1-3 2 0,0-2 0 16,10 0-3-16,2-3 0 15,5-2-1-15,0-1 5 16,4-4-7-16,2 0 2 16,1 0-2-16,1-2 1 15,0-6 1-15,-3-4 4 0,0 1 1 16,-4-3 12-16,-5-2 13 15,-1 2-5-15,-9-3 1 16,-2 1-2-16,-1 2-8 16,-3 1-12-16,-10 3-1 0,-1 5-7 15,-3 1 0 1,-2 4-2-16,-1 0-16 0,1 0-43 16,2 4-27-16</inkml:trace>
  <inkml:trace contextRef="#ctx0" brushRef="#br0" timeOffset="15456.81">21858 14568 85 0,'0'0'2'0,"0"0"3"0,41 0 3 0,-22 0 0 16,0 0 3-16,3 0 5 15,-1 0-4-15,2 0-1 16,-4-2-2-16,1 0 4 16,-2 1 2-16,-2-1 0 15,-4 2-4-15,-3-1-3 0,-4 1-1 16,-2 0 0-16,-3 0 2 16,0 0 0-16,0 0-5 15,0 0 6-15,-5 6-2 16,1 1 1-16,-3 1-4 15,2 2-3-15,1 3 2 16,0-2-1-16,1 1-1 16,0 2 0-16,2 0-1 0,-4 1 0 15,2 1 0-15,2-1 1 16,-1-3-1-16,2 1 0 16,0 0 0-16,0-2 0 0,0-1-1 15,0-4-21-15,6 1-30 16,0-7-38-16</inkml:trace>
  <inkml:trace contextRef="#ctx0" brushRef="#br0" timeOffset="15957.07">22232 14580 119 0,'0'0'29'0,"0"0"-6"0,0 0-8 0,0 0-12 15,0 0 0-15,0 0 5 16,0 0 4 0,0 0-1-16,-11 41-3 0,11-29 1 15,0 2-4 1,0-3 0-16,0 2 0 0,4-2-2 0,3-2 3 15,1 1-3-15,3-3 2 16,0-2 0-16,2-3 3 16,1-1 4-16,0-1-3 0,0 0-4 31,-3 0-1-31,1-1-3 0,-3-5 2 0,1-2-1 16,-1-2 0-1,-1 0 0-15,0-2-1 0,-5 0 0 16,0 0 2-1,-2 1-3-15,-1 2-3 16,0 2-5-16,0 0 4 0,0 5-1 16,-5 1 2-16,-1 1 4 0,-1 0-1 15,0 8 0 1,1 4 0-16,1 1 1 16,1 4 0-16,3 0-1 15,1 1 1-15,0-2-2 0,0-2-1 0,1-4-41 16,5-4-61-1</inkml:trace>
  <inkml:trace contextRef="#ctx0" brushRef="#br0" timeOffset="17372.09">22384 13647 8 0,'0'0'75'0,"0"0"-50"0,0 0-4 0,0 0-3 15,0 0 0-15,0 0-6 0,0 0 1 16,0 0-5 0,0 0-7-16,0 0 0 15,0 0 1-15,0 0-2 16,42-10 0-16,-30 10-1 15,1 0 1-15,3 0 0 16,-1 0-1-16,3 0 1 16,2 1 0-16,-1 2 0 0,0 0 0 15,1 0 1-15,-1 0-1 16,0 0 1-16,-3 1-1 16,-2 0 0-16,2-1-1 15,-3 1 2-15,-2 1-2 0,-2 1-2 16,0-1 3-16,2 2-3 15,-5 0 0-15,2 0 2 16,0 2 5-16,0 1-1 16,0-1 4-16,-1 4-3 0,-1-3 1 15,1 3-2 1,-2 1 1-16,-1 1-2 0,-1 1 1 16,-1 0-1-16,0 2-1 15,-2 0-1-15,2 2 2 0,-1 1-2 16,2-1 1-1,-1 1-2-15,4 0-4 0,-2 0 11 16,1-1-1-16,-1 2-2 16,0-2-2-16,0 1 0 15,-2 1 0-15,1 1 1 0,-1-1 1 16,1 2 0-16,1 1 1 16,-2 0-1-1,0 1-3-15,-1-2 1 0,0-1 2 0,0 0-1 16,-1 0-1-16,0-5 6 15,0 2 5 1,0 0-4-16,1 0 2 16,0-2-5-16,-1 1-1 15,0 2-2-15,0 0 0 0,0 1-1 0,0-1 0 16,0 1 0 0,0-1 0-16,0 1 0 15,0 1 0-15,0-2 0 0,1 2 0 0,0-2 0 16,-1-2 0-16,0-1 0 15,0-2 0-15,0 0 2 16,0-2-3 0,-3-3 0-16,-2-1 0 0,-1 1 0 0,-2-2-3 31,-1-1 6-31,-2 0-1 16,-1-1 0-16,-1-1 0 0,-1-1 0 0,-3 2-1 15,-1-3 0-15,0-1 3 0,-4 3-2 31,1-2-1-31,-5 2-8 16,3-2-24-16,-3-1-39 0,0-3-53 16</inkml:trace>
  <inkml:trace contextRef="#ctx0" brushRef="#br0" timeOffset="19786.7">15422 16039 136 0,'0'-3'32'0,"0"0"-28"0,0 0 2 15,0 0 2-15,0 3-6 0,0-1-1 16,0 1 3-16,0 0 11 16,0 0 1-16,0 0 1 15,0 0-4-15,0 0-5 0,0 0-8 0,0 0 0 31,0 1 0-31,0 6 0 16,0 2 0-16,0 0 0 0,0 4 0 16,0 0 0-16,2 3 0 0,1 0 2 0,1 1-4 31,2 0 2-31,-3 1 2 16,6-1-2-16,-3-1 0 15,1-2 0-15,2 0 0 0,0-3 0 16,2-1 1-16,0-4-1 15,3 0 0-15,-4-3 1 16,4-1 1-16,-1-2-1 16,-1 0-1-16,0 0 1 15,0-2-1-15,0-7 4 0,-3 1 0 16,0-4 1-16,2-3-2 16,-6 0-1-16,1-3-1 0,-1 1-1 15,0 0 0-15,0 1 0 16,-2 2 0-16,-3 1 0 15,1 5 1-15,-1-1-1 16,0 4 1-16,0 0-1 16,0 2 0-16,0 0 1 15,0 1-2-15,-1 2-5 0,1 0-3 16,-3 0-10 0,1 0 6-16,2 0 11 0,-2 0 2 0,1 0 2 15,0 0-1-15,1 0 3 16,0 0-1-1,0 0 3-15,0 0 6 0,0 0 3 16,0-2-1 0,0 1-3-16,0-2-5 0,0 0-6 15,0 2 1-15,2 0-1 16,-2 1-1-16,2 0-5 0,-2 0-7 0,0 4 4 31,0 3 4-31,0 3 2 0,0 1 2 0,0 0 1 31,0 2-1-31,0-1 1 0,0 1 0 16,0-2 0-16,2 0 1 16,3 0-1-16,-2-1 1 15,3 0 0-15,-3-1 1 16,3-1-1-16,-2 2 1 0,1 0 0 16,-1 0-1-16,1-3-1 15,0 1 1-15,1-2 0 16,-2 0 0-16,1-3 0 15,2-1 1-15,-3-1 0 0,1-1 0 16,-1 0 4-16,0 0-2 16,-2 0 6-16,1-3-5 15,2-1-2-15,-1-5 1 16,-1 2-4-16,1-1 1 0,0-1 0 16,-1-1-1-16,-1-1 1 15,0 1 0-15,2-2 1 16,-4 1 2-16,2-2 0 15,-2 2 1-15,0-2-1 16,0 2-2-16,0-1 1 16,0 3-3-16,-2 0-3 0,-2 2-8 15,0 2-18 1,-1 0-28-16,1 1-142 0</inkml:trace>
  <inkml:trace contextRef="#ctx0" brushRef="#br0" timeOffset="20361.27">15876 16290 259 0,'-6'0'21'0,"4"-6"-7"0,2 2-3 15,0-1 1 1,0 0-2-16,0 2-1 16,2-2 2-16,4 2-8 15,-1 0-1-15,3 2-1 16,-2 0 0-16,4 1 0 0,-3 0 0 15,2 0-2-15,-1 0 1 16,0 0 0-16,-2 5-2 0,-1 3 0 0,-1-1-8 16,0 3-8-16,-4 0-4 31,0 0 2-31,0 0 3 16,-6-1 4-16,-3 1 6 15,-1-2-3-15,-1 1 7 0,-2-2 3 16,-1 1 0-16,3-1 0 15,-1 0 0-15,4-2 1 16,0-1-1-16,3 0 0 16,3-1 0-16,-1-1 0 15,3 0-3-15,0-2-5 0,0 0 11 16,3 0 17-16,1 0-7 16,1 0-1-16,3 0 7 15,2 0-2-15,1-4-2 0,1 2-5 16,3-1-8-16,0 0-2 15,1 0-2-15,-3-1-50 16,1-4-104-16</inkml:trace>
  <inkml:trace contextRef="#ctx0" brushRef="#br0" timeOffset="20781.28">16086 15696 191 0,'0'0'20'0,"0"0"-7"0,0 0 1 0,0 0-15 0,0 0 5 16,0 0-4 0,-47 34 0-16,36-15 6 0,0 1 2 15,2 2 5 1,4 1-4-16,1 1-4 15,1-4-2-15,3 1 0 16,0-1-2-16,8-3 0 0,5 0 1 16,3-4-1-16,3-3 1 15,-1-3-22-15,-1-4-55 16,1-3-52-16</inkml:trace>
  <inkml:trace contextRef="#ctx0" brushRef="#br0" timeOffset="21341.91">16124 15855 66 0,'0'0'6'0,"0"0"18"15,0 0 5 1,0 0-2-16,0 0-2 15,0 0 0-15,0 0-8 16,0 0-5-16,3 20-7 0,-6-11-2 0,1-2-2 16,-1-3 0-16,-1 2-1 15,2-3 1 1,1-2-1-16,-1-1 1 0,0 0-4 0,-1 0 12 31,1 0-7-31,-1-4 1 0,2-3-1 16,-1-3-3-16,2 1 0 15,0-2 5-15,0 1-4 0,0 1-1 16,0 1 2-16,5 1-1 0,3 4 0 31,-2 3-1-31,5 0 0 0,1 0 0 16,0 4 1-16,3 9 0 0,-2-2 0 16,1 2-1-16,-1-1-19 15,1 0-30-15,-3-2 29 0,-4-4 20 31,2-2 2-31,-3-1 1 16,-1-3 9-16,1 0 15 0,-4-3 3 0,0-4-1 0,-1-4 4 31,-1-2-4-31,1-3-7 16,-1 0-4-16,0-3 1 16,0 2-7-16,0 0-5 0,0 1-5 15,0 5-2-15,1 3-10 16,2 3-16-16,-1 5-5 15,0 0-69-15,1 0-26 16</inkml:trace>
  <inkml:trace contextRef="#ctx0" brushRef="#br0" timeOffset="22202.2">16372 15849 228 0,'0'0'8'0,"0"0"1"0,0 0 11 0,0 0-11 15,0 0-7-15,0 0 0 16,0 0-1-16,0 0 4 16,0 0 8-16,0 0 5 0,36-36-11 15,-36 30-5 1,-4 3-1-16,1-1 0 0,-4 1-1 16,1 3 1-16,1 0-1 15,-1 0 3-15,3 3-2 16,-1 4-2-16,0 2 1 0,0 3 0 15,2 1 0 1,0 0 0-16,2 0 0 16,0-1 0-16,0 1-4 15,2-3 4-15,4 0-1 0,2-3 3 0,-1 1 1 16,2-2-2-16,0-3-1 16,-1-3-5-16,1 0 0 15,0 0-4 1,-1 0 6-16,0-2 4 0,-3-4-1 0,3-3 0 15,-4 2 0-15,1-3 0 16,0 2 0 0,-3-2-1-16,-1 1-4 0,-1 3-8 15,0 2 12-15,0 0 0 0,0 3-2 16,0-1 5 0,0 2 2-16,0 0-4 0,0 2-2 15,0 3 1 1,0 4 2-16,1-1-1 0,1 2 0 0,0 0 0 31,1-1 1-31,1-1 0 0,2 0-1 0,0-1 0 16,1-2-1-16,1-1 2 15,-1-3 0-15,2-1-2 0,0 0 7 32,-2 0-1-32,2-5-2 0,-1-1 2 0,-1-2 1 15,-2-2-1-15,1 1-4 16,-4 2 1-1,0 0-1-15,-2 1 3 16,0-1-3-16,0 3-2 0,0 1 7 0,0 1-5 16,0 1 2-16,0 1-2 15,0 0-1-15,0 0-1 0,0 0 0 16,0 0 1-16,1 4-1 16,2 0 2-16,1 0-2 31,1-1 0-31,-1 1 3 15,2-4-2-15,-1 0 0 16,0 0 1-16,1 0 0 0,-3 0 3 16,1 0 0-16,-2-4 1 15,0-2 4-15,-2 0-4 16,0-1 3-16,0 0-5 16,0 0-1-16,-4-3-1 0,0 0-19 15,-1-1-16-15,0-2-38 16,-1 0-117-16</inkml:trace>
  <inkml:trace contextRef="#ctx0" brushRef="#br0" timeOffset="22486.27">16706 15662 153 0,'0'0'2'0,"0"0"25"0,44 14-4 0,-28-6-9 15,-3 6-5-15,0 1-1 16,-2 4 0-16,0 3-4 0,-5 4 0 16,-1 5 8-16,-2 1-6 15,-3 0-2-15,0 4-4 16,-8-1 0-16,-2-1 1 15,-6-1 1-15,1 0-20 0,-3-3-9 16,2-5-30 0,-2-2-46-16</inkml:trace>
  <inkml:trace contextRef="#ctx0" brushRef="#br0" timeOffset="23030.44">17152 16173 64 0,'0'0'71'0,"0"0"-66"0,0 0 6 0,0 0-5 15,0 0-5 1,47 0 0-16,-38 0-1 0,2 0 0 16,2 0 3-16,-1 2 2 15,-1-1-4-15,2-1-1 0,-7 0-28 0</inkml:trace>
  <inkml:trace contextRef="#ctx0" brushRef="#br0" timeOffset="23203.36">17199 16284 133 0,'0'0'80'0,"0"0"-79"16,0 0 4-16,43 7-2 15,-24-7-3-15,1 0-35 16,-1-5-98-16</inkml:trace>
  <inkml:trace contextRef="#ctx0" brushRef="#br0" timeOffset="23656.79">17738 15872 60 0,'0'0'27'0,"0"0"-36"0,0 0-8 16,-38 3-44-16</inkml:trace>
  <inkml:trace contextRef="#ctx0" brushRef="#br0" timeOffset="24213.19">17666 15877 23 0,'0'0'54'0,"0"0"-21"31,0 0-10-31,-41 0-7 15,37 0-10-15,-2 0-3 0,4 0-2 16,1 0-2-16,1 0-5 16,0 1-2-16,0 0 2 15,0 0 6-15,0 1 0 16,0 0 2-16,0 1-1 0,0 1 0 16,0-1 1-16,0 2 0 15,0 0 4-15,0 2 2 16,1 1 2-16,0 0 2 15,1 3 2-15,1 0-1 16,1 0-5-16,-1 2 2 0,3 3-1 16,-1 1-6-16,0 0-1 15,0 3-2-15,0 0 1 16,-1 1-1-16,-1-1 0 16,-2 0 1-16,1-2-1 15,0-1 4-15,-2 0 10 0,0 0-1 16,0-2-1-16,2-1-1 15,-2-2-3-15,1 1-1 16,0-3-1-16,0 1-1 0,1-2 2 16,-1 1-4-16,1 0 0 15,1-1-2-15,1 0 0 16,-3-1 0-16,4 0 0 16,3-1-1-16,-4 0 1 0,3-1-1 15,-3 0 0 1,1-1 0-16,2 0 1 0,-4-3-1 15,3 1 0 1,-2 0 2-16,0-3-1 0,3 2 4 0,0 0 4 16,2-2-5-1,-1 1-1-15,2 0-1 0,3-1-1 16,0 0-6 0,2 1 1-16,2-1-7 0,1 0-8 0,2 0-6 15,0 0-10 1,3 0-53-16,-1 0-43 15</inkml:trace>
  <inkml:trace contextRef="#ctx0" brushRef="#br0" timeOffset="29629.45">18064 15926 265 0,'0'0'13'0,"0"0"-8"0,0-1-2 0,0-1-3 0,-4 1-5 0,-1 1 2 16,2 0 4-16,-1 0 1 0,-1 0 0 16,1 7-1-16,0 3 0 15,-2 5 2-15,1 0-2 16,4 2 0 0,1-1-3-16,0-1-4 15,0-3-4-15,6-2 4 0,4-3 4 0,1-3 3 31,3-4 1-31,-1 0 2 0,3 0 5 0,-3-3-6 16,0-5 0 0,-1-1-1-16,-5-4 1 15,1 1 3-15,-5 0 7 0,-2-2 4 0,-1 0 0 32,0 0 0-32,0 1-3 0,-2 1-2 0,-5 1-2 15,1 2-5-15,-2 4 6 16,2 2-14-16,-2 2-1 0,1 1-13 31,-1 0-9-31,3 7-6 16,-4 1-25-16,4-1-51 15</inkml:trace>
  <inkml:trace contextRef="#ctx0" brushRef="#br0" timeOffset="29846.27">18271 15965 297 0,'0'0'27'0,"0"0"-9"0,0 0-9 0,0 0-8 15,0 0-3-15,0 0-18 16,0 0-29-16,0 0-60 0,0 0-19 15</inkml:trace>
  <inkml:trace contextRef="#ctx0" brushRef="#br0" timeOffset="30235.04">18538 15879 145 0,'0'0'63'0,"0"0"-59"16,0 0-4-1,0 0 1-15,0 0-1 0,0 0 0 0,0 0 1 16,0 0-1-16,-26 40 5 16,25-30 3-1,1-3-1-15,0 2-2 16,0 0-4-16,6 0-1 15,0 0 1-15,4-1 6 16,-1 0 0-16,1-1 6 0,2 0 1 16,0 0 3-16,1 0-5 0,-2-1 0 0,-2 2-9 31,1-2 1-31,-4 1-3 16,-1 0 0-16,-4-1-1 0,-1-1 1 0,0 2-7 31,-1 0 1-31,-8-1-2 0,-4-3-9 15,0 1-7-15,-3-4-24 16,1 0-41-16</inkml:trace>
  <inkml:trace contextRef="#ctx0" brushRef="#br0" timeOffset="30368.77">18604 15888 63 0,'0'0'205'0,"38"-14"-204"16,-19 9-2-16,-1 1-19 16,-7 3-98-16</inkml:trace>
  <inkml:trace contextRef="#ctx0" brushRef="#br0" timeOffset="30967.77">18148 16418 163 0,'0'0'-12'0,"0"0"5"0,0 0 7 15,0 0-2-15,-37 4 7 0,32-3 21 16,-2 2 17-16,3 2-19 31,2 2-15-31,-3 2-6 0,2 2-3 0,2 1 1 16,-1 2-1-1,2-1 1-15,0 0-3 16,0-3-1-16,0 0-3 16,5-3 1-16,2-3 6 0,3-1 4 15,-3-3 7-15,5 0-4 16,0 0-7-16,-1-4 0 15,1-5 0-15,-2 0 1 0,-2-2 5 16,0-3 10-16,-3 0 6 16,-2 0-1-16,-2-3-5 15,-1 5-2-15,0-2-7 16,0 3-6-16,0 1-2 16,-4 3-3-16,-5 3 2 0,2 3-16 15,-2 1-6 1,-1 0-7-16,0 5-35 15,1 1-48-15</inkml:trace>
  <inkml:trace contextRef="#ctx0" brushRef="#br0" timeOffset="31159.25">18303 16425 327 0,'0'0'23'0,"0"0"-16"0,0 0 1 0,0 0-6 16,0 0-1-1,0 0-4-15,0 0-17 0,0 0-21 16,0 0-63-16</inkml:trace>
  <inkml:trace contextRef="#ctx0" brushRef="#br0" timeOffset="31600.62">18544 16352 92 0,'0'0'129'15,"0"0"-119"-15,0 0-6 16,0 0-2-16,-38 32 1 0,28-18 0 16,2 2-2-16,1 0 3 15,3 1 2-15,2 1-4 16,2-1 0-16,0-2-2 0,0 1 1 16,3-3-2-16,3-2 7 15,4-4-5 1,0 0-1-16,-2-2 2 0,3-4 2 15,0-1-1-15,-1 0 0 16,0 0-1-16,-1 0 0 16,-1-2 3-16,-1-2 2 15,-2-3 4-15,-1-1 3 16,-4-1 2-16,0 1-5 16,0 1-10-16,-6 1 1 0,0 1 0 15,-3 1-5-15,1 4-3 0,-3 0-8 16,2 0-24-16,0 0-37 15,0 0-100-15</inkml:trace>
  <inkml:trace contextRef="#ctx0" brushRef="#br0" timeOffset="32339.89">18781 15756 2 0,'0'0'121'0,"0"0"-87"0,0 0-7 0,0 0-9 16,0 0-5-16,0 0-1 15,0 0 3-15,40-9-1 16,-26 8-6-16,-1-1-4 16,1 1-1-16,1 1-2 0,-1 0 1 15,-3 0-2-15,-2 0 0 16,-1 0 1-16,0 0-1 16,-2 4-1-16,-5 4 1 15,2 3-4-15,-2 3 3 0,0 4 4 16,-1 0-3-16,0 3 2 15,0 0 0-15,0 2-1 16,-1 2 0-16,1 1 1 16,0 1 2-16,0 3 1 15,0 1-1-15,0 1 0 0,2 4-3 16,4 0 2 0,-2-1-2-16,4 2 0 0,-3 0 0 15,1-3-1-15,0 0 1 0,-1-2-1 16,2-1 0-16,-2-2 1 15,-2 0 0 1,0-2-1-16,-1-3 1 0,-2 0-1 16,0-4 0-16,0-3 0 15,-4-3 0-15,-4-1 0 0,-2-2-2 16,-1-3 5-16,-5-1 3 16,2-2 2-1,-3-2 0-15,1-1-5 16,0-2-3-16,-1 0-22 15,1-9-32-15,4-3-105 0</inkml:trace>
  <inkml:trace contextRef="#ctx0" brushRef="#br0" timeOffset="32739.79">19211 16178 208 0,'0'0'21'0,"0"0"-7"0,0 0 13 16,0 0-14-16,0 0 5 15,0 0-12-15,0 0 2 16,0 0-4-16,43 0-3 0,-22 0 0 15,-1 0-4-15,2 0-48 16,-1 0-80-16</inkml:trace>
  <inkml:trace contextRef="#ctx0" brushRef="#br0" timeOffset="33109.61">19747 15918 259 0,'0'0'25'0,"0"0"-7"15,0 0-11 1,0 0-8-16,0 0-1 0,0 0 3 0,0 0-1 16,-45 54 0-1,31-29-1-15,-1 5 1 16,1 6 0-16,3 1 1 0,2 0-1 0,4-1-1 31,4-3 0-31,1-3 0 0,5-7 0 0,8-5-8 16,3-4-14-1,5-4-11-15,0-7-33 16,2-3-28-16</inkml:trace>
  <inkml:trace contextRef="#ctx0" brushRef="#br0" timeOffset="33479.87">19897 16064 204 0,'0'0'18'0,"0"0"-11"16,0 0-2-16,-42 27-4 15,30-11 0-15,3 4 0 16,2 0-2-16,1-1 0 16,3 1 2-16,3-4-2 0,0 2 0 15,7-6-1-15,3-2 1 16,4-5 5-16,2-2-3 0,1-3 0 15,0 0 0-15,1 0 0 16,-1-3-1-16,-1-7 5 16,-3-1 4-16,-1-5 14 15,-6-1-5-15,-3-1-8 0,-2-2 5 16,-1 2-7-16,0 0 1 16,-6 4 3-1,-2 3-9-15,-2 1-2 0,0 6-1 16,1 2-4-1,-3 2-14-15,3 0-24 0,-2 0-32 16,-2 6-38-16</inkml:trace>
  <inkml:trace contextRef="#ctx0" brushRef="#br0" timeOffset="33757.92">20127 16124 270 0,'0'0'23'0,"0"0"-10"0,0 0 3 16,0 0-6-16,0 0-6 15,0 0-8-15,0 0-10 0,0 0-20 16,0 0-7-16,0 0-78 31</inkml:trace>
  <inkml:trace contextRef="#ctx0" brushRef="#br0" timeOffset="34036.25">20236 16047 275 0,'0'0'22'0,"0"0"-12"16,0 0-2-16,0 0-7 15,0 0-2-15,0 0-2 16,0 0 3-16,0 0 1 15,10 53-1-15,-6-34 2 16,-2 2-2-16,1-2 1 0,1 1-1 16,0 0 0-1,-2-4-8-15,1-2-34 0,-2-3-38 16,-1-6-73 0</inkml:trace>
  <inkml:trace contextRef="#ctx0" brushRef="#br0" timeOffset="34357.21">20313 15977 195 0,'0'0'10'0,"0"0"19"0,58 6 5 0,-36-1-11 15,2 2-10-15,-3 4-5 16,0 2 0 0,-4 4-6-16,-5 3-2 0,-4 4 0 0,-6 1-5 31,-2 4 3-31,-5-1-12 15,-10-2-17-15,-4-5-39 0,-3-4-39 0</inkml:trace>
  <inkml:trace contextRef="#ctx0" brushRef="#br0" timeOffset="35778.68">20860 15580 74 0,'0'0'25'0,"0"0"-11"0,0 0 0 0,0 0-5 15,0 0 4-15,0 0 3 0,-40 0 3 16,31 0-3-1,2 0-3-15,-4 0-2 16,0 0-4-16,2 0-3 0,-3 0-2 16,2 0-1-16,-1 0 0 15,0 0-1-15,3 0 0 0,0 0 0 16,0 1 1 0,1 0-1-16,2 1 0 15,2 0 0-15,-1 0 0 0,1 1 1 0,0 0-1 16,2 2-1-1,-1 0 1-15,-2-1 1 0,1 3-1 16,1 1 1-16,0 0-1 0,-1-1 1 16,-1 3-3-16,2 0 2 31,0 1 2-31,2 2 5 0,0 3-3 16,0-1 0-16,0 5 0 0,0-1-2 0,6 3 0 31,0 1 0-31,4 2 0 0,-5 0-1 0,3 0 0 31,-3 1 1-31,3-1-1 0,-1 2-1 0,-2-1 1 0,-1-2-1 31,-1 2 0-31,-1-2 1 16,0 1-1-16,-2-1 0 16,0 2 2-16,1 0-1 0,-1 1 1 15,0 0 1-15,0 0 0 16,0-2-1-16,0 1-1 15,0-3-1-15,0-1 1 16,0-1-1-16,0-2 0 0,0-3 1 16,0 1-1-16,0-2 0 15,0-2 1-15,0-2 0 16,0-2-1-16,0 1 2 0,0-1-2 16,0-2 1-16,0 0 2 15,0-1 3-15,1 0-1 16,3 0-1-1,-2 1-2-15,1-1 1 0,3-1-1 0,1 0 0 16,4-1 0-16,3 0-2 16,3-1-1-1,2-3-20-15,3 0-60 16,0-9-143-16</inkml:trace>
  <inkml:trace contextRef="#ctx0" brushRef="#br0" timeOffset="36398.97">20985 15733 128 0,'0'0'38'0,"0"0"-1"0,2 0-9 16,7 0-14-16,2 0 3 15,3 0 2-15,2 0-5 16,3 0-5-16,4 0-6 16,-3 0-3-16,3-1 0 0,1 0-33 15,-3-1-86-15</inkml:trace>
  <inkml:trace contextRef="#ctx0" brushRef="#br0" timeOffset="36854.97">21423 15676 209 0,'0'0'8'16,"0"0"12"0,0 0-6-16,0 0-13 0,0 0 2 15,0 0-2 1,0 0-1-16,-45-10 2 15,34 16 1-15,-1 0 3 16,2 4-4-16,3 2-1 0,0 0 1 16,3 2 1-16,4 0-2 15,0 0 0-15,0-2-2 16,1-1-1-16,9-2 3 0,-1-2 0 16,5-3 3-16,3 0-3 15,0-4 1-15,0 0-1 16,2 0-1-16,0 0 1 15,-2-7 0-15,-2-1-2 0,-3-2 2 16,-1-1 3 0,-5-2 3-16,-4 1 1 0,-2-2-1 15,0 1 0-15,-3 0-3 16,-7-1-2-16,-2 4-2 0,0 2 1 16,-5 2-2-1,0 2-1-15,0 4 2 0,-1 0 1 0,3 0-2 16,-3 6-7-16,5 2-15 15,3-1-31 1,2 0-78-16</inkml:trace>
  <inkml:trace contextRef="#ctx0" brushRef="#br0" timeOffset="37078.74">21670 15712 283 0,'0'0'18'0,"0"0"1"0,0 0 2 16,0 0-9-16,0 0-11 15,0 0-3-15,0 0-20 0,0 0-50 16,0 0-48-16</inkml:trace>
  <inkml:trace contextRef="#ctx0" brushRef="#br0" timeOffset="37595.83">21807 15625 121 0,'0'0'4'0,"0"0"-4"0,0 0 1 0,0 0-2 15,38-2 2 1,-22 1 5-16,1-3 8 0,2 4 16 16,-1 0 0-16,-2 0-1 15,0 0 1-15,-2 0-16 0,-1 0-12 16,-5 5 0 0,-3 3-3-16,-2 1-2 15,-3 2-8-15,0 0-9 0,-6 2 6 16,-3 0 8-1,-5 1 7-15,0-3-2 16,0-1 1-16,1-1 3 0,3-2 5 16,1-2 3-16,2 0-4 15,4-4-3-15,3 3-1 16,0-4 0-16,0 0 0 16,6 0 16-16,4 0-1 15,4 0-10-15,3 0-6 0,4 0-1 16,-2-4-1-16,0-3-17 15,-1 0-56-15,-3-3-74 16</inkml:trace>
  <inkml:trace contextRef="#ctx0" brushRef="#br0" timeOffset="37965.85">22072 15625 234 0,'0'0'1'0,"0"0"8"16,0 0-1-16,0 0 1 0,41-14 0 16,-27 14 3-1,0 0-1-15,-1 0-6 16,-1 0-2-16,-2 1-3 16,-4 5-2-16,-2 1 0 15,-4 2-9-15,0 1-5 0,-5 3 0 0,-6-1 6 16,-2 2 7-16,-2-1 3 15,1 0 1 1,1-3-4-16,5-1 5 16,0-4 6-16,5 0-2 0,3 0 3 0,0-3-1 15,0 0 4-15,8-2 8 16,4 0-4-16,3 0-3 0,3 0-7 16,1 0-3-16,3 0-1 31,-4 0-4-31,6-5-7 15,-5-3-52-15,2 0-97 0</inkml:trace>
  <inkml:trace contextRef="#ctx0" brushRef="#br0" timeOffset="38329.11">22400 15618 157 0,'0'0'62'0,"0"0"-62"16,0 0 2-16,0 0-1 16,-40 14-1-16,35-6 1 0,-1 3 0 15,4-1 0-15,2 1 6 16,0-1-4-16,0 1 0 16,8-3-2-16,1-3 3 15,3 1-3-15,0-3 2 0,3-3-1 16,-1 0 0-16,3 0-1 15,-2 0 0-15,0-4 0 16,-1-2 3-16,-3-3 8 16,-1 1 6-16,-5-2-8 15,-2 0-2-15,-3-1-1 16,0-1-2-16,-8 3-3 0,-5 2-11 16,-2 1-1-16,-2 3-9 15,1 1-4-15,-4 2-13 16,5 0-59-16</inkml:trace>
  <inkml:trace contextRef="#ctx0" brushRef="#br0" timeOffset="38863.1">22774 15581 213 0,'0'0'15'0,"0"0"14"0,0 0-18 0,0 0-9 0,0 0 0 16,0 0-2 0,-46-37 2-16,34 37-2 0,-1 0 1 15,2 0-1 1,1 0-1-16,0 6 1 0,1 1 0 15,3 0 0 1,1 2-2-16,2-1 1 0,3 2 1 0,0 3 0 16,0-3 0-1,2 1 1-15,6 0 5 16,-1 2 0-16,3-1-1 16,2-1-1-16,-4 1-3 0,0 2-2 0,1-3 2 15,-5 2 2 1,-2-2-3-16,-1-1 0 15,-1-3 0-15,0-3 0 16,-3-1-2-16,-7-3 0 16,0 2 4-16,-3-2 0 15,-4 0-2-15,3 0 0 0,-2-5 1 16,6 1 0-16,3-2 1 16,6-1 0-16,1 1 2 15,0-2-6-15,9 1 9 16,4-3-2-16,7-1-2 0,1-1-2 15,1-2-9-15,2 0-27 16,-3 0-95-16</inkml:trace>
  <inkml:trace contextRef="#ctx0" brushRef="#br0" timeOffset="39589.11">21383 16210 53 0,'0'0'20'0,"0"0"-34"0,0 0 8 0,0 0-35 16,0 0 35-16,0 0 46 15,0 0-1-15,0 0-8 0,0 0 2 16,0 0-2-16,0 0-19 16,0 0-9-16,0 0-3 15,9-20-2-15,-9 20 0 16,0 0 0-16,0 0-4 16,0 0 6-16,0 0 4 0,0 0-4 15,0 0-1-15,0 0-15 16,0 0-27-16,0 0 3 15</inkml:trace>
  <inkml:trace contextRef="#ctx0" brushRef="#br0" timeOffset="40657.68">21302 16213 174 0,'-6'0'6'0,"-3"0"0"0,6 0-1 0,-2 2-4 15,2 1-1 1,1-2 0-16,0 2-1 0,1-2 1 0,-1 2 0 31,0-2 0-31,2 2 2 0,-2-3 0 0,2 3-2 16,-1 0 1-16,0-1-2 15,1 0-23 1,0-2-21-16,0 0-5 16</inkml:trace>
  <inkml:trace contextRef="#ctx0" brushRef="#br0" timeOffset="41083.05">20976 16347 231 0,'0'0'3'0,"0"0"0"0,0 0 0 16,0 0 4-16,45 0 1 0,-30 0-2 16,6 0-5-1,1 0 1-15,2 0-2 16,1 0-20-16,0 0-104 0</inkml:trace>
  <inkml:trace contextRef="#ctx0" brushRef="#br0" timeOffset="41507.39">21451 16261 218 0,'0'0'-10'0,"0"0"13"0,0 0 8 16,0 0-8 0,0 0-2-16,-44 9 2 0,31 2 0 15,0 2 2 1,3 0 1-16,4 2-1 16,2 0-3-16,3 0 0 0,1-2-1 0,0 1-2 15,8-3 0 1,5-3-1-16,1-4 5 15,3 1-2-15,1-3 0 0,3-2-2 0,0 0 0 32,1 0 1-32,-2-7 1 15,-2-1-2-15,-4-2 2 16,-3 0-1-16,-6-2 2 0,-5-1 14 16,0-2 10-16,-1 1 0 15,-9 0-9-15,-4 1-3 16,0 0-13-16,-3 3-6 15,1 6 4-15,-3 1 3 16,2 3-7-16,0 0-10 0,3 1-12 16,0 5-25-16,4-1-49 15</inkml:trace>
  <inkml:trace contextRef="#ctx0" brushRef="#br0" timeOffset="41710.33">21669 16296 357 0,'0'0'17'0,"0"0"-8"0,0 0-3 0,0 0-6 15,0 0-10-15,0 0-23 16,0 0-20-1,0 0-75-15</inkml:trace>
  <inkml:trace contextRef="#ctx0" brushRef="#br0" timeOffset="42255.34">21825 16200 77 0,'0'0'115'15,"0"0"-89"-15,0 0-1 0,0 0-14 16,0 0-1-16,0 0 2 16,0 0-2-16,0 0 7 15,25-5-5-15,-12 3-5 16,-2 1 1-16,5 1-4 0,-3 0-1 16,1 0-1-16,-1 0 0 15,-1 0-2-15,-2 3 1 16,-2 2-1-16,-2 3 0 0,-1 1-1 15,-3 1-3-15,-2 1-14 16,-5 1 3-16,-4 0-3 16,-2 0 4-16,-2 0 11 0,1-1 4 15,1-2-1 1,2 0 2-16,1-2 0 0,3-2 0 16,5-1 2-1,0 2 5-15,0-3-3 0,3-2 1 0,7 2 4 16,4 0-5-16,1-3-4 15,3 0-1 1,3 0-2-16,-1 0-16 16,0 0-21-16,-4-2-116 15</inkml:trace>
  <inkml:trace contextRef="#ctx0" brushRef="#br0" timeOffset="42698.28">22110 16226 264 0,'0'0'7'0,"0"0"6"0,0 0-2 0,0 0-9 16,0 0-5-16,0 0 3 16,0 0 0-16,0 0 0 0,0 0 3 15,-1 36-1-15,1-25 1 16,0-1-1-16,3-2-2 15,3-1-1-15,3 1 5 16,2-3-4-16,0-1 1 16,3-1-1-16,-1-3 1 0,1 0-1 15,1 0-3-15,-1-1-2 16,1-7 5-16,-4 0 1 16,-1-2-1-16,-2 2 0 15,-3-2 1-15,-1 1 0 16,-2 2 0-16,-2 0 0 0,0 3 6 15,0 1 3-15,0 3 1 16,0 0-5-16,0 0-6 16,-2 2 1-16,2 7-1 0,0 1 0 15,0 0 0-15,0 2 1 16,0-1 1-16,2-1-4 16,4 1-2-16,2-4-19 15,-2-1-30-15,3-3-71 16</inkml:trace>
  <inkml:trace contextRef="#ctx0" brushRef="#br0" timeOffset="43132.31">22395 16201 250 0,'0'0'22'0,"0"0"-17"0,0 0-6 0,0 0 2 0,0 0 0 16,0 0-1-16,2 42 2 0,0-33 1 31,2 2 3-31,1-4 2 0,1 0-4 0,1 0-1 16,1-1-1-1,1-3-1-15,0-2 0 0,0-1-1 0,3 0 1 16,0 0-4-16,-3-3-1 31,3-4 1-31,-2-1 1 16,-1-1 2-16,-3-4 0 0,-1 3 0 15,-2-1-7-15,-3 1-2 0,2 4 6 0,-2-1 1 32,0 3 7-32,0 4 5 15,0 0-8-15,0 0-1 16,0 7-1-16,0 3 1 0,0-1-1 15,0-1 0-15,0 2 0 16,4-3 2-16,2 0-11 16,0-1-29-16,3-4-58 15</inkml:trace>
  <inkml:trace contextRef="#ctx0" brushRef="#br0" timeOffset="43623.39">22818 16137 128 0,'0'0'19'0,"0"0"10"0,0 0-16 15,0 0-9-15,-36-24-4 16,22 23 2-16,1 1-2 15,0 0 1-15,0 0 1 0,4 0-1 16,2 0 0 0,-1 5 0-16,2 3 0 0,1-1 1 15,1 3 3-15,2 2-1 16,2-1 2-16,0 0-2 0,0-1 1 16,5-3 4-16,4 0-1 15,0-2 0-15,1-1-4 16,0-3-2-16,2-1 0 15,-2 0-1 1,-1 0 1-16,1-4-2 0,0-2 2 16,-5-1 4-16,-1 0 6 15,0 0-2-15,-2 1 1 0,-1 2-1 16,-1 3 2-16,1-1-3 16,-1 2-6-16,0 0-3 0,0 6-4 15,0 5 3 1,0 2 1-16,0 3 1 15,0 1-1-15,0-2-2 0,0-2-32 0,0-2-40 32,0-6-92-32</inkml:trace>
  <inkml:trace contextRef="#ctx0" brushRef="#br0" timeOffset="44626.02">22816 15401 116 0,'0'0'7'0,"0"0"16"0,0 0-11 0,43-13 0 16,-32 12 3-16,-1-2-7 15,1 3 0-15,-3-2-3 0,1 2 5 16,-1 0 0 0,0 0-5-16,2 0-4 15,-3 0-1-15,1 0 2 16,0 0-2-16,-2 2 0 16,0 2 0-16,-1 0 0 15,0-1 1-15,0 3-1 0,2 1 1 0,-1 0 1 16,0 0 3-16,1 3 2 15,-1 0-1 1,0 2 2-16,0 0-5 16,-1 1 1-16,1 0 1 0,0 2-4 15,-2-2 1-15,0 3-1 16,2 0-1-16,-3 1 0 16,-1 0 0-16,1 1 0 15,0 0 0-15,-1 0 1 0,-1 0 1 16,-1 0-2-16,0 1-2 15,0-1 2-15,0 1 1 16,0 1 1-16,0 1-2 16,0 0 0-16,-1 0 0 0,-1 1 2 15,0-2-2-15,2 2 2 16,0 1 0 0,0 1 0-16,0 2 0 0,0 1 1 15,5-1-2-15,-1 2 2 0,1-1-2 16,0 0-1-16,-2-2 0 15,-1 1 1 1,0-2-1-16,-1 0 0 16,1-4 0-16,-2 3 1 15,0-2 0-15,0-1 3 0,0 1-2 0,0-1 0 16,-1 0 0-16,-3 3-2 16,0-2 1-1,-2-1-1-15,-1 3 0 16,0-3 0-16,0 0 0 0,0-2 1 15,-1-1-1-15,-1 1 0 0,-4-3-4 16,-2-1-30 0,-2-3-55-16</inkml:trace>
  <inkml:trace contextRef="#ctx0" brushRef="#br0" timeOffset="45408.23">17360 17463 190 0,'0'0'27'0,"0"0"6"0,0 0-6 16,0 0-20-16,0 0-5 0,0 0 4 31,0 0 6-31,0 0 3 0,2 0-1 0,0 0-6 16,1 0-4-1,3 0-4-15,1 0 1 0,4 0-2 0,0 0 2 32,1 0-3-32,1 0-9 15,2 0-7-15,1 0-23 16,-3 0-28-16,-3 0-44 0</inkml:trace>
  <inkml:trace contextRef="#ctx0" brushRef="#br0" timeOffset="45600.09">17421 17595 267 0,'0'0'-6'0,"0"0"10"16,0 0-3-16,40 0-1 15,-25 0 0-15,1 0 0 16,1 0-2-16,1 0-14 0,-1-1-24 15,0-6-67 1</inkml:trace>
  <inkml:trace contextRef="#ctx0" brushRef="#br0" timeOffset="47009.85">18004 17024 208 0,'0'0'13'0,"0"0"8"0,0 0-11 0,0 0-9 0,0 0-1 16,0 0 1-16,0 0 2 16,0 0 4-16,-45-16 5 15,38 14-2-15,-3 0-3 16,-1 2-5-16,3-2 0 15,0 2-2-15,-1 0 0 16,1 0 0-16,2 0 0 0,1 0 0 16,1 0 0-16,-2 0 0 15,2 0 0-15,-2 4 0 16,2 0-2-16,-1 0-1 16,0 2 2-16,1-2 1 0,1 3 0 15,-1-1 0-15,0-2-1 16,2 3 1-16,0 0 0 15,2 1-1-15,0 1 1 0,0 2-1 16,0 0-1-16,0 0 2 16,0 2-1-16,4 0 1 15,0 0-1-15,0-1 1 16,-2 2 0-16,2-1 0 16,0 1 0-16,-2 1 1 0,1 2-1 15,0 0 1 1,2 0-2-16,-1 3 1 0,-1-2 1 15,1 1-1-15,1-1 0 16,-3 2 0-16,1-3 0 16,-1 0 2-16,0 3-2 15,0-3 1-15,0-1 0 0,0 2 0 16,1-1 1-16,0 0 0 16,1 2 1-16,0-1 0 0,-4-1-1 15,2 0 1-15,-1 1 0 16,1-1-1-16,-2 0 0 15,2-1 2-15,-1 1-1 16,-1-1-1 0,3 1 2-16,-3 0-3 0,0-1 2 0,0 2-3 15,2-2 1 1,-2 1-1-16,0-2 1 0,0 1-1 16,0-2 0-16,0-1 0 0,0 2 1 15,1-2-1-15,-1 0 0 16,0 3 0-1,0-2 1-15,0 0-1 16,1-1 0-16,0 1 1 0,-1 0-1 0,0-2 0 31,2 1 1-31,-2-1-1 0,1 1 1 0,0-2-1 16,-1 2 0-16,0 0 0 0,2-2 3 31,-2 1 4-31,0 0-2 16,0-3-1-16,1 1 1 15,1-1-3-15,-2-2-1 16,2 1 0-16,-1 1-1 0,0-2 0 16,0 1 1-16,1 1-1 15,-1-1 0-15,1 2 0 16,1-1 0-16,-1 0 1 16,0 0-1-16,0-1 1 15,0 0 3-15,1 1 7 0,2-1-1 16,-2-1 0-16,1 3-2 15,0-3 11-15,0 0-11 16,0 4 2-16,1-3-3 16,1 0 1-16,-2 2 1 15,2-3 3-15,-1 3 2 0,1-3 3 16,1 1-10-16,2-3-3 16,0 2-2-16,1-1-1 15,2-1 0-15,1 0-1 16,2-2 0-16,-1 1-1 0,2-4-3 15,1 1-5 1,4-1-15-16,1 0-10 0,0 0-46 16,3-7-10-16,2-3-111 15</inkml:trace>
  <inkml:trace contextRef="#ctx0" brushRef="#br0" timeOffset="49671.94">18531 17180 102 0,'-6'3'0'0,"0"1"0"0,-2 0 0 0,3 2 0 0,-3 2 1 16,1 0 0-16,0 3 3 15,1 2 0-15,1 0 1 16,2 0-3 0,2 0 0-16,1-1 2 0,0-2-2 0,2-2 3 15,6 1 7-15,1-4 6 16,5-1 16 0,-1-1-12-16,3-1-12 15,-1-2 0-15,0 0-5 0,1 0-4 0,1-1-1 16,-3-4-1-16,0-1-15 15,-3-1 5-15,-1-2 10 16,-2 1 2 0,0-2 8-16,-4 0 4 0,2-3 3 0,-4 0-1 31,0 2-3-31,-1-1 2 0,-1 0-2 0,0 2 2 16,0-1-2-16,-1 1 1 15,-3 1-3-15,-2-1 2 0,1 3-2 31,-3 0-3-31,-2 1-6 16,-1 4-2-16,-2 0 2 16,-3 2-3-16,1 0-7 0,-3 0 0 15,0 3-2-15,2 5-4 16,0 1-12-16,1 0-16 16,1-1-45-16,5-1-59 15</inkml:trace>
  <inkml:trace contextRef="#ctx0" brushRef="#br0" timeOffset="49886.68">18872 17197 297 0,'0'0'15'0,"0"0"-12"0,0 0-15 0,0 0-83 16,0 0-47-16</inkml:trace>
  <inkml:trace contextRef="#ctx0" brushRef="#br0" timeOffset="50398.64">19083 17118 252 0,'0'0'23'0,"0"0"1"31,0 0-3-31,0 0-14 0,0 0-3 15,0 0-5-15,0 0 1 0,0 0-3 16,-14 20 3 0,9-10-1-16,2-2 2 0,1 1-1 0,0-1-1 15,2-2 0-15,0-2-1 16,0 0 0-16,0-1 0 16,2-2 6-1,4 0 0-15,1-1 3 16,4 0 1-16,-3 0-1 15,2 0-3-15,1 1-2 16,0 1 0-16,-2 0-2 16,1 0 0-16,-2 1 0 0,0 1 2 15,0 0-4-15,0 1 2 16,0 0 0-16,-2 2 2 16,-2-1-2-16,-1-2-2 15,-3 2 0-15,0 0 1 16,0-1 0-16,-1 0-1 0,-5 0 1 0,-3 0 1 15,-5 0-1-15,1-2-3 16,-3 1-9 0,3-1-6-16,-2-2-18 0,1-1-24 15,3 0-50 1</inkml:trace>
  <inkml:trace contextRef="#ctx0" brushRef="#br0" timeOffset="50560.59">19099 17109 277 0,'0'0'8'0,"0"0"-8"0,42-14 0 16,-24 10-6-16,3 1-32 0,-1 0-74 0</inkml:trace>
  <inkml:trace contextRef="#ctx0" brushRef="#br0" timeOffset="51091.54">19380 17135 28 0,'0'0'69'0,"0"0"-76"15,0 0 13-15,0 0 13 0,0 0 27 32,0 0 24-32,0 0-15 15,0 0-31-15,-22-19-4 16,27 15-15-16,5 0-4 16,2-2 0-16,-3 2 0 0,2 1-1 15,1 0 1-15,-1 2 1 16,1 1 4-16,0 0-3 15,-4 0-2-15,1 0-1 16,1 3 0-16,-5 4-1 0,-1 0-1 16,-2 1-6-16,-2 1-2 15,0 3 2-15,0-1-2 16,-5 0 3-16,-3 0 0 0,-2 0 2 16,-1-2-4-1,1-1 6-15,2-1 3 0,-1-2 0 0,5-2 1 31,0 1 1-31,2-1 3 0,2-3-1 0,0 2 0 16,0-2 1-16,0 0 4 16,0 0 3-1,3 0 1-15,3 0 0 0,1 0-6 0,2 0 1 32,2 0-4-32,1-2-1 0,2 1 0 15,-1-1-3-15,3 0 0 0,0 0-4 0,2-1-29 16,-1-2-72-16</inkml:trace>
  <inkml:trace contextRef="#ctx0" brushRef="#br0" timeOffset="51613.65">19724 17119 254 0,'0'0'3'0,"0"0"-4"0,0 0 0 15,0 0-2-15,0 0 1 16,0 0-5-16,0 0 9 0,0 0 3 16,25-35 3-16,-14 32 1 15,0 1-4-15,0 1-2 0,0 0-2 16,0 1 0-16,0 0-1 15,-1 0 0-15,-3 4 1 16,-1 3-2-16,-2 0-1 16,-2 6-11-16,-2-3-10 0,0 3-3 15,-4 0-17 1,-5-1 5-16,-1-1 0 0,-4 0 7 16,3-3 19-16,-3-2 9 0,1 0 5 15,2-2 27-15,0-2-1 16,4 0-11-1,3-2 7-15,2 0 21 0,2 0-9 16,0 0-14-16,0 0 4 16,3 0-1-1,4 0-15-15,1 0-2 0,3 0-2 0,2 0 2 16,-1-2-1 0,-2 0 3-16,3 0-5 0,-1 2 0 15,-3-1-3-15,2 1-2 16,2-1 0-1,-1 1-6-15,1-2-27 16,0-2-51-16,-2-2-109 0</inkml:trace>
  <inkml:trace contextRef="#ctx0" brushRef="#br0" timeOffset="52149.43">20102 17051 33 0,'0'0'3'0,"0"0"24"0,0 0 9 16,0 0-9 0,0 0 9-16,0 0 14 0,0 0-13 0,0 0-12 15,0 0-4 1,0 0-4-16,0 0-4 0,0 0-7 16,-6 0-6-1,5 0 0-15,0 7-4 0,-1 2 3 16,0 3 0-16,0 4 1 0,0 1 0 15,0 4 0 1,-2-2 0-16,2 4 1 0,0-3-1 16,-1-2-1-1,1 2-11-15,-3-6-27 0,-1-5-60 16</inkml:trace>
  <inkml:trace contextRef="#ctx0" brushRef="#br0" timeOffset="53020.11">18815 17749 66 0,'-7'2'15'0,"-2"0"-9"0,0-2-14 0</inkml:trace>
  <inkml:trace contextRef="#ctx0" brushRef="#br0" timeOffset="53577.74">18625 17781 244 0,'0'0'13'0,"0"0"20"0,0 0-6 16,0 0-21-1,0 0-2-15,0 0 1 16,0 0-2-16,0 0-1 0,-25 0-1 0,19 3 0 31,1 3-1-31,-5 1 0 16,4-2 0-16,-2 4 1 0,1 4-1 16,1-2 0-16,0-1 0 15,0 3-3-15,4-2 1 16,1-1-2-16,1-1 3 15,0 2-3-15,1-4-1 0,8 3 6 0,2-3 0 16,2 1 1-16,3-2-1 16,0-3-1-16,2 0 1 0,1-3-1 31,-1 0-7-31,0 0-14 16,-3 0 5-16,0-6 3 0,-6-2 4 0,-1-1 9 15,-3 0 3-15,-3-1 2 16,-2-1 5-1,0-1 3-15,0-1-2 0,-4 2-1 0,-5-2-4 16,2 0-3 0,-5 0 5-1,2 3-3-15,-1 2-2 16,-2-1-2-16,3 6-2 0,-4 3-6 16,1 0-11-16,0 0-10 15,-1 6-4-15,3 1-38 16,0-4-87-16</inkml:trace>
  <inkml:trace contextRef="#ctx0" brushRef="#br0" timeOffset="53770.23">18904 17848 349 0,'0'0'22'0,"0"0"-16"0,0 0-5 16,0 0-7-16,0 0-20 15,0 0-21-15,0 0-76 0</inkml:trace>
  <inkml:trace contextRef="#ctx0" brushRef="#br0" timeOffset="54348.37">19238 17737 22 0,'0'0'-22'16,"0"0"22"-16,0 0 28 31,-41 33 22-31,34-22-14 0,-1 3-3 0,3-1 0 15,1-3-14 1,2 1-2-16,2 2-2 16,0 0-6-16,0-2-5 15,1 0 0-15,7 0-2 0,0-1 5 16,3-2 5-16,1-1-2 16,0-1 0-16,3-2-4 15,0-1-2-15,1-3 0 16,-1 0-1-16,1 0 0 0,-1 0 0 15,-4-3 3 1,-1-4 1-16,-2 1 0 0,-3-1 3 16,-3-1 4-16,0 1 8 15,-2-2-4-15,0 2-7 16,-2 1-3-16,-5 1-3 0,-2 2 0 16,-1 1-5-16,0 2-1 15,-3 0 1-15,-1 0-3 16,-1 5-10-16,-2 2-21 15,3 2-5-15,0 0-8 0,3-5-59 16</inkml:trace>
  <inkml:trace contextRef="#ctx0" brushRef="#br0" timeOffset="54668.85">19329 17685 275 0,'0'0'4'0,"0"0"-8"0,0 0-53 16,0 0 39-1,0 0 10-15,-43 35 1 16,32-21 0-16,-1-1-32 0,0-2-54 0</inkml:trace>
  <inkml:trace contextRef="#ctx0" brushRef="#br0" timeOffset="55220.74">19497 17793 158 0,'0'0'46'16,"0"0"-33"-16,0 0 4 16,0 0-3-16,0 0 2 15,49-10 1-15,-34 8 4 0,1-1-2 16,-1 3-5-16,0 0-3 15,-3 0-6-15,0 0-3 16,-4 0-1-16,-1 7-1 16,-4-1-1-16,-1 3-2 15,-2 2 0-15,0-2 0 16,-3 5-2-16,-6 0-4 0,-3-1-5 16,2 0-5-16,-3-1 2 15,1 0 1-15,0-4 11 0,4-2 5 16,2-2 2-16,3 0-1 15,1-2 1-15,2-1 2 16,0-1 3-16,0 0-2 16,0 0 8-16,5 0-3 0,4 0-2 15,0 0-1 1,2 0-1-16,3 0 2 0,-1 0 1 16,2 0-3-16,-1 0-5 0,3 0 0 15,-3-1-2-15,1-1-17 16,-1-2-29-1,-2 0-58-15</inkml:trace>
  <inkml:trace contextRef="#ctx0" brushRef="#br0" timeOffset="55733.85">19803 17819 128 0,'0'0'154'0,"0"0"-144"0,0 0-5 16,0 0-5 0,0 0 0-16,0 0 0 15,0 0-2-15,0 0 1 16,0 0 2-16,6 37 1 16,-4-27-2-16,0 0 0 0,2 0 1 15,2-4-1-15,0 0 1 16,1-1-1-16,0-3 2 15,4-1-2-15,-4-1 0 16,2 0 0-16,2 0 0 0,0 0 1 16,-3-1-1-16,3-5 2 15,-1-1 0-15,-4 0 1 16,3-2 1-16,-2-1-1 16,0 0-3-16,-4-1 0 15,1 2 0-15,0-1 0 16,-2 2-1-16,0 1 2 0,0 1-1 15,0 3 0-15,-2 2 1 16,1 0 1-16,-1-1 1 16,0 2 0-16,0 0-4 0,0 0 0 15,0 7 2 1,0 1-1-16,0 1 1 0,0 3 0 16,0-1 3-16,0 3-2 0,0-3-1 15,0 1-1 1,2-1 1-16,3-1 0 0,-3-3-2 15,2-1-15 1,3-2-31-16,-2-2-66 16</inkml:trace>
  <inkml:trace contextRef="#ctx0" brushRef="#br0" timeOffset="56181.55">20161 17765 257 0,'0'0'4'0,"0"0"-1"0,0 0-3 0,0 0-7 0,0 0 3 31,0 0 4-31,0 0 1 0,0 0-1 16,0 0 0-16,0 0 1 15,-21 33-1-15,17-25 0 16,2-3 0-16,1 1 0 15,1-1 0-15,0-1-1 16,1-3 4-16,7 1 11 0,-1 0 1 16,3-1 0-16,0 1-3 15,1 0 1-15,-1 0-2 16,1-2 0-16,0 4 2 16,0-1-5-16,-2 3-3 0,-1-2-4 15,2 2-1-15,-6 0 0 16,0 3-1-16,-1-3 1 15,-1 2 0-15,-2 0-2 16,0 0 2-16,0-1-1 0,0 0-1 16,-7 0 4-1,1-1-8-15,-4-1 5 0,0-1-3 16,0-3-9-16,-1-1-16 16,-2 0-28-16,-1 0-83 15</inkml:trace>
  <inkml:trace contextRef="#ctx0" brushRef="#br0" timeOffset="56338.82">20201 17787 264 0,'0'0'0'0,"0"0"0"0,0 0-2 0,46-33-11 16,-33 26-21-16,-1-6-40 15,2 2-61-15</inkml:trace>
  <inkml:trace contextRef="#ctx0" brushRef="#br0" timeOffset="57407.39">20292 16963 211 0,'0'0'34'16,"0"0"-8"-16,0 0-14 15,0 0-5-15,0 0-2 16,0 0-2-16,0 0 0 0,45-7 1 16,-32 6 1-16,-2 0 0 15,3-1 0 1,1 2-1-16,1-2-2 0,2 1 2 16,2-1-4-16,0 0 0 0,2 0 0 15,-1 2 1 1,1-1-2-16,-3 1 2 0,2 0-2 15,-3 0 2 1,-2 0-1-16,2 0 0 0,-8 0 0 0,1 0 0 16,-3 0 0-16,-3 0 0 15,-2 1 0 1,-2 2-1-16,0 1 1 0,-1 1-4 16,0 2 3-1,0 1 1-15,0 5 1 0,0-1 0 0,0 3-1 16,0 2 3-1,0 0-3-15,0 1 0 0,0 1 0 16,3 4 0 0,0-2 0-16,-1 3 0 15,0 1 0-15,1 1 1 16,3 1-1-16,-5 0-1 0,2 4 2 0,1-1-2 16,1 0 2-16,-2 4 0 15,1-2-2 1,2 0 3-16,-3 1-2 0,-2 1 0 0,0-3 1 15,-1 3 0 1,1-4 0-16,-1 0-2 16,2-3 2-16,0-2 2 0,-1-1 6 15,2-2-3 1,-1 1 0-16,-2-2-3 16,1-1-1-16,-1-2-1 15,0 3 0-15,0-2 0 0,0-2-1 0,0 1 0 16,0-2 0-1,0 1 1-15,0 0-1 16,0 1 0-16,0-3 0 16,0 0 0-16,0 1 1 0,2-3 0 15,0 3-1-15,0-4 1 0,-2 1-1 0,0-1 0 32,0 0 0-32,0 1 0 15,-3-3 2-15,-1 1 7 16,-4-1 0-16,0-1 1 15,-3 1 8-15,0 0-3 0,-4-2-5 16,-1 2-5-16,-6-1-3 16,-4-1-2-16,-5 1-2 15,-6-2-30-15,-8-3-37 16,-4-4-108-16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46:06.0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 14986 66 0,'0'0'11'0,"0"0"13"0,0 0-14 0,0 0-5 0,0 0 2 16,0 0 3-16,-37-10 2 16,30 9-6-16,-1 1 0 15,3-2-4-15,0 0-1 16,-2 0 0-16,3 2 0 16,-2-3 0-16,3 3 1 0,-3-1 0 15,0 1 2-15,0-2 0 16,-1 2 0-16,1 0 0 15,0 0 0-15,0 0 1 16,2 0-1-16,-1 0-2 16,1 0-1-16,0 0-1 0,0 0 2 15,1 0-2-15,-2 0 0 16,-2 0 0-16,3 0 0 16,0 3 0-16,-3 0-1 15,0 1 1-15,1-1 1 16,1 3-1-16,-1-2 0 0,1-2 1 15,-1 2-1-15,1 1 0 16,0 0-1-16,1 1 1 16,-2 1 0-16,1 0-1 15,-3 2 1-15,2-3 0 16,0 0 1-16,1-1-1 0,-1 1 0 16,1-3 1-16,-2 2-1 15,1-1 0-15,1 0 0 16,1 2 0-16,-3-1 0 15,-2 2 0-15,2-1 0 16,1 1 0-16,-3 0 0 16,0 1 0-16,0 1 1 0,0-1-1 15,-3 1 0-15,2 1 1 16,-1 2-1-16,-1 0 0 16,1 1 1-16,2 0-2 15,-2 1 1-15,0 2 1 16,0-3-1-16,-1 1 0 0,1 3 1 15,0-2-1-15,2 2 0 16,-2 1 2-16,-1 0-2 16,1 1 0-16,1 0 0 15,0-2 1-15,1-1-1 16,1 0 1-16,1-2 0 0,0 0 0 16,2 0-1-16,1 2 0 15,0-1 0-15,1 0-1 16,1-1 2-16,2 0-1 15,-4 3 0-15,4 0 1 16,-4 0-2-16,1 0 2 0,0 2-1 16,-1 2 0-16,2-2 0 15,-2 1 0-15,1 1 0 16,-1-3 0-16,0 3 0 16,0-2 0-16,0-1 0 15,2 0 1-15,2-2-1 0,0 2-1 16,0-3 2-16,0 4-2 15,0-1 2-15,0-1-2 16,2 2 2-16,0 0-2 16,2 0 2-16,-2 0-1 15,0-1 0-15,0 0 0 0,0 2 0 16,0-1 0-16,-1-1 0 16,3 2 0-16,-2-2 0 15,-2 1 0-15,2 0 0 16,2 0 0-16,-1 0 1 15,0-1-2-15,1-1 2 16,0-3-2-16,1 1 2 0,1-1-1 16,1-1 0-16,0 1 0 15,0 0 0-15,-1 0 0 16,3-1 0-16,-2 1 0 16,0 3 0-16,-1-5 0 15,1 3 0-15,-1-2 1 16,2-1-1-16,0 0 0 0,-1 1 0 15,0 0 0-15,4-2 0 16,-2 3 1-16,-1 1-1 16,2 0-1-16,-1-1 2 15,-1-1-1-15,4 3 0 0,-3-3 0 16,2-2 0-16,-3 2 0 16,4-2 0-16,-3 0-1 15,-1-2 2-15,4 0-1 16,-5-1 0-16,3 1 0 15,2-1 0-15,-1-1 0 0,0 0 0 16,1 2 0-16,1-2 0 16,-1 1 0-16,0 0 1 15,0 1-1-15,2-1 1 16,0 0-2-16,0 1 2 16,-1-2-1-16,-1 1 0 0,1 1 0 15,-2-2 0-15,3 1 2 16,-1 1-4-16,1-1 4 15,-1 0-2-15,1 1 0 16,-3-1 1-16,2 0-1 16,1-1 0-16,-1 0-3 0,1 0 2 15,1-1 2-15,1 1 1 16,-1 0-2-16,3 0 1 16,-2 2-1-16,4-1 1 15,0 1-1-15,-2 1 0 16,2-2 0-16,0 1 0 15,0-1 0-15,-1-3-2 0,2-2 0 16,4-2 2-16,2-1 2 16,6 0-2-16,3-13 1 15,3-10 1-15,0-11-55 16</inkml:trace>
  <inkml:trace contextRef="#ctx0" brushRef="#br0" timeOffset="1593.84">1373 14898 44 0,'-2'0'2'0,"0"0"-1"0,2 0 1 0,0-1 0 16,0-1 3-16,0-1 5 15,0 2 0-15,0-2 2 0,0 2-1 16,4-2-8-16,0 0 1 16,3 0-1-16,1 0-2 15,2-2-1-15,1 1 0 16,2-1 1-16,3 1-1 0,-1-2 0 16,3 2 0-1,1-2 1-15,0-1-1 0,2 0 1 16,-1 1-1-16,-1 1 0 15,2-2 1-15,0 2 2 16,-2-2-1-16,2 4 0 16,-2-1-1-16,1 1-1 0,-1 2 1 15,-2 1 0-15,1 0-1 16,-3 0 0-16,4 1-1 16,-4 5 2-16,1 1 0 15,2 0-1-15,-3 2 1 16,1 2 0-16,-2 0 0 15,2 2-1-15,-1 0 1 0,1-2-1 16,-3 5 0-16,2-2 0 16,1 3 0-16,-3 2 0 15,1-1 0-15,-3 2 0 16,1 1 1-16,-3-1 1 0,1 0-1 16,-3 1 0-16,2-1 0 15,0 0 0-15,-3 3 1 16,4 0-1-16,-3 2 0 15,1 3 0-15,1 2 0 16,-2 0 1-16,2 1-2 16,0 3 1-16,-1-2-1 0,2 2 0 15,-1 0 1-15,-1 0-1 16,2 0 1-16,1 0 1 16,-3 2 0-16,2-1-2 15,-1 1 1-15,-1 2 0 0,1 2 0 16,-2 2 0-16,0-2 1 15,0 0-1-15,1 0 0 16,-1-2 0-16,0 0 0 16,-2-1-1-16,1-1 1 15,0 2-1-15,-3 0 1 16,2-1 1-16,-1-1-2 0,0-2 2 16,1-2-1-16,-3 0-2 15,2-4 5-15,1 1-3 16,0-1 0-16,-3 1-1 15,0-1 1-15,0 2 0 16,-2 0-1-16,0-3 1 0,0 0 0 16,0-2 1-16,0 1 3 15,0-1-1-15,-4-2 0 16,-1 4-3-16,0-4 1 16,-1 2-1-16,-1 0-1 15,1-3 2-15,-4 1-2 0,2-3 0 16,-1-2 0-16,-1 1 1 15,0-1-1-15,-1-1 2 16,-1 0-2-16,-1 2 0 16,0-1 0-16,-1-1 1 15,3-1-1-15,-3-2 1 0,1-2-1 16,1 0 1-16,2-2-1 16,-1-1 1-16,-1-1 2 15,3 1-2-15,-3-2 0 16,2-2-1-16,-1 0 1 15,0-2 0-15,-1 1 0 16,-1-3 3-16,-1 0 5 16,1 0 4-16,-3-1-1 0,-1 1-1 15,1-1-4-15,-4 1-2 16,0 2-4-16,-3 0-1 16,-1 0 1-16,0-2-1 0,-3 2 0 15,2-1 1-15,-2-2-1 16,2 0 0-16,4 0-1 15,-2 0-10-15,1-5-15 16,2-6-45-16,-1-9-68 16</inkml:trace>
  <inkml:trace contextRef="#ctx0" brushRef="#br0" timeOffset="2911.61">1190 14498 69 0,'0'-2'15'0,"2"1"-4"0,-2-2-4 0,2 1-2 16,-2 1 0-16,0 1-3 15,0 0 0-15,0 0 3 16,0 0 3-16,0 0 2 15,0 0 1-15,0 0-3 0,0 0-7 16,2 0-6-16,0 0 5 16,0 0 1-16,-1 3-1 15,3 0 0-15,-2 2 2 16,2 0-2-16,-1 0 0 16,-1 1 0-16,1-2 0 0,1 2 0 15,0-1 0-15,-3 0 0 16,3-2 1-16,0 0-2 15,-2-1 2-15,2-2-1 16,2 0 0-16,0 0 0 16,1 0 0-16,1 0 2 0,2-2-1 15,1-6 0-15,2 0-1 16,1-4 1-16,-1-2-1 16,1 0 2-16,1-3-2 15,3-4 1-15,-2 2 6 16,6-2 2-16,-2-3-4 15,2 1-2-15,-1 2-1 0,-1 0-2 16,-3 2 1-16,-1 2-1 16,-3 3 0-16,1 2 0 15,-3 3 0-15,-2 4 0 16,0 2-1-16,0 3-17 16,-5 0-12-16,-1 1-8 0,-3 6-41 15</inkml:trace>
  <inkml:trace contextRef="#ctx0" brushRef="#br0" timeOffset="3403.98">1192 14572 3 0,'0'0'17'0,"0"0"0"0,0 0 0 0,0 0 2 0,0 0 3 16,0 0-2-16,0 0 6 16,0 0 8-16,50-4-8 15,-23-19-11-15,7-6-7 0,15-9-5 16,8-11-1 0,9-12-2-16,13-14-61 0</inkml:trace>
  <inkml:trace contextRef="#ctx0" brushRef="#br0" timeOffset="8010.02">3460 14927 108 0,'0'0'1'0,"0"0"6"0,0 0 6 16,0 0-1-16,0 0-4 15,0 0-4-15,0 0-2 16,0 0 1-16,-38-26-1 0,31 22 1 16,1 1 6-16,-1-1 1 15,0 1-5-15,0-1-2 16,1-1-3-16,-1 2 1 15,1 1-1-15,-4 0 1 16,2-1 2-16,-3 3 0 0,-1 0-3 16,-1 0 1-16,-1 0 0 15,-1 0 0-15,-1 7 0 16,1 4-3-16,-3-2 0 16,4 4-7-16,0 0 4 15,-1 2 1-15,1-3 3 16,1 3 2-16,0-2-3 0,1 3 2 15,2-1-1-15,-2 1 2 16,1 4-1-16,0-2 0 16,-2 1 1-16,1-1-1 15,2 0 0-15,-4 2 1 0,3-2-1 16,-1 3 0-16,1-2 0 16,-2 2 0-16,1 0 0 15,2 0 0-15,-1 2 0 16,-1 1 0-16,-1-1 0 15,-1 4 0-15,-1 1 0 16,1-1-4-16,-1 2 5 0,1-1-3 16,1-1-1-16,0-1 2 15,1-1 1-15,1 1-1 16,-1-1 3-16,4 2-2 16,-1 2 0-16,0-1 0 0,2 5-1 15,-1-2 2-15,3 2 0 16,-1 0-1-16,-2-1 0 15,4-1 1-15,-2-2-1 16,3-1 0-16,3 1 0 16,-2 0 0-16,2 1 0 15,-2 1 0-15,2 1-1 0,0-1 1 16,-2 0 0-16,2-1 0 16,0-3-1-16,0-3 0 15,0 0 0-15,2-4 1 16,4 0-2-16,-1-1 4 15,4 1-2-15,-4 1 0 0,3 1 1 16,-1 2-1-16,-1 2 0 16,4 0 1-16,-3 2-1 15,3-2 0-15,0 0 1 16,-3 0-1-16,3-3 0 0,2 1 0 16,-1-4 1-16,-1 0-1 15,2-2 0 1,1 0 1-16,-2-2-2 0,3 0 2 15,-1 1-2-15,3-3 1 16,-3 3 0-16,3-1 1 16,0 4 0-16,2-3-1 0,-3 0 1 15,3 0-1-15,-3-1-1 16,0-1 1-16,2 1 0 16,1 0 0-16,0-1 0 15,-1 2 1-15,4-3-1 16,-3 2 0-16,2-2-1 0,0-4 0 15,0 0 1-15,2-2 0 16,1-2 0-16,-1 0 0 16,2-2 1-16,1 1 1 15,0-1-1-15,0-2 0 16,2 0-1-16,-3-1 0 0,3 1 2 16,2-2-4-1,0 0 4-15,2 0-2 0,0-3 1 16,3-3 0-16,-3-1 0 15,2 1-1-15,-1-2 1 16,-1-1 0-16,0-2-1 16,-2 0 0-16,0-3 0 0,1-2-1 15,3-3 3-15,-2-2-1 16,3-2 0-16,0-2 0 16,-2-1 0-16,-1-3 0 15,0 0-1-15,-5-1-1 16,1-4 1-16,-2 0 1 0,0-4 1 15,1 1 8-15,-1-2-7 16,-3-3-2-16,1 1 0 16,-3 1 0-16,-1 0-1 15,-3 2 1-15,-3-1 0 16,-3 1 0-16,-3-2 0 0,-1 2 3 16,-2-3 3-16,-3-2-2 15,1-1-1-15,0 0-2 16,-2 0-1-16,0 0 0 15,0-3-1-15,0 3 1 16,0-1-1-16,-2 1 0 0,-3 1 1 16,-1 3-1-16,-3-1 0 15,-1 4 1-15,2 1-1 16,-5 0 0-16,1-1 0 16,1 1 0-16,-1-1 0 15,-1 2 1-15,0-1-1 0,-1 4 0 16,-1 0 1-16,-1 1-2 15,3 3 2-15,-3 0-1 16,1 1 0-16,-3 1 0 16,2 0 0-16,0-1 1 15,-1 0-1-15,1 0 2 0,-5-1-2 16,2 0 0-16,-3-1 0 16,1 4 0-16,-3-1 2 15,-1 4 11-15,-2 0-1 16,0 2 0-16,0 3-1 15,0 1-4-15,-1 2-4 16,1 4 0-16,3 0-3 0,-1 5-1 16,0 2 0-16,0 3-2 15,1 0-20-15,-2 0-48 16,-1 0-99-16</inkml:trace>
  <inkml:trace contextRef="#ctx0" brushRef="#br0" timeOffset="10664.08">5764 14861 33 0,'0'0'50'0,"0"0"-43"16,0 0 4-16,0 0-2 0,0 0 2 15,0 0-3-15,-40 0 2 16,36 0-2-16,0 0-4 16,1 0-2-16,1 0 2 15,-1-1-3-15,-1-1 1 16,0 2-1-16,1-1 0 0,-3-1 2 15,-1 1 6-15,-4-2-1 16,4 3-2-16,-4-3-3 16,0 2-1-16,-1-2 0 15,-1 0-1-15,-2 3-1 16,-1-2 0-16,-2 2 0 16,0 0 0-16,0 0 0 0,-2 0 0 15,1 0 0-15,2 2 0 16,-3 5 0-16,1 0-1 15,0 1 1-15,2-1-2 16,-3 1 2-16,3 2-1 16,0-3 0-16,-2 2 2 0,2 0 0 15,-1-1-1-15,0 2 5 16,0 0-4-16,0-1 0 16,-1 2 0-16,-2 1-1 15,1 1 1-15,-2 1-2 0,-2 2 1 16,1 1 0-16,0-2-1 15,2 1 2-15,0 1 0 16,1 0-1-16,4-1 0 16,-2 2 1-16,3-1 0 15,-1 0-1-15,-3 3 1 0,2 2-1 16,0 0 0 0,-3 0 0-16,1 3 0 0,-2-1 0 15,0 0-3-15,3 1 1 16,-2-2 1-16,2-1 1 15,3 2 2-15,1 1 0 16,1 0-2-16,1 1 1 0,1-1 0 16,1 2-1-16,0 1 1 15,1 1-1-15,3-1 0 16,-1 4 0-16,0 0 0 16,3 1 0-16,1 1 0 0,1 0 0 15,2 0 0-15,0 3 0 16,0 0 0-16,0 1 0 15,0 0 0-15,0 1 0 16,0 2-1-16,0 0 2 16,2-1-1-16,1-1 0 15,3-1 2-15,1-5-2 0,0 1 1 16,0-3 0-16,3-1-1 16,2 0 1-16,-1 1-1 15,1-1 0-15,-1 2 0 16,2-3 0-16,0-1 0 15,0-1 1-15,1-3-1 16,-1 0 0-16,1-2 0 0,-1-2 0 16,0 1 1-16,3-3-1 15,0 1 1-15,2 2 1 16,0-1-1-16,-1-1 0 16,0 0 0-16,2 1-1 0,1-1 0 15,-1 1 0-15,2-3 0 16,2 0-1-16,-1 0 1 15,4-3 0-15,-1 0 1 16,2-1-1-16,0-2 2 16,0 0-2-16,0-2-2 0,-2 0 4 15,2-2-2-15,-1-2 2 16,3 1-1-16,0-6 0 16,2 3 0-16,-2-3 0 15,3 0 1-15,1 0 0 16,-1 0-2-16,1-3 1 15,-2-5 2-15,0-1-3 16,2 1 0-16,-5-3 1 0,1 0 0 16,0-1-1-16,-2-1 1 15,0-3-1-15,0 0-6 16,0-2 13-16,-3-3-6 16,1-2 0-16,1 0 0 0,-3-3-1 15,-2 0 1-15,2-1 0 16,-2-3-1-16,-3 0 0 15,1-1 1-15,0-2-1 16,-1 2 0-16,-3-6 0 16,-2 2-1-16,1-1 1 0,-3-1 1 15,1-1-1-15,-4-1 0 16,1 0 0-16,-4-3 2 16,2 0-1-16,-3-4 0 15,-2 1 0-15,-1-3 1 16,0 1-1-16,-1-2-1 0,0 1 1 15,0-3 0-15,0 2-1 16,0-3 0-16,0 1 1 16,-1-1 0-16,-2 2 0 15,-1 0 0-15,-2-1 1 0,0 0-1 16,-2 2-1-16,-1 0 2 16,-5 5-2-16,1 3 0 15,-5 2 1-15,2 4 4 16,-4 1 5-16,-1 2 0 15,2 0-3-15,-4-1-2 16,1 0 0-16,0-1-2 0,-3-2 0 16,-1 0 1-16,1 1-3 15,0 3-1-15,-2 1 0 16,1 5-1-16,-3 4-3 16,2 6-12-16,-2 3-26 15,-2 2-46-15</inkml:trace>
  <inkml:trace contextRef="#ctx0" brushRef="#br0" timeOffset="12833.12">7322 14920 72 0,'-4'-5'13'0,"0"-1"12"0,-1 1-8 0,2-1 5 16,1-1-11-16,0 0-1 15,-2 0-6-15,1 0 0 16,-1 1-3-16,0 0 3 16,-4 2-1-16,0 0-3 0,1 0 4 15,-4 1-3-15,-1 0 1 16,0 1 3-16,0 1-2 16,-1 0-1-16,0 1 0 15,-4 0-1-15,2 0 1 0,-3 0-4 16,0 2 1-16,-2 3 0 15,-4 0-1-15,-1 2 2 16,0 1 1-16,-1 0-3 16,-3 2 2-16,2 1 0 15,2 2 0-15,-2 1 0 16,1 3-1-16,3-2 0 0,1 3 1 16,-1-1-1-16,1 2 1 15,2-1 0-15,0 3 1 16,-3-2-2-16,1 2 1 15,2 0 0-15,0 1 0 16,0-1 0-16,2 1 0 0,0 0 0 16,1 2 0-16,0 1 0 15,2 3 0-15,-3 0 0 16,0 2 0-16,2 4-2 16,-1-1 2-16,-1 0-1 15,1-1-1-15,5 1 2 0,1-2-6 16,-1 0 7-16,3-4 0 15,3 4-1-15,-3-1 0 16,6 3 1-16,-1 0-1 16,-2 1 0-16,3 0-1 15,1 0 2-15,0 0 0 0,-2-1-1 16,4 1 0-16,0-2 0 16,0 0 1-16,0-1-2 15,6 0 2-15,2-3-1 16,1 0 0-16,3-3 0 15,1 1 0-15,-1-2 1 0,3-2 1 16,1 0-1-16,-1-1 1 16,3-2-2-16,0-1 1 15,0-1 0-15,0 0 0 16,0-3-1-16,2-1 0 16,-4 1 0-16,2-2 0 0,-1 1 0 15,1-2 1-15,0 0-2 16,0-1 2-16,0 3 0 15,-2-2 1-15,4 3-1 16,-5-2-1-16,1 1 0 16,-1-1 2-16,1 1-2 15,-3 1 0-15,2-1 0 0,0-3 0 16,1 3 1-16,1 1-1 16,-1-1 0-16,2 0 1 15,2-1 0-15,0 3-1 16,-1 0 0-16,2-2 0 15,-1-2 1-15,0 0-3 0,1 0 1 16,1-4 1-16,-4 1 2 16,4 1-1-16,-1-1 0 15,0-2-1-15,2 1 0 16,1 0-1-16,1-2 1 16,3-1 2-16,0 0-1 0,4-1 0 15,-1-2-3-15,0-1 6 16,-1 3-3-16,0-3-1 15,0 0 2-15,-2 0-1 16,1 2-1-16,-2-2 0 16,2 1 0-16,0 0 0 0,-2-1 0 15,4 1-8-15,-3-1 16 16,2 2-7-16,0-2 0 16,-1 2-1-16,-2-1 0 15,-2 1 0-15,-2 0 0 16,2 0 1-16,0-1-1 0,2-1 0 15,0 0 0-15,0 0 0 16,1 0 1-16,-1 0-1 16,0-1 2-16,2-4-3 15,-5-1 1-15,2-2 4 16,0-2-3-16,-4 0 3 0,1-2-2 16,0-2 0-16,1-1-1 15,-3 0 1-15,0-3 0 16,2-3 0-16,-4 3-1 15,0-5 0-15,1 2 0 16,-3-2-1-16,2-1 1 0,0-1 0 16,-1-1-1-16,0 0 0 15,0-1 0-15,1 2 1 16,-3-2-2-16,1 1 2 16,-2-4-1-16,1 2 0 15,-5-5 0-15,3-5 0 16,-5 1 0-16,1-3 1 0,-4-2-1 15,2 2 0-15,-5-1 0 16,-3 1 1-16,0 0-1 16,0-1 1-16,-1 1-1 15,-8 0 1-15,0-2 1 0,-2-1 1 16,0 1-1-16,-3-1 0 16,0-2 0-16,-1-1-1 15,0-1 0-15,-1 2-1 16,-2-2 0-16,-1 1-1 15,0 2 2-15,0 2-2 0,-2 2 2 16,-1 0-2-16,0 3 0 16,-3 0 2-16,0 2-1 15,-1 0 2-15,-1 3 4 16,0 2 14-16,-2 2-19 16,1 2-2-16,0 5 2 15,-3 1-4-15,-3 2 5 0,2 2-2 16,1 1 0-16,-2 2 4 15,1 1-2-15,1 4-2 16,2-1 1-16,0 4-1 16,0-1 2-16,3 3-3 15,-3 0 3-15,0 2-2 0,0-1 0 16,-1 2-1-16,-3 0-1 16,-1 0 3-16,-2 4-1 15,0 2 0-15,-6 4 0 16,-3 2 1-16,-4 0-2 15,-9 5-3-15,-6-5-56 0,-11-7-114 16</inkml:trace>
  <inkml:trace contextRef="#ctx0" brushRef="#br0" timeOffset="17997.28">7356 14776 66 0,'0'0'11'0,"0"0"1"0,0 0-9 0,0 0 0 15,0 0-2-15,0 0 0 16,0 0 3-16,0 0 16 16,0 0-3-16,0 0-13 0,0 0-4 15,0 0-4-15,0-17-9 16,-4 17 8-16,-1 0 4 15,-3 0 1-15,0 0-3 16,-1 0 8-16,-4 0 0 16,1 0 3-16,0 0-3 15,-4 1-2-15,2 2 0 0,-2 0-4 16,1 1 2-16,-3 2-1 16,-2 0-4-16,2 1 5 15,-2 1-1-15,2 2 2 16,-4-1 1-16,2 1-3 15,0 1 1-15,0 0 1 0,1-1-1 16,2 0-1-16,-3 0 1 16,2 0-1-16,0 0 0 15,-1 1 0-15,2-1-2 16,-1 3 2-16,0-1-1 0,2 2 1 16,1-1 2-16,1 2-1 15,1-1-1-15,0-1 1 16,2 1-1-16,4-2 0 15,-3 0 1-15,0 0-2 16,1 1 1-16,0 0 1 0,-2 2-1 16,0-1 1-16,-1 2-2 15,1-1 1-15,0 1-1 16,-3 1 1-16,3-1 0 16,-2-1 0-16,4 4 0 15,-4-1 0-15,1 1 0 16,3-1-1-16,-1 3 2 0,0 1-1 15,3-1 0-15,-1 0 0 16,3 1 0-16,-1-1 0 16,-1 0 0-16,4 1-1 15,-1-1 1-15,0-1 0 16,1 0 0-16,1-2 0 0,-2 2 0 16,-1 0 0-16,0 1 0 15,1 1 0-15,0 0 0 16,-1 1 0-16,1 0 0 15,2 1 0-15,2 0 1 16,0-1-2-16,0 0 1 0,0-1 0 16,0 0 0-16,4 0 1 15,-1-2 0-15,3 2-1 16,0-3 0-16,2 3-1 16,-1-3 1-16,5 1 1 15,0 0-1-15,-1 2 0 0,0 0 1 16,0 0-1-16,1 0 2 15,1 1-2-15,-2 0 1 16,-2-2-1-16,2 2 1 16,0 0-1-16,0-2 1 15,1 0-1-15,-1 0 0 0,0 0 0 16,2-2 1-16,-2 2-1 16,3-2 1-16,-3 1-2 15,0-2 1-15,1 1 4 16,-1-1-1-16,0-2 3 15,2 2-2-15,0-1 1 0,1-2-3 16,-3 0-1-16,3-1-1 16,-1 0 2-16,0-2 0 15,-1-2-1-15,1-2 0 16,1 0 0-16,-1-1 1 16,3-2 1-16,-1 1-3 15,1 1 1-15,-1-1 0 0,0 1 0 16,-2 1 0-16,0-1-1 15,0-1 0-15,-2 1 1 16,-2-4-1-16,0 3-1 16,0-1 2-16,2-1-1 15,1-1 0-15,-1 2 0 0,5-2 0 16,-1 0 0-16,1 0 0 16,-1 1 0-16,1 0 1 15,0-1-1-15,1 1 0 16,1 0 0-16,0 0 0 15,-2 2 0-15,4-2 0 0,0 2 1 16,-4 0-1-16,4 1 0 16,0-3 0-16,-3 3 0 15,4-2 0-15,-4 0 0 16,4-2 1-16,-1 0-1 16,0 1 2-16,0-1-1 0,1 0-1 15,0 0 1-15,0 0-1 16,0 1 0-16,0-1 1 15,1-1-1-15,1 1 0 16,0 0 0-16,-2-2 1 16,4 1-1-16,-2 1 0 0,-4-2 0 15,2 2 0-15,-1 1 0 16,-2 0 0-16,2 1 0 16,-2-2 0-16,-1 0 0 15,2-1 1-15,0-2-1 16,-1 0-1-16,3 0 2 0,-3 0 4 15,4-1 2-15,-1-6-1 16,2-3-2-16,2-2-1 16,0-2 0-16,-2 0 1 15,4-3-2-15,-2-1-2 16,0-4 1-16,0 2 0 0,2-1-1 16,-4 1 0-16,0-2 1 15,0 0-1-15,-3 0 1 16,-4 0-1-16,4 0 3 15,-4-3 1-15,1 0 2 16,2-1-3-16,0-2-1 16,0 0-2-16,3-1 0 0,-4 3 1 15,-2-2-1-15,-4 1 1 16,0 1-1-16,-8 1 0 16,1-3 3-16,-3-1 1 15,-2 1 11-15,2-1-6 16,-2 0-1-16,1-1 0 0,-1-2-4 15,2 2-3-15,-1-2 0 16,2-1 0-16,-3 2-1 16,0-2 0-16,0 1 1 15,0-1-1-15,0 0 0 16,-6 2 1-16,1-1-1 0,-2 0 0 16,2 2 3-16,-2-1-3 15,3 0 0-15,0 0 0 16,-1-2 0-16,1-1 0 15,0-2 0-15,-1-1 0 16,0-1 2-16,1 2-2 0,-4 2 0 16,1 1 0-16,-3 4 0 15,-2 1 0-15,-2 3 0 16,1 1-1-16,-1 1 3 16,0 1-2-16,-1 1 1 15,1 1-1-15,-1-1-1 0,1 2 1 16,1 0-2-16,-1 1 3 15,-1 0 1-15,-1 1-2 16,1 0 0-16,-5 0 0 16,2 1 1-16,-4-1-2 15,1 1 0-15,-1 2 3 0,2 1-2 16,-3 0 2-16,1 2-2 16,0 2-1-16,-1 2-1 15,1 0 2-15,-3 0-2 16,3 1 3-16,-3 1 0 15,3-1 1-15,-3-1-3 16,2 3 3-16,0-2-2 0,0 0 1 16,-1 1 0-16,2-2-3 15,-5 1 3-15,0 0-2 16,0 2 1-16,-4 0 0 16,1 1 0-16,-1 0 0 15,-2 0 1-15,-1 3 0 0,-1 0-1 16,-4 0 0-16,-5 0 3 15,-3 0-1-15,-2 4-2 16,-5 6 0-16,-7 5-4 16,-6 10 8-16,-6 8-7 15,-14 11-45-15,-19 10-70 0</inkml:trace>
  <inkml:trace contextRef="#ctx0" brushRef="#br0" timeOffset="22506.27">3272 17085 34 0,'0'0'3'0,"0"0"-1"0,0 0 1 0,0 0 12 0,0 0-13 15,0 0 9-15,0 2 4 16,0-1 0-16,0-1-7 15,0 0-6-15,0 0-20 16,0 2 37-16,0-1-18 0,0-1 0 16,0 0-1-16,0 0 0 15,0 1 0-15,0-1 1 16,0 3 2-16,0 0 4 16,0 3 2-16,0-1-1 15,0 4-3-15,0-2-1 0,-2 1-2 16,2 0-1-16,0 0-1 15,0 1-2-15,0-2 3 16,0 3 1-16,0 0-2 16,2 1 1-16,3-1-1 15,0 3 2-15,1-3-1 0,-1-2-2 16,1 2 2-16,0-3-1 16,2 3-1-16,-2 0 2 15,1-1 1-15,-1-1-1 16,-1 1 0-16,2-1 0 15,0-1 1-15,-3-2-2 0,0 0 0 16,1 0 0-16,2-3 2 16,-2 1 1-16,3-3 2 15,1 0 2-15,0 0-5 16,2 0 0-16,-2 0 0 16,5-4 0-16,-3 0-1 15,-1-1-1-15,2 0 1 0,-1 1-1 16,0-1 1-16,1 1-1 15,1-2 2-15,-1-1-4 16,1 1 2-16,1-2 0 16,-1-2 2-16,0 1-1 0,1-2-1 15,-2 1 0-15,2 2 2 16,-3-2-2-16,0 1 0 16,1 1-2-16,-2-1 4 15,3 1-2-15,-1 1 0 16,-1-1 0-16,1 0 0 0,-1 0 0 15,-1 0 0-15,2 0 0 16,-1-1 1-16,3-1-1 16,-3 2 0-16,2-2 0 15,1 0 0-15,-1 0 0 16,1 3 0-16,-1-2 0 16,1 0 0-16,-1 1 0 0,-2 0 0 15,3-2 0-15,-1 0 0 16,3 1 0-16,-3-1 0 15,3-1 1-15,-1 3-2 16,1-2 1-16,-3 1 0 16,3 2 0-16,-1 1 1 0,-1-1-1 15,-1 4-1-15,0-4 2 16,1 0-2-16,1 3 2 16,0-3-2-16,0 1 2 15,1-1-1-15,-1 0 0 16,1 2 0-16,-1 1 0 0,-1-1 0 15,-1 1-1-15,1 1 1 16,-3 1 0-16,2-1 0 16,1 1 1-16,1 0-1 15,-1-1-1-15,-3 3 2 0,3 0-1 16,-1 0-1 0,-2 0 1-16,4 0 0 0,-2 0 0 15,1 0-1-15,2 5 1 16,-2-2 0-16,1 1 0 15,3 0 0-15,-3 0 0 16,1 0 0-16,-3 0 0 0,1 0 0 16,-1 1 0-16,-1 1 0 15,-1 0-3-15,-2 2 0 16,2-1 3-16,-4 3 0 16,0 0 0-16,3 0-1 15,-2 1 2-15,-2-2-1 0,3 2 1 16,-1-1 1-16,0 1-2 15,-2-2 0-15,1 1-3 16,-3 0 3-16,3 0-1 16,-2-1 1-16,0 2 1 15,1-1 0-15,-2 1-1 0,-1-1 2 16,3 1-2-16,-2-1 1 16,-1-1-1-16,0-1 0 15,1-2-1-15,-4 0 2 16,0-2-2-16,0-1-1 15,0 0 4-15,0-2-2 0,0 2 3 16,0-2-1-16,0-1 0 16,0 2-1-16,0-1 0 15,0 0 0-15,-4 0 0 16,2-1 1-16,1 0-1 16,-2 0 0-16,3 0 1 0,-2 0 8 15,0-2-1-15,2-3-6 16,-2-1 5-16,2-3-7 15,0 3-1-15,0-5 0 16,0 1-1-16,0-1 1 16,0 0 0-16,4 1 1 0,2-3-1 15,2 1-1-15,-2-1 1 16,3 1 1-16,1-1-1 16,-1 2 0-16,3-1 1 15,-2 4-1-15,1-1-1 16,-1 0 2-16,3 1-2 0,0 3 1 15,0-1 0-15,0 0 0 16,0 1 0-16,1 1 0 16,-1 1 0-16,1 1-1 15,1 1 1-15,-1 1 0 16,0 0 0-16,2 0-1 16,-1 0 1-16,1 1-1 0,-3 3 2 15,1-1-1-15,1 2-1 16,-1 1 1-16,1-1 0 15,1 3 0-15,-3-2 0 16,2 4-1-16,-1-3 1 16,1 3 0-16,0-1 0 0,-1 0 0 15,0 0-1-15,-1 0 1 16,-1-2 0-16,-1 1-1 16,2-1 2-16,1 3-1 15,-3-1 0-15,5 1 1 16,-3-2-1-16,3 5 0 0,-1-2 0 15,1 1 0-15,0-1 1 16,2-1-1-16,1 3 0 16,2-3 0-16,1 1 0 15,0-2 1-15,1 1 0 16,2 0-1-16,1-1 1 0,1 0-1 16,0-1 0-16,-3 1 0 15,3-1 0-15,-2-3 0 16,0-1 0-16,1 2 1 15,-1-3-2-15,1-2 1 16,1-1 0-16,2 0 0 0,0 0 2 16,-1-4 1-16,1-3-1 15,2-5 1-15,-4 1-5 16,2-2 8-16,-2 0-1 16,-5-2-3-16,4 0-1 15,-3 1-1-15,-3-1 1 0,-3-1 0 16,2-1-1-16,-6 1 1 15,1 0 1-15,-3 0 0 16,-5-3 1-16,2 2-1 16,-6-4-2-16,-2 0 1 15,0-5-15-15,-8 1-45 0,-7-4-94 16</inkml:trace>
  <inkml:trace contextRef="#ctx0" brushRef="#br0" timeOffset="23908.32">3793 14988 40 0,'0'-5'-14'0</inkml:trace>
  <inkml:trace contextRef="#ctx0" brushRef="#br0" timeOffset="24328.14">3793 14988 70 0,'4'-25'7'16,"-4"25"-2"-16,0 0-3 15,0 0-1-15,0 0 1 16,0 0-2-16,0 3-2 16,0-1 2-16,0 1 0 0,0 2-3 15,0 1 5-15,-2-2-2 16,2 2 3-16,0-1 6 16,-2-2-3-16,2 2-4 15,0-1 1-15,0-1-2 16,0 0 0-16,0-2 2 0,0 2-2 15,0-2 1-15,2-1 0 16,0 0 1-16,2 0 4 16,0 0 4-16,2-7 4 15,3-2 0-15,-1-3 2 16,6-5-6-16,4-3-1 0,0-3-4 16,5-1-4-16,1-2-1 15,2-1-1-15,3 2 1 16,1 1-1-16,1 1 0 15,-4 3-15-15,-5 2-69 16</inkml:trace>
  <inkml:trace contextRef="#ctx0" brushRef="#br0" timeOffset="25274.48">1031 17599 83 0,'0'0'11'0,"0"0"1"0,0 0-6 16,0 4-6-16,2 1-2 0,1 3 3 16,3 5-1-16,0 0 2 15,1 7-1-15,0-2 1 16,2 2-1-16,-3 0 1 15,1 1-2-15,3-1 1 16,-4 0-1-16,-1-1 1 0,3-2 0 16,-4 1-1-16,4-4 1 15,-4-1-1-15,3 1 1 16,-3-4-6-16,0-3-14 16,-4-4-47-16</inkml:trace>
  <inkml:trace contextRef="#ctx0" brushRef="#br0" timeOffset="26335.11">1029 17622 61 0,'0'0'5'0,"0"0"2"16,0 0-13-16,0 0 11 0,0 0-2 15,0 0-2-15,0 0 2 16,0 0 2-16,0 0 2 15,7-38 1-15,-1 31-4 16,-2 0 1-16,1 2-2 16,4 0 0-16,0 0-2 15,-1 1-1-15,1 0 0 0,1 2 0 16,1 1 0-16,-1 1-1 16,2 0-1-16,-3 0 1 15,2 3-1-15,-2 4 0 16,0 2-2-16,-3 2 5 0,-1 1 1 15,0 4-2-15,-3 1 2 16,-2 0 1-16,0 3-2 16,0 0 0-16,-2-3-1 15,-5 0 2-15,0-4-1 16,3 0-1-16,-1-5 1 0,1-1-1 16,0-4 2-16,1-3-1 15,3 0 3-15,0 0-6 16,0-3-1-16,0-5 5 15,7-1-4-15,0-1 4 16,-1-1-2-16,3 1 0 0,0 0 0 16,0 0 0-16,0 3 0 15,2 1 2-15,0 2-2 16,0 4 0-16,1 0 0 16,-3 0-3-16,-1 6-3 15,2 4 4-15,-4 3 5 0,-1 1-2 16,1 0-1-16,-4 1 3 15,-2 3-3-15,0-4 1 16,0 3 0-16,0-2-1 16,-6 0 0-16,-3-3 1 15,0-3 0-15,-2 4 1 16,0-5 3-16,-1 0 2 0,1-2 1 16,0-2-5-16,2-2-1 15,0-2 0-15,3 0 0 16,-1 0-1-16,5-2-8 15,2-6-22-15,0-2-2 16,0-2-36-16</inkml:trace>
  <inkml:trace contextRef="#ctx0" brushRef="#br0" timeOffset="26726.61">1444 17533 139 0,'0'0'9'0,"0"0"5"0,0 0-10 0,0 0-5 0,0 0-3 16,0 0 4-16,0 0-1 15,0 0 0-15,0 47 0 16,2-35 0-16,0 1-1 16,-1 1 2-16,1 2-1 0,0-2-1 15,2 2 3-15,-1-2 0 16,0-3 0-16,1 2-1 15,-2-3 2-15,2 1-2 16,-2-2-11-16,0-1-15 16,-1-3-24-16</inkml:trace>
  <inkml:trace contextRef="#ctx0" brushRef="#br0" timeOffset="26989.57">1332 17341 223 0,'0'0'21'15,"0"0"9"-15,0 0-13 16,-35-37-14-16,35 28-5 16,0 0-18-16,0-3-44 0,0 1-45 15</inkml:trace>
  <inkml:trace contextRef="#ctx0" brushRef="#br0" timeOffset="27793.47">1558 17567 151 0,'0'0'2'0,"0"0"5"0,0 0-2 15,0 0-4-15,0 0 0 0,3-39 2 16,3 34-5-16,-1 2 2 16,1 2-3-16,-1 1-2 15,2 0-2-15,-1 5 4 16,1 6 1-16,4 1 2 15,-4 3 1-15,2 1-1 0,-3-2 2 16,1 3 0-16,0-4-2 16,-3 0 0-16,-3-2-1 15,0-2 0-15,2-3-2 16,-3-2 5-16,0-3-1 16,0-1 0-16,0 0 1 0,0 0 1 15,0-3-10-15,0-5-8 16,0-3 14-16,0-2 2 15,-4-1 0-15,3-2 0 16,1 0-1-16,0-1 0 16,0 2 2-16,0-1-2 15,1 2 1-15,5-1-1 0,1 1 1 16,4 4-2-16,0-1 1 16,0 1-1-16,3 2 2 15,-1 2-1-15,1 2 0 16,-1 4-1-16,1 0-1 15,-4 2-3-15,-1 9 1 0,0 1 4 16,0 2 0-16,-4 2 1 16,1 0 0-16,-2-1 3 15,1 1-3-15,0-1 1 16,2-3 1-16,-1-4-2 16,1 1-1-16,2-5-8 0,0-1-26 15,-3-3-45-15</inkml:trace>
  <inkml:trace contextRef="#ctx0" brushRef="#br0" timeOffset="28277.31">1925 17453 188 0,'0'0'4'0,"0"0"9"0,0 0-3 0,0 0-8 15,0 0-2-15,0 0-11 0,0 0-13 16,0 0 5-16,-39-30 21 15,33 30-2-15,1 7 0 16,1 3 0-16,2 3 1 16,0 4-2-16,2 3 3 15,0 0-2-15,0 0 0 16,0-2 0-16,2-3 0 0,4-3 0 16,-1-3-2-16,1-5-1 15,0 0-1-15,0-4-1 16,-1 0 7-16,3 0 0 15,-4-4-1-15,1-5 6 16,0-3-5-16,-5-4-1 0,2 2 3 16,-2-3-1-16,0 3 0 15,0-2 3-15,0 3-4 16,0 3-2-16,0 2 1 16,0 2 3-16,0 2 15 15,-2 3-7-15,2 1-2 0,0 0-11 16,0 0-4-16,0 2-5 15,2 4 12-15,2 1 2 16,3 0-3-16,0 2-2 16,2-1 1-16,-2-1 1 15,1 3-2-15,-1-4-8 0,2 0-21 16,0-2-3-16,0-4-2 16,-5 0-11-16</inkml:trace>
  <inkml:trace contextRef="#ctx0" brushRef="#br0" timeOffset="28691.45">2000 17422 137 0,'0'0'18'0,"0"0"-1"0,0 0-13 15,-2-41-3-15,2 29 0 0,0 1-1 16,5 1 0-16,1 3-1 15,2 1 0-15,-4 3-1 16,5 1 1-16,-3 2-2 16,4 0-2-16,-2 0 3 15,3 1 1-15,-2 5 0 0,3 1-1 16,-4 3-4-16,-1-2 3 16,0 2 3-16,-4-1 0 15,1-2 0-15,-4 1 3 16,0-1 5-16,0-1-1 15,0 0 7-15,0-2-4 0,-2 0-1 16,-1-1-2-16,1 0-2 16,-3-3-1-16,1 0 3 15,0 0 7-15,3-4-5 16,-3-6-6-16,4-6 2 16,0-4-5-16,0-4 4 0,4-2-9 15,3-3-15-15,5-1-24 16,-4 3-16-16,1 4-8 15</inkml:trace>
  <inkml:trace contextRef="#ctx0" brushRef="#br0" timeOffset="29089.18">2190 17179 145 0,'0'0'41'15,"0"0"-29"-15,0 0-12 16,0 0-2-16,0 0 4 0,7 44-4 15,0-35 4-15,0-1-5 16,-1-2 1-16,1-1 1 16,2-2 0-16,0-3-1 15,0 0 3-15,-1 0-1 16,4-8 8-16,-3-5-4 0,-1-3-3 16,2-1 2-16,-6 0-3 15,1 1 2-15,-5 1-1 16,0 3-1-16,0 1 2 15,0 4 1-15,0 0 2 16,-5 3 3-16,3 4-1 0,0 0-5 16,0 0 0-16,2 5-6 15,0 8 1-15,0 4 0 16,0 5 4-16,4 2-1 16,1 4 2-16,-1 2-4 15,2 3 2-15,2 1-2 16,-2 4-3-16,-1 3-14 0,-3 5-2 15,-2 2-19-15,0-4 6 16,-7-3-36-16</inkml:trace>
  <inkml:trace contextRef="#ctx0" brushRef="#br0" timeOffset="29472.4">1811 17987 9 0,'0'0'24'0,"-19"43"-3"0,13-19 3 0,2 3-3 15,4-2-4-15,0 2-4 16,0-4-3-16,8 1-8 16,6-4 2-16,1-3-2 15,4-3 0-15,-2-4-1 16,1-5 0-16,1-4-2 15,-2-1-1-15,1-4 5 0,-3-9-3 16,-1-4-30-16,-1-4-41 16</inkml:trace>
  <inkml:trace contextRef="#ctx0" brushRef="#br0" timeOffset="29821.38">1980 18001 175 0,'0'0'18'15,"0"0"0"-15,0 0-14 16,0 0 2-16,0 0-8 16,0 0 5-16,0 0-6 0,0 0 1 15,41-34-3-15,-28 36-1 16,1 6 1-16,-1 5 2 16,3 1 3-16,-3 0 0 15,-2 5 0-15,-1-2 2 16,-2-2-4-16,-5-2 2 15,1-2 0-15,-4-3-6 0,0-3 6 16,0-2 35-16,-7-1-28 16,-3-2-1-16,-2 0 37 15,1-2-33-15,-3-9-13 16,1-5 4-16,2-1 5 0,1-5-5 16,4-1-1-16,1 0 7 15,5-1-11-15,0 1-6 16,7 0-22-16,5 2-12 15,1 3-41-15</inkml:trace>
  <inkml:trace contextRef="#ctx0" brushRef="#br0" timeOffset="30121.36">2202 17903 134 0,'0'0'7'15,"0"0"18"-15,0 0-11 0,3 42-10 16,1-31-2-16,0-3 1 15,2 1-1-15,-1-2-2 16,2-3-1-16,-2-1-4 16,-1-3-3-16,2 0 4 15,-4 0 3-15,1-4 7 0,-3-6 2 16,0-4 2-16,0-2 4 16,0-4 0-16,-4 0 0 15,-5 0 2-15,-3 2-5 16,-1 1 1-16,0 1-8 15,-1 6-2-15,3 3-3 16,1 3-3-16,4 4-8 0,2 0-18 16,4 11-31-16,0 2 19 15,0 0-3-15</inkml:trace>
  <inkml:trace contextRef="#ctx0" brushRef="#br0" timeOffset="30505.18">2357 17832 172 0,'0'0'8'15,"0"0"4"-15,0-54-6 0,-1 37-4 16,-6 3-2-16,1 0-9 16,-1 5-5-16,-2 4 4 15,0 3 8-15,2 2 4 16,1 0 8-16,3 10-13 15,-1 5 4-15,4 1-1 0,0 0-1 16,0 1 1-16,7-3-2 16,3-2-4-16,4 0 2 15,-1-3 1-15,2-2 2 16,0-1 0-16,1-1 2 16,-1-2 1-16,1 0 0 15,-1 1 1-15,-3-2-2 0,-4-1 3 16,-1 3-3-16,-5-1-2 15,-2 3-4-15,0 2 14 16,-10 1 8-16,-3 5-16 16,-1 0 2-16,-1 1-5 0,0-3-12 15,3-3-25-15,2-6-26 16</inkml:trace>
  <inkml:trace contextRef="#ctx0" brushRef="#br0" timeOffset="30825.34">2492 17713 110 0,'0'0'6'15,"0"0"28"-15,-4-37-8 16,-3 27-12-16,-2 3-6 16,2 1-5-16,-1 2-6 0,-1 4 6 15,1 0-3-15,2 0 2 16,0 4-9-16,1 6-7 15,1 4 6-15,4 1 1 16,0 1 5-16,0-2 0 16,6-2 0-16,7-2-5 0,1 0 5 15,1-3 1-15,2-1-1 16,0-3 4-16,-1 4-1 16,-3-3 1-16,1 5 2 15,-5-2 0-15,-3 4-1 16,-4 3 2-16,-2 6 1 0,-2 3 4 15,-11 0-39-15</inkml:trace>
  <inkml:trace contextRef="#ctx0" brushRef="#br0" timeOffset="31828.92">5268 14894 50 0,'0'0'1'0,"0"0"-6"0,0 0-15 0,0 0 13 16,0 0 7-16,0 0 6 15,0 0 21-15,0 0 0 16,0 0-7-16,0 0-16 16,0 0-4-16,0 0 0 0,0 0 1 15,18-23-1-15,-9 18 0 16,0 0 0-16,1 1 0 16,2-3 2-16,-3 1 0 15,0 0 2-15,0 1 4 0,-2-1-3 16,1 3-3-16,2-1-1 15,-1 0-1-15,0 2 1 16,2-1-1-16,0 1 0 16,0-1 0-16,-2 1 0 15,2-1 0-15,-2 0 0 16,3 1 0-16,-3-1 0 0,1 0 0 16,2 2 1-16,-5-2-1 15,1 1 0-15,-1 2 0 16,0 0-1-16,-2 0-2 15,1 0-9-15,0 0-27 16</inkml:trace>
  <inkml:trace contextRef="#ctx0" brushRef="#br0" timeOffset="32781.42">5512 15705 61 0,'0'-3'51'16,"0"1"-9"-16,0 2-18 0,0-1-15 0,0 1-18 16,0 0-48-16,4 0 11 15</inkml:trace>
  <inkml:trace contextRef="#ctx0" brushRef="#br0" timeOffset="33288.19">5588 16648 60 0,'0'0'2'0,"0"0"-1"0,0 0 0 16,0 0 6-16,0 0-5 15,0 0-2-15,0 0 1 16,0 0 3-16,0 0 0 16,0 0-2-16,15 6-2 15,-10-6-46-15</inkml:trace>
  <inkml:trace contextRef="#ctx0" brushRef="#br0" timeOffset="37676.76">3703 11959 33 0,'0'0'1'0,"0"0"-1"0,0 0 1 0,0 0 12 16,0 0 14-16,0 0-12 15,0 0-6-15,0 0-5 16,0 0-4-16,0 0 1 16,0 0 1-16,0 0-2 0,0 0 1 15,-2 1-1-15,4-1 0 16,-2 0 0-16,2 0 0 15,2 0-3-15,0 0 7 16,0 0 0-16,3 0-2 16,-1 0-2-16,4 0 1 0,1 0-1 15,-2 1 0-15,5 0 1 16,-1 1-1-16,2-2 0 16,1 0 0-16,0 0 0 15,-1 0 0-15,5 0-1 16,-2 0 1-16,2 0 0 0,3-2 5 15,-1-1-1-15,4-1-2 16,-1 1-1-16,2 2 0 16,0-2-1-16,-2 2 0 15,-3-2 0-15,4 2 0 16,-1-1 1-16,2-2 0 0,0 1 3 16,0-3 2-16,4 2 1 15,0-1-2-15,3 0 0 16,0-2-3-16,3 1 0 15,-4 1-1-15,1 0-1 16,-2 0 1-16,-2 2-1 0,0 0 0 16,-3-1 0-16,0 4 0 15,2-2 0-15,0 0 0 16,4-1 2-16,1 0-2 16,1-1 0-16,6-1 0 15,-1 2 0-15,0-1 0 0,3 1 1 16,-3-1 0-16,2 3 0 15,1-1-1-15,-1-1 2 16,0 2-2-16,-1-3 0 16,2 1 1-16,1 0 0 15,1-1 1-15,-1 0 0 0,6 1-1 16,4-2 0-16,-3 1 0 16,5 0 0-16,2 0 1 15,0-1-2-15,0-2 1 16,1 3 0-16,3-3 0 15,-2-2 5-15,3 0 4 0,-3 0-2 16,-1-2-2-16,1 0 0 16,-5 2-4-16,-1 1 0 15,-5 0-1-15,-4 1-1 16,-2 4 1-16,-8 0-1 16,-6 2 0-16,-5 1 0 0,-7 0-2 15,-7 5-18-15,-10 1-56 16</inkml:trace>
  <inkml:trace contextRef="#ctx0" brushRef="#br0" timeOffset="39291.71">4428 17040 38 0,'2'-3'3'0,"0"1"-2"0,1-2 2 0,3 0 0 0,1 0 3 16,0 0 4-16,2-1-3 16,1 2-5-16,0 0-2 15,-1-3-10-15</inkml:trace>
  <inkml:trace contextRef="#ctx0" brushRef="#br0" timeOffset="39591.36">4649 16977 213 0,'0'0'-17'16,"0"0"19"-16,0 0-2 15,0 0 0-15,0 0-38 0,0 0-8 16,0 0-40-16</inkml:trace>
  <inkml:trace contextRef="#ctx0" brushRef="#br0" timeOffset="39741.39">4750 16965 90 0,'0'0'27'16,"0"0"-25"-16,0 0-2 0,0 0-29 15</inkml:trace>
  <inkml:trace contextRef="#ctx0" brushRef="#br0" timeOffset="41248.57">3411 17105 91 0,'0'0'8'0,"0"0"3"0,0 0-8 0,0 0-2 15,0 0-1-15,0 0 1 0,0 0 6 16,0 0 6-16,0 0-2 15,0 0-7-15,-29 9-4 16,29-4-2-16,0 5 1 16,2 2 1-16,3 1-1 15,3 2 1-15,2-1 0 0,-1 1 0 16,3-3-1-16,0 0 0 16,-1-4-1-16,3-1 1 15,-1-1 1-15,0-2-1 16,5-1 2-16,1-2 0 15,0-1 1-15,2 0 0 0,1 0-1 16,0-8 1-16,0-2 0 16,1-3 1-16,-3-1 1 15,0-2-1-15,0-2 1 16,0-2-3-16,0 3 1 16,3-3 0-16,-4 2-1 15,4 0 0-15,-2 0-1 0,3 0 0 16,-2-2 1-16,2 1-1 15,1 1 0-15,2-1 0 16,-4 1 0-16,1 2 0 16,1 1 0-16,0 2 0 0,-1 1 0 15,-1 3 0-15,-2 0-1 16,2 3 1-16,-2 1-2 16,0 2 0-16,4 1 1 15,-2 2 0-15,3 0 0 16,-1 2-2-16,-1 5 1 0,3 0 0 15,-2 6-1-15,2-2 1 16,-4 5 1-16,0-1 0 16,2 2 0-16,-5 2 0 15,1-1 0-15,-4 2-1 16,1-4 1-16,0 4 1 16,-2-2 0-16,1-2 0 0,2 1 0 15,1 0 1-15,-3-1 1 16,-1-2-1-16,0 0 1 15,-1-3-2-15,-1-2-2 16,-4-5-1-16,0 0 2 16,-4-4 1-16,-1 0 2 0,1-5 0 15,-4-5 1-15,4-6-1 16,-2 0-2-16,3-2-3 16,-1-3 2-16,1-1-1 15,5 1 2-15,0-3-1 16,3 1 1-16,0-1 0 0,5 3 1 15,-2 0 0-15,2 3 0 16,0 4-1-16,0 4 0 16,0 4-1-16,1 1 0 15,0 1 2-15,4 4-1 0,0 0-1 16,2 3 1-16,4 5 1 16,0 2-1-16,1 5 0 15,1 1-3-15,-2 5-2 16,-1 1 1-16,3 3 1 15,-2 0 2-15,1 0 0 16,5 2 1-16,4-3 1 0,4-1 0 16,4 1 0-16,-1-5 1 15,4-2-1-15,0-5 1 16,1-7 0-16,-3-3-3 16,3-2 4-16,-2-7-2 15,1-10 1-15,-2-5 5 0,-2-3 4 16,-1-4 1-16,-5-5-3 15,-2-2-3-15,-3-1 0 16,-6-2-4-16,-7 0 1 16,-4-1-1-16,-6-1-2 15,-7 0-25-15,-7-5-141 0</inkml:trace>
  <inkml:trace contextRef="#ctx0" brushRef="#br0" timeOffset="43683.54">9445 12207 161 0,'0'0'-1'0,"0"0"-2"0,0 0-6 15,0 0-7-15,0 0 3 0,0 0 8 16,0 0 6-16,0 0 3 15,0 0 5-15,0 0 1 16,0 0-9-16,24-20-1 16,-20 17-2-16,2 1-7 15,-4-2-13-15,1 4 5 16,1-1 18-16,-4-1 1 0,0 0 13 16,0 2 16-16,0-2-3 15,0 1-10-15,0-2-4 16,0 3-6-16,0-2-2 15,0 1-4-15,0 1-1 16,0 0 1-16,-2 0 2 0,-1 0-1 16,2 0 0-16,0 0 1 15,-1 0-3-15,0 0 2 16,0 3-2-16,2 5-1 16,0 0 0-16,0 0 1 15,0 5-1-15,0-2 0 16,6 2 0-16,-1-2 1 0,3-1-2 15,0 0 2-15,0 0-2 16,3-4 2-16,1 1 0 16,-4-3 2-16,3 0-1 15,1-1-1-15,-1 0 2 0,-2-3-3 16,1 0 2-16,0 0-1 16,-1 0 0-16,0 0 0 15,0-6 0-15,-2-2 0 16,1-1 1-16,0-2-1 15,-2 0 0-15,1-1-1 16,-1-2 2-16,1 1-2 0,0-1 0 16,-2 3 0-16,1 1 0 15,-4-1 0-15,0 5 0 16,-2 0 0-16,0 2 1 16,0 1-4-16,0 0 2 0,0 3 4 15,0 0-3-15,0 0 0 16,0 0 0-16,0 0 0 15,0 0-2-15,0 2 1 16,0 5 1-16,0 1 0 16,1 4-1-16,5 0 1 0,2 1 0 15,0 3 0-15,1 0 0 16,1 0 0-16,0 3 0 16,-1-1 1-16,-1 1-1 15,-2 2 0-15,0-1 1 16,-3 1-1-16,-1 0-1 15,-2-2 0-15,0 1 0 0,0-3-1 16,-5 0 4-16,-6-3 6 16,-1-1-5-16,0-2 5 15,-4-1-1-15,1-1-3 16,-4-5 1-16,-2 0-3 16,4-2 0-16,-1-2 0 0,1 0 0 15,1-6-2-15,4-5-23 16,1-8-60-16</inkml:trace>
  <inkml:trace contextRef="#ctx0" brushRef="#br0" timeOffset="44295.46">9504 12006 61 0,'0'3'11'0,"0"-3"-8"0,0 0 9 16,0 0 26-16,0 0-5 16,0 0-26-16,0-1-2 15,0-5-2-15,0 1 3 16,0-1 3-16,0-1 1 0,0-2 3 15,0 1 3-15,0-2-9 16,0-3-6-16,2 4-1 16,0-5 0-16,-2 1 0 15,2-1-1-15,-1 4 4 16,1-2 3-16,-1 2 1 0,2 1-3 16,-3 2-2-16,2 0-1 15,-2 1-1-15,0 2 1 16,0 1-1-16,0 2 0 15,0 1 0-15,2 0-3 16,0 0-2-16,1 0 4 0,4 4 0 16,-2 3 1-16,3 0 0 15,-1 3 1-15,4-1 1 16,0 3 0-16,2 1-1 16,1 1 1-16,1-1-6 0,1 1-30 15,-2-1-36-15</inkml:trace>
  <inkml:trace contextRef="#ctx0" brushRef="#br0" timeOffset="44658.37">9939 12173 107 0,'0'0'25'0,"0"0"4"0,0 0-11 16,0 0 6-16,0 0 1 16,0 0-2-16,38-20-6 0,-20 11-4 15,2 2-11-15,2 0-2 16,1 1 0-16,0 1 0 16,-3 0-17-16,0-2-56 15</inkml:trace>
  <inkml:trace contextRef="#ctx0" brushRef="#br0" timeOffset="45349.23">10290 11889 6 0,'0'0'169'15,"0"0"-165"-15,0 0 5 16,0 0-11-16,0 0 0 16,0 0 2-16,0 0 0 15,0 0 0-15,-7 43 0 16,10-34 0-16,4 2 2 0,2-2 0 15,0-2 3-15,2-2 1 16,3-2-2-16,0-3-1 16,1 0 4-16,1 0-4 15,1-1-1-15,-2-9 2 0,1 0 1 16,-3-1 8-16,3-5 3 16,-3 2-3-16,-2-3-8 15,-3 3-4-15,0 0-1 16,-5 2 1-16,-1 2-1 15,-1 3 0-15,-1 0 0 0,0 4 0 16,0 1-1-16,0 0 0 16,0 1-1-16,0 1 4 15,-1 0-7-15,0 0 5 16,0 4-2-16,1 4 1 16,0 2 1-16,0 3 0 15,0 1 0-15,0 5 0 0,1-1 0 16,4 3 0-16,-1-1 0 15,0 3 1-15,-1-1-2 16,2 0 2-16,-3-1-1 16,1-1 0-16,-2-3 0 15,0-1 1-15,0-4-1 0,-1-3 0 16,0 1 2-16,0-4 7 16,-4 1 9-16,-4 0 0 15,-4-1-3-15,1 0-6 16,-5-1-6-16,1 2 0 15,-3 2-2-15,2-2-1 0,0 0-12 16,-3-4-63-16,-1 0-92 16</inkml:trace>
  <inkml:trace contextRef="#ctx0" brushRef="#br0" timeOffset="46481.84">9087 12918 110 0,'-4'3'2'0,"0"-3"2"0,-1 1 2 0,2-1 4 16,2 0-1-16,-1 0 4 15,-1 0 0-15,3 0 3 0,0 0 0 16,0 0-4-16,0 0-5 15,0 0-7-15,0 0 1 16,5 0-1-16,2 0 0 16,0-1 0-16,3-2 0 15,2 2 0-15,1-2 2 0,3 0-2 16,1-1-3-16,6-2 0 16,0 0 4-16,3-2 0 15,2 0 0-15,5-1 0 16,0-2-1-16,3-1 0 15,2-2 0-15,4 1 2 16,3-2-2-16,0-1 0 0,6-2 1 16,1 0-2-16,1-1 1 15,5-1 3-15,2 0 1 16,1 0 2-16,3 0-4 16,4-1-1-16,1 0 0 0,0 2 0 15,1-1-1-15,2 0 1 16,-1-1 0-16,0-1 0 15,-2-1 2-15,3 0 1 16,-3-3 2-16,0 2 4 16,1 0 2-16,-3 0-6 15,0 1-3-15,-6 3-1 0,1 2 0 16,-6 3-2-16,-7 1 0 16,0 3 1-16,-7-1-1 15,-3 3 1-15,-6 4 4 16,-1 1-3-16,-9 1 1 15,0 3-3-15,-6 0 1 0,-3 0-1 16,-5 0-4-16,-6 4-54 16,-3-4-101-16</inkml:trace>
  <inkml:trace contextRef="#ctx0" brushRef="#br0" timeOffset="48346.39">9296 13233 136 0,'0'0'26'0,"0"0"-14"0,0-1 2 16,0-2-9-16,0 3 3 15,0 0 4-15,0 0-3 16,0 0 0-16,-3 0 2 0,2 0-5 16,1 0-6-16,0 3-1 15,0 6 1-15,0 1 0 16,4 1 0-16,3 2 1 15,4-3-2-15,-2 0-1 16,2-2 4-16,1-4-1 0,1 1 1 16,-1-5-2-16,2 0 1 15,-1 0 2-15,3 0-2 16,-3-5 1-16,-1-2-1 16,1-2 2-16,-4 0-3 15,0-1 3-15,-2-3-3 0,-5 4 1 16,0-2 0-16,-2 1 0 15,0 2 1-15,0-1 4 16,0 5 4-16,0 0-2 16,-2 2-4-16,0 2 0 15,0 0-3-15,-2 0-1 0,3 3-1 16,0 4 1-16,1 3 0 16,0 1 0-16,0 2 0 15,1-1-2-15,6 2 2 16,-2-1 2-16,1 2-2 15,1 1 1-15,0 0-2 16,-1 2 2-16,-3-2 0 0,0 1-1 16,0 0-1-16,-3-2-3 15,0-1 1-15,0-1 10 16,-6 0-8-16,-1 0 1 16,-7-2 2-16,1-1 1 15,-3 1-3-15,0-2 0 0,0 0 0 16,4-4 1-16,3-2 0 15,-1-3 0-15,4 0 0 16,0 0-26-16,3-11-54 16</inkml:trace>
  <inkml:trace contextRef="#ctx0" brushRef="#br0" timeOffset="48857.03">9334 13118 180 0,'0'0'6'0,"0"0"16"0,0 0-12 15,0 0-6-15,0 0-3 16,0 0 0-16,0 0 1 16,0 0 6-16,0 0 0 0,0 0-2 15,0 0-1-15,0 0 0 16,-3-32 1-16,3 23-2 16,0-2 0-16,0 0 0 15,0-1-2-15,0 2 0 16,0-1-2-16,0 1 0 15,0 2 0-15,0 2-1 0,0 0 1 16,0 2-1-16,0 1-2 16,0 0 2-16,1 0-2 15,5 0 1-15,-2 2 2 16,1 0-1-16,2-1 0 16,-2 2-1-16,3 0 1 0,-2 0 1 15,4 3 1-15,-3 4 1 16,2 3 1-16,4 1 1 15,-2 1-3-15,0 2-9 16,3-1-20-16,-4-5-21 0,1-2-93 16</inkml:trace>
  <inkml:trace contextRef="#ctx0" brushRef="#br0" timeOffset="49319.96">9951 12901 206 0,'0'0'29'0,"0"0"-26"0,0 0 1 0,0 0-2 0,-39-19-3 16,31 19 0-16,-4 0 0 15,-1 0 0-15,-1 2 0 16,-3 8 1-16,3 1-1 16,-3 5 1-16,1 3 0 15,1 3-1-15,0 5 1 0,3 3 0 16,3 4 0-16,-1 0 1 15,4 3 0-15,3-3-1 16,3-1 2-16,0-2 2 16,0-3 1-16,7-1 1 15,5-4 0-15,-2-2-1 0,5-1-1 16,2 0 0-16,-1-1-1 16,2-1-2-16,2 2-1 15,2-4 2-15,-2 0-4 16,0-4-20-16,1-5-20 15,-4-7-38-15</inkml:trace>
  <inkml:trace contextRef="#ctx0" brushRef="#br0" timeOffset="49682.82">10088 12995 152 0,'0'0'44'0,"0"0"-41"0,0 0-1 16,0 0-10-16,0 0 13 0,0 0-5 15,-5 45 1-15,5-25 2 16,0 3 3-16,4 1 3 16,3-1 0-16,0-2-1 15,1 1-4-15,1-3-2 16,-2 0 1-16,-2-1-2 16,1-2 0-16,0-3 1 0,-1-1-4 15,0-2-8-15,0-4-27 16,1-6-50-16</inkml:trace>
  <inkml:trace contextRef="#ctx0" brushRef="#br0" timeOffset="50081.24">10286 13092 110 0,'0'0'62'0,"0"0"-59"0,0 0 6 0,0 0 5 0,0 0-4 16,0 0-7-16,0 0-1 16,49-12 0-16,-36 9 0 15,1-1-1-15,1 0 0 16,1 0-1-16,0-1 2 0,2 1-2 15,-1-2-2-15,-2-2-41 16</inkml:trace>
  <inkml:trace contextRef="#ctx0" brushRef="#br0" timeOffset="50744.16">10638 12869 152 0,'0'0'71'0,"0"0"-67"15,0 0 1-15,0 0-5 16,0 0-1-16,0 0 2 15,0 0-1-15,-6 42 0 16,6-29-1-16,4-2 2 16,4-1-1-16,0-3 2 15,3-2 0-15,3-3 4 0,-1 0 0 16,3-2-1-16,0 0 3 16,0-6-4-16,1-2-1 15,-1-2-2-15,-3-2 2 16,1-2-1-16,-6 1 0 15,-1-1 0-15,-2 1-1 16,-3-1-1-16,3 4 0 0,-5 3 0 16,0 0 0-16,0 4 0 15,0 3-1-15,0 0-10 16,0 0 3-16,0 10 7 16,0 1 4-16,0 2-2 0,0 2 1 15,0 3-2-15,0 1 0 16,0 0 1-16,5 1-1 15,1 0 0-15,2 0 0 16,-1-3 0-16,0 0 1 16,2 0-1-16,-4-1 0 15,3-1 1-15,-2-2-1 0,-2 0 1 16,0-2-1-16,-4 2 0 16,0-4 0-16,0 0 3 15,-4-3 5-15,-4 1 4 16,-3 0-4-16,-4-1 0 15,-1-2-4-15,-4-1 0 0,2-3-3 16,-4 0 0-16,1 0-6 16,6 0-25-16,-3-12-34 15,7-4-75-15</inkml:trace>
  <inkml:trace contextRef="#ctx0" brushRef="#br0" timeOffset="51277.47">10561 12708 120 0,'0'0'5'0,"0"0"-2"0,0 0 1 0,0 0 1 16,0 0 5-16,0 0 1 16,0 0 5-16,0 0-6 15,0 0-6-15,0 0-1 16,0 0-2-16,-5-1 5 15,5-1 0-15,0-1 18 16,0-1-3-16,0-2-17 0,0-2-3 16,0-1 4-16,0-1 2 15,0-1-3-15,1 1 1 16,-1 0 0-16,2 0 0 16,-1 3-2-16,2 1 0 15,-1 0-2-15,0 1 2 16,0 2 3-16,0 2 0 0,1 1-3 15,2 0-3-15,-1 0-2 16,0 0 1-16,3 8 0 16,-3 2-2-16,3 2 5 15,-1 0 0-15,2 4-1 16,-1 1-12-16,3-1-24 0,0-2-14 16,-1-4-36-16</inkml:trace>
  <inkml:trace contextRef="#ctx0" brushRef="#br0" timeOffset="51968.98">10901 12576 91 0,'0'0'31'0,"0"0"-8"0,0 0-5 0,0 0-2 0,0 0-9 16,0 0-6-16,47-10 0 15,-36 10 0-15,1 0-1 16,2 0 0-16,-2 0 0 0,4 4 1 16,-3 3-1-16,3 0 1 15,-1 3 1-15,1 1 0 16,-1 0-1-16,-1 3 1 15,1 0 2-15,-1 3 0 16,-3 0 1-16,2 3 0 16,-3 1 1-16,1 1-1 15,-1-1 0-15,2 5 2 0,-1-4 1 16,-1 1-5-16,1 3 2 16,-1-3-1-16,-1 2 1 15,0-2-2-15,-2 2 0 16,-1 0-1-16,1 0 0 0,-5 2-1 15,0-4 0-15,1 1 0 16,-3-2-1-16,0-2-1 16,0-1 4-16,0-2-3 15,-3-1 1-15,-1-1 3 16,-4-1 2-16,0-1-4 16,0 0 3-16,-4-2-3 0,3 0 1 15,1-3 0-15,-2 0-2 16,4-2-1-16,0-1 1 15,3-2 0-15,1 0-2 16,-4 0-32-16,0-3-70 0</inkml:trace>
  <inkml:trace contextRef="#ctx0" brushRef="#br0" timeOffset="55893.12">5137 16966 88 0</inkml:trace>
  <inkml:trace contextRef="#ctx0" brushRef="#br0" timeOffset="56882.16">11518 12042 162 0,'0'0'9'0,"0"0"10"16,0 0-16-16,0 0-1 16,0 0 2-16,0 0-2 15,0 0 0-15,0 0 1 16,0 0 1-16,0 0 2 0,37 23 0 15,-31-18 0-15,2 2-2 16,-1-2 0-16,1 2-2 16,0-3 0-16,1 3-2 15,1-1-17-15,-4-2-23 16,2-4-44-16</inkml:trace>
  <inkml:trace contextRef="#ctx0" brushRef="#br0" timeOffset="57083.77">11642 12022 254 0,'0'0'4'0,"0"0"9"0,0 0-12 0,0 0-8 16,0 0 4-16,0 0 0 15,0 0 6-15,-28 50-6 16,23-32-1-16,-1 1-3 0,3-1-15 15,-1-4-9-15,-2-2-50 16</inkml:trace>
  <inkml:trace contextRef="#ctx0" brushRef="#br0" timeOffset="57829.47">11834 11840 182 0,'0'0'8'0,"0"0"10"15,0 0-10-15,0 0 0 0,0 0-4 16,0 0-1-16,0 0-7 16,0 0 2-16,0 0 1 15,0 2 2-15,0 5 0 16,1 1-1-16,6 2 2 15,0-1 1-15,1-1 0 16,1-1 1-16,1-1-2 0,0 0 1 16,1-5 1-16,-3 1-2 15,2-2 1-15,-1 0 0 16,0 0 0-16,0-6 0 16,0-1-2-16,-1-3 1 0,2-1-1 15,-3-1 1-15,2 1 0 16,0 1-2-16,-3 0 0 15,-3 1 0-15,1 4 0 16,-2 2 0-16,0 1 0 16,-2 1-1-16,0 1-1 0,0 0 1 15,0 0-5-15,0 3 8 16,0 4-4-16,0 4 2 16,2 2 0-16,-1 1 2 15,5 2-2-15,-1 2 3 16,0 1-3-16,3-3 0 15,-2 2 0-15,4 0 0 0,-5-1 1 16,3-2-1-16,-3 0 0 16,-1-2 1-16,-2 0-1 15,0-2-1-15,-2-2 0 16,0 0 2-16,-4-4 0 0,-5 2 7 16,-2-3-2-16,-2-1 2 15,0 0-5-15,-1-2-1 16,0-1-1-16,-1 0-5 15,0-10-49-15,0-7-118 16</inkml:trace>
  <inkml:trace contextRef="#ctx0" brushRef="#br0" timeOffset="58242.85">11810 11721 160 0,'0'0'7'0,"0"0"-4"0,0 0-2 15,0 0 6-15,0 0 17 16,0 0 22-16,0 0-22 15,0 0-22-15,0 0 2 16,0 0 0-16,0-48-3 0,2 35 0 16,-1-4 6-16,1 3 1 15,-2-1 1-15,2 1-1 16,0 3-4-16,0 1-1 16,-1 4-1-16,1 2 0 15,4 2-2-15,-2 2-2 0,6 0 0 16,1 2 4-16,-2 5 0 15,5 4 1-15,-1 2-6 16,3 2-3-16,-3 0-10 16,0-1-14-16,-1 0-29 15,0-4-19-15</inkml:trace>
  <inkml:trace contextRef="#ctx0" brushRef="#br0" timeOffset="58647.73">12355 11508 178 0,'0'0'6'0,"0"0"5"0,0 0-6 16,0 0-2-16,0 0-3 16,0 0 0-16,0 0 0 0,-39 8 0 15,27 8-1 1,-2 7 0-16,0 5 3 0,-1 5-3 16,2 5 2-16,1 2-1 15,4 1 2-15,3-1-1 16,4-3 2-16,1-2-1 15,0-6 1-15,10-2 1 0,4-4 0 16,-1-2-1-16,4-6 0 16,2-3 0-16,2-4-3 15,3-5-2-15,-2-3 1 16,1-3-19-16,1-11-27 16,-3-3-81-16</inkml:trace>
  <inkml:trace contextRef="#ctx0" brushRef="#br0" timeOffset="58903.07">12470 11612 223 0,'0'0'1'15,"0"0"-2"-15,0 0-14 0,0 0 11 16,0 0 3-16,0 0 1 15,-1 49 5-15,3-23 1 16,1 1-1-16,1 0 2 16,-2-3-5-16,1 0 1 15,4-3 1-15,-5-5-1 16,2 1-1-16,0-4-16 0,-1-5-26 16,1-6-101-16</inkml:trace>
  <inkml:trace contextRef="#ctx0" brushRef="#br0" timeOffset="59117.25">12622 11707 176 0,'0'0'141'15,"0"0"-143"-15,0 0 4 0,0 0-2 16,0 0 3-16,40-22-2 15,-24 15-1-15,1-1-1 16,4-1-1-16,5-1-12 16,1-1-38-16,-2-3-14 15,-1 2-78-15</inkml:trace>
  <inkml:trace contextRef="#ctx0" brushRef="#br0" timeOffset="59622.78">12914 11512 312 0,'0'0'6'0,"0"0"-3"15,0 0-9-15,0 0 0 16,0 0 4-16,0 0 1 16,0 0 2-16,7 43 0 15,-3-31-1-15,1-3 1 0,0 1-1 16,3-3 0-16,-2 0 0 15,0-3 1-15,1-1 0 16,-1-3 0-16,0 0 2 16,2 0 2-16,0-1-1 15,1-6-1-15,-4-3 0 0,4-3 0 16,-2 1-3-16,1 0 2 16,-5-1-3-16,1 3 1 15,1 3-1-15,-3 3 1 16,-2 1 0-16,2 2-2 15,-2 1 1-15,0 0-5 0,0 0-6 16,3 7 7-16,-1 4 5 16,4 0 0-16,-2 5 1 15,1-2-1-15,2 3 0 16,-2 3-1-16,1-4 2 16,-2 5-1-16,0-1 1 0,1-1 0 15,-5 0-1-15,0-2 0 16,0-4-1-16,-2 0 0 15,-9-2 2-15,-3-1 1 16,-1-3 4-16,-4-1-3 16,3-5-3-16,-1-1-9 0,2 0-48 15,1-14-74-15</inkml:trace>
  <inkml:trace contextRef="#ctx0" brushRef="#br0" timeOffset="60107.71">12890 11387 149 0,'0'0'2'0,"0"0"1"0,0 0 0 0,0 0-2 0,0 0 1 16,13-41 3-16,-13 31 7 15,0 4 1-15,0-2-1 0,0 1-3 16,0-2-3-16,2 2-4 15,0 1 1-15,-2 0-2 16,1 1-1-16,1 1 0 16,2 1 1-16,-1 2-1 15,1 1-1-15,-1 0-3 16,3 0 2-16,-1 0 1 0,3 4 2 16,-1 3 1-16,2 1 6 15,-1 3 1-15,3 0-2 16,1 0-1-16,-1 2-1 15,1-2 2-15,1 3-4 16,-2-5-6-16,1 1-24 0,0-6-21 16,0-1-74-16</inkml:trace>
  <inkml:trace contextRef="#ctx0" brushRef="#br0" timeOffset="60641.17">13178 11212 92 0,'0'0'2'0,"0"0"3"0,0 0 4 0,35 0 0 0,-23 0-2 16,-1 3-1-16,-2 2 4 15,1 1-1-15,-2 3 7 16,1 4-3-16,-1 1-1 16,4 3 1-16,-1 3-2 15,-2 3-3-15,3 1 1 0,-2 0-2 16,-1 2-1-16,0 1-1 16,-2-1-1-16,-4 1 0 15,0 1 3-15,-3-3 1 16,0 2 2-16,0-1-1 15,0 1-3-15,-4-2 2 0,-6 2-4 16,2 0 0-16,-5-1-1 16,2-4 0-16,-3 1 0 15,1-6-1-15,-1-1-15 16,1-9-37-16,1-3-61 16</inkml:trace>
  <inkml:trace contextRef="#ctx0" brushRef="#br0" timeOffset="61474.26">13247 10775 22 0,'0'0'18'0,"0"0"-11"0,0 0 0 0,0 0 5 16,0 0 3-16,0 0 1 15,0 0-2-15,0 0-1 16,0 0 0-16,0 0-1 0,0 0-1 16,0 0-4-16,-37 37 0 15,28-24-4-15,-1 4 0 16,-3 1 0-16,-2 5-1 16,-3 8 0-16,-3 2-1 15,-2 7-1-15,-5 8 0 16,-3 6 0-16,-8 10-3 0,-1 6-9 15,-2 3-1-15,-1 5-15 16,-1-1-2-16,4-4 24 16,1-7 7-16,3-7 1 15,4-7 12-15,0-5 8 16,0-6 2-16,2-5-8 0,0-4-3 16,1-2-3-16,0-2-3 15,4-2 4-15,0-2-2 16,6-3 0-16,0-2-5 15,3-2-2-15,3-1-2 16,3-3 2-16,-1-2-12 0,1-7-70 16</inkml:trace>
  <inkml:trace contextRef="#ctx0" brushRef="#br0" timeOffset="62008.37">11230 12382 114 0,'0'0'41'0,"0"0"-14"0,0 0 6 0,0 0-24 0,0 0-8 0,0 0 0 15,-41 8-3-15,25 9 1 16,-4 6 4-16,-5 6-2 16,-1 3 1-16,-3 9 0 15,-5 4-4-15,0 1 2 16,-3 2-3-16,-2 2 0 15,0-3 9-15,-4-1 10 0,1-1 0 16,-1-1 5-16,1-2-9 16,2 2-4-16,2-1-4 15,1 0-1-15,2-6-18 16,1-9-146-16</inkml:trace>
  <inkml:trace contextRef="#ctx0" brushRef="#br0" timeOffset="64001.49">3457 17213 14 0,'0'12'-1'0,"0"0"-2"0,0 3-3 0,0 0 5 15,0 2 8-15,0-2 20 16,3 1 2-16,4-2-11 16,-2-2-8-16,5-1-3 0,2-2-2 15,3-5-1-15,1-3-1 16,2-1 1-16,4 0 1 16,1-7-2-16,-2-3 0 15,4-1 1-15,0-3-2 16,-2-2 1-16,0 1-2 15,2-1 1-15,-2 0-1 0,0-2-1 16,-2 0 3-16,2-1-3 16,0 1 0-16,1-2 1 15,3 0-1-15,-3-1 0 16,3 2-4-16,0-2-1 0,0 2-2 16,2 0 1-16,-2 1 6 15,-2 0 0-15,1 2-1 16,-1 1 2-16,-1 0 2 15,-5 4 0-15,2 2 0 16,-3 2-1-16,-3 3 0 0,2-1-2 16,-4 3 0-16,3 2 0 15,-3 0 0-15,1 0 0 16,-1 0 0-16,1 7 0 16,-1 2 1-16,3 0-1 15,-1 0 1-15,3 3 0 0,-2 0 0 16,4-2 0-16,2 2-1 15,-2-2 0-15,1 1 0 16,-1 0 1-16,-1-1 1 16,-1 2-2-16,-2 0 0 15,0 0 0-15,-3-1 1 0,-1-1 0 16,-4-2 0-16,1 0 1 16,-3-3-1-16,0 1 1 15,-4-3-1-15,0-3 0 16,-2 0-2-16,0 0 10 15,0 0-5-15,0-6-3 0,0-4 2 16,-2 0-1-16,2-2 3 16,0-3-4-16,0 0 0 15,6 0-1-15,3-2 1 16,2-1-1-16,3 2 0 16,1 2 0-16,3-3 5 15,1 6 2-15,0-1 6 0,4 5-1 16,-1 0-7-16,0 2-3 15,3 3-2-15,-2 1 1 16,3 1-1-16,-1 0 1 16,-1 1-1-16,3 5-2 0,2 0-5 15,0 2 6-15,2-1 1 16,1 3 0-16,1-1 1 16,-2 3-2-16,0-2 2 15,1 2-1-15,-3-1 0 16,0 6 1-16,0-3 0 15,-2 5-2-15,0-1 2 0,0 2-1 16,0 1 2-16,2 2-2 16,-1-2 1-16,2 1-1 15,1-1 1-15,3-3 0 16,-2-1 0-16,5-1 1 16,-3-6-1-16,3-4 3 0,3-4 0 15,1-2 0-15,1-4 0 16,-2-10 2-16,3-4 1 15,-3-4-2-15,0-3 17 16,-1-3-9-16,-3-2-3 0,-1 0-7 16,-6-1 2-16,0-1-3 15,-8 0 0-15,-4 3-1 16,-3-2 0-16,-8 2 0 16,-3 5-1-16,-3 3 0 15,0 1 0-15,-4 6 2 16,-4 4 1-16,-1 0 0 0,1 4-3 15,3 5-3-15,-4 0 0 16,4 1-1-16,3 0-1 16,0 1-13-16,2 6 0 15,0 0-20-15,0-3-32 16</inkml:trace>
  <inkml:trace contextRef="#ctx0" brushRef="#br0" timeOffset="67044.41">10611 13608 219 0,'-1'0'4'0,"-1"0"22"0,2 0-14 0,0 0-3 16,0 0-4-16,0 0-4 15,0 3-1-15,0 4 1 16,0 1 3-16,2 3-1 15,-1 0 1-15,3 3-2 0,0-1 0 16,0 1 0-16,-1-1-1 16,3 0 1-16,0-1-1 15,0 0 0-15,0-1 1 16,-1 0 1-16,1-2-2 16,-4-1-9-16,0-1-17 0,-2-2-25 15,0-5-32-15</inkml:trace>
  <inkml:trace contextRef="#ctx0" brushRef="#br0" timeOffset="67977.92">10675 13437 94 0,'0'0'23'0,"0"0"13"0,0 0-10 0,0 0-17 16,0 0-7-1,0 0-2-15,0 0 2 0,0 0-2 16,0 0 0-16,0 0 1 16,-34-8 4-16,27 8-4 15,-3 0 2-15,3 0 1 16,-2 0 6-16,-2 0-2 0,2 0-5 15,0 0-1-15,-3 0 0 16,0 3-2-16,0 2 0 16,1 0 0-16,0 1-2 15,-3 4 1-15,1 0 0 16,-1 1-2-16,-1 3 3 0,1 1-5 16,-1 0 5-16,1 2-2 15,1 2 1-15,2-2 1 16,1 1 0-16,1 1 1 15,3-2-1-15,2 4 0 16,-1-1 0-16,4 3 0 0,1-1-1 16,0 2 1-16,0 2 1 15,6 0-1-15,1 0 0 16,5 0 1-16,0-1-1 16,1 0 0-16,1-1 0 15,-1-3 1-15,3-1 3 16,0 0 0-16,1-1 0 0,1-4 2 15,2 1-3-15,3-5 1 16,-3 2-1-16,4-2-1 16,1-2-1-16,0-2 1 15,-1-1-1-15,-2-5-1 16,3-1 1-16,-4 0 2 0,0-10 1 16,0-1 0-16,1-5 1 15,-5-1-1-15,1-6-2 16,-2-1 1-16,0-3 0 15,-1-3 1-15,-1-1 0 0,-3-3-3 16,-1 0 0-16,0 1 1 16,-5 1-1-16,-1 0-1 15,-2 1 2-15,-2 1 0 16,0 1 9-16,-2 0 0 16,-7-2 1-16,-2 1-1 0,-4-1-1 15,-1 0-1-15,-7 1-5 16,-3 1-1-16,-3 2-6 15,-5 2-3-15,-4 6-1 16,-5 2 0-16,-5 6-33 16,-6 0-52-16</inkml:trace>
  <inkml:trace contextRef="#ctx0" brushRef="#br0" timeOffset="69051.59">5300 14908 31 0,'4'-6'27'0,"-2"2"-9"0,3-2 1 0,-1 0-7 16,3-2-2-16,0 0 1 15,4-1 6-15,-2 2-1 0,2-3-2 16,1 3 2-16,1-1-4 15,0 2-7-15,1 2-3 16,3 1 0-16,-1 1-2 16,1 1 2-16,2-1-1 15,3 0 2-15,1 2 0 0,-1-2 0 16,2 2 0-16,-1 0-2 16,-4 0 0-16,2 0-4 15,-3 0 2-15,-3 6 1 16,-1-1-1-16,-1 3-1 15,-2 0-3-15,-1 1 0 0,-2-1 2 16,-1 2 3-16,-3-3 0 16,0 2-3-16,-1-2 3 15,-2 0 3-15,-1-1 3 16,0-1 4-16,0 1 1 16,0 0-4-16,0-1-3 0,0 2-1 15,-2-4-6-15,-2-3-57 16</inkml:trace>
  <inkml:trace contextRef="#ctx0" brushRef="#br0" timeOffset="70211.94">12640 12592 61 0,'0'0'5'0,"0"0"16"0,0 0-11 0,-3 36-5 0,3-27 3 16,0 1 4-16,-1-2-2 16,0 1 6-16,0-2 3 15,0 4-9-15,1-5-8 16,-1 3 1-16,-1-4-2 0,2 0 0 15,-2-1-1-15,0-3 2 16,-2-1 3-16,2 0 19 16,-3 0-2-16,-1 0-6 15,0-4-7-15,-1-2-5 0,1 1-3 16,0-3 0-16,2 1 0 16,0 0 2-16,2 0 5 15,2 3 4-15,0-2-6 16,0 2-7-16,2 1-4 15,8 0 2-15,-1 2 5 16,1 0 2-16,2 1-2 0,1 0-1 16,-1 0 0-16,-3 1-1 15,2 6 2-15,1 0 1 16,-2 3-1-16,-2 1 0 16,2 4-4-16,-5-3 0 15,-1 3-1-15,-2 0 3 16,-2 2 0-16,0 0 0 0,-2 1-2 15,-7-1 4-15,-4 1-2 16,0-2 2-16,-1-2-1 16,1-3 0-16,-1 0-1 15,1-2 1-15,4-2 0 0,-1-3 0 16,3-1-1-16,2 0 0 16,2-2 0-16,1-1 1 15,2 0-1-15,-2 0-2 16,2 0 0-16,0 0-2 15,0 0 1-15,0 0 7 0,2 0-3 16,2-1 0-16,1-3 4 16,3 0 1-16,2-1-3 15,-1 0 2-15,3-1-2 16,2 2-2-16,0-1 2 0,2 0-3 16,1 0 0-1,-1 1 0-15,-1 0 0 0,2-2 0 16,-3 5 0-16,0-3 1 15,-2-1-17-15,-1 0-41 16,-6-2-22-16</inkml:trace>
  <inkml:trace contextRef="#ctx0" brushRef="#br0" timeOffset="70859.17">12738 12386 127 0,'0'0'1'0,"0"0"-1"0,0 0-3 16,0 0-13-16,0 0 14 16,-41-26 8-16,31 22 1 0,-1 2 9 15,-1 0 13-15,1 0-19 16,-2 2-3-16,-1 0-6 16,-1 0-2-16,-1 3-1 15,-1 4 1-15,0 2-1 16,-4 2-2-16,3 0 3 0,-1 2-4 15,-1 3 3-15,4-1 8 16,-2 2 1-16,0 3 0 16,1 2-3-16,1 1-2 15,-2 3 0-15,3 3 0 16,-2 2 1-16,2 3-3 0,0 2 1 16,2 3-1-16,3 2 2 15,3-1-2-15,3-1-1 16,4-1 0-16,0-1 2 15,2-3-1-15,9 0 1 16,5-1 0-16,3-1 0 0,6-4 0 16,3-2 4-16,7-6 2 15,4-1 0-15,5-8 8 16,3-5-6-16,2-6 2 16,2 0 1-16,2-6 1 15,0-8-2-15,2-6 0 0,-1-3-1 16,-2-2-5-16,-6-4-1 15,-4-2-1-15,-5-4 0 16,-11-4-2-16,-7-2-1 16,-11-4-30-16,-8-4-79 15</inkml:trace>
  <inkml:trace contextRef="#ctx0" brushRef="#br0" timeOffset="72339.12">3293 17247 139 0,'-5'12'2'0,"3"-1"6"0,0-1 4 0,2 0-5 0,0 0-4 16,2 0-3-16,4 0 2 0,1-1 0 16,5-1 1-16,-2 0-1 15,2-1 1-15,4-1-1 16,-1-2-2-16,3-4 2 16,-3 0 2-16,3-3-2 15,3-9 1-15,0-4 0 0,2-5-1 16,4-4 1-16,0-2 1 15,4-4-2-15,1-1-1 16,3-1 0-16,-1 0 0 16,3 2-1-16,-3 0 1 15,0 2-1-15,-2 3 0 0,-1 1 0 16,0 4 0-16,0 2 0 16,-1 2 0-16,1 5 0 15,0 3 0-15,-2 4 0 16,2 3 0-16,-4 2 0 15,4 0 0-15,0 2 0 16,-4 5-1-16,2 2 0 0,-4 4 0 16,2 0 0-16,-2 3 1 15,3 2-1-15,-1 1 1 16,3 2 0-16,1 0 3 16,-3 3 1-16,1-1-1 15,0-2 0-15,-2-1-1 0,-2-1-1 16,-2-4 0-16,-2-3-2 15,0-4 1-15,-3-1 0 16,-3-7 2-16,1 0 0 16,-3 0 0-16,-1-4 3 15,1-8-1-15,-4-3 0 0,3-3 0 16,0-1-2-16,-3-5-1 16,5 1 1-16,-1-3 2 15,3 0 3-15,2-2-5 16,6 0 0-16,1 1 0 15,2-1-1-15,2 3 2 0,3 3-3 16,1 4 0-16,3 4 0 16,1 6 1-16,1 6 0 15,1 2-2-15,-1 5-4 16,1 12-1-16,-1 3 3 0,1 5 1 16,-5 1 2-16,5 1 0 15,-3 0 0-15,5 0 2 16,1-5-2-16,2-3 3 15,1-2 3-15,0-4-1 16,4-4-1-16,-3-5-2 16,4-1 1-16,-5-3 2 0,4-1 0 15,-5-10 5-15,-1-3 3 16,-5-4-4-16,-2-5 3 16,-7 0 0-16,-6-2-1 15,-3-1-3-15,-5 2 2 16,-6 1 1-16,-2 2-5 0,-5 3-3 15,-2-1-2-15,0 1-20 16,0-1-58-16</inkml:trace>
  <inkml:trace contextRef="#ctx0" brushRef="#br0" timeOffset="74767.11">7785 14837 89 0,'0'0'19'0,"0"0"-8"0,0 0 3 15,0-3-1-15,0 0-8 16,0 1-3-16,-2 0-2 0,-3 1 1 16,-2-2 2-16,-1 1 3 15,1 1 1-15,-2-1-5 16,0 0-1-16,2 0 0 15,0-1 0-15,1 1 0 0,-4-1 0 16,2 1 0 0,-3-1 3-16,-1 0 1 0,-1 2 4 15,-3 1-4-15,1 0-2 16,-1 0-2-16,0 0 0 16,-1 0-1-16,1 0 0 15,-4 0 2-15,3 0-2 0,-2 0 0 16,-1 0 1-16,0 0 11 15,2 0 1-15,-3 0-3 16,2 0-6-16,-1 0-2 16,0 0-2-16,-2 0 1 15,-1 0-1-15,-4 7 0 0,2-1-1 16,-1 0 2-16,1 1-2 16,3 1 1-16,-1 0 0 15,2 1 1-15,0 1-2 16,-1 2 2-16,2 2-2 15,-5 0 1-15,-2 2 0 16,0-1 0-16,0 2 0 0,-2 2 0 16,0-1 0-16,2-1-1 15,1 3-1-15,-1 0 2 16,0-1 0-16,1 3 0 16,0-2 1-16,2 0-1 15,-5 3-3-15,2-2 5 0,1 2-4 16,-1 1 1-16,0 1 2 15,2 0-1-15,1 2 0 16,6 0 0-16,2 1 0 16,3 0 0-16,1-3 2 15,4 0-4-15,5-3 2 0,-1 0-1 16,4-1 0-16,0 1-1 16,0-2 1-16,0 2 0 15,0 0 1-15,0 2 0 16,4-1-1-16,-1 2 1 15,3 2 0-15,1-1 0 0,-2 2 1 16,1 3-1-16,1 1 1 16,-1 2-1-16,-1 0 1 15,4 1-1-15,0-1 0 16,0-1 1-16,4 2-1 16,0-2-1-16,1 0 1 15,2-2 0-15,4 0 0 0,-1-1 1 16,0-1-1-16,3-4 1 15,-2 1 3-15,1-4-3 16,1-1-1-16,-3-2 0 16,2 0 0-16,2-2 0 0,-1-2 0 15,2 1 2-15,-1-2 0 16,4 1-1-16,-1 0 1 16,1 3-1-16,1-1 0 15,-3 2 0-15,2-1-1 16,0 2 0-16,-2-1 1 0,0-2-1 15,0 0 3-15,-1-2-1 16,2 0-1-16,-1-1 2 16,4-3-2-16,-2 2 1 15,2-2 3-15,0-2-2 16,0-1-1-16,-2 0 0 0,0-1-1 16,1 0 1-16,0 0-2 15,0 1 0-15,0-1 0 16,1 0 2-16,0 1-2 15,0-3 0-15,0 1 1 16,0-2 0-16,0-1 0 0,2 1 1 16,-1-2-1-16,1-2 2 15,0 0-2-15,1 0 2 16,1 0-2-16,-2-6 0 16,0-1 1-16,3-3-1 15,-1 0 0-15,-2-4 0 0,3-2-1 16,-1-1 0-16,-1-4 2 15,3 0-2-15,-3-5 2 16,4 1 1-16,-4-4 0 16,1-1 0-16,-2 0-2 15,-2-5 0-15,-5 0 0 16,1-1-1-16,-3-3 2 0,-1-2 2 16,-4 0-2-16,0-4 1 15,-3 1 2-15,0-2 0 16,-3 0 1-16,-2 1-3 15,-1 1-1-15,0 0-1 16,-4-1 1-16,-2 2-2 16,-1-1 1-16,-1 0-1 0,0 0 0 15,-2 3 0-15,-5 0 1 16,0 1-1-16,-5 0 0 16,4 0 0-16,-3-1 2 15,-1 0-2-15,2 0 1 0,0-2-1 16,-1 5 1-16,-2 1-2 15,1 6 0-15,-3 1-5 16,-3 3 3-16,1 0-1 16,-2 0 2-16,-1 3 1 15,2-3 1-15,0 0 0 0,-1 0 0 16,1 0 1-16,2 1-1 16,-2 1 2-16,-2 0-1 15,2 2-1-15,-6-1 2 16,1 4-1-16,-6 0 2 15,0 1-3-15,-3 4 3 16,-5 0-3-16,1 4 1 0,-4 4-1 16,-1 4-1-16,-1 3-3 15,-6 0-8-15,0 8-22 16,-6 1-33-16,-4 2-90 16</inkml:trace>
  <inkml:trace contextRef="#ctx0" brushRef="#br0" timeOffset="76822.24">8046 17094 60 0,'0'0'13'0,"0"0"5"0,0 0 4 0,0 0-3 0,0 0 9 16,0 0-5-16,0 0-2 16,0 0-6-16,0 0-7 15,0 0-6-15,0 0 0 16,-2 0-2-16,-3-2 0 15,1 1 1-15,-4-2 1 0,-2 2 1 16,1-2 9-16,-4 0-3 16,-1 1-3-16,-1-2 1 15,1 3 1-15,-1-3-3 16,-1 2 1-16,3 1 1 16,-1-1-5-16,1 2 2 0,2 0-3 15,-1 0 1-15,-1 0-2 16,-1 0 0-16,1 0 0 15,-3 2-1-15,3 1 1 16,-2 2 0-16,-1 0 1 16,-2 0 2-16,-1 2 0 0,2-1 0 15,-2 4-3-15,0-3 0 16,-1 2 1-16,2 0-1 16,0 0 0-16,3 1 0 15,-1 0 0-15,-1 2 0 16,1 0 0-16,3 0 0 15,-1 2 0-15,3 1-1 0,-3 1 1 16,3 1-2-16,0 1 2 16,-1-1 0-16,2 0 2 15,-1 1-2-15,1-3 0 16,-1 4 0-16,0-2 0 0,2 1 0 16,0 2 0-16,-2-1 0 15,2 2 0-15,0 0 0 16,-1 0 0-16,3 1 0 15,-5-2 0-15,3 2-2 16,-1-1 1-16,2 1 1 16,0-1 1-16,3-1-1 0,-1 0 0 15,3-2 2-15,0 1-2 16,1-2 0-16,2 1 1 16,0-1-1-16,0 2 0 15,0 1 0-15,5-2 1 16,2 3-1-16,-1-1 0 0,1 0 1 15,3-1-1-15,0-1 0 16,1 0-1-16,-1-2 1 16,1 0-1-16,0 0 1 15,2-3 2-15,0 1-2 16,2-2-1-16,1 1 1 0,3-1 0 16,0 0 3-16,2-2-6 15,0 2 7-15,5-1-3 16,-2-1-2-16,3-2 4 15,2 1-1-15,0-1-1 16,0-2-1-16,-1 1 0 0,1-1-4 16,0 0 8-16,-2-1-1 15,-2-2-2-15,0 1-1 16,0-1 1-16,-4 0-1 16,1-3-2-16,-3 0 2 15,2 0 0-15,0 0 1 16,0-3 3-16,2-4-3 0,0 0 2 15,0-4-2-15,0 2 0 16,0-4 3-16,1 2-3 16,-2-3 0-16,-2 0 1 15,3-3 0-15,-3 0-1 0,4-2 1 16,-1-1 0-16,0 0 1 16,1-1-1-16,0 0 0 15,-3-1 0-15,1 1 0 16,-4 0 0-16,2-2-1 15,-5-2 1-15,3-3-2 16,0-4 0-16,-2 2 2 0,0-5-2 16,-1-1 1-16,-1 0 0 15,-1 2-1-15,-6 0 0 16,2-1 0-16,-5 4-1 16,-1-1 0-16,-2 1 1 0,-1-2-2 15,0 2 2-15,-2 0-1 16,-4 0 1-16,-4 1 0 15,-2-1-1-15,-2 2 1 16,-1-1-1-16,-2-1 0 16,0 3 2-16,-2 1-11 15,2 1 11-15,-3 3 0 0,2 3-1 16,2 2 2-16,2 2 2 16,-1 5-4-16,-1-3 2 15,3 4-2-15,-3 0 1 16,3 3-1-16,-2 0 0 15,-6 1-1-15,1 0 3 0,-3 1-2 16,-1 2 3-16,-5 0-3 16,0 1 1-16,-2 2-4 15,-3 0 3-15,1 0-2 16,0 0 1-16,2 5-1 16,1-1 2-16,-1 6-3 0,2-3-4 15,0 2-4-15,0 2-8 16,-1 1-11-16,1 0-33 15,0-2-64-15</inkml:trace>
  <inkml:trace contextRef="#ctx0" brushRef="#br0" timeOffset="79233.89">12965 17683 12 0,'2'-3'2'0,"-1"1"6"0,1-3 23 0,-2 4 5 16,0-1 2-16,0 0 11 0,0 0-14 16,0 2-11-16,0 0-16 15,0-1-7-15,0 1 0 16,0 0-2-16,0 0-1 16,0 0-1-16,0 0 2 15,0 0 1-15,0-2-1 0,2 2 1 16,0 0 0-16,0 0 0 15,0 0-2-15,0 0 2 16,2 0-3-16,0 6 3 16,-1-2 2-16,1 3-2 15,2 0 2-15,-2 1-2 0,1 0 0 16,0-2 1-16,0 0-1 16,1-1 0-16,1-1 0 15,0-1 1-15,0 0-1 16,-1-1 0-16,1-2 0 15,1 0 1-15,-1 0 3 0,2-3 5 16,2-4-2-16,-1-2-1 16,3-2-2-16,1-3-2 15,1-1 1-15,3 0-3 16,0-3 1-16,4-3 0 16,-1 1-1-16,4-4 1 15,2 0 1-15,2 0-1 0,0 1 1 16,-1 1-2-16,-1 3 0 15,-3 1-2-15,-5 6-8 16,-5 2-3-16,-5 6-8 16,-6 4-35-16,-3 0-22 15</inkml:trace>
  <inkml:trace contextRef="#ctx0" brushRef="#br0" timeOffset="79911.53">13018 17706 99 0,'0'0'16'0,"0"0"-5"0,0 0-8 0,0 0 1 16,0 0-2-16,0 0-1 15,0 0-1-15,0 0 2 16,0 0 4-16,0 0 3 16,0 0-1-16,0 0-2 0,39 38-1 15,-35-33-2-15,3 0-2 16,-1-1 0-16,0-1 2 15,0-1 3-15,1-2 0 16,1 0 0-16,0 0 0 16,-1 0 0-16,3-2-2 0,4-5 0 15,-3-3-1-15,7-1-1 16,-3-3-1-16,6-1 1 16,-1-4-1-16,2 0 0 15,0-1-1-15,1 0 1 16,-1-3 1-16,1-1 3 0,-1 1 9 15,0-3 0-15,-1 2-6 16,-1 1-1-16,-2 2-4 16,-5 4-2-16,-2 4 0 15,-3 4-1-15,-4 2-1 0,-2 7-5 16,-2 0-18-16,0 0-13 16,-3 7-5-16,-8 2-40 15</inkml:trace>
  <inkml:trace contextRef="#ctx0" brushRef="#br0" timeOffset="80479.5">13059 17676 95 0,'0'0'22'0,"0"0"8"0,0 0 9 0,0 0-17 16,0 0-17-16,0 0-2 15,0 0 0-15,0 0-4 0,0 0 5 16,0 0-2-16,0 0-1 16,5 24 0-16,-1-14 0 15,1 0-1-15,-1 0 0 16,3-3 1-16,-3 3-1 16,3-4-1-16,-1 0 2 0,0-2 0 15,0-3 2-15,1-1 3 16,1 0 3-16,2-1-1 15,1-9-2-15,-1-2-2 16,5-2-1-16,-1-3-1 16,5-3-1-16,-1-2 2 0,4-4-1 15,1-1 1-15,4-3 0 16,1-1 0-16,4-3 2 16,-1 4-3-16,-2 2 0 15,-1-1-1-15,-2 5 1 16,-7 7-2-16,0 4 0 15,-8 3 0-15,-5 7-2 0,-5 3-7 16,-1 0-23-16,-3 8-16 16,-10 3-42-16</inkml:trace>
  <inkml:trace contextRef="#ctx0" brushRef="#br0" timeOffset="80914.41">13117 17658 2 0,'0'0'38'0,"0"0"-37"0,0 0 2 16,0 0 4-16,0 0 18 16,0 0-5-16,0 0-4 15,0 0-2-15,-3 35-7 16,3-24-5-16,0-2-2 0,0 1-1 16,3 0-8-16,2-3 3 15,-1-1 1-15,2-3 4 16,2-1 0-16,-3-2 6 15,5 0 5-15,0-5 7 16,5-7 14-16,1-3-4 16,2-5-2-16,6-6 0 0,5-5 1 15,5-2-3-15,4-6 1 16,7-4-5-16,4-9-14 16,8-7-3-16,2-12-18 15,-3-14-119-15</inkml:trace>
  <inkml:trace contextRef="#ctx0" brushRef="#br0" timeOffset="89920.51">7666 14838 63 0,'-6'0'3'0,"0"0"-3"0,3 0 1 16,-2 0-2-16,1 0-8 0,1 0-8 15,-1 0 5-15,0-1 13 16,-3 0 6-16,0-1 5 16,-2 2-2-16,-1 0-4 15,-1 0 0-15,1 0-1 0,-3 0 1 16,1 0 1-16,1 0 1 16,-1 0-2-16,0 0 0 15,3 0-4-15,-2 0-1 16,-3 0 0-16,1 0-1 15,-3 3 2-15,1-3 3 16,-2 1 3-16,1 0 4 0,-1 1 4 16,4-2-3-16,-1 3-6 15,1 0-5-15,-1 0-1 16,1 1-1-16,-1 0 0 16,-1 2 0-16,-1-2 1 15,-1 3-1-15,-2-1 0 0,2 0 0 16,-1-1 3-16,3 1-3 15,-3 1 1-15,3 0-1 16,0 0 0-16,0 1 0 16,-3 1 0-16,2 0 1 15,-3 1-1-15,-2 1 0 0,2-1 0 16,0 3 0-16,-1-2 0 16,3 2 0-16,2 0 0 15,2 0 0-15,0-1 0 16,2-1 0-16,2 1 0 15,-3-2 0-15,1-1 0 0,0-1 0 16,0 2 0-16,2 3 0 16,-4 0 1-16,1 2-1 15,-1 3 0-15,-1 0-1 16,1 2 1-16,-1 0 0 16,2-1 1-16,1-1-1 0,-1-1 0 15,1-2 0-15,2 1 1 16,-4-2-1-16,4 3 1 15,0 0-1-15,-1-1 0 16,2 1 1-16,-1 0-1 16,2 1 0-16,0-2 0 0,-1 2 0 15,1-2 0-15,1-2 1 16,-2 2-1-16,2-2 0 16,3 0 0-16,-1 0 1 15,2 1-1-15,0 2 0 16,2 1 0-16,0 1 0 0,0 1 0 15,0 2 0-15,0 0 0 16,0 3 0-16,0-1 0 16,0 3 0-16,0-1 0 15,0 2 1-15,0 1-2 16,4 0 1-16,4 3 0 16,6 2 0-16,4 0 0 15,3-2-38-15,3-6-81 0</inkml:trace>
  <inkml:trace contextRef="#ctx0" brushRef="#br0" timeOffset="91007.28">8125 17826 77 0,'0'0'1'0,"2"1"-3"0,-2 3 1 16,0 1 1-16,0 0 0 0,2-1 0 15,-2 3 1-15,0-3 4 16,0 2 9-16,0 1 1 15,0 0-6-15,2-2-3 16,-2 0-4-16,2 0-1 0,1 0 0 16,4-2 0-1,-3 0-1-15,3-2 6 0,0-1 10 16,6 0 9-16,0-4-9 16,2-7-8-16,4-3-3 15,5-2-1-15,3-5-1 16,3-2-2-16,3-1 1 0,-2-1-1 15,-1 1 0-15,-1 3 0 16,-3 1-1-16,-6 6 0 16,-4 1 0-16,-3 6 0 15,-2 0-1-15,-3 4-21 16,-6 0-67-16</inkml:trace>
  <inkml:trace contextRef="#ctx0" brushRef="#br0" timeOffset="91434.37">8154 17903 129 0,'0'0'13'0,"0"0"20"0,0 0-15 0,0 0-11 16,0 0-6-16,0 0 2 16,0 0 4-16,0 0-4 15,0 0-7-15,0 0-3 16,4 0-6-16,5 0-22 16,5 0 15-16,-1-7-11 0,1-1-2 15,3-2-12-15,3-2 35 16,3-1 2-16</inkml:trace>
  <inkml:trace contextRef="#ctx0" brushRef="#br0" timeOffset="95734.62">11071 8589 53 0,'0'0'3'0,"0"0"3"0,0 0 1 0,0 0-4 0,0 0 7 16,0 0 3-16,0 0 3 16,0 0 0-16,0 0-3 0,0 0-1 15,-25-7-3-15,25 7-4 16,0 0-5-16,0 0-1 16,0 0 2-16,0 0-2 15,2 0 1-15,2 0 0 16,1 3-2-16,1 1 2 15,-2 5 0-15,4-3 0 0,-5 3 0 16,1-2 0-16,0-1 0 16,0-2 0-16,-2-1 0 15,0 0 0-15,4-3 2 16,-2 0 1-16,1-3 20 16,5-8 9-16,4-1-16 0,0-6-6 15,4-5-1-15,1-2 2 16,4-5 2-16,4-3 3 15,4-5-3-15,9-3-5 16,10-5-7-16,6-6-2 0,2-5-17 16,1-7-149-16</inkml:trace>
  <inkml:trace contextRef="#ctx0" brushRef="#br0" timeOffset="96874.92">11382 15020 120 0,'0'0'3'0,"0"0"8"0,0 0-4 16,0 0-6-16,0 0-1 15,0 0 0-15,0 0 0 16,0 0 2-16,0 0 20 16,0 0 17-16,0 0-20 0,2-22-12 15,-2 22-7-15,0 8 0 16,0 1-3-16,0 2 1 16,4-1 0-16,0-2 0 15,0-2-2-15,3-4 4 16,1-2 0-16,4-1 5 0,7-13 20 15,5-8-1-15,10-7-5 16,8-6-12-16,8-5-4 16,7-5-3-16,7-5-6 15,5-6-39-15,4-6-78 16</inkml:trace>
  <inkml:trace contextRef="#ctx0" brushRef="#br0" timeOffset="98860.03">12497 16209 79 0,'-3'1'31'0,"1"-1"-28"0,2 0-2 16,0 0-6-16,0 0-5 16,0 0 5-16,0 0 6 15,0 2-1-15,2-2 1 16,3 0 2-16,1 0 5 16,1 0-2-16,2 0 2 0,-3 0 0 15,3 0-2-15,0 0-4 16,3-2 1-16,-1-2 1 15,4 3 0-15,1-2 8 16,2 0-6-16,1 0-2 16,4 0-2-16,2 0-1 0,0-1 0 15,2 0 0-15,2 1 0 16,0-1 1-16,-1 1 6 16,3 0 1-16,0 2-3 15,4-1-4-15,-2 1-2 16,1 0 1-16,0-1-1 0,3-1 1 15,-1 0 0-15,1-1 5 16,3-1 7-16,1-1-1 16,4-1-2-16,2 1-6 15,1 0-3-15,0-1 0 16,0 0 0-16,0 3-1 0,0 0 1 16,-2 1-2-16,1-3 2 15,3 3 0-15,-3-2 1 16,4-1 1-16,-2 1-2 15,2-2 1-15,1 1-2 16,-3-1 0-16,2 3 0 16,-4-1 0-16,-2-1 1 0,-3 3 2 15,-4 0 0-15,-1-1 2 16,-2 3-2-16,-3-1-1 16,-1 1-1-16,0-2 0 15,-4 3-1-15,-7 0 0 16,-1 0 0-16,-7-1 0 0,-1 1 1 15,-4 0-1-15,-5 0 0 16,0 0-1-16,-2 0-15 16,-4 0-27-16,-12 0-49 15</inkml:trace>
  <inkml:trace contextRef="#ctx0" brushRef="#br0" timeOffset="99757.44">12798 15262 190 0,'0'0'19'0,"0"0"4"0,0 0-11 0,0 0-8 15,0 0-3-15,0 0-2 16,0 0-4-16,0 0 4 16,0 0 1-16,0 0 1 15,0 46-1-15,0-33 0 0,0-1 0 16,0-4 0-16,4 1 1 16,3-4-1-16,-1-2-2 15,4 0 0-15,-1-3 2 16,-1 0 4-16,2 0 1 15,3-7 1-15,0-3-2 0,-1 0-1 16,3 1-3-16,-3-2 0 16,1 1 2-16,-6 1-2 15,-1 1 0-15,-1 4 0 16,-2 2 0-16,-3 0 0 16,1 2 0-16,0 0-2 0,0 0-1 15,2 0-2-15,-1 4 5 16,1 4 0-16,0 2 1 15,2 3-1-15,-1 0 1 16,0 1-1-16,2 2 1 16,0 0-1-16,-3-1 0 0,3-1 0 15,-4-1 0-15,2-1 1 16,-3-1-1-16,2-3 0 16,-3 1-1-16,0-3 0 15,-3-1 2-15,-4 1 0 16,-6-2 2-16,1-1 0 0,-5 1 0 15,-1-1 0-15,1-2-3 16,0 1 1-16,4-2-1 16,-1 0 0-16,4 0-7 15,3-2-52-15,-1-9-143 16</inkml:trace>
  <inkml:trace contextRef="#ctx0" brushRef="#br0" timeOffset="100149.65">12778 15141 136 0,'0'0'1'0,"0"0"16"0,0 0-14 0,0 0 0 0,0 0 0 16,0 0 4-16,0 0 1 15,0 0 6-15,0 0 25 16,0 0-9-16,0 0-22 16,13-26-1-16,-10 15-1 15,-1-2-3-15,1-3 0 0,0-2-3 16,2 0 1 0,-3-1 0-16,1 3 1 0,-1 1 3 15,2 5 0-15,-2 0-3 16,3 4-1-16,0 5 0 15,1 1-2-15,-1 0-1 16,3 7-3-16,1 10-1 0,-1 1 4 16,4 3 0-16,-2 4-2 15,3 0-2-15,3 1-5 16,1 0-8-16,0-2-20 16,2-4-38-16</inkml:trace>
  <inkml:trace contextRef="#ctx0" brushRef="#br0" timeOffset="100420.73">13295 15372 185 0,'0'0'14'0,"0"0"-1"0,0 0-8 0,43-14-1 0,-22 7-2 15,0 0-1-15,1 1 0 16,4 1 1-16,-1-1-2 16,4 2 1-16,-2-3-2 0,2-1-65 15,0 0-59-15</inkml:trace>
  <inkml:trace contextRef="#ctx0" brushRef="#br0" timeOffset="101017.36">13762 15226 140 0,'0'0'25'16,"0"0"8"-16,0 0-16 15,0 0-5-15,0 0 1 16,0 0-3-16,0 0-4 15,0 0-5-15,-2-18-2 0,2 18 0 16,0 4 0-16,0 4 1 16,0 1 0-16,2-1 0 15,6 1 0-15,-1-1 0 16,4-4-1-16,0-2-1 16,5 1 2-16,-2-3 2 0,2 0-1 15,1 0 1-15,1-6-1 16,-3-1 0-16,-3-1 2 15,-3-1-2-15,-1 1 3 16,-3-2 5-16,0 1-3 0,-3-1-4 16,0 2-1-1,-2 1 0-15,0 1-1 0,0 0 1 16,0 2-2-16,0 1 0 16,0 3 5-16,0 0-6 15,0 0 0-15,-2 0-4 16,0 8-1-16,-3 1 6 15,3 4 2-15,1 1-1 0,1 3 0 16,0-1-1-16,0 4 1 16,2 0 0-16,4 0 1 15,-2 0-1-15,-2-1 0 16,1 0 0-16,-2-2 0 0,-1-3 0 16,0 0 1-16,0-4-2 15,-1 0 1-15,-6-3-4 16,-4-3 4-16,0-1 4 15,-1-3 8-15,-4 2 2 16,1-2 2-16,-1 0-5 0,-2 0 1 16,1 0-10-16,1 0-1 15,3 0-1-15,4 0-1 16,-3 0-13-16,2 0-72 16</inkml:trace>
  <inkml:trace contextRef="#ctx0" brushRef="#br0" timeOffset="102141.37">12199 16886 158 0,'-6'2'9'0,"3"-2"1"0,1 0-1 0,2 0 3 0,0 0 6 16,0 0-2-16,0 0 0 15,0 0-10-15,0 0-8 16,5 0 4-16,5 0-3 16,4-2-7-16,1-5-2 15,1 2 1-15,0-1 5 16,2-1 3-16,-3 1 1 0,3 2 1 15,-2-2-1-15,0 3 2 16,2-1-1-16,-3 0 1 16,1 1-2-16,-1 2 1 15,-6 1-2-15,1 0 2 16,-2 0-2-16,-4 1 1 0,1 5 0 16,-1 1 2-16,2 1 0 15,-2 4 2-15,0 2-4 16,-1 3 1-16,-1 1-2 15,0 5 1-15,0 0 2 16,0 2-2-16,0-1 1 0,1 1 0 16,-1 0-1-16,5 0 0 15,-5 0 1-15,1 3-1 16,-1-1 0-16,-1 2 1 16,0 1 2-16,-1 0 6 15,0 3 2-15,0 0 1 16,0 1-3-16,0 6-3 0,0 4-4 15,0 2-1-15,0 3-1 16,1-1 0-16,0 1 0 16,1-1 0-16,-2-4 1 15,2-4-1-15,1-2 0 16,0 0 2-16,3-5-2 0,-2 1 1 16,1-4-1-16,1 0 1 15,-2-1 1-15,-1-3-2 16,-1-1 1-16,0-1-1 15,-2 1 0-15,0-1 1 0,0 3-1 16,-4 2 1-16,-3-1-1 16,-4 3 0-16,-2-1 0 15,0-1-11-15,-4-4-8 16,-4-6-27-16,-2-8-85 16</inkml:trace>
  <inkml:trace contextRef="#ctx0" brushRef="#br0" timeOffset="103139.03">9919 17027 84 0,'0'0'11'0,"0"0"4"0,0 0-2 0,-46 0-2 16,36 0-8-16,-1 0-2 0,-1 3-1 16,0 0 0-16,0 0 1 15,2 1-1-15,-4-3 1 16,5 4 1-16,-3-3 7 15,6 1 5-15,-2 1-7 16,3-1-6-16,0 1 0 0,0 1-1 16,1 0 0-16,2 2 1 15,-2 2-2-15,1 7 1 16,1 2 1-16,-2 5-1 16,0 6 0-16,1 3 0 15,-2 5 0-15,1 1 0 16,2 1 0-16,2-1 0 0,0-1 0 15,0-2 1-15,4 2-1 16,3-1 0-16,-2-1 0 16,1 2 1-16,-1 0-1 15,1 0 0-15,-2 0 1 0,-1-1 8 16,-1 0 12-16,1-3-8 16,-1-1-3-16,0 0-4 15,0-1-3-15,2-2-2 16,1-1-1-16,1-1 1 15,0 2 0-15,0-1-2 16,-3 0 2-16,-1 1 0 0,2-1-1 16,-2 0 1-16,0-3 1 15,1 0-2-15,0 2 1 16,3-3 0-16,-4 2 0 16,0-2-1-16,-2 0 0 15,0-1 0-15,0 0 2 0,0 0 10 16,0-2 6-16,0 0-6 15,0-2-3-15,3 0-5 16,7 0-1-16,7-4-1 16,9 1-3-16,6-3-3 15,10-3 3-15,7-5-22 0,6-5-46 16,3-4-60-16</inkml:trace>
  <inkml:trace contextRef="#ctx0" brushRef="#br0" timeOffset="108121.4">12150 2901 101 0,'0'0'9'0,"0"0"6"0,0 0-8 0,0-3-2 15,1 1 0-15,0 0-1 16,-1-1 1-16,0 0 3 15,0-1-1-15,0 0-2 0,0 1-3 16,-1 0 1-16,-2 0-1 16,0-1-1-16,-1 1 0 15,0 2 1-15,1-2-2 16,-4 0 1-16,1 2-1 16,-2-2-1-16,2 0-1 0,-4-1 6 15,-1 1-2-15,1-1 0 16,-1 0 2-16,-3-1 2 15,3 1-3-15,-1 0 0 16,-1-1-2-16,1 1 2 16,-1 1-3-16,1-1-2 0,-1 1 4 15,-1 2-4-15,1 0 2 16,-3 0 4-16,0 1-5 16,-2 0 2-16,-1 0-1 15,-2 0-5-15,-1 0 6 16,1 3 2-16,0-1-3 15,2-1 0-15,0 3 2 0,-2-1-2 16,1 1 0-16,-2 1 0 16,4 0 0-16,-1 0 1 15,1 2 0-15,1-2-1 16,0 1 0-16,-4 0 0 16,3 1 1-16,-3 1-1 0,2 2-2 15,-2 0 4-15,4 3-2 16,-5 1 0-16,1 3 0 15,2 2 1-15,-2 0-1 16,-2 3 1-16,2-1 0 16,-3 2-1-16,1 2 0 0,0 1 0 15,0-2 0-15,2 0 1 16,0 0-1-16,4-2 0 16,-2-2 0-16,4-1 0 15,0 1 1-15,0-1-1 16,0-1 0-16,2 2 2 0,-2 0-4 15,2 0 4-15,1 1-2 16,3-1 1-16,-2 3-2 16,1 0 1-16,1 1 1 15,3 0-1-15,-2 2 1 16,3-2-1-16,0 1 1 0,0-1-1 16,1-2 0-16,0 2 0 15,-2-2 1-15,1 2-1 16,0-2 0-16,-1 2 1 15,1 0-1-15,0 0 0 16,1 1 0-16,2 2 0 16,-2 0 0-16,2-2-1 0,-1 2 1 15,3 0 0-15,-1 0 0 16,1-4-1-16,0 1 1 16,0-3 0-16,0 0 0 15,0-2 0-15,1-2 1 0,4 2-2 16,-3-1 1-16,2-1 0 15,-1 0 1-15,3 1-1 16,-1 2 1-16,-1-4-1 16,3 2 0-16,-4 0 0 15,3-3 1-15,0 2-2 0,-2-3 1 16,3-2-1-16,-3-1 1 16,2 0-1-16,0-3 1 15,-3 0 1-15,3 1-1 16,-2-2 0-16,1 0 0 15,2 1 0-15,-2 1 0 0,3-1 0 16,-2 2 0-16,4 3 1 16,1 0 0-16,-2 1-1 15,3 0 0-15,0 3 1 16,-3 0-1-16,3-4 0 16,-3 3 0-16,1-5 0 0,0 0 0 15,-3-1 0-15,3-1-1 16,0 1 1-16,-1 0 1 15,2-2-1-15,2 3 1 16,-2 1-1-16,0 2 0 16,1-1 0-16,0 3 0 15,1-1 0-15,0-1 2 0,-2-1-2 16,2-3-2-16,-4 3 4 16,0-6-4-16,1 0 2 15,-2 0 0-15,0-3 2 16,4 1 1-16,-3-1 0 0,2 3-1 15,0-1-1-15,1-2 0 16,-1 3 0-16,2 0-1 16,-2-1 0-16,1 1 0 15,1 2 0-15,-4-1 0 16,4-1 1-16,-1 0-2 16,2 2 2-16,0-2-1 0,-1 2 0 15,2-1 1-15,1 0-1 16,1-3 0-16,1-1 0 15,-1 2 0-15,1-3 0 16,0-1 1-16,1 1 1 0,-1 1-1 16,1-2 1-16,-1 1-1 15,-1 0 0-15,2-1-1 16,-2 1 0-16,1 0 1 16,1 0-1-16,-2-2 0 15,1 2 0-15,-2-3 1 0,2 3-1 16,-1-3 0-16,-1 0 1 15,-3 2-1-15,2-2 2 16,0 0 5-16,0 0-4 16,-1 0 0-16,1 0-2 15,-1 0-1-15,0 0 1 16,0 0-1-16,0 0 2 0,2 0-1 16,-2 0 0-16,3 0 2 15,2-2-1-15,0-1-1 16,1 3-1-16,1 0 1 15,0-2-1-15,0 2 0 16,-1 0 0-16,-3-2 0 0,2 2 0 16,-2-3 0-16,0-1 1 15,3-2-1-15,-3 2 0 16,2-2 1-16,2 1-1 16,-2-1 0-16,1 2 0 15,-5-1 0-15,1 0 1 0,-1-1-1 16,-1-1 3-16,-3 1 5 15,2-1-4-15,3-1-2 16,-1-1 0-16,-1 2-2 16,-1-2 0-16,1 0 0 15,-3 2 1-15,1-1-1 0,-5 1 0 16,1 0 1-16,-3 1-1 16,-1-2 1-16,0 1-1 15,2-3 1-15,2-1 0 16,-1-1 0-16,3-3 1 15,2-1-2-15,-1 0 2 0,0 1-2 16,-1-1 0-16,0 1 1 16,-3-1-1-16,2 0 1 15,-4-1-1-15,1 0 2 16,1 0-2-16,0-3 0 16,0 1 1-16,1-1-1 0,-3-2 1 15,3-1-1-15,-2 0 0 16,-2 1 2-16,0-2-1 15,-2 1 0-15,-2-2 4 16,0 0-2-16,0 1 0 16,0 0-1-16,0-3-1 0,0 2 0 15,-2-2 0-15,0 1-1 16,0-2 0-16,-2-1 1 16,2 3-1-16,1-1 2 15,-2 2-2-15,1-2 2 16,2 0-1-16,-2 1 0 15,-1 1 0-15,0-5 0 0,0 3-1 16,1-1-1-16,-4-2 2 16,3 3-2-16,1-2 2 15,0 1-2-15,-1 1 1 16,-1 0 0-16,2 2 1 16,-1-1-1-16,-1-1 0 0,0 2-2 15,-1-1 2-15,-1-1 0 16,-1 2 0-16,0 0 2 15,1 1-1-15,1 1-1 16,-1-1 1-16,0 4-1 16,2-2 0-16,-2-1 0 0,-1 4-2 15,0-2-2-15,-3 0 3 16,2-1 1-16,-2 1 0 16,-2 0 1-16,3 2 0 15,0 1 0-15,-3-2 0 16,3 4 0-16,1 0-1 0,-1 1 0 15,2 0 1-15,-2 0-2 16,-3-2-1-16,-2 2 1 16,1-2 2-16,-2 0-2 15,0 1 0-15,-3 0 1 16,0 2 0-16,0 1-1 0,0 2-2 16,-1-2 5-16,0 3-4 15,-3-1 2-15,0 1 0 16,-5 0-1-16,-2 0 5 15,-6 0-9-15,-4 0 2 16,-6 6 4-16,-11 1-4 0,-9 3 4 16,-10 7-28-16,-10 2-47 15,-9-6-154-15</inkml:trace>
  <inkml:trace contextRef="#ctx0" brushRef="#br0" timeOffset="112341.4">14291 3144 13 0,'2'0'1'0,"1"0"-4"0,-1 0-7 0,-1 0 9 0,0 0 1 16,-1 0 0-16,0 0 1 15,0 0 13-15,0 0-1 16,0 0-1-16,0 0-6 15,0 0-4-15,0 1 3 0,0 0-2 16,0 3-3-16,3 0 0 16,-1-1 0-16,2 2 1 15,-2-3-1-15,-1 2 0 16,2-1 0-16,0 0 0 16,-1-2 0-16,0 2 0 15,-2-1 0-15,2-1 1 0,-2-1-1 16,1 0 4-16,1 0 1 15,-2 0 4-15,3 0 6 16,1 0 3-16,0 0-7 16,1-6-3-16,3-2 0 15,1-2 3-15,0-3 2 0,2-4 3 16,2-3 1-16,3-3 2 16,1-1-3-16,4-1-2 15,-2-1-5-15,0 2-3 16,2 3-4-16,1 2 1 15,-4 2-1-15,2 3-9 0,-6 1-24 16,-5-1-94-16</inkml:trace>
  <inkml:trace contextRef="#ctx0" brushRef="#br0" timeOffset="114241.77">15699 3155 41 0,'2'0'20'0,"0"-2"-14"0,1 0 1 0,-1 1-3 16,2 1-4-16,-3 0 1 16,2 0-2-16,1 0 1 15,-2 0-1-15,2 0 0 0,-4 0 1 16,2 1 0-16,-1 1-1 15,-1 0 2-15,2 0 0 16,0 0 0-16,0 1 2 16,0-1 0-16,2 0-2 15,-3 1 2-15,2-1-1 0,0 1-1 16,2-2 0-16,-2 2 1 16,1 0-2-16,2 1 2 15,-3-1-1-15,5 0 1 16,-2-2-2-16,0 2 2 15,1-3 0-15,1 0 2 16,-3 0 1-16,2 0 3 0,-1 0 0 16,0 0 5-16,1-7 1 15,1 0 2-15,2 0-3 16,1-6-4-16,3 0-1 16,-3-2-1-16,2-4 1 0,3-1 15 15,1-5 29-15,2 1-55 16,3-2 4-16,3 0-1 15,-1 0 1-15,1 3 0 16,2 0-1-16,4 3 0 16,0 3-14-16,-1-3-40 15,-2 0-94-15</inkml:trace>
  <inkml:trace contextRef="#ctx0" brushRef="#br0" timeOffset="116468.65">17778 3191 91 0,'0'0'6'0,"0"0"-1"0,0 0 3 0,0-3-3 0,1 2 8 16,-1-1 1-16,0 1 1 15,0-1 0-15,0 1-5 16,1 1-7-16,2 0-6 16,1 0 0-16,0 0 3 15,-1 0-1-15,3 4 0 0,0-1 0 16,2 3 1-16,-1-1-1 15,3 1 1-15,-5-2 0 16,4 0 0-16,-3 2 0 16,1-3-1-16,-3 0 2 15,1 0-1-15,1 1-1 0,-2-1 2 16,2 0-2-16,-2-2 2 16,1 2-4-16,3-3 4 15,0 0 0-15,-1 0-1 16,0 0 3-16,0 0-2 15,1-7 1-15,-1 0 1 0,1 1 1 16,-1-4 1-16,4 0 1 16,0-1-2-16,2-5-1 15,3-1 0-15,1-1-2 16,6-5 0-16,-1-1 0 16,5-6 1-16,1 2 2 0,0-1 4 15,2 1 1-15,-1-1 0 16,-3 4-1-16,-1 2-6 15,-1 6-1-15,-1 1 0 16,-3 4-16-16,-3 0-64 16</inkml:trace>
  <inkml:trace contextRef="#ctx0" brushRef="#br0" timeOffset="118361.93">19915 3174 77 0,'0'0'1'0,"0"0"2"0,0 0-2 16,0 0 0-16,0 0 1 15,0 0 10-15,0 0 2 16,0 0 1-16,0 0-2 16,0 0-2-16,0 0-6 15,2 0-7-15,2 0 1 0,-2 1 0 16,1 5-1-16,-1-2 0 16,2 2 1-16,0-1 1 15,0 0-1-15,0 1 0 16,2-1-1-16,-3 1 1 15,3-2 0-15,-1 0 1 0,0 1 1 16,1-1-1-16,-1 0 0 16,-1 0 1-16,2-2 1 15,-2-1-2-15,0 1 1 16,2-2-1-16,-3 0 0 16,2 0 2-16,0 0 2 0,0-2 11 15,6-2-3-15,-3-3-2 16,4 0-5-16,2-2-2 15,1-1-1-15,3 0-2 16,-2-2 0-16,1-1 1 16,-1-3-1-16,2-1 3 15,0-1 7-15,-2-4 2 0,4 1 1 16,-1-3 1-16,4 0-1 16,1 0-7-16,2 1 0 15,0 2-5-15,0 1 0 16,1 0-2-16,-1 3 2 15,0 1-1-15,-3 3 0 0,-2 3 0 16,-1 5 0-16,-3-1-14 16,-5-1-42-16,-3 0-104 15</inkml:trace>
  <inkml:trace contextRef="#ctx0" brushRef="#br0" timeOffset="120055.92">21920 3060 87 0,'0'0'9'0,"2"-4"3"0,0 3-6 0,0-1-5 0,0 0 0 16,0 1-1-16,0 0 1 15,-1 1-1-15,0-1 3 16,0 1 2-16,-1 0 2 16,0 0-4-16,0 0-2 15,0 0-1-15,2 0-2 0,1 0 2 16,1 0-1-16,-1 2 1 15,1 4 0-15,2 0 0 16,-1-1 0-16,1 2 1 16,2-1-2-16,-3 1 1 15,1 0 0-15,0-1 0 16,0 0 0-16,0-1-1 0,0 0 1 16,-1 0 0-16,-1-2 0 15,2 0 0-15,-4 0 0 16,2-2 0-16,-2 1 1 15,0-1-1-15,2 0 0 16,-2 1 0-16,-2-1 0 0,1-1 0 16,0 0 0-16,0 0 1 15,0 0-1-15,0 0 2 16,1 0 1-16,2 0 4 16,-2 0-1-16,3-5 0 15,2-4 1-15,0 1-5 16,2-3 3-16,4 0-1 0,1-3 6 15,2-3 2-15,4 0-1 16,3-4 1-16,2-3 2 16,4-1-4-16,3-2 0 15,1-1-1-15,0 1-5 16,1-3-1-16,-2 3 2 0,1 0-2 16,-2 2-2-16,1 3-1 15,-1 2-3-15,-2-2-35 16,-3 1-77-16</inkml:trace>
  <inkml:trace contextRef="#ctx0" brushRef="#br0" timeOffset="125935.4">14495 4858 95 0,'1'-4'9'0,"0"-2"3"0,-1 2-2 0,2 0-4 15,-2-1-2-15,0 1 1 16,0 0 8-16,0 1 1 16,-3 2 0-16,-2-2-8 15,-3 1-3-15,-1 1-3 0,-2 1 5 16,0-3-2-16,0 3-4 15,0-1 4-15,-1-2-1 16,1 0 3-16,1 0-1 16,2-1 2-16,-3 2 1 15,1 0-4-15,-2-1-2 16,1 1-1-16,-4 1 0 0,1 1 0 16,-2 0-1-16,-1 0 0 15,0 0 1-15,-1 0 0 16,1 2-1-16,1 2 1 15,0 0 1-15,-3 0-1 16,0-1 0-16,-1 3 1 0,-1-1-4 16,0 1 5-16,-2 0-2 15,-1 1 0-15,4 3 1 16,-4-2-2-16,2 1 1 16,3 1 0-16,-5 3 0 0,3-2-3 15,-1 2 5 1,2 0-2-16,-2 0-1 0,1 2 1 15,2-4 0-15,-2 5-1 16,1-2 0-16,0 3 0 16,-3 2 1-16,1-1 0 15,2 1 0-15,-3 2 0 0,3 0 0 16,0 1 0-16,1 0 0 16,0 2 0-16,2 2 0 15,1 0 0-15,3-1 0 16,2 2 0-16,1-3 0 15,0 1 0-15,5-4-1 16,-4 0 2-16,7-4-4 0,1 0 2 16,1-2-2-16,0 0 1 15,0 0 2-15,0 2 0 16,0 2 0-16,2-1 1 16,6 2-1-16,-4-1 1 0,0 1-1 15,3-2 1-15,-1-1-2 16,2-1-1-16,1-3 2 15,0-1 0-15,5 1 1 16,-1-3-1-16,4 1 2 16,1-2 0-16,3 2-1 0,3-1 2 15,-2 0-2-15,3 0 1 16,-1 1-1-16,-1 1-1 16,-1-1 1-16,0-1-1 15,-3 0 0-15,0 1 0 16,4-2 0-16,1-2 0 0,1 0 0 15,5 2 1-15,0-2 0 16,2 1-1-16,1-2 2 16,1 1-2-16,1 0 0 15,-4-1 1-15,1 0 1 16,1-2-4-16,-1 0 2 0,1-1 2 16,1 1-1-16,4-1 0 15,2 0 0-15,2 0-1 16,3 0 1-16,0-1 0 15,2 0 0-15,-2-1-1 16,4-1 1-16,-2 0-4 16,2 0 7-16,-3-4-4 0,1-2 1 15,-2-2-1-15,0-1 1 16,-3-2 0-16,1 2-1 16,0-2 2-16,1-2-2 15,3 0 1-15,-2-2-1 0,-1-1-3 16,-5-1-3-16,-2-3-4 15,-6-2 5-15,-3-3 5 16,-2-1 0-16,1-3 1 16,-4-1 0-16,1-4 1 15,1 2-2-15,-1 0 3 16,-1-1-3-16,-6 2 3 0,-1 2-3 16,-5 0 1-16,-6 1 4 15,-3-2 2-15,-2 0 1 16,0 0 2-16,-7-1 3 15,-4-2-2-15,0-1-3 16,-2 3-1-16,-1-4-4 0,-3 1-2 16,-2-2-1-16,-3 3-1 15,-6 2-2-15,-4 0 0 16,-6 1 0-16,-5 5 2 16,-7 3 1-16,-5 4 1 15,-5 6-5-15,-2 5 3 0,-5 5-18 16,-4 0-84-16</inkml:trace>
  <inkml:trace contextRef="#ctx0" brushRef="#br0" timeOffset="127465.87">17306 4954 100 0,'10'0'22'0,"1"-2"-21"0,0-4 1 0,2 3-2 15,-2 2 0-15,-4 0-2 16,1-1-6-16,-5 2 4 0,0 0 3 16,-2-2 3-16,-1 0 0 15,0-1-2-15,0 0 1 16,0-1 0-16,0 0 2 15,0 1-2-15,0-1 2 16,0-1-2-16,0 1 1 16,-1-3 5-16,-2 1 1 0,0-1 11 15,-1-3 3-15,-4 2-9 16,1-1-10-16,-3-1-1 16,-3 3-1-16,0 0 2 15,-5 0-1-15,1 3 1 0,1-1-2 16,-3 4 1-16,0 1-2 15,-2 0 1-15,-1 0-2 16,0 0 1-16,-7 6 0 16,2 1-1-16,-3 0 0 15,0 4 1-15,0-1 0 16,2 3-1-16,-1 1 0 0,1 3-2 16,1-1 3-16,-2 5 1 15,0-1 1-15,2 3-2 16,-1-2 1-16,-1 2 0 15,-1-2-1-15,2-1 1 16,5-1-1-16,-1-1 0 0,6 0 0 16,-1 1-1-16,6-2 1 15,0 3-1-15,4 1 0 16,-3 2 1-16,2 2-2 16,3 1 4-16,-2 1-2 15,0 1 0-15,4-3 0 0,3-1 1 16,0-3-2-16,2-2 1 15,0-4-2-15,0 2 1 16,7-1 2-16,2-2-1 16,2 2 2-16,-1-1 0 15,3 0-1-15,0 1 0 16,2 0 1-16,0 1-1 0,2 1 0 16,0 1-1-1,-1-2 0-15,1 3 1 0,4-3 0 16,-1 0 0-16,0 0 1 15,1-3-1-15,3 2 0 0,-2-2-1 16,0-4 0-16,2 1 2 16,2-3 0-16,1 0-1 15,2 0 0-15,-1-3 1 16,4 1-1-16,5-1 1 16,0-1-1-16,-1-1 1 0,1 2-1 15,-4-3 0-15,1 0 0 16,-4-1-1-16,-1-1 0 15,2 0 0-15,0 0 1 16,0 0 0-16,2 0 1 16,4-4 2-16,-2-2-1 15,4-1-1-15,-2 0-1 0,1-1 0 16,-2-4 1-16,-2-1 0 16,-3-4 0-16,-2-3-1 15,-1-2 1-15,-4-5-1 16,2-2 1-16,-1-2-1 15,-4 1 1-15,0-2-1 0,-2 1 4 16,-1 2 0-16,-5 1-1 16,-4 2 1-16,0 0 2 15,-6 1 0-15,-1 1 0 16,-2-2-1-16,0 0-2 16,0-2-1-16,0 1 0 0,-2-1 3 15,-1 0-4-15,-2-1-1 16,2-1-1-16,0-2 1 15,0 0-1-15,-5-2 1 16,-1-1-1-16,-1 0-1 16,-3 1 0-16,-3 2 0 0,-3 2-1 15,0 3 0-15,-3 0 4 16,0 4-1-16,-3 1-1 16,-2 4-2-16,-4 3 3 15,-6 1-2-15,-5 4-1 16,-9 3-2-16,-7 3-2 0,-10 4-9 15,-7 0-12-15,-11 6-28 16,-2-1-57-16</inkml:trace>
  <inkml:trace contextRef="#ctx0" brushRef="#br0" timeOffset="128668.75">18683 3646 57 0,'0'0'17'0,"-2"0"-4"0,2 0-9 0,0-1 4 15,0 0-5-15,0-2 6 16,0 2-1-16,0-1-3 16,0 2 0-16,0-3 0 0,4 2-4 15,1 1 2-15,4-3-3 16,2 0-1-16,2-1 2 15,3 1-1-15,0 1 0 16,3 0 1-16,2-2 0 16,5-1 1-16,3 2 1 0,2-2 2 15,5 1-1-15,3-1 1 16,-1 0-1-16,3-1 0 16,0 1 0-16,0-1-2 15,-1 0 0-15,-2-1 1 16,2 1-2-16,-5-1 0 15,0 1 1-15,-4 3-1 0,-1-3 0 16,-6 3-1-16,-3 1 1 16,-4 0 0-16,-3 0-1 15,-4 2 1-15,-4 0-1 16,-2 0-1-16,-1 0-14 16,-3 4-12-16,0 0 5 0,-3-1-1 15,-5 1-34-15</inkml:trace>
  <inkml:trace contextRef="#ctx0" brushRef="#br0" timeOffset="129124.78">18864 3607 10 0,'0'0'35'0,"0"0"-29"0,0 0 9 0,0 0-3 16,47 0-2-16,-24 0-1 0,3 0-2 16,4 0-2-16,5-3 0 15,1-1 0-15,2 0-1 16,2-1-2-16,1 1-1 16,-2 1 0-16,1-1 0 15,1 1-1-15,-3 0 1 16,1-2 0-16,-1 0 2 15,1 1 0-15,-4-2 0 0,0 2 0 16,-4 0 0-16,-1 1-2 16,-5 3 1-16,-4 0-5 15,-11 0-18-15,-5 0-14 0</inkml:trace>
  <inkml:trace contextRef="#ctx0" brushRef="#br0" timeOffset="129409.94">18979 3679 79 0,'0'0'3'0,"0"0"-1"16,54-5 0-16,-27-1 3 15,4 0 5-15,5 1 0 0,3-1-1 16,8 3-3-16,3 0-3 16,-2 2-2-16,5-2-9 15</inkml:trace>
  <inkml:trace contextRef="#ctx0" brushRef="#br0" timeOffset="131046.07">1959 9008 94 0,'0'-5'5'0,"0"-2"-1"0,4-1-3 0,4 1 1 16,3 0-2-16,3 0 1 16,-3 0-1-16,3 1 0 15,-3 2 0-15,3 3 0 16,-1-1-1-16,0 2 1 16,5 0 0-16,-3 0 0 0,6 0 0 15,3-2 1-15,1 1-1 16,2-1 0-16,-1-1 0 15,3 0 0-15,0-1 0 16,0-1-1-16,1 0 1 16,3 0 1-16,0 1 0 0,6-1 1 15,1 0 0-15,2 2-1 16,3 0 0-16,2 1-1 16,2 0 1-16,1 1-1 15,1-1 0-15,3 2 1 16,2 0 0-16,0 0-2 0,-1 0 1 15,3 0 1-15,0 0-1 16,-1 0 0-16,3 0 3 16,-2 0 2-16,2 0 0 15,-1 0 1-15,1 0-2 16,1-1-2-16,1 0 1 0,-2 1-2 16,3 0 0-16,-3 0-1 15,0 0 2-15,0 0-2 16,0 0 1-16,-1 0-1 15,1 0 0-15,-2-1 1 16,0 1 0-16,-3-1 1 0,0 0 1 16,-4 1-1-16,-1 0 1 15,-6 0 1-15,-1-2 2 16,-7 1-3-16,-3-2-1 16,-8 3-8-16,-8-3-18 15,-3 3-1-15,-10 0-19 0</inkml:trace>
  <inkml:trace contextRef="#ctx0" brushRef="#br0" timeOffset="131515.76">3049 8994 53 0,'0'0'33'0,"0"0"-25"0,0 0 4 0,0 0-4 16,0 0-2-16,50-31-3 15,-31 28 0-15,5 0-1 16,4 3 0-16,5 0 0 15,5 0-1-15,5 0-1 0,1 0 0 16,6 0 1-16,4 0-1 16,5-1 1-16,5-2 2 15,7-3-1-15,7-1 2 16,9-6-3-16,2-7-35 16</inkml:trace>
  <inkml:trace contextRef="#ctx0" brushRef="#br0" timeOffset="133193.95">18953 5635 6 0,'0'0'28'0,"0"0"-23"0,0 0 8 0,0 0-4 16,0 0 0-16,0 0 8 15,0 0-5-15,0 0-5 16,0 0-4-16,0 0-3 16,0 0-10-16,0 0 1 15,-24-14 6-15,20 14 2 0,2 0-2 16,2 0 10-16,-1 0 9 15,1 0 2-15,0 0-9 16,0 0-9-16,0 0 1 16,0 0 0-16,5 0-1 15,1 0-5-15,-2 0 2 0,1 0 3 16,0 0-1-16,-1 0 1 16,3 0 1-16,-2 0 1 15,5 0-1-15,-1 0-1 16,4 0 2-16,3 0-1 0,2-3 0 15,2 0 0-15,1-1 0 16,3-2 0-16,1 1 1 16,0 0-1-16,2 1 0 15,-2 1 0-15,2-3 1 16,-1 2-2-16,0 0 1 16,1 1-1-16,0-1 1 0,0-2-1 15,-4 2 1-15,3 0-1 16,1-2 0-16,1 0 1 15,1-1 0-15,5 2 0 16,0-1-1-16,4-1 1 16,4 0-1-16,-1-2 0 15,4 1 1-15,-2-2 4 0,2 3 4 16,-2-1 1-16,-2 0 0 16,0 1-5-16,0 0 0 15,-3 1-3-15,0-1-1 16,-2 1 0-16,0 1 0 15,-2-1 0-15,-1 0 0 0,0-1-1 16,-3 0 0-16,1 3 1 16,-3-2-1-16,-5 2 0 15,1 1 0-15,-5 0 1 16,-3 2-2-16,-1-1 2 0,-2 2-1 16,-1 0 0-1,-2 0 0-15,1 0 0 0,-5 0-13 16,-2 0-30-16,-4 2-10 15</inkml:trace>
  <inkml:trace contextRef="#ctx0" brushRef="#br0" timeOffset="133873.68">18981 5635 59 0,'0'0'10'0,"0"0"-8"0,0 0-1 0,0 0 0 0,0 0-1 16,-37 3 0-16,37-2 1 16,0-1-3-16,0 0-7 15,0 2 12-15,4-2-3 16,6 1 1-16,3-1 2 0,3 0 2 16,8 0-1-16,5-3 1 15,2-4-4-15,10 0 1 16,0-1 1-16,8-4 4 15,0-1 6-15,4 1 1 0,1-1 6 16,-1-1 3-16,1-1-10 16,2 3-4-16,0-1-2 15,4-1-4-15,0 1-1 16,1 2-1-16,-2-1 0 16,-1 1-1-16,-1 1 1 15,-1 0 0-15,-6 3 2 0,-4 2 0 16,-1 0-1-16,-7 1-1 15,-4 0-1-15,-2 1 1 16,-2 1 0-16,-1 2 0 16,-2-2-2-16,-5 2-16 15,-6-1-36-15,-4 0-7 0</inkml:trace>
  <inkml:trace contextRef="#ctx0" brushRef="#br0" timeOffset="136116.45">18700 5755 99 0,'0'0'58'0,"0"0"-54"0,0 0-6 0,0 0 1 15,0 0-3-15,0 0-8 16,0 0 7-16,0 0 2 15,0 0 2-15,0 0 3 16,0 0 7-16,0 0 5 16,-29-2 1-16,27-2-6 0,-2-2-6 15,0-1-2-15,1 0-1 16,-4-2 1-16,2-1 3 16,-1-2 5-16,1-4 2 15,0 4-1-15,2-6-3 0,-1 0 0 16,2-1-4-16,0-1-2 15,2 0 0-15,0-1-1 16,0 1 0-16,0 2 0 16,0-3 1-16,0 2-1 15,0 1 0-15,0-1 1 0,0 1-1 16,2-1 0-16,0 1 1 16,-1 1-1-16,2-2 0 15,-1 2 0-15,1 1 0 16,-1 0 0-16,1 1-1 15,2 1 1-15,-1 1 0 16,-1-1 0-16,0 0 0 16,1 2 0-16,-2-1 1 0,1 1-2 15,-1-1 2-15,2 0-1 16,1 1 0-16,0 0 0 16,1 1 0-16,-3 1-1 15,3-2 0-15,0 3 2 0,-1 0-1 16,4 2 0-16,-3 0 0 15,1 0 0-15,0 0 0 16,3-2-2-16,2 2 1 16,-1 0 0-16,3-1 1 15,1-1-1-15,1 0 1 0,1 1 0 16,2 1 0-16,0-2 0 16,-2 1 0-16,3 1 1 15,-2-2-1-15,6 2 0 16,-3-3-1-16,5 2 1 15,2-1 0-15,2-3 0 16,2 1-1-16,2-1 2 0,1 0-1 16,1-2-1-16,1 3 3 15,2-1-2-15,-1 3 0 16,-5-2 0-16,1 3 0 16,-3-1 0-16,-2 1 0 0,0 1 0 15,-2-2 1-15,1 2-1 16,1-3 0-16,2 3 0 15,2-1 0-15,-1 0 0 16,2-1 0-16,1 1 0 16,2-1 0-16,-5 1 0 0,3 1 0 15,-4-1-1-15,1-2 2 16,4 1-1-16,-4 1 0 16,5-1 1-16,-1-1 0 15,2 0 0-15,-1 2 0 16,0-1 0-16,-3 1-2 15,-2 1 2-15,0 2-2 0,-5 0 2 16,-2 2-1-16,2-3-1 16,-1 4 2-16,-1 0-2 15,1 0 1-15,-1 1 0 16,2 1 0-16,-6 0 0 16,2 0-1-16,-3 0 2 0,-2 0-2 15,-2 0 1-15,-2 0 0 16,-1 2-1-16,-2 2 0 15,-3 0 1-15,3 2-1 16,-1 0 1-16,-2-1 0 16,1 2-1-16,1 0 0 0,-2 0 0 15,0 0 0-15,3 2 0 16,-4-2-1-16,3 2 2 16,2-1 0-16,-3 2 0 15,0 0 0-15,2 0 0 16,-2 0-1-16,-1 0 1 0,1 0-2 15,-2 1 0-15,0 2 1 16,-1 1 0-16,-1 0 0 16,0 2 0-16,2 1 1 15,-3 1 0-15,-1 1 0 16,-1-1-1-16,0 2 1 16,-2 0 1-16,0 0-1 0,0 0-1 15,0 1 1-15,0-1 0 16,0 3 1-16,0-3-1 15,0 0 0-15,0 1 1 16,1-3 0-16,4 1-1 0,-3 1 0 16,0-2 0-16,1-2 1 15,1 1-2-15,1 0 2 16,-5-3-1-16,1-1 1 16,0 1-2-16,-1-2 2 15,0 0-1-15,0 0 0 16,-2 0 1-16,-9-1-3 0,-1 0 3 15,-2 0 0-15,-3-1-1 16,-3 1 1-16,-2-1-1 16,-4 2 0-16,-1-4 0 15,-1 2 2-15,-2-3-2 16,0 3 0-16,-3-3 0 0,-1 1 0 16,-1-1 0-16,-2-2 0 15,0 3 0-15,0-2 0 16,2 3 0-16,-3-1 0 15,-1 0 0-15,1 1 0 0,-2 0-5 16,-1 1 2-16,-4-1 2 16,1-1 1-16,-4 2-1 15,2-1 1-15,-2 0-2 16,-1 0 2-16,4-2 0 16,-4 1 3-16,4-2-2 15,0 1 0-15,0-1-1 0,2 0 0 16,3 1 1-16,3-1 0 15,-2 0-1-15,1 2 0 16,-1-2 0-16,1 2 1 16,2-1-1-16,-1 0 0 15,3 0 0-15,2-1 0 0,2 1 1 16,3-2-2-16,0 0 2 16,1-1-2-16,2 3 1 15,-1 0 0-15,1-1 1 16,-1 1-2-16,0 0 1 15,1 3 0-15,-5-1 0 0,5 1-1 16,0-2-9-16,3-1 9 16,-1 0 1-16,7-4 0 15,1 0 0-15,3-2 1 16,0-1-1-16,1 0 3 16,2 0 4-16,-1 0-1 15,2 0 9-15,-2-4 5 0,4 1-3 16,-2-1-4-16,2 1-4 15,2-1-5-15,-3 4-3 16,3-1-1-16,1 1 0 16,1 0-8-16,1 0-47 0,0-2-47 15</inkml:trace>
  <inkml:trace contextRef="#ctx0" brushRef="#br0" timeOffset="137155.17">21191 4277 95 0,'0'0'4'0,"-2"-4"5"0,2-1 0 0,-1 1-1 0,1 0-1 16,-2 0 2-16,2 1 5 16,-3 2 1-16,3-2 1 15,-1 0-3-15,1 3 1 16,0 0-5-16,0-1-7 16,0 1-1-16,0 0-2 0,0 0-6 15,4 0 6-15,1 4-1 16,6 6 1-16,2 0 0 15,-2 5 0-15,5-3 1 16,-1 5 0-16,0-3-1 16,2 2 0-16,3-1 1 15,-2 1-1-15,0 2-1 0,4 0 2 16,-3 0-1-16,0 0 0 16,-3 0 1-16,-1 0-2 15,-1 0 0-15,-5-1 0 16,0-2-1-16,-1 0 1 15,0-2 2-15,-2 1-1 0,1-1 1 16,-1 0 1-16,1-5 1 16,-2 1 1-16,0-2-2 15,-1-2 2-15,-1-2-1 16,0 0-1-16,-3 0-26 16,0-2-32-16,0-1-58 0</inkml:trace>
  <inkml:trace contextRef="#ctx0" brushRef="#br0" timeOffset="137626.01">21271 4718 86 0,'0'0'8'0,"0"0"1"0,0 0 1 0,0 0 2 16,0 0 4-16,0 0 2 15,0 0-3-15,0 0-4 16,40-16-6-16,-33 16-3 15,3 0-2-15,0 0 0 16,1 0-1-16,3 4 1 0,-1 3-1 16,3 0 1-16,-3-1 0 15,1 0 0-15,1-2 0 16,-1 0 0-16,-1-1 1 16,2-3 0-16,-1 0 0 15,-1 0 2-15,-1 0-3 0,-1-1 2 16,1-9 2-16,0 3 13 15,-3-4 6-15,0-1-1 16,0-4-7-16,0 2-6 16,-3-2-5-16,4-2-4 15,-2 1-10-15,0-6-58 16</inkml:trace>
  <inkml:trace contextRef="#ctx0" brushRef="#br0" timeOffset="140764.03">21924 4832 97 0,'0'0'4'0,"0"0"-5"0,0 0 1 0,0 0 1 0,0 0-1 16,0 0 1-16,0 0 1 15,0 0 23-15,0 0 5 16,0 0-1-16,0 0-12 16,0 0-4-16,16-5-3 0,-16 2 0 15,-3 2-6-15,3-1-2 16,0 1-1-16,0-1 1 15,0 1-1-15,-1 1 0 16,1-1 0-16,0-1-1 16,-1 2 1-16,1-3 0 0,-1 2-1 15,0-2 1-15,-1 0-1 16,-1 1 0-16,-1-1 0 16,-1 1-3-16,-1-2 0 15,-1 1 3-15,-1 0 1 16,1 0-1-16,-2 0 0 0,3 2-1 15,-1 0-1-15,2-1 2 16,2 2 0-16,-2 0 2 16,0-1-1-16,2 0-2 15,-6-1-1-15,4 2 2 16,-4 0-1-16,3-1 2 0,-5-1 1 16,2 2-2-16,2 0 2 15,-2 0-1-15,1 0-1 16,-1 0-1-16,2 0 3 15,-1-2-2-15,-2 1 1 16,1 1 2-16,-3-1 0 16,1 1 0-16,-6 0-3 0,2 0 1 15,-2 0-1-15,1 0 0 16,-2 0 0-16,0 2 2 16,1 2-2-16,1-1 0 15,0 2 0-15,1-1 0 0,-1 2 0 16,3 0 0-16,1-2 0 15,0 3 0-15,1 0 0 16,-1-1 0-16,1 1 0 16,2 1 0-16,-1 0 0 15,2 1 0-15,-1-1 0 16,0 0 0-16,2 1 0 0,-1-1 0 16,1 2 0-16,-2 0 0 15,1 1 0-15,2-2 0 16,-4 3 0-16,0-1 0 15,3 0 0-15,-1-2 0 0,1 2 0 16,-2-2 0 0,2 0 0-16,1 0 0 0,1 1-2 15,-4-1 2-15,4 0-1 16,-1 0 2-16,0 1-1 16,0-2 0-16,0 2 0 15,1-2 0-15,1 0 0 0,1-2-1 16,1 1 1-16,0-3-2 15,2 1 1-15,0 0 0 16,-2 1 1-16,2-1 0 16,0 1 1-16,0 0-1 15,0-1 0-15,0 2 1 0,0-1-2 16,0 1 1-16,0-1 1 16,0 0-1-16,0-1 0 15,2 2 0-15,1-1-1 16,1 1 0-16,2-1 0 15,0 2 3-15,2-1-1 0,-3-2 2 16,1 0-3-16,-1 1 0 16,1-2 2-16,0 1-2 15,0 0 0-15,0-2 0 16,-1 3 0-16,1-2 0 16,1 3 0-16,-1-3 0 0,2 1 0 15,0 0 0-15,1 0 0 16,-1 0 1-16,-1 1-1 15,2-2 0-15,1 3 0 16,-3-2 0-16,2 0 1 16,2-1-1-16,0 0 0 15,0 1 1-15,3-4 0 0,0 1 1 16,3 1-1-16,-2-2 0 16,3-1 2-16,-2 0-3 15,4 0 2-15,-3 0-1 16,-1 0-1-16,1 0 1 0,-1 0-1 15,1 0 1-15,-2 0-1 16,1-1 0-16,-1-2 1 16,1 1 0-16,1-1 0 15,2 2 0-15,0-2 0 16,-3-1-1-16,3 1 0 16,-1 2 1-16,-2-2-1 0,-1 0 0 15,1 0 2-15,-3-1-2 16,1 0 1-16,-1-2 0 15,-1 0 1-15,-1-1-1 16,2-2 1-16,-1 0 1 16,2-4 1-16,0 2-1 0,-1-2-2 15,0 1 0-15,-1-1 0 16,-3 1 0-16,3-1 0 16,-4 4 4-16,-3-4-2 15,3 3-1-15,-3-2 3 16,0 2 1-16,-1-1-3 15,-1 1 0-15,1 0 0 0,-2-2-1 16,2 1 0-16,-2-3-1 16,1 1 0-16,-1-1-1 15,0 0 1-15,3-2-1 16,-5 2 0-16,2 1 2 0,-1 2-2 16,-1 1 0-16,0 0 0 15,0 0-1-15,0 0 1 16,0 2-2-16,-3-1 2 15,-4 2 1-15,2 0-1 16,-1 1 1-16,1-1 0 0,1 0 0 16,-4 0-1-16,2 3 0 15,-2-1-1-15,1-2 1 16,-2 2-1-16,1-1 1 16,0 0-1-16,0 2 3 15,0-2-1-15,-1 2-1 16,1 0 0-16,1-2 0 0,-1 3 0 15,2-1-1-15,-1 1 1 16,2 2 1-16,0-2-1 16,-1 3 0-16,0 0 0 15,-3 0-5-15,-1 1-33 16,0 3-19-16,2-2-58 0</inkml:trace>
  <inkml:trace contextRef="#ctx0" brushRef="#br0" timeOffset="141603.75">22257 4841 92 0,'4'0'14'0,"-3"0"-14"0,1 0 0 0,0 0 1 15,0 0-1-15,2 2-3 16,-4-1 3-16,0-1-2 16,2 3 1-16,-2-2 2 15,1 1 0-15,0 0 2 16,2 1-2-16,0 0 0 0,0 2 1 15,1 0-1-15,0 1 0 16,-1 0-1-16,2-1 1 16,-3 1-1-16,-1-3 0 15,1 1 0-15,3-3 0 16,-1 2 1-16,-2-3 6 16,1 0 1-16,1 0 7 0,2 0-6 15,0 0-1-15,2 0-2 16,-1-5-1-16,2-4-3 15,2 0 6-15,-3-2-1 16,4 0 6-16,4-3 1 16,1-2-6-16,2-1-3 0,3 0-3 15,2 0-1-15,3 0 1 16,0 0-1-16,0 0 0 16,-2 1 0-16,-1 3 0 15,-4-1-1-15,-2 6 1 0,-5 0-1 16,-2 3 0-16,-4 2 0 15,-4 2-1-15,-3 1-8 16,0 0-57-16,-5 0 13 16,-7 5-20-16</inkml:trace>
  <inkml:trace contextRef="#ctx0" brushRef="#br0" timeOffset="142265.9">22284 4892 42 0,'0'0'0'0,"0"0"5"0,0 0-2 0,0 0-1 0,0 0 2 15,0 0-3-15,0 0 4 16,0 0 4-16,0 0-4 15,0 0 4-15,0 0 10 16,-14 33-4-16,16-33-5 0,1 0 9 16,3 0 4-16,1 0-15 15,-1 0-2-15,3 0-3 16,0-3-1-16,0-1 0 16,1-2 1-16,3-1 3 15,0 0-2-15,1-2 1 0,0-1 0 16,4-2 1-16,3-2-3 15,0-2-2-15,4 0 1 16,4-1-2-16,0 0 0 16,-1 0 1-16,0-1 2 15,0 2 5-15,-3 1 5 0,-1 2 2 16,-5 1 1-16,-2 1-6 16,-1 3 0-16,-7 0-1 15,0 3 0-15,-1 0-6 16,-2 1-1-16,-2 1 2 15,-1 1-3-15,0 0 0 0,-1 2-1 16,-2 0 0-16,0 0-1 16,0 0-4-16,0 0 2 15,0 0-2-15,0 1-2 16,-2 4-10-16,-3-5-50 16</inkml:trace>
  <inkml:trace contextRef="#ctx0" brushRef="#br0" timeOffset="145156.04">13459 7464 34 0,'0'0'40'0,"0"0"-22"0,0 0 1 0,0 0 0 16,0 0-7-16,0 0 7 16,0 0-7-16,0 0-3 15,0 0 0-15,0 0 0 16,0 0-5-16,0 0 0 0,-31-4-4 16,31 4-5-16,0 0 5 15,0 0 0-15,4 0-1 16,4 3 2-16,1-2-4 15,2 2-1-15,4-3 6 16,3 0-1-16,2 0-1 16,3 0 1-16,4 0 0 0,4 0-1 15,-2-1 0-15,7-5 1 16,-1 2 0-16,3-3 0 16,2-1 1-16,3 0 1 15,2 2-1-15,2-1 0 0,0 2-1 16,4 1 0-16,3 1 0 15,-4 1-1-15,1-1 1 16,2 2-1-16,-2-3 0 16,3 1 0-16,2-3 0 15,2-1 0-15,2 0 0 0,5-1-1 16,4-1 3-16,0 0-1 16,1 0 1-16,0 0-1 15,1-1 0-15,-1 2-1 16,0-2 1-16,-3 1-1 15,-2 1 0-15,-2 2 0 16,-5 0 0-16,-6 2 1 0,-6 1-2 16,-8 0 2-16,-7 0-2 15,-6 1 1-15,-4 0 0 16,-6 2 0-16,-1 0 0 16,-6 0-8-16,-7-3-55 0</inkml:trace>
  <inkml:trace contextRef="#ctx0" brushRef="#br0" timeOffset="146260.26">16773 7071 28 0,'-1'0'9'0,"1"0"4"0,-2 0 8 0,0 0-10 15,0 0 1-15,-1 0 5 0,1 0 1 16,1 0-1-16,0 0 2 16,1 0 3-16,0 0-7 15,0 0-9-15,0 0-9 16,3-1 4-16,7-1-2 16,1 1 0-16,3-1 5 15,3-2-4-15,-1 2 1 0,4-1-1 16,-1-2 1-16,7 1-1 15,-1 0 2-15,3-3-2 16,4 2-2-16,4 1 5 16,-3-2-3-16,3 2 0 15,-1 0 1-15,1-2-2 0,-4 2 2 16,3-2-1-16,-2 2-1 16,2 0-1-16,1-1 2 15,2 1 2-15,-1-1-1 16,-2 2-1-16,1-2 1 15,-6 2-1-15,-1-1 1 16,-4 1-1-16,-1-1 0 0,-3 2 1 16,-2 1-1-16,0 0-3 15,-4-1-22-15,0 1-37 16,-4 1-16-16</inkml:trace>
  <inkml:trace contextRef="#ctx0" brushRef="#br0" timeOffset="146801.5">16975 7065 60 0,'0'0'2'0,"58"-5"18"0,-25-2-1 0,3-1-4 0,3-2 3 15,-1-1-3-15,2 0 2 16,1-1 6-16,1 1-7 16,2 1-6-16,1 0-8 15,-3 3-1-15,-4 1 0 16,-6 2-1-16,-5 1 0 0,-7 0-4 16,-8 3-6-16,-3 0-13 15,-7 0-18-15,-2 2-6 16</inkml:trace>
  <inkml:trace contextRef="#ctx0" brushRef="#br0" timeOffset="149762.7">19461 5729 78 0,'0'0'5'0,"0"0"-4"0,0 0-4 16,0 0 4-16,0 0 0 16,0 0 1-16,0 0 3 0,0 0 5 15,0 0 4-15,-2-37 0 16,3 31-3-16,2 2-4 16,1 1-2-16,1 2-2 15,4-2-3-15,-2 3 1 16,1-1-1-16,-1 1 0 0,1-1-2 15,-1 1 2-15,-2 0-1 16,0 0 1-16,1-1 0 16,-1 1 5-16,1 0-3 15,1 0-1-15,-1 0-1 16,1 0 0-16,-1 1 0 16,2 4-1-16,-3-1-1 0,1 3 0 15,-1 3-1-15,4-3 1 16,-5 3 0-16,2 0 0 15,0 0 0-15,-1 1 0 16,3-1 4-16,-4 3 0 16,0-2-2-16,1-1 1 0,-3 2 0 15,0-4-1-15,-2 4 1 16,0-1 0-16,0 0 0 16,0 2-1-16,0 0 2 15,0 4-2-15,0-2 1 16,0 4 2-16,1 0-2 0,-1 0 0 15,0 1-1-15,0 0 1 16,0 0-1-16,0-4 1 16,0 1-1-16,-3 0 1 15,-1-2 0-15,-3-1 1 16,1 2-1-16,-2-2 0 0,2 2 0 16,-4-2 2-16,-2 2-2 15,1-1-1-15,0 1 1 16,-1 0 0-16,-1 1-1 15,-1-2 1-15,1 2 1 16,-3 0-1-16,1-2 0 0,4 2-1 16,-5-2 1-16,1 2-1 15,0 2 2-15,-1-1-2 16,-1 2 0-16,-4-2 1 16,2 1 0-16,-2 3 0 15,0 0 1-15,1 1 0 0,0-3 0 16,1-1-2-16,2-3 1 15,-1 0-1-15,2-5 0 16,0 1-1-16,-3-1 2 16,0 0-1-16,-1 1 1 15,-1 0-1-15,-1 0 2 16,0 1-2-16,0 1 1 0,0 0-1 16,-3 0 0-16,1 0 0 15,-1 2 0-15,3-2 0 16,-2 0 2-16,0 1-2 15,3-2 0-15,-2-1 0 16,0-2 0-16,3 3 0 0,3-2 0 16,-3-2 1-16,3-2 0 15,0 3 1-15,0 0 1 16,1-3 1-16,0 1-2 16,0 1-1-16,0-1 1 0,1-2-1 15,-3 3 0-15,3-3 0 16,-3 0 3-16,3 0-1 15,-2 1-1-15,0 1-1 16,0 1-1-16,0 0 0 16,-1 2 1-16,0-1-1 15,2 1 0-15,-1 1 1 0,3-2-1 16,0-2-1-16,0 1 1 16,2-1 0-16,-1-1 0 15,0 2 3-15,-3-2 3 16,2 3-1-16,-4 1-3 15,-5 2-1-15,-2 3 1 0,-2 2-1 16,-4 0-1-16,-1 1 1 16,1-2 0-16,0 0-1 15,2-1 0-15,1-5 0 16,1 2 0-16,0-2 3 16,-2-1 5-16,-2-1-2 0,-3 0-2 15,-1 0-1-15,-2 0-2 16,-3-1 0-16,1 1 0 15,1 1 0-15,0-2-1 16,-1 1 0-16,1-2 0 16,-1 0 1-16,-1-1-1 15,-2-2 2-15,0 2 2 0,-2-1 2 16,1 1-3-16,-1 1-2 16,1 1 1-16,0-2-1 15,0 3-1-15,1-2 1 16,1 4-1-16,-2-4 0 0,3 0 2 15,0-1-2-15,4-1 1 16,-2-1-1-16,2-4 0 16,2 4 0-16,-3-4 0 15,3 1 1-15,-2-1 0 16,3 2-1-16,-2-2 1 0,2 1 0 16,0-1-1-16,0 2 1 15,3-1 1-15,-1 3 0 16,-3-1 0-16,3 0 1 15,-5 1-2-15,1-1 1 16,-2 3-1-16,-2-2 0 0,3 0-1 16,0 3 1-16,-1-2-1 15,1 0 0-15,-1 2 0 16,2-2 0-16,-1 0 1 16,1 1-1-16,3-2 0 15,-1 2 0-15,1 0 0 16,2 0 0-16,2 1 0 0,-1 2 0 15,0-3 0-15,0 1-2 16,0 0 0-16,-3-1 0 16,2 1 2-16,0-1 1 15,-1-2-2-15,-2 3 1 0,2-2 0 16,1 1 1-16,-1 1-2 16,0-1 1-16,2 0 1 15,0 1-2-15,0 0 1 16,1-1 0-16,-1 0 0 15,1-1 1-15,-1 2-1 0,-2-2 0 16,1 2-1-16,0 1 2 16,2 1-1-16,-1-1 0 15,2 1-1-15,0-1 2 16,0 0-2-16,2 1 2 16,1-2-1-16,0-1 0 0,-1 1 0 15,-1 2 0-15,-1-1 0 16,2 2 0-16,3-3 0 15,-1 2 0-15,-1 1 0 16,4-2-1-16,-2 2 2 16,1-1-2-16,-2-1 1 15,0 1 0-15,0-1 1 0,-2 2-2 16,1 0 1-16,0 0 0 16,1-1 0-16,0 2 0 15,3-2 0-15,2 0 0 16,1-1 0-16,1 0 0 15,0 2 0-15,1 2 0 0,-3 0-1 16,2-1 1-16,0 1 0 16,1 1 0-16,1-2 0 15,1 0 0-15,1-1 0 16,2 3 1-16,1 0-1 16,-3 0 0-16,1-1-1 0,1 3 2 15,-2-1-1-15,3-1 0 16,0 1-1-16,-4 0 1 15,2 1 0-15,0 0 0 16,-1 2 0-16,1-3 0 16,0 0 0-16,4 3 0 0,0-4 0 15,3 2 0-15,-1-1-1 16,3-1-1-16,0-1 2 16,-1 1 0-16,3-2 0 15,-2 1-1-15,0 1 2 16,0-2-2-16,2 2 0 0,0-2 1 15,0 0-1-15,0-2 0 16,4-2 0-16,1 3 1 16,2-4 0-16,-1-1 3 15,-2-1-2-15,1 0 0 16,0 0 1-16,0-3-2 16,1 2 0-16,0-2 0 0,1 1 1 15,0-1 1-15,2 1-1 16,-2 0-1-16,0 0 1 15,-1-1-1-15,1 4 0 16,-3-1-1-16,1 0-2 16,-1 2-4-16,-2 2-5 0,-1 2-31 15,-1 3 23-15,0-2-46 16,0 1 1-16</inkml:trace>
  <inkml:trace contextRef="#ctx0" brushRef="#br0" timeOffset="150182.6">14128 8633 36 0,'0'0'-36'0</inkml:trace>
  <inkml:trace contextRef="#ctx0" brushRef="#br0" timeOffset="150736.84">14057 8589 61 0,'0'0'15'0,"0"0"-7"16,0 0 5-16,0 0 3 15,0 0-2-15,0 0-3 16,0 0 0-16,0 0 0 15,-7-10 3-15,6 10 1 0,1-1-6 16,0 0-6-16,0 1 1 16,0 0-3-16,0 0-1 15,0 0-4-15,0 0 0 16,0 0 2-16,0 0 2 0,1 0-1 16,6 0 1-16,0 0-2 15,3 0 2-15,1 0-3 16,3 2 3-16,-1 0 0 15,1-2-1-15,-1 1 0 16,-1-1 1-16,-1 0 0 16,2 0 0-16,1 0 0 0,-2 2 0 15,2-1 0-15,-1-1 2 16,1 0-2-16,-1 0-2 16,1 0 3-16,-1 0-1 15,0 0 0-15,-3 0 0 16,0-6 1-16,1-4 5 0,1-5 8 15,3-4 7-15,8-6-5 16,6-14-7-16,9-12-7 16,2-15-21-16,5-13-220 15</inkml:trace>
  <inkml:trace contextRef="#ctx0" brushRef="#br0" timeOffset="152676.94">6279 9058 50 0,'0'0'8'0,"0"0"10"0,0 0-7 0,41 0-3 0,-28 0-4 15,-1 0-2-15,0 0-1 16,-1 0-1-16,0 0 1 16,5 0 0-16,-1 2 1 15,3 1 0-15,-1 1-1 0,6 0 0 16,4-1 1-16,2-2 0 15,3-1 3-15,6 0-1 16,3 0 3-16,3 0-2 16,3 0-3-16,1-1-2 15,4-4 1-15,-1 1 0 0,5-1 1 16,2-3 5-16,-2 1 3 16,1 0 3-16,-1-1 0 15,-4 0-4-15,0 3-3 16,0-1-4-16,-6 3 0 15,-3 2-1-15,-2-1 1 0,-4-2 0 16,-6 4-1-16,-3-1 0 16,-4 1 0-16,-3 0 1 15,-2 0-1-15,-3 0-1 16,-3 0 1-16,-4 0 0 16,-2 1-6-16,-5 3-17 0,-2 2-19 15,-2 1 0-15,-14-3-66 16</inkml:trace>
  <inkml:trace contextRef="#ctx0" brushRef="#br0" timeOffset="153112.65">6451 9122 85 0,'0'0'-25'0,"0"0"28"0,0 0 0 0,0 0 0 0,0 0 1 15,0 0 8-15,0 0 0 16,0 0-1-16,0 0 13 16,0 0-14-16,-36 0-12 0,36 0 1 15,5 0 0-15,3 3 1 16,3 0 0-16,5 1 0 16,4-3-2-16,9 3 1 15,4-2 1-15,8-1 0 16,4-1-1-16,9 0 2 0,6-1 6 15,4-5 8-15,8-1 0 16,4 3-4-16,4 1-8 16,3 0-2-16,2-2-61 15</inkml:trace>
  <inkml:trace contextRef="#ctx0" brushRef="#br0" timeOffset="154351.9">14122 9194 114 0,'0'0'5'0,"0"0"17"0,0 0-6 0,0 0-3 16,0 0-5-16,0 0 3 16,0 0-2-16,0 0-5 15,0 0-1-15,0 0-5 0,0 0-1 16,-4-30 2-16,14 30 1 15,5 2 1-15,2 1 0 16,5-2-1-16,0-1 1 16,4 0-2-16,3 0 2 15,5 0 1-15,0 0 3 0,5-5 0 16,2 0 2-16,-1-3 3 16,1-1 3-16,-7 2-3 15,-1 0-3-15,-8 0-3 16,-6 3-2-16,-4 2 0 15,-3 2-2-15,-7 0-5 0,1 0-24 16,-4 3-31-16,-2 0-33 16</inkml:trace>
  <inkml:trace contextRef="#ctx0" brushRef="#br0" timeOffset="155423.82">15580 9149 57 0,'0'0'9'0,"0"0"7"0,0 0-13 16,0 0-1-16,0 0-1 15,0 0 1-15,0 0 7 16,0 0 11-16,0 0 5 0,0 0-14 16,0 0-1-16,0 0-3 15,5-9-6-15,-1 9-3 16,-1 0 2-16,6 0-1 15,-2 0 1-15,3 0 0 16,3 0 0-16,-1 0 0 0,4 0-2 16,-2 0 2-16,4 0 3 15,3 0-2-15,1-1 0 16,3-1-1-16,2-2 1 16,2 3-1-16,1-2 0 15,3 3 0-15,-2-1 0 0,3-1 0 16,-2 2 1-16,1 0-1 15,0 0 0-15,-1 0 0 16,-1-1 0-16,2-2 0 16,0 0 0-16,3 0 0 15,3 0 0-15,-3 0 0 0,4-1 0 16,0 1 0-16,1-1 1 16,0 0-1-16,0 1 1 15,1-3-2-15,-2 2 2 16,0 0-1-16,1 1-1 15,-1-1 1-15,-2 0 2 0,-1 2 5 16,2-1-2-16,-3-1-2 16,-3 3-1-16,1-1 1 15,-1-1-3-15,-1 1 0 16,1-1 1-16,-2 0-1 16,-1 1 4-16,-2-2 6 0,-1 1 0 15,-2 0-2-15,0-1-4 16,-3 1-1-16,0-1-1 15,-1 1 0-15,0 2-1 16,-2-2-1-16,1 2 1 16,-5-1-1-16,1-1 1 0,-3 3-1 15,-2 0 2-15,-3 0-2 16,0 0-2-16,-5 0-5 16,-1 0-16-16,-2 0-24 15,0 0-2-15,-4 0-41 16</inkml:trace>
  <inkml:trace contextRef="#ctx0" brushRef="#br0" timeOffset="155708.01">16884 9068 182 0,'0'0'-6'0,"0"0"25"0,0 0-12 0,0 0-8 15,0 0 0-15,0 0 1 0,0 0 0 16,40 0 1-16,-16 0-2 15,0 0-42-15,4 0-39 16</inkml:trace>
  <inkml:trace contextRef="#ctx0" brushRef="#br0" timeOffset="156903.76">8914 8950 108 0,'0'0'4'0,"0"0"11"0,0 0 4 0,0 0-11 0,0 0-8 16,0 0 0-16,0 0 0 16,0 0-1-16,0 0 0 15,0 0 0-15,0 0 1 16,0 0 0-16,0 0 0 16,9 6 0-16,2-5 1 0,3-1 1 15,3 0 4-15,3 0 5 16,5 0 1-16,6 0-3 15,3-1-2-15,8-5-2 16,3 0-1-16,3-1-1 0,4-3-2 16,0 2 0-16,1-1 0 15,-1-1-1-15,0 3 0 16,-2 2 1-16,0 0-1 16,-2 2 0-16,-4 2 0 15,0 1 1-15,-1 0-1 16,-4 0 0-16,-2 0 0 0,-2 0 0 15,2 0 0-15,-4 0-1 16,-2 0 3-16,-1 0 0 16,-2-3 2-16,-2-1-2 15,-3 1 1-15,-3 0 0 0,-6 2-5 16,-2-1-14-16,-6 2-26 16,-4-2-19-16</inkml:trace>
  <inkml:trace contextRef="#ctx0" brushRef="#br0" timeOffset="157308.1">9000 9057 165 0,'0'0'11'0,"0"0"15"0,0 0-14 0,0 0-9 16,0 0-3-16,0 0 0 16,0 0 0-16,0 0 0 15,0 0-1-15,54-7 1 16,-35 7 0-16,6 0 0 16,8 0 0-16,3 0 1 0,8 0-1 15,7 0-19-15,6 0-38 16,9-6-59-16</inkml:trace>
  <inkml:trace contextRef="#ctx0" brushRef="#br0" timeOffset="158325.41">19253 8897 64 0,'0'0'7'0,"0"0"12"0,0 0 4 0,0 0-1 0,0 0 9 16,0 0-2-16,0 0-11 16,0 0-9-16,0 0-8 15,0 0-3-15,0 0 4 16,0 0 2-16,0 0-3 16,53-1 2-16,-15-2-3 0,5-1 3 15,6-2-3-15,9-2 1 16,4 1 0-16,6-3 2 15,6 1-3-15,0-1 2 16,2-1-1-16,-3 2 0 16,-4-2 0-16,-5 3-1 0,-3 0 5 15,-7-2 3-15,-4 3 0 16,-6 3-3-16,-6 1-3 16,-5 2 0-16,-6 1-2 15,-9 0-2-15,-6 2-16 16,-6 4-11-16,-6 1-28 0,0-1 15 15,0-5-30-15</inkml:trace>
  <inkml:trace contextRef="#ctx0" brushRef="#br0" timeOffset="158824.15">21333 8701 173 0,'0'0'13'0,"0"0"-3"16,0 0-8-16,36-4-1 0,-18 0 1 15,2 0-1-15,0-2 2 16,4 2 4-16,4 1 5 16,2 1-5-16,1 0-3 15,3 2-3-15,-1 0 0 0,2 0-1 16,-5 3-5-16,-3 1-17 15,-6-3-51-15</inkml:trace>
  <inkml:trace contextRef="#ctx0" brushRef="#br0" timeOffset="160496.66">19526 9449 13 0,'1'-2'16'0,"0"-1"28"0,-1 2 2 0,1-2-19 0,-1 2-14 16,0-1-5-16,0-1 1 15,0 1 2-15,0-1 2 16,0 0 5-16,0 1 1 16,0 0-9-16,0 0-7 0,1 2-3 15,1 0-1-15,2 0 0 16,1 0 1-16,0 1-1 15,1 4-2-15,-3 2 2 16,3-1 0-16,-4-1 0 16,0 1 0-16,-1 0 0 0,0-2 1 15,2-1 1-15,-2 1 0 16,1-3 0-16,2 2 1 16,-2-2-1-16,2 1 2 15,1-2-2-15,2 0 0 16,5 0 1-16,1 0-1 0,3-8 1 15,2-2 0-15,6-6-1 16,3 0 2-16,1-1 0 16,1-5-1-16,2 0 1 15,1-2 0-15,0 0 1 16,3 1 0-16,-4 1-2 0,2 0 1 16,-3 5-3-16,-4 2 1 15,-4 2-1-15,-7 4 2 16,-4 2-2-16,-4 3 1 15,-3 4-1-15,-2 0 1 16,-2 0-3-16,0 0-5 0,0 7-10 16,0 4-10-16,-10 2-24 15,-3-1-12-15</inkml:trace>
  <inkml:trace contextRef="#ctx0" brushRef="#br0" timeOffset="161023.7">19563 9481 129 0,'0'0'7'0,"0"0"10"0,0 0-11 0,0 0-5 0,0 0-3 16,0 0 1-16,0 0-1 15,0 0 2-15,0 0 0 16,0 0 0-16,14 37 0 16,-11-27 2-16,3-3-2 0,-2 0 0 15,0 0 1-15,-1-2 3 16,4-3 7-16,-1-2 6 16,1 0 9-16,4 0 7 15,5-9-2-15,4-6-9 16,5-3-6-16,6-6-4 15,5-2-5-15,0-4 4 0,0 0 1 16,3 2-2-16,-6 1-3 16,1 0-4-16,-4 6-2 15,-1 4 0-15,-2 4-1 16,-3 2-10-16,-6 2-32 16,-7-2-85-16</inkml:trace>
  <inkml:trace contextRef="#ctx0" brushRef="#br0" timeOffset="164787.23">22362 7409 15 0,'0'0'79'0,"0"0"-67"0,0-3 2 0,-2 1-2 16,2 1 1-16,0 0-5 16,0-1-1-16,0 1-1 15,0 1-6-15,0 0 1 16,0 0 0-16,0 0-1 15,0 0-1-15,0 0 0 16,0 0 0-16,0 0-4 0,0 0 0 16,0 0 1-16,0 0 1 15,2 0 1-15,-1 4 1 16,1 1 1-16,1 0 0 16,0 0-1-16,-1 1-1 0,1-2 1 15,-1 1 0-15,0-2 1 16,0 1 1-16,0-1 3 15,-1 0-1-15,1 0 1 16,0-2-1-16,1 0 0 16,0 0 0-16,1 0 1 0,1-1 2 15,2 0 2-15,0 0 1 16,4-6-1-16,4-1-1 16,2-4 0-16,4 0-1 15,2-3 0-15,2-1 0 16,4-3 2-16,2-1 0 15,-1 0 0-15,-1 0-5 0,-4 0-2 16,-2 1 0-16,-5 2 0 16,-5 2 0-16,-6 6-1 15,0 2 0-15,-4 3 0 16,-3 3-11-16,0 3-37 0,-3 7 8 16,-10 3 1-16,0 2-7 15</inkml:trace>
  <inkml:trace contextRef="#ctx0" brushRef="#br0" timeOffset="165270.7">22335 7558 24 0,'0'0'7'0,"0"0"10"0,0 0-7 15,0 0-1-15,0 0-2 16,0 0 1-16,0 0 5 0,0 0-1 16,0 0-3-16,37-2 1 15,-30-6 2-15,2 0 0 16,2-1 4-16,3-2 5 16,-3-2-6-16,5-1-4 15,0-2 0-15,4 1 0 0,1-4-1 16,-1 2-1-16,1-1-2 15,-2-1-2-15,0 2 1 16,-3 2 2-16,-2 3-3 16,-1 2-2-16,-2 3-3 15,-2 4-3-15,-2 3-18 16,0 0-32-16,-6 0-30 0,-1 3-10 16</inkml:trace>
  <inkml:trace contextRef="#ctx0" brushRef="#br0" timeOffset="169141.15">23582 10369 96 0,'2'0'10'0,"0"0"-7"0,1 0-3 16,1 0 0-16,-1 0-5 0,-2 0 0 16,0 0 5-16,0 0 1 15,-1 0 15-15,0 0 16 16,0 0 4-16,1 0-10 16,0 0-12-16,1-1-7 15,1 1-7-15,1 0 0 0,0 0 0 16,0 0 0-16,0 0-3 15,-1 0 2-15,1 0-1 16,-2 2 0-16,-1 1-2 16,3 0 2-16,-2 1 1 15,0 2 1-15,1 0 0 0,3-1 1 16,-1 2-1-16,1 0 1 16,0 1-1-16,-1-3 0 15,2 2 0-15,-4 2 0 16,-1-2 0-16,2 0 0 15,0 0 0-15,1 0 0 16,-2-1 0-16,1 0 0 0,1-1 1 16,-1-1-1-16,0 0 2 15,-1-1-1-15,1-1 0 16,-1 0-1-16,0-1 1 16,0-1 0-16,0 0 0 0,1 0 2 15,2 0 2-15,3-5-3 16,0-3-1-16,2 0 0 15,3-4-1-15,0-2 0 16,3-3 1-16,1-1-1 16,4-4 0-16,1-2 0 0,3-3 0 15,6-3 1-15,2-4-2 16,2-1 1-16,3-1 0 16,1-1 0-16,-4 2 1 15,-1 2-2-15,-4 6 2 16,-8 1-1-16,-4 5 1 15,-6 4 3-15,-3 7 4 0,-6 0-2 16,-2 5-3-16,-2 2-1 16,0 3-4-16,-3 0-18 15,-10 6-32-15,-4 6 1 16,-8 4 14-16,-4 2-40 16</inkml:trace>
  <inkml:trace contextRef="#ctx0" brushRef="#br0" timeOffset="169966.63">23652 10419 112 0,'0'0'7'0,"0"0"18"0,0 0-1 0,0 0-9 0,0 0-12 16,0 0-2-16,0 0-1 15,0 0 1-15,0 0 0 16,0 0 9-16,0 0 7 0,0 0-2 15,0 0-9-15,8-33-6 16,-6 33-3-16,1 0 0 16,0 3 0-16,0 2 0 15,2 4 3-15,0-1 0 16,0 2 1-16,1-1-1 0,1 1 0 16,-1 0 0-16,-1 0 1 15,-1-3-1-15,1 0 0 16,-1-3 0-16,-1 2 0 15,0-3 0-15,0 0 0 16,-1-1 0-16,-2-2 1 0,2 0-1 16,2 0 3-16,1 0 0 15,3 0 0-15,4-7-1 16,0-2-1-16,5-2 0 16,1-4 0-16,3-4 0 15,3-1-1-15,-1-4 1 0,4-1-1 16,5-6 0-16,0-4 1 15,7-4-1-15,3-5-1 16,3 0 1-16,-1-2 0 16,3 2 0-16,-7 4 0 15,-2 3 4-15,-6 8 2 0,-5 3 1 16,-6 5-2-16,-3 5-1 16,-8 3 1-16,-3 5 1 15,-3 2 1-15,-2 2-4 16,-1 1-2-16,-1 3-4 15,0 0-4-15,0 7-9 0,0 3-11 16,0-1-47-16</inkml:trace>
  <inkml:trace contextRef="#ctx0" brushRef="#br0" timeOffset="172089.12">13046 17703 107 0,'0'0'5'0,"0"0"2"0,0 0-5 0,0 0 2 16,0 0 4-16,0 0-5 0,0 0-1 15,0 0 1-15,0 0-2 16,0 0 1-16,0 0-2 15,0 0 1-15,0 0-1 16,27 31 1-16,-23-25-1 16,3-2 0-16,-4 2 0 0,3-2 0 15,-2 3 1-15,0-2 0 16,0 2 0-16,2 0 0 16,-3-2-1-16,1 1 0 15,0-2 1-15,0 1-1 16,-1-3 0-16,2 0 0 15,-1-2-1-15,-1 0 1 0,2 0 4 16,0 0 9-16,1-6 2 16,2-1-7-16,3-3-3 15,-3-2-2-15,4-3 1 16,-1-2-2-16,2 0 0 16,1-3 0-16,1-1 1 0,1-3 4 15,2-2 3-15,4-4 2 16,3-4-1-16,4-3-1 15,1-1-4-15,5-3-3 16,1 0-2-16,2-2 0 16,4 0 1-16,-4 2 3 0,2 2-5 15,-4 3 2-15,0 5 1 16,-7 4-1-16,-5 6 1 16,-4 5 0-16,-6 5-2 15,-5 4 0-15,-4 5 0 16,-3 1-3-16,2 1 0 0,-4 0-9 15,0 1-16-15,0 1-21 16,-5-2-71-16</inkml:trace>
  <inkml:trace contextRef="#ctx0" brushRef="#br0" timeOffset="174491.59">15315 12087 91 0,'0'0'3'0,"0"0"-2"0,0 0 0 0,0 0-3 0,0 0-29 15</inkml:trace>
  <inkml:trace contextRef="#ctx0" brushRef="#br0" timeOffset="174648.3">15315 12087 91 0,'-56'-14'6'0,"45"13"14"16,-1-1-10-16,-1 2-9 0,2 0-1 15,0 0-1-15,-3 0-5 16,3 2-4-16,-3 2 2 16,1-1 8-16,0 1 0 15,-1 0 0-15,-3 2-7 16,1 0-7-16,-3-1-18 16,0 1-18-16</inkml:trace>
  <inkml:trace contextRef="#ctx0" brushRef="#br0" timeOffset="175901.04">14971 12139 13 0,'0'0'40'0,"-38"14"-10"15,17-6-12-15,0-2-6 16,0 4-2-16,-2-2 6 0,2 0-1 16,0 0-2-16,1 1 4 15,2 0-8-15,2 2-1 16,-1 0-5-16,-2 2-2 16,1 1 0-16,1 1-1 15,-1 0 0-15,-2 1 2 16,2 0 0-16,-1 0 4 0,3-1 4 15,0 2-1-15,2-1-3 16,1 4-3-16,1 0 0 16,1 1-2-16,0 2 0 15,3 0 1-15,-1 1-1 16,-1-2-2-16,1 1 2 0,0 1-2 16,1-1 0-16,-4 0 1 15,4 1 0-15,1-1 0 16,1-1 1-16,1 1-2 15,4 1 2-15,-1 0-2 0,2 2-7 16,0-2-6-16,0 3-8 16,0 0-1-16,0-3-1 15,3 2 16-15,3-3 6 16,1-1 2-16,0 0 0 16,2 0 1-16,2 0 0 15,0-1 0-15,2 0 0 0,-1 1-1 16,-1-1 0-16,3-4-1 15,-2-2 1-15,0 1 0 16,2-2 6-16,0-1 3 16,2 3-3-16,2-3-3 15,0 1-3-15,1-1 2 0,2 1 0 16,0-4 0-16,2 2-1 16,1-2-2-16,-2 1 3 15,3-2-2-15,1-2 4 16,0 2 4-16,3-1-1 15,-2 0-2-15,0-1-4 0,1 0 0 16,-1-2 1-16,-1 1-1 16,1-3-1-16,2 0 1 15,-2-2 4-15,2 1 1 16,1 0-2-16,1-2-2 16,0 2 1-16,0-1-3 15,-1-1 1-15,-1 0 0 0,0 0-1 16,-3 0 1-16,1 0 1 15,-1-3 14-15,1-4 3 16,1-1-4-16,1-1-5 16,4 0-2-16,0-1-4 0,1-1 0 15,0 0-2-15,-1 1 0 16,0-1-1-16,-4 0-3 16,-2 0-6-16,-4 1 3 15,1-1 2-15,-1 0 2 16,1-1 2-16,0 1-1 0,2 0 0 15,1-2 0-15,0 0 1 16,2 0-2-16,-3-1 2 16,1 0-2-16,-1 0 2 15,-1-2-2-15,0-1 1 16,-4-1 1-16,2-2 0 16,-1 1 1-16,0-1 2 0,-3-2-2 15,1-2-2-15,-2-1 0 16,-2 0-4-16,2-2-6 15,-5-2 1-15,2-2 3 16,-3 0 6-16,-1-1-1 16,1 0 3-16,-2-1 4 0,-1 1 2 15,-3 0 0-15,2 3-1 16,-4 0-3-16,-3 0-2 16,1 0 0-16,-2 0-2 15,0 1 0-15,0-4 0 0,-3 2-1 16,-4 0-1-16,-2 0 1 15,-2 0-1-15,-1 3 0 16,-2 3 4-16,0 0 1 16,-2 4-2-16,1 0 0 15,-1 3-2-15,-1 2 2 16,-1 2-1-16,1 1 0 0,0 2 0 16,-1 2 0-16,-1-2 1 15,0 3-1-15,-4-2-1 16,1-2 2-16,-2 1 2 15,-3-1 3-15,0-2-1 16,-2 0 2-16,-4 1-3 0,-1 1 3 16,-3 1-4-16,-3 3-2 15,-1 3-1-15,-4 4-1 16,-4 0-5-16,-1 5-24 16,-3 4-69-16</inkml:trace>
  <inkml:trace contextRef="#ctx0" brushRef="#br0" timeOffset="176533.09">17214 13589 120 0,'-10'0'-4'0,"0"0"-2"0,1 1-53 15</inkml:trace>
  <inkml:trace contextRef="#ctx0" brushRef="#br0" timeOffset="177642.9">17127 13579 159 0,'0'0'-1'15,"0"0"5"-15,0 0-1 16,0 0-2-16,0 0 0 0,0 0-2 16,0 0 1-16,0 0 1 15,-15-9 10-15,13 9 3 16,1 0-3-16,1 0-11 16,0 0-1-16,0 4 0 15,0 4 0-15,5 0 2 0,1 2-1 16,3-3 0-16,-1 0 0 15,1 0 0-15,1-2 0 16,-4-1-1-16,4 0 1 16,-5 0 2-16,3-2 2 15,1-1 2-15,0-1 1 16,1 0 0-16,2 0-4 0,2 0-1 16,-1 0-1-16,1-1 2 15,-1-3-2-15,1-2 0 16,1 1 0-16,-1-2 2 15,-1-1 15-15,0-1 1 0,3-2-7 16,0-2-5-16,0 2-3 16,6 0-3-16,-4-1 1 15,4 1-2-15,-1-2 1 16,0 3-1-16,-1-1 0 16,1 2 0-16,-6 2 0 0,0 1 1 15,-3 1-1-15,-1-1 0 16,-2 3 0-16,1 2 0 15,0-2 0-15,2 3 0 16,-1 0 0-16,4 0 0 16,1 0 0-16,3 0-1 15,2 0 1-15,0 1 0 0,3 4 0 16,-2 0 0-16,-1 2-1 16,3 2 1-16,-5 1-1 15,-2 0 1-15,1 1 0 16,-3 1-6-16,-1-1-9 15,-5 0 5-15,-2-4 4 0,1 2 5 16,-3-4 0-16,-1 0 1 16,0-1 0-16,1-1 0 15,-3-1 0-15,1-1 1 16,-1-1-1-16,2 0 1 16,-1 0 1-16,0-2 0 0,1-3 0 15,2-3 2-15,1 1 1 16,3-2-2-16,2 0-2 15,1 3 0-15,1-1-1 16,1 0 0-16,2 3 0 16,0 0 0-16,4 1 0 0,-1 0 0 15,2 3-1-15,2-1 1 16,-1 1 0-16,2 0 1 16,-1 0-2-16,0 1 1 15,-1 5 0-15,-1 2 0 16,3-1 0-16,-6 3 0 0,2 0 0 15,0 1 0-15,2-2 0 16,-3 1-1-16,4-2 2 16,2-2-1-16,-2-1 0 15,3-3 0-15,2-2 1 16,0 0 1-16,-2 0-1 0,-2-4 0 16,2-6-1-16,-6-1 2 15,0-2-1-15,-2 0 3 16,-5-1 4-16,-2 0-3 15,-3-2 1-15,-7 2-1 16,-2-1 1-16,0 0 1 16,0 2-2-16,-8 0-4 0,0 3-1 15,-1 2-1-15,-2 2-6 16,0 1-39-16,2-2-100 16</inkml:trace>
  <inkml:trace contextRef="#ctx0" brushRef="#br0" timeOffset="179038.02">19723 13134 66 0,'0'0'24'16,"0"-1"6"-16,0-2-1 0,0 3 10 0,0-2-9 15,-3-1-7-15,2 1-3 0,0 0-9 16,1 1-7-16,-1 0-2 15,1 1-1-15,0-1 0 16,0 1 0-16,3 0 0 16,6 0-1-16,2 0 0 0,7 0 0 15,1 0 1-15,6 0 0 16,5 0 0-16,5 0-1 16,0 0 1-16,4-2 1 15,0-2-1-15,0 1-1 16,-1-2 1-16,-3 4-1 15,0-2 0-15,-4-1 0 16,-1 1 1-16,-4 0-2 0,-1 0 2 16,-1 2-2-16,-5-1 2 15,-2 2-1-15,-4 0-1 16,-4 0-4-16,-6 0-28 16,-3 0-20-16,-2 3-14 0,-11-3-30 15</inkml:trace>
  <inkml:trace contextRef="#ctx0" brushRef="#br0" timeOffset="179423.55">19750 13243 85 0,'0'0'2'0,"0"0"0"0,0 0 8 0,0 0 4 16,0 0 10-16,0 0-1 16,0 0-6-16,0 0 5 0,0 0-7 15,0 0-7-15,56-11-5 16,-33 8-1-16,3 2-1 15,2-1-1-15,2 0 1 16,3-1-1-16,1 0 3 16,3-3 10-16,-2 3 7 0,-1-2 0 15,-1 1-8-15,-3 1-7 16,-3 1-4-16,-1 2 1 16,-5 0-2-16,-5 0-2 15,-2 0-33-15,-2 0-62 16</inkml:trace>
  <inkml:trace contextRef="#ctx0" brushRef="#br0" timeOffset="181687.21">21928 12484 35 0,'5'-5'1'0,"-1"0"4"0,0 0 15 0,-1 0 8 0,-1 0-1 15,0-2 4-15,-1 2 1 16,-1 1-10-16,2-1-11 16,-2 4-9-16,0-1-1 0,0 0-1 15,0 1-3-15,0 1-6 16,-4 0 6-16,-1 0 4 15,-3 0 0-15,2 0 1 16,-4 0-3-16,1 0 4 16,-1 0-3-16,1 0-1 15,-5 3 0-15,1 3 2 0,1 1-2 16,-2 3-2-16,1 0 3 16,-1 4 1-16,1-2 0 15,2 3-1-15,1-1 0 16,4-1 0-16,3 1 0 15,3-4-2-15,0-1 0 0,1-1 3 16,9-3-1-16,2-3 4 16,1-1 0-16,3-1-1 15,-1 0-2-15,0 0 2 16,-1-5-2-16,-1-2 0 16,-1 0 1-16,-2-3 0 0,-2-3-1 15,1-1 1-15,-4-3 5 16,-1-3 5-16,0 0 1 15,-4-2-1-15,0 0-2 16,-4-2-5-16,-3 4-2 16,-6 0-4-16,0 0 2 0,-4 5-2 15,-2 0 1-15,0 3-3 16,-3 2 1-16,2 4 2 16,-3 2-1-16,3 4-2 15,-1 0-20-15,3 0-28 0,5 1-21 16,3 2-52-1</inkml:trace>
  <inkml:trace contextRef="#ctx0" brushRef="#br0" timeOffset="182177.64">22098 12266 86 0,'0'0'79'0,"0"0"-73"0,0 0 7 0,0 0-11 16,0 0 1-16,0 0-2 0,0 0-3 15,0 0-2-15,0 0-1 16,0 0 1-16,0 0 2 16,0 32 3-16,0-20-2 15,-1 1 3-15,0 4-1 16,-1-2 0-16,2 1-1 0,0-1 0 16,0-1 0-16,0 0 0 15,0-3-1-15,0-1 1 16,4-1 1-16,3-3-1 15,2-1 1-15,3-2 3 16,1-2 4-16,5-1 13 0,1 0-1 16,4-1-1-16,3-6 2 15,2 0-6-15,-1 1-4 16,0 2-2-16,1 0-5 16,-3 2-3-16,-4 2-1 15,-3 0-16-15,-6 0-40 0,-9 4-38 16</inkml:trace>
  <inkml:trace contextRef="#ctx0" brushRef="#br0" timeOffset="182569.32">21629 12737 272 0,'0'0'3'0,"0"0"3"0,0 0 6 0,0 0-14 0,0 0 4 15,0 0 0-15,0 0 0 16,0 0-1-16,60 5 0 15,-27-5 1-15,6 0 0 16,7 0-2-16,4-3 2 16,5-4-1-16,4-3 0 0,3 2 1 15,4-2 6-15,3-2-3 16,-1 2-3-16,-1-2 0 16,-6 3-2-16,-4-1 0 15,-9 3-4-15,-8 4-11 16,-12 2-18-16,-9 1-30 0,-8 0-44 15</inkml:trace>
  <inkml:trace contextRef="#ctx0" brushRef="#br0" timeOffset="183075.8">22003 13062 180 0,'0'0'13'16,"0"0"-8"-16,0 0-2 15,-42 0-4-15,28 0 1 16,-5 0 0-16,0 2-1 0,0 6 1 15,-4 3 1-15,4-1 2 16,-2 1 2-16,4 3-2 16,2 1-1-16,3-3-1 15,4 0 0-15,4-1-1 16,4-4-1-16,0 0-2 0,3-2-2 16,9-4 7-16,4-1 2 15,1 0-2-15,1-3 0 16,4-5 0-16,-1-4-1 15,2-3 3-15,-4-2 7 16,-1-4 10-16,-1-1-2 16,-7 1-2-16,0-2-6 0,-8 0-3 15,-2 0 0-15,-1 2-5 16,-13 3-4-16,-4 1 0 16,-5 3-1-16,-3 5 1 15,-3 4-4-15,-1 5-1 16,1 0-10-16,1 9-17 0,5 1-25 15,6 0-45-15</inkml:trace>
  <inkml:trace contextRef="#ctx0" brushRef="#br0" timeOffset="183731.29">22088 12877 170 0,'0'0'16'0,"0"0"8"0,0 0-18 15,0 0-5-15,0 0-1 0,0 0 0 16,-35 41-1-16,32-27 2 15,2-2 0-15,1-1 0 16,0-1 2-16,0 1-1 16,2 0 0-16,5-2 0 15,2 0 1-15,-1-2 1 16,2-3-3-16,1-1-2 0,-2 0 1 16,2-3 2-16,0 0-2 15,0-3 3-15,0-4 1 16,-1 0 4-16,-1-2-1 15,-1-2-1-15,-2 0-4 0,0 2 2 16,-2 1 6-16,-4 1 4 16,0 2-3-16,0 1-7 15,0 4-4-15,0 0-1 16,-2 0-3-16,-1 0-10 16,0 5-2-16,2 3 0 0,1 0 6 15,0 2 2-15,0 0 7 16,9-3 1-16,0 0 0 15,4-1 1-15,5-2-1 16,-2-2 1-16,-1-1 1 16,1-1-1-16,-2 0 1 15,-3-4 5-15,2-5 14 0,-8 0 2 16,1-3-3-16,-2-1-8 16,-1-1-2-16,-3 0-1 15,0-2-3-15,0 5 0 16,0-1-6-16,-5 3-2 15,-3 2-2-15,1 6-4 0,-5 1-8 16,1 0-17-16,1 0-28 16,0 6-56-16</inkml:trace>
  <inkml:trace contextRef="#ctx0" brushRef="#br0" timeOffset="184101.09">22440 12954 114 0,'0'0'58'0,"0"0"-57"0,0 0-4 0,0 0 3 16,0 0 0-16,0 0 0 16,0 0 0-16,-2 38 0 15,4-29 0-15,1 1 2 16,1 0 10-16,0 1 6 16,-2-2 3-16,2 0-4 0,-1 0 0 15,1 0 4-15,-1-2-7 16,0 0-2-16,0-2-4 15,0 4 0-15,1-2-6 16,-1 2 0-16,-3-3-3 16,0-6-71-16</inkml:trace>
  <inkml:trace contextRef="#ctx0" brushRef="#br0" timeOffset="185366.11">17981 15652 36 0</inkml:trace>
  <inkml:trace contextRef="#ctx0" brushRef="#br0" timeOffset="186684.05">17981 15652 104 0,'0'0'30'0,"0"0"14"16,-13 0-20-16,4 0-21 0,2 0-6 15,-1 0-23-15,-2 0-17 16,-1 3 13-16,0-1 23 16,-5 0 10-16,0 0 10 15,-1-1 15-15,1-1 11 16,0 2-14-16,1 0-15 0,1 1-7 16,3 0-2-16,-2 1-5 15,3-1-14-15,2 1-1 16,-3-1 16-16,3 0 3 15,0 2 3-15,0 0 7 16,0 0-1-16,-1 3-4 0,0 0-4 16,1 2-1-16,-2 3 0 15,0 0 0-15,1 0 0 16,0 2 0-16,-1 1 1 16,2 0 1-16,-2 1 2 15,2 1 1-15,1-1-3 16,-4 2 0-16,2-1-2 0,0 2 1 15,1-1-1-15,-3 0 0 16,3 1 2-16,-1-1 6 16,0-2 4-16,0 1 5 15,1 1 2-15,3 0-5 16,-3-1-6-16,4 1-4 0,2 3-2 16,2-1-1-16,0 2 1 15,0-1-1-15,0 3 0 16,0 0-3-16,2-1 5 15,2 0-2-15,2 0 0 16,-2-3-1-16,-1-2 2 16,3-1-2-16,-2-3 1 0,3 1-2 15,1-3 1-15,0-1 2 16,1 1-1-16,4 0 0 16,-2-2 0-16,3 2-1 15,-3-2 0-15,0 1 1 16,0-1-1-16,-1 0 1 0,1 1-1 15,0-1 0-15,0 0 0 16,2 0 0-16,3 1 0 16,-1 2 1-16,2-1-1 15,4 3 0-15,-1-1-4 0,-1-2 1 16,1 1 2-16,-2-1 1 16,1-1 1-16,-1-2-2 15,1-1-2-15,3 0 4 16,-3-1 2-16,4-2-2 15,-2 1-1-15,2-2-2 0,0-1-1 16,0-1 3-16,2-1 0 16,2 0-1-16,0-1 2 15,0 1-1-15,2-1 1 16,-1-1-1-16,-1 1 2 16,-2-1-2-16,1 0 0 0,-5 0 1 15,0 0-1-15,1 0 0 16,0-4-3-16,-1 0 5 15,4-2 2-15,1-1-1 16,2 0-2-16,3 0 0 16,0-3 0-16,-1 2-2 15,0-2 1-15,-2-2-2 0,-3-1 1 16,0-1 2-16,-5-1-2 16,1-4 2-16,-2 2 0 15,2-3 0-15,-3-2-1 16,-1-1 0-16,0-2 1 0,-2 0-1 15,-1-2 1-15,-4 1 0 16,0-2 7-16,2 0 3 16,-2-1-3-16,1 0-5 15,-1-3-1-15,-1 3-1 16,-1-3-1-16,-2-2 1 16,0 1-1-16,-4-2-1 0,0 1 2 15,-2-2-2-15,0 4 0 16,0-2-1-16,-3 1 0 15,-3 2 3-15,1 0-2 16,-2 2 1-16,-1 1 1 16,-4 1-2-16,-1 1-2 0,-2 1 1 15,-5 3 1-15,-1 0-1 16,-4 3 1-16,2 1 1 16,-4 2 1-16,2 2 0 15,0 2 2-15,-4-3 0 16,1 6-1-16,0-2 2 0,-2 2-1 15,0 2-2-15,0 0 0 16,-1 3-1-16,0 1-1 16,1 3 0-16,-1 0 2 15,-2 0-1-15,-1 0 0 16,-3 4 0-16,1 3 0 0,-4 3-5 16,0-2-7-16,2 1-10 15,4 0-2-15,0-2-28 16,8-5-44-16</inkml:trace>
  <inkml:trace contextRef="#ctx0" brushRef="#br0" timeOffset="187494.2">18152 15516 101 0,'6'4'6'0,"-1"0"11"0,3 1-5 0,0-1-3 15,2-1-7-15,-1-2 0 16,0 2-1-16,0-2 0 15,-2-1 1-15,1 0 7 16,-3 0 17-16,1 0 3 16,0-4-6-16,2-2-5 0,0-2-9 15,3-2-7-15,0-3-2 16,2-1 0-16,3-2 0 16,-2-2 0-16,4-2 1 15,0-1-1-15,0-2 0 16,5-1 2-16,1-2 6 15,2 1 1-15,3-1-4 0,5 1-2 16,-1 2-3-16,2 3 0 16,-4 2-3-16,1 3-33 15,-1-2-83-15</inkml:trace>
  <inkml:trace contextRef="#ctx0" brushRef="#br0" timeOffset="188426.13">19740 16433 227 0,'0'0'7'0,"0"0"6"0,0 0-9 0,0 0-6 16,0 0 0-16,0 0 2 16,0 0 0-16,0 0 1 0,0 0 4 15,0 0-1-15,0 0 3 16,0 0-6-16,-8 0-1 15,8 0-1-15,0 0-2 16,0 0 0-16,0 0 1 16,1 0 2-16,3 0-1 15,3 0 4-15,0 0 7 0,5 0 1 16,2-4-4-16,5 0-2 16,0 1-3-16,4 0-2 15,4-1 1-15,2 1-1 16,3-2 1-16,6 0 1 0,2 1-2 15,3-1 4-15,-1 0 1 16,1 1-1-16,-3 0-3 16,-3-1 0-16,-7 5 0 15,-4-3-1-15,-5 3 0 16,-6 0 0-16,-5-2 2 0,-2 2-2 16,-6 0 0-16,-2 0-8 15,0 0-37-15,-6 0-43 16</inkml:trace>
  <inkml:trace contextRef="#ctx0" brushRef="#br0" timeOffset="188888.97">19816 16494 62 0,'0'0'16'0,"0"0"12"0,0 0-10 0,0 0-5 16,41 3-2-16,-26-3-2 15,5 0 2-15,2-1 6 16,2-2 9-16,1-3-2 0,2 2-6 16,3 0 7-16,1-2-6 15,2 2-11-15,-2-2-4 16,2 3-3-16,1 1 0 16,-2 0 0-16,0-2-1 0,1 3 0 15,-3-1 0-15,-4 2 0 16,0-2 0-16,-4 1 0 15,-1 0 1-15,-8 1 2 16,-2 0 2-16,-4 0-1 16,-2 0-3-16,-1 0-1 15,-4 0-2-15,0 0-15 0,0 0-36 16,-6-2-36-16</inkml:trace>
  <inkml:trace contextRef="#ctx0" brushRef="#br0" timeOffset="190546.02">21277 16742 99 0,'0'-2'21'0,"-1"2"14"0,1-3 2 0,0 3-13 15,0-1-2-15,-1 1-6 16,0 0-1-16,1-2-5 15,0 2-8-15,0 0-2 16,0 0 0-16,2 0 0 16,4 0 0-16,0 0 0 0,2 0 0 15,-1 0 0-15,1 2-1 16,1-2 1-16,2 0 0 16,1 0 0-16,4 0 3 15,3 0 0-15,4 0 1 16,5-3-2-16,6-3-3 0,2 2 5 15,5-2-2-15,1 1-1 16,2-1 0-16,0 0 1 16,0 1 1-16,4-2 1 15,1 2 3-15,3-2-4 16,3 3-2-16,3-3 0 0,0-1 0 16,4 0-1-16,-2 0 0 15,-2-1 0-15,0 1-1 16,-7-1 2-16,-3-1-1 15,-6 3-1-15,-8-3 1 16,-6 2 1-16,-4 2-1 0,-6 0 2 16,-5 1 1-16,-4 2 1 15,-3 0-4-15,-2 3 0 16,-4-2-3-16,0 2-8 16,0 0-16-16,-11 0-22 15,-5 1-15-15,-3 4-6 0</inkml:trace>
  <inkml:trace contextRef="#ctx0" brushRef="#br0" timeOffset="191250.83">21263 16756 15 0,'0'0'20'0,"0"0"3"0,0 0-9 0,0 0-1 15,48-2-4-15,-34 2-4 16,1-2 2-16,0 2 9 16,2-1 8-16,3-1 1 15,0 0 4-15,4-1-6 16,4-1-7-16,2 0-5 16,6 0-6-16,2-1-2 0,5 0 0 15,2-1 0 1,2-1-3-16,1 0 0 0,0 0 1 15,3 0-1-15,0-1 6 16,1 1 3-16,3 0 0 16,1 0-3-16,-2 0-2 0,4 0 1 15,-5 0-4-15,-1 1 0 16,-3-1-1-16,-6 4 0 16,-3-4 1-16,-6 3-1 15,-4-2 0-15,-3 5 0 16,-3-2 0-16,-5 2 0 0,-1 1-1 15,-5 0 0-15,-1 0-6 16,-7 0-8-16,-1 0-4 16,-3 0-16-16,-1 2-2 15,0 1-13-15,-5-1 3 16</inkml:trace>
  <inkml:trace contextRef="#ctx0" brushRef="#br0" timeOffset="192431.57">13151 17783 176 0,'0'0'25'0,"0"-2"-21"0,0-2-4 0,0 0 1 0,0 1-1 15,0 3 0-15,0-3 2 16,0 3 5-16,2 0 10 0,-2 0 3 16,2 0-15-16,3-1-5 15,4-4-4-15,0-5-26 16,4-10-85-16</inkml:trace>
  <inkml:trace contextRef="#ctx0" brushRef="#br0" timeOffset="193207.01">20997 17541 101 0,'0'0'3'0,"0"0"6"0,0 0-1 0,0 0-3 0,0 0 3 16,41 6 13-16,-31-9 23 16,0-4-7-16,4-2-1 15,7-2-6-15,6-5-19 0,10-2-7 16,10-5-3-1,8-5-10-15,11-9-63 0,3-4-153 16</inkml:trace>
  <inkml:trace contextRef="#ctx0" brushRef="#br0" timeOffset="194489.32">13943 13183 25 0,'-2'1'25'0,"2"2"-14"0,-1-1-6 0,0 3 13 16,0 1-8-16,-1 1-5 15,2 2-1-15,-2 1 3 0,2-1-1 16,0 1 0-16,0-2 0 16,0-3 2-16,0-1 3 15,4-1 4-15,0-3 15 16,7 0 3-16,4-6-6 15,8-7-3-15,7-7-10 16,12-8-7-16,7-4-6 0,9-4 2 16,5-7-5-16,3-2-55 15</inkml:trace>
  <inkml:trace contextRef="#ctx0" brushRef="#br0" timeOffset="195514.07">14862 16395 48 0,'0'0'8'0,"0"0"2"0,0 0 3 16,0 0-4-16,0 0 2 15,0 0 0-15,0 0-4 16,16 38-1-16,-14-29-2 16,1-2-1-16,2 4 0 0,-2-3-2 15,3-3 0-15,0 1 1 16,1-5 1-16,3-1 3 15,1 0 9-15,7-10 15 16,3-8-4-16,6-2-8 16,8-8-9-16,11-4-2 0,7-6-4 15,5-5-2-15,4-4-2 16,1-5-85-16</inkml:trace>
  <inkml:trace contextRef="#ctx0" brushRef="#br0" timeOffset="-214301.32">14083 4293 115 0,'0'0'2'0,"0"0"3"0,0 0-2 0,0 0-2 16,-22-37 1-16,18 31 5 16,-1 2 2-16,2 1 2 15,1-1 2-15,2 4-9 16,0 0-8-16,2-3-53 15,6-1-25-15</inkml:trace>
  <inkml:trace contextRef="#ctx0" brushRef="#br0" timeOffset="-214001.67">15037 4026 155 0,'0'0'-20'0,"0"0"21"0,0 0-1 15,0 0 2-15,0 0-2 16,0 0 0-16,0 0-8 16,0 0 1-16,0 0 5 15,17-23-20-15</inkml:trace>
  <inkml:trace contextRef="#ctx0" brushRef="#br0" timeOffset="-213560.56">16802 4002 72 0,'0'0'4'0,"0"0"1"0,0 0 4 16,0 0 2-16,0 0-3 15,0 0-1-15,0 0-7 0,0 0-24 16,0 0-22-16</inkml:trace>
  <inkml:trace contextRef="#ctx0" brushRef="#br0" timeOffset="-199066.12">22961 2556 99 0,'0'0'3'0,"0"0"1"0,0 0-3 16,0 0-1-16,0 0 1 0,0 0-1 15,0 0 4-15,-4-40 3 16,8 33-2-16,2 0-2 16,4 0-2-16,3-2-1 15,1 1 0-15,3 5-1 16,0-3 1-16,4 4-1 0,-3 2 1 15,2 0 0-15,-2 0 1 16,-4 6 0-16,0 3-1 16,-1 4 0-16,-1 1-2 15,-4 0 1-15,1 2-1 16,-3 1 1-16,1 0 1 0,-2 0 0 16,-3 3 0-16,-1 1-1 15,-1 1 2-15,0 2 0 16,-8 3 0-16,-1 0 0 15,-1 1-1-15,-1 1 1 16,-1 0 0-16,3 0 1 0,1 2-1 16,-1-1 1-16,5 4 0 15,-2-2-1-15,4 3-1 16,2 0 1-16,0-1-1 16,0-4 0-16,0 1 0 15,8-3 1-15,0-3-1 0,3-5-1 16,3-3 0-16,2-2 1 15,1-3 0-15,2-4 0 16,0-1 1-16,2-2-1 16,-1-4 0-16,0 0-1 15,-3-1-2-15,-2 0-7 16,-1 0 1-16,-4 0 2 0,-4 0-4 16,-2 3 2-16,-4 2 0 15,0 3 8-15,-3 4 3 16,-4 2-2-16,-3 3 1 15,0 1 1-15,1 6-1 16,0-1 0-16,3 4 0 0,2 1 0 16,3 1 1-16,1 2 0 15,0-2 1-15,0 3 0 16,3 2-3-16,1 1 1 16,-2 3 0-16,-1 3-1 0,-1 0 0 15,0 2 0-15,0-2 2 16,1-1-2-16,0-5 0 15,-1 2 0-15,2-3 0 16,-1 0 1-16,0-1 2 16,-1 0-2-16,0-1 1 0,0-3-1 15,-2-4 0-15,-5-2 1 16,-5-5 4-16,-5-2 3 16,-5-2 1-16,-7-1-1 15,-10 1-5-15,-17-4-6 16,-15-4-49-16</inkml:trace>
  <inkml:trace contextRef="#ctx0" brushRef="#br0" timeOffset="-188214.46">22026 3418 179 0,'0'0'-13'0,"0"0"17"0,0 0-6 16,0 0-19-16,0 0-52 0</inkml:trace>
  <inkml:trace contextRef="#ctx0" brushRef="#br0" timeOffset="-188057.73">22192 3367 215 0,'0'0'4'16,"0"0"0"-16,0 0-3 15,0 0-1-15,36-14-10 16,-27 11-58-16,2-1-61 15</inkml:trace>
  <inkml:trace contextRef="#ctx0" brushRef="#br0" timeOffset="-187901.37">22554 3327 297 0,'0'0'-30'0,"0"0"31"15,0 0-11-15,0 0-3 16,0 0-52-16,0 0-89 16</inkml:trace>
  <inkml:trace contextRef="#ctx0" brushRef="#br0" timeOffset="-186934.27">23702 3084 57 0,'0'0'4'0,"0"0"-2"0,0 0 2 15,0 0 4-15,0 0 2 0,0 0 4 16,0 0 6-16,0 0-11 15,0 0 0-15,-1 43 1 16,1-36-3-16,0 2 4 16,0-1 0-16,0-1-1 15,0 2-3-15,0-1-2 0,2-1 1 16,1 2-4-16,-1-2 0 16,0-1-1-16,0 1-1 15,0 1 0-15,2-2 0 16,-3 0-11-16,1-2-51 15</inkml:trace>
  <inkml:trace contextRef="#ctx0" brushRef="#br0" timeOffset="-186456.2">23871 3161 44 0,'0'0'5'0,"0"0"2"0,0 0 3 15,0 0-3-15,0 0 1 16,0 0 3-16,0 0 5 16,0 0-1-16,0 0-6 15,3 7-3-15,-3-3 0 16,1 2 0-16,1 1-2 0,1 1-3 15,1 0 1-15,0-1 0 16,1 1-2-16,1-3-1 16,1-3 2-16,3 0 2 15,1-2 6-15,1 0-4 16,0 0 3-16,0 0-5 0,1-1 3 16,-4-4 12-16,1-5 5 15,-3 2-8-15,0 1 3 16,-4-2-6-16,-1-1-2 15,-1-1-2-15,-1 4-1 16,0-2-6-16,0 2-1 16,-3 0 4-16,-4 4-6 0,-3-1 1 15,0 4-1-15,1 0-3 16,0 0-6-16,-2 4-13 16,4 5-13-16,1-1-14 15,3-1-10-15</inkml:trace>
  <inkml:trace contextRef="#ctx0" brushRef="#br0" timeOffset="-186015.44">24199 3127 90 0,'0'0'6'0,"0"0"5"0,0 0-9 0,0 0-2 16,0 0 1-16,0 0 0 16,0 0 0-16,0 0 0 15,0 0-1-15,0 0 0 0,-44 36 1 16,41-28 1-16,1-1-1 15,1-1 1-15,1-2-1 16,0 1 2-16,3-2 10 16,6 0 2-16,4-2-1 15,1-1-11-15,0 0 6 0,3 0-4 16,-1-2 1-16,0-4 7 16,-3-2 5-16,-1-2-1 15,-3-3-5-15,-3 0-1 16,-4-2-3-16,-2-1-4 15,0 2-4-15,-11 2-2 0,-7 4 3 16,-5 3-42-16,-4 4-28 16,-2 1-53-16</inkml:trace>
  <inkml:trace contextRef="#ctx0" brushRef="#br0" timeOffset="-185424.59">23911 3631 138 0,'0'0'16'0,"0"0"32"0,0 0-11 0,0 0-17 16,0 0-7-16,0 0-6 16,0 0-8-16,0 0 1 15,0 0 0-15,-47-27 1 16,35 27 1-16,-3 0-1 0,0 2-1 16,1 6 1-16,2-1-2 15,4 3 1-15,-1 0 1 16,5-1-1-16,3-1 2 15,1 0-2-15,0-3-2 16,3-1-1-16,9 0 3 16,1-2 0-16,2-2 0 0,2 0 3 15,1-3-2-15,0-7 0 16,-3-3-1-16,0-5 1 16,1-2 1-16,-2-4-1 15,-1-2-2-15,-2-2 2 16,-3 2-1-16,-3 2-4 0,-4 4 4 15,-1 6-1-15,0 1-1 16,0 5 9-16,-6 2-7 16,1 6 1-16,-3 0-1 15,-1 0 0-15,1 9-1 16,2 3 1-16,-3 5 0 0,5-1 0 16,2 5 1-16,-1-1-1 15,3-1-4-15,0 1-4 16,3-2-11-16,3-4-36 15,4-2-82-15</inkml:trace>
  <inkml:trace contextRef="#ctx0" brushRef="#br0" timeOffset="-184748.7">24068 3614 252 0,'0'0'-20'0,"0"0"20"0,0 0-1 15,0 0 2-15,0 0 2 16,0 0-2-16,0 0-1 16,0 0 0-16,0 0 0 15,39-27 0-15,-37 24 0 0,1-1 0 16,-3-2 1-16,0 2-1 16,0 1 5-16,0-1 3 15,-4 2-3-15,-1 1-5 16,-6 1-4-16,0 0 6 15,0 1-2-15,1 5 0 0,2 2-1 16,1 1-3-16,4 0-4 16,3 1 5-16,0-2-3 15,0 0 1-15,7 0 1 16,2-1-2-16,3-4 6 16,-1 1 0-16,2-4 1 15,1 0 0-15,-1 0-1 0,3 0 0 16,-2-3-1-16,2-4 2 15,-2 0-1-15,4-3-1 16,-7 1-1-16,2 0 1 16,-1 0 0-16,-4 3 2 0,-1 2-1 15,-2 1 1-15,-4 2 2 16,1 1 3-16,-2 0-7 16,1 0 0-16,0 4 1 15,0 3-1-15,0 0 3 16,2 0-2-16,2-1 0 0,-1 1 0 15,4-4 0-15,1 0 0 16,1-3 0-16,2 0 1 16,2 0 2-16,1-3 1 15,-1-4 3-15,-1-4-5 16,1 2 0-16,-1-1-2 0,-2 2 1 16,-6 2 0-16,-1 0 0 15,0 2 10-15,-4 4 1 16,0 0-9-16,1 0-4 15,-1 0-3-15,0 0 4 16,1 6 1-16,1-1-1 16,1 2-3-16,0 0-24 0,3-1-12 15,-3-4-46-15</inkml:trace>
  <inkml:trace contextRef="#ctx0" brushRef="#br0" timeOffset="-184621.09">24463 3489 86 0,'0'0'2'0,"0"0"16"0,-7-47-5 0,5 36-10 16,-2 1-2-16,3 6 0 15,1 0-6-15,-4 2-78 16</inkml:trace>
  <inkml:trace contextRef="#ctx0" brushRef="#br0" timeOffset="-184364.39">24489 3516 219 0,'0'0'-2'0,"0"0"1"16,0 0 3-16,47 27-1 16,-36-17-1-16,-2-4 0 15,-3-2-3-15,-3 0 0 16,0-1 1-16,-3-3 2 15,1 0 0-15,0 0 3 0,1 0 15 16,-1-1-9-16,0-6-7 16,2-2 2-16,1-4-2 15,1 3-2-15,2-3-18 0,-1 2-79 16</inkml:trace>
  <inkml:trace contextRef="#ctx0" brushRef="#br0" timeOffset="-184173.89">24683 3528 196 0,'0'0'0'15,"0"0"2"-15,0 0 1 16,0 0-3-16,0 0 1 16,0 0-1-16,0 0 2 0,0 0 0 15,19 12 0-15,-13-12-4 16,2 0-25-16,2-6-23 15,2-1-79-15</inkml:trace>
  <inkml:trace contextRef="#ctx0" brushRef="#br0" timeOffset="-183261.22">24671 2806 28 0,'0'0'28'16,"-29"-42"-22"-16,15 23 10 15,-6-1-7-15,-3 5-5 16,-2 0-1-16,-1 2 0 16,-4 2-1-16,-3 3 1 0,-2 1 2 15,-3 2-1-15,0 2-3 16,-2 3 0-16,-3 0-1 16,0 0 0-16,2 3 0 15,-2 6 0-15,3 2 0 16,2 2 1-16,3 4 0 0,-1 3 3 15,3 2 3-15,2 1-1 16,-4 4 0-16,0 0 0 16,0 3 0-16,2 0 5 15,1 0-1-15,0 4-1 16,3 0-3-16,3 1-1 0,2 1 2 16,4 2-1-16,0-1 0 15,5 1-3-15,3 0 2 16,5 1 0-16,-1 0-3 15,4 2-2-15,4 1 2 16,0 2-1-16,0 2 3 0,4-1 1 16,4 2-2-16,-1-2-1 15,2-2-1-15,5-2 0 16,-1-2-5-16,5-5 4 16,4-2 12-16,-2-5 5 15,4 0-10-15,4-4-4 16,3-2 0-16,2 2-1 0,1-5-1 15,4 1-1-15,2-2 1 16,0-1-1-16,2-2 0 16,2-1 2-16,-1-3-2 15,3-2 1-15,0-2 0 16,-3 1 1-16,2-4 0 0,-5-3 1 16,2 0 1-16,-4 0-2 15,-2-7 0-15,0-3 0 16,-1-6 0-16,-5-1 1 15,-1-5 0-15,-1-4-2 16,0-7 1-16,-1-4-1 0,0-1 0 16,2-5 0-16,-2 0 0 15,0 1 0-15,-1-2 0 16,-2-2 1-16,-4-2 2 16,-3-3 0-16,-2-1-1 15,-4-4 2-15,-5 2 0 0,-5-2-2 16,-1 0-1-16,-5-2 1 15,-13-2-3-15,-9 3-2 16,-13 1-2-16,-19-1-18 16,-22-3-38-16,-20-2-116 15</inkml:trace>
  <inkml:trace contextRef="#ctx0" brushRef="#br0" timeOffset="-161632.58">19001 2903 73 0,'0'-9'2'0,"-1"-1"0"0,-1 2 0 15,0-1 0-15,-2 2-2 0,0-2-2 16,-2 2-8-16,-1 0-8 15,-1 0 15-15,1 0 3 16,-4 0 2-16,2 1-1 16,0-1 0-16,-2 3 0 15,0 0 2-15,-2 2-2 0,-2-1-1 16,0 2-1-16,-3 1 1 16,-2 0 1-16,1 0-1 15,-2 3 2-15,2 1-2 16,-4 3 3-16,2 3 1 15,2 0-4-15,-2 3 3 0,-2 1-2 16,1 6-1-16,-2 4 2 16,-2 2-1-16,-2 4-1 15,1 2 1-15,2 2-1 16,0 3 1-16,5-1-1 16,-1-1 0-16,3-2 1 0,3 1 0 15,0-1-1-15,2-1 1 16,1 1 0-16,-1 2-1 15,2 2 0-15,1 0 2 16,0 3-2-16,2 2 0 16,3 0 0-16,1-1 1 15,0 0-1-15,4 1 0 0,0 0 0 16,0 0 0-16,4 3-1 16,1-3 1-16,3 2 0 15,0-4 0-15,0 0 0 16,-1-6 1-16,-1 1-2 0,-1-2 2 15,3 1-1-15,-1-1 0 16,2 1 0-16,2 1-1 16,3 2-3-16,1-1 5 15,1-1-1-15,0 2 1 16,4-1-1-16,3-5-1 16,1-3 1-16,2-1 0 0,1-4-2 15,2-4-1-15,-1-1 2 16,1-5 1-16,0 2-3 15,1-2 8-15,4-3-2 16,0 2 2-16,4 0-2 16,2-2 0-16,2 1-2 0,1-3-1 15,1-1 1-15,1-3-1 16,1 0 1-16,2-1-2 16,3-3 2-16,2 0-1 15,1 0 0-15,2-3 0 16,-1-5 0-16,0-2 0 0,-3-3 0 15,-3 0 0-15,1-4 1 16,-4 0 1-16,1-1-1 16,-3-2 3-16,-1-3 0 15,-2 1-3-15,-2-3 1 16,-3 0 0-16,1-5-1 0,0-1 0 16,-4-5 0-16,3-1-1 15,-2-5 0-15,1-1-1 16,-3-3 2-16,1 2 2 15,-4 0-2-15,-2 2 1 16,-3 1 1-16,-2-2 0 0,-7-1-1 16,-3 1 8-16,-6-2 3 15,-2 1-3-15,-4-1-3 16,0-1-1-16,0 2-1 16,0-3 1-16,0 0-3 15,0-1 1-15,0 1-1 0,-2 0-3 16,-5 3 1-16,-4 3 1 15,-2 1 1-15,-5-1-2 16,2 0 4-16,-4 1 0 16,0-2 0-16,4-1-2 15,-4 3 1-15,2-2-1 16,0 3-2-16,-1 4 1 0,0-1-1 16,-3 2-1-16,-1 0 0 15,-3 0-2-15,-5 0 1 16,-4 1-1-16,-4 2 2 15,-3 1-1-15,-9 6-3 16,-6 5 4-16,-10 5-3 0,-9 9-9 16,-13 3-37-16,-7 2-36 15</inkml:trace>
  <inkml:trace contextRef="#ctx0" brushRef="#br0" timeOffset="-159504.81">20925 4087 153 0,'0'0'-20'0,"0"0"29"0,0 0 1 0,0 0-8 0,0 0-2 15,0 0-4-15,0 0 3 16,0 0 2-16,0 0-1 16,0 0-2-16,0 0-16 15,0 0-49-15</inkml:trace>
  <inkml:trace contextRef="#ctx0" brushRef="#br0" timeOffset="-151307">21840 17543 201 0,'0'-3'24'0,"1"0"4"0,1 1-11 0,0-2-6 0,1 3-1 15,1-1 1-15,-1 2-3 16,3 0-5-16,-1 7 2 0,5 5-2 16,2 5-1-16,1 4-1 15,3 2-1-15,-1-2 1 16,2 2-1-16,-2-3 1 16,-1-4-1-16,-1-1 0 15,-4-5-1-15,2-4-3 16,-4-5 6-16,1-1-1 0,2 0 0 15,-2-7-1-15,1-6 1 16,-2-4 3-16,2-3-3 16,-4-5 2-16,1-1 1 15,-2-4 0-15,1-1 0 16,2-3-2-16,-2 1 0 0,1 3-2 16,-1 5-1-16,1 4-1 15,1 5-10-15,0 10-11 16,-1 5-33-16,1 1-59 15</inkml:trace>
  <inkml:trace contextRef="#ctx0" brushRef="#br0" timeOffset="-150795.35">22288 17508 176 0,'0'0'-1'0,"0"0"-2"16,0 0 4-16,0 0 0 16,17-38 8-16,-17 35 40 0,0 2-11 15,0 1-19-15,-4 0-14 16,-5 1-5-16,-1 6 0 16,-2 5 3-16,1 1-3 15,-3 4 0-15,3 1 0 16,1-1 1-16,3 2-1 15,2-2 1-15,4-1-1 0,1-3 0 16,0-3 0-16,6-3 0 16,5-4 2-16,0-1-2 15,3-2 2-15,1 0 2 16,1-9-2-16,-1-1-1 16,1-1 0-16,-3-6-1 0,-1 0 0 15,-3 1 1-15,-1-2-1 16,-3 2 1-16,-2 2 2 15,0 1 3-15,-3 3 5 16,3 5 2-16,-3 0 0 16,0 5-3-16,0 0-10 0,0 3-4 15,2 9 2-15,1 4 3 16,1-1 0-16,1 3-1 16,1-1 0-16,2 0 0 15,-1-2 0-15,1-1-1 16,-1-4-13-16,1-4-21 0,1-4-28 15,-4-2-65-15</inkml:trace>
  <inkml:trace contextRef="#ctx0" brushRef="#br0" timeOffset="-150339.25">22485 17463 241 0,'0'0'68'0,"0"0"-66"0,0 0-2 0,0 0 0 16,0 0-1-16,0 0 1 0,0 0-1 16,0 0 0-16,0 0 1 15,41 23-1-15,-38-8 1 16,0 0 1-16,1 0-1 16,-4-1 1-16,1-1-1 15,-1-1-2-15,1-3-8 16,-1-2-8-16,0-2 0 0,0-4-1 15,0-1 1-15,0 0 7 16,1-2 12-16,0-8-1 16,0-5-2-16,2-2 0 15,2 0 3-15,-1 0-1 16,3 0 2-16,1 2 0 0,2 2 4 16,-3 2 4-16,4 2 4 15,-1 2 5-15,0 1-6 16,0 3-7-16,0 3-4 15,0 0-1-15,1 0-1 0,-4 7-1 16,1 6 4-16,-3 0-2 16,2 1-1-16,-3 3 1 15,-3 0-1-15,-1-1 0 16,1-3-14-16,-1-1-17 16,1-4-32-16,0-6-86 0</inkml:trace>
  <inkml:trace contextRef="#ctx0" brushRef="#br0" timeOffset="-150134.17">22824 17430 192 0,'0'0'26'0,"0"0"-41"0,0 0 15 0,11 36 0 15,-6-23-4-15,-2-1-5 0,0 1 6 16,2-3-7-16,-2-4 8 16,2-2-24-16,1-4-60 15</inkml:trace>
  <inkml:trace contextRef="#ctx0" brushRef="#br0" timeOffset="-149984.9">22818 17323 298 0,'0'0'3'0,"0"0"1"16,-16-39-1-16,14 33-4 0,2 5-11 15,0 1-34-15,3 0-30 16,2 4-25-16</inkml:trace>
  <inkml:trace contextRef="#ctx0" brushRef="#br0" timeOffset="-149622.45">23082 17311 365 0,'0'0'5'0,"0"0"-5"0,0 0-1 16,0 0-2-16,0 0-8 15,0 0 8-15,0 0 1 16,-22-35 2-16,13 35 1 15,-3 9 2-15,3 1-3 16,-1 3 0-16,1 2 0 0,4 0-1 16,3-1 0-16,2 0-4 15,0-1 2-15,2-1-1 16,8 0 2-16,0 0 3 16,3-2-2-16,0 1 0 15,-1-2 0-15,-1-1-2 16,0-1 0-16,-6 0-1 0,-3-1-1 15,-2 0 4-15,0-1-2 16,-5 1-3-16,-8 0 2 16,-1-1-13-16,-2-2-22 15,-2-1-21-15,1-2-14 16</inkml:trace>
  <inkml:trace contextRef="#ctx0" brushRef="#br0" timeOffset="-149116.89">23184 17095 294 0,'0'0'10'15,"0"0"-9"-15,0 0-3 0,0 0 1 16,0 0-2-16,0 0 2 15,9 53 0-15,-7-29 1 16,0 2 0-16,-2 3 1 16,2 0 0-16,2 1-1 15,2-1 2-15,-3-2-1 0,2-3-1 16,2 0 0-16,-4-6-1 16,2-3-2-16,1-1-1 15,-4-4-1-15,1-3 1 16,-2-2 2-16,0-2 0 15,-1-3 2-15,0 0 2 0,0 0 0 16,0-4 1-16,0-5-3 16,2-3 0-16,-2-2 0 15,4-1 0-15,1-1 5 16,1-1 1-16,2 4 0 16,2 0-2-16,1 5 2 0,-1 1-2 15,2 3-1-15,2 3 0 16,-2 1-1-16,0 0 1 15,0 6-3-15,-1 2 0 16,-4 3 0-16,2 0-4 16,-4-1-7-16,1 0-7 0,-3-3-10 15,0-4-42-15,0-3-63 16</inkml:trace>
  <inkml:trace contextRef="#ctx0" brushRef="#br0" timeOffset="-148945.72">23497 17298 338 0,'0'0'11'0,"0"0"-10"0,0 0-2 0,0 0 2 16,0 0-3-16,0 0 1 0,0 0-2 16,4 40-14-16,-3-30-18 15,-1 0-30-15,0-6-32 16</inkml:trace>
  <inkml:trace contextRef="#ctx0" brushRef="#br0" timeOffset="-148796.64">23511 17179 349 0,'0'0'-5'0,"0"0"2"16,0 0-6-16,0 0-24 0,0 0-25 15,0 0-77-15</inkml:trace>
  <inkml:trace contextRef="#ctx0" brushRef="#br0" timeOffset="-148404.68">23643 17241 311 0,'0'0'50'0,"0"0"-51"0,0 0 1 16,0 0-1-16,42 17-4 16,-36-12-16-16,-3 2 8 15,0 3 4-15,-3 0 3 16,0-1 2-16,0 0 2 16,0-4 0-16,0-1-7 15,-4-3-3-15,2-1 6 16,-2 0 7-16,1-1-2 0,1-8 1 15,0-2 1-15,2-2 5 16,0-1 7-16,0-2 2 16,7-1 0-16,3 4-5 15,3-1-7-15,0 4 1 0,1 3-1 16,1 4 1-16,1 3-3 16,-3 0 0-16,-1 2-1 15,-3 8 0-15,-3 3 0 16,0 2-4-16,-4-2-12 15,-2 3-8-15,0-5-20 16,0-3-27-16,0-5-19 0</inkml:trace>
  <inkml:trace contextRef="#ctx0" brushRef="#br0" timeOffset="-147977.99">23954 17122 297 0,'0'0'11'15,"0"0"2"-15,0 0 1 16,0 0-13-16,-39-20-4 16,24 20 2-16,-1 10 0 0,-2 2-14 15,0 2-4-15,3 0 6 16,3 0-2-16,5-1-12 16,5-5-16-16,2-2-8 15,5-2 22-15,10-4 26 16,3 0 8-16,2 0 2 0,1-7 3 15,-1-3 1-15,-4-1 11 16,-3 0 16-16,0 1 0 16,-7 2-5-16,-3 0-9 15,1 3-4-15,-3 2-8 16,-1 1-7-16,1 2-5 16,-1 0-1-16,0 3-8 0,0 8 2 15,0 2 5-15,0 8 3 16,0 0 1-16,0 3-2 15,1 1 1-15,3 2-1 16,-2-3 1-16,0 2-1 16,-2-2 3-16,0-1-3 0,-3-1 0 15,-11 0-22-15,-7 0-22 16,-11-2-22-16,-5 3-30 16</inkml:trace>
  <inkml:trace contextRef="#ctx0" brushRef="#br0" timeOffset="-147357.35">23245 17832 227 0,'0'0'-19'0,"0"0"19"0,0 0 4 0,0 0 11 16,-21-38 1-16,10 34 2 15,-3 2 5-15,0 2-1 0,-2 0-8 16,0 3-4-16,-3 8-7 15,2 2-1-15,0 4-1 16,3 5-1-16,-2 2 2 16,6 3-1-16,2 3-2 15,5-1 2-15,1 3-2 0,2-4 1 16,2 2 0-16,6-3-1 16,3-5 0-16,3-2 1 15,1-5-2-15,1-4 0 16,1-5 1-16,1-3 1 15,2-3 0-15,-3 0-4 0,-1-9-6 16,0-4-10-16,-3-4 3 16,0-3 5-16,-4-1 8 15,-3-3 4-15,2 1 1 16,-5 1 1-16,0 3 9 16,-1 3 8-16,2 6 1 15,-2 2-1-15,-1 5-4 0,5 0-12 16,0 3-3-16,2 0 0 15,2 0 1-15,2 8-1 16,0-2 0-16,0 6 0 16,-4 0-1-16,1 1-1 0,-3 0-10 15,0 0-18 1,-3-5-25-16,-2-2-72 0</inkml:trace>
  <inkml:trace contextRef="#ctx0" brushRef="#br0" timeOffset="-147046.14">23433 17947 334 0,'0'0'7'0,"0"0"-2"0,42-20-3 16,-24 16-2-16,2 3 1 16,-7 1-2-16,0 4-2 0,-4 6-12 15,-2 1 2-15,-4 5 4 16,-1-2-1-16,-2 1 4 15,0-3-1-15,0-3-8 16,-4-2 10-16,1-3 4 16,-1-4 3-16,0 0 12 0,3-1 10 15,0-9-8-15,0-5-2 16,1-2 1-16,0-4-7 16,0-1 0-16,7-1-5 15,4 0-3-15,2 3-8 16,1 3-14-16,2 4-12 0,-1 3-16 15,-1 4-67-15</inkml:trace>
  <inkml:trace contextRef="#ctx0" brushRef="#br0" timeOffset="-146695.23">23808 17836 257 0,'0'0'91'15,"0"0"-88"-15,0 0-1 16,0 0-1-16,0 0-4 0,-46 0 3 16,32 2 1-16,3 9 1 15,0 1-2-15,3 0 1 16,0 3-2-16,4-4-4 16,3 1-22-16,1-3-29 15,0-3-15-15,0-5 10 0,7-1 27 16,3 0 19-16,2-5 20 15,-1-5 31-15,1 1 5 16,-3-2 16-16,1 4-12 16,-3-2-17-16,1 3-8 15,-3 3-5-15,0 2-7 16,0 1-6-16,0 0-4 0,4 3 0 16,1 4-1-16,1 2-17 15,3-4-31-15,-1-3-34 16</inkml:trace>
  <inkml:trace contextRef="#ctx0" brushRef="#br0" timeOffset="-146070.12">24024 17786 321 0,'0'0'2'15,"0"0"-2"-15,0 0-1 0,0 0-1 16,-48-19-3-16,32 19 0 15,3 10 6-15,-3 6-1 16,3-1 0-16,1 3-1 16,5-2-7-16,3 0-12 15,3-2-8-15,1-3 5 0,3-3 5 16,6-4 9-16,5-1 8 16,1-3 3-16,0-2 4 15,1-8 5-15,0-4 3 16,0-4-1-16,-1-5 2 15,-3-2-3-15,0-3-6 0,-5-2-2 16,-1-2 4-16,-2-1 4 16,-2 3 4-16,-1-1 1 15,-1 4-3-15,0 4-2 16,0 5-6-16,0 2-3 16,0 6-2-16,0 5-2 0,-1 2-4 15,0 3-1-15,-1 8-8 16,-1 7 10-16,-1 7 1 15,1 5 5-15,0 5-1 16,0-1-1-16,3 2 1 16,0-2-2-16,0-3 2 0,0-5-2 15,4-2 1-15,5-4-1 16,0-6-1-16,3-1 0 16,1-5 1-16,2-4-1 15,0-1 2-15,1 0 1 16,-1-9-2-16,1-3 0 0,-2-2 2 15,-1-1 0-15,-5 0 1 16,-1 6 0-16,-2-1 0 16,-3 6-1-16,0 0 0 15,0 4 2-15,-2 0-4 16,0 4-2-16,0 5 3 16,0 2 0-16,0 2-1 0,0-2-25 15,0-4-34-15,0-7-82 16</inkml:trace>
  <inkml:trace contextRef="#ctx0" brushRef="#br0" timeOffset="-145935.27">24237 17635 393 0,'0'0'16'0,"0"0"-16"0,0 0-15 15,-2-43-19-15,2 43-17 16,2 0-34-16,-2 0-25 0</inkml:trace>
  <inkml:trace contextRef="#ctx0" brushRef="#br0" timeOffset="-145322.3">24328 17743 345 0,'0'0'3'16,"0"0"-3"-16,0 0 0 15,0 0-10-15,23-41 4 16,-23 34-3-16,0 2 13 0,-5 5 1 16,-3 0 3-16,1 3-6 15,0 10 0-15,-1 3-2 16,2 3 1-16,0 1 0 16,4-1-1-16,2-1-1 0,0-5 1 15,0 2 1-15,8-5 0 16,1-4-1-16,2-3-5 15,3-1-7-15,0-2-14 16,1-2-20-16,-1-9-34 16,0-4 11-16,0-2 23 15,-3 0 43-15,-1 2 40 16,-5 1 28-16,1 2 1 0,-4 4-10 16,-1 3-15-16,0 1-12 15,0 4-9-15,3 0-12 16,0 0-5-16,0 0-4 15,2 9 1-15,1-1 0 16,-1 4 1-16,0-1-1 0,-1 2-1 16,-2-2-4-16,1-1-9 15,-2-3-4-15,-2-4-11 16,0 0-1-16,0-3 0 16,0 0 23-16,-6-3 10 0,5-7 7 15,-1-4 12-15,2-3-3 16,0 0-5-16,6-2-6 15,2 4 0-15,2 0-1 16,2 4-2-16,-4 6 0 16,1 3 0-16,3 2 3 0,-3 0-3 15,1 7-3-15,1 4 0 16,0 1-2-16,-2 2-2 16,-1 3-14-16,1-4-20 15,-4-3-40-15,-1-3-69 16</inkml:trace>
  <inkml:trace contextRef="#ctx0" brushRef="#br0" timeOffset="-145124.43">24655 17599 228 0,'0'0'119'0,"0"0"-114"0,0 0 4 0,0 0-10 16,0 0 0-16,0 0-1 15,0 0 2-15,0 45 0 16,0-20 0-16,0-1 0 16,0 3-3-16,0-3-28 0,0-5-35 15,0-5-67-15</inkml:trace>
  <inkml:trace contextRef="#ctx0" brushRef="#br0" timeOffset="-145024.35">24664 17750 218 0,'0'0'46'0,"0"0"-43"15,42-42-1-15,-23 27-3 16,1 1-43-16,0 0-171 16</inkml:trace>
  <inkml:trace contextRef="#ctx0" brushRef="#br0" timeOffset="-144049.34">22021 17902 47 0,'0'0'19'0,"0"0"17"0,0 0 3 0,0 0 2 15,0 0-12-15,0 0-13 16,0 0-8-16,42 1-4 16,-36-1-1-16,5 0 0 15,-1 0-1-15,7 0-1 16,4-5-2-16,3-1 1 0,7 0 1 15,5-4-2-15,4 0 2 16,4 0-1-16,5-1 4 16,8-4 18-16,6 0 3 15,9-2-4-15,7-4-7 16,4-3-8-16,8 1-4 0,3-3 0 16,0-2-1-16,4 1-1 15,1 0-1-15,-1 0-16 16,-2-1-20-16,-2 2-40 15,-7 2-66-15</inkml:trace>
  <inkml:trace contextRef="#ctx0" brushRef="#br0" timeOffset="-143329.15">23133 18349 33 0,'0'0'52'0,"0"0"-25"0,0 0 2 0,0 0 20 0,0 0 0 16,0 0-13-16,0 0-3 16,0 0-14-16,0 0-8 15,0 0-9-15,0 0-1 16,41-7-1-16,-20 2 0 16,6-1 0-16,4-3-1 15,7 1 1-15,6-4 0 0,3-2 1 16,6 0-1-16,3-2 4 15,6-2 8-15,5 0 7 16,4-1-8-16,6-1-2 16,3 2-5-16,5 1-3 0,4 1 1 15,-1 0-1-15,1 3 2 16,-3 2-3-16,-2 1-1 16,-4-2-23-16,-10 0-35 15,-8-6-122-15</inkml:trace>
  <inkml:trace contextRef="#ctx0" brushRef="#br0" timeOffset="-142242.5">21537 17374 152 0,'-9'0'6'0,"1"0"34"0,0-2-1 0,2 2-14 15,3 0-13-15,0 0-6 16,3 3-4-16,0 5-1 0,0 0-1 16,0 3 0-16,3-1-19 15,3-3-40-15,-2-6-38 16</inkml:trace>
  <inkml:trace contextRef="#ctx0" brushRef="#br0" timeOffset="-142106.92">21610 17366 281 0,'0'0'1'16,"0"0"-1"-16,0 0-3 15,0 0-1-15,20 49-17 16,-15-28-23-16,-2-2-59 0</inkml:trace>
  <inkml:trace contextRef="#ctx0" brushRef="#br0" timeOffset="-132774.48">24631 17138 122 0,'0'2'79'0,"0"-2"-35"0,1 0-7 0,0 0-24 15,-1 0-7-15,1 0-4 16,0 0-1-16,-1 0 0 16,4 0 0-16,-4 0-1 15,0 2-1-15,0 8 1 16,2 0 1-16,-1 3-1 0,-1 3 0 15,2-1-9-15,0-1-26 16,-2-2-32-16,1-7-86 16</inkml:trace>
  <inkml:trace contextRef="#ctx0" brushRef="#br0" timeOffset="-132596.18">24689 17174 290 0,'0'0'8'16,"0"0"12"-16,0 0-14 0,0 0-7 16,0 0 0-16,0 0 0 15,0 0-1-15,6 48-9 16,-5-29-13-16,1-2-34 16,-2-2-56-16</inkml:trace>
  <inkml:trace contextRef="#ctx0" brushRef="#br0" timeOffset="-130924.15">21971 17791 121 0,'0'0'-1'0,"0"0"-5"0,0 0 3 0,0 0-14 16,0 0 4-16,0 0 8 15,0 0 5-15,0 0 5 16,0 0 14-16,0 0 8 16,0 0 11-16,0 0-7 0,26 29-22 15,-26-26-6-15,0 0-3 16,-5 0 1-16,0 0 1 15,-2 1 4-15,0-2 11 16,-4 1 0-16,2-2-4 0,0 0-2 16,-4-1-8-16,2 0-2 15,-3 0-2-15,0 0 0 16,-2-5-9-16,-3-1 0 16,-1-3 8-16,-3-4 2 15,1-3 3-15,0-4 6 0,1-3-1 16,1-2-1-16,2-3-6 15,3-4 2-15,3-1-4 16,2 1 0-16,5-1 3 16,-1 1 0-16,3 4 0 15,1 0 2-15,2 7 0 16,0-1 1-16,0 3-2 0,2 0-2 16,7 1-1-16,-1 1 0 15,3-2 0-15,1 3 0 16,1 1-1-16,1 0 1 15,-1 3-1-15,0-1-1 16,1 3-2-16,0 0 2 0,2 3 0 16,0-3 0-16,3 3-2 15,0-3 0-15,0 2 3 16,4 0-1-16,-1 1 1 16,-2 0 2-16,2-2-1 15,-1 3 0-15,0-2 0 0,2 0 0 16,2-2 0-16,4 2 0 15,4-4 1-15,-1 1-2 16,3-2 0-16,1 1-10 16,1 0 8-16,2 1 2 0,-3-1 1 15,0 1 0-15,1 0 3 16,2-1 0-16,1-1 0 16,2-1-2-16,5 1-1 15,4-1 0-15,1 0 0 16,2 1 0-16,2 0 1 15,4 0-1-15,-3 0 0 0,-1 0 0 16,1 0 0-16,-1 0 0 16,-1 3 0-16,0 0 1 15,-3 0 1-15,3 0 0 16,1 2 0-16,2-2-2 16,2 1 1-16,1-1-1 0,0 1 0 15,0 0 0-15,-1 2 1 16,-4 1-1-16,-4 1 0 15,-3 2 0-15,-7 1 2 16,-6 0-2-16,-3 1-2 16,-4 1 4-16,-2 0-4 15,0 0 2-15,0 0 0 16,0 5 2-16,-5 0-4 0,3 4 2 16,-1 2 0-16,-3 3 0 15,-2 3-1-15,-2 3 0 16,-2 6 2-16,-1 4 2 15,-4 2-2-15,-3 2-1 0,1 1 1 16,-3-3 0-16,0 2 0 16,-3-3 0-16,1-2 1 15,-3-1-2-15,0 1 2 16,0 1-2-16,0-1-2 0,-11 1-1 16,-3 1-5-16,-2-3-4 15,-6-1-5-15,0-2-1 16,1-2-20-16,1-5-20 15,-2-4-32-15</inkml:trace>
  <inkml:trace contextRef="#ctx0" brushRef="#br0" timeOffset="-126071.08">24602 16702 82 0,'0'0'43'0,"-3"0"-16"0,-3 0 0 0,-1 0-1 16,2-2-7-16,1 1-8 15,0-1-7-15,3 0-1 16,-1 2 6-16,2-2-4 16,0 2-2-16,0 0-1 15,0 0-7-15,0 0 3 0,0-1-8 16,0 1 1-16,0-1-4 16,0 0 6-16,5 1 10 15,1 0 0-15,4-2 0 16,0 2 0-16,-1 0 1 15,1 0-3-15,0 0 2 16,1 0-1-16,-1 0-1 0,1 5-1 16,0 2 1-16,2 3-1 15,-1 2 1-15,0 0-1 16,0 4-1-16,-5 0 1 16,1 1-1-16,-2-1 1 0,-4 2-1 15,0 0 3-15,-2-1 0 16,0 3-1-16,0 1-2 15,0 2 3-15,-7 2-1 16,0 1 2-16,1 1-1 16,-2-1 1-16,2 2 2 15,1-1-1-15,1-1 1 0,3-2-1 16,1 2 1-16,0-1-4 16,5-1 0-16,3 0 1 15,1-2-2-15,3-4 0 16,2-2-2-16,0-5 1 15,4-2 1-15,-1-3 0 0,6-2 1 16,1-2-1-16,-1-2 2 16,-2 0-1-16,-2 0-1 15,-5 0-1-15,-5 0 1 16,-3 0 0-16,-6 0-1 16,0 0-1-16,0 3 1 0,-4 2 4 15,-4 4-3-15,-1 0 0 16,1 5 0-16,1 3 1 15,-2 0-1-15,4 6 0 16,3 4 0-16,-2 2 1 16,2 3-2-16,2 2 0 0,0 0 0 15,0 2 0-15,4-2 0 16,0 0 1-16,-1-1 0 16,2-2 1-16,-1 1-2 15,-2 0 2-15,-1-3-1 16,0 0 0-16,-1 1 1 0,0 0 1 15,0-2 2-15,0 3 3 16,0 3 0-16,-4-2-3 16,-7-3-4-16,-1 1 1 15,-4-3-1-15,-3 0-1 16,-4-4 1-16,-4-4 0 0,-5-1 1 16,-1-2-2-16,-4-4-14 15,-6-2-19-15,-1-7-64 16</inkml:trace>
  <inkml:trace contextRef="#ctx0" brushRef="#br0" timeOffset="-122339.47">19510 4387 53 0,'0'0'14'0,"0"0"6"0,0 0 2 0,0 0-15 15,0 0 7-15,0 0 5 16,6-41-6-16,-5 34-7 16,0-1-3-16,0 3 0 15,1-1 3-15,-2 2-3 16,0 1 1-16,0 1 7 0,0 0 1 15,0 2-3-15,0 0-4 16,0 0-6-16,0 0-3 16,0 0 3-16,2 5 0 15,-1 1-2-15,1 1-1 16,0 0 0-16,0-1 3 0,2 0 1 16,-2 0 0-16,0-2 1 15,0 0 1-15,2-1-2 16,0-2 1-16,0-1 1 15,2 0 1-15,2 0 11 0,3-7-5 16,2-6-5-16,4-1 3 16,2-7 2-16,5-2 2 15,3-4-3-15,2 0-4 16,1-3-3-16,0 2-1 16,0 0-13-16,-5 3-84 15</inkml:trace>
  <inkml:trace contextRef="#ctx0" brushRef="#br0" timeOffset="-122012.09">19563 4307 219 0,'0'0'12'0,"0"0"-4"0,0 0-11 15,0 0 11-15,0 0-1 16,52-33-3-16,-25 12-2 16,6-6-2-16,0-10-115 0</inkml:trace>
  <inkml:trace contextRef="#ctx0" brushRef="#br0" timeOffset="-110594.37">23407 14965 100 0,'0'-2'10'0,"0"2"21"0,0 0-9 0,0 0-5 16,0 0-12-16,0 0-5 16,0 3 2-16,0 6 0 15,0 2 2-15,0 0 6 16,0 2-2-16,0 3-5 15,2 1-1-15,3-2-2 0,-3 1 1 16,1 0-1-16,0-2 0 16,-1-2 2-16,2 1 3 15,-1-2 0-15,3-1 1 16,1-1-3-16,1 1-2 16,0-3 1-16,2 0-2 0,0-1 1 15,1-2 1-15,0-1-2 16,2 0 1-16,-1-3 3 15,1 0 1-15,2 0-2 16,-1 0 1-16,3 0-1 16,0-3-3-16,-2 0 0 15,-2 1 0-15,2-1 0 0,-3 1 0 16,-1-2-6-16,-6 0-48 16,-1-2-72-16</inkml:trace>
  <inkml:trace contextRef="#ctx0" brushRef="#br0" timeOffset="-110372.92">23472 15125 171 0,'0'0'22'0,"0"0"16"0,0 0-21 0,0 0-7 15,0 0-4-15,0 0-5 16,0 0-1-16,46-24-1 16,-34 20-11-16,-2 1-28 0,0-3-30 15,-3 1-22-15</inkml:trace>
  <inkml:trace contextRef="#ctx0" brushRef="#br0" timeOffset="-110224.05">23453 14938 205 0,'0'0'1'15,"0"0"5"-15,0 0-1 16,0 0-7-16,46-20-40 0,-23 17-86 16</inkml:trace>
  <inkml:trace contextRef="#ctx0" brushRef="#br0" timeOffset="-109975.17">23683 15015 195 0,'0'0'19'0,"0"0"-29"16,0 0 12-16,0 0-2 15,0 0 3-15,49 46-2 16,-34-34 0-16,0-1-1 16,-1 1 1-16,1-1-1 15,-1-2 0-15,1 0 0 0,0-3-1 16,-3-3-44-16,-1-3-25 16</inkml:trace>
  <inkml:trace contextRef="#ctx0" brushRef="#br0" timeOffset="-109761.31">23801 15007 195 0,'0'0'13'16,"0"0"-8"-16,0 0-3 15,0 0-1-15,0 0-1 0,-34 53 1 16,26-32-1-16,-6 2 0 15,3-2 1-15,0-1-1 16,2 0 0-16,3-1-5 16,3-4-26-16,-1-5-36 15</inkml:trace>
  <inkml:trace contextRef="#ctx0" brushRef="#br0" timeOffset="-109491.25">23956 15042 138 0,'0'0'74'0,"0"0"-72"16,0 0-4-16,0 0 3 0,2 46-1 15,-1-26 1-15,0 4 0 16,1 2-1-16,2-1 0 15,-3 1 1-15,1 1-1 16,3-5 0-16,-2-1 0 16,0-3 1-16,-1-1-1 0,-1-5-3 15,0-5-50-15,-1-6-38 16</inkml:trace>
  <inkml:trace contextRef="#ctx0" brushRef="#br0" timeOffset="-109192.05">23937 15033 232 0,'0'0'15'16,"0"0"-12"-16,0 0 4 16,46-40-2-16,-30 35-3 0,5 3-2 15,-5 2 1-15,0 0-1 16,-1 0 0-16,-2 2-1 15,-1 7 1-15,-4 1 0 16,-2-1-2-16,-4 6-1 0,-2-3-1 16,0-1 0-16,-7-2 2 15,-5-2 1-15,-3 0-3 16,-3-3 7-16,1-1-1 16,-2 0 0-16,-1-2-1 15,6-1-2-15,2 0-33 16,5 0-53-16</inkml:trace>
  <inkml:trace contextRef="#ctx0" brushRef="#br0" timeOffset="-108880">24145 14795 160 0,'0'0'23'0,"0"0"-21"15,0 0 1-15,0 0-2 16,0 0 1-16,0 0 3 16,14 49 1-16,-10-33 7 0,1-1 1 15,1 4-4-15,-1-1-4 16,1 1-2-16,0-2-3 15,-1 0 0-15,1 1 0 16,-2-3-1-16,0 0-10 16,1-5-26-16,0-1-40 0,0-7-47 15</inkml:trace>
  <inkml:trace contextRef="#ctx0" brushRef="#br0" timeOffset="-108559.4">24306 14976 268 0,'0'0'6'16,"0"0"-14"-16,0 0 9 15,0 0-1-15,0 0 1 16,0 0-2-16,14 40 1 16,-10-29 0-16,1-2 0 0,1-2 0 15,2-2 0-15,2-1-1 16,-3-2-1-16,3-2 3 15,1 0 2-15,-2-6-2 16,-1-2 0-16,-1-1 0 16,-3-2 3-16,-3 0 4 0,-1 0 10 15,0 1-6-15,-1 1-2 16,-8 1-7-16,2 2 1 16,-4 4-7-16,-1 2 1 15,2 0-20-15,1 6-13 16,1 4-7-16,2-3-54 0</inkml:trace>
  <inkml:trace contextRef="#ctx0" brushRef="#br0" timeOffset="-107862.4">24551 14945 293 0,'0'0'4'0,"0"0"-3"15,0 0-2-15,0 0-1 16,0 0-7-16,0 0-5 0,0 0 10 16,-47-2 5-16,33 13-1 15,2 1-1-15,2 2 1 16,4-2 1-16,2-2-2 16,4-3-3-16,0-1-2 15,10-2 5-15,2-4 1 0,2 0 2 16,4 0 0-16,0-9-2 15,-3-3 1-15,-1 0 1 16,-4-8-2-16,0 2 2 16,0-3 1-16,0-1-2 15,-3 0 3-15,-1-3-3 16,1 0 0-16,0 1-2 0,-5-1 0 16,0 4-4-16,-1 1-6 15,-1 3 6-15,0 4 3 16,0 2 0-16,-2 7 3 15,-1 2 0-15,-3 2 1 16,0 2 0-16,0 9-2 0,1 5 0 16,1 4 0-16,-3 1 0 15,4 3 0-15,1 0 0 16,2 0-1-16,0-1 0 16,0-2 2-16,4-2 1 15,4-2 0-15,-3-1-1 0,3-4 1 16,0-2 2-16,1-1-1 15,-2-3 1-15,3-1 2 16,-1-5 1-16,0 0 1 16,-1 0 2-16,3 0-1 15,-3-5 2-15,-1-3-2 16,1-3-6-16,-1-2-1 0,-3 2-1 16,1 1 0-16,-3 1 0 15,-2 2-1-15,0 3 2 16,0 1 2-16,0 3-2 15,0 0-4-15,0 5 2 0,1 4-1 16,3 2 1-16,1 3 0 16,2-2-1-16,4 1-6 15,2-1-20-15,1-4-32 16,-2-7-80-16</inkml:trace>
  <inkml:trace contextRef="#ctx0" brushRef="#br0" timeOffset="-107718.66">24774 14813 242 0,'0'0'3'0,"0"0"1"0,0 0-9 0,0 0-36 16,0 0-22-16</inkml:trace>
  <inkml:trace contextRef="#ctx0" brushRef="#br0" timeOffset="-107049.6">24821 14877 247 0,'0'0'3'0,"0"0"2"0,0 0-4 16,0 0-1-16,0 0-2 15,0 0-5-15,0 0 7 16,-1 25 1-16,3-16 1 16,1 1 0-16,-1 1-1 0,0-2-1 15,0-2 1-15,0 1-1 16,-2-2 0-16,2-3 0 16,-2-3-1-16,0 0 2 15,0 0 2-15,1-10-1 16,2-1 0-16,1-4 4 0,4-1-1 15,2 0-2-15,3 2-2 16,-2 1-2-16,1 4 0 16,-1 5 1-16,-2 4-2 15,-1 0 2-15,2 0-1 16,-1 9 1-16,0 3 0 0,2 1 0 16,0 1 0-16,0 0 0 15,2-1 0-15,-3-4-1 16,2-4-8-16,-4-1-3 15,2-4 8-15,-3 0 4 16,1-2 2-16,0-8 2 16,-2-3 3-16,-1 0-1 0,1-4-4 15,-3 3-1-15,-2-1-1 16,-1 3 1-16,0-1-1 16,-4 5 0-16,-5 2-1 15,-1 5 3-15,-2 1-3 0,1 0 1 16,0 3 1-16,0 6-1 15,6 3 0-15,1-1 0 16,4 3-2-16,0-1 0 16,2 3 1-16,7-2 2 15,3 2 0-15,-2-2 1 0,-1 1-1 16,2 2-1-16,-4-2 1 16,-4 2-1-16,-3 1 0 15,0-1 1-15,-13 4-3 16,-11 0-9-16,-11 1-16 15,-12 3-44-15</inkml:trace>
  <inkml:trace contextRef="#ctx0" brushRef="#br0" timeOffset="-106352.75">23835 15539 120 0,'0'0'10'0,"0"0"11"0,0 0 14 16,0 0-4-16,0 0 0 16,-44-27-5-16,32 22-2 0,1 3-12 15,-2 2-10-15,3 0-2 16,-3 4 0-16,2 6-1 15,4 2 1-15,0 1-1 16,5 4 0-16,-1-3-4 16,3 0-2-16,3-2-1 0,2-1 0 15,5-5 1-15,4 1-3 16,-3-5-6-16,-1-2-6 16,3 0 6-16,-3 0 16 15,0-9 1-15,-3-1 2 16,2 0 5-16,-3-1 9 0,0 1-3 15,0 1 1-15,-2 1-2 16,0 2 1-16,-3 3-2 16,1-1-3-16,1 4-7 15,-1 0-2-15,3 0-1 16,-4 7-3-16,3 2 6 0,3 3-2 16,-5 2 1-16,2 4-1 15,-1-1 1-15,-1 1-1 16,0 2 0-16,-2-1 0 15,0-1 0-15,0-1 0 16,-4-1-2-16,-5-1-1 16,-2-2 0-16,-3-1-4 0,0-2-6 15,-1-2-14-15,2-4-9 16,-1-4-39-16,3 0-15 16</inkml:trace>
  <inkml:trace contextRef="#ctx0" brushRef="#br0" timeOffset="-106016.72">23918 15547 234 0,'0'0'3'0,"0"0"1"0,0 0 0 0,38-3-4 0,-28 5 0 16,-2 6-1-16,-1 1 1 15,0 2 4-15,0 1-2 16,-2 0 0-16,2-2-2 16,-4 0 0-16,-1-3 0 0,0 0 0 15,-2-5-3-15,0 0-1 16,0-2 6-16,0 0 6 16,0 0 12-16,0-4 7 15,0-6-4-15,0-2-6 0,0-3-9 16,0 0 3-16,8-1-9 15,4-1-2-15,0 4-10 16,5 2-19-16,1 1-19 16,-1 4-50-16</inkml:trace>
  <inkml:trace contextRef="#ctx0" brushRef="#br0" timeOffset="-105646.89">24222 15537 244 0,'0'0'24'0,"0"0"-2"16,0 0-1-16,0 0-19 16,0 0-3-16,0 0 1 15,0 0 0-15,-43 2 0 16,30 6 3-16,1 2-2 16,4-1-1-16,3 2 1 0,1 0-2 15,4 0 1-15,0-2-1 16,0-2-4-16,2 0-1 15,5-4-7-15,0-3 2 16,2 0 3-16,3 0 7 16,-5-7 4-16,4 0-1 0,-2-3 2 15,-1 0 6-15,0 3 3 16,-2 0 1-16,-1 3-4 16,-4 1 0-16,1 3-6 15,0 0-4-15,1 0-1 16,2 0 0-16,1 6-1 15,5-1-10-15,-1 2-10 0,4-4-9 16,-1 1-18-16,2-4-66 16</inkml:trace>
  <inkml:trace contextRef="#ctx0" brushRef="#br0" timeOffset="-105021.21">24463 15515 224 0,'0'0'8'16,"0"0"27"-16,0 0-5 15,0 0-26-15,0 0-4 16,0 0 1-16,-42-22-1 16,28 29 2-16,0 2-1 15,2 1 0-15,2 1-1 0,5 0 1 16,0 0-2-16,4-2-1 16,1-1-7-16,0-2-3 15,0-1-13-15,6-4 3 16,-1-1 4-16,4 0 1 0,-1 0 4 15,2-8 10-15,0-2 4 16,0-2 11-16,1-3 9 16,1-5 1-16,-1-1-6 15,1-2-6-15,0-5-7 16,-2-1-2-16,1-2 0 0,-2 2-2 16,-3 4-2-16,-2 1 1 15,-1 5 1-15,-3 5 2 16,0 6 4-16,0 2 2 15,0 6-3-15,-3 0-5 16,-5 4 3-16,3 10-2 0,-1 3 0 16,-1 5 0-16,2 3 1 15,2 4-1-15,2 0 0 16,1-2 1-16,0-1-1 16,0-2 0-16,0-3 0 15,4-3 1-15,2-6-1 0,2 0 0 16,-3-5 0-16,3-1 0 15,1-4 0-15,0-2 0 16,0 0 2-16,0 0-2 16,2-7 2-16,-1-4-1 15,0-1-1-15,0 0 0 16,-2-1 1-16,-1 1-1 0,-3 4 6 16,-2 1 13-16,0 4-9 15,-2 0-1-15,0 3-8 16,2 0-3-16,-1 0-1 15,1 7 1-15,3 0-5 16,1 1-13-16,-1-3-17 0,1-2-44 16</inkml:trace>
  <inkml:trace contextRef="#ctx0" brushRef="#br0" timeOffset="-104885.15">24639 15358 301 0,'0'0'1'0,"0"0"-1"0,0 0-13 16,0 0-41-16,0 0-58 15</inkml:trace>
  <inkml:trace contextRef="#ctx0" brushRef="#br0" timeOffset="-104593.78">24717 15462 155 0,'0'0'127'16,"0"0"-125"-16,0 0 3 15,0 0-3-15,0 0-2 16,0 0-8-16,0 0 4 16,21-40 3-16,-30 36 1 0,2 2 3 15,-5 2 0-15,2 0-1 16,1 0-2-16,3 9 2 15,-1-1-2-15,4 4 0 16,1 1-2-16,2-1 2 16,0 0 0-16,1-4-2 15,8 2-2-15,-1-3-4 0,1-4-8 16,3-1-16-16,0-2-46 16,-3 0-26-16</inkml:trace>
  <inkml:trace contextRef="#ctx0" brushRef="#br0" timeOffset="-104237.11">24787 15392 206 0,'0'0'16'0,"0"0"13"15,0 0-18-15,0 0-6 16,0 0-4-16,46 13 1 16,-37 1-1-16,-1 3 0 0,-3-1 1 15,0 0-1-15,-3-2-1 16,-1-3 0-16,-1 0-1 15,0-3-2-15,0-4-1 16,-3 0-2-16,-2-4 3 16,1 0 7-16,0 0-1 15,0-1 1-15,3-8-1 0,1-1 1 16,0-4-1-16,0-2-2 16,9-2-2-16,1-1 0 15,3 2 3-15,0 0-3 16,1 6 1-16,-3 4 0 15,0 1 0-15,-1 6 2 0,0 0-2 16,-6 0 1-16,1 9 0 16,1 4-1-16,-5 1-4 15,-1 0-20-15,0-3-39 16,0-2-47-16</inkml:trace>
  <inkml:trace contextRef="#ctx0" brushRef="#br0" timeOffset="-104025.24">24979 15334 251 0,'0'0'5'15,"0"0"18"-15,0 0-3 16,0 0-12-16,0 0-9 16,0 0 1-16,0 0 1 15,6 43 0-15,-6-19 0 0,0 0-1 16,1 0 1-16,0-3-1 15,2-2-5-15,-3-1-32 16,0-5-25-16,0-4-70 16</inkml:trace>
  <inkml:trace contextRef="#ctx0" brushRef="#br0" timeOffset="-103904.22">24938 15465 125 0,'0'0'118'16,"0"0"-108"-16,18-46 6 15,-1 32-15-15,1 1-4 0,-1-2-47 16,1-2-75-16</inkml:trace>
  <inkml:trace contextRef="#ctx0" brushRef="#br0" timeOffset="-103119.95">25119 14620 112 0,'0'0'2'0,"0"0"7"16,0 0-2-16,37-5-3 15,-28 5-3-15,0 0 0 16,-1 8 0-16,1 1 1 16,-4 3 0-16,-1 1 3 0,1 1 0 15,-3 4 2-15,-2-1-2 16,0 3 0-16,0 0 3 16,-2 0-2-16,-7 1-1 15,2-1-3-15,-1 0 0 16,3 0 2-16,-1-2-1 0,3 0-1 15,3-3 1-15,0 1-1 16,0-4 2-16,1 0 2 16,9-2 3-16,-3-3-1 15,3 0 0-15,1-3-5 16,-3-1-2-16,-1-1-1 0,-3-2 3 16,-1 2-2-16,-2 0-1 15,-1 2 0-15,-1 3-4 16,-7 2 4-16,-1 3 1 15,-4 3 1-15,0 3-1 16,2 3-1-16,1 2 1 16,0 0 0-16,1 2-1 0,2-2 0 15,4 1 1-15,-1-1-2 16,4 0 2-16,0-2-1 16,0-1 0-16,0 0 1 15,0-2 1-15,0-1 0 16,0 0 0-16,0-1 1 0,-2-2 1 15,-5 0 0-15,-3 3-1 16,-4-1-1-16,-1 1 0 16,-6 2-3-16,-2 2 0 15,-7 0-31-15,-2 1-77 16</inkml:trace>
  <inkml:trace contextRef="#ctx0" brushRef="#br0" timeOffset="-102699.92">23959 15886 141 0,'0'0'11'0,"70"-11"45"0,-27 3-24 0,5-2-8 16,2 0 6-16,3 0-7 0,1 0-9 16,2 1-8-16,1-2-4 15,0 4-2-15,-5 0-1 16,-5-2-12-16,-4 4-18 16,-9 0-13-16,-11 4-6 15,-9 0-21-15,-11 1 9 0</inkml:trace>
  <inkml:trace contextRef="#ctx0" brushRef="#br0" timeOffset="-102494.36">24043 15956 239 0,'0'0'14'16,"0"0"11"-16,0 0-6 15,0 0-17-15,0 0 12 0,51 3 4 16,-4-6-9-16,20-3-3 16,15-1-3-16,11-5-3 15,13-5-26-15,7-7-253 16</inkml:trace>
  <inkml:trace contextRef="#ctx0" brushRef="#br0" timeOffset="71818.38">4515 3645 20 0,'-4'-5'26'0,"-1"2"6"0,0 0-11 0,-1-1-3 15,0 1-2-15,1-1-4 16,-4 2-2-16,4-2 0 0,-1 4-2 16,3-3-2-16,-1 3 0 15,0-1-5-15,0 1-2 16,0 0-5-16,2 1-1 16,-2 9-6-16,0 6 8 0,2 5 0 15,1 6 3-15,1 7-1 16,0 10-2-16,0 4 4 15,7 9-1-15,7 6 3 16,-1 5-2-16,3 3 2 16,-1 1 0-16,3-1 0 15,-3-1 0-15,0 1 0 0,-3 0 0 16,-1 0-1-16,-3 1 0 16,-2 2-1-16,-4 4-1 15,3 3 0-15,-3 2 4 16,2 2 0-16,2 3-1 15,2 7 2-15,1 3-2 0,-1 3 1 16,4 4-1-16,-3 1 2 16,4-5 0-16,-3-4-1 15,1-7-4-15,2-7 1 16,0-9 4-16,-2-3-3 16,-1-2-2-16,0-1 2 0,-1-2 4 15,1-5 5-15,-6-4-6 16,-2-7 1-16,-1-8 3 15,-1-5-1-15,0-5 1 16,0-7 1-16,-3-2-1 16,-1-3-4-16,-1-5-2 0,2-2 0 15,1-4 0-15,0-2 1 16,0-3 1-16,-3 0-1 16,1-1 0-16,2 0 1 15,-5-1-3-15,2 0 1 16,-1-2-4-16,-1 0 2 0,1 0 2 15,-1 0 0-15,0 0 0 16,0 0 0-16,1 0-1 16,0 0 2-16,3 0-2 15,-2 0 1-15,3 0-1 16,-2 0 0-16,3 0 0 0,-1 0 0 16,2 0-1-16,-2 0-8 15,2-1-11-15,0-2-25 16,0-4 8-16,2-4-9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5-12-14T05:53:15.7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14624 15641 85 0,'0'0'11'0,"0"0"1"0,0 0-8 15,0 0-3-15,0-3 0 0,0 3 0 16,0 0 0-16,0-1 3 16,0 0 4-16,0 1-1 15,0-2-5-15,0 2-1 16,0 0-2-16,0 0 0 16,0 0 1-16,0 0-1 0,0 0-2 15,0 0 0-15,0 0 1 16,0 0 0-16,0 0 2 15,3 4 0-15,-1-1-1 16,1 1 1-16,0 0-1 16,1 1 1-16,-1-1 0 15,0-1 0-15,1 0 0 0,-2-2 0 16,0-1 0-16,3 0 2 16,3 0 7-16,2-8 22 15,9-7-1-15,4-5-16 16,10-7-8-16,11-8-3 0,8-10-2 15,7-11 1-15,8-11-6 16,6-11-93-16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56:19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16910 10916 165 0,'0'-6'-3'0,"0"0"2"0,0-1 1 0,0 3 4 0,0 0-4 16,0 1 12-16,0 0 14 16,0 0-3-16,-2 3-5 15,-2 0-7-15,-2 0-17 0,3 7 9 16,-6 2-1-16,4 2-1 15,-1 2 0-15,2 2 0 16,2 0 0-16,1-1-1 16,1 0 1-16,0-1 1 15,0-5 1-15,3-2 0 0,5 0 4 16,-3-2-3-16,4-4 0 16,-2 0 0-16,1 0 1 15,-2-3 1-15,2-4 0 16,-2-4 0-16,1-2 2 0,-5-1-2 15,0-2 1-15,-1 2-5 16,-1 1 2-16,0 3-1 16,0 0 2-16,-5 3-2 15,-2 1-2-15,-1 2 0 16,-2 3-1-16,-2 1-1 16,1 0-2-16,3 4-2 0,-2 2-22 15,2-2-80-15</inkml:trace>
  <inkml:trace contextRef="#ctx0" brushRef="#br0" timeOffset="811">16987 12425 133 0,'0'0'24'0,"0"0"17"0,0 0-12 0,0 0-14 0,0 0 0 16,0 0 4-16,0 0-7 15,0 0-7-15,0 0-3 16,0 0 0-16,0 0-9 15,0 0 8-15,-25 19 0 16,23-5 0-16,2-3 0 0,0 0 0 16,0-2-1-16,0-4 0 15,2-1-2-15,2-2 0 16,1-2 1-16,3 0 6 16,-2-6 7-16,0-3-2 15,-1-4-2-15,-2 0-1 0,-2-2-4 16,-1 5-1-16,0 1-1 15,-6 2 0-15,-5 6-4 16,-3 1 1-16,2 0 4 16,-2 7-2-16,4 3 1 15,1 0 1-15,5 1-1 0,0-1-1 16,4 0 1-16,0-3-2 16,4-2-2-16,5-3 4 15,1-2-3-15,2 0 2 16,-3 0 2-16,0-4-1 15,1-3 2-15,-4-3-1 16,0 1-1-16,-4-6-4 0,-2 3-26 16,0-3-58-16</inkml:trace>
  <inkml:trace contextRef="#ctx0" brushRef="#br0" timeOffset="1666.14">16041 10999 257 0,'0'0'-2'0,"0"0"0"0,0 0 3 0,37-32 1 15,-23 25 0-15,-2 4-1 16,1 0 4-16,1 3-3 0,-1 0-1 16,0 7 0-16,-2 6-1 15,0 0-1-15,-1 2 2 16,-3 0 1-16,-1 0-3 15,-2-1 0-15,-4-2 0 16,0 1-1-16,0-2 1 0,-6 0-1 16,-1-5 4-16,-1 2 0 15,0-5 0-15,2-1 0 16,3-2 3-16,2 0 5 16,1-4-5-16,0-6-10 15,0-2 9-15,0-2-4 0,8-2-1 16,2-2-2-16,0-1-2 15,1 2 0-15,-1 3-1 16,-3 1 2-16,-3 6 5 16,0 3 0-16,-4 1 7 15,0 3 5-15,0 0-6 16,0 0-7-16,0 4 2 0,0 3-2 16,0 4 5-16,4-2-3 15,0 3-1-15,6-4 1 16,-2 3-2-16,4-3-1 15,2-4-14-15,-1-3-41 0,5-1-83 16</inkml:trace>
  <inkml:trace contextRef="#ctx0" brushRef="#br0" timeOffset="1800.63">16401 10987 318 0,'0'0'21'0,"0"0"-22"0,0 0-2 0,17 45 4 15,-5-22-1-15,1 5-15 16,-2 3-59-16,-3 5-173 16</inkml:trace>
  <inkml:trace contextRef="#ctx0" brushRef="#br0" timeOffset="2435.09">16250 12411 217 0,'0'0'15'16,"0"0"17"-16,0 0-17 16,0 0-18-16,-12-41 6 15,14 28-3-15,5 2 2 16,0-2 1-16,3 3-4 0,0 3 2 15,1 0 0-15,0 1-1 16,3 3 1-16,-1 3-2 16,0 0 1-16,-1 3-1 15,0 8 0-15,0 4-2 16,-5 0 1-16,1 2 0 0,-4 1 1 16,-1 0 0-16,0-3-1 15,-3 1 2-15,0-3 2 16,0-2-1-16,-4-1 1 15,0-3-1-15,2-1 0 16,-2-3 1-16,1-2 1 0,2-1 10 16,0 0 9-16,1-10-16 15,0-4 0-15,0-3-2 16,1-1 1-16,5-1-3 16,-1 2 0-16,2 3-1 15,-3 4-1-15,1 3 0 16,-1 4-1-16,0 3-1 0,1 0-5 15,4 0-8-15,-1 10-12 16,3-1-18-16,2 2-53 16,0 2 10-16</inkml:trace>
  <inkml:trace contextRef="#ctx0" brushRef="#br0" timeOffset="2683.97">16551 12479 101 0,'0'0'70'0,"0"0"-32"0,0 0-16 16,0 0-9-16,0 0-4 0,16-40-1 16,-8 35-4-16,0 1 0 15,0 4-3-15,-1 0 1 16,-1 5-2-16,-3 10 2 16,-1 4-2-16,-2 1 0 15,0 0-2-15,0 0 1 0,-3-6 2 16,3-4 12-16,0-4 0 15,0-6-4-15,18 0-9 16,11-18 0-16,8-11-12 16,11-11-69-16</inkml:trace>
  <inkml:trace contextRef="#ctx0" brushRef="#br0" timeOffset="3488.15">19050 10108 159 0,'0'0'16'0,"0"0"11"0,0 0-5 0,0 0-14 16,0 0-3-16,0 0-2 15,0 0 6-15,0 0 6 16,-7-36-4-16,4 33-6 16,-5 3-1-16,1 0-4 15,-2 0 0-15,-5 0 2 16,1 9-3-16,0-1 1 0,-1 6 0 15,1 2 1-15,2 4-1 16,4 1 2-16,0 3-2 16,3-1 0-16,4-1 1 15,0-2-2-15,9-4-2 16,6-3 6-16,2-3-2 0,3-3-1 16,4-3 3-16,1-4 0 15,1 0-1-15,-1 0 0 16,-3-8 0-16,0-5-1 15,-6-2 0-15,-4-5 3 16,-2-2 7-16,-4-6-3 16,-3-1-1-16,-3 0-4 0,-1 0-2 15,-11 5 0-15,-3 6-3 16,-8 8-4-16,-7 8-4 16,-4 2-34-16,-3 9-82 15</inkml:trace>
  <inkml:trace contextRef="#ctx0" brushRef="#br0" timeOffset="4356.64">19329 11408 219 0,'0'0'33'0,"0"0"-17"0,0 0 2 15,0 0-15-15,-48-14-7 16,33 14 0-16,-5 7 0 15,0 6 1-15,3 1 1 0,0 5 5 16,4 2-1-16,2 2 0 16,4 1-1-16,5-3 1 15,2 2 0-15,0-6 2 16,6-1-1-16,6-4 1 0,1-4-1 16,3-3 1-16,0-5-1 15,3 0 5-15,2-1 1 16,-3-10-4-16,-1-4 2 15,-2-3 0-15,-2-5 2 16,-4-1 0-16,-3-4-1 16,-2 1 1-16,-4-1-9 0,0 5 1 15,-8 4-6-15,-4 8-7 16,-7 8-11-16,-5 3-12 16,-6 7-74-16</inkml:trace>
  <inkml:trace contextRef="#ctx0" brushRef="#br0" timeOffset="4941.55">19241 12714 161 0,'0'0'7'0,"-44"40"-1"0,27-19 9 0,3 4 6 0,6-2-3 16,4 0-4-16,4-3-3 15,1-2 0-15,9-1-3 16,5-6-4-16,2-2 0 0,5-5 7 16,-1-4-3-16,6 0 0 15,0-7-3-15,1-7-2 16,-1-6-1-16,-2-5-1 16,-4-4-1-16,-5 2 3 15,-4-1 6-15,-6 4-2 16,-3 2-2-16,-3 5-1 0,0 6 0 15,-7 2-2-15,-7 5-4 16,-3 4-3-16,-3 0-13 16,0 0-23-16,-2 4-61 15</inkml:trace>
  <inkml:trace contextRef="#ctx0" brushRef="#br0" timeOffset="5580.78">21348 10843 110 0,'0'0'10'0,"0"0"8"0,0 0 22 0,0 0 1 16,0 0-15-16,0 0-7 15,0 0 0-15,0 0-3 16,0 0-8-16,0 0-6 15,0 0-6-15,-5-5 3 16,5 17-1-16,0 2 4 16,0 2 0-16,0 1-2 0,2-2 1 15,6-3 0-15,0-2-1 16,3-7-1-16,1-3 3 16,1 0 9-16,-1-4 4 15,2-11-4-15,-1 0-4 16,-6-5 3-16,1 1-1 0,-4-3 6 15,-4 2-4-15,0 2-8 16,-5 5-5-16,-9 6-7 16,-3 7-18-16,-5 10-3 15,-5 17-29-15,-2 10-45 16</inkml:trace>
  <inkml:trace contextRef="#ctx0" brushRef="#br0" timeOffset="6020.89">21515 11721 231 0,'0'0'8'0,"0"0"6"0,0 0-2 15,-41-20-13-15,20 20-2 0,2 7 0 16,-3 8 9-16,6 6-3 16,0 2-2-16,5 3 1 15,5 0 0-15,4-2 2 16,2-3 2-16,0-2 5 15,11-6-1-15,5-3-5 0,3-5 0 16,2-5 6-16,4 0 0 16,2-3-1-16,-2-9-3 15,-3-5 2-15,-2-3-1 16,-7-6 2-16,-7-1-5 16,-4-1-5-16,-2-1-2 0,-4 4-5 15,-9 4-13-15,-3 4-8 16,0 6-14-16,0 4-103 15</inkml:trace>
  <inkml:trace contextRef="#ctx0" brushRef="#br0" timeOffset="6739.93">23468 10950 179 0,'0'0'36'0,"0"0"-14"0,0 0-8 0,0 0-1 0,0 0-10 15,0 0 0-15,0 0-1 16,0 0-2-16,0 0-2 15,0 0 2-15,-45-29-2 16,28 37 0-16,1 6 1 16,-4 1 2-16,3 5-1 0,3 3 2 15,2 1-2-15,3 0 1 16,3 0 0-16,6-1 3 16,0-4 1-16,9-1 0 15,7-5 2-15,1-2-3 16,5-6 2-16,3-3 3 0,0-2 3 15,1 0-3-15,-1-8-5 16,0-6-2-16,-6-3-1 16,-5-5 6-16,-2-1 4 15,-10-4 2-15,-2-3-2 0,-10-1-10 16,-13 4-4-16,-16 5-16 16,-12 3-17-16,-14 9-51 15</inkml:trace>
  <inkml:trace contextRef="#ctx0" brushRef="#br0" timeOffset="7794.01">17031 10886 110 0,'27'-13'2'0,"5"-5"-2"0,8-1 1 0,8-2 0 16,6-5-1-16,7-1 1 0,8-4 0 16,5 0 4-16,11-6 2 15,9-6 13-15,5-1 6 16,6-4-2-16,3-2-13 16,2 2-6-16,-3 1-2 15,-5 3-2-15,-6 4 0 0,-5 2 1 16,-16 7-2-16,-8 4-2 15,-13 5-1-15,-12 7-28 16,-15 6-41-16</inkml:trace>
  <inkml:trace contextRef="#ctx0" brushRef="#br0" timeOffset="8287.6">16959 11036 38 0,'0'0'140'0,"0"0"-147"0,0 0 7 0,37 0 4 15,-9 0 9-15,10 0-5 16,5 0-4-16,10 2-2 15,6 6-1-15,15 1-1 0,4 2 1 16,13 3-1-16,10 3 1 16,7 3-1-16,3 0 0 15,3 4 0-15,2 0 0 16,-4-1 1-16,-3 3 1 0,-1-2 3 16,-10 0 1-16,-8 0-4 15,-9 0-1-15,-8-4 0 16,-14 0-1-16,-9-3-2 15,-15-5-34-15,-10-4-42 16</inkml:trace>
  <inkml:trace contextRef="#ctx0" brushRef="#br0" timeOffset="8890.23">16869 12512 205 0,'0'0'5'0,"33"-37"-3"0,-9 9 5 0,7-5 2 16,8-10-1-16,6-8-4 15,8-8 4-15,9-12 1 16,7-12 2-16,9-12-2 15,8-11-1-15,6-11-4 16,11-8-3-16,6-4 0 0,0-2 1 16,3 5 2-16,-1 1 1 15,2 7-2-15,-4 4 0 16,-2 11 0-16,-5 3-2 16,-8 8 0-16,-8 10-2 15,-9 12-2-15,-11 8-20 0,-14 12-25 16,-13 14-74-16</inkml:trace>
  <inkml:trace contextRef="#ctx0" brushRef="#br0" timeOffset="10058.07">17047 10794 110 0,'24'14'18'0,"5"11"-18"0,5 15 0 15,9 10-1-15,5 15 1 0,6 13 0 16,4 16 0-16,7 8 0 16,4 9-3-16,8 7-6 15,8-3 3-15,5-6 5 16,5-8 2-16,5-6 9 16,6-10 12-16,5-9 16 0,2-4 4 15,2-4-9-15,-1-1-5 16,-2 0-15-16,-10-3-7 15,-6-2-5-15,-11 2-1 16,-15 0-11-16,-14-6-42 16,-20-4-71-16</inkml:trace>
  <inkml:trace contextRef="#ctx0" brushRef="#br0" timeOffset="10320.5">17189 12812 289 0,'55'-12'10'0,"18"-13"-10"16,21-7 2-16,24-3-2 16,14-2-2-16,7-2-26 0,3-3-95 15</inkml:trace>
  <inkml:trace contextRef="#ctx0" brushRef="#br0" timeOffset="12243.88">17965 13606 53 0,'0'-5'6'0,"-3"1"-2"0,2 0 16 15,-1 1-3-15,0 0 12 16,1 0 15-16,-1 2-1 16,2 0-16-16,-2-1-8 15,2 2-6-15,0 0-7 0,-2 0-7 16,0 7-2-16,1 6 6 15,0 0-5-15,-1 4 2 16,1 3 2-16,1 1-2 16,0 2 2-16,0-2-2 15,0-1 1-15,1 0-1 16,5-3 1-16,1-2-1 0,1-2 1 16,1-2 0-16,1-3 1 15,2-1-4-15,0-6 1 16,-3 1 1-16,4-2 3 15,-2 0-5-15,0-5 5 0,1-4-2 16,-4-3 1-16,1-1 0 16,1-4-2-16,-5 0 3 15,3 0-3-15,-4 0 0 16,0 0 1-16,1 4-1 16,-3 3 0-16,1 3 1 0,-2 3-1 15,-1 1 0-15,1 3 0 16,1 0-2-16,-1 0-5 15,3 7 1-15,0 3 7 16,1 3-1-16,3 0 1 16,2 0 1-16,0-2-1 0,2 0 0 15,2-2-1-15,-1-2 0 16,3-3 1-16,-3-2-2 16,3-2 0-16,-3 0 1 15,1 0 0-15,-2-6 0 16,0-4 2-16,-1-1 4 0,-2-3-2 15,-4 0 6-15,-1-1-2 16,-3-1-1-16,-1-2 7 16,0 1-5-16,-6-3-7 15,-4 1-2-15,-3 0-1 16,0 1-10-16,-1 3-19 16,0 2-1-16,1 3-10 0,-2 3-51 15</inkml:trace>
  <inkml:trace contextRef="#ctx0" brushRef="#br0" timeOffset="12563.96">18337 13097 190 0,'0'0'41'0,"0"0"-38"0,0 0 3 0,0 0-4 16,0 0-2-16,-41 15 1 0,31 7-1 16,1 8-1-16,-1 1 2 15,2 2 0-15,5-2-1 16,1 0 1-16,2-5-1 15,2-3 2-15,7-5-2 16,6-2-7-16,3-9-21 0,1-3-33 16,3-4-21-16</inkml:trace>
  <inkml:trace contextRef="#ctx0" brushRef="#br0" timeOffset="12748.15">18486 13226 242 0,'0'0'10'0,"0"0"-9"16,0 0-2-16,0 0 2 15,-4 46-1-15,0-28 0 0,3 1-1 16,-1-1-4-16,2-5-10 16,0-2-7-16,0-5-29 15,0-6-22-15</inkml:trace>
  <inkml:trace contextRef="#ctx0" brushRef="#br0" timeOffset="12947.35">18602 13068 78 0,'0'0'257'0,"0"0"-257"0,40-2 0 16,-23 2 0-16,2 10 0 15,-1 6-3-15,-2 6 1 16,-2 9-3-16,-1 8-2 16,-6 6-13-16,-7 8-29 15,0 5-80-15</inkml:trace>
  <inkml:trace contextRef="#ctx0" brushRef="#br0" timeOffset="13644.11">20142 13479 116 0,'0'0'131'0,"0"0"-131"0,0 0 0 0,-12 44 0 16,11-27 1-16,-1 3 0 0,-1 0 1 16,3 0 4-16,0-2 9 15,0-4-1-15,5 1-6 16,2-5-5-16,0-3-3 15,4-3 0-15,-4-4 0 16,3 0-2-16,-3 0 4 0,3-6 0 16,0-3 2-16,-4-3-2 15,1 5-1-15,-1 0-1 16,0 1-1-16,-1 6 1 16,1 0 0-16,1 0-2 15,2 9 1-15,0 2 4 0,2-1-3 16,3 1 1-16,-2-2-1 15,1-5 1-15,1-1-1 16,0-3 2-16,0 0 5 16,1-1-2-16,0-8 4 15,-3-4-2-15,-1-2 2 0,-4-2-2 16,-1-4-3-16,-6-2-1 16,0 0-3-16,0-1-1 15,-2 0-10-15,-6 1-13 16,3 3-26-16,-4 0-110 15</inkml:trace>
  <inkml:trace contextRef="#ctx0" brushRef="#br0" timeOffset="13922.25">20565 13062 282 0,'0'0'-2'0,"0"0"11"0,0 0-8 16,0 0-1-16,0 0-7 15,-42 11 12-15,30 10-4 0,1 5 0 16,0 4 0-16,2 2 1 16,7-2-1-16,2 1 0 15,0-4 1-15,2-4-2 16,9-7 2-16,5-3-2 15,4-5-1-15,-1-5-6 0,4-3-20 16,-4-3-62-16</inkml:trace>
  <inkml:trace contextRef="#ctx0" brushRef="#br0" timeOffset="14199.52">20695 13137 323 0,'0'0'7'0,"0"0"-7"16,0 0 0-16,49-16 0 16,-36 16 0-16,-2 2-12 0,-2 9-15 15,-7 6-6-15,-2 3 17 16,0 0 5-16,-11 1 7 16,0 0 2-16,0-3 9 15,-1-3 0-15,4-2 2 16,3-6-3-16,3-1-2 0,2-2 2 15,0-4-1-15,8 0 4 16,7 0-1-16,4-10-2 16,2-1-4-16,4-8-45 15,-1-2-92-15</inkml:trace>
  <inkml:trace contextRef="#ctx0" brushRef="#br0" timeOffset="14348.74">20965 13009 322 0,'0'0'2'0,"0"0"-1"16,42 18-1-16,-25 2-1 15,-2 12-1-15,-6 7-4 16,-9 8-56-16,-20 6-164 16</inkml:trace>
  <inkml:trace contextRef="#ctx0" brushRef="#br0" timeOffset="15125.29">18208 14107 211 0,'0'0'20'0,"0"0"-20"0,0 0 1 0,-10 38-1 0,10-18 2 16,0 9-1-16,0 0-1 0,0 3 1 15,4-1-1-15,1-4 1 16,2-6-1-16,-3-4 0 15,-1-3 1-15,0-8-1 16,0-2 0-16,1-4-4 16,-1 0 2-16,3-11 15 15,1-3-1-15,2-3-2 0,-2-2-5 16,5 2-1-16,-1 2-1 16,2 3-2-16,2 5 0 15,-2 4 0-15,1 3 0 16,-1 0 0-16,-2 9-1 0,-3 2 0 15,-2 3-1-15,-4-1 4 16,-2 2-3-16,-4 0-3 16,-10-2 4-16,-5 2 1 15,-4-2-4-15,-2 0 7 16,-4-2-6-16,0-2-2 16,5-5 0-16,2-4-11 0,5-1-30 15,6-18-84-15</inkml:trace>
  <inkml:trace contextRef="#ctx0" brushRef="#br0" timeOffset="15338.4">18377 14003 325 0,'0'0'-1'16,"0"0"-3"-16,0 0 5 15,0 0-5-15,0 0-5 16,0 0 7-16,0 0-1 0,-22 61 2 15,17-31 0-15,3 0 2 16,2-3 0-16,4-3 0 16,6-5 1-16,7-5-3 15,2-8-27-15,0-6-40 16,1-1-130-16</inkml:trace>
  <inkml:trace contextRef="#ctx0" brushRef="#br0" timeOffset="15508.38">18560 13938 320 0,'0'0'7'0,"0"0"-4"15,0 0-7-15,13 50 0 16,-10-23-1-16,1 1-4 16,3-2-2-16,-2-2-5 15,1-4-11-15,-1-6-10 0,0-7-43 16</inkml:trace>
  <inkml:trace contextRef="#ctx0" brushRef="#br0" timeOffset="15757.88">18714 13895 211 0,'0'0'17'16,"0"0"-1"-16,0 0 21 15,51 13-11-15,-31 1-12 16,1 5-9-16,-3 5-1 16,0 4-8-16,-7 5 3 15,-4 5-4-15,-7 4-36 0,-10 0-70 16</inkml:trace>
  <inkml:trace contextRef="#ctx0" brushRef="#br0" timeOffset="16377.68">20464 14040 200 0,'0'0'31'0,"0"0"-30"0,-26 43 1 16,24-28 1-16,2 2 1 0,0 0 3 15,4-2 3-15,6-4 0 16,2-1-3-16,0-6-2 16,1-1-3-16,3-3 0 15,-3 0 3-15,0-1-5 16,0-5-7-16,-6-1 7 16,0 1 0-16,-3 5 2 0,0 1 0 15,1 0 4-15,1 6 1 16,2 3-1-16,3 1-2 15,-1 0-3-15,3-1 0 16,-2-3-1-16,-1-4 4 0,2-2 0 16,-4 0 4-16,0-4 2 15,0-7 0-15,0-5 0 16,0-2-4-16,-3-5-6 16,1-3-6-16,1-3-17 15,-4-2-39-15,-1-1-101 16</inkml:trace>
  <inkml:trace contextRef="#ctx0" brushRef="#br0" timeOffset="16947.37">20573 13968 294 0,'0'0'18'0,"0"0"-9"0,0 0 2 16,0 0-10-16,0 0-4 16,0 0 0-16,-3 59 6 15,11-29-2-15,2 6 1 0,1 1-2 16,1 2 1-16,2-2-1 16,-3 0-1-16,-4-4-10 15,0-6-9-15,-5-7-2 16,-1-9 18-16,0-5 5 15,-1-6 2-15,0-3 16 0,1-10-16 16,2-6-2-16,4-3 1 16,-1 1-4-16,5 1-2 15,2 4 3-15,1 8 2 16,-2 3-1-16,1 5 0 16,1 0-1-16,-3 10 2 15,0 3-1-15,-1 1 0 0,-2 1-1 16,-6 0-3-16,-2-1-2 15,-2-1-8-15,-11-2 7 16,-7-2 8-16,-3-3-5 16,-1-3-28-16,-2-3-35 0,1-2-3 15</inkml:trace>
  <inkml:trace contextRef="#ctx0" brushRef="#br0" timeOffset="17173.97">20831 13776 241 0,'0'0'72'0,"0"0"-70"0,0 0-9 0,0 0 11 16,-10 40-1-16,4-13-3 0,0 1-2 15,4 3 4-15,2-3-2 16,0-3 0-16,2-4 0 15,9-4-4-15,3-5-18 16,1-9-51-16,2-3-52 16</inkml:trace>
  <inkml:trace contextRef="#ctx0" brushRef="#br0" timeOffset="17352.57">21011 13818 346 0,'0'0'17'0,"0"0"-21"15,0 0 5-15,0 0-1 16,7 41-1-16,-4-20-4 16,-1 0-4-16,-2 3-10 15,1-3-4-15,-1-2-5 16,2-4-11-16,-2-5-44 0,2-8-46 16</inkml:trace>
  <inkml:trace contextRef="#ctx0" brushRef="#br0" timeOffset="17466.82">21140 13834 221 0,'0'0'40'16,"0"0"-37"-16,46-7 8 0,-29 20 0 15,2 4-9-15,1 1-11 16,-4-2-72-16</inkml:trace>
  <inkml:trace contextRef="#ctx0" brushRef="#br0" timeOffset="17823.99">22304 12989 256 0,'0'0'2'15,"-37"14"1"-15,25-8-2 16,2 1-1-16,6 0-1 16,4-2-10-16,0-4-41 15,10-1-18-15</inkml:trace>
  <inkml:trace contextRef="#ctx0" brushRef="#br0" timeOffset="17994.84">22914 12800 333 0,'37'-7'3'15,"-4"-3"-1"-15,3 4-2 16,-5 1 1-16,-1 2-2 16,-7 0-19-16,-8 2-34 0,-11-3-89 15</inkml:trace>
  <inkml:trace contextRef="#ctx0" brushRef="#br0" timeOffset="20406.83">18630 13405 75 0,'0'17'-9'0,"0"-1"-4"0,0-1 10 0,0 1-23 16,0-3 2-16,0-4 24 15,0-2 0-15,0-3 0 16,0 0 28-16,0-2-8 0,0-2-11 15,2 0-7-15</inkml:trace>
  <inkml:trace contextRef="#ctx0" brushRef="#br0" timeOffset="22328">18740 12935 66 0,'0'0'0'0,"0"0"0"0,0 0 1 15,-41-21 2-15,32 12 2 16,0 1 10-16,-1 1-4 15,-2-3-2-15,1 1-5 16,-3 2-2-16,-1 0-1 16,-4 0-1-16,-2-1 0 0,2 1 7 15,-5 2 2-15,0 1-3 16,0 0 2-16,1 2-5 16,-2 2 2-16,0 0 1 15,0 0-4-15,-2 0-2 16,1 5 2-16,-8 2-2 15,3 3-2-15,-5-1 4 0,2 2-1 16,-2 1-2-16,1 1 1 16,1 1 2-16,1 0 2 15,4 3 1-15,-2-1 1 16,3 4-3-16,0 1-2 0,0 2 1 16,0 1-2-16,2 2 1 15,2 2 0-15,0-2-1 16,2 1 1-16,3-2 0 15,4-1-1-15,-1-1 1 16,3-1-1-16,-1-1 2 0,1 1-2 16,0 0 0-16,-1 0 1 15,1 1-1-15,-1 1 0 16,2 0 2-16,1-1-2 16,3-1 0-16,-1 0 0 15,5-1 0-15,-2 1 0 0,3-1 0 16,-2 0 0-16,0 2 0 15,1 0 1-15,0 0-1 16,0-1 0-16,1 1 1 16,0-2-1-16,2 2 0 15,1-2-1-15,0 1 0 16,0-4 1-16,0 1-3 16,0-1 4-16,0 2 1 0,3-2-2 15,-1-2 0-15,0 0 0 16,2-2 1-16,-2-3-2 15,-1 1-2-15,2-4 6 16,-1 1-1-16,1 1 1 0,-1-1-1 16,0 0-1-16,1 1 1 15,-3 1-2-15,0 1 1 16,0-2 0-16,0 1 0 16,0-2 0-16,0-1 0 15,0-1-1-15,0-3 0 16,0 1 0-16,0-3 1 0,0 2-1 15,0 0 1-15,1 1-1 16,-1 2 0-16,1 3 0 16,0 2 1-16,1 2-1 15,0 1 0-15,2 4 0 0,-2 1-1 16,0 3 0-16,2 1 1 16,3 1 0-16,-1-1 0 15,2 2 0-15,3-2 0 16,3 0 0-16,-1 0-2 15,1-1 1-15,3-3-1 0,1 1-6 16,4-2 5-16,0-3 1 16,3 1 2-16,3-2 2 15,1 3-1-15,2 3-1 16,1 0 0-16,1 1 2 16,3 0-2-16,4 2 0 0,2-3-1 15,2-1-1-15,4 0-10 16,0-6-2-16,2-1 7 15,-3-6 5-15,4-3 1 16,-4-4 2-16,2 0 1 16,-1-5 3-16,1-8 3 15,0-3 5-15,-2-1-1 0,1-6-1 16,0-2-1-16,-1-3 3 16,0-4 0-16,-2 0-4 15,0-4-2-15,-3 2-1 16,-5-6 0-16,-4 0-3 15,-3-5-1-15,-4-2 1 16,-2-1 2-16,-3-5-3 0,-4-1 3 16,-4 0-1-16,-2-3-3 15,-6-2 4-15,-5 2 9 16,0-4 0-16,-5 0 3 16,-9 0 1-16,-3-3-7 0,-2-1-1 15,-4-2-6-15,0 3-3 16,-7-4-2-16,-1 6-1 15,-2-1 1-15,-7 5 0 16,0 5-2-16,-3 5-4 16,-6 7-11-16,-3 9-15 0,-4 9-37 15,-1 7-90-15</inkml:trace>
  <inkml:trace contextRef="#ctx0" brushRef="#br0" timeOffset="23154.98">18357 14584 212 0,'-3'-5'11'0,"1"0"-11"0,-3 3 8 16,4 2-5-16,1 0-6 16,-1 7-9-16,1 7 3 15,0 4 2-15,0 7 0 0,0 1 1 16,0 3 5-16,1 2 1 15,2 2 1-15,0-1-1 16,-1 2 1-16,1 3-1 16,-2 3 1-16,0 4-1 15,-1 2 1-15,0 3-1 0,0 4 2 16,0 1-2-16,-3 2 1 16,1 0-1-16,-3 1 0 15,2-2 0-15,0-1 0 16,1-3 0-16,-2-4 2 15,-4-3-2-15,4-3 5 0,-2-2-2 16,1-4 0-16,1-2-3 16,-3-2 1-16,3-5-1 15,-1-2 0-15,0-3 1 16,2-4 4-16,0-1 4 16,-1-3-3-16,3-4-5 0,0-1 1 15,0-1-1-15,1-3-2 16,0-1-14-16,-1-3-26 15,-2 0-35-15</inkml:trace>
  <inkml:trace contextRef="#ctx0" brushRef="#br0" timeOffset="23588.84">18191 15834 128 0,'0'0'8'0,"0"0"2"0,0 0 9 0,0 0-6 16,0 0-2-16,43 29-2 15,-32-22-6-15,-4 0 4 16,0 0 1-16,-1 1 3 16,0-1 1-16,-1-4-3 0,0 3-3 15,0-2-1-15,1-1 1 16,0-2-5-16,-1-1 0 16,4 0-1-16,-4 0 2 15,3 0-1-15,-4-4 3 0,4-3 1 16,-4 0 1-16,0-4 2 15,0-3 0-15,1-1-4 16,-4-2-1-16,1-1-1 16,1-1-2-16,-1-2-4 15,-1 0-22-15,1 2-38 16,-2 2-63-16</inkml:trace>
  <inkml:trace contextRef="#ctx0" brushRef="#br0" timeOffset="28192.06">17912 16446 45 0,'0'3'15'0,"0"-3"1"0,2 0 5 0,-2 0 2 15,0 0 10-15,2 0 17 0,1 0-16 16,0-2-24-16,2-2-8 15,1 1-1-15,2-4-1 16,1 0 1-16,2 3-2 16,2-6-13-16,-1-3-59 15</inkml:trace>
  <inkml:trace contextRef="#ctx0" brushRef="#br0" timeOffset="29978.59">18111 16252 135 0,'0'0'14'0,"0"0"4"0,0 0-8 16,0 0-7-16,0 0-3 0,0 0 2 16,0 0-1-16,0 0 0 15,0 2 0-15,0 0-2 16,2 3 2-16,0 2-1 16,2 2 1-16,0 0-1 15,0 1 0-15,2-2 1 16,-2 1-1-16,0-2 0 0,1-4 0 15,-2-1 1-15,4-2 1 16,1 0 20-16,4-8 20 16,6-12-11-16,6-7-15 15,12-13-10-15,8-12-4 16,13-14-2-16,9-10-33 16,6-11-94-16</inkml:trace>
  <inkml:trace contextRef="#ctx0" brushRef="#br0" timeOffset="30774.97">20817 15888 113 0,'0'0'26'0,"0"0"-4"0,0 0-11 0,0 0-3 0,0 0-3 15,0 0-2-15,0 0-3 16,0 0 1-16,0 0-1 16,0 0 0-16,0 0 0 0,0 0 2 15,0 0 2-15,21 24 4 16,-10-24 8-16,7-11 5 16,4-9-6-16,9-6-4 15,10-10-2-15,10-10-4 16,10-9-1-16,10-12-31 0,1-10-72 15</inkml:trace>
  <inkml:trace contextRef="#ctx0" brushRef="#br0" timeOffset="31458.46">22913 15729 89 0,'0'0'45'16,"0"0"-34"-16,0 0 32 0,0 0-15 0,0 0-9 15,0 0-6-15,0 0 6 0,0 0 4 16,37-48-6-16,-6 19-3 16,13-8-8-16,13-15-3 15,11-18-6-15,11-12-84 16</inkml:trace>
  <inkml:trace contextRef="#ctx0" brushRef="#br0" timeOffset="70467.58">9396 16764 109 0,'-8'0'4'0,"3"0"16"0,-1-2 7 0,4-1-12 15,0 0-2-15,2 1 0 16,0 0-4-16,0 2-8 0,0 0 1 16,8 0 0-16,1 7 0 15,2 4-2-15,7 3 0 16,0 3-1-16,0 2 0 15,6 1 0-15,-1-1 1 0,-2 1 1 16,2 0 0 0,0 0 1-16,-1-1 2 0,-4-3-1 15,2 0 0-15,-5-2-17 16,-3-8-61-16</inkml:trace>
  <inkml:trace contextRef="#ctx0" brushRef="#br0" timeOffset="70715.41">9658 16702 240 0,'0'0'-2'0,"0"0"4"16,0 0 1-16,0 0-1 15,0 0-5-15,-35 45-4 16,27-6 7-16,-3 10 0 15,1 7 2-15,-4 1-1 0,2-1-1 16,-3-4 1-16,2-4-1 16,2-7 1-16,-1-5 0 15,5-7-10-15,1-9-69 16,4-10-53-16</inkml:trace>
  <inkml:trace contextRef="#ctx0" brushRef="#br0" timeOffset="71085.28">9763 16770 301 0,'0'0'2'0,"0"0"0"16,0 0 0-16,0 0-3 15,0 0-6-15,0 0 3 16,0 50 1-16,0-22 1 15,6-1 2-15,4 0-1 0,-1-5-2 16,3-6 2-16,2-7 1 16,0-6-1-16,2-3 0 15,1-7 3-15,3-12 1 16,-3-5-1-16,-2-3 1 16,-2-3 1-16,-3-2-3 0,-6 0 3 15,-4 3-2-15,0 2 0 16,-9 7 0-16,-5 5-1 15,-1 7-2-15,-3 7 3 16,2 1-3-16,-2 12-4 0,5 7 0 16,2 2-12-16,6 0-13 15,3-1-19-15,2-4-44 16</inkml:trace>
  <inkml:trace contextRef="#ctx0" brushRef="#br0" timeOffset="71690.84">10025 16627 225 0,'0'0'14'15,"0"0"-8"-15,0 0-1 16,0 0-5-16,0 0-8 0,0 0-7 16,0 0 3-16,0 0 16 15,27 61-2-15,-19-32 1 16,1-2-3-16,-2-1 1 15,4-2-1-15,-4-4 0 16,-1-3 1-16,-2-3-1 0,1-1 1 16,-5-6-9-16,0 0-16 15,0-7 6-15,0 0 18 16,-5-2-1-16,-1-9-30 16,-2-4 25-16,1-5 9 15,-1-3 7-15,2-1 3 0,2-1 0 16,2-1 0-16,1 0-2 15,1-1-3-15,0 2 3 16,5-1 2-16,1 2-3 16,4 4-3-16,1 2-1 15,-2 1 8-15,2 5-15 0,0 5 1 16,0 3-2-16,-1 2-4 16,0 2-2-16,-1 2 3 15,0 9 0-15,-2 5 3 16,-3 2 1-16,-2 1 4 15,-2 2-3-15,0-1 1 0,-2 1 1 16,-4-2-1-16,-4-5 0 16,2 0 1-16,3-2-1 15,1-4 1-15,2 2-2 16,2 0-1-16,0 1 0 16,2-1-4-16,5-1 0 0,6 1 2 15,1-2 2-15,6 2 1 16,-1-2 0-16,2 0 1 15,-2 0-1-15,2-1 1 16,1 2 1-16,-2-2-13 16,-2-1-52-16,-4-5-27 15</inkml:trace>
  <inkml:trace contextRef="#ctx0" brushRef="#br0" timeOffset="72430.42">10331 16443 41 0,'0'0'89'0,"-38"-48"-87"0,16 25 0 0,-1-2 0 0,-2 4-3 16,-2-1 1-16,-2 2 3 15,-2 3 8-15,-2-3 10 16,1 5 4-16,-2 0-2 15,-1 0-12-15,0 3-3 16,-1 3-1-16,-1 3-4 16,0 3-2-16,1 3 0 0,0 0-2 15,-5 1 3-15,0 12-1 16,-1 2 1-16,0 4 0 16,-2 4-2-16,2 4 1 15,-3 4 0-15,5 5 0 16,2 2-1-16,-1 6 0 0,2 4 0 15,5 1 0-15,1 2-1 16,4 1 0-16,4 3 1 16,6 1-1-16,6 7 0 15,4 1 0-15,7 1 0 16,0 0 1-16,14 2-2 16,3-3 2-16,8 1-1 0,2-5 0 15,4 3-2-15,3-1 1 16,5-4 0-16,4-1-2 15,4-5 1-15,4-3 1 16,8-7 1-16,2-5-1 0,8-7 4 16,5-3-2-16,4-7 1 15,2-7-1-15,0-8 0 16,-1-5 0-16,-1-5 4 16,0-17 0-16,-6-7-2 15,2-10 3-15,-1-8-1 16,-6-9 1-16,-5-10 0 0,-3-8 2 15,-7-8 2-15,-6-6 3 16,-9-6 0-16,-7-4-4 16,-8-4 2-16,-8 1-3 15,-9 0-1-15,-5-2-1 0,-5 3-1 16,-20 1 1-16,-8 10-2 16,-15 3 0-16,-9 9-2 15,-6 11-3-15,-13 9 0 16,-8 13 3-16,-4 11-4 15,-10 16 8-15,-5 17-6 0,-9 10-25 16,-5 26-44-16,-5 13-94 16</inkml:trace>
  <inkml:trace contextRef="#ctx0" brushRef="#br0" timeOffset="76329.09">11790 16326 74 0,'0'-2'8'0,"0"0"-6"0,0 2-2 0,2-2 0 15,1 2 0-15,3 0 1 16,-1 0 0-16,4 0 7 15,-3 0 0-15,3 0-1 16,0 2-5-16,1 6 0 16,2 3-2-16,2 2 0 15,0 5 1-15,4 0-1 0,1 4 1 16,4 0 0-16,1 4-1 16,4 1 0-16,1 0 1 15,4 3 1-15,3 0-2 16,4 4 1-16,3-1 0 15,3 2 0-15,1 4 1 0,2 0-1 16,0 3 0-16,3 0 1 16,1 5 2-16,-1-2-2 15,2 0-1-15,-3 0 0 16,1 0-1-16,1-1 0 16,-6-1 1-16,2 4 0 0,-3 1 1 15,2 0 8-15,-8 2-3 16,1-3-3-16,-5 1 0 15,-1-8-2-15,-4-1 2 16,-6-5 0-16,-3-6 1 16,0-4-2-16,-4-7 2 15,-4-7-6-15,-2-7-54 0</inkml:trace>
  <inkml:trace contextRef="#ctx0" brushRef="#br0" timeOffset="77289.06">12749 15857 81 0,'0'0'6'0,"0"0"6"0,0 0 1 0,-9-37-8 16,7 32-1-16,0 1-3 15,0 0 3-15,-2 3 4 16,2-1 3-16,0 2 2 16,0 0 2-16,0-2-8 15,2 2-5-15,0 0-4 16,0 0-5-16,0 0 0 0,0 2 6 16,6 3-2-16,4 2 2 15,3 4 5-15,3 2-4 16,0 2 0-16,8 2 1 15,3 2-1-15,2 1 0 16,2 2 0-16,5 1 0 0,0 3-1 16,4 1 1-16,3 1 1 15,3 3-2-15,-1 5 1 16,1 0 0-16,4 2 0 16,0 1 0-16,1-1 0 15,0 3 0-15,-2 1-2 0,1 0 2 16,-1 3 0-16,-3-1 0 15,1 0 2-15,1-1 1 16,-2-1 14-16,1 0-16 16,-4-3-1-16,-1 1 3 15,-2-2-2-15,-1 2 0 0,-6-3 0 16,-3-1 0-16,1-1 2 16,-2-2-1-16,-5-4-2 15,1-2 0-15,-1-4 3 16,-5-4-1-16,0-4 1 15,-1-3-7-15,-5-5-26 0,-1-5-35 16</inkml:trace>
  <inkml:trace contextRef="#ctx0" brushRef="#br0" timeOffset="78208.17">13207 17872 48 0,'0'-4'10'0,"2"2"16"0,-2 1 6 0,0-3 10 0,0 2-2 15,0 1-15-15,0-2-12 16,0 1-1-16,0 0-1 16,0 2 0-16,0 0-2 15,0 0-2-15,0 0-5 0,0 0-6 16,0 1-3-16,3 5 2 16,3 4 3-16,0 1 2 15,2 2 1-15,-2 0 0 16,1-3 1-16,0-2-4 15,2-4 2-15,-2-2-2 16,3-2 6-16,5-7 0 0,3-12 4 16,9-8-3-16,5-13-3 15,4-11-26-15,7-11-103 16</inkml:trace>
  <inkml:trace contextRef="#ctx0" brushRef="#br0" timeOffset="78637.3">14401 17293 79 0,'0'0'-10'0,"0"0"-39"0</inkml:trace>
  <inkml:trace contextRef="#ctx0" brushRef="#br0" timeOffset="78877.3">14401 17293 60 0,'-10'-2'6'0,"10"2"-3"16,0 0-1-16,0 0-1 16,0 0-1-16,0 0 1 15,0 0 0-15,0 0 0 16,2 6 1-16,0-1 3 15,2 1-3-15,0 3 1 16,0-3 0-16,-2-2 2 0,5-1 2 16,-2-3 3-16,6 0 13 15,2-10 13-15,6-9-11 16,8-12-9-16,8-6-10 16,7-10-5-16,8-11-9 15,8-9-51-15,4-4-27 0</inkml:trace>
  <inkml:trace contextRef="#ctx0" brushRef="#br0" timeOffset="81334.17">15719 16330 11 0,'1'-6'67'0,"-1"0"-48"0,0 1 21 0,0-1 5 15,0 5-14-15,0-3-9 16,-3 3-1-16,-1 1-2 16,1 0-14-16,-4 6 4 15,1 13-8-15,-3 9-3 16,-2 13-3-16,0 13 5 0,-1 11 0 15,3 13 0-15,-3 9 1 16,4 4-4-16,0 0-25 16,3-5-15-16,0-9-2 15,1-13-7-15,2-15-20 16</inkml:trace>
  <inkml:trace contextRef="#ctx0" brushRef="#br0" timeOffset="82072.34">15746 16274 91 0,'0'0'3'0,"0"0"-1"0,0 0-1 0,0 0 1 16,0 0-2-16,0 0-2 16,0 0 1-16,0 0-1 15,0 0-2-15,0 0-2 0,0 0 6 16,0-7 5-16,0 7-2 16,0 0 6-16,0 0 1 15,0 0-6-15,0 0 7 16,5 0 2-16,-1 0-2 15,5 0-4-15,1 0-3 16,9 1-3-16,3 5-1 0,7 1 1 16,8 2-1-16,7-1 2 15,8 1-2-15,5 2 0 16,8-1 0-16,6 0 1 16,4 0 0-16,1-1-1 0,2 2 1 15,0-2-1-15,0 2 3 16,-2 0-3-16,-2-1 1 15,-4 0 0-15,-1 1 1 16,-3-1-1-16,-7-1-1 16,1-2-8-16,-10 0-23 0,-2-1-31 15</inkml:trace>
  <inkml:trace contextRef="#ctx0" brushRef="#br0" timeOffset="82918.5">15581 17158 83 0,'0'0'17'0,"0"0"-2"0,0 0 14 0,0 0-5 0,0 0-10 16,36-4-8-16,-17 2 1 15,4 2-3-15,3 0-2 0,2 2-1 16,4 7-2-16,5 4 0 16,3 1 0-16,3 1 1 15,5 0 1-15,2-1-1 16,3-3 1-16,1-2 2 16,0-2 4-16,1-1 1 0,1-3-2 15,-2 3-5-15,-3-2 1 16,-3 1-1-16,-2 0-3 15,-5 0-24-15,-5 1-36 16,-4-2-16-16</inkml:trace>
  <inkml:trace contextRef="#ctx0" brushRef="#br0" timeOffset="83594.05">17119 16379 50 0,'0'0'9'0,"0"0"4"0,0 0-3 15,0 0 0-15,0 0-2 16,0 0-2-16,-19 51-3 0,11-29-1 16,1 5-1-16,-4 3-1 15,-5 5 1-15,-1 5 0 16,-1 4 0-16,-3 3-1 16,-2 4 0-16,-2 0 1 15,-1 2 0-15,0-1-1 0,-1-2 3 16,2-3 4-16,0-6 2 15,1 1-5-15,-2-3-2 16,1-4 1-16,4-4-2 16,0-2-2-16,2-3 1 15,4-5-4-15,3-3-1 0,1-5-11 16,5-4-17-16</inkml:trace>
  <inkml:trace contextRef="#ctx0" brushRef="#br0" timeOffset="83787.02">16583 17280 224 0,'0'0'2'0,"0"0"-10"0,0 0-10 16,0 0 0-16,0 0-12 15,0 0-18-15,0 0-15 16</inkml:trace>
  <inkml:trace contextRef="#ctx0" brushRef="#br0" timeOffset="84029.14">16583 17280 213 0,'16'21'3'16,"-16"-21"-4"-16,-2 1 2 16,0 5-1-16,-2 0-2 0,-1 4-4 15,0 1-6-15,-3 3 5 16,1-1-20-16,-1-1-19 15,1-5-32-15</inkml:trace>
  <inkml:trace contextRef="#ctx0" brushRef="#br0" timeOffset="86248.09">15353 16628 165 0,'-5'-3'9'0,"2"2"23"0,1 1-7 0,2 0-13 16,-1 0-7-16,1 0-9 16,0 5 2-16,0 6 0 15,0 1 2-15,3 2 1 0,3 3 0 16,-2 2-2-16,0-2-14 16,-1-2-20-16,-1-2-23 15,0-3 7-15</inkml:trace>
  <inkml:trace contextRef="#ctx0" brushRef="#br0" timeOffset="86766.39">15329 16484 73 0,'0'0'-1'0,"0"0"2"0,0 0-1 16,-37 16 0-16,28-9 0 16,-1-1 4-16,0 1 10 15,1 0 6-15,0 4-3 16,1 5-7-16,1 0-8 15,0 6-2-15,3 5 1 0,3 3-1 16,1 1 0-16,0 2 0 16,3 1 1-16,6-1 1 15,2-2-1-15,-2-4-1 16,4-3 1-16,-1-1 1 16,2-7 0-16,-1-4 1 0,0-3 1 15,3-6-1-15,1-3 2 16,3-3 2-16,-1-11 1 15,0-6-3-15,0-4-2 16,-2-3-1-16,-2-5-1 16,-5-3 1-16,-1 1 4 0,-5-2-1 15,-4-2 1-15,0 0-3 16,-9 1 1-16,0 1 0 16,-6 4-1-16,-3 3 0 15,0 9-4-15,0 5-6 16,-2 5-16-16,2 6-44 0</inkml:trace>
  <inkml:trace contextRef="#ctx0" brushRef="#br0" timeOffset="87250.93">16235 16132 183 0,'0'0'5'0,"0"0"5"16,0 0-5-16,0 0-3 0,0 0 2 16,0 0-1-16,0 0 7 15,0 0-4-15,0 0 0 16,0 0-6-16,0 0 1 16,15-24-1-16,-5 28-4 0,-1 8-16 15,-2 1-8-15,-5 2-4 16,-2 2 14-16,0 0 15 15,-2-1 3-15,-7-5 2 16,4-1 4-16,-1-3 13 0,4-3-1 16,2-1-7-16,0-3-7 15,8 0 4-15,6 0 0 16,2-8 0-16,6-2-1 16,3-4-3-16,0-1-11 15,1-6-38-15,-4-3-75 0</inkml:trace>
  <inkml:trace contextRef="#ctx0" brushRef="#br0" timeOffset="87707.59">16201 15929 114 0,'0'0'-1'0,"-37"0"12"0,18 0 3 16,3 0-4-16,0 0-6 15,2 0 2-15,-2 4-3 16,3 5-1-16,-1 1 0 16,2 5-4-16,0 4 2 0,1 2 0 15,2 6-2-15,1 3 0 16,5 3 0-16,3 2-1 15,0-1-1-15,7 0 3 16,8-4 2-16,5-3 1 16,5-4-1-16,0-6-1 15,4-5 2-15,3-4 5 0,1-7 8 16,4-1-2-16,1-7 2 16,2-10-1-16,-1-7-2 15,-4-6-4-15,-1-9 0 16,-8-4-3-16,-6-3-2 15,-6-3-1-15,-10 0-1 0,-4 4-1 16,0 5-1-16,-10 5-1 16,-6 9-10-16,-4 9-15 15,-4 10-21-15,-3 7-66 16</inkml:trace>
  <inkml:trace contextRef="#ctx0" brushRef="#br0" timeOffset="88290.33">17079 16857 134 0,'0'0'11'0,"0"0"14"0,0 0 1 0,37-19-9 16,-21 12-6-16,4 1-6 15,-2 4-3-15,-5 1-2 16,1 1 0-16,-8 0-2 16,-1 8-5-16,-3 3-3 15,-2 0 8-15,0 2 9 0,0 1-6 16,0 0 2-16,0-2-3 15,0 0 1-15,0 0-1 16,2-1-3-16,3-1 3 16,3-1 0-16,0 1 2 15,0-3-1-15,-3 1-1 0,-1-2 0 16,-2 1 1-16,-2 0-1 16,-2-1 5-16,-7 1 5 15,-7 0-3-15,-2 0-3 16,-3 0-3-16,-2-2-7 15,1-1-25-15,-2-4-37 0,7 0-28 16</inkml:trace>
  <inkml:trace contextRef="#ctx0" brushRef="#br0" timeOffset="88625.58">17138 16679 99 0,'0'0'135'15,"0"0"-130"-15,-53-31 5 16,32 27-4-16,2 4-7 16,-1 0-2-16,1 12 0 15,4 8-1-15,-1 9 0 0,3 8 2 16,5 6 0-16,6 9 0 16,2-1 0-16,4 1-3 15,11-8-4-15,7-8 4 16,3-6 1-16,4-12 3 15,3-5-2-15,3-9 4 0,-1-4 2 16,3 0 7-16,-3-6 6 16,-1-12 4-16,-3-3-6 15,-4-8-3-15,-4-5-1 16,-8-2-6-16,-7-6-1 16,-7 2-3-16,-5 3-26 0,-17 6-31 15,-11 9-54-15</inkml:trace>
  <inkml:trace contextRef="#ctx0" brushRef="#br0" timeOffset="89195.8">15845 17624 265 0,'0'0'-9'0,"0"0"14"0,0 0 10 0,0 0-8 16,0 0-4-16,0 0-6 16,0 0 4-16,0 0 1 15,0 0-4-15,0 0 2 0,-12 48-1 16,22-33 1-16,1 1 1 15,1-4 0-15,2-4-1 16,-2-4-3-16,3-4-5 16,-4 0-1-16,-2-4 6 15,1-8 3-15,-2-2 2 0,-5-1 1 16,1-1 1-16,0 6 6 16,-4 2-1-16,2 1-4 15,-2 4-3-15,3 3-5 16,-1 0-5-16,3 6 0 15,1 5 4-15,-1 0 0 16,3 1-2-16,-3 0-7 0,2-2-11 16,-3-4-25-16,-2-3-38 15</inkml:trace>
  <inkml:trace contextRef="#ctx0" brushRef="#br0" timeOffset="89578.38">15931 17497 124 0,'0'0'124'0,"-34"-51"-120"16,18 27 8-16,0 3-6 15,2 6-5-15,0 3 0 0,-1 3-3 16,-1 5 0-16,-3 4-2 16,1 1 4-16,-3 14 4 15,1 7-8-15,0 12 9 16,-3 6-6-16,2 10 1 15,3 8-1-15,6 7 0 0,6-1 0 16,3-1 0-16,3-4-9 16,14-5-13-16,7-9-9 15,7-10 11-15,8-8-34 16,6-9 55-16,6-9 0 16,4-9-1-16,5 0 2 0,1-19-3 15,-3-6 13-15,-1-9 16 16,-4-7 15-16,-5-6-17 15,-3-6-15-15,-5-4-7 16,-9-4 0-16,-4 0-3 16,-11 1-14-16,-10 2-28 0,-3 4-27 15,-12 7-34-15</inkml:trace>
  <inkml:trace contextRef="#ctx0" brushRef="#br0" timeOffset="89927.38">18240 16685 95 0,'0'0'-1'0,"0"0"3"0,-46 17-2 0,28-13-1 16,0 2-16-16,-2-5-5 15,1 3 10-15,1-1 8 16,0-3-1-16,2 0-24 16</inkml:trace>
  <inkml:trace contextRef="#ctx0" brushRef="#br0" timeOffset="90326.41">18011 16665 130 0,'0'0'6'15,"0"0"42"-15,3-45-21 16,6 32-16-16,5 4-7 15,-1 2-1-15,4 4 0 16,0 3 6-16,0 2 2 0,1 13-7 16,-2 11-5-16,-2 8-1 15,-3 7 0-15,-2 10 4 16,-5 9 0-16,-2 2-4 16,-2 0-3-16,0-2-4 15,0-6 4-15,0-5-2 0,0-8 12 16,5-6-3-16,7-7-1 15,1-3-1-15,3-7 1 16,3-3 0-16,0-7 1 16,-1-1-2-16,-3-4 1 15,-1-1 0-15,-5 0 0 16,-4 1 0-16,-2 5-1 0,-3 8 4 16,0 7 5-16,-5 8 2 15,-3 12-2-15,-4 11-1 16,-1 7 1-16,0 5-5 0,4 4-3 15,2 0 2-15,-1-5-6 16,5-8-13-16,-2-9-9 16,5-13 8-16,0-10-12 15,0-15-49-15</inkml:trace>
  <inkml:trace contextRef="#ctx0" brushRef="#br0" timeOffset="91265.68">18740 16915 151 0,'1'2'-15'0,"2"-2"13"0,3 0-2 0,3 0 7 16,5-5 0-16,1-5 13 15,6-2 11-15,5-4 6 0,3-1 2 16,4-2-2-16,7-2-11 16,4-2-8-16,7-1-7 15,4 3-4-15,1-2-2 16,-2 3 2-16,0 0-3 16,-5 6-5-16,-5-2-3 0,-6 3-10 15,-7 2-12-15,-4 1-22 16,-11 0-40-16</inkml:trace>
  <inkml:trace contextRef="#ctx0" brushRef="#br0" timeOffset="91451.25">19401 16516 299 0,'0'0'-10'0,"0"0"20"15,0 0-2-15,0 0-11 16,0 0 4-16,0 0-4 15,48-5 4-15,-25 19-1 0,2 8-1 16,1 8-8-16,-5 5-18 16,-2 5-14-16,-3 3-43 15,-5-1-57-15</inkml:trace>
  <inkml:trace contextRef="#ctx0" brushRef="#br0" timeOffset="91805.2">19796 16855 193 0,'0'0'24'16,"0"0"-25"-16,0 0 6 16,0 0 1-16,10-51-1 15,-7 28 2-15,-1-2 7 0,-2-4 9 16,0-1 0-16,0-4-12 15,0 0-6-15,-2 0-3 16,-3 0-1-16,3 0 0 16,0 4-1-16,1 6 0 15,1 3 1-15,0 9-2 16,0 5 1-16,0 7-2 0,2 0-10 16,3 10 0-16,4 10 3 15,1 7 5-15,3 3 3 16,1 6 3-16,1-1-1 15,1 2-3-15,-1-3-22 16,0-4-13-16,-2-5-25 0,-5-5-22 16</inkml:trace>
  <inkml:trace contextRef="#ctx0" brushRef="#br0" timeOffset="92175.89">19809 16679 212 0,'0'0'6'16,"0"0"1"-16,0 0-3 0,31-44-4 15,-12 34 0-15,3 4-1 16,0 2 0-16,1 4-1 16,1 0-1-16,-1 7-1 15,-1 6 0-15,2 3 3 16,-4 1 0-16,-2 1 1 15,-4 1-1-15,-4-2-1 0,-3-3-5 16,-5-3-13-16,-2-2 10 16,0-4 6-16,0-2 6 15,-2-3 24-15,-5 0 7 16,1 0-6-16,-1-7-12 16,2-3-8-16,-1-4-6 0,4-2-6 15,2-2 9-15,0-5-7 16,10 3-7-16,4 0-4 15,7 1-8-15,0 0-17 16,2 5-31-16,0 3-50 16</inkml:trace>
  <inkml:trace contextRef="#ctx0" brushRef="#br0" timeOffset="92881.14">20267 16581 198 0,'0'0'8'16,"0"0"3"-16,0 0-10 15,0 0-2-15,-12 43 1 0,9-27 0 16,1 0 0-16,0 0-1 16,2-2 1-16,0 2-1 15,4-5-1-15,7-2 1 16,1-4 0-16,7-3 0 0,1-2 1 16,0-3-2-16,1-10-3 15,1-2 0-15,-5-7 3 16,-1-2 4-16,-3-4 6 15,-2-4 9-15,-1-4 1 16,-5-2-4-16,-2 0-8 16,-3 1-3-16,0 5-5 0,-1 5 4 15,-6 8 3-15,-2 8 11 16,-1 7-4-16,2 4-8 16,-2 2-6-16,1 15 1 15,2 4 0-15,4 7-2 16,-1 3 2-16,4 2 0 0,0-1 1 15,1-2 1-15,7-2-1 16,3-6-1-16,-4-3 1 16,2-5 0-16,2-4-1 15,-4-3 1-15,1-3 0 16,-1-4 0-16,0 0 0 0,1-2 3 16,-1-8 0-16,2-2-1 15,-2-1 0-15,2 0-1 16,-2 2-1-16,0 4 0 15,-1 1 0-15,3 6-1 16,-2 0 1-16,1 0-3 0,2 7 2 16,-1 3-1-16,0-1 2 15,1-1-1-15,-2-1 1 16,0 0 1-16,-2-5 1 16,1-1-2-16,1-1 1 15,-1 0 3-15,-1-7-1 16,0-6 1-16,0-1-1 0,2 0 4 15,-6 2 1-15,1 1 1 16,-1 3 2-16,0 3-1 16,0 4-1-16,0 1-9 15,1 0-3-15,2 1-3 0,2 6 4 16,3 2 2-16,-1 2 0 16,2 1-9-16,0-4-17 15,-4 1-35-15,0-8-73 16</inkml:trace>
  <inkml:trace contextRef="#ctx0" brushRef="#br0" timeOffset="93064.21">20779 16272 330 0,'0'0'-3'0,"0"0"6"0,0 0-1 0,7-39-3 15,-2 33-5-15,0 2-13 16,3 4-22-16,-3 0-22 16,1 0-16-16,-2 6 12 15</inkml:trace>
  <inkml:trace contextRef="#ctx0" brushRef="#br0" timeOffset="93228.36">20857 16362 66 0,'0'0'41'16,"7"42"-20"-16,-4-20 30 15,2 1-17-15,0 0-12 0,0-1-3 16,1 0-9-16,0-2-7 16,0-1 1-16,-2-2-1 15,-2-5-7-15,-1-1-14 16,-1-2-19-16,0-8-16 0,-4-1-9 16</inkml:trace>
  <inkml:trace contextRef="#ctx0" brushRef="#br0" timeOffset="93534.09">20797 16529 158 0,'0'0'2'0,"0"0"4"15,48-6 15-15,-24 1-4 16,1 0-8-16,0-1-6 16,3-2-3-16,1-1 6 15,-2-1 4-15,1 0-2 16,-2-2-5-16,-3-1-1 0,-8 1 1 15,-4 1-2-15,-5 1 0 16,-6 3 2-16,0 1 6 16,-7 2 3-16,-5 4-3 15,-1 0-4-15,-1 4-2 16,1 6-3-16,1 4-1 0,2 3-1 16,4 2-1-16,4-1 0 15,2-1-1-15,1 0 0 16,11-4-14-16,5-3-10 15,2-3-20-15,5-4-19 16</inkml:trace>
  <inkml:trace contextRef="#ctx0" brushRef="#br0" timeOffset="93939.88">21296 16445 81 0,'0'0'6'0,"0"0"24"15,0 0 15-15,0 0-14 0,0 0-26 16,0 0-2-16,0 0 2 15,0 0-1-15,-31 14-2 16,30-3-1-16,1 2-1 16,1-3 0-16,8-3-1 15,4-1 1-15,4-5 2 0,4-1-4 16,-2-1-5-16,6-11-2 16,1-5 6-16,2-4 2 15,-3-2 2-15,-3-5 1 16,-2-2-1-16,-5-4 1 15,-3-1-2-15,-6-1 1 0,-5-1 5 16,-1 4 6-16,0 2 6 16,-2 4 8-16,-3 9 3 15,-3 5-11-15,2 6-9 16,0 7-7-16,-1 0-6 16,0 13 7-16,-2 11-6 0,1 7-1 15,-1 3 4-15,3 4-1 16,3-1 1-16,-2 0 0 15,5-5 0-15,0-3 1 16,0-4-3-16,1-3-22 16,5-5-39-16,-4-4-43 15</inkml:trace>
  <inkml:trace contextRef="#ctx0" brushRef="#br0" timeOffset="94573.42">21401 16395 187 0,'0'0'12'0,"0"0"14"0,17-44-15 16,1 31-6-16,0 1-3 16,4 3-1-16,0-1 0 15,-1 7 5-15,0 3 4 16,-1 0-2-16,0 3-6 16,-3 10-5-16,1 1 2 0,-5 4 0 15,-1 0 1-15,-7-2-17 16,-1-1-13-16,-4-4 12 15,0-1 7-15,0-6 19 16,-4-2-8-16,1-2 5 16,-4 0 3-16,1-5 5 0,5-6-6 15,1-3-7-15,0-2 6 16,0-1 1-16,7 2-2 16,4-1 1-16,2 5 5 15,3 1 2-15,5 3-6 16,-3 5-3-16,6 2-3 0,-2 0-2 15,1 3 0-15,1 8-2 16,-3 2 1-16,-1 1-10 16,-5-1-6-16,-4 1 4 15,-5-5 1-15,-2-3 9 16,-3-2-1-16,-1-3 4 0,0-1 22 16,0 0 5-16,0-8-7 15,0-2-10-15,0-4 0 16,3-3 1-16,3-1-5 15,4 0-1-15,4 2-2 16,1 2 0-16,1 4 1 16,2 4 0-16,3 1-3 0,-1 5 0 15,-1 0 0-15,2 0-3 16,1 3 2-16,-2 4-1 16,3-3 2-16,2 2 0 15,2-5 1-15,1 1-1 0,5-2 1 16,2 0-1-16,1-9 1 15,9-4 2-15,0-4-2 16,8-5 0-16,7-6-1 16,8-10 0-16,9-9-17 15,6-15-108-15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00:52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15136 14064 69 0,'0'0'15'0,"0"0"-4"0,0 0-6 0,0 0-3 0,0 0 2 16,0 0 2-16,0 0 7 16,0 0 8-16,0 0 4 15,0 0-5-15,0 0-6 16,0 0-3-16,-16-16-8 0,16 16 0 15,0 0-6-15,0 0 2 16,0 0 1-16,2 5 0 16,1 3 0-16,3 0-1 15,-1 0 1-15,1-1 0 16,1 0 0-16,-4 0 0 16,3-2 0-16,-1 0 0 0,0-2 0 15,1-1 0-15,1-2 0 16,3 0 0-16,2 0-1 15,3-5 2-15,0-5 0 16,2-2-2-16,3-5 2 16,1 0 2-16,0-3-2 0,4-5-1 15,0-3 2-15,3-4 2 16,4-3 6-16,2-2-3 16,3 2 0-16,-1-2-3 15,3 2 2-15,-3 3-3 16,-3 4-1-16,-2 0 0 0,-4 6 0 15,-5 2-1-15,-4 5-1 16,-2 3 0-16,-5 5 0 16,-5 6-6-16,-6 1-25 15,0 4-38-15,-12 7 16 16</inkml:trace>
  <inkml:trace contextRef="#ctx0" brushRef="#br0" timeOffset="625.17">15120 14047 53 0,'0'0'25'0,"0"0"-11"0,0 0 8 16,0 0-8-16,0 0-5 16,0 0-2-16,16-39 2 15,-16 36 5-15,0 3 4 16,0-2-2-16,1 2-9 15,1 0-7-15,0 0-2 0,2 4 5 16,1 5-3-16,3 1 1 16,-3 3 0-16,4-2 0 15,-2 2-1-15,1-2 1 16,-1 1-1-16,4-3 0 16,-5-3 0-16,4 0 1 0,1-4-1 15,2-2 1-15,1 0-1 16,2-8 1-16,6-6 4 15,-4-3 1-15,8-5-2 16,3-6-1-16,1-3 1 16,5-10 2-16,8 1 1 0,2-7-1 15,6 1-1-15,0 0-2 16,-2 2-2-16,3 4-1 16,-6 3 1-16,-2 5-1 15,-6 3 0-15,-1 6 0 16,-8 4 0-16,-4 3 0 0,-8 6 0 15,-2 3 0-15,-7 3 0 16,-5 4-3-16,-3 0-24 16,-3 8-2-16,-16 9 8 15,-6 3-55-15,-7 1-13 16</inkml:trace>
  <inkml:trace contextRef="#ctx0" brushRef="#br0" timeOffset="981.66">15312 13932 112 0,'0'0'5'0,"0"0"0"0,0 0-4 0,0 0 0 16,0 0-1-16,-2 40 1 15,6-29-1-15,3-1 0 16,1-1 0-16,2-4 1 0,4-3-1 16,4-2 3-16,8-6 9 15,6-11 13-15,10-7 2 16,8-8-11-16,8-4-9 15,8-5-4-15,4-2 0 16,8 1-3-16,-3-1-3 0,0 0-53 16,-4-2-94-16</inkml:trace>
  <inkml:trace contextRef="#ctx0" brushRef="#br0" timeOffset="14536.48">2113 3137 75 0,'0'0'3'0,"0"0"1"0,0 0-1 16,-41-20 0-16,32 17 4 16,3-1-1-16,-3-2 1 0,1 2 2 15,0 0-1-15,-1 2-4 16,0-1-1-16,2 2-1 16,-1 1 0-16,1 0 0 15,0 0 2-15,2 0 0 16,1 3 0-16,2-2 1 0,0 1-5 15,2 0 2-15,0-1-1 16,0-1 0-16,0 0 8 16,0-3 13-16,8-13 9 15,6-8-18-15,9-13-7 16,12-15-3-16,18-20-1 16,17-18 0-16,14-20-9 0,13-22-126 15</inkml:trace>
  <inkml:trace contextRef="#ctx0" brushRef="#br0" timeOffset="16769.53">1696 3059 45 0,'0'0'82'0,"0"0"-77"0,0 0 3 0,-42 0-4 16,38-3-2-16,0 0-1 15,-1 0 0-15,4 1-1 16,-1-2 0-16,-2 2 1 15,0-2 0-15,-3 2-1 0,1 2 2 16,-4 0-1-16,3 0-1 16,1 7 1-16,2 1-2 15,0 2 1-15,4 3 0 16,0 0-1-16,0 1 1 16,8 1-2-16,3 0 0 0,1-3 2 15,3-4 0-15,-1-2-1 16,1-6-1-16,1 0 1 15,1-12 33-15,4-12 4 16,8-13-1-16,4-12-10 16,7-15-7-16,16-14-6 0,14-17-3 15,23-18-5-15,22-16-4 16,20-20-4-16,15-19-51 16</inkml:trace>
  <inkml:trace contextRef="#ctx0" brushRef="#br0" timeOffset="19416.09">15134 14036 71 0,'-3'0'7'0,"3"0"14"0,0 0-9 0,-2 0-3 15,0 0-8-15,1 0 1 16,0-3 1-16,-1 2 4 0,1-1 4 15,1 1 4-15,-2-1-4 16,2 1-5-16,0 1-3 16,0 0-2-16,0-3 1 15,0 3-1-15,0 0-1 16,0 0 1-16,0 0 6 16,-2 0 0-16,0 0-7 0,0 3 0 15,-1 4 0-15,2 3 0 16,0-1 0-16,1 2 0 15,0-2 0-15,0-1 1 16,5-1-2-16,1-1 1 16,2-4 0-16,4-2-2 0,2 0 2 15,8-5-1-15,3-9 4 16,6-6 2-16,5-6-2 16,6-6 1-16,3-4-1 15,2-4 8-15,7-2 0 0,3 1 2 16,2 2 0-16,-1 1-6 15,-2 3-4-15,-1 6-3 16,-3 3 1-16,-7 4-1 16,-2 2 2-16,-8 8-2 15,-4 3 0-15,-6 4 0 0,-9 4 0 16,-1 1-2-16,-8 0-4 16,-3 10-29-16,-4 1-34 15,-2-1-1-15</inkml:trace>
  <inkml:trace contextRef="#ctx0" brushRef="#br0" timeOffset="20763.48">16079 13903 113 0,'-4'0'12'0,"0"1"7"0,1 0-11 0,1 2-5 0,-2 0 1 16,2 0-2-16,2 1-1 15,0-3 2-15,0 2-1 16,0-1 1-16,0-1-2 0,0-1 1 15,4 0 1-15,0 0 6 16,0-4 2-16,0-2-3 16,-1 2-3-16,-1-2 0 15,-2 2-2-15,0 4-1 16,0 0 2-16,-6 0-5 0,-1 1-2 16,0 8 3-16,0 2 2 15,1 1-2-15,4-1 0 16,2-2 1-16,0-1 2 15,2-2-2-15,6-2 0 0,2-3-1 16,-1 1 1-16,1-2-1 16,0 0 1-16,-3-6 1 15,-1 0 2-15,-2-3 8 16,-4 1 5-16,0 0-1 16,0 0 1-16,0 3-8 0,-4-1-4 15,-1 5-4-15,1 1-2 16,-2 0-1-16,-1 0 1 15,2 3-2-15,-1 3 3 16,1 3 0-16,3 0-1 16,0-3-2-16,2 1 0 15,0-1-11-15,4-4-22 0,5-2-35 16,3-3-80-16</inkml:trace>
  <inkml:trace contextRef="#ctx0" brushRef="#br0" timeOffset="21915.06">16654 13614 66 0,'0'7'104'0,"0"0"-109"0,0 2 6 0,0 2 0 16,1 2-1-16,6 0 3 15,-2-2-2-15,5 0 3 16,0-3 3-16,1-1 3 16,5-3 0-16,1-1 1 0,4-3-2 15,2 0-6-15,1 0 3 16,0 0-3-16,-3-6 0 15,1-1-1-15,-5-1 3 16,0-2 4-16,-2 0-3 16,-3 1-1-16,-1-2-2 15,-4 2-1-15,0-1-2 0,-3 2 1 16,-2 3-1-16,-1 1 1 16,-1 1 3-16,0-1-2 15,0 4 4-15,0 0-8 16,-2 0 4-16,1 4-4 15,-1 4 1-15,2 3 1 0,-1 3-1 16,1 0 1-16,0 1 0 16,0 1 0-16,0 1 1 15,1-1-1-15,3 3 0 16,2-2 1-16,-2 1-1 16,1 2 0-16,1-2 0 0,-1 1 0 15,0-2 1-15,-3-1-1 16,0-2 0-16,-2-3 0 15,0-1 0-15,0 0-1 16,-8-3 0-16,-5-2-1 0,-4 1 3 16,-5-4 3-16,-5 0-2 15,-5-1 1-15,0-1-3 16,2 0 0-16,-3 0 0 16,4 0-8-16,4-5-54 15,5-8-78-15</inkml:trace>
  <inkml:trace contextRef="#ctx0" brushRef="#br0" timeOffset="22378.7">16714 13509 67 0,'0'0'5'0,"0"0"-2"0,0 0 1 0,0 0 0 0,0 0-1 15,0 0-1-15,0 0 0 16,31-40 10-16,-31 23 12 16,0 0 12-16,-2-2 0 15,-5 0-6-15,2-1-8 16,1 3-10-16,0 1-3 0,4 4 6 16,0 2-10-16,0 3-3 15,1 2-3-15,7 3 1 16,3 2 0-16,0 0 0 15,3 6 0-15,3 7-1 16,2 4 1-16,5 7-3 0,0-1 3 16,3 7-5-16,2-3-26 15,0-3-50-15,1-4-40 16</inkml:trace>
  <inkml:trace contextRef="#ctx0" brushRef="#br0" timeOffset="22825.91">17653 13333 177 0,'0'0'3'0,"0"0"3"0,0 0 10 0,-41-21-7 0,30 21-7 16,-3 0-1-16,-1 0-1 16,-3 3-1-16,-4 9 2 15,2 5-1-15,-5 7-1 0,-4 6 2 16,2 9-1-16,-2 4 0 15,0 6-1-15,4-1 2 16,2 1-1-16,6-2 1 16,5-2 0-16,7-4 1 0,5-3 2 15,0-2 0-15,5-1 5 16,8-5-1-16,7 1 3 16,3-4 0-16,3-1-8 15,5-5-1-15,2-3-4 16,0-3 3-16,0-8-17 0,0-6-42 15,-3-1-62-15</inkml:trace>
  <inkml:trace contextRef="#ctx0" brushRef="#br0" timeOffset="23117.55">17756 13637 96 0,'0'0'44'0,"0"0"-43"16,0 0 10-16,19 42 13 16,-16-26-10-16,4 2-3 15,-3-2-3-15,0 3-3 0,-1-1-2 16,-1-1-1-16,0 2 0 15,0-3 0-15,1-1-1 16,0 0 1-16,3-2-2 16,-1 0 1-16,2-4-5 15,0-6-68-15</inkml:trace>
  <inkml:trace contextRef="#ctx0" brushRef="#br0" timeOffset="23629.56">18155 13640 223 0,'0'0'4'0,"0"0"-4"0,0 0 0 0,0 0 0 16,0 0-2-16,0 0 3 15,0 0 1-15,20 45-1 16,-17-32 1-16,2-3-1 16,2-2 1-16,3 1 1 0,-1-4 1 15,5 1 2-15,3-2 1 16,-1-1-3-16,-3-1-1 15,3-2-2-15,-5 0-2 16,-1 0 1-16,-1 0 1 16,-1 0-2-16,1 0 1 0,0-2-8 15,-4-1-29-15,1-1-62 16</inkml:trace>
  <inkml:trace contextRef="#ctx0" brushRef="#br0" timeOffset="23900.15">18146 13768 147 0,'0'0'6'15,"0"0"-15"-15,0 0 0 16,0 0 13-16,0 0 2 15,56 1 1-15,-29-1 4 16,4-3 5-16,5-1 1 16,5-2-4-16,1 2-7 0,2 0-3 15,-1 2-2-15,1-1-1 16,0 1-1-16,-4-3-25 16,-5 1-76-16</inkml:trace>
  <inkml:trace contextRef="#ctx0" brushRef="#br0" timeOffset="24419.85">18789 13658 211 0,'0'0'-5'0,"0"0"2"15,0 0 3-15,0 0-4 16,0 0 3-16,22 40 2 15,-16-31-1-15,1 0 0 16,4-3 1-16,2 1 0 16,3-3 0-16,0-2 1 0,6-2 2 15,1 0 0-15,1 0-2 16,0-6 0-16,-4-4 0 16,1-1-2-16,-6-1 1 15,-2-2 1-15,-1 2 0 0,-5 0 2 16,-1 2 0-16,-3 3-4 15,-1 3 1-15,-2 1 2 16,0 1 0-16,0 2 0 16,0 0-5-16,-2 6 3 15,1 4-1-15,-1 4 1 0,-1 1 0 16,3 3-1-16,0-2 1 16,0 0 1-16,5 2-2 15,0-1 2-15,4 0 0 16,-2 0-1-16,2-3 1 0,-3 0-2 15,1-1 1-15,-5-3 0 16,-1-3-1-16,-1 2-1 16,-1-4 1-16,-11 0 4 15,-5-1 8-15,-4-1-7 16,-3 1-5-16,-5-4 2 16,-1 0-1-16,5 0-8 15,0-9-60-15,2-9-99 0</inkml:trace>
  <inkml:trace contextRef="#ctx0" brushRef="#br0" timeOffset="24768.01">18744 13483 90 0,'0'0'95'0,"0"0"-93"0,0 0 1 0,0 0 3 0,40-37 11 16,-32 21 4-16,0-2 4 15,-2-1-3-15,-1-3-5 16,-1 1-5-16,0 0-4 16,-1 1-2-16,-1 4-3 0,1 3 0 15,0 5-2-15,-2 2 1 16,3 6-2-16,-2 0-1 15,3 7-1-15,3 6-3 16,2 6 4-16,1 5 3 16,4 1 2-16,3 5-4 0,0-3 0 15,4 1-17-15,-1-5-24 16,4-6-29-16,1-7-51 16</inkml:trace>
  <inkml:trace contextRef="#ctx0" brushRef="#br0" timeOffset="24967.72">19267 13303 193 0,'0'0'-5'16,"0"0"18"-16,48 0-5 0,-29 12 11 16,1 5-4-16,-1 8-3 15,-2 8-5-15,-3 7-4 16,-2 6-1-16,-6 6-2 15,-6 2-1-15,-2 1-1 16,-16-5-49-16,-6-8-56 0</inkml:trace>
  <inkml:trace contextRef="#ctx0" brushRef="#br0" timeOffset="25281.46">19694 13100 73 0,'0'0'97'0,"0"0"-65"16,0 0-13-16,-58-21-18 15,10 34-1-15,-14 9-6 16,-14 12 4-16,-15 7 0 15,-15 5-1-15,-11 9-1 16,-13 6 1-16,-12 8 7 0,-16 3-4 16,-14 5 2-16,-8 2-1 15,-12 2 1-15,-8-1-1 16,3-5 0-16,2-7-1 16,5-5-1-16,14-10-83 15</inkml:trace>
  <inkml:trace contextRef="#ctx0" brushRef="#br0" timeOffset="25708.92">14592 13822 186 0,'0'0'-33'0,"-78"34"29"0,21 1 5 0,-17 13-2 16,-14 5-4-16,-16 8 3 15,-10 7 5-15,-12 5-1 16,-9-1 2-16,-9 5 2 15,-1-2-9-15,4-7 1 0,2-7-75 16</inkml:trace>
  <inkml:trace contextRef="#ctx0" brushRef="#br0" timeOffset="26041.38">12550 15675 212 0,'0'0'-14'16,"40"-3"12"-16,-10-4-1 16,3-1-27-16,1 0-24 15,-3 1-53-15</inkml:trace>
  <inkml:trace contextRef="#ctx0" brushRef="#br0" timeOffset="26163.07">12699 15944 166 0,'0'0'-22'0,"48"1"23"15,-12-17-14-15</inkml:trace>
  <inkml:trace contextRef="#ctx0" brushRef="#br0" timeOffset="26669.72">13332 15657 252 0,'0'0'5'15,"0"0"4"-15,0 0-10 16,0 0-2-16,0 0-1 15,0 0 7-15,5 47 0 0,1-28-3 16,2 4 0-16,3-3 1 16,2-4 0-16,3-1 1 15,0-6-2-15,3-2 0 16,0-5 1-16,2-2-1 16,2 0-2-16,1-8 3 15,-4-3-2-15,0-5 2 0,-4-1-5 16,-5 3 4-16,-2-3 0 15,-2 3 1-15,-7 2 0 16,0 5 1-16,0 1 5 16,0 2 1-16,0 4-1 15,0 0-9-15,0 11 4 0,0 4-2 16,0 3 0-16,0 3 1 16,4 2-1-16,3 4 2 15,2-3-2-15,-3 3 1 16,2-2-1-16,-2 1 0 15,-3 0 0-15,-3-3 0 0,0 1-1 16,-2-6 0-16,-7-1-1 16,-6-4 4-16,-1-1 3 15,-5-3 3-15,-2-3-4 16,0-3-4-16,2-3 0 16,-1 0-10-16,6-10-19 0,0-13-37 15,5-8-76-15</inkml:trace>
  <inkml:trace contextRef="#ctx0" brushRef="#br0" timeOffset="26996">13421 15384 177 0,'0'0'-6'0,"0"0"18"0,0 0-10 0,0 0-2 0,0 0 0 0,0 0 7 16,0 0 18-16,0 0-5 16,-17-43-2-16,17 23-9 15,3-4-4-15,3-3 6 16,-2 0-3-16,3-1-3 0,-1 2 1 16,-3 5-3-16,4 2-1 15,-2 6-1-15,0 2-1 16,2 7-1-16,2 4 1 15,1 2-3-15,4 12 1 16,7 4 0-16,0 9-4 16,6 6-9-16,5 4-17 0,-3 4-32 15,2-3-33-15</inkml:trace>
  <inkml:trace contextRef="#ctx0" brushRef="#br0" timeOffset="27267.95">14079 15698 59 0,'0'0'125'0,"0"0"-86"15,0 0-4-15,0 0-5 16,0 0-11-16,0 0-11 15,0 0-5-15,0 0-3 0,0 0-5 16,17 2 9-16,1-2-5 16,1 0 0-16,7 0-4 15,3-2-16-15,1-3-12 16,3-4-34-16,-2 1-32 16</inkml:trace>
  <inkml:trace contextRef="#ctx0" brushRef="#br0" timeOffset="27822.23">14503 15537 249 0,'0'0'4'0,"0"0"-5"16,0 0-3-16,0 0-2 15,0 0-9-15,0 0 5 16,15 50 8-16,-10-32 2 15,0-1 1-15,0-3 1 0,3-1-1 16,1-5 2-16,1-3-1 16,2-3-1-16,2-2-1 15,-1 0 1-15,1-7 2 16,-1-6 5-16,0-2 3 16,1-2 5-16,-3-4-5 15,-2 2-6-15,1-2-2 0,0 1-2 16,-4 2-2-16,0 5 1 15,-2 3 0-15,-3 6 0 16,-1 2-1-16,0 2-1 16,0 2-4-16,0 7 2 0,0 6 0 15,0 5 4 1,0 4 1-16,-1 3 1 0,1 5-2 16,0 3 1-16,0-1-1 15,0 0 1-15,1-1-1 16,3-5 0-16,2-4 1 15,-2-6 2-15,0-6-1 0,-1 0-1 16,0-5 1-16,-3-2-1 16,0-3 7-16,0-1 15 15,0 1 7-15,-9-2-13 16,-1 0-9-16,0 0 0 16,-2 0-2-16,1-3-4 0,1-3-1 15,2-4-3-15,6-3-14 16,0-4-25-16,2-3-26 15,0-6-163-15</inkml:trace>
  <inkml:trace contextRef="#ctx0" brushRef="#br0" timeOffset="28249">14991 15239 176 0,'0'0'46'0,"0"0"-21"0,0 0-8 16,44-18-12-16,-28 17 0 0,0 1-3 15,2 2 0-15,0 12 1 16,1 2-1-16,-1 8 7 16,0 4-3-16,0 7-3 15,-1 5-1-15,1 3-2 0,-1 4 1 16,-8 3-1-16,0 1-1 15,-5 1-1-15,-4 2 3 16,-3 0-5-16,-14 3 1 16,-10 3-1-16,-14-2 3 15,-10-1-24-15,-7-6-60 16</inkml:trace>
  <inkml:trace contextRef="#ctx0" brushRef="#br0" timeOffset="28812.2">12780 15433 144 0,'-8'55'-12'0,"8"-2"19"0,0-3-1 0,10 0 0 16,9-2-3-16,6 0 1 16,6-3-1-16,6-4 1 15,5-2-3-15,6-6 0 16,2-5-2-16,4-5-46 0</inkml:trace>
  <inkml:trace contextRef="#ctx0" brushRef="#br0" timeOffset="29138.91">13582 16384 242 0,'0'0'12'0,"0"0"-19"15,0 0 8-15,60-16 0 16,-24 3 3-16,7-1-2 0,4-2-1 15,5-2-1-15,4 2 1 16,4-2 1-16,3-1 3 16,4 2-1-16,2-1-4 15,0 0 0-15,-1 3-14 16,-6 5-53-16,-13 2-24 0</inkml:trace>
  <inkml:trace contextRef="#ctx0" brushRef="#br0" timeOffset="29324.54">14222 16362 200 0,'0'0'2'0,"65"-34"23"15,-10 8 6-15,13-4-19 0,15-6-6 16,11-5-6-16,6-5-7 15,4-3-88-15</inkml:trace>
  <inkml:trace contextRef="#ctx0" brushRef="#br0" timeOffset="37038.9">10656 12991 91 0,'0'0'4'0,"0"0"9"0,0 0 8 15,0 0-2-15,0 0-9 16,0 0-15-16,0 0 4 16,0 0 6-16,0 0-5 15,0 0 2-15,28 21-1 16,-24 0-1-16,0 6 7 16,-4 7 5-16,0 9 2 0,0 5-1 15,0 12-2-15,0 7-2 16,0 9 0-16,-4 7-1 15,-4 6-1-15,3 6-1 16,-5 2 0-16,4-3-2 16,-2-6-2-16,3-3 0 15,-2-6 0-15,2-5 2 0,-1-4-4 16,1-5-10-16,3-6-12 16,2-7-8-16,0-14-22 15,0-16-50-15</inkml:trace>
  <inkml:trace contextRef="#ctx0" brushRef="#br0" timeOffset="38129.92">10767 13018 99 0,'0'0'34'0,"0"0"-22"0,0 0-15 0,0 0 7 16,0 0 3-16,0 0 0 15,44 4-2-15,-23-4 0 0,5 1-2 16,5-1-1-16,5 0-1 16,2 0-1-16,7 0 1 15,1 0-1-15,4 0 0 16,1-4 0-16,3-3 0 15,4 1 0-15,3 0 12 16,5-1 3-16,4-1-3 0,6 2-3 16,2-2-3-16,6 2 0 15,4-1-3-15,1 1 0 16,6-1-1-16,3 2-2 16,0-1 2-16,3 0-1 15,1 0-1-15,1-1 1 0,-1 0-1 16,0-1 0-16,1 1 1 15,4 1-1-15,-3-1 1 16,3 4-1-16,-1-1 1 16,-3 2-1-16,-2 1 1 15,-3 0-1-15,-4 1 0 0,-4 0 0 16,-6 0 0-16,-1 0 0 16,-5 1 0-16,-6 2 0 15,-5-2 1-15,-5 2-1 16,-4-2 0-16,-7-1 0 15,-4 0 0-15,-6 0 1 0,-3 0 5 16,-5 0-1 0,-4 0-1-16,-3-4 0 0,-3 3-2 15,-2-1-1-15,-1 1 1 16,-5-2-2-16,-1 3 2 16,-3 0-2-16,-4 0 1 15,0 0-1-15,-3 0 0 0,-1 0 0 16,1 0-1-16,0 0 0 15,0 0 1-15,-2 3-1 16,2 3-2-16,-1 1-1 16,2 3 1-16,-4 1-1 15,1 2 3-15,2 3 2 0,0 1 2 16,1 1-3-16,3 3 0 16,-1 2-1-16,2 5 0 15,0 3 1-15,1 5 0 16,0 7 1-16,-1 2-3 15,-1 5-2-15,2 5 5 0,-5 2 1 16,1 4-1-16,-1 0 0 16,-1 6 0-16,1 1-3 15,-3 2 5-15,-1 3-2 16,-1 2 1-16,0 1 1 16,0 2-2-16,0 2 0 0,-6 1-2 15,-2-6-7-15,1-3-5 16,-2-5-5-16,-2-7 11 15,-1-8 5-15,0-10 2 16,-4-7-3-16,-1-8 4 16,-4 0 0-16,-6-5 0 15,-6 0 6-15,-6-5-38 0,-8-4-55 16</inkml:trace>
  <inkml:trace contextRef="#ctx0" brushRef="#br0" timeOffset="39874.58">8762 14111 99 0,'2'3'17'0,"0"-3"-17"0,1 1-1 0,3 0 1 16,-1 1 0-16,3 1 0 0,-1 2 0 16,0-1-1-16,-1 3 1 15,3 1-2-15,-1 0 1 16,2 3-1-16,1-4 2 16,1 2-1-16,1-1 0 15,1-2 1-15,-1-5 1 0,3-1 2 16,3 0 1-16,4-11 8 15,6-11 6-15,7-7 4 16,11-11-5-16,9-13-9 16,18-12-4-16,13-12-4 15,11-14-10-15,9-18-64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00:33.0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10673 8970 165 0,'0'0'10'0,"0"0"11"0,0 0-11 0,0 0-7 15,0 0-2-15,0 0 1 16,0 0 2-16,0 0-2 16,0 0-1-16,-43-27 1 15,32 24 1-15,-3 0 1 16,-1 2 0-16,-2-2 2 16,-1 0-2-16,-1 0-2 0,-2 2 3 15,0 1-1-15,-2 0-2 16,-4 0-1-16,2 0-2 15,-1 0 2-15,-2 7-3 16,0-1 3-16,-1 0-1 0,-2 2 0 16,2 0 0-16,-2 2-1 15,0 2 2-15,2 3 0 16,1 2 0-16,-3 3 0 16,2 3 0-16,-2 1-1 15,0 0 0-15,4 2 0 0,1-2 0 16,5-3 2-16,0 2-4 15,3-1 2-15,5 0 0 16,0 2-1-16,-2 0 0 16,4-1 1-16,1 2 0 15,-1 1 0-15,2-2 0 16,-1-1 0-16,4 2 0 0,-2 0 0 16,3-5 1-16,-1 2-2 15,2-5 1-15,2 0 0 16,2-2 1-16,0-4-1 15,0 3 0-15,0-4 1 16,0 4-1-16,0-4 2 16,5 2-2-16,2 0 0 0,-2-2 0 15,3 3 1-15,-1-4-1 16,2 1 2-16,2 0-2 16,-2 1 0-16,3-1 0 15,-1 1 1-15,4 1 0 0,-2 0 0 16,2 1-1-16,-1 1 1 15,5-1-3-15,-2-1 2 16,1-1-2-16,2 0 3 16,1-1-1-16,3 0 2 15,-3 0-2-15,1-3-1 0,2-1 0 16,-1 0 3-16,-1-1-1 16,2-2-1-16,1 1 1 15,2-1 0-15,-4 0-1 16,1-2 1-16,3 2-1 15,-1 0 0-15,-1 0 1 0,-3 0-2 16,4 0 2-16,-3-1-1 16,2 1 0-16,0 0 0 15,-2-2 2-15,3 1-4 16,1 0 4-16,1-1-2 16,0 0 0-16,5-1 0 0,-4 0 0 15,4 0 0-15,-2 0 0 16,3 0 1-16,-3 0-1 15,0 0 0-15,1 0 0 16,-1 0 0-16,0 0 0 16,2 0 0-16,0 0 0 15,1 0 0-15,1-1 0 0,3-2 1 16,-2 1-1-16,3 1 0 16,0-3 0-16,-1 1 0 15,-2 0 0-15,2 0-2 16,0-1 3-16,0 3-1 15,2-1 0-15,-1-1 0 0,5 3 0 16,-4-1 0-16,5 1 1 16,-5 0-1-16,4 0 0 15,-1 0 0-15,0 3 1 16,2 0-2-16,1-2 2 16,2 0-1-16,0 0 0 15,2-1 0-15,2 0 0 0,2 0 1 16,1 0-2-16,2 0 1 15,0-1 1-15,0 0-1 16,-1-2-1-16,-3 2 2 16,0-2-1-16,0 0 0 15,-4 0 0-15,2 1 1 0,1-1-2 16,1 1 1-16,3-2 1 16,-1 2-1-16,1 0-1 15,-2 0 2-15,0 1-1 16,-4-1-1-16,-4-1 2 0,-1-1-1 15,-4 0 0-15,0-3 0 16,1-3-1-16,0 2 1 16,0-2-1-16,-1-2 1 15,1-1 2-15,-1-1-2 16,0 0 0-16,-3-3 1 16,0 1-1-16,1-2 0 0,-6-2 1 15,-3 0-1-15,-1 0 0 16,-5-2 0-16,-2 0 1 15,-6 2-1-15,-3-1 0 16,-5-2 1-16,0-1 0 16,-5 0 0-16,-1 0 0 0,0-3 1 15,-2-1-2-15,0 0 0 16,0 1 0-16,0-4 0 16,0 3 0-16,0 1-3 15,-4 1 4-15,-1 3-3 16,-3 2 2-16,0 3 0 0,-3-1 24 15,-5 2 2-15,1 3-30 16,-7-4 1-16,-1 1 1 16,0-2-1-16,-1 2 2 15,-2-1 1-15,0 2 0 0,2-4 1 16,1 5-1-16,-3-2 1 16,2 1-1-16,-2 2-2 15,-2-1 1-15,-1 3-3 16,-1 2 3-16,-5 1-4 15,1 1 6-15,-3 1 0 16,-1 1-2-16,1 0 1 0,0 2 1 16,1 1 0-16,0 0-1 15,-3 0 0-15,0 1 2 16,1 1-5-16,-3 1 4 16,0 0-1-16,0 0 2 15,0 0-2-15,1 0 0 0,0 0 0 16,2 0 0-16,-3 0 1 15,2 0-2-15,0 0 2 16,0 0-1-16,-2 0 0 16,0 0-1-16,0 0 2 15,-2 0-1-15,0 0 0 0,-2 0 0 16,1-4 0-16,-4 2 0 16,0-1 0-16,-4 1 0 15,-1-2-11-15,-2 2 25 16,-2 1-14-16,-7 1 0 15,1-3 0-15,-7 3 1 0,-5 0-1 16,-6 0-2-16,-6 0 2 16,-8 0-1-16,-7 0 1 15,-9 7 0-15,-8 5 1 16,-6 2 0-16,-7 6-1 16,0 1-3-16,0-4-41 0,3-8-112 15</inkml:trace>
  <inkml:trace contextRef="#ctx0" brushRef="#br0" timeOffset="3737.01">14891 8950 28 0,'-6'-3'36'0,"-1"-2"-8"0,3 0-1 0,0-1-2 0,0-1-2 16,0 0-6-16,3 0-10 15,-3-1 0-15,-1-1-3 16,1 2 0-16,-1-1-4 15,-3 1-1-15,-4 1 1 16,0 1-1-16,-2 1 2 0,-4 1-2 16,-3 1-1-16,1 0 4 15,-3 2-2-15,1-1 1 16,-2 1 2-16,4 0-2 16,-3 0 1-16,2 0-2 15,0 3 0-15,-3 4 0 0,-3 3 0 16,-2 0 0-16,-3 2 0 15,-5 2 1-15,-1 2-2 16,-2 1 1-16,1 0 1 16,1 0-1-16,1 5-1 15,2-4-1-15,0 5 3 16,5-2 0-16,-1 0 0 0,4 1-1 16,1-1 1-16,3 0-1 15,1 2 0-15,3 0 1 16,2 1-1-16,-1 1 1 15,5 1-1-15,0 2 1 0,-1 1 0 16,3-2 1-16,1 3 0 16,4-5-4-16,-2 3 5 15,5-6-4-15,-1 0 1 16,2-4 1-16,0 0-1 16,2-2 0-16,0-3 1 15,0-1-1-15,0 1 1 0,0 3-1 16,0-2 1-16,4 2 0 15,0-2-2-15,1 3 0 16,1-2 0-16,1 0 1 16,2 0-1-16,0-2 0 15,0 1 2-15,2-1 0 0,0-2-3 16,0-1 3-16,1 0 3 16,2-1-1-16,3-1 2 15,0-1 0-15,-1 1 0 16,2 0 0-16,2-1-3 15,-1 1 0-15,2 0-1 0,-2 0-1 16,3-1 1-16,-5 3-1 16,2-3 0-16,3 1 0 15,-3 0 1-15,4-1-1 16,2-1 0-16,0 1 0 16,0-1 0-16,5-1 1 0,-1 0-1 15,2-3 0-15,1 1 1 16,1 0-1-16,2-2 1 15,0 0 1-15,-3 0 1 16,3-1-1-16,-2 0 2 16,0 0-2-16,2 3 1 0,0-2-3 15,2 3 1-15,0-1-1 16,-1 1 1-16,0-1-1 16,1 0 1-16,2 0-1 15,-3 0 0-15,4-3 0 16,1 3 1-16,3-3-1 0,0 0 0 15,1 0-3-15,-3 0 7 16,1 0-3-16,0 0 0 16,-1 0-1-16,3 0 1 15,1 0 0-15,2 0-1 16,2 0 0-16,0 0 0 0,2 0 0 16,1 0 1-16,1 0-1 15,0 0 0-15,1 0 0 16,-1 0 0-16,1 0 0 15,-1 0 0-15,0 0 0 16,-1 0 0-16,-1 0 0 16,0 1 0-16,-1 2 0 0,0 0 1 15,-2 0-2-15,0 0 2 16,-3-1-1-16,0 1 0 16,1-1 0-16,-2-2 2 15,4 0-1-15,-4 0 1 0,2 0 1 16,-1 0 0-1,1 0-2-15,-2 0 0 0,2 0 1 16,-4-2 0-16,3-1 0 16,-1 2-1-16,2-1 0 15,-2 0 0-15,0-1 0 0,-1 0-1 16,-2 0 0-16,1-1 0 16,-3-2 0-16,-4-2 0 15,0-1 1-15,2-1-1 16,-4-4 1-16,1 0 1 15,-2-3 7-15,5 0-4 16,-4-3-2-16,0 1-2 0,-4-2 0 16,-3 3-1-16,-2 0 1 15,-8 0 0-15,-2 0 2 16,-2-1 4-16,-2 1-2 16,-2-1-2-16,-1-1 0 15,2 0 1-15,-5-1-3 0,1 0 0 16,-1-2 1-16,-1-4-2 15,1 0 0-15,-3-2 0 16,1-1 0-16,0 1 1 16,0-1-2-16,1 3 2 15,-2 0-2-15,-2 2-1 0,0 2 0 16,0-2-1-16,0 2 1 16,-2 0 0-16,-5 3 3 15,1-1-2-15,-1 0 2 16,0 2 1-16,0-2-3 15,-1 1 1-15,-3-3 1 0,2 3-3 16,0-4 0-16,-5 3-2 16,1 0-2-16,-4 1 2 15,-1 1 1-15,-3 1 1 16,-2 2 0-16,-2 2 2 16,-2 1 0-16,-1 2 0 15,-1 2-3-15,-2 2 2 0,-4 0-2 16,1 1 4-16,-5 1-5 15,0-1 5-15,-1 3-3 16,0-2 3-16,0 0-2 16,1 1 2-16,-1-2-1 0,-1 3-2 15,-3-1 3-15,-2 3-1 16,0-1 0-16,-6 2-1 16,-1 0-1-16,-1 0 5 15,0 0-2-15,-1 0-1 16,1 2 0-16,3-1 1 15,-1 1-1-15,-1 0 0 0,3-1 1 16,1 0 0-16,-4-1-2 16,2 0 1-16,-4 1 0 15,-1-1 1-15,-2 2-2 16,-2-2 1-16,-1 3 1 16,-1-2-2-16,-2 2 1 0,3 1 0 15,0-1 0-15,3 0 0 16,0 0 0-16,5-2 1 15,-1 3-1-15,-2-2 1 16,2-1-2-16,-1-1 1 16,0 0 0-16,1 0 0 0,-2 0 0 15,3 0 0-15,-3 0 0 16,-3 3 0-16,0 0 0 16,-1-2 0-16,2 3-1 15,2-2 2-15,0 2-1 0,1 1-1 16,1-1-1-16,0 1 6 15,0 0-3-15,2-1-2 16,2 3 2-16,0 1-1 16,1 0 0-16,2 0 1 15,3 3-1-15,-3 0 0 16,7 1 0-16,-1 1 1 0,4 1-1 16,-2 1-1-16,4 0 2 15,1 4-1-15,-3 0 0 16,7 0 0-16,-1-1 0 15,4 2-1-15,2 1 1 16,0-2 0-16,6 2-1 0,-4-1 1 16,3 3 0-16,-1 1 0 15,0-1 0-15,-1 4-1 16,4-2 1-16,-2 2 0 16,5-1 1-16,1 1-2 15,3-2 2-15,6 2-2 0,0-1 2 16,2 0-1-16,2-2-1 15,1 1 1-15,0-5 0 16,1 3 0-16,7-6-3 16,1 1 2-16,0-2 1 15,4 0 0-15,0-1 0 16,1 0 3-16,0-1-4 0,2 1 0 16,3-2 3-16,-2 1-2 15,2-1 2-15,3 0-2 16,-1-2 1-16,1 3-1 15,4-1 1-15,1 0 2 0,0 0-6 16,3-1 3-16,0-2 0 16,4 3 3-16,-2-2-3 15,0 0 0-15,2-1 0 16,-4-1 0-16,2 0 0 16,0-1 0-16,0-2 0 0,3 1-4 15,1-1 4-15,2-1 1 16,2 0-1-16,2-1 3 15,2 2-3-15,1-1 0 16,3 2 0-16,-2-2 0 16,4 0 0-16,-2 1 0 15,0 1 0-15,-1 0 0 0,0-2 0 16,-1 2 1-16,-2-3-2 16,3 2 1-16,0-1 0 15,2-2 0-15,0 1 0 16,2-1 0-16,-2-1 0 15,1-2 0-15,1 0 0 0,-4 0-3 16,4 0 7-16,-3 0-4 16,0 1 1-16,-1 2-2 15,2-3 1-15,-1 3 1 16,2-3-1-16,2 1-1 16,4-1 1-16,-2 0 1 0,-1 0-1 15,-2 0 0-15,0 0 0 16,-1 0 0-16,0 0 0 15,1 0 0-15,-2 0-2 16,-1 0 3-16,2 0-1 16,-2-1 0-16,1-1 1 0,-4 1-1 15,3-3 0-15,0 2 0 16,0-1 0-16,0 2 0 16,3-2 0-16,-5 1 1 15,2 0-2-15,-1-1 0 16,-2-1 0-16,0-2 1 0,1-2 0 15,-4 2 0-15,2-4 0 16,-3 0 0-16,-1 1 0 16,-1-2 0-16,-3 3 0 15,-1-4 0-15,3 0 0 16,-4 0 1-16,1-2 0 16,-3 0-1-16,2-2 1 0,-1-1-1 15,-4-3 1-15,-3 2-1 16,2-2 0-16,-2 0 0 15,-1 1 0-15,-5-1 1 16,-2 3-1-16,0-1 1 16,-5 1 0-16,-1 0 0 0,-2 1 0 15,0 1 0-15,1-1 0 16,2-2-1-16,-2 1 1 16,5-3 1-16,-1-2-4 15,1-2 2-15,0-3 0 16,2-1 0-16,-2-1 0 0,-1 0 0 15,-5 0-1-15,1 1 1 16,-3 1 1-16,-3 4 1 16,-1-1-4-16,-2 3 2 15,-2 3 0-15,0 0-1 0,-2 1 0 16,-5-1 0-16,-4-1 2 16,-2-1-1-16,-4 0 0 15,-3-1 0-15,-2 1 1 16,-5-1-2-16,-1 0 0 15,-3 1 1-15,-5 1 0 16,-2 0 0-16,-6 4 0 0,-9 1 1 16,-9 3-2-16,-13 4 1 15,-13 2-1-15,-22 5-2 16,-15 0-14-16,-24 0-54 16,-12 0-165-16</inkml:trace>
  <inkml:trace contextRef="#ctx0" brushRef="#br0" timeOffset="6020.5">13234 8889 83 0,'-8'1'1'0,"0"1"1"0,-1-2 2 0,-1 0 3 15,-1 1-4-15,3-1-2 16,-3 0 0-16,-2 0 0 0,3 0 0 16,2 0-1-16,-4-1 2 15,1-3 0-15,0 1 1 16,0-3 2-16,-2 2 2 16,-4 1 0-16,1 0-3 15,-3-1-1-15,0 0 0 16,-4 1 2-16,0 1 3 0,-1-2 7 15,2 1 0-15,-5-1 0 16,2 1-4-16,-2-1-5 16,-2-2 0-16,0 5-2 15,0-3-1-15,-4 2 0 16,-1 2-3-16,-3 0 0 0,-3 0 0 16,-2 0 1-16,-1 0-1 15,-3 0 0-15,0 0 0 16,0 0 2-16,0 0-1 15,-3 0 3-15,4-4 1 16,-3 2-1-16,2-2-1 16,1 3-1-16,-1-1-1 0,3 0 2 15,0 0-2-15,1-2 0 16,-3 4 1-16,1-2-1 16,-2 1 1-16,2 0-2 15,-1 0 0-15,1 1 0 16,-2 0 0-16,3 0 0 0,1 0 0 15,-2 3 0-15,4 1 0 16,0 1 0-16,-2-2 1 16,4 1-1-16,-1-1 0 15,1-2 0-15,-2 2 0 16,0-1 0-16,-3 2 1 0,-2-1-2 16,0 1 1-16,1 0 0 15,-2 0 0-15,3 2 0 16,-2 0 0-16,1 1 0 15,1 0 0-15,3 0 0 0,-5 3 0 16,5-2 0-16,0 3 0 16,1 0 0-16,0 1 1 15,5 0-1-15,0-1-1 16,1 3 1-16,2-1 1 16,0 2-2-16,2 0 1 15,1 2 0-15,0 2 0 16,2-1 0-16,2 5-1 0,0-3 2 15,-1 1-1-15,3-1 0 16,3-2 0-16,2 2 0 16,-1-3 0-16,1 1 0 15,0 0-1-15,0 2 2 0,-3-1-1 16,2 1 0-16,0-1 0 16,2-1 0-16,-1 1 0 15,2-2 0-15,0 3 0 16,1-2 0-16,2-2 0 15,3-2 0-15,-3 4 0 0,3-2 0 16,1-2 0-16,3 3 0 16,-2-4-1-16,2 1 2 15,2-1-1-15,2 2 0 16,1-3 0-16,0 1-1 16,0 0 1-16,0-1 0 0,5 0 0 15,3 3 0-15,2-2 0 16,-2 2 0-16,3-1 0 15,1 1 2-15,-1 1-2 16,3-2 1-16,1 4-1 16,1-3 0-16,0 0 0 15,6 1-1-15,-4-3 2 0,6 0-2 16,-1-2 1-16,2 0 1 16,1-3-1-16,1-1 0 15,2-2 0-15,2 1 0 16,0-2 0-16,0-1 0 15,-1 1 1-15,1-3-1 0,0 1 0 16,0-2 1-16,-2 0-1 16,-1 0 0-16,0 2 0 15,0-2 0-15,0 1 0 16,-1 0 0-16,0 2 0 16,0 1 0-16,1-1 1 0,0-1-9 15,6-1 12-15,-1 0-3 16,3-1 0-16,2 0-1 15,-1 1 1-15,1 1-1 16,-1 1 0-16,-2 0 0 16,3 1 0-16,-4 2 0 0,1 0 0 15,-1-1 0-15,2 2 0 16,-3-1 1-16,3 0-2 16,-2-2 2-16,2 2-2 15,3-1 2-15,0 0-2 16,3-1 1-16,0 0 0 0,3 1 1 15,0 0-1-15,4-1 0 16,-3-2 0-16,4 1 0 16,0 0 0-16,0-1 0 15,2 0 0-15,-2 1 0 16,-1-1 0-16,2 1 1 0,-2 0-2 16,2 1 1-16,1-1 1 15,1 0-1-15,1 3 0 16,0-2 0-16,-2 0 0 15,-1 2 0-15,2-2 0 16,-1 0 0-16,-1-4 0 0,2 1 0 16,0-1 1-16,2 0-2 15,-1 0 2-15,2-1-1 16,1-3 2-16,0-3-2 16,3 3 0-16,-4-3 1 15,1-2-1-15,-3 2 0 16,0-3 0-16,0 0 1 0,-5-2-1 15,2-1 0-15,-6-2 1 16,2 0-1-16,-7-1 2 16,1-2-1-16,-5-2 0 15,-1-2-1-15,-4-2 1 16,-3-1-1-16,0-4 1 0,-1 0 0 16,-3-1-1-16,-2-1 1 15,-1 2-1-15,-3-1 0 16,-1 2 0-16,-5-2 1 15,0-2 1-15,-4 0-2 16,-5-2 1-16,-2-2 0 0,-1-2 0 16,0 1 0-16,-6 0-1 15,-8 0 3-15,-5-1 0 16,-5 5 1-16,-8-2-1 16,-7 5-2-16,-12 3-2 0,-12 6-5 15,-14 4-21-15,-9 3-47 16,-8-2-97-16</inkml:trace>
  <inkml:trace contextRef="#ctx0" brushRef="#br0" timeOffset="8177.59">15697 8896 2 0,'0'0'106'0,"0"0"-102"0,0 0 6 0,0 0 1 15,0 0-5-15,0 0 2 16,0-1-1-16,0-1 0 16,-2 2-3-16,0 0-3 15,-1 0-2-15,-2 0-2 16,-3 0 1-16,1 0-1 0,-4-1 5 16,-5-3-2-16,1-1 0 15,-1-2 2-15,-4 2 3 16,4-1 4-16,-5 1-5 15,1 1 0-15,-3 0-3 16,-2 0-1-16,-4 1 1 16,-3 0-2-16,-4 0 1 0,-3 0 0 15,-4-1-5-15,-2 3 9 16,0-1 5-16,-1 2-2 16,-1 0 0-16,2 0 0 15,2 2-4-15,1 5-1 16,0 0-1-16,-1 1-1 0,-2 2 2 15,0-1-2-15,1 4 1 16,-1-2-1-16,0 1 0 16,4 0 0-16,-1 1 0 15,2 3 0-15,3 1 1 16,-1 2-1-16,0 1 0 16,2 3 0-16,2 0 1 0,3 1-1 15,0-4 0-15,1 0 0 16,2-2 0-16,3-1 1 15,1 0-1-15,0-1 0 0,1 0 0 16,0 2 0-16,1-2 0 16,-1 2 1-16,1 2-2 15,2-1 2-15,0 2-1 16,2 0 1-16,-1 0 0 16,2 1-1-16,4 0 3 0,-1 2 2 15,3 0-2-15,3 2-3 16,0-2 1-16,4 2-1 15,-1-3 2-15,3 1-2 16,1-3 0-16,1-2-1 16,0-1 0-16,2 2 2 15,6-3 1-15,2 1 0 0,-2 0-2 16,3 0 2-16,3-1-2 16,-1 2 0-16,1-2 0 15,1 0 2-15,4-1-2 16,0 0 0-16,1-3 0 15,3 1 1-15,1-2 0 0,1-1 1 16,2-1-1-16,2 0 2 16,0-2 1-16,0 2-4 15,0-2 3-15,1 1-3 16,1 0 0-16,2-2 0 16,-2 0 0-16,5-1 0 15,-4-2 1-15,5-1-1 0,1 0 1 16,0-2 2-16,3-1-1 15,0 0-1-15,3 0 2 16,-2 0-3-16,3 0 1 16,-3 0-1-16,0 0 1 15,-1 0-1-15,-1 0 1 0,-4 0-1 16,4 0 0-16,0 0 0 16,3 0 0-16,4 0 1 15,-1 0-1-15,6 0 1 16,0 0 0-16,2 0 0 0,3 0 0 15,1 0 0-15,0 0 0 16,1 0 0-16,1 0-1 16,0 0 2-16,-3 0-4 15,1 0 4-15,1 0-2 16,0 0 0-16,-1 0 0 16,1-1 0-16,2-2 1 0,-1-2 1 15,3 1 1-15,-1 0 0 16,2 1-3-16,2-1 1 15,-4 1-1-15,5 2 0 16,-1-2 1-16,-1-1-2 16,-1 1 1-16,0 0 1 0,2-1-1 15,-4 1 0-15,1 0 0 16,-3-2 0-16,1 3 0 16,-5-2 2-16,2 1-2 15,-3-3 0-15,0 2 0 16,0 0-8-16,0-2 14 0,-2 0-6 15,-4-2 0-15,0-1 2 16,-5-1-2-16,-2 0 0 16,-3-3 0-16,-3 0 0 15,-5-2 1-15,-4-1-1 16,-7 2 1-16,-2-2-1 0,-2 0 1 16,-7 0 0-16,0-1 1 15,2-2-1-15,-6 1 0 16,1 0 0-16,-1-1-1 15,-1-1 1-15,0 0-1 16,-4-2 0-16,3-3 0 0,-3 0 2 16,0-2-2-16,0-2 2 15,0 0-5-15,0-1 4 16,0 0-2-16,0 3 2 16,0-1 1-16,0 1-1 15,-3 1 2-15,1 2-3 0,0 0 2 16,0 1-2-16,-1 0 3 15,-1 2-4-15,-4 1 3 16,-2-1-1-16,-2 1 0 16,-2-2-1-16,-2 1 3 15,-3 0-6-15,2 1 2 0,-4 0 2 16,2 2 2-16,-1-2-3 16,1 1 0-16,-1 2 1 15,-2 2-2-15,-1-1-3 16,-2 3 4-16,2 3-1 15,-6 0-2-15,-3 3 3 0,0 0-1 16,0 0 1-16,-5 3 1 16,0 0-2-16,1-2 2 15,-2 2-2-15,1 0 2 16,-2 1-2-16,3-2 0 16,0 2 2-16,-1-1-1 0,1 3 0 15,-2-1 0-15,0 1 1 16,-1 1-1-16,-2 0-1 15,-3 0 2-15,0 0-1 16,-3 0 0-16,-2 0-1 16,-5 0 2-16,-2 0-2 15,-2 0 1-15,-5 0-1 0,-5 0 1 16,-7 0 0-16,-9 0-1 16,-14 0 2-16,-17 4-1 15,-19 3 1-15,-24 1-1 16,-24 4 1-16,-29 7 0 0,-30 6-1 15,-30 6-7-15,-34 4-40 16,-32 4-70-16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5:58:24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15312 11999 45 0,'0'-1'43'0,"0"-1"-37"0,0 0 4 0,0 0-6 16,0 0-2-16,0 1 0 15,0-1 12-15,0 0 17 16,0 2-1-16,-2 0-8 16,-4 0-8-16,3 0-3 15,-1 0-7-15,-3 0-1 16,2 2-2-16,-2 5 1 0,3 3-1 15,0 1-1-15,2 3-1 16,-1 1 1-16,2 1-1 16,1 1 0-16,0-1 1 15,0 0 0-15,0-1 3 16,0 0 2-16,4-1-2 0,0-1 1 16,5 1 1-16,0-3-2 15,3 0 2-15,1 1-3 16,6-1 3-16,3-2 2 15,4-1-6-15,0 1 0 16,1-2 2-16,4 0-3 0,-3-3 1 16,1 2 0-16,-1-3 0 15,0-2 5-15,-1 2 3 16,1-3 2-16,-2 0-2 16,-1 0-1-16,2 0-5 15,-6 0-1-15,1-3-1 0,-4 2-1 16,2-1 1-16,-5 1 1 15,-3-2-2-15,-2 3-2 16,-2 0-14-16,1-1-40 16,-5-3-49-16,-2-2-32 15</inkml:trace>
  <inkml:trace contextRef="#ctx0" brushRef="#br0" timeOffset="213.54">15856 12194 271 0,'0'0'-7'0,"0"0"1"0,0 0 4 0,0 0 0 15,0 0 2-15,0 0 0 16,0 0 0-16,0 0 1 16,0 0 2-16,40 28-2 0,-29-13-1 15,-6 3 0-15,-1 6-1 16,-4 0-10-16,-4 3-62 15,-9-5-74-15</inkml:trace>
  <inkml:trace contextRef="#ctx0" brushRef="#br0" timeOffset="647.02">16448 12049 228 0,'0'0'3'0,"0"0"17"15,0 0-7-15,0 0-13 16,0 0-2-16,0 0 1 16,-3 40 4-16,3-20-2 15,0 3 1-15,0-1 0 16,0 4-1-16,0-4-1 0,0 1 0 15,0-2 1-15,0-2-2 16,0-2-1-16,-1-6 2 16,-2 1-1-16,1-5-9 15,-3-4-26-15,2-3-30 16,0-5-61-16</inkml:trace>
  <inkml:trace contextRef="#ctx0" brushRef="#br0" timeOffset="888.76">16414 12046 210 0,'0'0'46'16,"0"0"-40"-16,0 0 2 16,0 0-4-16,0 0 5 15,0 0-3-15,19-37 3 0,-9 33 0 16,1 0-5-16,3 1-2 15,1 1 0-15,0 0-2 16,2 2 0-16,3 0 0 16,-4 0 0-16,-1 0-20 15,-4 0-64-15,-3 3-64 0</inkml:trace>
  <inkml:trace contextRef="#ctx0" brushRef="#br0" timeOffset="1087.23">16458 12217 330 0,'0'0'0'16,"0"0"-12"-16,0 0 10 16,0 0-1-16,0 0 7 15,50 1-5-15,-31-1 2 0,2 0-9 16,2 0-15-16,0-4-44 15,-2-2-63-15</inkml:trace>
  <inkml:trace contextRef="#ctx0" brushRef="#br0" timeOffset="1494.2">16737 12197 349 0,'0'0'1'0,"0"0"-12"0,0 0 2 16,0 0 9-16,0 0 0 16,0 0-5-16,0 0 3 15,0 0 1-15,33 5 4 16,-26-5-1-16,2-4 1 0,2-3-2 16,-2 1 0-16,0-2 1 15,-1-2-1-15,-3 3-1 16,-3 0-5-16,-2 0-7 15,0 2 0-15,-1 1 3 16,-7 4-6-16,-1 0 14 16,-4 0-1-16,-1 6 2 0,1 4 1 15,-3 2-2-15,3 5 1 16,1-5 1-16,4 4 0 16,3-4 3-16,5 1 4 15,0-2-2-15,0-2-1 0,11-2-2 16,3 0-1-16,3-4 0 15,6 0 3-15,4-3-2 16,2 0-10-16,0-4-53 16,0-8-97-16</inkml:trace>
  <inkml:trace contextRef="#ctx0" brushRef="#br0" timeOffset="1898.46">17102 12191 145 0,'0'0'131'16,"0"0"-129"-16,0 0-2 0,0 0-29 15,0 0-7-15,0 0 16 16,0 0 18-16,0 0 4 16,0 0-2-16,-9 18 2 15,9-18 3-15,0 0 11 0,5 0-1 16,3 0 5-16,0 0-9 15,-1 0-5-15,1-5-4 16,-3-1 0-16,2-1 0 16,-5 1 1-16,-2-1 9 15,0 2 0-15,0-1-3 16,-2 3-4-16,-10 3-9 0,0 0-1 16,-3 0-7-16,0 11 4 15,-4 2 7-15,3 0 8 16,2 4-7-16,7-3 0 15,1 0-1-15,6-1 0 0,0-3 0 16,6-1-2-16,8-4 5 16,6-2-1-16,5-1 1 15,3-2-22-15,3 0-86 16,3-10-49-16</inkml:trace>
  <inkml:trace contextRef="#ctx0" brushRef="#br0" timeOffset="2362.3">17405 12187 184 0,'0'0'26'0,"0"0"11"16,0 0-13-16,0 0-7 16,0 0 0-16,0 0-9 15,0 0-12-15,0 0 0 0,0 0-13 16,-25-30 1-16,5 37 1 16,-5 4 14-16,-1-1 13 15,2 3-13-15,5 3 6 16,3-2-3-16,5-1-5 15,5 0 6-15,6-2-9 0,0-4 2 16,6-1-7-16,7-5 8 16,4-1 11-16,5 0-4 15,-1-10-1-15,4-3-3 16,0-2 0-16,-2-2 0 0,-3-3 0 16,-1-2 1-16,-5-3-1 15,0-2 3-15,-5-4-2 16,-3-2-4-16,-2 0-7 15,-4 1 1-15,0 2 4 16,0 3 6-16,-2 6 7 16,-5 5 17-16,1 3-7 0,-1 6-8 15,3 3-8-15,-3 0 2 16,3 4 0-16,3 0-2 16,1 5-1-16,0 8-3 15,0 7 1-15,0 7-2 16,2 9 2-16,8 3 0 0,-2 7 1 15,4-1 0-15,0 1-9 16,1-4-61-16,0-8-128 16</inkml:trace>
  <inkml:trace contextRef="#ctx0" brushRef="#br0" timeOffset="2803.54">18214 11873 155 0,'0'0'-32'0,"0"0"30"0,0 0-8 0,-7-47 5 15,2 33 7-15,-1 0 20 16,-1-1 32-16,1-1-13 16,-2 1-11-16,0-2-13 15,-3 4-9-15,-1 2-8 0,-1 1-4 16,-5 7 5-16,0 3 2 16,-2 5 1-16,-2 12-6 15,0 7 3-15,-1 4-1 16,0 10-1-16,6 2 0 15,1 4 0-15,6 0-2 0,4 3 0 16,4-3-1-16,2-1 1 16,0-3 1-16,0-2 2 15,3-3-1-15,1-1 2 16,-4-2 0-16,0 0-1 16,0-3-18-16,-2-2-48 15,-9-9-67-15</inkml:trace>
  <inkml:trace contextRef="#ctx0" brushRef="#br0" timeOffset="3065.54">17673 12205 195 0,'0'0'32'0,"0"0"-35"16,37-15 7-16,-14 10 5 16,4 0-1-16,4 0 4 15,2 1-5-15,3 0-3 16,2 1-3-16,3 3 0 16,-5-3-1-16,4 2-6 0,-3-2-30 15,2 0-30-15,-4 0-12 16</inkml:trace>
  <inkml:trace contextRef="#ctx0" brushRef="#br0" timeOffset="3364.17">18264 12133 138 0,'0'0'23'0,"0"0"-10"16,0 0-1-16,-43 14-9 16,27-1-3-16,1 4 0 15,2 0-1-15,3 3 1 16,5-2-3-16,3-4 2 0,2-1-1 15,2-4 0-15,7-5 9 16,7-4 10-16,0 0 2 16,4-1 2-16,3-9-6 15,-2-3-5-15,0 0-3 16,-3-1 0-16,-5-2 1 0,-3 2 2 16,-2 1-2-16,-6-1-1 15,-2 4 0-15,0 3-3 16,-12 1-1-16,-1 4-10 15,-3 2 3-15,-3 0-9 16,1 5-14-16,2 5-8 0,0-3-56 16</inkml:trace>
  <inkml:trace contextRef="#ctx0" brushRef="#br0" timeOffset="3671.58">18352 12144 212 0,'0'0'4'0,"37"-7"8"16,-16 7 0-16,0 0-11 16,-4 0 0-16,-3 6-3 15,-5 4-6-15,-1 1 4 0,-4 3 4 16,-1-2 3-16,-1-1-5 16,-2 0 0-16,0-1 0 15,0-4 9-15,-4-2 1 16,-1-1 0-16,1-3 2 15,0 0 8-15,1 0 3 16,2-3 1-16,0-7-3 0,1-2-2 16,0-4-13-16,0 0-4 15,9-4 4-15,0-1-2 16,5 1-3-16,5 1-33 16,-3 0-41-16,0 0-131 15</inkml:trace>
  <inkml:trace contextRef="#ctx0" brushRef="#br0" timeOffset="4134.93">18821 12032 302 0,'0'0'-3'0,"0"0"-11"15,0 0 0-15,0 0-4 16,-24 37 18-16,13-23 3 15,2 3-2-15,-3 0 1 16,3 2 0-16,3-2 1 0,1-3-3 16,2 1 1-16,1-6-1 15,2 1-1-15,0-6 1 16,0-1-8-16,3-3 6 16,4 0 9-16,2-1-4 15,1-6 8-15,0 0-5 0,-3-1-3 16,1 3 1-16,-1 2-1 15,0 3-2-15,-1 0 0 16,1 0-3-16,0 1-1 16,3 6 5-16,-2-1-2 0,1-3 1 15,1 3-1-15,0-5 0 16,-1-1 2-16,1 0 6 16,0 0 8-16,-3-8 0 15,2-3 7-15,0-3-7 16,-3 0-5-16,-1-3 0 15,-1-1-6-15,-2-1-2 0,-2 1-3 16,0 1-3-16,0 3-17 16,0 4-8-16,-7 4-15 15,2 3-72-15</inkml:trace>
  <inkml:trace contextRef="#ctx0" brushRef="#br0" timeOffset="4816.82">19335 12036 113 0,'0'0'1'0,"0"0"10"0,0 0 15 15,0 0 5-15,0 0-12 16,-43-17-8-16,24 17 1 0,-1 0-1 15,3 0 1-15,-2 6-1 16,3 4-4-16,0-1-5 16,2 6-2-16,2-1-1 15,3 2 0-15,4-1 1 16,2-3-1-16,3 1-2 0,0-5-1 16,3-1 3-16,5-1 3 15,2-3-2-15,2-3 1 16,3 0 9-16,-3 0-7 15,1-6 0-15,0-1-1 16,-1-1 1-16,-3 0-1 0,-3-2 1 16,2 3 2-16,-4 3 2 15,-2 0 4-15,2 1-4 16,-2 0-4-16,0 3-3 16,1 0-1-16,3 0-1 0,1 0 0 15,0 0 0-15,0 6 1 16,1 1-3-16,0 1 4 15,0 1 1-15,-4 1-2 16,1-2 1-16,-1 0 0 16,-1-1 2-16,-1-2-1 15,-1-2 0-15,2-2-1 0,0-1 1 16,-1 0 1-16,3 0 15 16,1-5-6-16,0-4 0 15,4-3-4-15,-1-1-3 16,2-1-2-16,1 1 0 15,-1 3-2-15,1 1 0 0,0 4-1 16,-5 3 0-16,3 2-1 16,-2 0-4-16,-1 9-3 15,-1 2-4-15,1 1-5 16,-1 2-11-16,3-1-12 16,2-2 11-16,0-3 3 15,5-2-24-15,0-3 18 0,4-3-17 16</inkml:trace>
  <inkml:trace contextRef="#ctx0" brushRef="#br0" timeOffset="5101.51">19709 12126 92 0,'0'0'57'0,"36"-27"7"0,-22 15-34 0,-6 2-12 15,-2-1-9-15,-6 5 5 16,0-1 0-16,-2 3-11 16,-9 4-7-16,-3 0 1 15,-1 0 2-15,-3 7 2 16,0 5-3-16,2 2-2 15,5 0-1-15,2-1 2 0,7-1 0 16,2-1-4-16,0-4-12 16,8-3 17-16,6-3-5 15,4-1 14-15,1 0 1 16,3-8-3-16,0-5-1 16,0-4 15-16,-3-3 3 15,-3-4-2-15,-5-2 9 0,-4-2 4 16,-2-1-14-16,-5-2-16 15,-4 2-17-15,-15 1-63 16,-13 1-149-16</inkml:trace>
  <inkml:trace contextRef="#ctx0" brushRef="#br0" timeOffset="5991.87">15147 12951 111 0,'0'0'1'0,"0"0"1"0,8 42 10 0,5-23-2 15,2 7-6-15,5 0 8 16,0 3 1-16,5 1-7 15,4-2 3-15,4-1 9 0,-1-3-4 16,8 0 1-16,0-4 7 16,4-4-4-16,2-1-3 15,4-5-2-15,0 0 0 16,-1-4 0-16,0-1-2 16,0-3-3-16,-2 0-1 0,-1-2-4 15,0 0-1-15,-1 0-1 16,-3-5 1-16,-5-2-1 15,-1 3-9-15,-7-3-22 16,-4-2-14-16,-6-2-58 16,-6-2-43-16</inkml:trace>
  <inkml:trace contextRef="#ctx0" brushRef="#br0" timeOffset="6111.88">16177 13168 217 0,'0'0'8'0,"0"0"-14"15,18 37 9-15,-7-13-3 0,3 5 0 16,-3 3-10-16,-4 1-75 16</inkml:trace>
  <inkml:trace contextRef="#ctx0" brushRef="#br0" timeOffset="6574.19">16831 13125 297 0,'0'0'12'16,"0"0"-5"-16,0 0-7 0,0 0-3 16,0 0 2-16,0 46 0 15,3-22-1-15,2 6 3 16,-2 1-2-16,-1 0-11 16,-1-2-20-16,-1-5-2 15,0-3 2-15,0-7-12 0,0-5 6 16,-1-7-39-16</inkml:trace>
  <inkml:trace contextRef="#ctx0" brushRef="#br0" timeOffset="7015.4">16837 13134 258 0,'0'0'33'15,"0"0"-30"-15,0 0 1 16,32-38 0-16,-17 29-4 15,2 5 1-15,2 1-1 0,-2 3-1 16,1 0 0-16,-1 7-1 16,2 6 0-16,-6 5-3 15,-3 2-20-15,-4 2-7 16,-5 2 7-16,-1-3-5 16,-1 0 10-16,-6-5 12 0,-2-4-3 15,3-4 17-15,2-1 5 16,4-4 1-16,0-3-12 15,2 0-4-15,9 0 16 16,5 0-2-16,0 0 1 16,3 0-2-16,2 1-3 0,-2 6-3 15,-3 3-1-15,-3 0-3 16,-3 0 1-16,-3 0 3 16,-3-1-3-16,-4-1 1 15,0 1 8-15,-14-2 5 16,-3 2-11-16,-7 0 1 15,-2-2 8-15,-3 2-9 0,2-3-4 16,5-1 7-16,2-2-3 16,8-1-3-16,7-2-16 15,5 0-35-15,0-2-55 16</inkml:trace>
  <inkml:trace contextRef="#ctx0" brushRef="#br0" timeOffset="7414.15">17380 13266 165 0,'0'0'11'0,"0"0"23"0,0 0-2 0,0 0 11 0,0 0-37 16,0 0-4-16,0 0 0 15,0 0 5-15,-52-23-3 16,33 26-2-16,3 6 1 0,0 2-3 15,3 2 0-15,1 1 0 16,4-1-1-16,5 0 0 16,3 0-2-16,0-2 0 15,2-3-3-15,9-2 3 16,3-2 0-16,-1-3-2 0,4-1 14 16,-1-2-6-16,3-8 1 15,-4-3-2-15,1 3 1 16,-3-2-1-16,-1 0-1 15,-2 6 0-15,-3 1 0 16,-2 3-2-16,2 2 0 0,-5 0-4 16,1 3-2-16,1 6 7 15,2 1-5-15,-2 0-3 16,6 0-20-16,1-3-15 16,2-2-50-16</inkml:trace>
  <inkml:trace contextRef="#ctx0" brushRef="#br0" timeOffset="7876.86">17653 13262 229 0,'0'0'8'0,"0"0"16"15,0 0-6-15,0 0-7 0,0 0-10 16,0 0-11-16,0 0 11 16,0 0 5-16,-50-7-3 15,35 21-2-15,4 0-1 16,2 3-1-16,2-1 1 15,5-2 0-15,2-1-1 0,1-2 0 16,12-1-2-16,2-3 7 16,5-3-5-16,3-4 4 15,5 0 4-15,1 0-2 16,2-9-3-16,2-4-2 16,-3 0-4-16,-3-4-5 0,-2-1-3 15,-6-2 5-15,-3-3 8 16,-6 0 1-16,-1-4 0 15,-5 2-2-15,-3 2-9 16,-1 2 9-16,0 6 4 16,-3 5 11-16,-2 3 2 15,-1 5-3-15,2 2-2 0,0 0-13 16,0 9 3-16,2 7-3 16,2 3 1-16,0 3-1 15,0 4 1-15,0-1-1 16,6-1 1-16,0 1 0 15,2-7 1-15,-1 1-2 0,1-4 1 16,1-3-11-16,0-4-19 16,1-5-30-16,3-3-58 15</inkml:trace>
  <inkml:trace contextRef="#ctx0" brushRef="#br0" timeOffset="8127.97">18075 13133 204 0,'0'0'14'0,"0"0"42"0,0 0-21 16,0 0-27-16,0 0-9 16,0 0-8-16,0 0 5 0,-40 4-8 15,24 13 4-15,1 1 9 16,1-1 5-16,5-1-5 16,5 1-2-16,3-2 1 15,1 1-1-15,5-1 0 16,8-1-2-16,6-3 4 15,3 1-3-15,5-2 1 0,4-2 2 16,2-4 4-16,3-1-24 16,-1-3-55-16,0 0-50 15</inkml:trace>
  <inkml:trace contextRef="#ctx0" brushRef="#br0" timeOffset="8388.61">18455 13148 338 0,'0'0'2'0,"0"0"-4"0,0 0-3 15,0 0 2-15,0 0-2 16,0 0 3-16,-2 43 1 16,2-22-2-16,4 6 0 15,4 0 3-15,-3 2 0 0,0-2 1 16,-2-2-1-16,1-3-1 15,-2-4 0-15,2-4-1 16,-1-4-8-16,-1-5-19 16,-1-5-18-16,0 0-13 15,0-11 18-15,0-6-47 0</inkml:trace>
  <inkml:trace contextRef="#ctx0" brushRef="#br0" timeOffset="8617.37">18500 13196 180 0,'0'0'57'0,"0"-38"-8"15,4 28-31-15,1 2-14 0,5 2-3 16,-1 2 0-16,3 3 2 16,2 1 1-16,1 0-2 15,1 0 0-15,-1 5-2 16,-1 4-1-16,-5 2 0 16,-1 3-3-16,-4 0 2 15,-4-1-1-15,0 1-4 0,-5-1-1 16,-6-3 11-16,-4 1 1 15,0-2-13-15,-3-2 1 16,2 0-16-16,1-5-42 16,6-2-71-16</inkml:trace>
  <inkml:trace contextRef="#ctx0" brushRef="#br0" timeOffset="9136.81">18643 13154 195 0,'0'0'118'0,"0"0"-116"0,47-16-2 16,-27 15 0-16,-4 1-2 16,1 1-1-16,-1 11 0 15,0 2-7-15,-3 4 2 16,-1 1 4-16,-2-1 3 0,-1-2 2 16,-5-3 2-1,-1-5-6-15,-1-2-2 0,-2-3-7 16,0-3-4-16,0 0 12 15,-4 0 11-15,-1-10-3 16,-1-2 12-16,2-3 1 16,3-4-1-16,1-1-13 15,0-1-4-15,5 1 4 0,6 2-11 16,3 6-8-16,-1 1 7 16,2 7 6-16,-2 4 1 15,2 0-1-15,-4 1 0 16,-1 11-1-16,-1 2-3 0,0 1 1 15,-6 0 3-15,3-1 3 16,-2-1 2-16,1-4-2 16,5-1 1-16,0-4-2 15,4-3-2-15,1-1 10 16,1 0-1-16,-2-2-3 16,-1-7 1-16,-2 0 9 0,-5-2 11 15,-3-2-3-15,-3 1 10 16,0-1-11-16,-3 0-13 15,-7 0-2-15,-2 3-7 16,-1 7-11-16,-4 3-4 16,1 0-22-16,1 3-2 0,3 7-23 15,1-1-72-15</inkml:trace>
  <inkml:trace contextRef="#ctx0" brushRef="#br0" timeOffset="9363.99">19069 13129 319 0,'0'0'30'0,"0"0"-31"0,0 0 0 0,0 0 0 16,0 0-7-16,0 0-6 0,0 0 10 16,36 61 1-16,-31-30 4 15,-3 2 2-15,-1 0-3 16,1 0-8-16,0-3-3 15,0-6-9-15,0-3-45 16,0-5 33-16,-2-6-19 0,2-6 5 16</inkml:trace>
  <inkml:trace contextRef="#ctx0" brushRef="#br0" timeOffset="9643.12">19165 13114 249 0,'0'0'23'16,"0"0"-18"-16,41-21-5 15,-20 15 1-15,3 3-1 16,3 2 0-16,-3 1-1 0,-4 0-1 16,-5 4-3-16,-3 6-8 15,-5 0 10-15,-5 3 4 16,-2-3 1-16,-9 3-4 15,-4-2 14-15,-5-3-5 0,0 2-1 16,-3-2-4-16,4-1 0 16,1 0-2-16,3-1-1 15,4-4-25-15,6-2-84 16</inkml:trace>
  <inkml:trace contextRef="#ctx0" brushRef="#br0" timeOffset="10324.83">19484 13112 128 0,'0'0'166'16,"0"0"-158"-16,0 0-2 16,0 0-8-16,0 0 0 15,0 0 4-15,-38-11-3 16,26 11 3-16,1 9 3 15,1 4-4-15,3 2-2 0,3 2 0 16,3 0-2-16,1-2-1 16,0-4-2-16,10-1 5 15,2-6 7-15,5-4-4 16,0 0-2-16,5 0 0 16,-3-7-2-16,4-1 1 0,-2-2 1 15,0 1 1-15,-4-1 0 16,0 3-3-16,-2 4-3 15,-3 3-3-15,-1 0 2 16,-2 0 2-16,-2 6 0 16,1 2-1-16,2 0 6 0,0 1-2 15,3-3-1-15,0-3 0 16,0 0 4-16,2-3-2 16,-1 0 2-16,1-3-1 15,1-6 2-15,-2-2-2 16,0-2 3-16,-1-1 5 0,-3 0 0 15,-1-2-1-15,-1 1-3 16,-5 2-3-16,-3 2-2 16,0 2-1-16,-1 5-1 15,-9 4-2-15,-3 0 9 16,-3 8-4-16,-1 7-1 0,1 4 0 16,3 6-1-16,6 0-1 15,2 4-1-15,5-1-1 16,0-3-2-16,10-2 3 15,2 0 6-15,3-5 1 16,-3 2 1-16,1-3-4 16,-3 0 0-16,-5-1 0 0,-3-3 0 15,-2-2 0-15,-3 0-2 16,-11-2 10-16,-1-3-4 16,-3-1-2-16,-1-3 2 15,3-1-5-15,2-1-6 0,6-3-28 16,3-8-99-16</inkml:trace>
  <inkml:trace contextRef="#ctx0" brushRef="#br0" timeOffset="10660.13">20074 13146 310 0,'0'0'-4'0,"0"0"11"0,0 0-7 15,0 0-3-15,0 0-12 16,-52-17 18-16,28 17-3 0,1 8 5 16,-1 2-2-16,3 1-2 15,6 2-1-15,5-4 0 16,4 1-1-16,4-3-1 16,2-2-4-16,0-2-6 15,11-3 4-15,2 0 12 0,6 0-2 16,2 0 0-16,0 0 0 15,4-4 0-15,-1 1-1 16,-2 2 1-16,-1 0-1 16,-1 1-1-16,-3 0 0 15,1 0 0-15,-5 0-5 0,1 0-29 16,-1-4-32-16,0-4-21 16</inkml:trace>
  <inkml:trace contextRef="#ctx0" brushRef="#br0" timeOffset="10873.27">20268 12888 312 0,'0'0'11'0,"0"0"-17"16,0 0 7-16,0 0-2 0,2 46-1 15,0-22 2-15,1 5 0 16,3 0-2-16,-3 3 2 15,0-1 0-15,-2-3 0 16,-1-1-9-16,0-6-34 16,-6-3-36-16,-6-7-12 0</inkml:trace>
  <inkml:trace contextRef="#ctx0" brushRef="#br0" timeOffset="11093.9">20151 13111 101 0,'0'0'111'0,"0"0"-89"16,0 0-4-16,0 0-12 16,51-41 4-16,-25 33 0 15,0 3 0-15,4 2 0 16,0 3 2-16,0 0-2 16,-5 8-5-16,-3 3 0 0,-3 3-5 15,-7 2 0-15,-3-1 0 16,-8 1-3-16,-1-2-20 15,0-2-29-15,-4-4-51 16</inkml:trace>
  <inkml:trace contextRef="#ctx0" brushRef="#br0" timeOffset="11727.52">20617 13026 117 0,'0'0'20'16,"0"0"15"-16,0 0 1 15,0 0-29-15,-40-10-11 16,23 10 7-16,-3 0-5 0,-1 3 6 16,3 6-1-16,1 2-4 15,4 3-4-15,2 1 2 16,4 2-3-16,5 1 0 15,2 0 6-15,0-1-7 16,3-1 4-16,7-2 4 0,1-3-2 16,2-3 8-16,2-4-2 15,0-1 4-15,4-3-2 16,0 0-2-16,-1-2-3 16,-1-5-2-16,-1-3-10 0,0 0 2 15,-3-2 6-15,1-1 7 16,-5 0-4-16,2-2 4 15,-1 4-1-15,0 0 5 16,-3 5 1-16,4 2-3 16,-5 3-3-16,2 1-3 15,2 0-1-15,-2 1 0 0,1 9-1 16,-2 1 2-16,1 0-1 16,1 4 1-16,-3-2-1 15,1-2 2-15,-3-1-1 16,0-3-1-16,-1 0 1 15,-1-5 0-15,1-1-1 16,-3-1 3-16,2 0 5 0,1-7 3 16,3-3 4-16,3-3 2 15,6-1-4-15,3-1-8 16,4 3-2-16,1 5-2 16,2 3-1-16,-4 4-1 15,0 5-2-15,-3 12 0 0,-5 6-3 16,-4 7 0-16,-9 3 2 15,-2 2-28-15,-21 2-33 16,-19-3-43-16</inkml:trace>
  <inkml:trace contextRef="#ctx0" brushRef="#br0" timeOffset="18393.68">20102 12046 26 0,'-2'5'3'0,"-1"0"-1"0,2-1 0 15,0 0-2-15,0-2 0 16,1 1 2-16,0-3 9 0,0 0 12 15,0 0 2-15,0 0-10 16,1 0-3-16,6 0-5 16,-1 0 2-16,2 0-5 15,3-4 2-15,-1-1-4 16,2-2 2-16,4-3 3 0,1-1 6 16,2-5 5-16,3-1-5 15,3-3 6-15,1-4 1 16,5-1-6-16,4-2-2 15,2 0-2-15,-1 1-4 16,2 1-2-16,-1 1-3 0,2 1 1 16,-7 4-2-16,-2 2-4 15,-7 4-30-15,-3 2-74 16</inkml:trace>
  <inkml:trace contextRef="#ctx0" brushRef="#br0" timeOffset="20436.54">21255 11843 38 0,'0'-2'16'0,"0"0"-3"0,0 0 1 0,0 1-11 15,0-2-2-15,0 3 1 16,2-1 2-16,-2-1 7 15,1 0-6-15,1 0 9 16,1-1-2-16,0 3 1 16,2-3-2-16,-2 2-6 15,2-2-2-15,3 2-3 0,3 0 0 16,-2 1 1-16,3 0 0 16,2 0-2-16,-1 0 1 15,2 0 0-15,-4 0 0 16,0 0 1-16,0 4-1 15,-4 0 0-15,0 0 0 0,2 2 1 16,-1-1 1-16,1 1-4 16,-2 1 4-16,2 0-4 15,-4 2 1-15,1 1 0 16,-1 1 0-16,-3-1 2 0,2 1 0 16,0 1 0-16,-2 1 1 15,1-2-2-15,0 4 1 16,1-2-1-16,-2 2 1 15,-1 0-1-15,1 1 0 16,-2 1 0-16,0-3 0 16,0 3 0-16,0 0 1 0,0-1 0 15,0-1 1-15,-3 4 0 16,-3-3 0-16,2 2 1 16,-2 0-2-16,2 4 1 15,0 0-1-15,1 0 0 16,-2 3-1-16,3-1 1 0,1 1-1 15,1 0 0-15,0-3 0 16,0-1 1-16,8-2 1 16,3-1 4-16,1-4 0 15,1 2-2-15,5-5 3 16,0-3-1-16,2-2-2 0,-1-2 2 16,-1-1-3-1,-1-2 0-15,0-1-2 0,-3 0 1 16,-5 0-1-16,-1 1 0 15,-1 1-1-15,-2 2 0 16,-4 1 0-16,-1 2-3 16,0 4-5-16,0 4 8 0,-5 3 0 15,-5 3 0-15,-2 5 0 16,-2 1 1-16,1 4-1 16,2-1 0-16,-1 1 2 15,5 1-4-15,2-2 2 16,3-2 0-16,2 2 0 0,0-5-1 15,0 5 1-15,4-2 0 16,2 1 0-16,-1 2 0 16,3 2 0-16,-3 2 0 15,1 1 0-15,1 2 0 16,-1-1 0-16,4-1 0 0,-3-1 0 16,3-1 0-16,-4-3 0 15,2-2 1-15,-3-4 1 16,-2 1-2-16,-2-2 0 15,-1-3 0-15,0-1 1 16,-6-6-1-16,-4-2 0 0,-4-4 2 16,-4-4 0-16,-4-2 0 15,-3-2-1-15,-3 0-1 16,-3 0 1-16,0 0-2 16,3-6-5-16,1-1-24 15,1-4-31-15,8-8-33 0</inkml:trace>
  <inkml:trace contextRef="#ctx0" brushRef="#br0" timeOffset="21467.09">22165 12444 69 0,'6'0'0'0,"-1"0"0"0,-2 0 1 0,0 0 0 16,-1 0 0-16,0 0 0 16,0 3 1-16,0-2 2 15,0 2 1-15,-1 0 1 16,0 1-1-16,0-1-3 0,1 1 0 16,0 2-1-16,-1-2-1 15,0 3 2-15,3-4 0 16,-3 4 0-16,2-3-1 15,0 1 0-15,4-1 0 16,-1 0 1-16,1-4-1 0,-2 2 1 16,3-1 1-16,-1-1 0 15,0 0-1-15,0 0-2 16,2 0 1-16,1-3-1 16,0-5 1-16,0-1 0 15,3-1 8-15,1-1 4 0,2-2-1 16,1-4-5-16,4 3-1 15,4-3-4-15,-2-2-1 16,2 1 0-16,2-2 0 16,1 0 0-16,1-1 6 15,0 2 7-15,2-2 2 0,-2 3-2 16,0 0-5-16,-4 3-5 16,-1-1-2-16,-4 2 1 15,-1 3-3-15,-5 2 0 16,-2 2-7-16,-3 4-20 15,-6 0-25-15,-3 2-18 0</inkml:trace>
  <inkml:trace contextRef="#ctx0" brushRef="#br0" timeOffset="22463.73">22151 12448 13 0,'0'0'53'0,"0"0"-40"0,0 0 8 0,0 0 0 16,0 0-3-16,0 0-9 0,0 0-8 15,0 0-2-15,0 0 2 16,0 0-1-16,0 0 0 15,0 0 0-15,0 0-1 16,3 7-2-16,-3-3-3 0,2-1 4 16,-1 0 2-16,1 1 0 15,2-1 0-15,-2 1 1 16,2 2-1-16,-1-1 0 16,1 0 0-16,-1 1 0 15,0 1 0-15,-1-3 0 16,1 1 0-16,0-2 0 0,-1-1 0 15,-2 1 0-15,0-2 1 16,0 1-4-16,1-1 4 16,-1-1 0-16,0 0-1 15,2 0 0-15,0 0-2 16,2 0 3-16,2 0-1 0,1 0 2 16,5-4 6-16,-1-3 4 15,4 0 0-15,-1-3-3 16,6 0-1-16,-1-3 0 15,4 0-2-15,0-2-2 16,3-2-1-16,3-2 0 0,0 1-2 16,3-2 1-16,1-1-1 15,1-1 0-15,0 4-1 16,-3-1 1-16,-2 4-1 16,-4 2 0-16,-6 1 0 0,-3 5 1 15,-5 2-2-15,-6 3 0 16,-3 2-16-16,-2 0-44 15,-4 0-17-15</inkml:trace>
  <inkml:trace contextRef="#ctx0" brushRef="#br0" timeOffset="24876.87">21289 11814 36 0,'-3'0'3'0,"-1"-3"7"0,-1 1 15 0,2-2-5 0,1 2-1 16,2-2 2-16,-1 3-4 15,1-1-3-15,0 2-5 16,0-2-6-16,5 2 0 15,4 0-1-15,4 0-2 16,0 0 0-16,3 5 0 0,0 2-2 16,2 1 2-16,1 0 0 15,0 2 0-15,-1 2 0 16,-3 1-1-16,1 3-1 16,-7 1-3-16,0 0-1 15,-5 1 5-15,0 4-1 0,-4-1 2 16,0 2 0-16,0 0 0 15,-6-1 0-15,-1 1 0 16,-4 0 2-16,-1-2-2 16,0 0 0-16,-1-1 0 15,1 0 0-15,-1 1 1 16,3-2-1-16,0-2 0 0,3-2 0 16,2-2 0-16,2-1 0 15,3-1 0-15,0-1-1 16,0-4 2-16,0-1-2 15,7 2 1-15,1-4 1 16,2-1 4-16,4-2 4 0,-1 0 2 16,1 0-6-16,1 0 0 15,1 0-2-15,-2-3-3 16,0-1 1-16,-2 2 0 16,-3-1-1-16,1-1 2 15,-4 1-2-15,-1 2 0 0,-3-1 0 16,0 2-2-16,-2-1-3 15,0 1-12-15,0 0-8 16,0 0 23-16,0 3-1 16,-1 3 3-16,-1 3-3 15,1 0 2-15,0 0-1 0,1 2 2 16,0 0 0-16,0-1 0 16,0 4 0-16,3-1 0 15,3 1-1-15,1 2 2 16,2-1-1-16,-2 3 0 15,2 1 0-15,2 0 0 0,-3 1 0 16,-1 0 1-16,-1 1-1 16,1 0 0-16,-2-1 1 15,0 4 0-15,1 0 2 16,-1 2 0-16,1 2 0 16,0 4-1-16,-1 2-1 15,-2 1 1-15,0 1-2 0,-2 1 0 16,0-2 1-16,1-3-1 15,-2 0 1-15,0-2 0 16,2 1 1-16,-2-1 0 16,0-1-2-16,0-1 0 15,0-1 1-15,0-3-1 0,0 0 2 16,-1-4 2-16,-4-2 3 16,-2-2-1-16,-3-2 1 15,-3-1-4-15,-6-3 0 16,1 0-2-16,-4-4 1 15,-2-1-1-15,0-2-1 0,2-3 1 16,1 0-2-16,-1 0-9 16,5-3-39-16,3-11-48 15</inkml:trace>
  <inkml:trace contextRef="#ctx0" brushRef="#br0" timeOffset="25659.99">22136 12408 8 0,'0'6'9'0,"0"0"-4"0,0 1 6 16,0 0-6-16,0 0-3 16,0-1-2-16,0 2 1 15,0-2-2-15,0-2 3 0,0 2 9 16,0-2-7-16,0 0-2 16,0-1 0-16,0-1-1 15,0-1 0-15,0 1-1 16,0-2-1-16,0 0 2 15,5 0 2-15,3 0 6 16,-3-2 2-16,4-4 3 0,-1 1-1 16,1-2-4-16,3 2-3 15,-3-2-4-15,3 0 0 16,1 0-1-16,0 1-1 16,2-1 1-16,-1-1-1 15,4-2 1-15,0-2 0 0,6-2 5 16,-3-3 14-16,6-3-2 15,2-2 3-15,2-3-4 16,1 0-1-16,3-1-7 16,-1 2-5-16,1 0-3 15,-2 1-1-15,-4 3-3 0,-2 2-17 16,-6 2-29-16,-8-1-28 16</inkml:trace>
  <inkml:trace contextRef="#ctx0" brushRef="#br0" timeOffset="31381.16">16906 11793 49 0,'0'0'3'0,"0"-1"-1"0,0-3 2 0,-3-1 0 16,0 0 3-16,0-1 2 15,-1-1 2-15,-4 1 2 16,4-2-1-16,-2 1-6 15,0-1-4-15,-1 4-2 16,-1-2-1-16,-3 3-1 16,-1 1 2-16,-1-1 0 0,-1 0 0 15,-2 0 1-15,1 1 2 16,-2 1 2-16,-2 0 1 16,-2 1-2-16,-1 0-2 15,2 0-2-15,-2 4 0 0,-2 2 1 16,3 1-1-16,1 2 0 15,0-1 0-15,1 1 0 16,0-1 1-16,1 2-1 16,0 0 0-16,0 3 0 15,-1-2 0-15,0 4 2 16,-1 0-4-16,2 1 4 0,-4 0-2 16,3 2 0-16,-1-2 0 15,0 1 1-15,2 2 1 16,-1-3 2-16,2 4 2 15,2 0-2-15,-1 1-2 16,1 0-2-16,-3 2 2 0,3 1-2 16,1-4 0-16,1 2 0 15,3-4 0-15,1-1 0 16,1-3 0-16,4 0 0 16,4 1 0-16,0-1 1 0,0 0-1 15,5-1-1-15,5 1 1 16,3 0 0-1,1-1 0-15,4-2-2 0,1-1 4 16,2-1-2-16,4 2 1 16,2-2 0-16,2-1 2 15,2-1-2-15,2 2 1 0,-1-1-1 16,3 1 0-16,-2-2 0 16,1 2-1-16,1-1 1 15,3 2-1-15,1-2 0 16,1 1 0-16,-1-1 0 15,3 1 0-15,-2-2 0 0,2 0-1 16,0 0 2-16,3 0-1 16,0-1 0-16,4-1 1 15,-1 0-1-15,2-1 1 16,0-1-1-16,0 1 1 16,0-2-1-16,1 2 2 0,2-2-1 15,3 0 0 1,3 2-1-16,-1-2 1 0,3 2 0 15,1-1 0-15,-1 1 0 16,3-1-1-16,-1-1 2 16,0-1 0-16,4-1 2 15,0 0 1-15,2 0 2 0,0 0 1 16,3-4-1-16,-2-2-5 16,3-1 1-16,3-2 0 15,-4 0-2-15,1 0 2 16,3-1-3-16,0-1 1 15,2-1 0-15,-2 1 0 0,3 2-1 16,-1-2 0-16,2 0 0 16,-4-2 0-16,1 2 0 15,0-1 0-15,-4 0 0 16,-1 0 0-16,-2-2 0 16,-1 0 0-16,-1-2 0 0,-3 1 1 15,-1 0 0-15,-4-2-1 16,-2 2 0-16,-5-1 1 15,-5-1-1-15,-3 0 0 16,-9-2 0-16,-1 0 1 16,-7-3-1-16,-2-1 1 0,-4-1-1 15,0-1 1-15,-4-1 0 16,-4-1-1-16,-2 2 2 16,-4 0-2-16,-4 0 1 15,-4-1 1-15,0 4-1 16,-2-2 0-16,-11 2 2 0,-2-2-1 15,-4 4 5-15,-2-2-5 16,-4 0 0-16,-2 0-1 16,-1 2-1-16,-3 0 1 15,-5 1-1-15,-3 4 0 16,0 0-1-16,-6 4 1 0,-2 0 1 16,1 2-1-16,-5 1 1 15,-2 0-2-15,-1 4 1 16,-2 0 2-16,-1 1-2 15,-1 0 2-15,0 1-2 16,-2 0 1-16,1 2-1 0,-3-1 0 16,1-1 0-16,-6 2 0 15,0 0 0-15,-1 0-1 16,-1 0 1-16,-1 0 0 16,2 0 0-16,0 0 1 15,0 0-4-15,1 0 5 16,-2 0-2-16,1 2 0 0,0-1 0 15,-2 3 0-15,4-1 1 16,-2 0-1-16,2 2 0 16,2 0-1-16,4-1 2 15,4 0-1-15,1 1 0 16,2-2 0-16,3 0 0 0,4-1 1 16,0 2-1-16,0 1 0 15,1-1 0-15,3 0 0 16,1-1 0-16,-1 3 0 15,1-2 0-15,2 0 0 16,-1-1 0-16,1 1 1 0,1 2-2 16,0-1 2-16,-2 1-2 15,4 1 1-15,-3-1 0 16,2 0 0-16,-3-2 0 16,4 2 1-16,0-3-1 15,-2-1 0-15,3 0 0 0,1 1 0 16,3 0 0-16,-3 1 0 15,3 1-1-15,-1 3 0 16,-2 0-3-16,3 1-18 16,-3-1-40-16,2-2-5 15,4-4-53-15</inkml:trace>
  <inkml:trace contextRef="#ctx0" brushRef="#br0" timeOffset="34707.71">3757 15909 39 0,'-2'0'20'0,"2"0"3"0,-2 0-5 0,0-1-3 16,0-1 2-16,-1 1 2 15,1 1 0-15,-2 0-4 16,1 0-9-16,-1 0-4 16,3 0-2-16,-1 0 0 0,2 2 0 15,0 2 0-15,0 0 0 16,0 3 0-16,0-1 0 15,0 2 2-15,2 5-2 16,3 1 1-16,2 6-1 16,-2 4 0-16,1 6 0 0,-1 1 0 15,1 6-1-15,1-1-9 16,-5-1-5-16,1-2 5 16,-1-5 4-16,-2-3 0 15,0-4 2-15,0-4-3 16,0-2-4-16,0-4-2 0,0-3-19 15</inkml:trace>
  <inkml:trace contextRef="#ctx0" brushRef="#br0" timeOffset="35613.87">3766 15918 24 0,'0'0'24'0,"0"0"2"0,0 0-5 15,0 0-3-15,0 0-6 16,0 0-3-16,0 0-7 0,0 0-5 16,0 0 2-16,0 0 1 15,0 0 0-15,10 10 0 16,-2-2 0-16,3 5 0 16,1 0 1-16,-1 4-1 0,0 1-1 15,0 2 1-15,0 2 1 16,1 0-2-16,-6 1 1 15,1 0 0-15,-3-1-2 16,0-2 2-16,-1-3 0 16,1-2 0-16,-4-3 0 15,3-3-1-15,-1-1 1 0,-2-5 0 16,1 1-3-16,-1-4-2 16,1 0-1-16,0 0 7 15,-1-5 2-15,0-5-3 16,0-1 2-16,0-4-1 15,0 0 2-15,0-2-2 16,0-2 0-16,2-1-1 16,0-4 0-16,4 2 0 0,-2-1 0 15,3-2 0-15,1 2 0 16,0 2-4-16,-1 3 9 16,-1 0-4-16,2 3 0 0,-2 4 2 15,-1 1-1-15,1 3 0 16,-1 0 0-16,2 4-1 15,-3 0-1-15,1 3 0 16,3 0-1-16,-1 0 1 16,2 0-1-16,-2 9 0 0,1 1 1 15,1 2-1-15,-4 5 3 16,0 5-1-16,-1 3-1 16,0 5 1-16,-4 1 0 15,0 2 0-15,0 0-1 16,-2-1 0-16,-2-3 2 15,0-1-2-15,2-4 0 0,2-1-10 16,0-7-17-16,0-6-46 16</inkml:trace>
  <inkml:trace contextRef="#ctx0" brushRef="#br0" timeOffset="36210.54">4153 15887 62 0,'0'0'15'0,"0"0"-5"0,0 0-9 16,0 0-1-16,0 0 0 15,0 0 0-15,0 0 2 16,11 39 0-16,-9-21 0 0,0 0-1 16,-2 3 0-16,3 0 0 15,-3 2 1-15,0 1-2 16,0 0 0-16,0-2 0 15,0 0 0-15,0 0 0 16,0-1 1-16,0-2-1 16,0-2 1-16,0-2-1 0,0-1 0 15,0-1 0-15,0-1 1 16,0-2-1-16,0 1 0 16,0-1 0-16,0-3 1 15,0 0-1-15,4-3 1 16,1 1-1-16,2-4 2 0,1 1-2 15,-1-2 2-15,2 0 0 16,0 0 5-16,-1-2 6 16,2-3 1-16,1 1-3 15,0 0-1-15,-1 1-7 16,2 2-1-16,-3-2-1 16,3 3 0-16,-3 0-2 0,1 0 2 15,0 0-2-15,1 0-3 16,-2 0-10-16,4 0-22 15,-4 0-66-15</inkml:trace>
  <inkml:trace contextRef="#ctx0" brushRef="#br0" timeOffset="36488.08">4618 16084 58 0,'0'0'14'0,"0"0"2"0,0 0-2 15,47-6 3-15,-29 1-9 16,6-1-2-16,3-1-4 15,2-1-1-15,3 0-1 0,1-2-1 16,3-4-10-16,-1-2-66 16</inkml:trace>
  <inkml:trace contextRef="#ctx0" brushRef="#br0" timeOffset="36937.15">5349 15679 78 0,'0'0'3'16,"0"0"0"-16,0 0-2 16,0 0 1-16,0 0-1 0,0 0 0 15,0 0-1-15,0 0-1 16,0 0 1-16,15 17 1 15,-11-1 0-15,2 2 0 16,0 6 0-16,-2 1 1 16,3 3-2-16,-5 6 1 15,2-1-1-15,-1-1 0 0,2 1 0 16,-3-3 0-16,-2-3 0 16,2-3-1-16,-1 0-4 15,-1-3-15-15,0-5-45 16</inkml:trace>
  <inkml:trace contextRef="#ctx0" brushRef="#br0" timeOffset="38176.93">5566 15601 47 0,'0'0'3'0,"0"0"9"0,0 0 5 0,0 0 0 16,0 0-5-16,0 0-5 15,-38-23-2-15,24 23 3 16,3 0-1-16,-1 0-1 16,-1 6-3-16,-3 4-1 15,1 3-2-15,-1 2 0 0,1 1 0 16,-2 8 0-16,3 2 1 15,-2 5-2-15,4 4 2 16,4 0-1-16,1 3 0 16,5 0 0-16,2 1 0 15,0-1-1-15,5-3-1 0,6-1-3 16,4-4 0-16,3-4-1 16,-2-5 4-16,1-5 0 15,1-7 2-15,0-3 1 16,0-5 1-16,-2-1-4 15,1-1 3-15,0-7 3 0,-4-4 0 16,0-3-2-16,-3-1-1 16,0 0 0-16,-6-2 0 15,-2-2-1-15,-2 2 1 16,0-2-1-16,0 0 0 16,-4 3 0-16,-2 0 0 15,-1 0 1-15,3 3-1 0,-1-2 1 16,5 3-1-16,0 0 0 15,0 1-1-15,5-2 2 16,4 2-2-16,1 2 2 16,3-1-1-16,-1 3-1 15,1 2 1-15,1 0 0 0,1 5 1 16,-3 1-1-16,1 0-1 16,1 1 0-16,-3 6-1 15,2 3 1-15,-1 1 1 16,-3 2-2-16,-1-1 0 15,0 2 1-15,-2-2 2 0,-1 0-1 16,-1-1 0-16,-2-2 1 16,0 0 0-16,-2-1 0 15,2-1-1-15,-2 0 1 16,0 0 0-16,0 0-1 16,0 0-1-16,2-2-1 15,-2-5-29-15</inkml:trace>
  <inkml:trace contextRef="#ctx0" brushRef="#br0" timeOffset="38362.18">5899 15713 179 0,'0'0'3'0,"0"0"-1"0,0 0-1 0,0 0 0 0,0 0-2 15,0 0-9-15,0 0-29 16,0 0-28-16,0 0 33 16</inkml:trace>
  <inkml:trace contextRef="#ctx0" brushRef="#br0" timeOffset="38738.92">6015 15531 62 0,'0'0'25'15,"0"0"-4"-15,0 0-19 0,0 0-2 16,0 0 2-16,-1 35-1 15,1-13 1-15,0 5-2 16,4 3 0-16,0 4 1 16,0-1 0-16,1-2-1 15,1-4 2-15,0-1-2 0,2-6 1 16,-2-2-1-16,1-4 1 16,-1-4-1-16,1-3-2 15,-2-4-5-15,0-3-6 16,-1 0 0-16,-2-4 11 15,0-8 3-15,-2-2-1 16,0-4 0-16,-2-2-24 0,-6-4-37 16</inkml:trace>
  <inkml:trace contextRef="#ctx0" brushRef="#br0" timeOffset="39017.93">6037 15641 69 0,'0'0'15'16,"-13"-50"8"-16,7 28-1 15,3 0-5-15,3 2 0 0,0 3 0 16,0 0-6-16,0 2 0 15,9 0-5-15,-1 1-1 16,3 1-3-16,4 4 0 16,0 1-1-16,3 4 0 15,-1 4-1-15,2 0 0 0,1 4-1 16,-3 10-1-16,-1 3 0 16,-2 2-1-16,-1 1 2 15,-2 3 6-15,-2-3-4 16,-5 2-1-16,1-2 1 15,-5 0-1-15,0 1 0 0,0-2 0 16,-7 6 1-16,-4 0-1 16,-2 4 1-16,-3 1-3 15,-4-1-17-15,-2-1-68 16</inkml:trace>
  <inkml:trace contextRef="#ctx0" brushRef="#br0" timeOffset="39408.61">5412 16395 132 0,'0'0'1'0,"0"0"0"0,0 0-2 0,0 0-15 16,0 0-1-16,0 0-10 16,0 0 20-16,0 0 7 15,0 0 4-15,60-7-2 16,-27-7 4-16,5-5-2 16,4-2 3-16,3 1 7 0,2-7 6 15,2-1-4-15,1-1 2 16,1-2 2-16,-2-2 3 15,1 1-7-15,-4 3-7 16,0 4-5-16,-2 2-4 16,-6 5 2-16,1 5-2 0,-4 3-2 15,-4 5 0-15,-5 3-24 16,-5 2-35-16,-7 0-17 16</inkml:trace>
  <inkml:trace contextRef="#ctx0" brushRef="#br0" timeOffset="39600.32">5866 16416 221 0,'0'0'3'16,"0"0"0"-16,0 0-17 15,0 0 7-15,0 0 3 16,67-4 3-16,-21-17 6 15,10-8-2-15,8-7-26 16,11-9-87-16</inkml:trace>
  <inkml:trace contextRef="#ctx0" brushRef="#br0" timeOffset="40760.06">12440 12214 46 0,'0'0'8'0,"0"0"-4"0,0 0-2 0,0 0 4 0,0 0-2 0,0 0-2 16,0 0 7-16,0 0 30 15,0 0 25-15,0 0-27 16,0 0-27-16,0 0-13 16,-2-36 3-16,-6 32 3 15,3 1 0-15,0 2-2 0,1-2 1 16,2 3-2-16,0 0-1 15,2 0-4-15,0 0 6 16,0 6-1-16,0 3 0 16,0 0 0-16,2 4 0 15,4 1 0-15,2 3 2 16,0 2-2-16,1 2 0 0,1 2 0 16,0-1 0-16,-1 2 0 15,-2-2 0-15,2-1 1 16,-5-4-2-16,1 0 2 15,-1-3-1-15,0-1 0 0,-3 0 0 16,1-2-3-16,-2-1-18 16,0 0-19-16,0 0 2 15,-3-3 0-15</inkml:trace>
  <inkml:trace contextRef="#ctx0" brushRef="#br0" timeOffset="41378.69">12358 12141 79 0,'0'0'3'0,"0"0"-3"0,0 0-1 0,0 0 2 16,0 0 1-16,2-42 13 16,-2 35 5-16,0 0-1 0,0-1-3 15,2-3-5-15,3 4-9 16,-1-3 1-16,0 0-3 15,3 3 1-15,0-3 0 16,2 3 0-16,0 1 2 16,-1-2 1-16,5 1 0 0,0-2-1 15,3 2-2-15,3 0 0 16,-1 1 0-16,0 2 0 16,4 4-2-16,-3 0 1 15,2 0 0-15,-4 6 0 16,1 5-2-16,-1 1 1 0,-3 1-2 15,-3 3 5-15,0 1-2 16,0 0-1-16,-4-1 1 16,1 1 2-16,-1 0-1 15,0-1 0-15,-3 1-1 16,1 0-1-16,-3 0 0 0,-2 1 1 16,0 1-2-16,0-1 2 15,0 1-1-15,-4-1 1 16,-2 2-1-16,0-2 2 15,0-2-2-15,2 1 1 16,3-3-7-16,-1 1-19 16,2-1 1-16,0-4-9 0,0-2-22 15</inkml:trace>
  <inkml:trace contextRef="#ctx0" brushRef="#br0" timeOffset="42105.23">12375 12305 214 0,'-6'0'-8'0,"0"0"19"0,6-5-4 0,0-2-5 0,8-1-6 16,8-2 5-16,9-4 3 0,4-1-4 15,8 1-5-15,2-4-50 16,1-2-13-16</inkml:trace>
  <inkml:trace contextRef="#ctx0" brushRef="#br0" timeOffset="42638.68">12905 11947 120 0,'0'0'3'0,"0"0"-5"16,0 0-2-16,0 0 6 0,9 47-1 15,-4-23 0-15,-3 2 1 16,-2 0-2-16,1 0 1 16,1-6-1-16,-2-2 0 15,0-5 0-15,0-3 0 16,0-3 5-16,-2 0 6 0,-3-5 6 15,-5-1 4-15,-2-1-4 16,-1 0-7-16,-1-7-3 16,1-3-2-16,-1-6-1 15,1-2-4-15,3-3 1 0,4-2-1 16,5 0 1-16,1 2-2 16,0 1 0-16,11 6-4 15,5 3 5-15,2 6 3 16,4 5-1-16,5 0-2 15,2 7-2-15,-1 6 2 16,4 4-1-16,2 2 2 0,-3-3-1 16,-2-1 0-16,-1-4 0 15,-4-4 2-15,-6-3-2 16,-3-2 0-16,-4-2 0 16,-1 0 2-16,-7-10 10 15,-2-7 24-15,-1-3-23 0,0-4-7 16,-2-4-2-16,-8-4-3 15,2 2-1-15,-1-1 2 16,-2 3-2-16,6 5 0 16,1 3-2-16,4 3-15 15,0 6-26-15,0 2-55 0</inkml:trace>
  <inkml:trace contextRef="#ctx0" brushRef="#br0" timeOffset="43136.45">13314 11793 78 0,'0'0'143'0,"0"0"-137"0,0 0-5 0,0 0-2 0,0 0 0 16,10 37-1-16,-4-20 0 16,-2 3-3-16,3 3-4 0,0 1 0 15,-2-1 3-15,1-1 3 16,-4-2 2-16,0-2-1 15,-2-3 2-15,0-5-1 16,0 0 0-16,-2-7-1 16,-4-2 2-16,-1-1 6 15,-3-4 8-15,2-9 0 0,0-4-6 16,3-3-2-16,0-5-6 16,4 0 1-16,1 1-1 15,0 2-3-15,9 3-1 16,1 5 6-16,5 4-4 0,1 6 2 15,4 4 0-15,2 0 0 16,5 7-1-16,0 4 0 16,0 4 1-16,2 0-1 15,-2 1 0-15,-2-5 1 16,-1-1 0-16,-4-2-2 16,-3-4 2-16,-3-3-1 0,-4-1-1 15,1-1 10-15,-6-12 25 16,1-2-7-16,-1-6-15 15,1-4-8-15,1-4-2 16,-2-3-1-16,1-3 0 0,3 1-5 16,2 0-23-16,0 0-34 15,2 4-59-15</inkml:trace>
  <inkml:trace contextRef="#ctx0" brushRef="#br0" timeOffset="43414.08">14016 11587 97 0,'0'0'31'0,"0"0"-31"0,0 0 4 0,14 54-2 15,-21-27 0-15,-9 3 2 0,-8 7 5 16,-6 3-3-16,-7 5 2 16,-7 5 0-16,-8 5-2 15,-5 5 0-15,-5 1 0 16,-5 3 6-16,-4 1 1 15,-7 4-2-15,0-1 1 16,1 2-10-16,0-2-2 0,2 0 1 16,8-2 0-16,7-2-1 15,12-7 1-15,8-4-3 16,12-6-13-16,10-8-36 16,2-12-26-16</inkml:trace>
  <inkml:trace contextRef="#ctx0" brushRef="#br0" timeOffset="43913.52">13057 12725 99 0,'0'0'-12'16,"0"0"13"-16,17 37-1 15,-11-15 1-15,0 1-1 16,1 0 2-16,-3 1-1 15,-2 0-1-15,-2-4 2 0,0-2-1 16,0-1-1-16,0-3 0 16,-9-3 0-16,1-4 1 15,-3-1 2-15,-1-5 0 16,-1-1 6-16,2-3-5 16,4-8 0-16,0-5 1 0,4-3 1 15,3-3 2-15,0-1-6 16,8-1 5-16,8-3 4 15,1 0-1-15,8 2 7 16,2 0-11-16,4 0-1 16,5 8-3-16,0 3 1 15,2 7-3-15,-2 5 0 0,-5 2 0 16,-2 6-1-16,-7 7-1 16,-3 4 0-16,-5 1 1 15,-4 4-1-15,-8-1 8 16,-2 2-7-16,-11-1 1 15,-9 1 0-15,-5 0 3 0,-8 0-2 16,0-3 1-16,3-2-1 16,-1-4 0-16,6-4-1 15,6-6 0-15,7-4-2 16,6 0-4-16,6-10-38 16,0-9-46-16</inkml:trace>
  <inkml:trace contextRef="#ctx0" brushRef="#br0" timeOffset="44403.63">13458 12651 202 0,'0'0'-12'0,"0"0"17"0,0 0-4 0,51-14 2 16,-40 18-4-16,1 10-4 16,-3 4-3-16,-1 3 13 15,-2 2-4-15,-2-1-1 16,2 1 1-16,-6-3-1 0,0-2-1 15,0-6 0-15,0-1-2 16,-7-4 1-16,0-2 3 16,-4-5 1-16,-2 0 3 15,2-8 6-15,2-7-2 16,-3-4 1-16,4-5-5 0,3 1-1 16,5-2-2-16,0 1 3 15,2 2-7-15,9 5 6 16,5 3-4-16,1 4 0 15,6 8 1-15,2 2-1 16,2 0 0-16,2 9-1 0,2 5 0 16,-1 2-1-16,-1 0-1 15,-3-2-5-15,-4-3 6 16,-6-4 1-16,-5-1 1 16,-4-6 1-16,-4 0 5 15,1-8 27-15,-4-5 5 0,0-8-23 16,0-2-5-16,-5-4-4 15,0 0-2-15,-3 0-1 16,1 0-3-16,0 2-1 16,2 6-3-16,3 2-6 15,2 6 0-15,0 6-11 16,0 4-33-16,2 1-63 0</inkml:trace>
  <inkml:trace contextRef="#ctx0" brushRef="#br0" timeOffset="44908.93">13871 12546 216 0,'0'0'2'0,"0"0"8"0,0 0-11 0,0 0 1 16,0 0 4-16,0 0-4 16,0 0-3-16,0 0-6 15,41 27 9-15,-33-11 0 0,0-1 3 16,2 0-3-16,-5 0 1 15,1-1-1-15,-2 2-1 16,-4-3 0-16,0-2-2 16,0-1-17-16,0-3 5 15,-2-3 9-15,-4-4 6 0,-1 0 5 16,-2-5 4-16,2-8 9 16,-1-3-3-16,3-2-4 15,0-2-5-15,4 0-3 16,1 3-3-16,0-3-2 15,6 6 4-15,5 1-3 0,-1 3 9 16,3 2-7-16,2 5-1 16,3 1 0-16,2 2-1 15,2 0-1-15,3 5-2 16,0 3 1-16,2 2 1 16,0-3 2-16,-4 2 0 0,0-3-1 15,-3-1 0-15,-3-2 1 16,0-2 2-16,-8 0 1 15,2-1 2-15,-6 0 2 16,1-1 16-16,-3-6 9 16,-1-6-5-16,-1-1-19 0,0-4-5 15,0-5-3-15,2-4-2 16,-3-7-31-16,2-6-76 16</inkml:trace>
  <inkml:trace contextRef="#ctx0" brushRef="#br0" timeOffset="48682.33">17671 12884 67 0,'2'-1'16'0,"-2"-2"0"0,0 1-8 15,0 1-5-15,0-2-2 0,0 2 0 16,0-1-1-16,0 2 1 16,0-1-1-16,0-2 1 15,0 2 0-15,0-1 1 16,0 0 8-16,0 1-3 15,0-1-5-15,-2 0-2 0,-2-1 1 16,1 2 0-16,-1-1 1 16,-2 1 3-16,-1-2-3 15,1 2 4-15,0-1-1 16,-1 1 2-16,0-2-1 16,0 3-4-16,3-1-1 15,-4 1 0-15,2-2-1 0,-2 0 0 16,1 0 0-16,-1 2 1 15,-2-3-1-15,1 3 0 16,0-1 0-16,-2 1 0 16,2-2 1-16,-2 1-1 0,-3-2 0 15,2 3 1-15,-1-3-1 16,0 2 0-16,2 1 1 16,-2-2-1-16,4 2 1 15,-2 0-1-15,-3 0 0 16,2 0 0-16,-1 0-1 0,1 3 1 15,-1 0-1-15,-3 1 2 16,1-1-1-16,-2 2 0 16,-3 0 0-16,2 2 0 15,-4-1-1-15,2 0 2 16,-1 1-1-16,1 1 0 16,-4 1 0-16,4-1 1 0,-5 1-1 15,1-1 0-15,-2 1 0 16,-1-1 0-16,1 4 0 15,-2-2 0-15,-1 2 0 16,1 1 0-16,0 4 0 16,-2 0 0-16,2 2-1 0,0 2 1 15,0 1 0-15,1 0-1 16,0 4 1-16,1 3 0 16,0 1 0-16,0 0-2 15,3 3 2-15,0-2-1 16,6-2 0-16,1 0-1 0,5-5-3 15,2 2 3-15,5-3-3 16,-1-1 0-16,3 1 3 16,2-2 0-16,0 1 2 15,0-1 1-15,4 0-1 16,4-1 1-16,0 0-1 0,0-1 1 16,4-1-2-16,2 0 1 15,2-3 0-15,3 2 0 16,6-3-2-16,-2-1 2 15,3 0 1-15,0-1-2 16,0-2 1-16,0 0 1 16,1 1-1-16,-2-3 0 0,-2 2 1 15,3-2 0-15,3-1-1 16,1 3 1-16,4-3-2 16,3 1 1-16,-1-3 0 0,2 2 0 15,1-1 0-15,2-2-1 16,1 0 3-16,0-1 1 15,2 2-2-15,4 0 1 16,2 2-2-16,4-1 1 16,-2 1-1-16,3-3 0 15,0 3 0-15,0-4 0 0,1-3 0 16,-1 0 0 0,3 0 0-16,-2 0 0 0,4 0 12 15,-2-5-8-15,1 0-3 16,1 1 0-16,1 0 1 15,0-1 0-15,0 2 3 16,-1-2 7-16,1 2 1 0,-1-2-2 16,-4 0-4-16,2 2-3 15,0 0-3-15,-3 1 0 16,-1 1-1-16,-4-1 0 16,3 2 0-16,-1-1 1 0,-3 0-2 15,5 0 2-15,-1-2-1 16,3 0 0-16,0-2 0 15,1 1 0-15,1-1 1 16,1 1-1-16,0-3 0 16,1 1 0-16,2-1 1 0,0 0-1 15,3-2 0-15,3 2 0 16,4-3 0-16,1 3 0 16,-1 0 1-16,3-2-3 15,-1 0 2-15,0 1-1 16,-1-3-1-16,-1 1 2 15,0 0 0-15,-5 0 0 0,-2 0 1 16,-3-1-1-16,-2-2 1 16,-3 1-1-16,-6-2 0 15,-2-1 1-15,-6-2-1 16,-1-3 0-16,-8-1 0 16,1-1 1-16,-3-3 1 0,3 0 5 15,-3 0-1-15,3 0-3 16,-1-1-3-16,-3 2 0 15,-3 0 0-15,-4 1 0 16,-6 0 0-16,-6 1 2 16,-4-1 1-16,-6 0 11 0,-2 0 0 15,0 0-8-15,0 0-5 16,-3 1 1-16,-7 1-2 16,0-2 1-16,-3-1-2 15,-2 3 1-15,-3-3 3 0,0 0-2 16,-3-1-1-16,1 0 1 15,-3-1-1-15,-1 2 0 16,-1 1-1-16,-1-1 1 16,-1 3-1-16,0 1 0 15,-2 1 1-15,-2 1-1 16,2 5-2-16,0-1 1 16,-1 3-3-16,-4 1-4 0,0 3-4 15,0-3 7-15,-3 4-1 16,-2 0 3-16,-3 2 1 15,0-1 0-15,-3 2-3 16,-4 1-1-16,-2 0-3 0,1 0 0 16,-3 2 8-16,-1-2-4 15,-1 2 4-15,-2 0-2 16,-3 0 2-16,-2 0 2 16,-2 0 0-16,-4 0 0 15,1 0 0-15,-2 0 0 16,0 3 0-16,-3-1-13 0,1-1 24 15,-2 2-9-15,-2 0-2 16,0-2 0-16,-3 2 0 16,-2-1 1-16,-4 0-1 15,-2 0-1-15,-2 2 1 0,-2 0 0 16,-3 2 0-16,-4 4 1 16,-2-1-12-16,-6 3-35 15,-6 0-10-15</inkml:trace>
  <inkml:trace contextRef="#ctx0" brushRef="#br0" timeOffset="49850.32">20824 12934 9 0,'0'1'6'0,"0"-1"-4"0,0 0 3 16,0 0 0-16,0 0 16 0,0 0-6 16,0 0-8-16,0 0-3 15,4 0-2-15,-4 0 1 16,4 0 1-16,-1 0-3 16,0 0 0-16,3 0-1 15,-2 2 0-15,3-1 1 0,-2 0-1 16,2 0 0-16,0-1 0 15,-1 1 0-15,0-1 1 16,1 0 2-16,0 0 9 16,0 0 7-16,1-4 2 15,4-3-1-15,-1-2-6 0,2-4-1 16,5-1 0-16,1-7 0 16,3-5-2-16,7-5-1 15,5-3-1-15,8-6 4 16,6-2-12-16,9-4-1 15,7 1-1-15,8-4-19 0,3-1-74 16</inkml:trace>
  <inkml:trace contextRef="#ctx0" brushRef="#br0" timeOffset="52216.37">21105 11607 89 0,'0'0'19'0,"0"0"1"0,0 0-11 0,0 0-5 0,0 0-1 16,0 0-1-16,-13-39 0 15,13 35 3-15,0-1 3 16,-2 1-2-16,2-2 0 16,-2 3-3-16,0 0 1 15,2-1-1-15,0 1-1 0,0 2-1 16,0-2-1-16,4 0-2 16,3 2 2-16,2-1-1 15,4 2 3-15,0 0-2 16,1 0-1-16,-3 0 2 15,3 3 0-15,-1 4-1 0,2 3 0 16,1 0 0-16,-3 2-1 16,3 0 0-16,-3 2 0 15,1 2-4-15,-1-3-1 16,1 5 5-16,-5-1 1 0,0 0-1 16,0 2 1-16,-4 1-2 15,-2-2-1-15,-3 3 1 16,0 1 0-16,0-1 2 15,-6 3-1-15,-8 2 3 16,0 2-2-16,-1 5 1 16,-3 1-1-16,1 4 2 0,4 1-2 15,1 2 0-15,6-2 0 16,5-1 0-16,1-4 1 16,3-6-1-16,11-1 0 15,1-8 0-15,5-4 1 16,-4-2 0-16,4-6 3 0,0-4 7 15,-4-2 5-15,2-1-2 16,-3 0-4-16,-1 0-7 16,-3-1-1-16,-3-2-1 15,-4 0 1-15,-1 2-1 0,0-2 3 16,-3 3-1-16,0 0-2 16,0 0-2-16,0 0 1 15,0 7 0-15,-5 6-1 16,0 5-1-16,-1 4-8 15,2 3 0-15,-1 8 3 0,3 0 1 16,0 3 5-16,2-1 1 16,0 1 0-16,6 2 0 15,5 0 1-15,3 0-1 16,3 3 0-16,-1 6 0 16,1-2 1-16,0 1-1 15,-5 2 0-15,-1-2 0 0,-3-1 1 16,-4 1 0-16,-1-4-1 15,-2 0 0-15,0-4 2 16,-1-2-2-16,0-4 0 16,0-8-2-16,-2-3 1 15,-2-8 2-15,-2-3 1 0,-2-4-4 16,-3-5 7-16,-3-1 7 16,-3 0-7-16,-3 0-2 15,1-4-3-15,1-4 1 16,-2-1-2-16,2-2-5 15,2-4-23-15,1-6-44 0</inkml:trace>
  <inkml:trace contextRef="#ctx0" brushRef="#br0" timeOffset="52714.98">22058 12420 66 0,'0'5'4'0,"1"2"1"0,-1 1 2 0,0 2-6 15,0 1 0-15,1-1-1 16,0-2 0-16,2-2 0 16,2-2 0-16,0-4 0 0,4 0 7 15,4 0 2-15,-2-4-3 16,4-6-2-16,-1-3 3 16,2-5 4-16,2 2 1 15,2-5 0-15,-2-2-4 0,6 1-7 16,-3 0-1-16,0 1-8 15,-2-2-43-15</inkml:trace>
  <inkml:trace contextRef="#ctx0" brushRef="#br0" timeOffset="54323.66">14443 11669 66 0,'0'0'5'0,"0"0"15"0,0 0-3 16,0 0-6-16,0 0-2 16,0 0-2-16,0 0-3 15,0 0-3-15,0 0 0 16,0 0 2-16,0 0-3 0,0 0 0 16,0 0 0-16,40-22 1 15,-26 22-1-15,5 2-1 16,0 2 1-16,1-1 1 15,-3 1-2-15,-1 0 2 16,-4 3-2-16,-1 0 1 0,-6 2-2 16,-2 2 0-16,-2 1-2 15,-1 1 5-15,0 3-1 16,-4 0 0-16,-1 1 0 16,-6 0-1-16,2 0 2 15,2 0-2-15,-4 2 1 0,1-1 1 16,2 5-1-16,-3-2 0 15,4 1 0-15,0 3 0 16,1-3 1-16,1 1-1 16,2-1 0-16,3-1 0 15,0-1 0-15,0-2 1 16,0-1-1-16,0-2 0 0,6-1 0 16,2-4 1-16,-2 0-2 15,2-4 1-15,3-1 0 16,-4-1 2-16,1-1-1 15,-3-3-1-15,2 3 2 16,-5-3-1-16,0 0-1 0,-2 2-1 16,0 0-2-16,0 3 6 15,0 0-3-15,-4 1 1 16,-5 3-1-16,4 0 1 16,-3 4-1-16,1 4 0 15,-2-1 1-15,2 4-2 0,0 2 1 16,0 4 0-16,0 2 0 15,1 4 0-15,0 0 0 16,3 1 0-16,-3 1 0 16,1-3 1-16,3-1-1 15,-3-1 0-15,2-1 0 0,2-1 0 16,0 1 0-16,1 2 0 16,0 0 1-16,0 4-1 15,0 1 0-15,1 0 0 16,3 0 0-16,1-2 0 0,-3 1 0 15,0-3 0-15,1-4 0 16,-1 1 0-16,0-3 0 16,-2-2 0-16,0-2 1 15,0-1-1-15,0-3 0 16,-8-2 0-16,-4 1 1 16,-2-2-1-16,-4-1 1 15,-6-2-1-15,-1-1-1 16,-3-3-8-16,-1-5-23 0</inkml:trace>
  <inkml:trace contextRef="#ctx0" brushRef="#br0" timeOffset="55383.89">14378 11742 71 0,'0'-8'5'0,"1"-1"6"0,3-1 4 15,2 3-2-15,-2-1-6 16,0 0-2-16,2 1 0 0,0 2-2 16,3 0-2-16,3 1-1 15,-1 3 0-15,2 0 0 16,5 1 0-16,-2 0 0 15,0 0 0-15,3 7 0 16,-3 3-1-16,0 2-1 0,-5 2-2 16,-2 2-2-16,-2 0 0 15,-3 2 3-15,-4-1 0 16,0 3 0-16,0 0 1 16,-11 3 0-16,0 1 5 15,-4 3-7-15,-2 3 5 0,-1 2 1 16,-1 3 2-16,1 1-2 15,2 0-2-15,-2 1 1 16,2 0-1-16,3-2 1 16,4-1-1-16,0-2 0 15,4-3 1-15,5-2-1 16,0-4 0-16,5-4 0 0,6-4 2 16,3-4 1-16,4-5 0 15,2-1 1-15,-2-4 2 16,2-1-4-16,-3 0 1 15,-1 0-2-15,-3 0 0 0,-5-2-1 16,-2 0 0-16,-5 0 0 16,0 2-1-16,-1 0-10 15,0 0-3-15,0 9 9 16,-4 0 4-16,-4 4 1 16,2 4 1-16,-3 3-1 15,3 4 0-15,-1 2 0 0,2 1 1 16,0 4-1-16,2-1 0 15,3 4 0-15,0 2 0 16,0 3 0-16,3 0 0 16,6 1 1-16,1 2-1 15,-3-2 0-15,1 1 0 0,-2-1 1 16,0-2 0-16,-3 2 0 16,1-2 0-16,-2 1-1 15,0-4 1-15,-2 1 2 16,0-3-5-16,-7-4 7 15,-6-2-4-15,-2-4 0 0,-8-3-1 16,0-5-1-16,-3-3 2 16,-5-2 0-16,0-6-7 15,0-4-31-15</inkml:trace>
  <inkml:trace contextRef="#ctx0" brushRef="#br0" timeOffset="56274.68">14447 11794 82 0,'0'0'4'0,"0"0"5"0,0 0-1 0,-2-46 0 0,4 34-3 16,3 1-1-16,4 1 0 15,-3 2 0-15,2 2-2 0,5 2 1 16,-2 4-2-1,0 0-1-15,5 0-1 0,-3 10 0 16,1 3-5-16,-5 3-7 16,1 3 1-16,-2 2 2 15,-4 4 1-15,-4 0 5 16,0 6 3-16,-2 2 1 0,-8 1 0 16,-1 3 1-16,0 1 0 15,0-1 2-15,2 0 0 16,1-3 0-16,0 0-2 15,4-2 1-15,2-4-2 16,2 3 1-16,0-4-1 0,6-3 2 16,6-4-2-16,-1-1 0 15,3-6-2-15,1-4 1 16,-1-3 1-16,-3-4-1 16,-1-1 0-16,0-1 3 15,-8 0-1-15,-1 0-1 0,-1 1 0 16,-1 5 0-16,-13 0-5 15,1 5-12-15,-3 2-5 16,-1 4 21-16,-1 3 3 16,4 3-1-16,-1 2 1 15,3 1-1-15,3 2-1 0,1 2 3 16,5 0-2-16,1 1 2 16,2 2 0-16,0 1 0 15,0 0 0-15,2 0 1 16,3 0-1-16,1-1-1 15,0-1 1-15,-3-2-3 0,0-3 1 16,-3 1 0-16,0-5 0 16,-4 2 0-16,-9-4 0 15,-3-1 0-15,-3-6-9 16,-4-6-71-16</inkml:trace>
  <inkml:trace contextRef="#ctx0" brushRef="#br0" timeOffset="58067.86">15136 11921 67 0,'-7'0'-4'0,"3"0"8"0,3 0-2 0,1 0-1 15,0 0-1-15,0 0 0 16,0 0 0-16,0 2 2 16,0-1 0-16,0 1 3 15,0 4-1-15,0-3-1 16,0 2-2-16,0-1 1 0,0 4-2 16,1 1 1-16,1-2-1 15,-1 4 1-15,2 1-1 16,2 0 1-16,-3 3 2 15,2 2-2-15,3 0-1 16,2 0 1-16,-1 1 1 16,4 1-2-16,1-1 1 0,1 1 0 15,0-2 1-15,3 1-1 16,1-2 2-16,-2 1-1 16,4 0 2-16,0-4-1 15,0 0 2-15,5-2-1 0,0-1-1 16,1-3 2-16,3-3-1 15,3-1 0-15,3-2 0 16,0-1 2-16,2 0-2 16,-1 0 1-16,0 0-2 15,-1-4-1-15,-1 0 0 0,-1-3-2 16,-2 1 0-16,-1-2 1 16,-2 1-1-16,-1 0 0 15,-4-1 2-15,-3 3-2 16,-4 0 1-16,-2 0-1 15,-4 0 3-15,-5 3 5 16,1-1 3-16,-4 1 6 0,-1 1 5 16,-1 1-9-1,0-1-10-15,0 1-2 0,0 0 0 16,-3 0 1-16,-3 0-2 16,2 0-7-16,-1 1 1 15,1 3-19-15,1-1-22 0,2-3-10 16</inkml:trace>
  <inkml:trace contextRef="#ctx0" brushRef="#br0" timeOffset="59746.4">15103 13069 2 0,'-3'4'18'0,"3"0"-5"0,0-1-1 0,0 2-5 0,0 0-2 16,0 1-2-16,0-1 0 15,5 2-2-15,-1 1-1 0,2 0 2 16,-1-2-2-16,0 4 0 16,1-2 0-16,-1 1 0 15,0-1 0-15,1 2 0 16,0-1 0-16,1 1 1 15,1 0-1-15,1-2 0 0,-1 4 0 16,3-3 0-16,1 1 0 16,-1-2 5-16,4-1 6 15,-1 1 0-15,2-1-3 16,1-1-1-16,3 0-3 16,-2-1-1-16,2 1-2 0,1-2 1 15,1 3-1-15,-1-2-1 16,2-1 0-16,2-1 1 15,0 0-1-15,-2-2 1 16,5 3 0-16,3-4 0 16,-2 2 1-16,1-1-2 15,1-1 1-15,0 2-1 0,0-2 1 16,-2 0-1-16,-2 0 0 16,0 0 1-16,0-2 9 15,0-1 1-15,2-1-4 16,-3 2-4-16,1-1-2 15,0-1-1-15,-2-1 1 0,-2 2-1 16,1 0 0-16,-6-2 0 16,4 0 1-16,-5 1-1 15,1-2 0-15,1 3 2 16,-2-2-2-16,0 0 0 0,-2 1 0 16,-1 3 0-16,-3-3 0 15,-1 2 0-15,0 1 0 16,-4-1 0-16,-1 1 0 15,1 1 0-15,-3 0 0 16,1-1-2-16,-1 1-1 0,-1-1-25 16,-2-2-32-16</inkml:trace>
  <inkml:trace contextRef="#ctx0" brushRef="#br0" timeOffset="60849.17">16017 12941 44 0,'0'0'10'0,"0"0"-8"0,0 0-2 15,0 0-2-15,0 0 0 0,0 0 2 16,0 0 1-16,0 0 2 15,0 0 5-15,0 0 10 16,0 0-9-16,0 0-4 16,0 0-2-16,22 18-3 15,-18-12 1-15,0 1 0 0,3 3-1 16,1-3 1-16,2 0 0 16,3 0 2-16,1-1 4 15,0 3-1-15,3-1-4 16,1-1 0-16,0 2-1 15,0-1-1-15,0 0 1 0,2 0-1 16,-4-2 0-16,1 1 0 16,-3-3 0-16,-2 0 1 15,-2-1-1-15,-1 1 1 16,-3-1-1-16,-1 0 0 16,0 1 0-16,-3-1 0 0,-2 2-1 15,0 2 0-15,0 2 0 16,0-1-3-16,-2 1 1 15,-6 0 2-15,2-1 1 16,-2 2-1-16,3-2 5 16,-1 1 1-16,2 0-3 0,1 1-1 15,-3 3-1-15,2-2 1 16,0 3-1-16,-3-1 0 16,1 4 0-16,-5 0 0 15,0 0 0-15,-1 3 0 16,-2 0 0-16,4 0 0 15,-4 0-1-15,3-2 1 0,-1 1 2 16,0-2-2-16,3-2 1 16,0-2-1-16,0-1 0 15,4-3 2-15,0-2 0 16,2-2 0-16,2-4 1 16,0 1 0-16,1-1 2 0,0-1 3 15,0 0 5-15,0 0-1 16,0 0 3-16,0 0-10 15,0 0-3-15,0 0-2 16,0 0-1-16,0 0-1 0,-1 0-2 16,-1 0 4-16,2 0 1 15,-2 0 1-15,0 0 2 16,0 0 5-16,2 0 4 16,0 0 0-16,-1 0-3 15,0 0-2-15,1 0-1 0,-2 0-2 16,1 0-2-16,1 0-2 15,-1 0 0-15,1 0 1 16,0 0-1-16,0 0-1 16,-2 0-1-16,2 0 1 15,0 0-2-15,0 0 2 16,0 0 0-16,0 0 2 0,0 0-2 16,0 0 1-16,0 0-1 15,0 0 0-15,0 0 0 16,0 0-4-16,0 0-18 15,0 0-29-15,0 0-3 16,0 0 4-16</inkml:trace>
  <inkml:trace contextRef="#ctx0" brushRef="#br0" timeOffset="62857.63">13634 11248 102 0,'-11'-9'10'0,"1"-2"3"0,-2 1-1 16,-3 0-3-16,2 3 0 15,-2 0-2-15,2 0-1 16,1 0-1-16,1 0-3 0,0 0-1 16,-3-1-1-16,1 3 1 15,-3-1-1-15,-5 0 1 16,-2 2-2-16,-6 1 0 15,-3 2 1-15,-3 0 0 16,-1 1 0-16,0 0 0 0,-2 0 0 16,0 4 0-16,-1 3 0 15,-1 3 0-15,-4 3 0 16,-3 2-1-16,-2 2 1 16,-3 3-2-16,0 4 2 15,0 0-1-15,0 3 1 16,-4-1 0-16,1 4 0 0,-1 0 0 15,-2 2 0-15,0-1 0 16,2 3 0-16,0 2 0 16,4 1 0-16,1 3 0 15,2 0 0-15,4 1 0 0,1 1 0 16,3-1 0-16,1 2 0 16,0 4 0-16,-1 3 0 15,1 1 1-15,0 8-1 16,0 2 0-16,2 1 0 15,6 0 0-15,1 1 0 0,4 0 1 16,6 0-1-16,4-2 0 16,4 2-1-16,1-2 1 15,6 0 0-15,2 1 1 16,4-1-1-16,0 0 0 16,11-2 1-16,7-2-1 0,2-1 1 15,6-2 0-15,4 0 0 16,3 0 0-16,4-3 2 15,2 0-3-15,1-1 1 16,4 0 0-16,2-2 2 16,4 2-2-16,2 0-1 15,5-2 0-15,5-3 0 0,0-4 1 16,6-4 5-16,3-4 2 16,3-6 5-16,2-1-5 15,2-4-5-15,3-2 1 16,1-7 0-16,3-3-1 15,0-7 0-15,0-3 3 0,1-1-1 16,2-14 1-16,-2-3 2 16,0-7-2-16,2-3-1 15,-1-3-2-15,-5-5-3 16,-1-3 1-16,0-4 0 16,-6-1-1-16,-3-3 0 0,-4-2 0 15,-9 0 2-15,-7-2-1 16,-5 0 2-16,-7-3 3 15,-5-1 4-15,-3-2-6 16,-5-2-1-16,-3-2-1 16,-1-4 1-16,-7-2-1 0,-4-1 1 15,-2-1 1-15,-5-3 1 16,-3-3-1-16,-2-1-1 16,0-2-1-16,0 0-1 15,0-1-1-15,-3 0 0 16,-3-1 0-16,-4 5 1 0,-3 1-2 15,-3 3 1-15,-3 0 0 16,-2 4-1-16,-5 2-1 16,-2 4 2-16,-7 1-1 15,-3 5 2-15,-11 4-2 16,-3 3 2-16,-5 5-3 16,-8 4 2-16,-3 6 0 0,-3 5 0 15,-1 4-1-15,-1 9 0 16,-3 6-2-16,0 9-11 15,-3 0-8-15,-2 16-16 16,-2 8-16-16,-3 0-31 16</inkml:trace>
  <inkml:trace contextRef="#ctx0" brushRef="#br0" timeOffset="63663.2">11998 11514 14 0,'-4'4'6'0,"0"-1"2"0,2-2 2 0,1 3 3 0,0-2-6 0,1-1-5 15,0 2 1-15,0 0 0 16,0 1 0-16,3 1 0 15,4 0-1-15,-3 4-1 16,3-2-1-16,-3 1 0 16,2 1 0-16,2-2 1 0,-4-3-1 15,1 1 1-15,1-4-1 16,-1-1 12-16,1 0 14 16,2-5-1-16,2-6-2 15,1-6-1-15,3-6-4 16,4-4-7-16,4-5-4 15,7-8-2-15,3-3 0 0,7-8 1 16,9-3-3-16,4-4-2 16,10-4 1-16,7 0-2 15,9-4 0-15,12 1-1 16,9-1-1-16,8-1-32 16,2-3-56-16</inkml:trace>
  <inkml:trace contextRef="#ctx0" brushRef="#br0" timeOffset="65334.89">21330 11675 28 0,'0'0'23'0,"0"0"-18"0,0 0 2 0,0 0 0 16,0 0-4-16,0 0-1 16,0 0 1-16,0 0 10 15,0 0 12-15,0 0-13 0,0 0-5 16,-3-7-2-16,3 3 7 16,-2 4 2-16,2-4-4 15,0 1-1-15,-3 0-6 16,2 2-2-16,0-3-1 15,1 2 1-15,-1-1-1 0,0 0 0 16,0 2 0-16,1-2 1 16,-1 2-1-16,1-1 0 15,0 2 0-15,1 0-2 16,9 0 1-16,-2 0 2 16,4 6-1-16,3 3 1 0,1 3-1 15,0 2-2-15,-2 3 2 16,3 2-1-16,-1 2 1 15,-1-1 0-15,-1 2-2 16,-2 0 0-16,-3 0 2 16,-5 0-1-16,-3 2 1 0,-1 1-2 15,-1 0 0-15,-9 4 3 16,-1 0-1-16,-2 4 0 16,0 0 0-16,1-1 1 15,2 2-1-15,5-1 0 16,1 1 0-16,2-4 0 0,2-2 2 15,0-2-2-15,8-2 0 16,3-3 1-16,-1-5-1 16,5-3 0-16,0-5 0 15,1-2 0-15,-3-3 2 16,1-2 0-16,-5-1-1 0,0 0 0 16,-4 0 0-16,1 0-1 15,-6 0 1-15,1-1 0 16,0 1-1-16,-1 0 1 15,0 0-5-15,0 0 0 16,0 8 3-16,-1 2 0 0,-2 6 2 16,-3 2-2-16,5 5 2 15,0 4-2-15,0 4 1 16,1 2 0-16,0 5 0 16,7 1 0-16,3 2 0 15,2 2 0-15,4 1 0 0,1 1 1 16,1-2-2-16,0-1 2 15,-2-2-1-15,-1-2 0 16,-3-4-1-16,-1 2 2 16,-2-4-1-16,-6 0 0 15,-1-2 0-15,-2-1 0 0,0-6-1 16,-7 0 1-16,-3-7 1 16,-1-4-2-16,-2-3 4 15,0-5 7-15,-1-4-5 16,-3 0-5-16,0 0-1 15,1-10-46-15</inkml:trace>
  <inkml:trace contextRef="#ctx0" brushRef="#br0" timeOffset="67953.87">15577 15188 3 0,'0'0'55'0,"-1"0"-47"0,1 1-2 0,-2-1-5 0,2 0 1 16,-2 2-2-16,-2-2 0 15,1 1 12-15,-2 0 11 0,3-1-3 16,-4 2-3-16,3-2-7 15,-1 1-8-15,-1 2-1 16,2-2 0-16,0 0-1 16,-2 0 0-16,1-1 1 15,2 0 0-15,1 0 1 0,0 0 1 16,0 0 0-16,1 0-2 16,0-3 0-16,-2-1 1 15,2 0-1-15,0 0-1 16,0-1 1-16,0 2 0 15,0-1-1-15,0-1-2 0,0 0 4 16,2-1-3-16,3 1 1 16,1-1-1-16,1-1-1 15,2 0-5-15,-2-2 0 16,1 0 4-16,2 1 1 16,-3 0 4-16,3-1-1 0,0-1 0 15,-1-1 2-15,1 1 1 16,3-2-2-16,1 1 1 15,0 1-2-15,-1-2-1 16,3 1 1-16,-1 0-1 16,3 1 0-16,0 0 0 15,-1 0 0-15,2 1 0 0,2 0 0 16,0 1 1-16,1-1-1 16,4 2 0-16,1 0 1 15,3-2-1-15,4 2 1 16,-1 1 0-16,3-2 0 15,3-1 1-15,1 2 1 0,4 2-1 16,1-1 1-16,2 0-1 16,4 2-1-16,1 1 0 15,-1 2-1-15,4-1 0 16,2 2 0-16,1 0 0 16,0 0 0-16,4 0 0 0,4 0 0 15,-1 0 1-15,4 3-1 16,3 0 0-16,-2-2 0 15,2 2 0-15,2 0 0 16,-1 0 0-16,4-2 2 16,-5 2-2-16,3 0-2 0,2-1 4 15,0 0-2-15,-2 1 1 16,0 0-1-16,-2 0 0 16,-3 0 0-16,-2-1 2 15,1 0-2-15,-3 0-2 16,-4-2 4-16,-1 1-2 0,-3-1 0 15,-3 0 0-15,-2 0 2 16,-6 0 1-16,2 0-2 16,-6 0 0-16,-1 1 0 15,-6 1-1-15,-3 0 0 16,-3 0 0-16,-5-1 0 0,-4 2 0 16,0-1 0-16,-4-1 0 15,-3 2 0-15,0-3 0 16,-3 1-17-16,-1-1-44 15</inkml:trace>
  <inkml:trace contextRef="#ctx0" brushRef="#br0" timeOffset="68310.12">18808 14760 102 0,'0'0'-3'0,"0"0"3"0,0 0 0 0,0 0 0 0,42 0 0 16,-32 0 4-16,-1 0 6 15,2 4 5-15,2-2 2 16,0 5-2-16,0 0-3 15,3 2-2-15,-3 2-7 0,1 2-3 16,-3 0 1-16,-6 2-1 16,-1 2 1-16,-4 0 0 15,0 3 0-15,-14 1-1 16,-8 4 2-16,-7 0-1 16,-8 4-1-16,-5-4-3 15,-4-1-31-15,-4-7-34 0</inkml:trace>
  <inkml:trace contextRef="#ctx0" brushRef="#br0" timeOffset="68787.69">16435 14403 84 0,'0'0'0'0,"0"0"-1"0,0 0-26 0,8 36-19 0,-8-19 36 16,0 2 10-16,0-1 2 15,0 2 3-15,1-2 4 16,-1-1-2-16,1-1-5 0,0-3-1 16</inkml:trace>
  <inkml:trace contextRef="#ctx0" brushRef="#br0" timeOffset="70466.42">20518 14641 121 0,'0'-3'7'0,"0"-3"0"0,0 2 0 0,0 0-4 15,0 1-4-15,0 0 4 16,0 3 7-16,1-2 11 0,-1 2 2 16,0 0-11-16,0 0-7 15,1 0-6-15,-1 0 0 16,0 8 1-16,3 4 0 15,-1 2 0-15,-2 2 0 16,2 4 0-16,0 2 1 0,-1-2-2 16,1 0 1-16,0-2 0 15,2 2 1-15,0-4-1 16,-1-2 0-16,1-1 0 16,3-2 1-16,-3-3-2 15,0-1 1-15,1-1 1 0,1-1-1 16,1 0 0-16,1-2 1 15,0-2 1-15,3 1-1 16,3-2 0-16,-1 0 0 16,1 0 0-16,-1 0-1 0,3 0 2 15,-2 0 2 1,4 0 5-16,-1 0 0 0,3 0-6 16,-1 0-3-16,2 0 1 15,-4 0-1-15,-1 0-1 16,-1 0-8-16,-4 0-12 15,-1-2-22-15,-4-5-41 0</inkml:trace>
  <inkml:trace contextRef="#ctx0" brushRef="#br0" timeOffset="70772.7">21024 14628 193 0,'0'0'7'0,"0"0"10"0,0 0-5 16,0 0-6-16,0 0 3 15,0 0 1-15,0 0-6 0,42-10-1 16,-26 10-3-16,-1 0 0 16,1 0 0-16,1 0 0 15,-3 0-12-15,-3 3-55 16,-4-1-30-16</inkml:trace>
  <inkml:trace contextRef="#ctx0" brushRef="#br0" timeOffset="70971.09">21044 14801 152 0,'0'0'5'16,"0"0"21"-16,38 1 6 16,-17-1-12-16,1-4-11 15,4 0-4-15,3 0-4 16,1 1-1-16,2 0 0 0,-2 1-11 15,0 0-63-15,-4-1-77 16</inkml:trace>
  <inkml:trace contextRef="#ctx0" brushRef="#br0" timeOffset="71185.83">21244 14950 85 0,'0'0'2'0,"0"0"14"16,0 0-5-16,0 0 3 16,41 5-6-16,-15-5-6 15,3-5-2-15,3-4-42 16</inkml:trace>
  <inkml:trace contextRef="#ctx0" brushRef="#br0" timeOffset="71661.97">21736 14675 251 0,'0'0'3'16,"0"0"-4"-16,0 0-2 15,0 0 3-15,0 0-1 0,0 0 1 16,0 46 0-16,0-31 1 16,0-1-1-16,3-4-1 15,7-1 0-15,3-2 1 16,3-2-1-16,3-4 3 16,3-1-1-16,-1 0 0 0,2-3 0 15,-2-6 0-15,-2-1-1 16,-2-2 0-16,-4 0 1 15,-1-1-1-15,-4 3 1 16,-2 2-1-16,-1 1 0 16,-2 4 0-16,3 3 0 15,-5 0 0-15,3 0-1 0,-2 6 0 16,2 5 1-16,-1 2 0 16,1 1 0-16,0 2 0 15,1 1 0-15,2 0 0 16,0 1 1-16,-1-2-1 15,0 0 0-15,-5-1 0 0,1-1 0 16,-2-4 0-16,0 0-1 16,-7-4 1-16,-2-2 0 15,-5-1-1-15,1 0 3 16,-7-3-3-16,3 0-35 16,0-7-73-16</inkml:trace>
  <inkml:trace contextRef="#ctx0" brushRef="#br0" timeOffset="71954.83">21794 14533 171 0,'0'0'3'0,"0"0"9"0,0-38 5 0,1 22-9 0,1 0 9 15,2-2-2-15,2 2-2 16,-3 1-1-16,6-1-2 16,-4 6-7-16,3 4-3 15,-1 1 0-15,2 5-1 16,-4 0-1-16,3 4-1 16,-3 9 0-16,-1 5 1 0,5 6 1 15,2 5-3-15,2-1-21 16,2 2-52-16,4-6-86 15</inkml:trace>
  <inkml:trace contextRef="#ctx0" brushRef="#br0" timeOffset="72139.91">22195 14721 210 0,'0'0'8'0,"0"0"-5"0,0 0 16 16,0 0-4-16,42 0-4 15,-27-3-5-15,1 0-2 16,4 1-2-16,2 0-2 16,1-1-3-16,1 0-30 15,-2-4-54-15,-1-2-40 16</inkml:trace>
  <inkml:trace contextRef="#ctx0" brushRef="#br0" timeOffset="72424.52">22498 14605 142 0,'0'0'12'0,"0"0"-1"16,0 0-11-16,0 0 2 0,0 0 3 16,0 0-1-16,14 36-3 15,-6-25 1-15,0-2 1 16,1-5-3-16,4 0 2 16,1-4 1-16,1 0 5 15,1-3 1-15,-1-5 1 0,1-2 5 16,-4 0 7-16,1 0-4 15,-3 3-5-15,-3 1-9 16,-1 2-2-16,-1 4-1 16,-1 0-1-16,-1 2-1 15,-3 9-4-15,0 6 4 16,0 6-2-16,-11 2-5 0,-5 5-12 16,-6-1-25-16,-5 2-31 15</inkml:trace>
  <inkml:trace contextRef="#ctx0" brushRef="#br0" timeOffset="72596">22301 14941 297 0,'0'0'9'0,"0"0"-9"0,0 0 10 15,0 0-7-15,0 0-1 16,52 0-2-16,-31 0-8 15,0 0-43-15,-2 0-50 16</inkml:trace>
  <inkml:trace contextRef="#ctx0" brushRef="#br0" timeOffset="73172.03">16210 14432 160 0,'0'0'50'0,"0"0"-49"0,0 0-3 16,0 0 2-16,0 0-3 16,0 0 1-16,39 47-1 0,-30-24-5 15,0 4-6-15,2 0-6 16,0 1 5-16,-4 2-8 16,2-3-8-16,-4-3-25 15</inkml:trace>
  <inkml:trace contextRef="#ctx0" brushRef="#br0" timeOffset="73385.2">16333 14448 243 0,'0'0'0'0,"14"-41"2"16,-1 22-3-16,3 1 1 15,2 1-3-15,2 3-6 16,2 1 6-16,0 1 2 0,3 4 1 16,0 4-1-16,-3 2-27 15,-1 2-46-15</inkml:trace>
  <inkml:trace contextRef="#ctx0" brushRef="#br0" timeOffset="73563.69">16360 14550 231 0,'0'0'4'15,"0"0"-2"-15,0 0-5 0,0 0 9 16,0 0 1-16,0 0-5 16,54-13-1-16,-25 6-9 15,0-2-59-15,1 1-47 16</inkml:trace>
  <inkml:trace contextRef="#ctx0" brushRef="#br0" timeOffset="74403.36">16631 14537 232 0,'0'0'3'0,"0"0"-4"0,0 0-1 16,0 0 1-16,0 0-4 15,0 0-5-15,0 0 4 16,0 0 6-16,18 2 2 16,-5-8-1-16,1-4 0 0,-3 3-2 15,-2-2 2-15,0-1-1 16,-6 3-2-16,-3 3 2 16,0 0 0-16,-11 4-19 15,-1 0 0-15,-2 1 10 16,-3 8 9-16,1 4 0 15,3 2 1-15,2 1 1 0,4 1 0 16,6-1 1-16,1-2 2 16,0 0 0-16,9-4-2 15,5-3 1-15,6-3 4 16,-2-4-5-16,5 0-1 16,3 0-1-16,-1-7-1 0,-3-3 0 15,2-4-2-15,-1 1 2 16,-3-2 0-16,-2-4 1 15,0 2-1-15,-5 3 0 16,-5-2-2-16,0 6-7 16,-6 2 5-16,-2 2 4 0,0 5-1 15,-11 1 6-15,1 1-2 16,0 9 0-16,-2 3-3 16,0 3 1-16,5-1 0 15,4 2-1-15,3-4-4 0,0-2-27 16,9-2 10-16,7-5 7 15,2-4 11-15,6 0-1 16,2 0 1-16,2-4 0 16,2-6 2-16,-2-3 1 15,-1 0 6-15,-2 2 0 16,-7 0 7-16,-5 3 11 0,-7 1 7 16,-4 3-2-16,-2 3-10 15,-8 1-21-15,-5 0-4 16,-4 5-2-16,1 4-1 15,1 1 12-15,2 0-2 16,4 0-1-16,7-2 0 0,2 0-6 16,5-3-18-16,10-2 16 15,5-3 9-15,5 0 0 16,1-6-1-16,-1-7 1 16,0-1-1-16,-5-2 8 15,-4-3 14-15,-3-1 11 0,-8-3-7 16,-3 2 0-16,-2-2-11 15,0-1-8-15,-6 1-6 16,-6 2-1-16,-1 3-4 16,-1 3-10-16,3 6-11 15,2 5 3-15,5 4-11 0,4 0-36 16,1 0-30-16</inkml:trace>
  <inkml:trace contextRef="#ctx0" brushRef="#br0" timeOffset="74630.17">17427 14225 99 0,'0'0'66'0,"0"0"-65"0,0 0 4 0,33-43 0 0,-33 41 7 16,-2 2-10-16,-9 0 1 16,-2 11 2-16,0 7-5 15,0 6 0-15,2 6 4 0,5 2-3 16,2 4 6-16,4 1-7 15,0-4 1-15,0 0-1 16,4-2-2-16,-1-3-25 16,-1-3-19-16,-1-4 14 15,-1-5-31-15</inkml:trace>
  <inkml:trace contextRef="#ctx0" brushRef="#br0" timeOffset="74974.14">17315 14479 134 0,'0'0'10'0,"0"0"-3"16,8-50 18-16,7 36-13 16,7 2-8-16,1 3-3 15,3 1-1-15,1 2 0 16,-1 3 0-16,-1 3 0 16,-7 0 0-16,-4 9-1 0,-3 2 0 15,0 4 0-15,-8 0 1 16,1-1 5-16,0 0-2 15,0-3-3-15,0-2 2 16,4-5 0-16,-3-1-1 16,3-3 2-16,-1 0 16 0,1-3 1 15,-4-7-4-15,0-3-2 16,-4 0 1-16,0-1-2 16,0-1-5-16,-8-1-3 15,-2 1-6-15,1 2-1 16,0 2-4-16,-1 3-15 15,4 3-13-15,2 3-38 0,2 2-47 16</inkml:trace>
  <inkml:trace contextRef="#ctx0" brushRef="#br0" timeOffset="75257.39">17653 14363 126 0,'0'0'21'15,"0"0"27"-15,0 0-28 16,43 13-16-16,-33-5-4 15,-2 3 2-15,0 2-4 16,-5-2 2-16,-1 1-1 16,0-4 1-16,-2-2 1 0,0 0 2 15,0-5-2-15,0 2 1 16,0-3 4-16,0 0 17 16,0 0-9-16,0-7-10 15,0-2-1-15,0-2-1 16,0-2 0-16,0 0-1 15,6-2 0-15,3 2 0 0,7 0 0 16,-1 3-2-16,5 3-4 16,1 3-28-16,-3 4-46 15,-1 0-30-15</inkml:trace>
  <inkml:trace contextRef="#ctx0" brushRef="#br0" timeOffset="76090.25">17914 14408 79 0,'0'0'95'16,"0"0"-74"-16,0 0-10 0,0 0-7 16,0 0-1-16,0 0-1 15,5-38 0-15,-5 36 8 16,2 2-1-16,-1 0-11 16,4 8 0-16,-3 3 1 15,3 3-1-15,2 3 4 16,-2-3-2-16,3 2 0 0,-2-3 0 15,4-3-3-15,-5-2 1 16,4-4 0-16,-1-1 1 16,0-3 1-16,0 0 1 15,-1-7 6-15,-1-4 4 0,-1-1-1 16,1-2-5-16,-1 3-4 16,-5-1 0-16,2 4 1 15,-2 2 1-15,0 3-1 16,0 3 2-16,0 0-8 15,2 2-3-15,1 9 5 0,1-1 2 16,2 3 1-16,2 0-1 16,0-2 1-16,2-4-1 15,1 0 0-15,-3-4 2 16,2-2-2-16,0-1 3 16,-1 0-3-16,-1-5 3 15,0-4 5-15,-3-2 6 0,0-2 1 16,-3 2-2-16,-2-2-7 15,0 3-4-15,0 0 0 16,0 3-3-16,0 5 0 16,0 2-6-16,0 0-20 15,0 5-23-15,2 5 26 0,5 4-13 16,4-1 7-16,4-2 12 16,2 2 7-16,4-4 3 15,0-4 5-15,0-1 2 16,-2-4 1-16,-1 0 1 15,-1 0 12-15,-3-8 19 0,-1-1 15 16,-5-3-13-16,1 2-12 16,-3-2-4-16,-2 2-8 15,-1 0-1-15,0 3 1 16,-1 3-3-16,1 1-1 16,1 2-5-16,2 1-2 0,0 0-1 15,3 3 1-15,1 5-1 16,2 2 1-16,-1 1-1 15,-3 1-2-15,1-4-1 16,-2 0 1-16,-2-3 2 16,-3-1-1-16,-1-2 2 0,-1-2 1 15,0 0 3-15,0-3 8 16,0-7-6-16,0 1 3 16,-2-2-2-16,2-3-3 15,0-2 0-15,3 2-3 16,9-2 0-16,3 2-18 0,3 2-24 15,2 2-68-15</inkml:trace>
  <inkml:trace contextRef="#ctx0" brushRef="#br0" timeOffset="79731.98">19040 15225 92 0,'0'-3'32'0,"0"0"-6"0,0 3-11 0,0-1-14 0,0-1-1 15,0 2-5-15,0 0-7 16,2 0 5-16,-1 0 6 16,3 0 1-16,-2 0 0 0,-1 0 1 15,1 0 4-15,0 0 0 16,0 0 0-16,-2 3-3 16,1 1-1-16,-1 2 4 15,1-2-4-15,-1 5-1 0,0-1 1 16,0 2 0-1,0 0-1-15,0 3 2 0,-1 0-1 16,0 1 1-16,-1 2-2 16,-1-1 1-16,1 5-1 15,0-3 0-15,-2 2 1 16,1 0-1-16,-5-1 0 16,3 3 0-16,-3-3 0 0,-3-2 3 15,1 4 4-15,-3-3-3 16,-3 1 0-16,1 1 1 15,-3 1-5-15,0 1 2 16,4-3 0-16,-5 1-1 0,3-1 1 16,-1 0-1-16,0 0 2 15,-2-1-1-15,0 0 1 16,1 0 0-16,-4 0-1 16,-2 0 1-16,1 0-3 15,-2 1 3-15,-6-2-5 16,-2 3 1-16,1-1 6 0,-5 1-4 15,-2-1-1-15,1 0 0 16,1-2 0-16,0 1 0 16,1-4 1-16,-1-1-1 15,0-3 0-15,0 1 2 16,-1-4-2-16,-5 1-3 0,1 0 6 16,-1 0-3-16,-1-1 1 15,2 1 2-15,-4-1-3 16,2-1 0-16,-6 0 0 15,2 0 0-15,-2-3 1 16,-1 2-1-16,2-3 1 16,-3-1 0-16,-1 0 1 0,3 0 3 15,-1 0 6-15,2 0-2 16,2-3 0-16,0-2-2 16,4-1 0-16,2-1-4 15,-1-1-1-15,1 0 2 16,1-1 0-16,-1-1 32 0,3 0-34 15,-2-2 0-15,3 1-2 16,0-1 1-16,3 1 1 16,-3 0-2-16,3 0 0 15,-2 0 0-15,1 3 0 0,1-1 0 16,0 2 0-16,1 2 0 16,2-1 0-16,5 2-2 15,1 1-5-15,1 1-4 16,2 0-9-16,3 2-10 15,1 0-7-15,-1 0-13 0,2 0-3 16,1 0-23-16</inkml:trace>
  <inkml:trace contextRef="#ctx0" brushRef="#br0" timeOffset="80123.96">16481 15614 149 0,'0'0'2'0,"0"0"-2"0,0 0 0 0,0 0-1 15,-46 14 0-15,36-10 1 0,-3 2 1 16,-2 0 0-16,-3 1 6 16,0 4 3-16,0 3-1 15,-1 3-1-15,2 5 18 16,1 2-23-16,3 3-2 16,3 5 0-16,6 0-1 0,4 1 1 15,0-1-1-15,3 2 1 16,14-1 0-16,8-1 3 15,6 1-2-15,7 1 1 16,6 2 0-16,5-4-7 16,4-5-35-16,0-4-74 0</inkml:trace>
  <inkml:trace contextRef="#ctx0" brushRef="#br0" timeOffset="80870.05">17268 16307 189 0,'0'0'12'16,"0"0"-1"-16,0 0-11 15,0 0 1-15,-4 44 0 16,4-26-1-16,2 1 0 16,1 0 1-16,0-2-1 0,-1-3 1 15,1-3-1-15,-3-4 0 16,0-1 0-16,0-6 1 16,-2 0 3-16,-5 0-2 15,-2-11-20-15,-2-2-43 0,0-3 16 16,-1-2 33-16,1-2 19 15,4 0 14-15,2-3 2 16,3 4-6-16,2-2 14 16,0 4-16-16,4 0-5 15,6 2 3-15,2 3-6 0,6 2-3 16,2 3-1-16,0 3-1 16,4 4 0-16,1 0-1 15,-2 1-1-15,-2 9-1 16,-6 5-2-16,-3 2-10 15,-9 4-10-15,-3-2 5 16,0 2 4-16,-14 0 6 0,-4-2 6 16,-3-2 2-16,0-2 0 15,-4-2 4-15,4-3-3 16,5-4 6-16,5-2 2 16,3-3 0-16,8-1-2 15,0 0-5-15,0 0 2 0,8-5-6 16,2 0 6-16,4 2 1 15,2 1 2-15,0 2 2 16,3 0-4-16,-2 0-1 16,2 5-3-16,-1 4 0 15,-2 3-1-15,-1 0-1 16,-8 1-4-16,-1-1-5 0,-6-2 4 16,0 0 4-16,-8-1 5 15,-6-4 11-15,-3 0-2 16,-4-3-1-16,0 0 0 15,-2-2-5-15,3 0-3 0,4 0-3 16,2 0-5-16,7-3-26 16,6-7-60-16</inkml:trace>
  <inkml:trace contextRef="#ctx0" brushRef="#br0" timeOffset="81263.71">17656 16416 225 0,'0'0'4'0,"0"0"2"0,0 0 6 0,0 0-1 0,0 0-10 16,0 0 4-16,0 0-3 16,-51-23 1-16,33 23-1 15,1 0-1-15,1 5 2 16,3 3-2-16,2 4 0 15,8-2-2-15,1 0 0 0,2 1-10 16,2-4-4-16,10-1 0 16,1-3 8-16,5-3 4 15,2 0 2-15,2 0 3 16,3-7-2-16,-3-2 0 16,0 3-6-16,-5-1-7 0,-4 4-2 15,-2 1 11-15,-6 2 4 16,-1 0-2-16,-2 0 6 15,0 2 6-15,1 3-6 16,1 0-1-16,3-1-1 16,2 0-1-16,2-3-5 0,3-1-23 15,3-1-28-15</inkml:trace>
  <inkml:trace contextRef="#ctx0" brushRef="#br0" timeOffset="81682.17">17914 16317 19 0,'0'0'119'15,"0"0"-94"-15,0 0 27 16,-14-44-19-16,4 40-16 16,1 2-15-16,-1 2 0 15,1 0-2-15,0 7 1 16,2 6-1-16,0 1-1 0,4 3 1 16,2-1 0-16,1 2 0 15,0 0 1-15,10-2-1 16,3-3-1-16,2-3-2 15,1-1-10-15,3-4 9 16,1-3 3-16,1-2-4 0,0 0-6 16,-1-3-11-16,1-7-16 15,-3-3 2-15,-3 0-8 16,-2-3 2-16,-2 0 36 16,-4-1 19-16,-2 0 21 15,-4-2-4-15,-1 5-6 0,0 1 8 16,-2 0-5-16,-8 6-18 15,1 2 2-15,-1 3-6 16,-1 2-3-16,-2 3-2 16,4 8 0-16,2 2 0 15,-1 3 1-15,4 1-1 16,4 0 0-16,0-3-1 0,2 0-1 16,10-3-5-16,5-4-30 15,4-5-28-15</inkml:trace>
  <inkml:trace contextRef="#ctx0" brushRef="#br0" timeOffset="82102.24">18344 16213 282 0,'0'0'7'0,"0"0"-5"0,0 0-3 15,0 0-12-15,0 0-12 16,0 0 28-16,-1 41-1 15,-3-21-2-15,-2 3 2 16,1-2-2-16,2-1 2 16,3-1-2-16,-2-1 0 15,2-5-8-15,0-3-10 0,-4-6-3 16,0-1-3-16,1-3 12 16,-6-1-1-16,4-10 13 15,-1-4-2-15,2-5-4 16,1-1 1-16,3-2 5 15,0-4 0-15,0 1 7 0,3-2 17 16,7 0 3-16,2 2 0 16,3 1-11-16,1 5-3 15,2 5-8-15,2 6-2 16,1 3-1-16,0 6-2 16,-3 0 0-16,-1 3 0 0,-2 12-7 15,-4 3-12-15,-2 1 1 16,-7 5 1-16,-2-2-3 15,0-1-15-15,-9-4 0 16,0-6-3-16</inkml:trace>
  <inkml:trace contextRef="#ctx0" brushRef="#br0" timeOffset="82976.91">18517 16152 254 0,'0'0'14'0,"0"0"4"15,56-23-7-15,-35 19-9 16,-1 4 1-16,-2 0-2 16,-1 5-2-16,-4 7-3 15,-3 2 3-15,-1 5-3 16,-4-2-3-16,-3 0-9 0,-2-3 0 16,0-1 3-16,-2-6 3 15,-3-3 6-15,-5-4 8 16,-2 0 2-16,3-4 0 15,1-6 7-15,1-4-2 16,3-5-9-16,3 0-4 16,1-3 6-16,1 1-3 0,8-2-2 15,2 5 2-15,1 1 1 16,6 4-1-16,-3 3 0 16,2 4 0-16,-2 6-1 15,2 0 0-15,-1 0 0 16,-2 8-2-16,-3 3-3 0,-2 0-12 15,-2 2-2-15,-1-2 4 16,-3-2 9-16,-1-3 5 16,1-1 2-16,0-5 0 15,0 0-5-15,2 0 4 16,3-10 2-16,-2-1-10 0,1-5 6 16,-3-2 4-16,0-1 5 15,0 1 5-15,-2-1 12 16,-2 4 0-16,0 0-5 15,0 4-7-15,0 5-3 16,0 2-3-16,0 4-5 0,2 0-2 16,1 6-5-16,0 9-1 15,0 7 8-15,1 6 1 16,-1 6-1-16,1 3-1 16,0 3 1-16,2 1 0 15,-2-1-1-15,0-5 1 0,0-2-3 16,-1-3-6-16,-2-6-5 15,0-4-14-15,1-4 5 16,0-5-1-16,-2-5-9 16,0-6-6-16,0 0 20 15,0-4 18-15,-6-9-2 0,-1-4 4 16,-1-5 9-16,-2-1-5 16,3-8-4-16,-3-1-3 15,3-4 2-15,0-3 5 16,5 0 0-16,2-2-5 15,0 2 4-15,9 1 15 16,3 5 0-16,4 4-1 0,5 2-4 16,6 5-2-16,4 3-7 15,4 4-2-15,5 6-1 16,4 5-1-16,-1 4 2 16,-2 0 2-16,-3 15-2 0,-10 3-3 15,-9 8-1-15,-11 2-11 16,-9 6 9-16,-34 2 1 15,-24 1-5-15,-31-3-31 16,-38-6-88-16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07T06:02:04.9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5451 15256 113 0,'-4'-6'17'0,"0"3"-7"0,-1-1 21 0,1 4-11 15,-1 0-11-15,3 9-7 16,0 8-4-16,1 8 0 16,1 8 0-16,0 8 1 15,0 7 1-15,5 2-2 16,2 0 5-16,2 0-1 0,-3-8-2 16,3-9-15-16,-3-9-9 15,0-12-13-15,0-10 2 16,-3-2-10-16,1-17 9 15</inkml:trace>
  <inkml:trace contextRef="#ctx0" brushRef="#br0" timeOffset="433.67">5530 15307 111 0,'0'0'4'16,"0"-58"18"-16,-2 32-2 15,2 5-6-15,0 2-6 0,0 4-4 16,4 2-4-16,7 3 0 15,3 2 0-15,1 3-1 16,4 2-1-16,2 3-1 16,2 0 0-16,-1 9-1 15,-4 8-6-15,-2 7 0 0,-8 6 0 16,-8 6 17-16,0 2-3 16,-8 0 2-16,-10 1-5 15,0-4 1-15,-2-1 4 16,-1-7-1-16,8-5-2 15,1-7 0-15,4-4-1 0,4-6-1 16,4-2-2-16,0-2-10 16,11-1 14-16,2 3 3 15,4-3-4-15,6 4-2 16,0 0-1-16,-1 3-1 16,-2-1 1-16,-2 4-1 0,-7 4-1 15,-7 0-4-15,-4 2-1 16,0 6 18-16,-13 1-7 15,-5 3 4-15,-4 3-4 16,0 0-2-16,-1 0 3 16,2-5-1-16,4-6-4 0,9-7-18 15,3-11-23-15</inkml:trace>
  <inkml:trace contextRef="#ctx0" brushRef="#br0" timeOffset="797.91">5945 15388 217 0,'0'0'-4'0,"0"0"4"0,0 0 1 0,0 0-3 16,0 0-7-16,0 0-2 16,-35 31 8-16,20-7 1 0,-1-1-6 15,7 1 7-15,-1-1-2 16,4-2 8-16,3-4-5 15,3-5 0-15,0-2-1 16,5-5-2-16,4-3 5 16,4-2-1-16,4 0 3 0,0-5-1 15,3-4 0-15,-4 0 0 16,0 4-3-16,-1 0 0 16,-4 5-7-16,0 0-7 15,-2 0 5-15,0 7 1 16,1 0 5-16,0-2 2 0,0 1 2 15,0-4 0-15,1-1 2 16,-1-1 4-16,1 0 3 16,2-9-34-16,1-6-27 15</inkml:trace>
  <inkml:trace contextRef="#ctx0" brushRef="#br0" timeOffset="1068.42">6200 15345 44 0,'0'0'33'0,"10"-38"-13"16,-8 28 12-16,0 10 13 15,-2 0-54-15,2 14-7 16,-2 6 14-16,4 7 15 0,3 2-10 16,2 2-3-16,2-4-1 15,0-4-2-15,3-7 3 16,1-5 2-16,1-6 5 16,0-5 0-16,2-3 2 15,2-12 3-15,-4-6-3 16,4-6-1-16,-1-2-2 0,-3-1-1 15,-3 5-2-15,-1 5-1 16,-3 6 0-16,-3 9-2 16,3 5-6-16,0 14-2 15,0 12 2-15,2 5-18 16,3 6-82-16</inkml:trace>
  <inkml:trace contextRef="#ctx0" brushRef="#br0" timeOffset="1843.9">7959 15243 94 0,'0'0'2'0,"-9"-38"2"0,3 20 8 0,3 2 0 0,1 0 4 16,-2 5 1-16,0 1 1 15,2 4-1-15,1 1-3 16,1 3-8-16,-3 2-6 16,3 0-8-16,0 10 4 0,0 4-5 15,0 7 6-15,3 6-1 16,2 3 5-16,3 4 0 15,-1 0 0-15,-1 1 0 16,2-3 1-16,-4-3-2 16,0-4 1-16,1-5-1 0,-1-6 1 15,1-4-1-15,2-4-1 16,-1-6-1-16,1 0 2 16,4-6 6-16,-1-9-5 15,2-4-4-15,-1-1-2 16,1 0-1-16,-4 3 3 0,1 3 2 15,-1 4 2-15,-2 3 0 16,1 4 1-16,2 0-6 16,2 3 1-16,0 0 1 15,3 0 1-15,1 5 1 16,-2-1 1-16,3 0-1 0,-5 0 1 16,-1-2 0-16,-2-1 0 15,-1-1 1-15,-3 0-1 16,-1-3 2-16,2-6-2 15,-1-6 4-15,-4-2 10 16,0-6 4-16,0-4-2 0,0-2 1 16,-7-3-7-16,2-2-7 15,1 0-2-15,-1 5 1 16,3 3-5-16,0 7-21 16,0 7-14-16,-2 5-48 15</inkml:trace>
  <inkml:trace contextRef="#ctx0" brushRef="#br0" timeOffset="2470">8402 15392 51 0,'0'0'19'0,"0"0"2"0,0 0-4 0,0-38-1 16,-3 27 6-16,0 1-3 15,2-2-5-15,-1 2-7 16,0-1-4-16,2 0-1 16,0 1 0-16,2-3 0 15,5 4-1-15,2 1-2 0,4-2 1 16,2 7-4-16,0 0-2 15,0 3-2-15,1 0 1 16,-1 6-2-16,1 5 2 16,-3 5 8-16,0 1-1 15,-5 2 2-15,-2 4-1 0,-4 2-2 16,-2 3 3-16,0 3 5 16,-2 3-6-16,-7 3 3 15,-5-1 3-15,-1 2-1 16,-3-5-5-16,2-5 1 15,1-7 0-15,4-6 0 0,-1-9 0 16,1-6 3-16,3 0 2 16,0-5-2-16,1-9-3 15,3 1-4-15,0-4 11 16,1 0-6-16,3 1-2 16,0 1 0-16,0 2-1 0,3 3-2 15,4 4 3-15,6 1-2 16,0 2-3-16,0 2 0 15,5 1-4-15,3 0 0 16,-1 1-1-16,2 6 5 16,-1 0 2-16,3 3 2 0,-6 0 0 15,2-1 0-15,-1 2 1 16,2 0 2-16,0 2 2 16,-2-1-4-16,-1 0-49 15</inkml:trace>
  <inkml:trace contextRef="#ctx0" brushRef="#br0" timeOffset="2876.36">8233 16095 89 0,'0'0'22'0,"0"0"-18"0,0 0-2 0,44-34 4 0,-22 17 4 15,4 0 3-15,5-4 4 16,8-2-5-16,3-1-7 16,3-1-2-16,4-1-2 15,1 0 1-15,0 0 1 16,0 1 0-16,-5 1-2 16,-1 1 1-16,-5 5-2 0,-6 6-3 15,-6 4-7-15,-9 8-20 16,-11 0-1-16,-7 11-16 15</inkml:trace>
  <inkml:trace contextRef="#ctx0" brushRef="#br0" timeOffset="3117.87">8498 16217 39 0,'0'0'60'0,"0"0"-57"15,0 0-10-15,0 0 20 16,0 0-4-16,62-31 4 16,-32 7 3-16,7-1-2 15,4-4-1-15,1 1 0 16,2-1-8-16,6 1-3 0,2 2 1 16,-6 2 0-16,2 5-3 15,-4 3-13-15,-7 1-46 16,-5 3-1-16</inkml:trace>
  <inkml:trace contextRef="#ctx0" brushRef="#br0" timeOffset="4000.64">8852 14884 126 0,'0'0'3'15,"-39"-51"6"-15,21 29 4 0,-4 1 1 16,-1 1-11-16,-2 2 1 16,-3-1 4-16,-1-1 0 15,-7-4 8-15,4 3 3 16,-6-3-7-16,1 0-6 16,-1 1-2-16,-3 0-1 15,3 2-2-15,-4 5 0 0,1 2-1 16,-1 5-2-16,-4 3-4 15,-6 5-1-15,-2 1-2 16,-2 0 12-16,-2 9-1 16,1 7-2-16,-2 5 5 0,1 7-4 15,-2 9-1-15,0 7-1 16,3 6 1-16,-1 7-4 16,4 7 1-16,2 8 1 15,4 6 0-15,8 9-4 16,2 9 4-16,7 8 1 15,6 4 0-15,11 7 1 0,8 4-2 16,6 2 1-16,4 3 0 16,14-1-1-16,11-4 1 15,7-9-2-15,6-6-1 16,4-12 1-16,10-11-3 16,4-11 1-16,5-9 3 0,6-9 5 15,4-9-2-15,6-8 2 16,4-8 1-16,1-7-1 15,5-7 0-15,7-9 1 16,3-4 1-16,3-14 1 0,0-16 3 16,1-14-3-16,-2-10 1 15,-7-11-3-15,-7-9 0 16,-7-9-1-16,-9-9-2 16,-9-7 1-16,-9-5 9 15,-12-4 1-15,-12-3-3 16,-13 2 4-16,-10 7-1 0,-8 5-1 15,-12 4 5-15,-12 5 7 16,-11 6-20-16,-6 4-3 16,-6 2 0-16,-7 4-2 15,-10 2 0-15,-4 8-2 16,-8 1 3-16,-5 8-3 0,-3 7 7 16,-5 9 0-16,1 9-7 15,3 12-11-15,-3 7-25 16,2 7-46-16,-1 2-84 15</inkml:trace>
  <inkml:trace contextRef="#ctx0" brushRef="#br0" timeOffset="4442.84">7034 14868 255 0,'0'0'-4'0,"0"0"8"0,-7-49-1 0,21 17 3 0,13-10-4 16,13-15-1-16,18-13 1 16,15-17 0-16,17-15 1 15,14-7-7-15,13-14-62 0,8-10-130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97608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71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2" y="2482116"/>
            <a:ext cx="6636349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1" y="2575123"/>
            <a:ext cx="6500241" cy="19368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03861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r">
              <a:defRPr sz="405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59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5"/>
            <a:ext cx="9906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29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92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1" y="2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4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685800">
              <a:buClrTx/>
            </a:pPr>
            <a:fld id="{00000000-1234-1234-1234-123412341234}" type="slidenum">
              <a:rPr lang="en" sz="1350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 algn="r" defTabSz="685800">
                <a:buClrTx/>
              </a:pPr>
              <a:t>‹#›</a:t>
            </a:fld>
            <a:endParaRPr lang="en" sz="135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83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99840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241052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</a:p>
        </p:txBody>
      </p:sp>
    </p:spTree>
    <p:extLst>
      <p:ext uri="{BB962C8B-B14F-4D97-AF65-F5344CB8AC3E}">
        <p14:creationId xmlns:p14="http://schemas.microsoft.com/office/powerpoint/2010/main" val="85046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0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0"/>
          <p:cNvSpPr txBox="1">
            <a:spLocks noGrp="1"/>
          </p:cNvSpPr>
          <p:nvPr>
            <p:ph type="body" idx="1"/>
          </p:nvPr>
        </p:nvSpPr>
        <p:spPr>
          <a:xfrm>
            <a:off x="982032" y="1512782"/>
            <a:ext cx="7179932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0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0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0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3422393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1"/>
          <p:cNvSpPr txBox="1">
            <a:spLocks noGrp="1"/>
          </p:cNvSpPr>
          <p:nvPr>
            <p:ph type="ctrTitle"/>
          </p:nvPr>
        </p:nvSpPr>
        <p:spPr>
          <a:xfrm>
            <a:off x="685800" y="2125979"/>
            <a:ext cx="7772400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1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1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1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1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1653001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2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2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2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2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2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3107543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3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3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355523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48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72808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90353" y="3071299"/>
            <a:ext cx="390835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39394" y="6631480"/>
            <a:ext cx="570996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0423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60423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60423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60423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60423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60423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60423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60423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100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39918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5" r:id="rId1"/>
    <p:sldLayoutId id="2147483887" r:id="rId2"/>
    <p:sldLayoutId id="2147483888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8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68"/>
          <p:cNvSpPr txBox="1">
            <a:spLocks noGrp="1"/>
          </p:cNvSpPr>
          <p:nvPr>
            <p:ph type="body" idx="1"/>
          </p:nvPr>
        </p:nvSpPr>
        <p:spPr>
          <a:xfrm>
            <a:off x="982032" y="1512782"/>
            <a:ext cx="717993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8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6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9685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customXml" Target="../ink/ink3.xml"/><Relationship Id="rId4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8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customXml" Target="../ink/ink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6.png"/><Relationship Id="rId4" Type="http://schemas.openxmlformats.org/officeDocument/2006/relationships/customXml" Target="../ink/ink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customXml" Target="../ink/ink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330.png"/><Relationship Id="rId7" Type="http://schemas.openxmlformats.org/officeDocument/2006/relationships/image" Target="../media/image3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0.xml"/><Relationship Id="rId5" Type="http://schemas.openxmlformats.org/officeDocument/2006/relationships/image" Target="../media/image34.png"/><Relationship Id="rId4" Type="http://schemas.openxmlformats.org/officeDocument/2006/relationships/customXml" Target="../ink/ink9.xml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customXml" Target="../ink/ink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0" Type="http://schemas.openxmlformats.org/officeDocument/2006/relationships/image" Target="../media/image400.png"/><Relationship Id="rId4" Type="http://schemas.openxmlformats.org/officeDocument/2006/relationships/image" Target="../media/image37.png"/><Relationship Id="rId9" Type="http://schemas.openxmlformats.org/officeDocument/2006/relationships/customXml" Target="../ink/ink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90.png"/><Relationship Id="rId4" Type="http://schemas.openxmlformats.org/officeDocument/2006/relationships/customXml" Target="../ink/ink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3.png"/><Relationship Id="rId4" Type="http://schemas.openxmlformats.org/officeDocument/2006/relationships/customXml" Target="../ink/ink2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emf"/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emf"/><Relationship Id="rId2" Type="http://schemas.openxmlformats.org/officeDocument/2006/relationships/image" Target="../media/image146.emf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2" Type="http://schemas.openxmlformats.org/officeDocument/2006/relationships/image" Target="../media/image148.emf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emf"/><Relationship Id="rId2" Type="http://schemas.openxmlformats.org/officeDocument/2006/relationships/image" Target="../media/image152.emf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image" Target="../media/image154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6.png"/><Relationship Id="rId4" Type="http://schemas.openxmlformats.org/officeDocument/2006/relationships/customXml" Target="../ink/ink2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image" Target="../media/image157.emf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emf"/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7.png"/><Relationship Id="rId4" Type="http://schemas.openxmlformats.org/officeDocument/2006/relationships/customXml" Target="../ink/ink2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2.png"/><Relationship Id="rId4" Type="http://schemas.openxmlformats.org/officeDocument/2006/relationships/customXml" Target="../ink/ink2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emf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174.jpg"/><Relationship Id="rId7" Type="http://schemas.openxmlformats.org/officeDocument/2006/relationships/customXml" Target="../ink/ink2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probml.github.io/pml-book/" TargetMode="External"/><Relationship Id="rId5" Type="http://schemas.openxmlformats.org/officeDocument/2006/relationships/hyperlink" Target="https://www.deeplearningbook.org/" TargetMode="External"/><Relationship Id="rId4" Type="http://schemas.openxmlformats.org/officeDocument/2006/relationships/hyperlink" Target="https://d2l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ZG511)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B720E-6584-4E67-93E5-7008E9289F3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/>
              <a:t>Dr YVK RAVI KUAMR</a:t>
            </a:r>
          </a:p>
          <a:p>
            <a:pPr algn="ctr"/>
            <a:r>
              <a:rPr lang="en-US" sz="1800" dirty="0"/>
              <a:t>yvk.ravikumar@pilani.bits-pilani.ac.in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7186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679004"/>
            <a:ext cx="7886700" cy="852488"/>
          </a:xfr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7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(7</a:t>
            </a:r>
            <a:r>
              <a:rPr lang="en-US" sz="27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 June,2026)</a:t>
            </a:r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52E8C-CBFD-4C3A-8871-27DD4200CF79}"/>
              </a:ext>
            </a:extLst>
          </p:cNvPr>
          <p:cNvSpPr/>
          <p:nvPr/>
        </p:nvSpPr>
        <p:spPr>
          <a:xfrm>
            <a:off x="953311" y="3173546"/>
            <a:ext cx="7655668" cy="119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MODULE # 5 :</a:t>
            </a:r>
          </a:p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 DEEP FEED-FORWARD NEURAL NETWORKS</a:t>
            </a:r>
          </a:p>
          <a:p>
            <a:pPr marL="202565" marR="194945" lvl="0" indent="-635" algn="ctr">
              <a:lnSpc>
                <a:spcPct val="84500"/>
              </a:lnSpc>
            </a:pPr>
            <a:r>
              <a:rPr lang="en-US" sz="2800" dirty="0">
                <a:latin typeface="Cambria"/>
                <a:ea typeface="Cambria"/>
                <a:cs typeface="Cambria"/>
                <a:sym typeface="Cambria"/>
              </a:rPr>
              <a:t>(Numerical Examples)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04ED8-8359-4D91-882A-A6237A99E37F}"/>
              </a:ext>
            </a:extLst>
          </p:cNvPr>
          <p:cNvSpPr txBox="1"/>
          <p:nvPr/>
        </p:nvSpPr>
        <p:spPr>
          <a:xfrm>
            <a:off x="832103" y="552206"/>
            <a:ext cx="7776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  <a:sym typeface="Arial"/>
              </a:rPr>
              <a:t>We thank Prof. P Seetha Parameswaran for the permission to use the PPTs prepared by her</a:t>
            </a:r>
          </a:p>
        </p:txBody>
      </p:sp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F2B6-CF55-4819-9D5B-D6226D536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21" y="231524"/>
            <a:ext cx="7519481" cy="73151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Numerical Problem : Forward Propagation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0C618-5723-48EF-A08B-752EBD294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9" y="1066911"/>
            <a:ext cx="8618706" cy="433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F2B6-CF55-4819-9D5B-D6226D536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21" y="231524"/>
            <a:ext cx="7519481" cy="73151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Numerical Problem : Forward Propagation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0C618-5723-48EF-A08B-752EBD294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9" y="1066911"/>
            <a:ext cx="8618706" cy="43319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3117D7-2AD7-4F0C-96EE-589AE87C6525}"/>
                  </a:ext>
                </a:extLst>
              </p14:cNvPr>
              <p14:cNvContentPartPr/>
              <p14:nvPr/>
            </p14:nvContentPartPr>
            <p14:xfrm>
              <a:off x="1335240" y="1354680"/>
              <a:ext cx="7680240" cy="5367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3117D7-2AD7-4F0C-96EE-589AE87C65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5880" y="1345320"/>
                <a:ext cx="7698960" cy="538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662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1B1CF2-50F7-4F8D-B44D-537A577B8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8" y="343430"/>
            <a:ext cx="6630601" cy="3345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805535-3792-49E2-A577-8658709B5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65" y="1118681"/>
            <a:ext cx="8657616" cy="465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5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CE434E-91ED-4699-A86A-96A6F9B71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46" y="330490"/>
            <a:ext cx="5676001" cy="515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EF5B47-C009-46AD-B534-86561B505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85" y="969325"/>
            <a:ext cx="8326877" cy="461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6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B04139-28E9-4A40-87D1-F4D4A681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2" y="285458"/>
            <a:ext cx="6656401" cy="4310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9EB173-1C34-440D-84D9-C92105853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89" y="1021404"/>
            <a:ext cx="8278239" cy="49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5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0C8B1-AE9D-463C-8353-864DF6CA1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3" y="194553"/>
            <a:ext cx="7095001" cy="710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6AF676-C989-4BC3-B4E2-4359FE36A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81" y="1003775"/>
            <a:ext cx="7860727" cy="41518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2DD051-70A5-49E9-9490-7D60E1242B41}"/>
                  </a:ext>
                </a:extLst>
              </p14:cNvPr>
              <p14:cNvContentPartPr/>
              <p14:nvPr/>
            </p14:nvContentPartPr>
            <p14:xfrm>
              <a:off x="2402640" y="2139120"/>
              <a:ext cx="5442840" cy="400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2DD051-70A5-49E9-9490-7D60E1242B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3280" y="2129760"/>
                <a:ext cx="5461560" cy="402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418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911AD1-62AE-4C8C-BF7B-2A3852AE0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57" y="334088"/>
            <a:ext cx="6346801" cy="4310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46804C-2BD2-4B2A-9549-8F2F7CBB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8129016" cy="47451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DA4FB4-4C11-4F33-A5F8-4F0CB05437CE}"/>
                  </a:ext>
                </a:extLst>
              </p14:cNvPr>
              <p14:cNvContentPartPr/>
              <p14:nvPr/>
            </p14:nvContentPartPr>
            <p14:xfrm>
              <a:off x="5301000" y="1866600"/>
              <a:ext cx="2239920" cy="240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DA4FB4-4C11-4F33-A5F8-4F0CB05437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91640" y="1857240"/>
                <a:ext cx="2258640" cy="242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4171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0BAF45-3A0D-4E47-9202-8A82BD8EF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7247"/>
            <a:ext cx="5986590" cy="609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CE9BE1-DB97-42EB-9B1C-8BD00FE2E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49" y="972766"/>
            <a:ext cx="8239328" cy="41224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70A461-95FC-47B0-848E-1B70CB448E7C}"/>
                  </a:ext>
                </a:extLst>
              </p14:cNvPr>
              <p14:cNvContentPartPr/>
              <p14:nvPr/>
            </p14:nvContentPartPr>
            <p14:xfrm>
              <a:off x="1645920" y="1450800"/>
              <a:ext cx="6724800" cy="291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70A461-95FC-47B0-848E-1B70CB448E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6560" y="1441440"/>
                <a:ext cx="6743520" cy="29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6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685B41-A185-4B73-9516-5200FB6C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5916"/>
            <a:ext cx="6710884" cy="719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1E27F9-035A-4EC3-B8C2-23BE1E216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96" y="1031131"/>
            <a:ext cx="8453335" cy="466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11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F230F4-F21E-4E1A-B4CD-788CAFCDE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43"/>
            <a:ext cx="6804357" cy="7587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88841-C3FF-4D90-BE5B-52AB26B4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39" y="1055631"/>
            <a:ext cx="7898860" cy="38373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48D262-6323-426A-96B2-FFAEF39C27DF}"/>
                  </a:ext>
                </a:extLst>
              </p14:cNvPr>
              <p14:cNvContentPartPr/>
              <p14:nvPr/>
            </p14:nvContentPartPr>
            <p14:xfrm>
              <a:off x="5453640" y="2397240"/>
              <a:ext cx="3077640" cy="1915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48D262-6323-426A-96B2-FFAEF39C27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4280" y="2387880"/>
                <a:ext cx="3096360" cy="193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3447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5B1F6A-D90F-4B77-A2AD-821EAEC22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0" y="136187"/>
            <a:ext cx="6785401" cy="778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F38F77-CB43-45D9-BF09-57F6820B2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28" y="1083305"/>
            <a:ext cx="8326875" cy="51132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D8C3C4-4C13-4F59-BEA4-7CA30FE9CC78}"/>
                  </a:ext>
                </a:extLst>
              </p14:cNvPr>
              <p14:cNvContentPartPr/>
              <p14:nvPr/>
            </p14:nvContentPartPr>
            <p14:xfrm>
              <a:off x="6819840" y="2538360"/>
              <a:ext cx="185400" cy="978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D8C3C4-4C13-4F59-BEA4-7CA30FE9CC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10480" y="2529000"/>
                <a:ext cx="204120" cy="99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7951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98088A-7A8C-48B0-803F-E258CF656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0" y="301696"/>
            <a:ext cx="7017601" cy="43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B98615-95A8-4B1F-AC7F-FBB0EAF04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21" y="1157008"/>
            <a:ext cx="8839558" cy="50389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B20386-71DE-4BD6-8DF6-BBC5A90E61A6}"/>
                  </a:ext>
                </a:extLst>
              </p14:cNvPr>
              <p14:cNvContentPartPr/>
              <p14:nvPr/>
            </p14:nvContentPartPr>
            <p14:xfrm>
              <a:off x="338040" y="1736640"/>
              <a:ext cx="8599320" cy="4341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B20386-71DE-4BD6-8DF6-BBC5A90E6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680" y="1727280"/>
                <a:ext cx="8618040" cy="43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628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407317-96D9-45E0-AC0F-4675B31E4496}"/>
                  </a:ext>
                </a:extLst>
              </p14:cNvPr>
              <p14:cNvContentPartPr/>
              <p14:nvPr/>
            </p14:nvContentPartPr>
            <p14:xfrm>
              <a:off x="5315400" y="1411560"/>
              <a:ext cx="3606480" cy="4793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407317-96D9-45E0-AC0F-4675B31E44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6040" y="1402200"/>
                <a:ext cx="3625200" cy="48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EEF4CC2-3BD7-49B7-9A7B-631BF8A4F8A5}"/>
                  </a:ext>
                </a:extLst>
              </p14:cNvPr>
              <p14:cNvContentPartPr/>
              <p14:nvPr/>
            </p14:nvContentPartPr>
            <p14:xfrm>
              <a:off x="413640" y="1045080"/>
              <a:ext cx="7066800" cy="5451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EEF4CC2-3BD7-49B7-9A7B-631BF8A4F8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4280" y="1035720"/>
                <a:ext cx="7085520" cy="54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2496C3-1BD3-4B45-AADE-A35E47BEC0AB}"/>
                  </a:ext>
                </a:extLst>
              </p14:cNvPr>
              <p14:cNvContentPartPr/>
              <p14:nvPr/>
            </p14:nvContentPartPr>
            <p14:xfrm>
              <a:off x="2635920" y="4033440"/>
              <a:ext cx="873000" cy="1017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2496C3-1BD3-4B45-AADE-A35E47BEC0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26560" y="4024080"/>
                <a:ext cx="891720" cy="10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7909F3-021F-4563-9C4D-C8DB7EC2815B}"/>
                  </a:ext>
                </a:extLst>
              </p14:cNvPr>
              <p14:cNvContentPartPr/>
              <p14:nvPr/>
            </p14:nvContentPartPr>
            <p14:xfrm>
              <a:off x="203400" y="803520"/>
              <a:ext cx="8634960" cy="5972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7909F3-021F-4563-9C4D-C8DB7EC281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040" y="794160"/>
                <a:ext cx="8653680" cy="599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9270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656BB1-6B8F-4F35-B9F6-15F08FBFC86A}"/>
                  </a:ext>
                </a:extLst>
              </p14:cNvPr>
              <p14:cNvContentPartPr/>
              <p14:nvPr/>
            </p14:nvContentPartPr>
            <p14:xfrm>
              <a:off x="156240" y="992160"/>
              <a:ext cx="8348760" cy="5457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656BB1-6B8F-4F35-B9F6-15F08FBFC8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880" y="982800"/>
                <a:ext cx="8367480" cy="54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280D9F-59C0-419A-8410-064BCC387705}"/>
                  </a:ext>
                </a:extLst>
              </p14:cNvPr>
              <p14:cNvContentPartPr/>
              <p14:nvPr/>
            </p14:nvContentPartPr>
            <p14:xfrm>
              <a:off x="294840" y="989640"/>
              <a:ext cx="8008200" cy="538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280D9F-59C0-419A-8410-064BCC3877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480" y="980280"/>
                <a:ext cx="8026920" cy="539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8916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02DD67-2B5D-444A-8139-094148CBF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69" y="1020017"/>
            <a:ext cx="4124901" cy="43059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A93C526-EF38-42E0-A146-A75BE4C990E8}"/>
                  </a:ext>
                </a:extLst>
              </p14:cNvPr>
              <p14:cNvContentPartPr/>
              <p14:nvPr/>
            </p14:nvContentPartPr>
            <p14:xfrm>
              <a:off x="376560" y="3975840"/>
              <a:ext cx="4898160" cy="2671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A93C526-EF38-42E0-A146-A75BE4C990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200" y="3966480"/>
                <a:ext cx="4916880" cy="269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4500925-4570-4845-BBCD-92D038143515}"/>
                  </a:ext>
                </a:extLst>
              </p14:cNvPr>
              <p14:cNvContentPartPr/>
              <p14:nvPr/>
            </p14:nvContentPartPr>
            <p14:xfrm>
              <a:off x="4200120" y="994320"/>
              <a:ext cx="3659760" cy="1054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4500925-4570-4845-BBCD-92D0381435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90760" y="984960"/>
                <a:ext cx="367848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5660C68-E0D2-4067-9E26-173C34565D6C}"/>
                  </a:ext>
                </a:extLst>
              </p14:cNvPr>
              <p14:cNvContentPartPr/>
              <p14:nvPr/>
            </p14:nvContentPartPr>
            <p14:xfrm>
              <a:off x="4697280" y="2017080"/>
              <a:ext cx="4059720" cy="318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5660C68-E0D2-4067-9E26-173C34565D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87920" y="2007720"/>
                <a:ext cx="4078440" cy="32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22F3E42-B150-4EAC-BD57-D5A69A5BFBD0}"/>
                  </a:ext>
                </a:extLst>
              </p14:cNvPr>
              <p14:cNvContentPartPr/>
              <p14:nvPr/>
            </p14:nvContentPartPr>
            <p14:xfrm>
              <a:off x="5551920" y="4909320"/>
              <a:ext cx="2763360" cy="1702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22F3E42-B150-4EAC-BD57-D5A69A5BFB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42560" y="4899960"/>
                <a:ext cx="2782080" cy="172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9EC2E1-0CBC-47AC-93D1-35D0E317F6AE}"/>
                  </a:ext>
                </a:extLst>
              </p14:cNvPr>
              <p14:cNvContentPartPr/>
              <p14:nvPr/>
            </p14:nvContentPartPr>
            <p14:xfrm>
              <a:off x="257400" y="888120"/>
              <a:ext cx="8825400" cy="578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9EC2E1-0CBC-47AC-93D1-35D0E317F6A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8040" y="878760"/>
                <a:ext cx="8844120" cy="580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3746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7805B0-2304-477D-89BD-2534229A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71"/>
            <a:ext cx="7292649" cy="739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EEEBC-974D-4105-B122-0A51BAA93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6" y="904674"/>
            <a:ext cx="8550613" cy="35078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5B58EC-DB5D-4EB1-A415-84403E1C5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4293655"/>
            <a:ext cx="5348081" cy="239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28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E69552-936D-4D7F-813D-A1980937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53"/>
            <a:ext cx="6853207" cy="671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86FFA0-3104-4E24-8F01-B0336F9B5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62" y="953311"/>
            <a:ext cx="8453335" cy="510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72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5A1F6-4D47-4682-A969-D9393561C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44"/>
            <a:ext cx="3248221" cy="719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94002C-E47A-46DC-AFC8-C800F3B9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62" y="992221"/>
            <a:ext cx="8443607" cy="460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16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686655-BBB4-4056-B27C-B3EC2FC1D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1" y="327663"/>
            <a:ext cx="6966001" cy="44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90E439-C12F-4EC9-8E14-1389ACF40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52" y="981479"/>
            <a:ext cx="7568118" cy="28414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0D2EFDA-F854-429B-955C-C358BC450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3685032"/>
            <a:ext cx="7196328" cy="299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54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572B1A-7BDA-4AF2-B4EC-C8584BB44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098"/>
            <a:ext cx="7112259" cy="729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1DFEF7-896D-4DE1-9D07-DFBD09832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16" y="1054656"/>
            <a:ext cx="8210145" cy="377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80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70C0DD-71A4-405B-85C2-B9F434D8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63" y="948836"/>
            <a:ext cx="6645897" cy="3351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1CF1D0-CCC7-4D79-9C6C-23F75D9C5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25" y="421637"/>
            <a:ext cx="6837001" cy="4310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466626-AED1-4C99-B6C9-8B1E01E7E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325" y="4300629"/>
            <a:ext cx="5157663" cy="236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12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CDD78F-2002-4401-A6D7-9AB3C445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14009"/>
            <a:ext cx="7308932" cy="6517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4F9B66-907D-4BFC-BB4C-2E81CC0F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70" y="963038"/>
            <a:ext cx="8083685" cy="52723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795AF0-4466-4641-9DBA-3AA7E043B922}"/>
                  </a:ext>
                </a:extLst>
              </p14:cNvPr>
              <p14:cNvContentPartPr/>
              <p14:nvPr/>
            </p14:nvContentPartPr>
            <p14:xfrm>
              <a:off x="5264640" y="5513040"/>
              <a:ext cx="152280" cy="126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795AF0-4466-4641-9DBA-3AA7E043B9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5280" y="5503680"/>
                <a:ext cx="171000" cy="14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8777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A3B396-D369-47BF-9312-685610BDE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2" y="304990"/>
            <a:ext cx="6914401" cy="450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CE4A41-31F2-4CCC-9A3C-8995082D4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1" y="1079769"/>
            <a:ext cx="8180961" cy="484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29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41DAA7-AAE7-471F-83BC-2DD5D44E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941"/>
            <a:ext cx="7772400" cy="392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8E2DF0-D397-4F1C-AD48-58AECEFEE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43" y="1011678"/>
            <a:ext cx="7957225" cy="50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81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79B1E3-2D82-41FB-81C4-7A0C9CF94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33" y="359829"/>
            <a:ext cx="6888601" cy="3795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FAD988-92A4-4ED5-959B-48E4491DF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2" y="1050587"/>
            <a:ext cx="8287965" cy="39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80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C93435-64DE-4CDD-9E62-AD8E7EA71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0" y="269219"/>
            <a:ext cx="7677552" cy="424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766146-204C-4244-B146-3FC84C993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20" y="972766"/>
            <a:ext cx="8618995" cy="5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42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36B4B3-B441-4E7C-809D-DACBF3AE7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428"/>
            <a:ext cx="7043401" cy="3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BEA6A-B4DE-49F9-A160-E8EB2DDFE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13" y="1011679"/>
            <a:ext cx="8375515" cy="45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95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B2A104-54D4-417D-BF63-108B4748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9" y="363201"/>
            <a:ext cx="7095001" cy="411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24E82E-C591-49ED-A394-5EB24779C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92" y="1097280"/>
            <a:ext cx="8128584" cy="52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0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C9FC70-BE47-48E2-AA72-89CDD493E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3191"/>
            <a:ext cx="7244432" cy="612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8AA6A4-8B48-4867-80A7-DD45B2338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47" y="1040860"/>
            <a:ext cx="8463064" cy="510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4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60C65D-C145-41F3-80C2-19399B647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92046"/>
            <a:ext cx="6243601" cy="573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5E7F09-48AF-47F9-B42C-0EB682EC1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59" y="1002999"/>
            <a:ext cx="8536316" cy="471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89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8707F0-002D-46C0-A0D9-97DF8D834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5643"/>
            <a:ext cx="5281538" cy="739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A7EDF4-9E4F-46B6-ACB0-CB14DF54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87" y="992221"/>
            <a:ext cx="8035047" cy="493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20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0C25FB-AF79-45BE-AD56-B77D187A1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16" y="272668"/>
            <a:ext cx="6888601" cy="476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E1DB59-E005-43A1-9EE4-F344824C5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3" y="1099226"/>
            <a:ext cx="8044774" cy="46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60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DFF67C-560D-4BA3-85AD-59A4CCF11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65" y="266235"/>
            <a:ext cx="7069201" cy="488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0BF357-C153-4DD4-B6BD-57A6E9AA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57" y="1011140"/>
            <a:ext cx="8347686" cy="537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00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DA9788-4195-4EE9-B3EB-C794EECD9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30" y="372541"/>
            <a:ext cx="2941200" cy="315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FFEC36-0890-46EC-BF79-4F199A88D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6" y="936900"/>
            <a:ext cx="7043401" cy="3538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0CC3AC-9F77-41B7-BDD8-0C08FAE7B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85" y="1420238"/>
            <a:ext cx="8608979" cy="466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58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CB13FC-1972-488C-A691-8157CEA30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3" y="1011677"/>
            <a:ext cx="8297694" cy="5136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B6A09E-0707-486F-A11E-46BF86B82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3" y="145915"/>
            <a:ext cx="6579001" cy="75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45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A5E886-F4E7-4500-8814-9D0A44DF9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826"/>
            <a:ext cx="5627719" cy="661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B4EE11-CCB6-4A09-9783-DBD33EC80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77" y="933855"/>
            <a:ext cx="7996136" cy="480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22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005D53-BE20-42E5-845E-B6843C5B8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14009"/>
            <a:ext cx="5171572" cy="671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6135BC-BACB-40F6-80FB-D41986A3E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53" y="1108952"/>
            <a:ext cx="8745166" cy="4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31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8888F1-3577-4185-B937-8B32D0B61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5099"/>
            <a:ext cx="5311354" cy="7198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BEFD50-AE31-4DC0-8B3A-52DC52A4E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96" y="1021404"/>
            <a:ext cx="8501973" cy="545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073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C42928-E243-4558-81B3-B248D232D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43"/>
            <a:ext cx="6633485" cy="7295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E9CC6F-C853-4669-8289-6DD352712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43" y="1070043"/>
            <a:ext cx="8025319" cy="448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47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A8649C-DAA8-4FC5-84A2-BD22B40C5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" y="210775"/>
            <a:ext cx="6914401" cy="6744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F31DC7-E372-4282-95CB-9CCB07CB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53" y="1138136"/>
            <a:ext cx="7976681" cy="49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601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713886-51DA-430D-A930-DE89B09FA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7" y="155643"/>
            <a:ext cx="6269401" cy="7490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E7961D-3CA6-4BC2-9216-AA1E96644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89" y="982494"/>
            <a:ext cx="8346332" cy="512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342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CFA9E1-7BC1-40FD-9BBD-B0CA6940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7" y="184826"/>
            <a:ext cx="4824601" cy="7003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A5C60E-59ED-46B6-B9E1-6380B886F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06" y="963037"/>
            <a:ext cx="8404697" cy="534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956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C8775A-4CDE-4B91-B141-BCCFBF89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281"/>
            <a:ext cx="7189449" cy="7003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93FC52-A328-4B87-852D-75BCA53C5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9" y="1361871"/>
            <a:ext cx="7916918" cy="388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16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29E088-771D-4F6B-B668-70FE30F25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5643"/>
            <a:ext cx="5434430" cy="7684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56312B-105B-4450-8A84-2C830C8F6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33" y="1235413"/>
            <a:ext cx="8025318" cy="483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18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E974A5-A1D7-436D-9ED4-1BDAD214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03" y="330568"/>
            <a:ext cx="4334400" cy="3602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2786DF-01D2-4F9C-8C52-040E0CFC3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41" y="1108953"/>
            <a:ext cx="849224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43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E63DDD-41FF-42BB-A20A-AA3CF749A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79" y="340451"/>
            <a:ext cx="2863800" cy="398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63606C-C89A-4CA5-A6B5-C6E5343E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21" y="1101440"/>
            <a:ext cx="8122595" cy="439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279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E5D7E4-678D-4F50-90E7-F7B26D927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4" y="184826"/>
            <a:ext cx="6759601" cy="7393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933F29-B90B-4564-863D-F2FE31931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04" y="1021404"/>
            <a:ext cx="8005863" cy="484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702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F03129-A2CF-4E93-95F8-22BDC5301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5644"/>
            <a:ext cx="5575698" cy="7295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A05CD3-2027-4E1F-B88A-03625DEC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7" y="972766"/>
            <a:ext cx="8268511" cy="52626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E3E5A0-2582-469B-A279-A153A7F6807F}"/>
                  </a:ext>
                </a:extLst>
              </p14:cNvPr>
              <p14:cNvContentPartPr/>
              <p14:nvPr/>
            </p14:nvContentPartPr>
            <p14:xfrm>
              <a:off x="3306960" y="3617640"/>
              <a:ext cx="5171040" cy="2869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E3E5A0-2582-469B-A279-A153A7F680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7600" y="3608280"/>
                <a:ext cx="5189760" cy="288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68118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C77B04-BE86-48DB-98A4-9EBB60F52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5643"/>
            <a:ext cx="5779768" cy="7393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37FEEC-9B35-429E-AD67-91ADC1E75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7" y="1682260"/>
            <a:ext cx="7276290" cy="262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493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939623-CF04-4CB5-AD01-D0F7CB00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10" y="324368"/>
            <a:ext cx="7069201" cy="4310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E2740D-EFE4-4118-9185-06F25440B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15" y="1118681"/>
            <a:ext cx="8161506" cy="422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4600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C738A5-80CA-4508-B8EB-1D46B48F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3" y="279025"/>
            <a:ext cx="7120801" cy="443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6CAE57-7D16-45E4-9278-1DB0CDBB2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79" y="1138136"/>
            <a:ext cx="8258783" cy="424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9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A54A63-57FE-443F-B634-6AD9FADDB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9" y="335190"/>
            <a:ext cx="7327201" cy="4953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1A8FCF-25CF-4505-9038-E39630164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31" y="1526659"/>
            <a:ext cx="8540884" cy="436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860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7EF303-CB7D-43A7-BAAB-AF8D49901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72" y="256353"/>
            <a:ext cx="5701801" cy="450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75E672-4EDE-44F6-9C9E-0CE5A22F6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99" y="1155062"/>
            <a:ext cx="7507801" cy="491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380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D203DB-FFCE-4659-AAD2-0C26CC6A7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13" y="146948"/>
            <a:ext cx="5727601" cy="748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F8196C-72B0-4949-8CB3-76D80F17F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2" y="1774300"/>
            <a:ext cx="7482001" cy="241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934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BAB63A-B918-4FF4-8EDA-6DFE6376A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5643"/>
            <a:ext cx="6148366" cy="7490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AA1BFC-6F3A-4FAE-B9DE-D24FA91C5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03" y="904671"/>
            <a:ext cx="8356060" cy="465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750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826C23-9634-4E01-8619-CBE4E647F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" y="269530"/>
            <a:ext cx="5779201" cy="501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D6B5C4-8028-4FD1-B99D-6E698FD80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99" y="2566933"/>
            <a:ext cx="7559401" cy="172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239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D560CA-9521-472E-BDD1-AF985555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01" y="204281"/>
            <a:ext cx="5598601" cy="680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1C8DE4-C5FA-4A4D-98CE-40A0D22FD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2494"/>
            <a:ext cx="9143999" cy="577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205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EEE2E6-0558-4F23-926C-31C0112E3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14" y="184826"/>
            <a:ext cx="5289001" cy="7003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AE9E8E-AE18-417D-A5D2-9B5376444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99" y="1877438"/>
            <a:ext cx="7404601" cy="246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509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BE32E8-3CB7-4EA9-9412-1FE023C5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14" y="275807"/>
            <a:ext cx="5289001" cy="450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C331FE-D744-4DF3-A8C1-6D3391E20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9" y="972766"/>
            <a:ext cx="7662601" cy="560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100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0FEE1-F3AD-47E7-9F7B-42BBA43A4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98" y="235250"/>
            <a:ext cx="4411801" cy="44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212CB-F051-4453-906D-1B9D774E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99" y="2113383"/>
            <a:ext cx="7069201" cy="263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360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47022D-EC24-4998-8557-329269F1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30" y="224030"/>
            <a:ext cx="3586200" cy="4760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1C8DFC-238B-49CE-B961-633A6CCBC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99" y="1157591"/>
            <a:ext cx="7904018" cy="48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453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716F2E-23CD-4864-857D-147BDD035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63" y="288752"/>
            <a:ext cx="5469601" cy="443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34BA2B-1900-4937-BDF0-6509D000B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25" y="1083150"/>
            <a:ext cx="8173430" cy="453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429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5C2EFC-26FC-4309-8F29-E3AFF88CB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41" y="302006"/>
            <a:ext cx="5082601" cy="514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C1C9E7-8EA3-4474-8BEB-69FF8E3AF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60" y="1034744"/>
            <a:ext cx="8151778" cy="50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482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E05687-9BAF-4437-8F04-AB7F8DCA9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7" y="237207"/>
            <a:ext cx="3663600" cy="5275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8A1ACD-9D09-4151-B0D8-EE2A8389C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74" y="1061753"/>
            <a:ext cx="8244275" cy="442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838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FE7E08-0690-4202-8988-A44F1E288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7" y="311424"/>
            <a:ext cx="5495401" cy="4374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94FF56-63C6-4CC7-80A1-F193FB5B6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95" y="963038"/>
            <a:ext cx="7852206" cy="530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009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0DAB56-10A2-48D9-9EC7-EFE472325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20" y="311346"/>
            <a:ext cx="5366401" cy="418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737136-1649-4052-9D07-7361FE34A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91" y="1118681"/>
            <a:ext cx="7986409" cy="481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320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9101E2-DE03-4308-87B0-A117B9744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45" y="259492"/>
            <a:ext cx="3689400" cy="424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93FEA2-D71D-4F9D-87FB-88DF7C6A9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99" y="1862483"/>
            <a:ext cx="7456201" cy="313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751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153B5-835F-4418-86C0-DDFCFAB35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84" y="334096"/>
            <a:ext cx="6346801" cy="4310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80BC10-7C12-483F-8515-7D7F2C2A7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99" y="1572983"/>
            <a:ext cx="7585201" cy="371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837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26F2F6-059A-4E92-8B9A-E6EDF7CA6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22" y="282163"/>
            <a:ext cx="5392201" cy="418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004136-3D03-48D9-8985-59DF621FC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99" y="1547250"/>
            <a:ext cx="7688401" cy="3763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47EDC2-8903-4A61-87E6-CFB7AF497A52}"/>
                  </a:ext>
                </a:extLst>
              </p14:cNvPr>
              <p14:cNvContentPartPr/>
              <p14:nvPr/>
            </p14:nvContentPartPr>
            <p14:xfrm>
              <a:off x="570960" y="806040"/>
              <a:ext cx="6519240" cy="5092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47EDC2-8903-4A61-87E6-CFB7AF497A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600" y="796680"/>
                <a:ext cx="6537960" cy="511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46946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CC52B3-388A-4709-87E0-C3B8065BD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29" y="275575"/>
            <a:ext cx="5134201" cy="3924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EB3661-C6AC-40CF-842F-E92F10664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799" y="1582633"/>
            <a:ext cx="6140401" cy="369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088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CC8508-EECB-415B-917D-DE28E90A2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4" y="240036"/>
            <a:ext cx="5108401" cy="424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1CAC00-6E2F-498C-A6B1-F5E5BED68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9" y="1762766"/>
            <a:ext cx="7430401" cy="333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018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E4EDC3-320F-4D3F-A582-5C042C567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2" y="252903"/>
            <a:ext cx="6991801" cy="398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B0F535-C2B0-417E-9E53-A63A910E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99" y="1614800"/>
            <a:ext cx="7714201" cy="362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885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6847B-5C77-4891-8C55-B99AF1EBD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59" y="295185"/>
            <a:ext cx="6372601" cy="4310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98D4FE-5718-4A82-8324-A440D57CC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99" y="1595500"/>
            <a:ext cx="7559401" cy="3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884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15C10E-2DFE-4DBA-9B1F-2DF4004BB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636"/>
            <a:ext cx="6140401" cy="48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FF8FA8-4958-418A-A93A-D74FEEF64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69" y="1576200"/>
            <a:ext cx="8111432" cy="47662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7A9160-E14D-4A5E-A3DF-F0ED5233FA12}"/>
                  </a:ext>
                </a:extLst>
              </p14:cNvPr>
              <p14:cNvContentPartPr/>
              <p14:nvPr/>
            </p14:nvContentPartPr>
            <p14:xfrm>
              <a:off x="3517560" y="3161160"/>
              <a:ext cx="2959920" cy="45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7A9160-E14D-4A5E-A3DF-F0ED5233FA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8200" y="3151800"/>
                <a:ext cx="2978640" cy="4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37993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75A2AF-57FA-46AE-87F0-464EBB946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5643"/>
            <a:ext cx="4874030" cy="7295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245A38-B6F7-4836-AA25-9533735BF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99" y="1595500"/>
            <a:ext cx="7482001" cy="3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305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37240E-B9A3-4A28-A5E3-EBA4B9BD7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2" y="324213"/>
            <a:ext cx="4282800" cy="3924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D21839-A5C5-4078-BCEF-3AD0CA3BF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99" y="1572983"/>
            <a:ext cx="7585201" cy="37120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83A487-E42E-4478-912C-E0EE5871195B}"/>
                  </a:ext>
                </a:extLst>
              </p14:cNvPr>
              <p14:cNvContentPartPr/>
              <p14:nvPr/>
            </p14:nvContentPartPr>
            <p14:xfrm>
              <a:off x="1342800" y="3880800"/>
              <a:ext cx="6860880" cy="2066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83A487-E42E-4478-912C-E0EE587119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3440" y="3871440"/>
                <a:ext cx="6879600" cy="208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592948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5D3009-3E96-4FA8-AC4C-C2CA29B6F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99" y="2100516"/>
            <a:ext cx="7249801" cy="265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339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Google Shape;206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58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5" name="Google Shape;2065;p106"/>
          <p:cNvSpPr txBox="1">
            <a:spLocks noGrp="1"/>
          </p:cNvSpPr>
          <p:nvPr>
            <p:ph type="title"/>
          </p:nvPr>
        </p:nvSpPr>
        <p:spPr>
          <a:xfrm>
            <a:off x="151137" y="1029720"/>
            <a:ext cx="872808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sp>
        <p:nvSpPr>
          <p:cNvPr id="2074" name="Google Shape;2074;p106"/>
          <p:cNvSpPr txBox="1"/>
          <p:nvPr/>
        </p:nvSpPr>
        <p:spPr>
          <a:xfrm>
            <a:off x="1022314" y="1888496"/>
            <a:ext cx="7492441" cy="34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16" rIns="0" bIns="0" anchor="t" anchorCtr="0">
            <a:spAutoFit/>
          </a:bodyPr>
          <a:lstStyle/>
          <a:p>
            <a:pPr marL="20141" marR="8056" defTabSz="1450147">
              <a:lnSpc>
                <a:spcPct val="108700"/>
              </a:lnSpc>
            </a:pPr>
            <a:r>
              <a:rPr lang="en-US" sz="1665" dirty="0"/>
              <a:t>Zhang, A., Lipton, Z. C., Li, M., &amp; </a:t>
            </a:r>
            <a:r>
              <a:rPr lang="en-US" sz="1665" dirty="0" err="1"/>
              <a:t>Smola</a:t>
            </a:r>
            <a:r>
              <a:rPr lang="en-US" sz="1665" dirty="0"/>
              <a:t>, A. J. (2023). </a:t>
            </a:r>
            <a:r>
              <a:rPr lang="en-US" sz="1665" i="1" dirty="0"/>
              <a:t>Dive into Deep Learning</a:t>
            </a:r>
            <a:r>
              <a:rPr lang="en-US" sz="1665" dirty="0"/>
              <a:t>. </a:t>
            </a:r>
            <a:r>
              <a:rPr lang="en-US" sz="1665"/>
              <a:t>Cambridge University Press. </a:t>
            </a:r>
            <a:r>
              <a:rPr lang="en-US" sz="1665" dirty="0"/>
              <a:t>Chapter 4 (Linear Neural Networks for Classification). </a:t>
            </a:r>
            <a:r>
              <a:rPr lang="en-US" sz="1903" u="sng" dirty="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https://d2l.ai/</a:t>
            </a:r>
            <a:endParaRPr sz="1903" dirty="0">
              <a:latin typeface="Cambria"/>
              <a:ea typeface="Cambria"/>
              <a:cs typeface="Cambria"/>
              <a:sym typeface="Cambria"/>
            </a:endParaRPr>
          </a:p>
          <a:p>
            <a:pPr marL="20141" marR="152064" defTabSz="1450147">
              <a:lnSpc>
                <a:spcPct val="108700"/>
              </a:lnSpc>
              <a:spcBef>
                <a:spcPts val="539"/>
              </a:spcBef>
            </a:pPr>
            <a:r>
              <a:rPr lang="en-US" sz="1665" dirty="0"/>
              <a:t>Goodfellow, I., </a:t>
            </a:r>
            <a:r>
              <a:rPr lang="en-US" sz="1665" dirty="0" err="1"/>
              <a:t>Bengio</a:t>
            </a:r>
            <a:r>
              <a:rPr lang="en-US" sz="1665" dirty="0"/>
              <a:t>, Y., &amp; Courville, A. (2016). </a:t>
            </a:r>
            <a:r>
              <a:rPr lang="en-US" sz="1665" i="1" dirty="0"/>
              <a:t>Deep Learning</a:t>
            </a:r>
            <a:r>
              <a:rPr lang="en-US" sz="1665" dirty="0"/>
              <a:t>. MIT Press. Chapter 6 (Deep Feedforward Networks). </a:t>
            </a:r>
            <a:r>
              <a:rPr lang="en-US" sz="1903" u="sng" dirty="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  <a:t>https://www.deeplearningbook.org/</a:t>
            </a:r>
            <a:endParaRPr sz="1903" dirty="0">
              <a:latin typeface="Cambria"/>
              <a:ea typeface="Cambria"/>
              <a:cs typeface="Cambria"/>
              <a:sym typeface="Cambria"/>
            </a:endParaRPr>
          </a:p>
          <a:p>
            <a:pPr marL="20141" marR="235649" defTabSz="1450147">
              <a:lnSpc>
                <a:spcPct val="114700"/>
              </a:lnSpc>
              <a:spcBef>
                <a:spcPts val="428"/>
              </a:spcBef>
            </a:pPr>
            <a:r>
              <a:rPr lang="en-US" sz="1665" dirty="0"/>
              <a:t>Bishop, C. M. (2006). </a:t>
            </a:r>
            <a:r>
              <a:rPr lang="en-US" sz="1665" i="1" dirty="0"/>
              <a:t>Pattern Recognition and Machine Learning</a:t>
            </a:r>
            <a:r>
              <a:rPr lang="en-US" sz="1665" dirty="0"/>
              <a:t>. Springer. Chapter 4 (Linear Models for Classification).</a:t>
            </a:r>
            <a:endParaRPr sz="1665" dirty="0"/>
          </a:p>
          <a:p>
            <a:pPr marL="20141" marR="329304" defTabSz="1450147">
              <a:lnSpc>
                <a:spcPct val="108700"/>
              </a:lnSpc>
              <a:spcBef>
                <a:spcPts val="595"/>
              </a:spcBef>
            </a:pPr>
            <a:r>
              <a:rPr lang="en-US" sz="1665" dirty="0"/>
              <a:t>Murphy, K. P. (2022). </a:t>
            </a:r>
            <a:r>
              <a:rPr lang="en-US" sz="1665" i="1" dirty="0"/>
              <a:t>Probabilistic Machine Learning: An Introduction</a:t>
            </a:r>
            <a:r>
              <a:rPr lang="en-US" sz="1665" dirty="0"/>
              <a:t>. MIT Press. Chapter 10 (Logistic Regression). </a:t>
            </a:r>
            <a:r>
              <a:rPr lang="en-US" sz="1903" u="sng" dirty="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  <a:hlinkClick r:id="rId6"/>
              </a:rPr>
              <a:t>https://probml.github.io/pml-book/</a:t>
            </a:r>
            <a:endParaRPr sz="1903" dirty="0">
              <a:latin typeface="Cambria"/>
              <a:ea typeface="Cambria"/>
              <a:cs typeface="Cambria"/>
              <a:sym typeface="Cambri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1CFF80-8350-4FC7-9394-17C55AB40B6D}"/>
                  </a:ext>
                </a:extLst>
              </p14:cNvPr>
              <p14:cNvContentPartPr/>
              <p14:nvPr/>
            </p14:nvContentPartPr>
            <p14:xfrm>
              <a:off x="1952640" y="5063040"/>
              <a:ext cx="1402560" cy="98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1CFF80-8350-4FC7-9394-17C55AB40B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43280" y="5053680"/>
                <a:ext cx="1421280" cy="10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7533673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15d03a25-cda5-4943-9684-7d18d97bb3bc" xsi:nil="true"/>
    <CultureName xmlns="15d03a25-cda5-4943-9684-7d18d97bb3bc" xsi:nil="true"/>
    <LMS_Mappings xmlns="15d03a25-cda5-4943-9684-7d18d97bb3bc" xsi:nil="true"/>
    <Invited_Students xmlns="15d03a25-cda5-4943-9684-7d18d97bb3bc" xsi:nil="true"/>
    <IsNotebookLocked xmlns="15d03a25-cda5-4943-9684-7d18d97bb3bc" xsi:nil="true"/>
    <Math_Settings xmlns="15d03a25-cda5-4943-9684-7d18d97bb3bc" xsi:nil="true"/>
    <Self_Registration_Enabl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Templates xmlns="15d03a25-cda5-4943-9684-7d18d97bb3bc" xsi:nil="true"/>
    <Has_Teacher_Only_SectionGroup xmlns="15d03a25-cda5-4943-9684-7d18d97bb3bc" xsi:nil="true"/>
    <NotebookType xmlns="15d03a25-cda5-4943-9684-7d18d97bb3bc" xsi:nil="true"/>
    <Distribution_Groups xmlns="15d03a25-cda5-4943-9684-7d18d97bb3bc" xsi:nil="true"/>
    <AppVersion xmlns="15d03a25-cda5-4943-9684-7d18d97bb3bc" xsi:nil="true"/>
    <Invited_Teachers xmlns="15d03a25-cda5-4943-9684-7d18d97bb3bc" xsi:nil="true"/>
    <Teams_Channel_Section_Location xmlns="15d03a25-cda5-4943-9684-7d18d97bb3bc" xsi:nil="true"/>
    <Owner xmlns="15d03a25-cda5-4943-9684-7d18d97bb3bc">
      <UserInfo>
        <DisplayName/>
        <AccountId xsi:nil="true"/>
        <AccountType/>
      </UserInfo>
    </Owner>
    <DefaultSectionNames xmlns="15d03a25-cda5-4943-9684-7d18d97bb3bc" xsi:nil="true"/>
    <TeamsChannelId xmlns="15d03a25-cda5-4943-9684-7d18d97bb3bc" xsi:nil="true"/>
    <Is_Collaboration_Space_Locked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Props1.xml><?xml version="1.0" encoding="utf-8"?>
<ds:datastoreItem xmlns:ds="http://schemas.openxmlformats.org/officeDocument/2006/customXml" ds:itemID="{3F78EB55-BFC0-46A6-BABC-F2E5FE658613}"/>
</file>

<file path=customXml/itemProps2.xml><?xml version="1.0" encoding="utf-8"?>
<ds:datastoreItem xmlns:ds="http://schemas.openxmlformats.org/officeDocument/2006/customXml" ds:itemID="{7B2CFDA2-9C03-4E11-9744-4D82F1A7A0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487F77-925E-462E-97BA-46FEA9353875}">
  <ds:schemaRefs>
    <ds:schemaRef ds:uri="http://schemas.microsoft.com/office/2006/metadata/properties"/>
    <ds:schemaRef ds:uri="http://www.w3.org/2000/xmlns/"/>
    <ds:schemaRef ds:uri="0a2451e9-b2b7-43a3-aada-52e3e0c35c47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2321</TotalTime>
  <Words>218</Words>
  <Application>Microsoft Office PowerPoint</Application>
  <PresentationFormat>On-screen Show (4:3)</PresentationFormat>
  <Paragraphs>17</Paragraphs>
  <Slides>80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Times New Roman</vt:lpstr>
      <vt:lpstr>Calibri</vt:lpstr>
      <vt:lpstr>Calibri Light</vt:lpstr>
      <vt:lpstr>Cambria</vt:lpstr>
      <vt:lpstr>Bookman Old Style</vt:lpstr>
      <vt:lpstr>Helvetica Light</vt:lpstr>
      <vt:lpstr>Tahoma</vt:lpstr>
      <vt:lpstr>Helvetica Neue</vt:lpstr>
      <vt:lpstr>Helvetica</vt:lpstr>
      <vt:lpstr>Arial</vt:lpstr>
      <vt:lpstr>Office Theme</vt:lpstr>
      <vt:lpstr>6_Office Theme</vt:lpstr>
      <vt:lpstr>1_Office Theme</vt:lpstr>
      <vt:lpstr>Deep Neural Networks (AIML ZG511)</vt:lpstr>
      <vt:lpstr>PowerPoint Presentation</vt:lpstr>
      <vt:lpstr>Numerical Problem : Forward Propagation</vt:lpstr>
      <vt:lpstr>Numerical Problem : Forward 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</dc:creator>
  <cp:lastModifiedBy>BITS</cp:lastModifiedBy>
  <cp:revision>176</cp:revision>
  <dcterms:created xsi:type="dcterms:W3CDTF">2021-11-12T07:04:08Z</dcterms:created>
  <dcterms:modified xsi:type="dcterms:W3CDTF">2026-06-07T06:02:36Z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