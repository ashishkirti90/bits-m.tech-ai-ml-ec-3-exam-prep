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notesSlides/notesSlide4.xml" ContentType="application/vnd.openxmlformats-officedocument.presentationml.notesSlide+xml"/>
  <Override PartName="/ppt/ink/ink2.xml" ContentType="application/inkml+xml"/>
  <Override PartName="/ppt/notesSlides/notesSlide5.xml" ContentType="application/vnd.openxmlformats-officedocument.presentationml.notesSlide+xml"/>
  <Override PartName="/ppt/ink/ink3.xml" ContentType="application/inkml+xml"/>
  <Override PartName="/ppt/notesSlides/notesSlide6.xml" ContentType="application/vnd.openxmlformats-officedocument.presentationml.notesSlide+xml"/>
  <Override PartName="/ppt/ink/ink4.xml" ContentType="application/inkml+xml"/>
  <Override PartName="/ppt/notesSlides/notesSlide7.xml" ContentType="application/vnd.openxmlformats-officedocument.presentationml.notesSlide+xml"/>
  <Override PartName="/ppt/ink/ink5.xml" ContentType="application/inkml+xml"/>
  <Override PartName="/ppt/notesSlides/notesSlide8.xml" ContentType="application/vnd.openxmlformats-officedocument.presentationml.notesSlide+xml"/>
  <Override PartName="/ppt/notesSlides/notesSlide9.xml" ContentType="application/vnd.openxmlformats-officedocument.presentationml.notesSlide+xml"/>
  <Override PartName="/ppt/ink/ink6.xml" ContentType="application/inkml+xml"/>
  <Override PartName="/ppt/notesSlides/notesSlide10.xml" ContentType="application/vnd.openxmlformats-officedocument.presentationml.notesSlide+xml"/>
  <Override PartName="/ppt/ink/ink7.xml" ContentType="application/inkml+xml"/>
  <Override PartName="/ppt/notesSlides/notesSlide11.xml" ContentType="application/vnd.openxmlformats-officedocument.presentationml.notesSlide+xml"/>
  <Override PartName="/ppt/ink/ink8.xml" ContentType="application/inkml+xml"/>
  <Override PartName="/ppt/notesSlides/notesSlide12.xml" ContentType="application/vnd.openxmlformats-officedocument.presentationml.notesSlide+xml"/>
  <Override PartName="/ppt/ink/ink9.xml" ContentType="application/inkml+xml"/>
  <Override PartName="/ppt/notesSlides/notesSlide13.xml" ContentType="application/vnd.openxmlformats-officedocument.presentationml.notesSlide+xml"/>
  <Override PartName="/ppt/ink/ink10.xml" ContentType="application/inkml+xml"/>
  <Override PartName="/ppt/notesSlides/notesSlide14.xml" ContentType="application/vnd.openxmlformats-officedocument.presentationml.notesSlide+xml"/>
  <Override PartName="/ppt/ink/ink11.xml" ContentType="application/inkml+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ink/ink12.xml" ContentType="application/inkml+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ink/ink13.xml" ContentType="application/inkml+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ink/ink14.xml" ContentType="application/inkml+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ink/ink15.xml" ContentType="application/inkml+xml"/>
  <Override PartName="/ppt/notesSlides/notesSlide27.xml" ContentType="application/vnd.openxmlformats-officedocument.presentationml.notesSlide+xml"/>
  <Override PartName="/ppt/ink/ink16.xml" ContentType="application/inkml+xml"/>
  <Override PartName="/ppt/notesSlides/notesSlide28.xml" ContentType="application/vnd.openxmlformats-officedocument.presentationml.notesSlide+xml"/>
  <Override PartName="/ppt/ink/ink17.xml" ContentType="application/inkml+xml"/>
  <Override PartName="/ppt/notesSlides/notesSlide29.xml" ContentType="application/vnd.openxmlformats-officedocument.presentationml.notesSlide+xml"/>
  <Override PartName="/ppt/ink/ink18.xml" ContentType="application/inkml+xml"/>
  <Override PartName="/ppt/notesSlides/notesSlide30.xml" ContentType="application/vnd.openxmlformats-officedocument.presentationml.notesSlide+xml"/>
  <Override PartName="/ppt/ink/ink19.xml" ContentType="application/inkml+xml"/>
  <Override PartName="/ppt/notesSlides/notesSlide31.xml" ContentType="application/vnd.openxmlformats-officedocument.presentationml.notesSlide+xml"/>
  <Override PartName="/ppt/ink/ink20.xml" ContentType="application/inkml+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ink/ink21.xml" ContentType="application/inkml+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ink/ink22.xml" ContentType="application/inkml+xml"/>
  <Override PartName="/ppt/notesSlides/notesSlide40.xml" ContentType="application/vnd.openxmlformats-officedocument.presentationml.notesSlide+xml"/>
  <Override PartName="/ppt/ink/ink23.xml" ContentType="application/inkml+xml"/>
  <Override PartName="/ppt/notesSlides/notesSlide41.xml" ContentType="application/vnd.openxmlformats-officedocument.presentationml.notesSlide+xml"/>
  <Override PartName="/ppt/ink/ink24.xml" ContentType="application/inkml+xml"/>
  <Override PartName="/ppt/notesSlides/notesSlide42.xml" ContentType="application/vnd.openxmlformats-officedocument.presentationml.notesSlide+xml"/>
  <Override PartName="/ppt/ink/ink25.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9" r:id="rId4"/>
  </p:sldMasterIdLst>
  <p:notesMasterIdLst>
    <p:notesMasterId r:id="rId47"/>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815A932-4318-4331-8F62-D522E886DAAF}">
  <a:tblStyle styleId="{8815A932-4318-4331-8F62-D522E886DAAF}"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41" d="100"/>
          <a:sy n="141" d="100"/>
        </p:scale>
        <p:origin x="744" y="12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4-26T05:01:36.154"/>
    </inkml:context>
    <inkml:brush xml:id="br0">
      <inkml:brushProperty name="width" value="0.05292" units="cm"/>
      <inkml:brushProperty name="height" value="0.05292" units="cm"/>
      <inkml:brushProperty name="color" value="#FF0000"/>
    </inkml:brush>
  </inkml:definitions>
  <inkml:trace contextRef="#ctx0" brushRef="#br0">17218 7080 42 0,'0'0'83'0,"0"0"-71"0,0 0 18 0,0 0 4 0,0 0-11 0,0 0-15 0,0 0 2 15,0 0 2-15,0 0-2 16,0 0-7-16,0 0 20 16,-29-5-12-16,28 3-7 15,-2 1-1-15,1 0 0 0,1 0 1 16,1-1 0-16,0 1 2 16,0-1-1-16,0 0-1 15,0-1 1-15,0 0-3 16,4-2 8-16,1-1 2 15,2 0-12-15,1 0 0 16,1-1 0-16,3 0 1 16,1-2-2-16,2 0-2 15,2 1 4-15,2-2-2 0,2 1 4 16,0 0-6-16,1 1 6 16,4-1-3-16,-1 1 0 0,0 2 0 15,2-1 0-15,0 1-2 16,0 0 4-16,-1 2-2 15,1-1 0-15,0 2 1 16,-2 0 1-16,0 0-2 16,-3 0 1-16,0 1 1 15,-2-1 3-15,-2 0 1 0,-2-1 1 16,-1 0 5-16,-2 0 1 16,0 1-2-16,-2-1-3 15,-2 1-1-15,-1 0-2 16,0 1-2-16,-3-1-2 15,0 2 1-15,0 0-5 0,0-1-28 16,-3-4-51-16,-2-4-135 16</inkml:trace>
  <inkml:trace contextRef="#ctx0" brushRef="#br0" timeOffset="711.47">18246 6679 52 0,'0'0'36'0,"0"0"-30"0,0 0 17 0,0 0 0 16,0 0 13-16,0 0-2 0,0 0 4 16,0 0-20-16,0 0-1 15,0 0-9-15,0 0-2 16,0 0-6-16,0 0 0 15,-17-9 1-15,17 22 2 16,2 4 0-16,3 1-2 0,0 2-1 16,3 3 0-16,0-3-1 15,0-1 0-15,-1-2 0 16,0-2 1-16,-1-2-1 16,0-3-2-16,-2-1 4 0,-1-3-1 15,0-2 0-15,-3-3-17 16,0-1-112-16</inkml:trace>
  <inkml:trace contextRef="#ctx0" brushRef="#br0" timeOffset="1184.54">18143 6703 129 0,'0'0'-1'16,"0"0"2"-16,36-20 2 15,-18 14 3-15,-1-2 0 16,3 1 1-16,-1-1 10 16,2 1 2-16,0 2-1 0,-1 1 1 15,2 0-6-15,-1 3-6 16,-1 1 0-16,-1 0-5 15,-1 3 2-15,-3 4-3 16,0 4 5-16,-2 2-4 16,-2 1 3-16,1 2-2 0,-2 0-3 15,-2 2-2-15,0-2 2 16,-2-1-1-16,0-1 0 16,-5-1 0-16,-1 0 0 15,0-1 3-15,-8 1 2 16,-5-1 4-16,-1 0-4 15,-4-1-1-15,-4 0 0 0,0-2 0 16,0-1 3-16,0 0-1 16,2-1-1-16,2-1 1 15,2-2-4-15,2-1-1 16,2-1 1-16,2-2-7 16,3 0-26-16,1-5-132 15</inkml:trace>
  <inkml:trace contextRef="#ctx0" brushRef="#br0" timeOffset="1778.93">18647 6751 121 0,'0'0'36'0,"0"0"-38"0,0 0 21 0,0 0 5 0,0 0 1 16,0 0-7-16,33 2-6 15,-25-4-1-15,1-2-5 16,3-1-2-16,-1-1-1 15,3-1-1-15,-2 0 0 16,0 0-1-16,0-1 1 0,-2 1-1 16,-1-2 2-16,-2 2-1 15,-4 0 0-15,0 0 1 16,-2 2 3-16,-1 0-3 16,0-1-2-16,-6 4-9 15,-3 1 2-15,-1 0 3 16,-3 1 3-16,-1 0 1 0,0 0 0 15,2 4-1-15,-3 4 0 16,2 0 0-16,1 0 0 16,2 3 0-16,0 0 0 15,3 1-1-15,2-1 0 0,0 1 1 16,3-1 1-16,2-1-2 16,0-1 2-16,0-1 0 15,1-1 1-15,5-1 0 16,2-1 5-16,0 0 3 15,5-2 2-15,-2 0-3 0,3-2-5 16,2 0-1-16,0-1-3 16,1 0 1-16,4-1-15 15,-2-6-28-15,-2-3-67 16</inkml:trace>
  <inkml:trace contextRef="#ctx0" brushRef="#br0" timeOffset="2276.21">18937 6684 199 0,'0'0'7'0,"0"0"-15"0,0 0 9 0,0 0 8 16,0 0 7-16,0 0-2 0,0 0 3 15,0 0 3-15,33 16-2 16,-21-19-6-16,-1-3-5 16,2-1-2-16,0 0-2 15,-2-3 0-15,-1 2-1 16,-3 0 3-16,0-1-3 0,-4 1 2 16,-2 1 0-16,-1 0 2 15,0 2-3-15,-4 1-2 16,-5 1-4-16,-2 1 7 15,-4 2-5-15,-1 0 0 16,-2 6 0-16,0 1 0 16,2 5 1-16,2-1 0 0,3 1 0 15,3 1 0-15,3-2-1 16,4 0 1-16,1-1-1 16,0-2-2-16,0 0 1 15,8-3 2-15,0-2 2 16,5 0 4-16,1-2 0 0,4-1-1 15,2 0-3-15,1-2 0 16,2-5-2-16,0-1-31 16,-1-1-17-16,-1-2-32 15,-4-1 1-15,0 1 21 16</inkml:trace>
  <inkml:trace contextRef="#ctx0" brushRef="#br0" timeOffset="2548.98">19185 6591 133 0,'0'0'34'0,"0"0"-3"0,0 0-6 0,0 0-7 0,0 0-10 15,0 0-1-15,0 0-6 16,0 0-3-16,0 0 6 16,0 0 1-16,4 38 0 15,0-23 0-15,2 1 2 0,0 1 0 16,1 1-3-16,1-1 1 15,-4-1-4-15,2 0 0 16,-2-2-1-16,2-1 2 16,-4-1 0-16,1-2-1 15,-1-2 0-15,1-2-4 0,-3-3-15 16,1-3-45-16,-1-1-34 16</inkml:trace>
  <inkml:trace contextRef="#ctx0" brushRef="#br0" timeOffset="2838.86">19200 6617 99 0,'0'0'92'16,"0"0"-85"-16,9-30-4 16,2 20 1-16,1 1 7 15,3 2 2-15,1 2 2 0,1 0 0 16,0 4 0-16,1 1-7 15,1 0-1-15,-4 0-2 16,1 5-2-16,-3 2-1 16,-3 2 2-16,-4 2-5 0,-2 1 3 15,-4-1-2-15,0 0 1 16,-9 1 3-16,-3-3-3 16,-4 0 0-16,-1-2 0 15,-5-1 2-15,2-1-5 16,0-4-20-16,-1-1-86 15</inkml:trace>
  <inkml:trace contextRef="#ctx0" brushRef="#br0" timeOffset="3451.94">19676 6239 146 0,'0'0'6'0,"0"0"25"0,0 0-1 0,0 0 9 16,-18-28-23-16,18 25 2 0,0 3 0 16,0 0-1-16,0 0-16 15,0 2-8-15,0 8 7 16,0 4 2-16,3 3-1 15,0 5 0-15,1 2-1 16,-1 1 0-16,0 3-1 16,-1-5 1-16,1 2-1 15,0-2 2-15,0-5-1 0,-1 0 1 16,2-3-2-16,-1 0 0 16,1-4-1-16,2-1 2 15,-1-1-2-15,2-2 0 16,-1-2 2-16,1-2 2 0,1-2 4 15,1-1 8-15,2 0 6 16,1-3-3-16,3-2-1 16,1-1-5-16,3-2-1 15,0 1-6-15,-2 0 1 16,1 2-4-16,-1 0 0 0,-3 0-1 16,1 1-6-16,-4-2-30 15,-1 0-42-15,-3-3-121 16</inkml:trace>
  <inkml:trace contextRef="#ctx0" brushRef="#br0" timeOffset="3906.87">20007 6394 204 0,'0'0'12'0,"0"0"-29"0,0 0 16 16,0 0 4-16,0 0 27 16,31 1-5-16,-22-1-2 15,0-3-10-15,2-2-6 0,0 0-3 16,1-2-3-16,0 1 0 16,-2-1 0-16,-2-1-1 15,0 1 2-15,-3 0-1 16,0 0 1-16,-5 2 3 15,1-1-3-15,-1 3 1 16,0-1-1-16,-2 3-7 0,-7 1-2 16,0 0 6-16,-2 1 4 15,-4 4-4-15,3 3 4 16,-1 1-2-16,2 2-5 16,1-1 8-16,3 2-4 15,3-2 1-15,0 1-2 0,3-3 2 16,1 1-2-16,0-1-3 15,6 0 3-15,3-3 5 16,3 0-2-16,2-3 0 16,3 0-1-16,4-2 0 15,2 0-17-15,2 0-36 0,1-4-66 16</inkml:trace>
  <inkml:trace contextRef="#ctx0" brushRef="#br0" timeOffset="4683.01">20399 6314 155 0,'0'0'22'0,"0"0"-8"0,0 0 0 0,0 0-13 16,-32-16 2-16,23 16-4 0,-2 0 8 15,3 0 7-15,-1 4 0 16,3 3-3-16,0-1-6 15,1 1 0-15,0 1-3 16,2-1 2-16,2 3-2 0,1-4 1 16,0 1 0-16,0-1 0 15,0-2 1-15,3-1 3 16,1 0-2-16,1-2 3 16,2-1 3-16,-2 0-1 15,4 0 3-15,-1-4-2 16,1-2-7-16,0-1 1 0,-1-1-1 15,-2-1-2 1,-1 1 1-16,-2 2-1 0,-1 0 2 16,-1 2-1-16,-1 1 0 15,0 1 1-15,0 0 2 16,0 2-4-16,0 0 0 16,1 0-6-16,-1 0 1 0,3 5 2 15,1 0 0-15,0 1 1 16,2-1-2-16,1-1 0 15,0 2 0-15,2-1 2 16,-1-3-1-16,2 2 1 0,-3-2 0 16,1-1-1-16,1-1 2 15,-2 0-2-15,-1 0 3 16,-1 0 0-16,1-3 1 16,-2-1 2-16,-1-2 0 15,1-1-2-15,-1-1 0 0,-2-1-2 16,2 1 0-16,-1-2-3 15,2 0 0-15,-2 3 2 16,2-1 0-16,1 0-1 16,0 2 0-16,3 1-1 15,0 0 2-15,-1 1-1 16,3 0 1-16,-2 3-1 0,2-1-1 16,1 1 1-16,0 1 1 15,-1 0-2-15,0 0 2 16,0 0 0-16,0 4 0 15,0 0 0-15,0 1 0 16,-2 1 3-16,1-2-3 0,-4 1 0 16,0-1 2-16,1 0-2 15,-1-2 1-15,-2 0-1 16,3-1-1-16,-2 2-12 16,0-3-36-16,1 0-40 15</inkml:trace>
  <inkml:trace contextRef="#ctx0" brushRef="#br0" timeOffset="5200.88">20787 6201 288 0,'0'0'5'0,"0"0"7"0,0 0-9 0,0 0 1 15,0 0 0-15,0 0-1 16,0 0-1-16,29-18-1 15,-23 22 1-15,1 2-1 16,-2 2 0-16,0 0 3 16,-2 0-4-16,-1 0 0 0,1 1 1 15,-1-4-1-15,0 0 1 16,-2-1 0-16,0-1-2 16,0-3 1-16,0 0-2 15,0 0 3-15,0 0 5 0,0-2 2 16,0-5-7-16,-2 1 0 15,0-4-1-15,2 0-1 16,0 2-3-16,0-2 6 16,0 1-6-16,2 1 6 15,3 0-4-15,4 3 0 0,1-2 2 16,2 1 1-16,2 1-3 16,2 0 2-16,2 2 0 15,0 1 1-15,1 1-2 16,0 1 2-16,-2 0 1 15,-1 1 0-15,-1 4 2 0,-4 2-1 16,0 2-2-16,-3 0 0 16,-3-1 0-16,0 1-1 15,-3 0 0-15,0-2 1 16,-1 0-1-16,0-1-3 16,0-1-8-16,0-2-15 0,2-3-21 15,-1 0-92-15</inkml:trace>
  <inkml:trace contextRef="#ctx0" brushRef="#br0" timeOffset="5416.5">21161 6114 284 0,'0'0'2'0,"0"0"-4"0,0 0 4 16,0 0 1-16,0 0 0 0,0 0-1 15,31 10 1-15,-30-1 2 16,-1 1 0-16,0 1-3 16,0 0 0-16,0-1-2 15,0-2 0-15,0 0-1 16,-1-4-20-16,1-4-73 0</inkml:trace>
  <inkml:trace contextRef="#ctx0" brushRef="#br0" timeOffset="5572.76">21141 5978 301 0,'0'0'1'16,"0"0"1"-16,-8-29-3 15,8 22-28-15,0 0-128 0</inkml:trace>
  <inkml:trace contextRef="#ctx0" brushRef="#br0" timeOffset="6103.14">21253 6066 313 0,'0'0'5'0,"0"0"-14"0,0 0 8 16,0 0 5-16,0 0 1 15,0 0-4-15,0 0-2 16,0 0 1-16,22 11 1 16,-15-8-1-16,-1 1 0 0,0 1 0 15,-1 0 1-15,-1-2-1 16,-1-1 1-16,-2 0-1 15,0-1 2-15,-1 1-1 16,0-2 2-16,0 0 1 16,0 0 6-16,0-2-8 15,0-3 0-15,0 0-2 0,0 0 0 16,0-1-4-16,0-1 1 16,2 2-2-16,7-3 3 15,1 3-1-15,1-2 3 16,5 2-2-16,0 0 1 15,1 2 0-15,1 0 2 0,-1 3-1 16,1 0 6-16,-1 0-2 16,-3 0 0-16,0 6 0 15,0 0-1-15,-4 1-1 16,-4 0 0-16,0 2 0 16,-4-1-2-16,-1 0 0 0,-1-1-2 15,0 1-7-15,-2-2-12 16,0 0-8-16,2-3-25 15,0 0-38-15</inkml:trace>
  <inkml:trace contextRef="#ctx0" brushRef="#br0" timeOffset="6890.68">21691 6040 262 0,'0'0'6'0,"0"0"8"0,0 0 1 0,5-31-5 16,-5 24-2-16,0 0-6 16,0 1 4-16,-1 2 1 15,-3-1-7-15,-1 3 0 16,-2-1 0-16,-1 3-3 0,-2 0 6 16,0 0-2-16,0 0-2 15,-1 5 3-15,1 1-2 16,1 1 0-16,2 1 0 15,1-1 0-15,2 1 0 16,3-2-2-16,1 1-3 16,0-3-3-16,1-1 2 0,5 1 3 15,3-1 4-15,-1-2-1 16,3-1 2-16,0 0-3 16,1 0 3-16,0 0-2 15,-1 0-1-15,0-3 2 16,-2-2 0-16,-2-1 1 0,-2-1 0 15,-2 0 3-15,1-2 5 16,-4 0-4-16,0 2-4 16,0-1-2-16,0 2 0 15,0 0 1-15,0 3 3 16,0 0-1-16,0 2-3 0,0 0 1 16,0 1-1-16,0 0-2 15,0 0-4-15,0 4 6 16,3 2-2-16,-1 1 2 15,0 4 0-15,2-1 1 16,1 2-1-16,-1 1 0 0,2 0-1 16,-1 0 1-16,2 2 0 15,-1-1 0-15,1 1 0 16,-1 0 1-16,0 1-2 16,0-3 2-16,-3 2-1 15,1-2 0-15,-1-2 0 0,-2 0 0 16,1-1 1-16,-2-1-2 15,0-2 1-15,0 1-1 16,0-4-5-16,-3 2 7 16,-4-2-1-16,-3-1 5 15,3-3-4-15,-4 0 0 16,1 0 3-16,1 0-2 0,1-5 0 16,3-3 2-1,2 0 4-15,2-2 1 0,1-1-2 16,0-2 1-16,9-1-1 15,2-1-3-15,6 0-3 16,4 0-1-16,4 0-12 0,4-1-27 16,2 0-30-16,2 0-161 15</inkml:trace>
  <inkml:trace contextRef="#ctx0" brushRef="#br0" timeOffset="7587.5">22130 5485 33 0,'0'13'99'0,"0"2"-95"0,0 3 8 0,0 5-3 0,0 4-5 15,-4 5 0-15,0 3-3 16,0 3 1-16,-2 3 1 15,2 1-1-15,-2-1 10 16,3 0 4-16,2-3 4 0,-2 1 6 16,1 0-8-16,1-4-6 15,-2-3-5-15,2 0-1 16,-3-4-3-16,1-1-3 16,0-1 1-16,0-3 0 15,-1 0 1-15,3-6-5 16,1-6-48-16,0-5-80 0</inkml:trace>
  <inkml:trace contextRef="#ctx0" brushRef="#br0" timeOffset="7917.85">22570 5801 285 0,'0'0'4'16,"0"0"4"-16,0 0-8 15,0 0 0-15,0 0 2 0,0 0 0 16,0 0 1-16,6 29-2 15,-6-16 0-15,0 0-1 16,-1 2 0-16,-2 0-1 16,-1-3-9-16,-1-1-5 15,0-3-9-15,1-1-19 16,-1-5-5-16,0-2-18 0</inkml:trace>
  <inkml:trace contextRef="#ctx0" brushRef="#br0" timeOffset="8278.73">22526 5772 195 0,'0'0'19'15,"0"0"-6"-15,0 0-11 16,38-32 0-16,-21 28-2 16,-1 1 3-16,1 1 3 15,-1 2-2-15,1 0 0 0,-3 0 2 16,2 0-1-16,-1 5 2 15,1 1-1-15,-4-1 0 16,0 4-4-16,-3-1 1 16,-1 2-2-16,-3 0 0 15,-4 1 0-15,-1-1 4 0,0 0 1 16,0 0 3-16,-4-1-3 16,-4 0 2-16,-1-1-2 15,-3-3 1-15,-1 2-3 16,-3-2-2-16,0-1 0 15,-1 0-1-15,-2-1 2 16,1-1-4-16,0 0 2 0,1 0-4 16,3-1-8-16,2-1-28 15,6 0-39-15,5-1-48 16</inkml:trace>
  <inkml:trace contextRef="#ctx0" brushRef="#br0" timeOffset="8541.33">22914 5723 271 0,'0'0'1'0,"0"0"-1"0,0 0 0 0,0 0 0 0,0 0 2 16,0 0-8-16,0 0 2 0,0 0 5 15,0 0 0-15,17 21 2 16,-19-9 0-16,-1-1 0 16,1 0-2-16,-1-1-1 15,1-3 0-15,0 0-14 16,1-1-35-16,-1-4-35 0</inkml:trace>
  <inkml:trace contextRef="#ctx0" brushRef="#br0" timeOffset="8898.09">22918 5679 174 0,'0'0'-1'0,"0"0"3"16,38 0-1-16,-22 5 0 15,3 3 4-15,0 2-2 0,1-1 8 16,-1 1 6-16,0 0-2 15,1-1 2-15,-5 0 0 16,-1-1-4-16,-1-4-6 16,-4 0 0-16,-2-2 2 15,-3-2 15-15,-4 0 6 16,0 0 22-16,0-4-20 0,0-4-24 16,0-1-1-16,-4-2-2 15,0-3 5-15,-1 0-6 16,-1-1-3-16,1 1 0 15,0 0-1-15,0 1 0 16,1 2-5-16,3 1-21 0,1 4-5 16,0 2-12-16,1 1-20 15,7 1-66-15</inkml:trace>
  <inkml:trace contextRef="#ctx0" brushRef="#br0" timeOffset="9475.59">23269 5630 269 0,'0'0'2'0,"0"0"1"15,0 0-2-15,0 0-1 0,0 0 1 16,0 0-1-16,0 0-1 16,0 0 2-16,0 0-1 15,8 34 0-15,-6-21 0 16,0-2 0-16,2 2 0 15,0-2 0-15,0-1 0 0,-2 0-1 16,2-2 1-16,-1-1 0 16,0 0 0-16,-2-4-4 15,-1 0-15-15,0-2-21 16,0-1-9-16,0 0 14 16,0-4-11-16,-4-3 30 0,1-3 19 15,0-1 1-15,2-1 0 16,-1-1 1-16,2-1-4 15,0 2 2-15,0-1 10 16,3 3 4-16,1 1 2 16,2 1 18-16,0 4-20 15,1 1-3-15,0 2 0 0,0 1-8 16,3 0-3-16,0 7-1 16,1 2 1-16,0 1 0 15,2 3 0-15,0 1 2 16,0-1 0-16,0 0 0 0,0-1 4 15,0-1 1-15,0-3-1 16,-1-1-1-16,1-2 1 16,-3-4 4-16,-2-1 4 15,1 0 9-15,-1-6 17 16,-3-5 4-16,-1-6-17 16,-3-3-17-16,-1-4-3 0,0-5-6 15,-8-2-4-15,-7 0 4 16,-7-3-13-16,-11-5-44 15,-8-7-95-15</inkml:trace>
  <inkml:trace contextRef="#ctx0" brushRef="#br0" timeOffset="28197.58">14208 8915 241 0,'0'0'8'0,"0"0"0"0,0 0 14 0,0 0-2 0,0 0-8 16,0 0-7-16,0 0-5 15,0 0-1-15,0 0 1 16,0 0 0-16,0 0 2 15,16 34 0-15,-12-16 0 0,1 6-1 16,0 1 0-16,-3 5-2 16,3-1 2-16,-2 1-1 15,-1-2 0-15,0-3 0 16,2-2-1-16,-2-2-5 16,0-3-8-16,0-3-12 0,-2-3-32 15,3-5-54-15</inkml:trace>
  <inkml:trace contextRef="#ctx0" brushRef="#br0" timeOffset="28980.72">14262 8928 148 0,'0'0'38'0,"0"0"-20"15,0 0 2-15,0 0 3 16,0 0-1-16,0 0-2 15,0 0-7-15,33-8-6 16,-28 8-5-16,3 3-2 0,-1 5 0 16,2 2-1-16,-1 2 0 15,1 1 1-15,0 0 1 16,-1 2-1-16,1 2 1 16,-1-1-2-16,0-1-4 0,-1 1 4 15,-1-4 5 1,1 0-3-16,-1-3-1 0,0 0 0 15,1-4 0-15,-2-2 1 16,0-1-1-16,-1-1 1 16,1-1 0-16,-2 0-1 15,-1 0 1-15,0-3 1 0,1-2-1 16,-2-2 0-16,1-2 0 16,-1 0-1-16,0-2 1 15,1 2 0-15,-2-4 1 16,3 1 2-16,-2 0 1 15,2-2-1-15,1 1 1 16,1-2-1-16,0 2-3 0,2-1-1 16,0 0 0-16,1 1 0 15,-1 1-3-15,1 2 3 16,0 1 2-16,-2 2-2 16,1 0 0-16,1 2 1 15,-3 2-1-15,2 0 1 0,-1 1-1 16,1 2-1-16,2 0 0 15,-2 7-4-15,0 4 3 16,0 4 1-16,1 3-2 16,1 4 5-16,-2 1 3 15,0 3 2-15,2 1 1 0,-2-1 11 16,0 1-11-16,1-1-4 16,2 0 0-16,0-2-4 15,1 0 1-15,2-2 1 16,0-1-30-16,0-4-7 0,0-4-13 15,0-5-107 1</inkml:trace>
  <inkml:trace contextRef="#ctx0" brushRef="#br0" timeOffset="29704.25">15042 9120 53 0,'0'0'132'0,"0"0"-81"0,0 0-15 0,0 0-10 0,0 0-7 15,0 0-6-15,4-31-9 16,-4 25 0-16,-1 2-7 0,-3-1 0 16,-3 0 3-16,2 1 3 15,-3 2 0-15,0-1-1 16,1 1 4-16,0 2-6 15,-1 0 2-15,1 0 2 16,2 0 3-16,-3 4-7 0,1 1-2 16,1 4 1-16,-1 0 0 15,1 0 0-15,0 1 1 16,2 2-2-16,1-2 3 16,2 2-3-16,-1 1 2 15,2-1-1-15,0-1 1 0,0-2-1 16,6-1-2-16,0-2 1 15,2-2-2-15,1-2 3 16,2-2 10-16,0 0-8 16,2 0 1-16,-1-5-1 15,2-4-3-15,-2 2 1 0,-2-3 0 16,0-1 2-16,-5 1 0 16,1 0-2-16,-3 0 3 15,-3 2-1-15,0 3 1 16,0 0 1-16,0 2 7 15,0 1 0-15,-2 1 9 0,1 1-11 16,1 0-3-16,0 0-3 16,0 0-3-16,0 5-1 15,0 0-4-15,3 1 5 16,4 1-1-16,0-1 0 16,3 0 2-16,2 1-15 0,0-2-21 15,1-2-18-15,2-3-117 16</inkml:trace>
  <inkml:trace contextRef="#ctx0" brushRef="#br0" timeOffset="29999.53">15314 9055 212 0,'0'0'9'0,"0"0"-2"0,0 0 2 0,0 0-8 0,0 0 6 15,0 0-9-15,-35-16 11 16,25 19-2-16,-1 5 8 16,1 3-1-16,3 1-4 15,1 2 1-15,1 1-3 16,3 0-4-16,2 1 0 0,0-3-3 16,7 2 3-16,3-3-4 15,3-2 0-15,5-4 7 16,-1 1-4-16,1-4 1 15,3-3-3-15,1 0-6 16,-1-8-38-16,-1-4-82 16</inkml:trace>
  <inkml:trace contextRef="#ctx0" brushRef="#br0" timeOffset="30952.8">15424 8838 228 0,'0'0'16'16,"0"0"-11"-16,0 0 4 16,0 0-8-16,0 0 4 15,0 0-3-15,0 0 7 16,0 0 0-16,3 32 1 15,1-16-2-15,1 4-1 16,0 2-3-16,-1 3-1 0,2 0-2 16,-1 2 1-16,1 0-1 15,-1-1-1-15,1-4 0 16,-3 1 1-16,1-5-1 16,1-1 0-16,-4-4 0 15,1-1 0-15,-1-4 1 0,0-2-1 16,0-1 0-16,-1-3 1 15,0 0-1-15,0-2 1 16,0 0 7-16,0 0-4 16,0-7 0-16,0 2 5 15,0-4 2-15,0 1-2 0,0-3-2 16,0 3-3 0,0-2 1-16,4 0-3 0,-2 2 0 15,4-2-1-15,1 1-1 16,0 0 0-16,3 0-1 15,2 1 1-15,1-2-2 16,0 3-2-16,1 0 0 0,1 2-1 16,-2 1 0-16,0 1 2 15,-2 3 2-15,-1 0 0 16,-2 0 0-16,-1 0 1 16,-1 7-2-16,-3-1-2 15,1 2 0-15,-2 2-1 0,-1 0 4 16,1 0 4-16,-1-1-2 15,2 2 0-15,-2-1 0 16,2-2 0-16,-2 2 0 16,2 0-1-16,2-3 0 15,-3-1 1-15,5 1-2 0,-2-4 0 16,3 0 4-16,0-3 4 16,1 0-2-16,2 0 2 15,1 0-3-15,-1-6-1 16,0-1-3-16,0-2 2 15,-1 0-1-15,0-3-1 0,-3-1 1 16,0 1-2-16,-2-1 1 16,-1 0-1-16,1 3 2 15,-4 0 0-15,-1 4-1 16,2 1 2-16,-2 1-1 16,0 2-2-16,0 1-2 15,0 1 4-15,0 0-7 0,0 3 1 16,0 4-1-16,0 2 5 15,0 2-1-15,0 0 2 16,0 0-1-16,1 0 1 16,6 0-1-16,-1-2-1 0,2-1 0 15,2-1 1-15,1-3 4 16,0 0 0-16,1-4-3 16,2 0-10-16,-2 0-26 15,0-5-34-15,0-7-92 16</inkml:trace>
  <inkml:trace contextRef="#ctx0" brushRef="#br0" timeOffset="31120.39">15953 8877 354 0,'0'0'14'0,"0"0"-10"0,0 0-4 0,0 0-9 0,0 0-28 16,0 0-41-16,0 0-100 0</inkml:trace>
  <inkml:trace contextRef="#ctx0" brushRef="#br0" timeOffset="31677.68">16050 9062 154 0,'0'0'140'15,"0"0"-126"-15,0 0-15 0,0 0 1 16,0 0-1-16,0 0 0 16,0 0 1-16,0 0 1 15,3 31-2-15,-2-26 1 16,-1 0-1-16,1 0 2 16,-1-1-2-16,0 0 1 15,0-2-1-15,0 0-3 0,0-1-2 16,0-1 2-16,0 0 8 15,0 0 0-15,0-5 2 16,0-3 1-16,0 0 1 16,3-3 1-16,2 0 5 0,-1 0-3 15,2-1-3-15,0 2-5 16,3 2 1-16,1 0 1 16,1 3 1-16,2-3-1 15,0 6 1-15,1-1 1 16,2 1-4-16,-2 2 4 0,-2 0-2 15,1 0-2-15,-6 3-5 16,-1 4 6-16,-3 3-11 16,-3 0 0-16,0 0-2 15,-1 2-13-15,-5-1 1 16,1-1-11-16,0-2-28 16,2-2-77-16</inkml:trace>
  <inkml:trace contextRef="#ctx0" brushRef="#br0" timeOffset="32137.44">16298 9044 261 0,'0'0'13'0,"0"0"-8"0,0 0 2 0,0 0 9 0,32-12 3 16,-26 9-7-16,1 0-3 0,1-1-2 15,1 0-5-15,-3 1 1 16,1-1-1-16,2 0 2 16,-4 0-1-16,1 0 0 15,-2-1 3-15,1 1 2 16,-3-1-2-16,0 1-2 16,-2-1-2-16,0 2-2 0,0 1-8 15,0 0-7-15,-4 2 18 16,-4 0-23-16,0 0 15 15,-1 2 7-15,-1 5-4 16,0 3 6-16,0-1-3 0,1 2-3 16,1 2 2-16,2-2-4 15,2 1-1 1,2-1 3-16,2 0 1 0,0-2-1 16,0-1 1-16,3-1-3 15,3-2 13-15,1 0 1 16,3-3 5-16,1-1 3 0,4 0 0 15,-2-1 4-15,4 0-14 16,0 0-10-16,2-4 3 16,1-3-54-16,-1-3-55 15</inkml:trace>
  <inkml:trace contextRef="#ctx0" brushRef="#br0" timeOffset="32798.76">17079 8616 227 0,'0'0'11'0,"0"0"-1"0,0 0 7 16,0 0 1-16,0 0-2 15,0 0-13-15,0 0-3 16,0 0 0-16,0 0 2 0,6 30-1 16,-5-12 1-16,1 0-2 15,-1 5 1-15,1 1-1 16,1 2-2-16,-1-2 4 15,1-2-3-15,1 0 2 16,-1-3-1-16,-1-4 0 16,1-4 0-16,0-1 0 0,0-3 0 15,0-1 1-15,1-2 1 16,0-1 2-16,4-1 3 16,-2-2 7-16,3 0 0 15,1 0 0-15,1 0-1 0,2 0-3 16,-3 0 5-1,0 0 9-15,2 0-13 0,-2 0 4 16,1 0-4-16,-1 0-9 16,2-1-1-16,-2 1-1 15,2 0-2-15,0-1-11 16,3-2-20-16,-1 0-26 0,0-4-29 16</inkml:trace>
  <inkml:trace contextRef="#ctx0" brushRef="#br0" timeOffset="33231.85">17476 8827 187 0,'0'0'-4'0,"0"0"5"0,0 0 2 0,0 0 18 0,29 4 5 16,-21-4 4-16,1 0-4 15,0-2-11-15,1-1-4 16,-1-1-1-16,0 0-4 16,-1-1-3-16,-4-1-2 15,0 0 0-15,-2 1 0 16,-2-1-1-16,0 1 1 0,-3 1-1 16,-1 0 2-16,-5 2-1 15,0 0-2-15,0 2 2 16,-1 0-5-16,-2 0 8 15,0 6 3-15,0 0-5 0,1 2-2 16,0 2 0-16,1 0-1 16,1 1 0-1,2-1 1-15,2 0-1 0,4 0 0 16,1 0 2-16,0-2-1 16,0 2-1-16,5-3 0 15,5-1 9-15,1 1-7 0,2-3 1 16,4-3-2-16,1 0-13 15,0-1-33-15,4 0-73 16</inkml:trace>
  <inkml:trace contextRef="#ctx0" brushRef="#br0" timeOffset="34099.62">17790 8773 281 0,'0'0'-2'0,"0"0"-2"0,0 0 6 0,-36-7-9 15,25 7 15-15,-2 0-3 16,1 0 2-16,0 5 1 16,2 3-1-16,-1 1-4 0,2 2-1 15,1-1 1-15,3 2 0 16,1-2-1-16,2 0-2 15,2-2 4-15,0 0-2 16,5-3 0-16,4 0 2 16,1-2 0-16,2-1 1 15,2 0-3-15,2-2 1 0,-2 0-6 16,2 0 1-16,-1-5-5 16,-1 0 5-16,-1 0-4 15,-3-2 5-15,-3 2 2 16,-2 0 0-16,-2 0 1 0,-3 2 1 15,0 0 4-15,0 1-4 16,0 2 2-16,0 0-4 16,-3 0 0-16,1 0 3 15,-2 2-4-15,2 3 0 16,2 1-1-16,0 1 0 0,0 1-1 16,4-1-1-16,3-1 7 15,2-1-2 1,1 0-1-16,2-3 2 0,1-1 0 15,2-1 3-15,0 0 1 16,2 0-1-16,1-3-3 0,2-3-2 16,-3-2 1-16,1 1 2 15,-3-3 0-15,-1 0-1 16,-2 0 0-16,-3-1-3 16,-3 1 6-16,-3-1-9 15,-3 2-3-15,0 1 11 0,0 1-16 16,-8 2 7-16,0 2-4 15,-2 1 9-15,-1 0 6 16,0 2-15-16,2 0 15 16,4 0-6-16,0 0 0 15,4 0-4-15,1 0-17 0,1 0 0 16,8 0 27-16,1 0-3 16,3-4-1-16,2 0 1 15,0-1-2-15,1-1 0 16,-2 2 1-16,3-1 2 15,-5 3 1-15,0 2-2 0,0 0-6 16,-1 0 4-16,-2 0 0 16,-2 6 4-16,0 2-14 15,-2 0 23-15,0 2-11 16,-3 2-1-16,0-1 2 16,0 0 0-16,-1-1-5 0,0-1 2 15,1-1-1 1,0-1-15-16,0-2-28 0,0-4-17 15,0-1-155-15</inkml:trace>
  <inkml:trace contextRef="#ctx0" brushRef="#br0" timeOffset="34571.62">18231 8723 172 0,'0'0'120'0,"0"0"-115"0,0 0-5 0,0 0-2 0,0 0 1 0,0 0 0 16,28 19 2-16,-22-9-1 15,1 1 3-15,-2 2-3 16,1-2 0-16,-1 1 0 16,-1-3 0-16,0-2 0 0,-1 0 0 15,-1-3 0-15,0-1 0 16,-1-1 0-16,0-2 0 15,-1 0-2-15,0 0-2 16,0 0 1-16,0-7 1 16,0 0-1-16,0-2-1 15,0-3-4-15,0-1 4 16,0 0 4-16,5 0 3 0,-1 1 3 16,5 0 10-16,-1 1-6 15,2 2-2-15,2 1 3 16,0 3-1-16,1 1 0 15,2 3 0-15,-1 1-5 0,2 0-1 16,0 1-1-16,0 6-3 16,-3 2 1-16,-2-1-2 15,-2 3-2-15,-3 0 0 16,-2 0-1-16,-3-1-8 16,0 0-17-16,-1-4-48 15,1-2-113-15</inkml:trace>
  <inkml:trace contextRef="#ctx0" brushRef="#br0" timeOffset="34778.96">18634 8679 159 0,'0'0'96'0,"0"0"-95"0,0 0 5 0,0 0 9 0,0 0 5 15,10 31-7-15,-7-21-6 16,-2-2-3-16,2 2-2 16,0-2-2-16,-1-1 1 15,0-3-20-15,1-3-95 16</inkml:trace>
  <inkml:trace contextRef="#ctx0" brushRef="#br0" timeOffset="34935.11">18651 8562 450 0,'0'0'12'0,"0"0"-11"16,0 0-28-16,0 0 3 16,0 0-62-16,0 0-102 15</inkml:trace>
  <inkml:trace contextRef="#ctx0" brushRef="#br0" timeOffset="35453.87">18756 8687 155 0,'0'0'123'16,"0"0"-90"-16,0 0-18 15,0 0-9-15,0 0-3 16,0 0-4-16,0 0 1 16,0 0-1-16,9 23 2 0,-5-15-1 15,-1 1 0-15,0-1 1 16,0 0-2-16,-2-1 1 15,1-1 0-15,-2-1-1 16,0-3 0-16,0 1-5 16,0-3 1-16,0 0-3 15,-2 0 15-15,1-7-4 0,1-3-3 16,0-2 0-16,0-3 3 16,2 1-2-16,5-2 2 15,-1 1-1-15,3 4 3 16,0-1 2-16,2 5-2 15,1 0 3-15,-1 3 0 0,3 1-5 16,-3 3-1-16,1 0-2 16,0 0-2-16,-1 6 2 15,-1 1-1-15,-2 4-1 16,-1 0 0-16,-3 2-2 16,-1-1-1-16,0 2-11 15,-3-3-13-15,1-2-49 0,2-1-70 16</inkml:trace>
  <inkml:trace contextRef="#ctx0" brushRef="#br0" timeOffset="36037.83">19127 8622 24 0,'0'0'275'0,"0"0"-267"0,0 0-4 0,4-29-6 0,-12 25 9 0,1 0-8 16,-6 2 6-16,0 1-4 16,-1 1 5-16,2 0-2 15,-1 6-4-15,0 4 0 16,2 0 0-16,2 2-1 16,1 2 1-16,4-1-4 0,2 0 3 15,2-1-2-15,0-2-1 16,8-2 2-16,2-3 5 15,2-1-2-15,0-4 2 16,3 0-3-16,1 0-3 16,1-6-1-16,-3-2-5 0,-1-1 7 15,2-1 3-15,-5-2 3 16,-2 1 4-16,-1 0 1 16,0 0 1-16,-4 3-1 15,-1 1-1-15,0 2 4 16,-1 2 9-16,-1 3-12 0,2 0-7 15,-2 0-13-15,1 8-8 16,0 5 28-16,1 4-7 16,1 4-1-16,1 2-1 15,-1 2-2-15,0 1 1 16,0 0-2-16,-3 0-1 0,0-2 0 16,0-4 4-16,0-1-3 15,-3-3 1-15,-3-4-9 16,-2-4 10-16,-2 0-1 15,0-4 3-15,0-3 5 16,-1-1 17-16,2 0-17 0,1-5 2 16,2-5-5-16,2-4-8 15,4-3-28-15,0-6-18 16,4-4-157-16</inkml:trace>
  <inkml:trace contextRef="#ctx0" brushRef="#br0" timeOffset="36948.9">19746 8611 183 0,'-5'0'17'0,"2"0"-2"0,1 0 14 0,-2 0-16 0,2-2-8 0,0-1-3 15,1 1-1-15,0 1 8 16,1-1-5-16,0 2-3 16,0 0 0-16,0-1-3 15,0 1-8-15,1 0 6 16,6 0 10-16,1 0-4 0,4 0 0 16,4 0 0-16,3 0 0 15,4 0 0-15,3 0-1 16,1 0-1-16,4 0 0 15,0 0 0-15,3 0 3 16,0-1 6-16,2-2 0 16,3-1-3-16,0 0-4 15,0 1 1-15,-2-1 2 0,-2 3-4 16,-4-1-2-16,-7 0-9 16,-3 1-10-16,-8 1-34 15,-3 0-36-15,-5-2-54 0</inkml:trace>
  <inkml:trace contextRef="#ctx0" brushRef="#br0" timeOffset="37177.36">20296 8528 292 0,'0'0'17'0,"28"0"-5"15,-14 0 5-15,2 2-4 0,-3 2 3 16,-2 4-15-16,-2 1-1 16,-3 2-4-16,-3 2-4 15,-3 0-6-15,0 2-1 16,-10 0-7-16,-5-1-32 16,-2-2-85-16</inkml:trace>
  <inkml:trace contextRef="#ctx0" brushRef="#br0" timeOffset="37504.42">19792 8548 152 0,'0'0'69'16,"-31"27"-58"-16,17-10 14 15,3 2-1-15,2 2-3 0,6-2-11 16,3 1-5-16,4-1-5 15,14 1-6-15,9-3 4 16,10-4 1-16,7-3-24 16,6-8-113-16</inkml:trace>
  <inkml:trace contextRef="#ctx0" brushRef="#br0" timeOffset="38164.43">20886 8364 205 0,'0'0'48'0,"0"0"-27"0,0 0-11 0,0 0-6 15,0 0 9-15,0 0-2 16,9 29-2-16,-6-18 1 0,1 1-4 15,0 3-3-15,-1-2-1 16,1 2-3-16,-3 0 2 16,1-2-1-16,-2 0-2 15,0 0-13-15,0-3-21 16,0-3-87-16</inkml:trace>
  <inkml:trace contextRef="#ctx0" brushRef="#br0" timeOffset="38580.18">20885 8371 239 0,'0'0'1'0,"0"0"0"0,36-9 1 16,-22 6 2-16,2 1 0 15,1 0 2-15,1 0 3 16,2 1 1-16,-1 1 3 16,0 0-4-16,-1 0-3 15,-1 1-2-15,-1 3-1 16,-2 2-1-16,-3 2-2 0,-1 1-1 16,-4 1-2-16,-2 1-2 15,-2 1 2-15,-2-2 1 16,0 3 6-16,-2-1-3 15,-5-1 0-15,-3-1 1 16,-4 0 2-16,-3-2-3 0,-1 0 10 16,-3-1-7-16,-2-2 4 15,2-1-1-15,0-1-1 16,3 0-3-16,4-3-2 16,3 0-3-16,4 0-18 15,5 0-30-15,2-8-131 16</inkml:trace>
  <inkml:trace contextRef="#ctx0" brushRef="#br0" timeOffset="39838.49">21226 8410 126 0,'0'1'31'0,"0"-1"-16"0,0 1 1 0,0 1 1 15,0-2 4-15,1 2 1 0,2 0-2 16,0-2-2-16,2 2 2 16,2-1-5-16,1-1-4 15,0 0-2-15,4 0 0 16,-1 0-6-16,0 0-2 15,1-3-1-15,-1-1 0 0,-2-2 1 16,0 2-1-16,-4-2 0 16,1 1 1-16,-3-2-1 15,-2 1 0-15,-1-1-2 16,0-1-6-16,0 3-6 16,-2 1 3-16,-2 0 5 15,-4 2-2-15,0 1 5 0,-1 1 4 16,-2 0-9-16,-1 3 10 15,-1 3 0-15,0 1 0 16,2 3-3-16,0 0 3 16,3 0 0-16,0 0-1 15,5 0 3-15,1-2-3 0,2 0 2 16,0-1-3-16,7-1 7 16,5-1-3-16,2-1 4 15,3-1-3-15,2-2-5 16,3-1-24-16,-1 0-96 15</inkml:trace>
  <inkml:trace contextRef="#ctx0" brushRef="#br0" timeOffset="40273.82">21496 8408 226 0,'0'0'22'0,"0"0"-6"0,0 0-12 0,0 0-5 15,0 0-1-15,0 0 4 16,0 0-1-16,0 0 9 16,40 13-8-16,-25-16-1 15,-1-1 0-15,-1-2-1 16,1 0 0-16,-6 0 0 0,-1-2 0 15,-4 1 2-15,-3-1-1 16,0 2-1-16,-4-1-5 16,-5 4 0-16,-4-1 4 15,-2 4 2-15,0 0 9 16,-2 0 7-16,3 4-3 0,2 4-8 16,0 2-2-16,5 3 1 15,2-1-3-15,5 0 0 16,0-1 0-16,5 0-2 15,8-1-1-15,3-2 10 0,1-3-5 16,6 0-2-16,-1-3 0 16,2-2-19-16,0 0-38 15,0-3-71-15</inkml:trace>
  <inkml:trace contextRef="#ctx0" brushRef="#br0" timeOffset="40493.98">21796 8329 120 0,'0'0'142'16,"0"0"-102"-16,0 0-9 15,0 0-26-15,0 0-6 0,0 0 5 16,0 0-3-16,-4 31 2 16,4-13-1-16,0 0-2 15,0 1 0-15,0 1 0 16,4 1 1-16,0-3 1 15,-1 1-1-15,0-2-8 16,0-3-33-16,-2-3-62 0</inkml:trace>
  <inkml:trace contextRef="#ctx0" brushRef="#br0" timeOffset="40737.85">21828 8332 282 0,'0'0'8'0,"0"0"0"0,35-12 4 15,-21 12 1-15,-1 0-6 16,0 0-5-16,-3 0 1 16,-3 5-4-16,-2 5 1 15,-5 0-3-15,0 2-8 16,-12 2 11-16,-3-1-4 15,-5-1-13-15,-1-3-21 16,1-3-38-16</inkml:trace>
  <inkml:trace contextRef="#ctx0" brushRef="#br0" timeOffset="41270.18">22133 8089 202 0,'0'0'10'0,"0"0"-8"16,0 0 6-16,0 0 9 15,0 0 9-15,0 0-3 16,0 0-12-16,0 0-9 0,0 0 0 16,9 17 4-16,-6-1 2 15,2 4-3-15,-1 2-2 16,0 3-1-16,1 0 2 15,0-1-2-15,-1-3 0 16,1-2 0-16,0-4 1 16,-1-1 2-16,2-2-1 0,-3-4 1 15,2 0 6-15,-1 0 1 16,1-4 7-16,2-1-7 16,0 0 6-16,0-2 5 15,3-1-6-15,1 0-8 16,2 0-4-16,2-1-2 0,0-2-2 15,0-2-1-15,-1-1-3 16,1 0-11-16,0-2-21 16,0 0-28-16,-3 0-3 15,0-2-165-15</inkml:trace>
  <inkml:trace contextRef="#ctx0" brushRef="#br0" timeOffset="41675.66">22438 8276 272 0,'0'0'12'15,"0"0"-11"-15,0 0 3 16,0 0 1-16,0 0-1 16,32 3 0-16,-22-3-4 15,1 0 0-15,0 0 0 0,2-4 1 16,-2 0-1-16,0-1 3 15,-2 0 1-15,-2-2-3 16,-3 0 0-16,-1-1 0 16,-3 0 3-16,0 0-3 15,-1 0-2-15,-6 1-4 0,-1 1 6 16,-3 2 1-16,0 1 0 16,-2 2 5-16,-1 1-1 15,3 0-4-15,-1 6 1 16,2 1-3-16,1 1-1 15,3 3 0-15,1 1 0 0,4-2 0 16,1 0 1-16,0-1 4 16,4-1-2-16,5-1 0 15,2 0-2-15,4-3 1 16,-1-1-18-16,4-1-44 16,-2-2-89-16</inkml:trace>
  <inkml:trace contextRef="#ctx0" brushRef="#br0" timeOffset="42359.06">22743 8206 152 0,'0'0'34'16,"0"0"7"-16,0 0 10 16,0 0-23-16,-1-31-19 15,-3 26-4-15,-2 3-1 16,-1 0 2-16,1 1-5 0,-1 1 2 15,0 0-1-15,-1 1-1 16,1 5-1-16,0 0-1 16,1 3 2-16,0 0-1 15,3 2-1-15,2-2 0 16,1 1 5-16,0 0-4 16,1-1 1-16,4-1 0 0,2-3-1 15,2 0-1-15,1-3 2 16,0-1-2-16,0-1-2 15,1 0-4-15,-1 0-8 16,-1-5-3-16,0-2-5 16,-2-2 10-16,-1 0 11 0,-2 1 2 15,1 0 2-15,-3 1 1 16,0 2 11-16,-1 1 5 16,-1 1-8-16,0 2-1 15,0 1-3-15,0 0-6 16,0 0-4-16,0 3 1 0,1 4 3 15,1-2-1-15,1 3 0 16,1-1 0-16,1-1 1 16,1 1 0-16,0-2-1 15,2 0 0-15,-2-2 2 16,1 0-2-16,-2 0 1 0,0-3-1 16,-3 0 3-16,0 0-3 15,0 0 0-15,-1-4-3 16,1-3 1-16,-1 0 2 15,0-1 0-15,2 0 1 16,2-2 3-16,0 2-2 0,2-1-1 16,1 1 0-16,2 1 4 15,0 1 4-15,0 3-4 16,0 1-2-16,0 2-2 16,-1 0-1-16,0 0 2 15,1 3-5-15,-2 4 2 0,0 1 0 16,0 0-1-1,0-1-18-15,-1 0-28 0,1-3-87 16</inkml:trace>
  <inkml:trace contextRef="#ctx0" brushRef="#br0" timeOffset="42799.9">23144 8150 234 0,'0'0'3'0,"0"0"-2"0,0 0 1 0,0 0 2 16,0 0 1-16,25 30-3 16,-22-22 0-16,0 0 0 15,0-1 0-15,1 0-1 0,-2-2-1 16,-1 0 1-16,1-2-2 15,-1-1 2-15,-1-1-5 16,0-1 0-16,0 0 4 16,0 0 14-16,-3-5-11 15,0-1 0-15,1-2 0 0,1-1-1 16,1-1-2-16,0 0 0 16,3-1 4-16,3-1 5 15,1 2 3-15,1 2-3 16,1 0 1-16,2 2-3 15,-1 3 3-15,0 2-6 0,-1 1-1 16,0 0-3-16,-1 0-2 16,1 3 0-16,-2 5 0 15,0 0-2-15,1-1-11 16,0 0-14-16,0-2-53 16,2 0-93-16</inkml:trace>
  <inkml:trace contextRef="#ctx0" brushRef="#br0" timeOffset="43000.98">23478 8117 347 0,'0'0'1'0,"0"0"0"0,0 0 1 16,0 0-1-16,6 32-2 15,-5-25 2-15,-1 0-6 0,0 0-31 16,0-2-35-16,0-2-96 16</inkml:trace>
  <inkml:trace contextRef="#ctx0" brushRef="#br0" timeOffset="43148.62">23468 8020 336 0,'0'0'5'0,"0"0"-5"16,0 0 3-16,0 0-35 15,0 0-93-15</inkml:trace>
  <inkml:trace contextRef="#ctx0" brushRef="#br0" timeOffset="43717.97">23595 8076 309 0,'0'0'4'16,"0"0"-4"-16,0 0-1 15,0 0 0-15,0 0-4 16,0 0 3-16,11 29 1 0,-11-22 2 16,-1 0-1-16,1-1 2 15,-3 1-1-15,1-4 3 16,2 1 0-16,-1-2-4 16,1-1 2-16,0-1-1 15,0 0 2-15,0-2-4 0,0-4-1 16,0-1-3-16,2-3 7 15,4-1 5-15,2 2 1 16,0-4-3-16,1 3 1 16,1 1 1-16,0 2-2 15,-1 0-1-15,1 4-4 0,0 3 0 16,-1 0 0-16,1 0 0 16,1 0-1-16,1 5 0 15,-2 0 1-15,2 1 0 16,2-2 0-16,-2 0 0 15,2 0 0-15,2-2-1 0,-4-2 1 16,1 0-2-16,-1 0 3 16,0-2 1-16,-2-3 0 15,-5-2 5-15,0 2-1 16,-2 0 5-16,-3-1 4 16,0 3 1-16,-3-1-15 0,-4 4-3 15,-6 0 4-15,-1 3-1 16,-5 6-43-16,-3 2-54 15</inkml:trace>
  <inkml:trace contextRef="#ctx0" brushRef="#br0" timeOffset="44280.83">21775 8793 140 0,'0'0'22'0,"0"0"14"0,0 0-3 0,0 0 11 16,17-28-3-16,-16 23-2 0,1 2 15 16,-1 1-15-16,2 2-11 15,-2 0-21-15,1 0-9 16,2 5-6-16,-1 6 3 15,1 1 0-15,0 3-1 16,0 1 0-16,-1 1-1 0,-1-1-25 16,-1-1-17-16,-1 0-25 15,0-4-60-15</inkml:trace>
  <inkml:trace contextRef="#ctx0" brushRef="#br0" timeOffset="44621.61">21841 8786 242 0,'0'0'14'16,"0"0"24"-16,41-36-20 0,-26 28-3 15,3 4-6 1,1 1-5-16,1 3-4 0,0 0 0 16,-2 4 0-16,2 5-1 15,-4 1-1-15,-1 5 2 16,-1-2-2-16,-3 2 1 15,-1 2 0-15,-4-3 0 16,-2 1-4-16,-4-3-5 0,0-2 5 16,0-1 2-16,-7-2 3 15,-3-3 6-15,-4-1 0 16,-2-3 4-16,-3 0 4 16,-2 0-6-16,-2 0 0 15,-1 0-3-15,-3 0-3 0,4 0-1 16,1 0 0-1,4-2-2-15,4 1-5 0,5-1-12 16,5 0-18-16,4-1-95 16</inkml:trace>
  <inkml:trace contextRef="#ctx0" brushRef="#br0" timeOffset="44863.75">22250 8786 257 0,'0'0'75'0,"0"0"-74"15,0 0-3-15,0 0 1 16,0 0-6-16,17 33 2 16,-17-25 6-16,0-1 1 0,0 3-4 15,0-3-2-15,-1 0-2 16,-1-1-8-16,-1-1-10 15,1-2-33-15,-2 0-15 16,3-3 8-16</inkml:trace>
  <inkml:trace contextRef="#ctx0" brushRef="#br0" timeOffset="45169.71">22271 8758 126 0,'0'0'29'0,"0"0"-7"0,28 2 5 16,-15 4 0-16,3 2-7 16,0 0-7-16,0-2 1 15,0 0-4-15,0-1-4 16,0-3 1-16,-5-2-3 0,0 0 0 16,-1 0 5-16,-5-2 5 15,2-4 10-15,-3-4 23 16,-3-2-12-16,0-3-17 15,-1-1-4-15,0 1-1 16,-1-1 1-16,-4 1-14 16,0 3-1-16,-2 3-2 0,0 3-6 15,2 3-15-15,-1 3-21 16,2 0-45-16,4 0-52 16</inkml:trace>
  <inkml:trace contextRef="#ctx0" brushRef="#br0" timeOffset="45397.84">22568 8702 297 0,'0'0'11'0,"0"0"-1"16,28-1-4-16,-20 1 0 16,-5 0-6-16,-1 4-6 15,-2 4 2-15,0 2 7 16,0 2-2-16,0 3 2 15,0-2 2-15,0 2-4 16,0-3-2-16,0-1-10 0,0-3-20 16,0-1-23-16,0-4-38 15,-1-1 10-15</inkml:trace>
  <inkml:trace contextRef="#ctx0" brushRef="#br0" timeOffset="45696.51">22574 8677 172 0,'0'0'43'0,"0"0"-21"15,0 0-7-15,0 0-1 0,32 5-4 16,-19 3-4-16,1-1 1 16,1 1-5-16,0 0-1 15,1-1 0-15,0-2 0 16,-1-2 0-16,-2 0 6 15,-1-3 2-15,-2 0 4 0,-1 0 4 16,-2-6 16-16,-1-1 0 16,-3-1 5-16,-2-3-11 15,0 0-9-15,-1 0-13 16,0-1-5-16,0 3-4 16,-4 0-6-16,-2 3-26 15,-1 2-39-15,1 0-39 0</inkml:trace>
  <inkml:trace contextRef="#ctx0" brushRef="#br0" timeOffset="45966.44">22916 8596 297 0,'0'0'7'0,"34"0"4"0,-19 2 6 16,1 3 2-16,-1 2 5 16,-1 2-15-16,-2 4 0 15,-2 2-4-15,-2 2-2 16,-3 4-3-16,-3 3-1 0,-2 2 1 16,-4 0-1-16,-8 1 4 15,-6 0-1-15,-6 0-19 16,-6-3-55-16,-8-3-67 15</inkml:trace>
  <inkml:trace contextRef="#ctx0" brushRef="#br0" timeOffset="46576.57">21557 8733 89 0,'0'0'51'0,"0"0"-26"0,-27 33 1 0,17-17-4 15,-1 0-4-15,-1 1 3 16,1 2-2-16,3-2 0 0,1-1-5 16,5 2-1-16,2-3 0 15,0 2 7-15,10-2-17 16,7-1 3-16,7 1-4 16,3-2-9-16,6-3 8 0,1-4-7 15,3-5-73-15</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4-26T05:02:49.011"/>
    </inkml:context>
    <inkml:brush xml:id="br0">
      <inkml:brushProperty name="width" value="0.05292" units="cm"/>
      <inkml:brushProperty name="height" value="0.05292" units="cm"/>
      <inkml:brushProperty name="color" value="#FF0000"/>
    </inkml:brush>
  </inkml:definitions>
  <inkml:trace contextRef="#ctx0" brushRef="#br0">13359 3340 46 0,'0'0'12'16,"0"0"-3"-16,0 0-6 0,0 0 0 0,0 0-3 15,0 0 1-15,0 0-1 16,0 0 1-16,0 0 1 15,0 0 12-15,0 0 6 0,0 0-6 16,0 0-12-16,0 0-3 16,12-16 2-16,-12 16-2 15,1 0-1-15,-1 0 3 16,1 0 0-16,2 0 7 16,-1 0-6-16,-1 0 0 0,1 2 1 15,-1-2 0-15,0 3-1 16,2-2 0-16,-1 0 1 15,0 2 0-15,-1 0 1 16,1-1-1-16,1 0 1 16,-1-1 1-16,1 1 1 15,-1 1-3-15,0-2 3 0,1 0-4 16,0 1 2-16,1-1-3 16,1-1-1-16,0 0 1 15,4 0 6-15,0-3 8 16,2-4 1-16,3-1-2 15,3-3-4-15,3-3-3 0,0-1-1 16,3-1 0-16,3-4 1 16,-2 0 1-16,2-1 0 15,0-2 1-15,-1 1 2 16,-2-1 3-16,-1 5-5 16,-4 1-2-16,0 1-3 15,-2 4-2-15,-4 4-1 0,0 2 1 16,-1 4-2-16,0 0-11 15,-2 2-32-15,-2-1-44 16</inkml:trace>
  <inkml:trace contextRef="#ctx0" brushRef="#br0" timeOffset="7166.72">12528 4343 99 0,'0'0'7'0,"0"0"-3"0,0 0 0 0,0 0-1 16,0 0 4-16,0-1 1 16,0 1 1-16,0 0 0 0,0 0-2 15,0 0-7-15,0 0-4 16,0 0 1-16,0 3 2 16,0 1 1-16,2 2 0 15,-2 0 1-15,1-1-1 16,-1 2 0-16,2 0 1 0,0-1-1 15,0-1 0-15,2 0 0 16,-2 0 0-16,1-2-1 16,1-1 1-16,1 0-1 15,-1-2 0-15,4 0 2 16,2 0 9-16,5-5 7 0,2-5-2 16,4-4-1-16,4-4 0 15,1-2-2-15,4-4-1 16,2-2-3-16,3-1-2 15,1-1-1-15,3 1-2 16,1 1-1-16,1 3-1 0,-1 3 0 16,-1 3-3-16,-4 1-33 15,-4 1-96-15</inkml:trace>
  <inkml:trace contextRef="#ctx0" brushRef="#br0" timeOffset="12652.3">14475 5136 61 0,'1'-2'1'0,"-1"2"1"0,0-1 5 0,0 1 10 0,1 0-6 16,-1 0-9-16,0 0-2 16,1 0 1-16,-1 0-1 15,0 0 0-15,1 0 0 16,-1 0 2-16,0 3 0 16,2 0-1-16,-2 2 0 0,2-1 1 15,-1-1-2-15,0 2 1 16,2-2-1-16,0 2-1 15,1-2 1-15,0-1 0 16,1 1-1-16,-1-1 1 16,2-2 0-16,-2 0 0 15,1 0 2-15,0 0 8 0,3 0-3 16,-1 0-1-16,1-2-4 16,4-3 2-16,0-2 0 15,1-2-2-15,2 0 0 16,1-2 4-16,2-1-1 15,-1-3 1-15,1-1 2 0,3 1 4 16,1-3 3-16,0 2 3 16,0-1 1-16,1 0-6 15,-1 2-4-15,-2 1-4 16,2 1-1-16,-5 1-3 16,-1 2 1-16,-2 2 1 0,-2 1-3 15,-3 2 1-15,-3 2-1 16,1 0 1-16,-5 2-1 15,1 1 1-15,2 0-2 16,-4 0 1-16,2 2-18 16,-3 0-45-16,0 0-42 0</inkml:trace>
  <inkml:trace contextRef="#ctx0" brushRef="#br0" timeOffset="14389.89">14850 6005 60 0,'0'0'9'0,"0"0"5"0,0-2 2 0,0 1-4 15,0 0-10-15,0-1-1 16,0 1 0-16,0-2 3 15,0 3 6-15,-1-2 1 16,1 1 3-16,0 0-6 0,0 0 2 16,0 1 2-16,0 0 5 15,0 0-10-15,0 0-6 16,0 0-5-16,0 0-3 16,0 1 0-16,0 3 8 15,0 2-1-15,0-1 0 0,0 1 1 16,0 0-1-16,0-2-1 15,2 0 0-15,2 0 0 16,-1-3-2-16,2 1 1 16,-1 0 2-16,2-2 0 15,0 0 1-15,1 0 0 0,3-4 1 16,1-3 0-16,0-2 0 16,2-3 1-16,3-1 0 15,-2-3 1-15,2-1 2 16,1-1 3-16,2-1 5 15,2-2 2-15,0-1 2 16,1 0-1-16,2 1-3 0,-2 0-6 16,-1 1-1-16,-2 3-1 15,-3 1-2-15,-2 3-1 16,-4 3-1-16,-2 0 1 16,-2 4-3-16,-1 1 1 15,-2 2-1-15,-1 2 0 16,0-1 0-16,0 2-1 0,2 0-3 15,-1 0-4-15,0 4-16 16,0 1-30-16,-2 0-53 16</inkml:trace>
  <inkml:trace contextRef="#ctx0" brushRef="#br0" timeOffset="21545.01">13398 6837 44 0,'0'0'12'0,"0"0"-5"0,0 0 6 0,0 0-5 16,0 0-6-16,0 0 1 15,0 0 3-15,0 0-2 16,0 0 7-16,0 0 5 15,0 0-1-15,0 0-2 16,0 0 3-16,0 0-4 0,0 0-6 16,0 0-4-16,0 0-1 15,0 0-1-15,0 0-1 16,0 0-3-16,0 0-5 16,0 0 7-16,0 3 3 15,0 1 0-15,0-1 0 0,0 3-2 16,0-2 1-16,2 3-1 15,0-1 1-15,1-1-1 16,2 0 1-16,-3 0 1 16,3-2 0-16,-1-1 1 15,2-2 2-15,1 0 1 0,2 0 5 16,1-1 7-16,0-5 4 16,2-3-3-16,0 0-3 15,1-2-3-15,2-4 2 16,-2-1-5-16,3 0 7 15,-2 0-2-15,0-1-10 0,1 3-2 16,-3 2-2-16,-1 2 1 16,0 4-1-16,-1 1-10 15,-2 1-24-15,-6 1-54 16</inkml:trace>
  <inkml:trace contextRef="#ctx0" brushRef="#br0" timeOffset="24577.76">15276 3251 70 0,'-2'0'4'0,"0"0"9"0,2 0 0 15,0 0-5-15,0 0-5 16,0 0-2-16,0 0-1 0,0-1-1 15,0 1 5-15,0-2 0 16,0 2 2-16,0 0-4 16,4 0-5-16,-1-1 9 15,5 0-2-15,-1 0-1 16,3 1-2-16,0 0 0 16,3 0 0-16,-1 0-1 15,0 0 0-15,-1 0 0 0,0 0 0 16,2 0 0-16,1 1 0 15,-3 3 1-15,2-1 3 16,-1 2-3-16,-1 0 0 16,0 0 1-16,1 2-1 15,-2-1-1-15,-1 1 2 0,1 0 0 16,-2 0-1-16,2 2 1 16,-3-1-1-16,1 1 0 15,-1 0 0-15,1 1-1 16,-1 0 1-16,-1 0-1 15,1 3 0-15,-3-4 1 0,0 2-1 16,0 2 1-16,-1-1-1 16,1-1 2-16,-3 2-1 15,1-1 0-15,-1 1 0 16,1 1 1-16,-1-2-1 16,0 2-1-16,1-1 0 0,-1 1 1 15,1 1 0-15,-1-1-1 16,-1 3 0-16,0-1 0 15,0 1 0-15,0 3 1 16,0-1-2-16,0 1 2 0,0 2 0 16,0-1-2-16,0 1 2 15,0-1-1-15,1 1 0 16,1-1 0-16,-1-1 0 16,1 3 1-16,-1-1-1 15,-1 2 0-15,0 1 0 0,0 3 0 16,0-1 0-16,0 1 1 15,-1 0-1-15,-2 1 2 16,0-2 1-16,0 1-2 16,-1 0 1-16,0 2 0 0,-3 1 1 15,4 2 2-15,-4 1-1 16,0 0-1-16,1 1 1 16,1 0 0-16,-2 1-2 15,1 2 2-15,0 1-2 16,0 1-1-16,1 3 1 15,-2 0-1-15,3 1 0 0,0-1 1 16,2-1 0-16,2-3-2 16,0-1 4-16,0-3-1 15,0-1-3-15,6-4 3 16,0-1-2-16,2-3-1 0,3-1 0 16,-1 1 1-16,1-3 0 15,2-2 0-15,2-1 3 16,1-1-1-16,0-3 0 15,3-1-2-15,-2-5 1 16,3 1 2-16,-2-4 2 16,0 0-4-16,-1-2 0 0,-2-2 0 15,-3 2-1-15,-2-2 2 16,0 1-2-16,-3 0 0 16,-3 0 0-16,-1-1 1 15,0 2 0-15,-2 0 0 16,-1 0 1-16,0 1 0 0,0 1-2 15,0 1-1-15,-4 1 0 16,0-1 3-16,-2 4-2 16,2-1 0-16,-2 3 1 15,0 2-2-15,0 0 0 16,-1 5 1-16,0 0-1 0,-2 3 0 16,1 0 1-16,0 0-1 15,1 1 0-15,-1 1 2 16,2-1-2-16,2-1 0 15,0 2 1-15,1-1 0 16,1 1-1-16,1 0 0 16,1 1 1-16,0-1-1 0,0 2 0 15,0 1 0-15,3 2 0 16,0 0 0-16,0 2 0 16,1 0 0-16,0 2 0 15,1-2 0-15,1 0-1 0,0-2 0 16,1-1 3-16,0 0-2 15,-2-2 1-15,0 2 0 16,-2 0-1-16,-1 1 1 16,0 1-1-16,0 1 1 15,-2-1-1-15,1 1 1 0,-1-2-1 16,0-1 0-16,0-1 1 16,-3-2-2-16,-1 0 3 15,0-1 0-15,-1-1 0 16,0-2 1-16,0 0 0 15,0 2-1-15,-2-2-1 16,4 2 1-16,-4-2-2 0,4 2 0 16,-4-2 0-16,3 0 4 15,-2-2-4-15,2-1 0 16,-2-3 0-16,2 1 1 16,-2-3-1-16,2 0 0 15,-1-1 1-15,-1-1-1 0,-1-1 0 16,2-1 1-16,-1 0-1 15,0-2 0-15,-1 0 0 16,1 1 1-16,1-2-1 16,-1 0 1-16,-1 1-1 15,1-1 1-15,-2-1-1 0,1 0 0 16,2-1 1-16,-2 1 2 16,2-1 3-16,-2-1-2 15,3 0-2-15,-3 1-2 16,0 1 1-16,1 0 0 0,-1 1-3 15,-3-1-2-15,2-1 6 16,-2-1-1-16,3 1 2 16,-3-2 0-16,-4-1 1 15,4 1-2-15,-1 0 2 16,-1-2 3-16,2 1-4 16,-2-1 0-16,2 0 0 0,-2 0 3 15,0-1-1-15,2 1-1 16,-3-1 0-16,0-1 1 15,1 1-1-15,0-1-1 16,0 0 1-16,-1 1-2 16,-1 0-2-16,1 0 1 0,-2-1-2 15,0 1-6-15,-2 0-9 16,-1 0-12-16,-1-1-4 16,-3 0-16-16,-5-5-130 15</inkml:trace>
  <inkml:trace contextRef="#ctx0" brushRef="#br0" timeOffset="31936.88">12163 7787 14 0,'-1'1'15'0,"0"-1"-15"15,1 1 0-15,-2 1-1 0,0 0-1 16,1-1 1-16,0 0 0 16,1-1 2-16,0 0-1 15,0 0 8-15,0 0 19 16,0 0-2-16,-1 0-11 16,1 0-5-16,-1 0-4 0,1 0-3 15,-1 0-3-15,1 2 2 16,0-2-1-16,0 0 0 15,0 0 2-15,0 0 13 16,0 0 1-16,0 0-10 16,0 0-6-16,0 1 4 15,0-1-2-15,3 0-2 0,3 0 0 16,-1 0 0-16,1 0-2 16,3 0 2-16,0 0 4 15,2 0 2-15,1 0 6 16,3-1-3-16,2-1 1 15,0-1-5-15,0 1 0 0,2 0-1 16,1 1-1-16,0-1-1 16,2-1 2-16,0 1-1 15,0-1 0-15,2 0 1 16,-3-1 2-16,1 1 0 0,-2-1 2 16,0 0-5-16,0 1-1 15,-1 1-1-15,-2 0 0 16,-1 1-1-16,-2 0 2 15,-1 0-4-15,-2 1 4 16,2 0-2-16,-6 0 1 16,1 0-1-16,0 0 0 0,-1 0 0 15,-2 2-4-15,-1-1-12 16,0 1-20-16,-2-2-45 16</inkml:trace>
  <inkml:trace contextRef="#ctx0" brushRef="#br0" timeOffset="32364.18">12654 7681 120 0,'0'0'1'0,"0"0"2"0,0 0 7 0,0 0-7 16,0 0-2-16,29 8 0 15,-23-4 1-15,1 1 3 16,-1 0 1-16,1 0 2 16,-3 1 4-16,2 0-7 15,-4 1 0-15,1 3 0 0,-1-1 1 16,-2 2 0-16,0 2-3 16,-2 2 0-16,-5 2 1 15,-3 2-1-15,-1 0-2 16,-2 2-10-16,-1-1-35 15,2-5-68-15</inkml:trace>
  <inkml:trace contextRef="#ctx0" brushRef="#br0" timeOffset="51536.01">13574 7657 35 0,'2'0'29'0,"-1"0"-15"0,-1 0-6 0,1 0-2 16,-1 0 1-16,0 0-4 15,0 0-3-15,0 0 1 16,0 0 0-16,0-1 3 15,0 0 8-15,0 1 1 16,0-1-2-16,0 0 2 16,0-1 0-16,0 1-7 0,0-1-4 15,0-1 0-15,0 1-2 16,0 0 2-16,0-1 3 16,0 0 10-16,-1 0 1 15,0 1-5-15,-3 0-4 16,0 1-5-16,0-1 2 0,-1 1-5 15,1 0 15-15,-2 1-13 16,2 0-1-16,-2 0-2 16,1 0 4-16,-2 0-3 15,0 0 4-15,-1 4-2 16,1-1 2-16,-4 0-1 0,3 2-1 16,-1-1 0-16,2 0 1 15,-1 1 0-15,0 0-1 16,1 0 0-16,0 2-1 15,0 0 0-15,1 0 2 16,0 0-1-16,1 3 0 0,0-3-1 16,1 3 1-16,-1-2-1 15,1-1 0-15,1 4 0 16,1-3-1-16,0-1-1 16,1 0 3-16,1 1-1 15,0-2 0-15,0 1-1 0,0-2-2 16,0 0 3-16,0 0-1 15,3 0 0-15,2 0 4 16,0 0 0-16,2-2-1 16,1 1 2-16,1-1-1 15,2 0 3-15,1-1-2 0,0 1 0 16,0-1-1 0,1-1-1-16,2 1-1 0,-2-2 0 15,-1 0 1-15,1 0 2 16,1 0 1-16,-3-2-2 15,1-2-2-15,1 0 4 0,-2 1-5 16,4-1 0-16,-3-2-10 16,1-1-26-16,-1-1-73 15</inkml:trace>
  <inkml:trace contextRef="#ctx0" brushRef="#br0" timeOffset="52271.86">13894 7662 94 0,'0'0'7'0,"2"0"11"0,-2 0-2 0,0 0-5 0,0 0-7 16,0 0-5-16,0 3 2 15,0 1 0-15,0 0 1 16,0 1 0-16,0 0 1 0,0 1 0 16,0 0 1-16,0 1 4 15,0 0-2-15,0 2 0 16,0 0-2-16,0 1-2 16,0 2-1-16,0 0-1 15,0-1 0-15,0 1 1 16,0-2-1-16,0-2 0 0,0 0 0 15,0-3 0-15,0 0 2 16,0-3-6-16,0-2-43 16,0 0-97-16</inkml:trace>
  <inkml:trace contextRef="#ctx0" brushRef="#br0" timeOffset="52922.77">13907 7662 145 0,'0'0'9'0,"0"0"2"0,0 0-4 0,0 0 8 15,0 0-6-15,0 0-6 16,0 0-3-16,0 0 0 15,0 0-1-15,27 1 1 0,-21 5 0 16,0-2-2-16,1 2 2 16,1-1 0-16,1 0 0 15,2 2 2-15,0-2-1 16,2 0 0-16,0 1-2 16,-1 1 1-16,-1 0-1 0,0 0-1 15,-1 1 1-15,2 0-3 16,-3 0 3-16,1-1 0 15,0-1 0-15,-1-1 1 16,1-2 1-16,-3-1 5 16,1-2 3-16,-1 0 3 0,0 0 0 15,-2-2 1-15,1-4-1 16,-1-2 1-16,0 1-1 16,-1-2-1-16,-3 0-2 15,0-1-2-15,0-3-1 16,-1 3 2-16,0-3-3 0,0 0-2 15,0 2 0-15,0 0-2 16,0 1 0-16,0 3-1 16,0 1-2-16,0-1-18 15,5 1-24-15,0 1-78 16</inkml:trace>
  <inkml:trace contextRef="#ctx0" brushRef="#br0" timeOffset="53474.02">14396 7625 60 0,'0'0'23'0,"0"0"-18"0,0 0 6 0,0 0 5 16,0 0 6-16,0 0 1 16,0 0 2-16,0 0-6 0,0 0-2 15,0 0-6-15,0 0-7 16,0-7-9-16,0 10 5 15,0 4 0-15,0 1-2 16,1 2 2-16,1 1 2 16,-1 2-2-16,1-2 0 15,-1 1 0-15,-1-1 0 0,1-1 0 16,-1 0 1-16,1-3-2 16,0 2 2-16,-1-2-6 15,0 0-17-15,0-4-32 16,0 1-34-16</inkml:trace>
  <inkml:trace contextRef="#ctx0" brushRef="#br0" timeOffset="54193.83">14369 7614 54 0,'0'0'4'0,"0"0"10"15,0 0 0-15,0 0 0 16,0 0 1-16,0 0-1 0,0 0-5 15,0 0-3-15,0 0-5 16,0 0-2-16,13-12-1 16,-11 12 1-16,0 2 0 15,2 2 0-15,-1 1 0 16,0 0 1-16,3 1 2 0,-1 1-1 16,1 0 2-16,0 0-2 15,0-1 0-15,1 1-1 16,0 3 0-16,2-2 0 15,-2 0 0-15,2 1-1 16,1-1 1-16,0 0 0 0,0-1-1 16,0 0 1-1,0-1 0-15,0 2 0 0,-1-3 0 16,1 0 0-16,-3 0 0 16,1 0 0-16,0-1 0 15,1-1 1-15,-1-1-1 0,-2-1 2 16,1-1 0-16,-3 0-1 15,-1 0 6-15,1 0 4 16,-3 0 1-16,0 0-1 16,-1-1-1-16,1-2-3 15,-1-1-1-15,0-1 7 0,0-2 2 16,0 1 2-16,0-2 1 16,0-1-7-16,0-1 2 15,0-3-4-15,0 0-3 16,0-2-1-16,0 0-2 15,0 0-1-15,1 3 2 0,0 0-3 16,-1 2 1-16,0 1 1 16,0 2 0-16,0 1-3 15,0 1 1-15,0 3-1 16,0-1-9-16,0 3-33 16,0-2-67-16</inkml:trace>
  <inkml:trace contextRef="#ctx0" brushRef="#br0" timeOffset="55901.13">11479 8685 102 0,'0'0'24'0,"0"0"12"0,0 0-30 0,0 0-6 0,0 0-1 16,0 0 1-16,0 0-1 16,0 0 1-16,0 0 0 15,0 0 0-15,0 0 1 16,0 0 2-16,27 20 0 16,-16-18 4-16,3-1 1 15,0 0-1-15,5-1-1 0,1 0 2 16,3 0 0-16,0-5 3 15,5 0-2-15,-1-1-3 16,-1 3 0-16,3-2-3 16,0 4-2-16,-4-1 0 15,2 2-1-15,-3 0 1 16,-1 0-1-16,-3 3 0 0,0 0 1 16,0 1 1-16,-2-1 1 15,-1 2-2-15,-1-1 1 16,0 0-2-16,-3 1 0 15,-1-1 1-15,-1 1-1 0,-1 0 0 16,-3-1-21-16,-1-2-47 16,-3-2-64-16</inkml:trace>
  <inkml:trace contextRef="#ctx0" brushRef="#br0" timeOffset="56099.49">12062 8679 219 0,'0'0'5'16,"0"0"-1"-16,0 0-1 0,0 0 2 16,31-17 8-16,-20 17-5 15,1 0-6-15,0 6-4 16,-4 7-1-16,0 5 2 16,-3 6 1-16,-3 5-10 15,-2 2-25-15,0-2-32 16,-6-2-74-16</inkml:trace>
  <inkml:trace contextRef="#ctx0" brushRef="#br0" timeOffset="56619.06">12689 8581 20 0,'0'0'170'0,"0"0"-161"0,0 0 27 0,0 0-14 15,0 0-11-15,0 0-1 16,0 0-13-16,0 0-4 16,0 0 7-16,0 0 2 15,4 23-1-15,-1-7 0 16,-2 1-1-16,2 2 2 16,0-1-4-16,0-2 4 0,-2 3-2 15,-1 0 0-15,0-1-3 16,0-1-14-16,0-1-42 15,0-6-35-15</inkml:trace>
  <inkml:trace contextRef="#ctx0" brushRef="#br0" timeOffset="57196.11">12686 8641 104 0,'0'0'30'16,"0"0"-22"-16,0 0 18 16,-5-34-3-16,5 26-13 15,0-1 1-15,2 0-4 16,4 1 3-16,2 0 0 16,2 1-1-16,4-2-5 0,3 3-3 15,-2 1 0-15,3-1-1 16,1 4-1-16,-2 0 1 15,0 2-1-15,0 0 1 16,-2 0-1-16,2 2-1 16,-4 5 1-16,0-1-2 15,-3 3 2-15,-2 0-1 0,-1 1 0 16,-4 0-2-16,-3 0 2 16,0 2 2-16,-10-1-5 15,-2 3 7-15,-4-3-1 16,-1 2 7-16,-3-1-9 15,1-2 5-15,0-2 2 0,3 0-4 16,1-2-4-16,3-2-5 16,2 0 6-16,3-3-5 15,2-1 5-15,2 0-2 16,2 0 1-16,1-3 4 0,0-1 6 16,6-2-8-1,2 2 2-15,4 0-1 0,0 1-1 16,2 2 0-16,2 1 0 15,-2 0 0-15,2 0-1 16,1 4 2-16,-1 1-1 16,0 1 0-16,-1 0 1 0,2 1-1 15,-3 0 0-15,0 0-1 16,1-1-12-16,-3 1-76 16,3-4-48-16</inkml:trace>
  <inkml:trace contextRef="#ctx0" brushRef="#br0" timeOffset="57494.26">13166 8594 134 0,'0'0'12'0,"0"0"31"0,0 0-46 0,0 0 4 16,0 0 5-16,0 0 3 15,4 36-5-15,-1-23 0 16,0 1-3-16,0-1 0 16,0-1 0-16,-3 2-1 15,0 0 0-15,0-2 1 0,0-2-5 16,0-2-7-16,0-3-49 15,0-4-16-15</inkml:trace>
  <inkml:trace contextRef="#ctx0" brushRef="#br0" timeOffset="57894.08">13143 8596 166 0,'0'0'4'0,"0"0"8"16,0 0-9-16,0 0-3 0,33-8 0 16,-19 8-1-16,2 4 1 15,2 4 0-15,2 1 0 16,0 1 0-16,-2 3 0 16,4-2 0-16,-3 0 0 15,1-1 1-15,2-2-1 0,-1-1 0 16,-2-2 0-16,0-1 1 15,0-2-1-15,-4-2 1 16,-1 0 8-16,-3 0 7 16,-2-2 0-16,-3-4-2 15,-2-1 6-15,-3-1 0 0,-1-3-1 16,0-1-3-16,-3 0-1 16,-4-4-3-16,-2 3-4 15,1 0 3-15,0 2-7 16,0 2-2-16,1 2-1 15,2 2 1-15,2 2-10 0,1 1-21 16,2 2-26-16,0 0-84 16</inkml:trace>
  <inkml:trace contextRef="#ctx0" brushRef="#br0" timeOffset="58179.12">13700 8558 121 0,'0'0'42'0,"0"0"11"0,0 0-26 0,0 0-23 15,0 0-6-15,0 0 9 16,0 0-8-16,-2 32 2 0,0-21-1 15,2 2 1-15,-1-1-2 16,0-1 1-16,0-1 0 16,1 0-1-16,-1-2-12 15,1 0-22-15,-2-4-32 16,2-1-28-16</inkml:trace>
  <inkml:trace contextRef="#ctx0" brushRef="#br0" timeOffset="58619.28">13673 8580 85 0,'0'0'52'0,"0"0"-49"16,0 0 4-16,0 0-3 16,0 0-3-16,34-16-2 15,-24 16 1-15,0 1-1 16,3 5 0-16,1 2 1 0,2 1-1 15,0 1 1-15,2 0 0 16,2-2 0-16,-3 2 0 16,-2-3-1-16,1-1 0 15,-2-1 1-15,0-2 0 16,0-1 0-16,-2 0 3 16,-2-1 6-16,-1-1 0 15,-2 0-3-15,-1 0-2 0,-3 0 2 16,1 0 0-16,-1-1 8 15,-2-3 7-15,-1-2-3 0,0 1-5 16,0-3 2 0,0-1 4-16,0-1-2 0,-1-1-2 15,-2-1-2-15,-1-1-1 16,1 2-2-16,0-2 1 16,0 4-3-16,0-1-7 15,2 3 0-15,1-1-1 0,0 3 0 16,0 2-16-16,5-2-28 15,1-1-63-15</inkml:trace>
  <inkml:trace contextRef="#ctx0" brushRef="#br0" timeOffset="78424.99">13448 8064 111 0,'-2'0'8'0,"0"0"13"0,1 0-10 0,-1 0-7 16,1 0 0-16,-1 0-1 15,2-1 0-15,-2-1 0 16,1 2 4-16,0-1 0 16,1 0-2-16,-1 1 0 15,1 0 2-15,0 0 3 0,-1 0-6 16,1 0-3-16,0 0-1 16,0 0 0-16,0 0-2 15,0 0-2-15,0 0 1 16,0 0 6-16,2 0-2 15,2 0-1-15,1 0 0 0,2 0-3 16,-1 0 6-16,2 0-1 16,1 0-1-16,1 0 0 15,-1 0 0-15,1 0-1 16,2 0 1-16,-1 0 1 0,0-1-1 16,1 1 3-1,4-1-3-15,-3 0 2 0,3 1-2 16,0 0 3-16,2-2-3 15,3-1 3-15,-3 2 1 0,4-2 1 16,1 1-1-16,0-2 0 16,1 0 2-16,0 0-4 15,0 1-1-15,1-1-1 16,-1 1 0-16,1-2 0 16,2 2 1-16,0 0-2 15,4 0 0-15,-2 1 0 0,1 0 0 16,1 0 1-16,-2 0-1 15,1 1 0-15,-2-2 0 16,-2 3 0-16,2-2 0 16,-1 1 0-16,-2-1 1 15,2 2-1-15,-1-2 0 16,1 0 0-16,-1 2 0 0,0-2 0 16,0 1 0-16,-3 0 0 15,0-1 0-15,0 2 0 16,-1 0 0-16,1-1 0 15,2 1 0-15,-2 0 1 16,1-1-1-16,-1 1 0 0,-1 0 0 16,-2 0 0-16,-3 0 0 15,-1 0-1-15,-2 0 1 16,-2 0 1-16,-1 1 0 16,1-1 1-16,-2 0 0 15,-1 0-2-15,1 0 1 0,-2 0-1 16,0 0 0-16,-1-1 0 15,-2 0 0-15,0-1 0 16,-1 0 1-16,-1 1 0 16,2-1 3-16,-4-2 10 0,2 1-5 15,1-2-4-15,0 0-4 16,0-1-1-16,1-1 0 16,-2 2 1-16,0-2-1 15,0 1 0-15,-1-1 1 16,-1-1-1-16,0 1 1 15,0-1-1-15,-1 1 1 0,0-1-2 16,0-1 2-16,1 0-2 16,0-1 0-16,-1 1 0 15,1-1 0-15,-1 0 0 16,2-2 2-16,-2 0-1 0,2 1 0 16,-2-2 0-16,1-2 0 15,0 0-1-15,0 0 1 16,-1 0 0-16,0 0-1 15,0-1 1-15,0 2 0 16,-3-1-1-16,-3 0 8 16,2 1 1-16,-2 1-4 15,1 0 2-15,1-1 0 0,-1 2 0 16,1 1-2-16,0-2-3 16,1 1 2-16,0 1-3 15,-1-2 0-15,1 4 0 16,-2-2 0-16,1-1 0 0,0 1 0 15,-3-1 0-15,0 1 0 16,1-1 0-16,0 2 1 16,0 0-1-16,-1 0 0 15,1 2 0-15,1-1 0 16,-3 0-1-16,0 2 0 16,2 0-1-16,-1 1 0 0,-2 1-1 15,0 2 1-15,2 0 0 16,-1 1 2-16,-2 0-3 15,1 1 2-15,-3-1-2 16,2 2 2-16,-3 0 2 0,-1 0-1 16,1 0 1-16,-2 0 1 15,0 0-2-15,0 0-4 16,-1 0 6-16,2 0-3 16,-3 0 2-16,-1 0 1 15,2 3-9-15,-2 1 9 16,-2-1-1-16,1 0-3 0,-2 2 5 15,-1-1-2-15,-2 0-2 16,0 1 2-16,-4 0-1 16,1 1 0-16,-2 0 0 15,0 0 0-15,1-1 0 0,-3 0 0 16,1-1-2-16,0 1 0 16,-2-2 1-16,0 0 1 15,-3 1-1-15,2-1 1 16,-1 0 0-16,2 0 0 15,-3-1-1-15,3 1 2 16,-2 1 0-16,1-1-1 0,-2 0 0 16,1 1 0-16,-1-1 0 15,1 0 0-15,0 2-1 16,0-2 1-16,-1 1 0 16,2-1 0-16,1 2 0 15,2-2 0-15,1 1 1 0,3-1-2 16,3 0 1-16,1 0 0 15,2-1 0-15,2 0 0 16,1-1 0-16,2 1 1 16,2-1-1-16,-1 1 0 15,3-1 0-15,2 0 0 0,1-1-1 16,4 2 1-16,-1-1 0 16,1 1 0-16,3 0 0 15,-1 1-3-15,1 3 1 16,1 0 1-16,0 2-3 15,-2 2 4-15,0 1 1 16,1 2-1-16,0 2 0 0,-2 1 0 16,2 2-1-16,-1 2 1 15,1 1 1-15,0 0-2 16,1 1 2-16,0 1-1 16,-1 1 0-16,1 1-4 15,-2 0 6-15,2 0-1 0,0 3-1 16,0-1 0-16,0-1 0 15,5-2-1-15,7-2 0 16,1-2 1-16,4 0-1 16,6-6 1-16,4 0 1 15,7-3-7-15,1-3-29 0,6-4-60 16</inkml:trace>
  <inkml:trace contextRef="#ctx0" brushRef="#br0" timeOffset="79734.55">14897 7593 115 0,'-1'0'25'0,"1"0"6"16,0 0-23-16,0 1-8 16,0 0-3-16,0 1 3 0,0 0-1 15,0-1 0-15,0 2 1 16,0-1 0-16,0 3 0 15,0-1 2-15,0 0-1 16,0 0-1-16,1 2 1 16,1-1-1-16,-1-2 1 0,1 0-1 15,1-1 0 1,0-2-1-16,0 0 2 0,3 0 10 16,0-1 4-16,2-4-5 15,1-3-4-15,2-2 0 16,2-2 1-16,2 0 3 0,-1-2 3 15,3-3-1-15,2 1-1 16,3-3 0-16,-1 1-3 16,1 0 1-16,1 0-2 15,-2 3-3-15,-1 3-2 16,-3 1-1-16,-3 4 0 16,-3 3-1-16,-3 2 0 0,-1 2-3 15,-5 0-19-15,1 1-28 16,-3 3-31-16,0 1-48 15</inkml:trace>
  <inkml:trace contextRef="#ctx0" brushRef="#br0" timeOffset="83543.85">12435 8443 112 0,'-1'0'11'15,"-1"0"15"-15,1 0-15 0,-2 0-6 0,0-3-5 16,0 2 1-16,0 0-2 16,-1-1 1-16,0 0 1 0,2 1 1 15,0 0 3-15,-1 0 2 16,2 1-1-16,0 0-2 15,0 0-3-15,1-2 0 16,0 2-2-16,0 0-3 0,0 0-1 16,2-1 8-16,2-1-1 15,3 1 0-15,0-1 1 16,1 0 0-16,1-1 2 16,1 1-2-16,1 0 0 15,2 0-4-15,3-2 4 0,1 2 1 16,2 1-3-16,2-1 1 15,0-1-1-15,0 1-2 16,6-2 3-16,-3 1-1 16,4-2-3-16,2 0 3 15,2 0-2-15,2 0 4 16,5-1-1-16,0 3-1 0,0-1 0 16,6 0-1-16,-4 0 0 15,3 1 1-15,0-1-1 16,3-1-2-16,-2 2 4 15,2-1 0-15,-1 1 1 16,2-1 0-16,-2 2 0 0,3-3 0 16,-2 2-1-16,1-1-1 15,1 1 0-15,0 0 0 16,-2-1 0-16,-2 2-1 16,0-1 1-16,-2 0-1 15,-1-1 2-15,-2 0-2 16,0 2 0-16,-2-1 0 0,0-1 0 15,-1 1 0-15,-2 2 0 16,-3-1 0-16,-2 0-2 16,-4 1 1-16,-4 1-7 15,-8 0-38-15,-5 0-55 0</inkml:trace>
  <inkml:trace contextRef="#ctx0" brushRef="#br0" timeOffset="85322.42">12354 8431 110 0,'0'0'29'0,"0"0"7"0,0 0-18 0,0 0-6 0,0 0-4 16,0 0-5-16,1 0-2 15,-1 0 1-15,2 2 0 0,0 1-6 16,-2 4 3-16,0 1-1 16,0 2 0-16,0 1 1 15,0 2 1-15,1 0 0 16,1 1 0-16,-1 2 1 15,2 1-1-15,0 2 1 16,-2-1-1-16,1 3 0 0,2 0 0 16,-3 4 1-16,1 0-1 15,-2 1 0-15,0 2 0 16,0-1-1-16,0-1 1 16,0-1 1-16,0-4-1 15,0-1 0-15,0-5 0 16,0 1 0-16,1-3 1 0,1-2-1 15,2 0 0-15,-3-1 1 16,2-1-1-16,-2-1 1 16,1 1-2-16,1-2 1 15,0-2 0-15,-2 2 0 0,1-2 1 16,0 0-1-16,3-1 0 16,-3 2 0-16,1-3 0 15,4 2-1-15,-4-2 1 16,2 2 1-16,1 0-1 0,0 0 0 15,-1-1 0-15,1 2-5 16,3-3 4-16,1-1-4 16,0 1 2-16,2-3 4 15,2 0 1-15,0 0 2 16,2 0-2-16,2 0-2 16,0-2 4-16,1-1-2 15,3 0-4-15,-2-2 7 0,1 2-4 16,1 0-1-16,0 1-3 15,0-1 6-15,0-1-1 16,4 1 5-16,1 0 5 16,2-1-2-16,1 0-5 0,4 0-2 15,1-1-3-15,-2 0 1 16,1 0-1-16,1 0 0 16,0 0 2-16,-1 0-2 15,2-2 1-15,0 0 4 16,0 0 5-16,1 0-2 0,0 1-2 15,2 0-1-15,-3 0 1 16,4 1-3-16,0 0-2 16,2 0 0-16,-1 2-1 15,1-1 0-15,0 2 0 16,-1 1 0-16,-1 1 0 0,1 0 0 16,0 0-5-16,-1 1 3 15,-1 1-6-15,-1-2 6 16,0 0 1-16,1 0 2 15,-4-1-1-15,1-3 1 16,-5 0 0-16,1-1 3 16,-5 0 0-16,0 0 0 0,-6-2-3 15,1 1 0-15,-2-1-1 16,-1 0 0-16,-4-2 0 16,0-1 0-16,-3-1 0 15,-2-2 0-15,-3-1 2 16,-3-3 7-16,0-3 10 0,-2-1-6 15,-2-3 0-15,0-2-4 16,0-2-2-16,-4 0-1 16,-1 2 4-16,1-1-6 15,0-1-4-15,1 2 0 0,-2 1-10 16,3-1-18-16,-1 0-24 16,-2 0-71-16</inkml:trace>
  <inkml:trace contextRef="#ctx0" brushRef="#br0" timeOffset="86184.65">14765 8248 96 0,'1'-2'21'0,"-1"0"17"0,0 1 2 0,0 1-4 16,0 0-25-16,0 0-10 0,0 5-6 15,-1 3 3-15,-3 8 0 16,-5 1 0-16,0 7 6 16,-1 3-2-16,-3 5 0 15,0 4-1-15,-1 2 1 16,0 2-1-16,-4 2-1 0,-3 3 1 15,-1 0-2-15,0-1 0 16,1-3 1-16,-1-2 0 16,5-6-5-16,5-8 5 15,5-4-6-15,3-8-8 16,4-3-59-16,0-10-38 16</inkml:trace>
  <inkml:trace contextRef="#ctx0" brushRef="#br0" timeOffset="86669.44">14915 8380 147 0,'0'0'0'15,"0"0"2"-15,0 0 3 0,0 0 2 16,5 35-6-16,-5-19 0 16,-2 2 1-16,-3 1-2 15,0 0 0-15,2-4 2 16,-2 0 1-16,5-2 0 15,-1-3-1-15,1-2 0 0,0-3 1 16,0 1-1-16,1-1 1 16,2-3 0-16,2 0-2 15,0 0-1-15,2-1 0 16,1-1 1-16,1 0 7 16,2 0 0-16,3 0 5 15,1 0-8-15,1 0-3 0,1-1-1 16,4-1 0-16,-3 0 0 15,-1 1 1-15,0 0-2 16,-2 1 0-16,0-1 0 16,-4 1 0-16,-2 0-5 15,-1-1-53-15,-3-1-110 0</inkml:trace>
  <inkml:trace contextRef="#ctx0" brushRef="#br0" timeOffset="87209.41">15378 8378 190 0,'0'0'6'0,"0"0"9"0,0 0 5 15,0 0-11-15,0 0 2 16,0 0-9-16,0 0-2 16,0 0 0-16,-27-15-3 0,17 19 1 15,-2 2-1-15,0-1 5 16,2 3-6-16,-1 0 3 16,2 1-4-16,1-1-3 15,5 1 1-15,-1-1-1 16,4-2 2-16,0 0 3 15,2 0 2-15,4-1-3 0,3-2 8 16,1 2-4-16,1-1 4 16,0 1-2-16,1-1 3 15,0 3-4-15,1 0 0 16,-2 0 0-16,-2 0 0 16,1 2 1-16,-2-1-1 0,1 0 0 15,-3-1-1-15,-2 1 0 16,-1-1-2-16,-1-2-1 15,-2 1 8-15,0-2-5 16,-7-1 2-16,-2 0 4 16,-2 2 3-16,-3-2-5 0,-1 0-4 15,2 1 1-15,0-2-1 16,-1-1 2-16,6 0-9 16,2-1-12-16,3 0-37 15,3-5-43-15</inkml:trace>
  <inkml:trace contextRef="#ctx0" brushRef="#br0" timeOffset="87495.32">15564 8404 162 0,'0'0'36'0,"0"0"-33"0,0 0-2 0,0 0 1 16,0 0-1-16,0 0 4 15,3 28-4-15,-1-17 0 16,-2 2 0-16,0-1-1 16,1 0 1-16,1 0-1 15,-1-2 1-15,1 0-1 0,2-1-1 16,-3-2-9-16,1-3-35 15,-2-2-10-15</inkml:trace>
  <inkml:trace contextRef="#ctx0" brushRef="#br0" timeOffset="87737.46">15495 8378 184 0,'0'0'31'15,"0"0"-3"-15,0 0-13 16,0 0 3-16,0 0-3 16,32-19-8-16,-18 17-4 15,4 1-2-15,4-1-1 0,3 1 0 16,0-2-20-16,3 0-56 15</inkml:trace>
  <inkml:trace contextRef="#ctx0" brushRef="#br0" timeOffset="88533.62">15879 8487 134 0,'0'0'14'15,"0"0"-4"-15,0 0-8 16,0 0 10-16,0 0 7 15,0 0 1-15,0 0-2 16,0 0 1-16,-2-13-3 16,2 9-11-16,0-1 0 0,0-3 0 15,0 0-4-15,0 0 0 16,0-1-1-16,0-1 1 16,0 0-1-16,1-1 0 15,-1 1 2-15,1-1 2 16,1-1 1-16,1 1-1 15,0 2-2-15,-1 1 1 0,0 1-2 16,0 3 0-16,-1 0 0 16,-1 3 1-16,2 1-3 15,-1 0 0-15,0 0 0 16,1 3 0-16,1 3 1 16,3 1 2-16,-3 1-3 0,2 1 3 15,0-3-1-15,0 1-1 16,1-1 0-16,0-1 0 15,1-2 0-15,-1-1-2 16,2 0 1-16,1-2-1 16,0 0-1-16,-1 0 2 0,-1 0 4 15,2-4-2-15,-1 0 0 16,-4-2 0-16,3 0 0 16,-3 0 1-16,1-1 0 15,-1-1 0-15,-1 0 0 0,1 0-2 16,0 0 0-16,1 1 0 15,-2 1 0-15,-1 2-1 16,1 0 0-16,-1 1-1 16,0 1-1-16,-1 1 2 15,0 1 1-15,0 0-2 0,1 0-4 16,1 3 3-16,-1 4 0 16,-1 2 2-16,1 0 2 15,2 4 0-15,-1-1-1 16,0 1 3-16,1 1-3 15,0 1 2-15,0-1-2 16,1 2 0-16,0-1-2 0,1 0-13 16,-2-3-30-16,3-2-45 15</inkml:trace>
  <inkml:trace contextRef="#ctx0" brushRef="#br0" timeOffset="89223.79">16566 8030 172 0,'0'0'2'0,"0"0"2"0,0 0-3 0,0 0 0 0,0 0 1 16,0 0 4-16,0 0 4 15,0 0-5-15,0 0-5 16,0 0 8-16,0 0-4 16,0 0-2-16,0 0-2 0,-3 46 5 15,-8-19-5-15,-3 6 2 16,-3 6 1-16,0 1-1 15,-1 6 0-15,-2-1-2 16,2-1 0-16,2 0 0 16,0-2 1-16,0-2-1 0,3-1 0 15,1-2 2-15,-1 0 1 16,1-2-3-16,-3 1 2 16,2-3-2-16,1 1 0 15,0-5-1-15,3-3-19 16,1-7-58-16</inkml:trace>
  <inkml:trace contextRef="#ctx0" brushRef="#br0" timeOffset="95856.18">9107 9581 2 0,'0'0'50'0,"0"0"-46"0,0 0 9 0,0 0-3 15,0 0-2-15,0 0-4 16,-2 0 2-16,2-1-1 15,-1 1 6-15,1-1 2 16,-2 1-1-16,1-1 0 0,1 0 0 16,-1 1 1-16,1 0-2 15,0 0-9-15,0 0-5 16,0 0-5-16,0-1 11 16,2 1-1-16,1 0-4 15,0 0-1-15,0 1 2 0,1 4 0 16,-1 0 1-16,0 0-1 15,0 1 1-15,0-2 1 16,0 1 1-16,0-2-1 16,2-1-2-16,-1-1-1 15,3-1-1-15,0 0-2 16,3-3 3-16,1-5 7 0,4-4 5 16,2-4-2-16,5-1 0 15,1-4-6-15,4-3 13 16,2 0 0-16,0-3-3 15,4 0-1-15,-1 0 2 16,-1 2-6-16,1-1-2 0,-2 1-2 16,1 3 0-16,-7 3 0 15,0 3 2-15,-6 2-4 16,-2 6 1-16,-5 1-1 16,-4 3-1-16,-2 4 1 15,-2 0-2-15,-3 0-13 0,0 3-52 16,-6-2-87-16</inkml:trace>
  <inkml:trace contextRef="#ctx0" brushRef="#br0" timeOffset="98268.27">6501 10570 40 0,'3'0'8'0,"-3"0"5"0,1 0-7 0,1 0-2 0,1 0-2 16,-3 0-1-16,0 0 0 15,1 0 0-15,-1 0 1 16,0 0-2-16,0 0 4 0,0 0 3 16,0 0 3-16,0 0 3 15,0 0 2-15,0 0-3 16,0 0-6-16,1 0-6 16,1-1-5-16,1 0 7 15,0-1-2-15,1 0 0 0,0 0 2 16,0 0 1-16,3 0 1 15,0-1 0-15,-1 1 3 16,2 1-4-16,2-3-1 16,3 1 1-16,1 0-2 15,2-1-1-15,3-2 0 0,0 1 0 16,1-1 1-16,0 0-1 16,2 1 0-16,1 0 1 15,-1 1-1-15,2 0-1 16,1 1 2-16,2-2-1 15,0-2 1-15,2 2 0 0,2-3 0 16,-1 0 1-16,2-1 5 16,0 0 0-16,0 0 1 15,1 0-4-15,1 0 1 16,-2 2 1-16,1 0 4 16,0 1-1-16,1 2-3 0,3 2-4 15,-2 1 1-15,2 1-1 16,-2 0-1-16,0 0-1 15,3 0 1-15,-4-1-1 16,1-2 0-16,1 0 1 16,0-4 1-16,-1 1 3 15,-1-1 2-15,0 0-3 0,1 2-2 16,-1 0-1-16,1 2 0 16,0 0 1-16,0 1-2 15,1 2 1-15,-3 0-1 16,0 0 1-16,0 0 0 15,0 6 0-15,1-2-1 0,-1-1 0 16,-1-1 0-16,1 1 0 16,-3-1 0-16,2-2 1 15,-2 1-1-15,2 1 1 16,-2 0-1-16,2 0 1 16,-1-1-1-16,2 2 0 0,-1-3 1 15,0 1 1-15,0-1 2 16,0 0 0-16,-2 2-2 15,2 0-2-15,-1 0 1 16,3 1 1-16,-2 0-2 16,-1 0 0-16,0-2 1 0,0 1 0 15,0 0 2-15,0 2-3 16,0 1 1-16,0-1 0 16,0 2 0-16,1-1 0 15,-1 0-2-15,1-3 1 16,1-1 1-16,-2-1-1 0,3 2 0 15,-1-2 1-15,3 0 0 16,-1 0-1-16,-1 0 1 16,2 1-1-16,-1 1 1 15,2 0-1-15,-1 0 2 16,2-1-2-16,-1 1 1 0,0-2-2 16,3 1 2-16,-2-1-1 15,1 0-1-15,-1 0 0 16,1 1 2-16,0-1-1 15,-2 0 1-15,1 0-1 16,-3 0 4-16,0 0 1 0,0-2-1 16,1 0 2-16,-1 1-1 15,-1 0-2-15,1 0-1 16,1 1 0-16,-2 0 0 16,1 0-2-16,-1 0 1 15,1 1 0-15,0 0-1 16,-1 2 0-16,-1-2 1 0,-1 1 0 15,2 2 1-15,-4-1 5 16,2-1-3-16,0-1 1 16,-1-1-1-16,0 0 1 15,2 0 1-15,-2 0 2 0,1 0-3 16,-1-1-2-16,0-2-1 16,-1 0-2-16,-1 0 1 15,0 0 0-15,-3-1-1 16,2 1 1-16,-6 1 1 15,1-1-4-15,-3 2-8 16,-2-1-21-16,-5 0-13 0,-5-1-28 16</inkml:trace>
  <inkml:trace contextRef="#ctx0" brushRef="#br0" timeOffset="98912.18">10803 10187 134 0,'1'0'0'0,"-1"0"2"0,0 0 1 16,0 0-2-16,0 0 8 15,0 0 14-15,0 0 21 16,0 0-6-16,0 0-16 16,0 0-15-16,0 0-4 0,0 0 0 15,0 0-3-15,0 0-1 16,3 0-1-16,-2 2 2 16,2 1 2-16,1 0-4 15,1 2 2-15,0-2 0 16,1 2 2-16,1-1-1 0,0 2 0 15,1-1 1-15,2 2-2 16,1-1 0-16,1 1 0 16,1 1 0-16,0 0-1 15,1-1 1-15,1 2 0 16,-2-2-1-16,1 0 1 0,-2 0 0 16,1-2-1-16,-3 3 1 15,0-3 1-15,-3 1 0 16,-1 1 0-16,-2 0 2 15,-3 4-1-15,-1 6-6 0,-3 6 3 16,-16 12 6-16,-7 9-24 16,-16 11-59-16,-14 12-43 15</inkml:trace>
  <inkml:trace contextRef="#ctx0" brushRef="#br0" timeOffset="103279.26">11610 10274 69 0,'0'0'7'0,"0"0"6"0,0 0-8 0,0 0-2 16,0 0-1-16,0 0 0 15,0 0 12-15,0 0 0 16,0 0-7-16,0 0-15 0,0 0-3 16,0 0 10-16,0 0-16 15,3 2-4-15,-2-2 10 16,-1 0 10-16,0 0 5 15,0 0 17-15,0-1 8 16,0-2-9-16,-3 0 15 16,-1 0 6-16,1-1-21 0,-1 1-3 15,0-2-2-15,1 2-4 16,-1-2-4-16,1 1-1 16,-2 0-1-16,1 2-3 15,0 0 3-15,-1 2-1 0,-1 0-2 16,0 0 3-16,1 0-5 15,-2 7 5-15,-1 4-4 16,3 3 0-16,-2 5-1 16,2 3-1-16,0 1 0 15,5 4 1-15,0 0-1 0,0-1-1 16,0 0 1-16,0-3 0 16,3-3-1-16,2-5 1 15,1-2-1-15,0-5 0 16,1-2-3-16,3-3-3 15,0-3 3-15,2 0 7 16,1-6-1-16,2-8-14 0,0-3-41 16,-2-7-58-16</inkml:trace>
  <inkml:trace contextRef="#ctx0" brushRef="#br0" timeOffset="103817.83">11710 10092 190 0,'0'0'0'0,"0"0"13"0,0 0-1 0,0 0-9 16,0 0-9-16,0 0 2 15,0 0 4-15,0 0 0 16,0 33-2-16,3-18 4 15,2 2 0-15,0 3 1 0,0 3-1 16,2-2 0-16,-2 3 0 16,0 0 0-16,0-1-1 15,0 0-1-15,0-1 0 16,-3-1 1-16,2-1-2 16,-1-3 1-16,-3-3 0 0,0-2 1 15,0-3 0-15,0-3 3 16,0-3 6-16,0-1 0 15,0-2-3-15,0 0 3 16,0-5 4-16,1-2-12 0,1-2-2 16,0-3-1-16,1 1 3 15,2-1-4-15,-1 2 3 16,0 0-1-16,1 2 0 16,2 0 3-16,0-1-2 15,0 1 2-15,1 1-3 16,2 3 1-16,0 2-1 15,0 2 0-15,-2 0-3 0,3 5 0 16,-3 5-1-16,2 0 0 16,-2 1 1-16,2 2 1 15,-1 3 2-15,1 2-12 16,-1 1-19-16,-1 2-25 16,-1-4-44-16</inkml:trace>
  <inkml:trace contextRef="#ctx0" brushRef="#br0" timeOffset="104238.85">12102 10348 170 0,'0'0'49'0,"0"0"-45"0,2-28 4 15,-2 20 6-15,0 3-3 0,-4 0 2 16,-2 4-1-1,2 0-5-15,-3 1-2 0,1 0-4 16,-1 7 2-16,-1 3-3 16,3 5 4-16,-1 1-7 15,2 1 8-15,-1 0-4 16,4-3-1-16,1-2-1 0,0-2-1 16,0-5-2-16,1-3-3 15,4-2-4-15,0 0 7 16,2-2 1-16,-4-5 10 15,4-3-5-15,-3 2-2 0,2 1 5 16,-4 1-3-16,1 3 2 16,2 1 1-16,-2 0-4 15,4 2 0-15,-2 0-1 16,3 0 2-16,1 4-5 16,-2 2 0-16,0-1-3 15,0 2-4-15,-2-1-15 16,0 1-19-16,-1-2-25 15,-1-3-10-15</inkml:trace>
  <inkml:trace contextRef="#ctx0" brushRef="#br0" timeOffset="104548.14">12235 10082 201 0,'0'0'-3'0,"0"0"8"0,0 0 5 0,0 0-5 15,0 0-13-15,0 0 8 16,0 0 2-16,0 42-3 0,1-19 1 16,2 2 0-16,3 1 1 15,1-1-1-15,-3 1 4 16,2-1-1-16,-2-2 2 15,0 0-1-15,-1 0-3 16,0-4 1-16,-2-1-1 16,-1-2-1-16,0 0 2 0,0-4-4 15,0-3-22-15,0-6-40 16</inkml:trace>
  <inkml:trace contextRef="#ctx0" brushRef="#br0" timeOffset="104690.56">12211 10334 265 0,'0'0'1'0,"0"0"-3"15,0 0-1-15,25-32 1 16,-9 24 5-16,1-1-27 0,0 0-82 16</inkml:trace>
  <inkml:trace contextRef="#ctx0" brushRef="#br0" timeOffset="105424.3">12632 9995 124 0,'0'0'28'15,"0"0"-19"-15,0 0 15 0,-27-10-9 16,19 9-5-16,-2 1 1 16,2 0-1-16,-2 0-10 15,-1 3 5-15,-1 4-2 16,1 3-1-16,-3 3 0 16,1 4 2-16,1 3-1 15,2 2-1-15,1 1 0 0,4 3-1 16,1 1-1-16,4 0-1 15,0-1 0-15,0-1 1 16,3-1-2-16,3-2 0 16,3-2 0-16,2-3-3 15,-1-3 2-15,3-4-2 16,-2-2-3-16,3-4 0 0,-3-2 2 16,2-2 6-16,0 0 6 15,0-4-5-15,0-6-2 16,-1-1 9-16,0-4-3 15,0-2 2-15,-4 0-2 0,0-1 1 16,1 0-3-16,-2 2 1 16,-4 2-1-16,4 1 0 15,-3 3-1-15,0 2 2 16,1 3-2-16,0 1-1 16,1 3-1-16,1 1 1 15,-1 0 1-15,2 0-1 0,0 7-1 16,1 1 1-16,-3 2 1 15,2 3-4-15,-2 1 2 16,-1 4 3-16,0 0-7 16,0 4 3-16,-5 5-7 15,1 0-14-15,-1-1-68 0,0-2 21 16</inkml:trace>
  <inkml:trace contextRef="#ctx0" brushRef="#br0" timeOffset="106015.82">12845 10126 208 0,'0'0'24'0,"0"0"-22"0,0 0-5 0,0 0 3 16,0 0-4-16,0 0-7 0,10 29 13 16,-6-11 3-16,-1 2-4 15,-2 2 2-15,2-3-2 16,-2-2 2-16,1-2-3 16,-1-3 0-16,1-3 0 15,-2-2 0-15,0-3 1 16,0-2-2-16,0-2 2 0,-5 0-2 15,1-3-26-15,-4-5-7 16,3-3 18-16,-2-4 10 16,1-2 4-16,0-2 3 15,1-1 2-15,2 0 12 16,1 0 4-16,1 0-5 0,1 2-4 16,0 3 0-16,1 0-2 15,4 2-3-15,3 2 0 16,1 1-3-16,1 1-1 15,2 3 0-15,0 2-1 16,1 3 0-16,0 1 0 0,-1 0 0 16,0 6-2-16,-1 1 0 15,-2 3 2-15,-2 1-1 16,-2 2 0-16,0-2-2 16,-5 1 4-16,0 0 4 15,0 1-3-15,-3-1 0 0,-4 1 8 16,0-1-9-16,-1-2 1 15,3 0-4-15,-2-2-14 16,2-3-27-16,2-3-31 16</inkml:trace>
  <inkml:trace contextRef="#ctx0" brushRef="#br0" timeOffset="106325.89">13098 10068 190 0,'0'0'24'0,"0"0"3"0,0 0-27 0,0 0-2 15,0 0-6-15,0 0 8 16,12 33 5-16,-9-18-10 15,1 1 11-15,0 2-7 16,-1-1 3-16,0-1 0 16,1 1-1-16,-1-2 0 15,-2 0-2-15,0 0 2 0,-1-1-5 16,0-1-39-16,0-4 6 16,-2-4-64-16</inkml:trace>
  <inkml:trace contextRef="#ctx0" brushRef="#br0" timeOffset="106706.97">13016 10048 84 0,'0'0'7'0,"0"0"17"0,0 0 0 0,27-13 2 16,-17 9-6-16,2 1-4 15,2 0-5-15,2 0-7 16,3-1-3-16,0 0 1 16,2 0-2-16,1 1-17 0,-1-4-49 15</inkml:trace>
  <inkml:trace contextRef="#ctx0" brushRef="#br0" timeOffset="107867.88">13510 9727 99 0,'0'-3'3'0,"0"0"22"0,-1 3 2 0,-1 0-5 15,0 1-7-15,0 9-2 16,-1 5-14-16,0 5 2 16,1 8 3-16,1 6 4 15,0 5-1-15,0 4-4 0,1 6-1 16,-2 3-1-16,-1 3-1 16,-1 2 2-16,-4 4-2 15,-2 2 0-15,0 0-13 16,-2-5-13-16,0-3-32 15,1-8-3-15</inkml:trace>
  <inkml:trace contextRef="#ctx0" brushRef="#br0" timeOffset="108145.42">13600 10082 91 0,'0'0'-4'16,"0"37"8"-16,0-13 0 15,0 1-4-15,0 0-1 16,0-2-2-16,3-3-7 0,1-3-20 16</inkml:trace>
  <inkml:trace contextRef="#ctx0" brushRef="#br0" timeOffset="108644.05">13618 10075 135 0,'0'0'2'0,"12"-30"0"15,-4 18 0-15,2-1-1 16,1 3-1-16,1 1 2 0,0 4-2 16,1 4 1-16,-1 1 0 15,-2 0-2-15,0 8 5 16,-3 3-2-16,1 5 2 15,-1 0-6-15,-5 5-2 0,-2-2 1 16,0 4-6-16,-2-3-2 16,-8-2 12-16,1 0-1 15,-1-4 5-15,1-4 22 16,1-4-6-16,4-3 5 16,0-3-8-16,3 0-6 0,1-1-11 15,0-4 5-15,0-2-4 16,5 0 1-16,2 1-4 15,-2 1 1-15,3 1-2 16,0 1 1-16,0 3-1 16,1 0 0-16,1 0 2 0,-3 3-2 15,1 2 1-15,-3 3 1 16,-1-1 0-16,-3 1-1 16,-1 1 4-16,-1 1-6 15,-6-1 12-15,-3 2-3 16,-4 0-3-16,0 1 2 0,1-2-2 15,0-1-9-15,1-2-13 16,1-4-20-16,2-3-63 16</inkml:trace>
  <inkml:trace contextRef="#ctx0" brushRef="#br0" timeOffset="109047.79">13889 9998 199 0,'0'0'20'0,"0"0"8"0,0 0-23 0,0 0-4 16,0 0-2-16,0 0-8 15,0 0 5-15,7 33 2 16,-7-16 2-16,2 5 1 15,0 0-2-15,-1-1-1 0,2 0 3 16,-1-2 2-16,0-2-2 16,1-2-2-16,0-2 1 15,1-1-1-15,0-4 0 16,1-3-1-16,-1 0-1 0,1-2 2 16,-1-2 1-16,2-1 6 15,3 0 4-15,-2 0 0 16,3-2-3-16,0-4-3 15,1 0-2-15,4-1-1 16,-3-1 0-16,-1 1-1 0,0 0-1 16,0-1-14-16,-2 0-26 15,-1-1-24-15,-4-1-50 16</inkml:trace>
  <inkml:trace contextRef="#ctx0" brushRef="#br0" timeOffset="109276.14">13928 10136 173 0,'0'0'-7'16,"0"0"0"-16,0 0 5 15,0 0 4-15,31-23 4 16,-18 13-4-16,1-1-1 15,2-1 5-15,-1 0-4 0,-2 2 1 16,-2 0-15-16,-2 2-25 16,-7 2-36-16</inkml:trace>
  <inkml:trace contextRef="#ctx0" brushRef="#br0" timeOffset="109418">13945 10007 229 0,'0'0'2'0,"0"0"25"16,0 0-13-16,0 0-16 16,-7-33-1-16,19 21-29 0,4-3-38 15,0 0-72-15</inkml:trace>
  <inkml:trace contextRef="#ctx0" brushRef="#br0" timeOffset="110016.57">14184 9946 154 0,'0'0'14'0,"5"31"26"16,-1-15-12-16,-3 1-16 15,1 0-4-15,0 0-2 16,0 0-4-16,-1 0-1 16,1-2 0-16,-2 1-2 15,0-2 3-15,0-1-3 0,0-2 0 16,-2-3 0-16,0 0-5 15,-1-6 12-15,3 0-6 16,-3-2-3-16,-1 0-6 16,2-5-1-16,-1-4 8 0,2-2 1 15,-4-4 4-15,1-2 2 16,1-1 0-16,1-3 4 16,1 2-2-16,1 0-1 15,0-1-3-15,0 4-1 16,4 0 0-16,2 2-4 0,2 1 2 15,0 1 4-15,1 1-4 16,-1 1 1-16,2 1 0 16,0 1 0-16,0 3-1 15,1 2 0-15,-1 2 0 16,-1 1 2-16,-2 1-2 16,-2 7-6-16,-2 3 4 0,-3 2 0 15,0 1-5-15,-1 2 2 16,-8-1 7-16,-1-3 4 15,0 0 0-15,0-4-1 16,2-1 3-16,1-3-4 0,3-2 1 16,1 0-2-16,3-2 1 15,0 0-5-15,0 0-4 16,0 3-6-16,6 0 16 16,2 1-5-16,0 1 0 15,4 1-5-15,2 1 4 0,3 0 1 16,1 1-1-16,0 0 0 15,1 2 4-15,-2 2-11 16,-2 1-38-16,-1-1-48 16</inkml:trace>
  <inkml:trace contextRef="#ctx0" brushRef="#br0" timeOffset="110271.35">14493 9929 217 0,'0'0'4'15,"0"0"15"-15,0 0 6 0,0 0-14 0,0 0-10 16,0 0-10-16,0 0 6 0,0 0 2 16,0 30 3-1,3-12 6-15,2 3-8 0,1-1 1 16,0 0-1-16,-2-2-3 15,2-3-5-15,-2 0-6 16,-2-2-12-16,-1-3-13 16,-1-5-25-16</inkml:trace>
  <inkml:trace contextRef="#ctx0" brushRef="#br0" timeOffset="110457.22">14395 9928 123 0,'0'0'99'0,"27"-31"-99"16,-5 9 0-16,9-5 2 16,7-1-1-16,4-3 0 0,-1 1-22 15</inkml:trace>
  <inkml:trace contextRef="#ctx0" brushRef="#br0" timeOffset="113113.63">11591 10777 117 0,'0'0'7'0,"0"0"20"0,0 0-16 0,0 0-10 16,0 0-1-16,0 0-2 15,0 0 3-15,0 0-1 16,0 0 1-16,0 0 1 15,0 0-2-15,0 0 0 0,0 0 1 16,0 0 0-16,13 24 0 16,-10-24-4-16,1 1 6 15,1-1 0-15,2 0 2 16,0 0 2-16,6 0-3 16,0 0-3-16,4 0 1 0,2-2-1 15,6-1-1-15,0 0 0 16,3-2-1-16,2 0 1 15,5-1-3-15,1-1 6 16,2-1-3-16,2-1 1 16,4-1-3-16,1-1 2 0,1-2 2 15,2 1 3-15,-1-1-1 16,3 0 0-16,-1 0 1 16,2 2-2-16,0 0 2 15,2-1 0-15,0 1-3 16,0 1 0-16,1 1-1 15,-2 0-1-15,0-1 1 0,-1 3 2 16,-4 1-3-16,1 1 0 16,-4-1 9-16,1 2 13 15,-1 0-7-15,-1 2-11 16,-1-1-1-16,0 2-2 16,-1-2-1-16,0 3 1 0,-4 0-1 15,-2-1 2-15,-4 0-2 16,-3 1 1-16,-5-1-1 15,-2-1 0-15,-2 0 0 16,-5 0 1-16,1-1-2 0,-3 0 2 16,-4 0-1-16,-1-2 0 15,-1 1 0-15,-2 0 2 16,-1-1-1-16,-3-2 1 16,0 1 1-16,0-1 2 15,-1-3 1-15,-3-1-2 16,1-1 2-16,-3-3-2 0,3-2 3 15,-1-2-7-15,1-2 0 16,0-1 0-16,2-1 0 16,-1 0-3-16,1-1 3 15,0 1 0-15,0-3-1 0,1 1 1 16,0 0 0-16,-1-1 0 16,1-1 0-16,-1-1 0 15,0 0 0-15,0 0-2 16,0 0-2-16,-2 1-1 15,-1 0-1-15,1-1 4 16,-2 3 0-16,0 0 3 16,-3 2-1-16,-1 3 1 0,0 0 0 15,-1 4 0-15,0 1 0 16,0 3 0-16,-2 1 0 16,1 1-3-16,-1 0 3 15,0 3-3-15,-1 1 2 0,-1-1 0 16,1 2 1-16,-5-1-1 15,3 2 1-15,-3-1-1 16,1 3 0-16,-2-1-1 16,0 2 1-16,-1 1-1 15,-1 0 0-15,-1 0-2 16,0 1 6-16,-2 4-8 0,-1 3 1 16,0-1 9-16,0 1-12 15,-3 0 12-15,1-1-4 16,-2 1 0-16,1 1 0 15,-2-1-1-15,0-2 1 0,1 1-1 16,1 0 1-16,-3 0 0 16,0-1 0-16,0-1-1 15,-3 0 0-15,1 0 1 16,0 0-1-16,-1 1 0 16,-1-2-1-16,0 1 1 0,-3 0-1 15,2-1 2 1,-3 1-1-16,-2-1 0 0,2 3 0 15,1-1 0-15,-3-1 0 16,1 2 1-16,0 0 1 16,1 0-2-16,-2 0 1 15,1 1-1-15,1 1-1 0,0-1 1 16,-1 2 0-16,1-2 0 16,-1 0 0-16,2 0 0 15,0-1 0-15,5 1 0 16,0-2 0-16,4 0 0 0,0-2 0 15,3 0 1-15,1 0-1 16,1-1-1-16,3-1 2 16,0 1-1-16,4 0-1 15,0 0 1-15,1 1 0 16,3-1-1-16,2 1 1 16,2 0-1-16,2-1 1 0,0 1 0 15,4-1 0-15,-1 2-1 16,1 0-1-16,3 2-3 15,-2-1 0-15,2 3-1 16,0 1 1-16,0 1 4 16,0 0 0-16,0 3-1 0,0-1 1 15,2 2 1-15,0 0 0 16,3 1 0-16,-2 1-1 16,1-1 1-16,0 1-1 15,0-1 1-15,1 1 0 0,-4-2 0 16,2 0 0-16,0 1 0 15,0-1-1-15,-2 3 1 16,1-1 0-16,-2 1 0 16,1 2 0-16,-1 0-1 15,0 0 2-15,0 1-2 0,0 0-1 16,1-1 3-16,0 2-1 16,1-1 0-16,1 0 0 15,1 1 0-15,1-1 0 16,0 0-1-16,-1 0 1 15,0 0-1-15,0-3 1 0,-1-1 0 16,0-3 0-16,0-2 0 16,0-2 0-16,0-2 1 15,0-2-2-15,2-2-2 16,2-1 0-16,3-2 3 16,2-1 0-16,7-3 2 0,4-7 4 15,7-5-3-15,5-7-3 16,3-4-36-16,1-6-138 15</inkml:trace>
  <inkml:trace contextRef="#ctx0" brushRef="#br0" timeOffset="114860.95">6190 10530 72 0,'0'0'11'0,"0"0"-10"0,0 0 0 16,0 0 4-16,0 0 15 15,0 0-4-15,0 0-1 0,0 0-3 16,0 0-10-16,0 0-2 16,0 0 3-16,0 0-2 15,0 0 0-15,11 13-1 16,-8-8 1-16,-2-1 0 16,2 1-1-16,0-2 0 0,0 2 1 15,0-2 1-15,1 1-1 16,0-1 1-16,1-2 3 15,-1 0-2-15,2-1 1 16,0 0-14-16,0-2 25 16,2-5 3-16,-1-3-3 15,3-3-7-15,-1-2 0 0,2-3 1 16,3-1 0-16,0-5-2 16,3-1 0-16,2-3-2 15,0 0-1-15,4-2-3 16,0 1 1-16,1 0 2 15,1 0-2-15,1 0 0 0,0 0 2 16,-3 3-1-16,1-1-2 16,-2 4 0-16,-2 2-1 15,-2 4 2-15,-1 5-2 16,-4 4 0-16,1 3 0 16,-4 4 0-16,-3 1-2 0,-1 1-11 15,-3 8-12-15,-3 4-27 16,0 1-15-16,-9 3-71 15</inkml:trace>
  <inkml:trace contextRef="#ctx0" brushRef="#br0" timeOffset="115410.81">6175 10545 38 0,'0'0'0'16,"0"0"0"-16,0 0 1 0,5 36-1 0,-1-28 0 15,-1 0 0-15,4-2 2 0,-3-3 4 16,2 0 10-16,-2-2 3 15,3-1 3-15,-1 0 4 16,1-7-1-16,4-3-8 16,2-5-5-16,2-3-4 15,2-6 1-15,3-5-6 16,4-4 3-16,1-3 0 0,0-4 6 16,5-4 2-16,2-1-1 15,1-5 0-15,4-1-5 16,-1-4-1-16,4 1-4 15,0-2 0-15,2-1-3 16,1 5 0-16,1 2-3 0,-2 4-17 16,-4 6-50-16,-7 3-93 15</inkml:trace>
  <inkml:trace contextRef="#ctx0" brushRef="#br0" timeOffset="121705.46">2756 9045 7 0,'1'0'66'0,"-1"0"-58"0,0 0 2 0,0 0-7 16,0 0-3-16,0 2-16 16,0 0-23-16,0 1 0 15</inkml:trace>
  <inkml:trace contextRef="#ctx0" brushRef="#br0" timeOffset="125198.81">2746 9107 102 0,'0'0'2'0,"0"0"2"15,0 0-3-15,0 0 1 16,0 0-1-16,0 0 0 16,0 0 9-16,0 0 6 15,4-7-6-15,-4 7-1 16,0-2 3-16,-3 0-5 15,0 1 1-15,1-1-5 16,-1-1-2-16,0 1 1 0,-1 1 0 16,-1-1 0-16,1 1 6 15,-2 0 5-15,1 1-1 16,-2 0-4-16,-1 0-3 16,1 0-2-16,-2 0 1 0,2 0-3 15,0 0 0-15,0 0 0 16,-2 0-1-16,1 2 1 15,-2-1 0-15,0 1-1 16,0 0 1-16,-2 2 0 16,0 1-2-16,0 0 1 0,-2 1 1 15,2 1-1 1,-2 0 0-16,1 2-1 0,0-4 1 16,-1 3 0-16,2-3 1 15,-1 2-2-15,1 1 2 16,2 0-1-16,-1 1 0 0,-1 1 0 15,2 2 0-15,-2 2 0 16,0 1-1-16,0 2 1 16,1 0 1-16,-1 0-1 15,-1-1 0-15,1 1 0 16,0 0 0-16,-1-1 0 0,1-1 0 16,-1 1 0-16,1-1 0 15,2 2 0-15,-1-2 0 16,2 1-1-16,0 0 1 15,3 1-1-15,-1 0 1 16,0 0-1-16,2 0 0 0,2 0 1 16,0 0 0-1,-1-1-1-15,2 0 1 0,1 0 0 16,1 1 0-16,0-2-1 16,0 2 1-16,0-1-1 15,1-1 1-15,3 0 0 16,-1-1 0-16,3 0-1 0,0-1-1 15,2-1 1-15,2-1-1 16,1 1 0-16,2-2-2 16,0-1-1-16,2 0 3 15,-1-2 1-15,-3 2 2 16,3-2-1-16,-2-2 0 0,-1 2 0 16,1-2-2-16,0 0 2 15,1 0-2-15,2-1 1 16,0 0 2-16,2 2-1 15,2-1 0-15,-1 1 1 0,3 0-1 16,-2-1 0-16,1 2 0 16,0-2 0-16,2-2-2 15,-2 1-1-15,0-2 3 16,1 0-2-16,1-2 4 16,0 0-1-16,-1 0-2 15,3 0 2-15,-1 0-1 16,1 0 0-16,-1 0 1 0,0 0-1 15,1 0 1-15,-3 0-1 16,2 0 0-16,-3 0 1 16,0 2-1-16,0-2 0 15,0 1 0-15,1-1 1 0,-1 1-2 16,3 0 2-16,0-1-1 16,0 0 0-16,1 0 0 15,3 0 0-15,0 0 0 16,-1 0 0-16,0 0 1 15,3-5-1-15,-2 3 0 0,2-4 0 16,0 2 0-16,1-2 1 16,-2 3-1-16,1-1 0 15,-2 0 0-15,-1 0 1 16,1 1-1-16,0-1 0 16,1-1 0-16,1-1 0 15,0 4 0-15,1-1 0 0,-1 0 2 16,0 3-2-16,-2 0 0 15,2 0 1-15,-3 0-2 16,0 1 2-16,0 2-1 16,1-1 2-16,0 0-2 15,0-2-2-15,1 0 2 0,0 0 0 16,-2 0 0-16,-2 0 0 16,1 0 0-16,-4 0 0 15,1 2 0-15,0 1 0 16,0 0 2-16,-1 0-2 15,3-1 0-15,1 1 0 0,-1 1 0 16,3-1 0-16,-2 0 1 16,1-1-2-16,0 1 1 15,0 1 0-15,2-1 0 16,-1 0 1-16,2 1-2 16,1-1 2-16,1 0-1 15,-3-1-1-15,2-1 2 0,-2 1-1 16,0-2-1-16,-1 0 2 15,-3 0-1-15,1 0 0 16,1 0 0-16,0 1 0 16,3 0 1-16,0-1-1 0,1 2 0 15,0-1 1-15,2 1-1 16,0-2-1-16,1 0 1 16,-1 0 0-16,5 0 1 15,0 0-2-15,0 0 1 16,0-2 0-16,0 1 0 0,1-1 0 15,-1 0-1-15,2 0 2 16,2 1-3-16,-2-2 5 16,1 2 0-16,0 0-2 15,-1 0-1-15,1 1 1 16,-2 0 0-16,1 0 0 0,0 0-1 16,-2 0 0-16,3 0 0 15,-2 0 0-15,1 2 0 16,-2-1 1-16,3 2-2 15,0 0 2-15,-1-1-1 16,1 0 0-16,1-1 0 16,-2-1-1-16,4 0 2 0,0 0-1 15,2 0 0-15,-1-1 0 16,3-2 2-16,-1 0-2 16,-1 0 1-16,1 2 0 15,-3 1-1-15,2 0 0 0,-2 0 0 16,-1 0 0-16,1 0 0 15,-1 0 1-15,4 0-1 16,-3 1 0-16,2 1 1 16,1-2-2-16,-3 0 2 15,2 0-1-15,-2 0 0 16,2 0 0-16,-3 0 0 16,1 0 0-16,1-2 1 0,-1 2 0 15,3-1 2-15,-1 0-1 16,1 1 1-16,-2 0-2 15,3 0-1-15,0 0 2 0,2 0-2 16,-2 0 0-16,0 0-2 16,-1 0 4-16,0 2-2 15,1 1 0-15,0-1 0 16,2-2 0-16,-1 0 0 16,1 0 0-16,-2 0 0 15,1-3 0-15,-1-1 4 0,-1-2 3 16,-1 2 0-16,-2-2 0 15,-1 3-2-15,-1-1-1 16,-1-1 1-16,0 1-3 16,-1 0 0-16,1-1-1 15,-2 0 0-15,-1 0 0 0,0 0 0 16,0 0-1-16,-4 1 1 16,2 0-1-16,-4-1 0 15,0 0 1-15,-2 1-1 16,1-2 0-16,-3 0 2 15,1-2-2-15,1-2 0 0,-3-2 1 16,0-1-1-16,-1-2 1 16,-1-2-1-16,-4 1 0 15,-1-2 1-15,-3 0 0 16,-3 1 1-16,-1-2 1 16,-3 1 3-16,-2-1 3 0,-1 1-3 15,-3-2-2-15,-2 0-1 16,-1 0-2-16,0 0-1 15,0 1-3-15,-4-1-1 16,-2 2 4-16,-1-1 0 0,0 1 1 16,-3 2-2-16,1-1 1 15,-2 0 0-15,-1 1-1 16,2 1 0-16,-5-1 1 16,3 1 0-16,-3 2 0 15,0 0 1-15,1-1 0 16,-2 1 0-16,1 0 2 15,-2 1 1-15,-2-1 1 0,1 2 1 16,0 1-4-16,-3 0-2 16,0 1 10-16,-1 1-12 15,0 1-1-15,-3 0 5 16,0 0-4-16,-1 2 0 16,0-2 1-16,0 2 1 0,0-2 1 15,-3 1 1-15,1-1-2 16,-3 2 0-16,0 0 0 15,-3 2-1-15,-1 2 0 16,0 0-4-16,-2 1-5 16,2 0 4-16,-5 0 3 0,3 0 1 15,-2 0-1-15,-1 2 0 16,-2 2-1-16,-1 1 3 16,-1 1-2-16,0-1 3 15,-1 2 0-15,0-1 0 0,1 1 0 16,-1-1 0-16,-1-1 0 15,3 0 0-15,-1 0 0 16,1 0 1-16,1-2-1 16,-1 2 0-16,-1-1 0 15,2-1 0-15,0 2 1 16,-2-2 0-16,3 0 0 0,-1-1 0 16,0 0 1-16,0 0 0 15,0-2 0-15,0 1-1 16,2-1-1-16,-2 0 0 15,0 0 2-15,2 0-2 16,-2 0 1-16,0 0 0 0,2 0 2 16,-4 0-2-16,3 0 1 15,-1 0-1-15,0-2 1 16,0 0-1-16,1-1-1 16,0 1 0-16,-2-2 0 15,1-1 1-15,1 2-1 0,-3-2 0 16,2-1 2-16,-1 1 3 15,-1-1-3-15,0 0 4 16,1-1-2-16,-4 1-2 16,3-1-1-16,-1 3 1 15,-1-2-2-15,0 1 0 16,-1 0-1-16,-1 3 1 0,-1-1 1 16,0 0-1-16,-1 0-1 15,0 1 2-15,1 0-1 16,-1-1-2-16,-1 2 1 15,2-1-2-15,-1 0-2 0,0 0 0 16,0 0 3-16,-2 1-1 16,2-2 3-16,-2 1 1 15,0 0 1-15,-2 1-2 16,2-1 2-16,1 2-2 16,-2 0 0-16,2 0 0 15,2 0 0-15,0 0 0 16,0 0 1-16,0 0-2 0,3 0 1 15,-1 0 1-15,3-2 0 16,-1-1 0-16,2 1 2 16,-1-2-2-16,3 0 1 15,1 0-2-15,0-2 0 0,2 0 1 16,-3-1 0-16,3 2-2 16,-3-3 2-16,2 3-1 15,-2-3-1-15,1 3 3 16,-2-1 0-16,-1 2-2 15,0 1 1-15,-2 1-2 0,-2 0 0 16,-1 2-1-16,-2 0-5 16,-2 2 1-16,-2 6-10 15,0 2 3-15,-3 3-6 16,0 4-13-16,0 4-11 0,-2 0-29 16,-1 3-5-16</inkml:trace>
  <inkml:trace contextRef="#ctx0" brushRef="#br0" timeOffset="127308.95">9235 9551 17 0,'0'0'28'0,"0"0"-7"0,0 0-9 0,0 0-11 0,0 0-1 15,1 0-1-15,-1 0 2 16,0-1 4-16,0 1 10 16,0-1 15-16,0 1 6 15,0 0-26-15,0 0-10 16,0 0 1-16,0 0-7 0,0 0 7 16,0 2-2-16,0 4 2 15,2-3-1-15,-1 1 0 16,2-2 0-16,0-2-3 15,3 0 5-15,-1-2 4 16,8-9 17-16,3-6 3 16,10-8-15-16,6-9-2 0,13-9-6 15,7-8-3-15,4-7-40 16,1-7-135-16</inkml:trace>
  <inkml:trace contextRef="#ctx0" brushRef="#br0" timeOffset="137969.12">2122 9615 47 0,'-3'0'10'0,"-1"0"2"0,2 0-4 0,1 0-3 0,-1 0-4 16,0 0 0-16,1 0-1 15,-3 0 0-15,2 0 1 16,-1 0-1-16,0 0 3 0,1 0 6 16,-1 0 0-16,0 0-5 15,0 0-2-15,0 0-2 16,-1 0 1-16,0 0-1 15,-1 0 0-15,-2 3 0 16,-1 1 1-16,-2 2-1 16,0 0 1-16,-1 1 0 15,0-1 0-15,1 0-1 0,0 2 0 16,2 0 2-16,-2 0-4 16,1 1 2-16,-1-1 2 15,0 2-2-15,-2 0-2 16,1 1 4-16,-1 1-1 15,2-2 1-15,-1 1 0 0,0 1-1 16,3-2 1-16,-1 2-1 16,2-2-1-16,3 2 0 15,-2-1 0-15,2 0 0 16,0 1 0-16,-1-1 1 16,2 0-2-16,-1 0 1 15,1 2 1-15,2-2-1 0,-1 1 0 16,2-1 0-16,0 0-1 15,0 1 2-15,0-1-1 16,0 2 0-16,2-1 0 16,-1 1 0-16,1 0-1 15,-2 2 2-15,1 0-1 0,-1-2 0 16,0 1 0-16,0-1 0 16,2-1 0-16,-2 0 0 15,2-1 0-15,1 2 0 16,-1-2 0-16,1 2 0 0,1 0 0 15,-1 0 0-15,-2 0 0 16,1 1 0-16,2-2 1 16,-3 1-1-16,2-1-1 15,-1 1 2-15,2 0-1 0,-3-2 0 16,3 1 0-16,-1 1 0 16,0 0 0-16,2-2 0 15,-1 1 0-15,-1-1 2 16,0 0-2-16,1-1 0 15,-1 0 0-15,0-2 1 16,1 1-1-16,1-1 2 0,-1 0 0 16,3-2 1-16,-1 0 3 15,2 0 0-15,-1 0 0 16,0-2-3-16,-1 2-2 16,2-1 0-16,1-1 1 15,-1 1-2-15,2-2-2 16,1 0 2-16,2-1 2 0,0 1-2 15,-1-2 1-15,1 0-1 16,-1 0 2-16,1-1 0 16,-3 1-2-16,2-1 3 15,0 0-3-15,-2 0 4 0,2 0-2 16,0 0 1-16,-2 0 0 16,1 0 0-16,1 0-3 15,-2 0 1-15,2 0 0 16,-2 0-1-16,-2 0 1 15,1 0-1-15,-1 0 1 16,0 0-1-16,-2 0 0 0,-2 0 1 16,2 0-2-16,-2 0 2 15,0 0-1-15,-1 0 2 16,2 0-2-16,0-1 0 16,0-1-3-16,0 0-2 0,-1-3-27 15,-3 0-59-15</inkml:trace>
  <inkml:trace contextRef="#ctx0" brushRef="#br0" timeOffset="138519">2231 10358 6 0,'1'3'17'0,"3"0"-3"0,-1 1-4 0,-1-1-3 15,1 1-1-15,2 1 0 16,-1-1 2-16,0 0-1 16,0 0-2-16,1-1-2 15,-2 3-2-15,-1-2 1 0,1 1 1 16,-1 3-1-16,1-1 0 16,-3 2 1-16,0 3 3 15,0 3 0-15,-2 4 3 16,-8 5 2-16,-6 9-5 15,-4 10 0-15,-7 14-4 16,-8 14-3-16,-9 16-2 16,-10 7-19-16</inkml:trace>
  <inkml:trace contextRef="#ctx0" brushRef="#br0" timeOffset="141934.15">11418 10074 9 0,'0'0'2'0,"0"0"2"0,0 0 6 16,0 0-8-16,0 0-1 0,0 0 4 16,0 0-5-16,0 0 0 15,0 0 1-15,0 0 4 16,0 0 10-16,0 0 5 16,-25-26-9-16,25 23-5 15,0 1-2-15,0 0-2 0,0 2 0 16,0 0 2-16,0 0-4 15,2 2 1-15,0 5-1 16,1 3 0-16,2 3 0 16,-2 1-1-16,1 5 1 15,1 2 0-15,-2 2 1 0,1 4-1 16,0 2 0-16,-1 3 2 16,3 5-2-16,-3 1 0 15,-1 3 0-15,3 1 0 16,-2 0-2-16,0-3 1 15,1-4 0-15,1-2 0 16,-3-6 2-16,1-3-1 16,-1-1 1-16,-1-4 0 15,1-1-1-15,-2 0-3 0,0-3 6 16,0 1 0-16,0-3-3 16,0-1 2-16,0 0-1 15,0-4 1-15,0-1 0 16,0-2 1-16,0-1-3 0,1-1 0 15,0-1 0-15,0 0 0 16,1-1-1-16,-2 0 0 16,2 0 0-16,-1-1-2 15,1 1 0-15,-1 0-2 16,2-1-6-16,-2 0-75 0</inkml:trace>
  <inkml:trace contextRef="#ctx0" brushRef="#br0" timeOffset="142396.39">11509 10776 89 0,'0'0'6'0,"0"0"-2"0,0 0-1 0,0 0-1 16,30-9 0-16,-18 7-2 0,2-1 0 16,4-1 1-16,3 3-1 15,4-1 0-15,5-2 0 16,6 0-1-16,4 0-3 15,5-3-1-15,4-4-6 16,5 0 3-16,4-3-3 16,3-2-23-16</inkml:trace>
  <inkml:trace contextRef="#ctx0" brushRef="#br0" timeOffset="148653.13">12050 11087 100 0,'0'-2'1'0,"0"0"1"0,0 0 20 0,0 1 11 16,0-2-23-16,0 1-4 16,0 1 16-16,0-1 0 15,0 0-13-15,0 1-8 16,-2-1 0-16,2 2-2 0,0 0 0 16,0 0 1-16,0-1-1 15,0 0 1-15,0 0-1 16,0-1 3-16,0 0 0 15,0-1 0-15,3 0-1 16,1 0-1-16,0-1 2 0,-1-1-1 16,2 2 0-16,-2-1-1 15,0 0 0-15,1 1 0 16,-1-1 2-16,1 2 0 16,1-1 0-16,-1 0 0 15,2 3-1-15,-2-2 1 16,0 2-2-16,2 0 0 0,0 0 0 15,-2 0-2-15,2 0 2 16,-1 2 0-16,2 1-1 16,-3 0 4-16,3 1-5 15,2-1 4-15,-4 3-2 0,3-2 0 16,-3 1-3-16,1 0 1 16,-1 0 2-16,-1 1-2 15,2 0 1-15,-3 0 3 16,1-1-6-16,0 2 11 15,-1 0-7-15,0-1 4 16,1 0-3-16,-1 1-1 0,0-1 1 16,-1 0 0-16,0 0-2 15,0 1 1-15,0-1 1 16,-1 1-4-16,1 0 5 16,-2-1 2-16,1 1-3 0,0-2 0 15,0 0 1-15,-1 0 1 16,0 0-2-16,2 1 1 15,0 0-2-15,-2 1 1 16,0 0 0-16,0 1 0 16,0 2 0-16,0 2 0 0,0-3-1 15,0 0 1-15,-2 1 1 16,0-1 1-16,2-2-1 16,-3 0 0-16,3 0-1 15,-1 1-1-15,0-1 1 16,1 1-2-16,-1 0 2 0,1 0-1 15,0 1 0-15,-2 0 0 16,2 1-1-16,-2-1 2 16,2 0-1-16,0 1 0 15,0-3 0-15,0 3 0 16,0-2 0-16,2 2 0 0,1 0-1 16,1 3 1-16,1-3 0 15,-2 1 0-15,2-2 0 16,-1-1-2-16,1-3 0 15,0 0 2-15,1-2 0 16,0 2 0-16,1 0 0 16,2 2 0-16,-2-1 1 0,1 1 0 15,1-3 0-15,0 0-6 16,1-3-2-16,-1 1 7 16,1-2 1-16,-1 0 2 15,-3 0 1-15,2 0-7 16,-2 0 8-16,-2 0-4 0,2 0-3 15,-5 0 2-15,2 0-1 16,-2 0 2-16,-1 0 0 16,0 0 1-16,0 0 0 15,0 0 1-15,0 0 2 0,0 0-1 16,0 0-4-16,0 0-1 16,-1 2 6-16,0 0-5 15,-1 1 0-15,1 2 1 16,-2 0-1-16,3 1 0 15,-1 0-1-15,0 1 1 16,0 2 0-16,1-1 0 0,0 1 0 16,0-1 0-16,0 3-3 15,0-2 3-15,0 1-1 16,0 1-1-16,0 2 3 16,1 2-2-16,2 3 1 15,0 1 0-15,0 1-17 16,1-1 19-16,1 0-2 0,0-1 1 15,2-2-1-15,-3 2 0 16,4 3 0-16,0 0 1 16,0 2-1-16,-1 0-3 15,0-2 5-15,2-1-2 0,-2-2 0 16,1 2 1-16,-1-2-1 16,0 0 2-16,2 0-1 15,-4 1 1-15,3 4-1 16,-1 2-1-16,-2 1 0 15,-2 1-3-15,2 1 2 0,-3 0 3 16,-2 0-1-16,0-3 1 16,-2 1 5-16,-4-1-4 15,-1-2 8-15,-2-2 0 16,-1-3-1-16,-1-1-4 16,-2-1-3-16,0-1-1 15,0-1 1-15,0-1 0 0,-3 0-1 16,1-1 0-16,0-2-1 15,0 1-1-15,-1-1-2 16,0-1-9-16,-2-1-16 16,-2-2-39-16,-4 1-74 15</inkml:trace>
  <inkml:trace contextRef="#ctx0" brushRef="#br0" timeOffset="152095.71">15301 3322 48 0,'0'0'43'0,"0"0"-11"0,0 0 4 15,0 0-23-15,0 0-7 16,0 0 5-16,0 0 3 0,0 0 6 16,0 0-3-16,0 0-4 15,0 0-15-15,-12-16-1 16,17 13 0-16,2-2 5 15,1 0-2-15,0 1 1 0,0-1-2 16,0 2 2-16,0 0-1 16,-1 0 2-16,0 1-2 15,0 0-1-15,3 1 1 16,0 0 0-16,3 0 1 16,2 1-1-16,-1 0 0 0,0 0 1 15,3 0-2-15,-3 5 1 16,0 1 0-16,-1 1-1 15,0 2 0-15,0 1 1 16,0 1-1-16,0 1 1 16,1 2-2-16,1 1 2 0,-1 1 0 15,1 0-1-15,-2 2 0 16,-1 0 1-16,1 2 1 16,1-1-2-16,-4 1 1 15,-3 0-1-15,-1 2-1 16,-4-1-1-16,-2 1-2 15,0 1 1-15,-2 0 0 0,-5 1 11 16,-2 0-7-16,0 0 1 16,-1 1 1-16,0-1-1 15,0 0-1-15,0-1 0 16,1 1 0-16,1-3 1 0,0 2-1 16,1-2 0-16,2 1 0 15,-1 1 0-15,2 1 0 16,-2 2 0-16,1 0 0 15,1 2 0-15,-2-1 0 16,0 1 0-16,1 1 0 16,-1-2 0-16,2 4 1 0,1-1-1 15,-1 3 0-15,2 1 0 16,1 1-1-16,1 0 2 16,0 0-1-16,0-1 0 15,0 3-1-15,0-1 2 0,0 0-1 16,0 2-1-16,3-1 0 15,4-1 0-15,0 0 1 16,0-3 0-16,1-1 1 16,2-3-2-16,2-2 1 15,1-1-2-15,2-3 4 16,0-3-1-16,2-2 0 0,3-3 0 16,-2-1 0-16,0-3 2 15,0-2-1-15,0-1 0 16,-6-2 0-16,0-1-2 15,-3 0 0-15,-2 0 1 0,-1 0-1 16,-3 2 2-16,-2 0-2 16,-1 2 1-16,0 1 0 15,-4 3-2-15,-5 2 9 16,-1 3-5-16,-2 1-1 16,-2 2-2-16,1 2 0 15,0 2 0-15,1 0 1 0,2 1-1 16,2 2 0-16,-2 0 0 15,1 0 1-15,1 1-1 16,-1 3 1-16,1 0-1 16,0 1 1-16,1 0-1 15,-2 0 0-15,2 0 1 0,3-1 0 16,-3-1 0-16,4 2-1 16,-1-1 1-16,0 2-1 15,2-1 0-15,2 0 0 16,-2 1 0-16,2-2 0 15,0 2 0-15,0 0 2 0,0 1-2 16,3 2 0-16,2 0 0 16,0-1 1-16,2 2-1 15,2 1 0-15,-3-1 1 16,2 2-1-16,-1-2 0 16,0 2 0-16,2 1 1 0,-1 0 0 15,0 1 0-15,1 1 0 16,-3 1 1-16,1-1-1 15,0 0 1-15,-1 0 1 16,-1-3-2-16,0-4 0 16,-1-2 2-16,-1-2 1 15,-1-2 1-15,-2 1-2 0,0-1 0 16,0 0-1-16,0-2-2 16,-6 0 3-16,0-2-1 15,-3-1-1-15,-1-2-1 16,-1 2 1-16,-1-2-1 0,-3-3 0 15,2-2 1-15,-1 0 1 16,-2-3 0-16,2-2 6 16,-4-3-2-16,0 2-1 15,-1-2-1-15,-2-1-2 16,-2 1-1-16,-4-1-1 0,-3 0 0 16,-4 2-1-16,-2 0-12 15,-6-1-26-15,-6-2-136 16</inkml:trace>
  <inkml:trace contextRef="#ctx0" brushRef="#br0" timeOffset="211173.4">17714 4124 204 0,'-1'0'33'0,"1"0"-6"0,0 0-15 0,0 0-5 0,0 0-5 15,0 0 3-15,0 0-1 16,0 0-3-16,0 3-1 16,0 0-1-16,0 2 2 15,0 2-1-15,0 3 2 0,0 1-1 16,0 3 0-16,0 1 1 16,1 2-2-16,2 2 1 15,-2 0 0-15,2-2-1 16,0 2 1-16,-1-3 0 15,1 0-1-15,-1-3 0 0,0 0 2 16,-1-4-3-16,0 0 1 16,-1-2 1-16,0-2 0 15,0-2 0-15,0 0 0 16,0-2 2-16,0-1 1 16,0 0 5-16,0 0 5 0,-1 0-3 15,-2-5-1-15,1-1-4 16,-1-2-1-16,1-1-1 15,1-3-1-15,-3-1-2 16,2-1 1-16,0 0-2 16,1 1 0-16,-2-1 0 0,1 0 0 15,0 1 1-15,1 0-1 16,1 0-1-16,0 2-1 16,0-3 2-16,0 1-1 15,2 0 1-15,3 0-1 16,-2 0 2-16,1 0-2 15,1 2 1-15,0 0-1 0,0 0 0 16,0 1 1-16,0 2 0 16,0 0 0-16,0 1-1 15,0-1 1-15,0 2-1 16,0 0 1-16,1 1-2 16,-2 0 2-16,2 2 0 0,-2-1 0 15,2 1 0-15,-1 1-1 16,1 1 1-16,2 1-1 15,-3 0 0-15,2 0 0 0,0 0-1 16,0 2 1 0,-1 2-1-16,-1 1 2 0,1 1-2 15,0 0 2-15,-1 2 0 16,3 0-1-16,-2 1 1 16,2-1-1-16,0 0 2 15,-1 1-1-15,0 0 0 16,0-2 0-16,-3 1 0 0,2 0 0 15,-2-1 0-15,1 1 0 16,-3-2 0-16,1 0-1 16,-1-1 1-16,-2 2-2 15,1-1 2-15,-1 1 0 16,0-1 0-16,0-1 2 16,0 1-2-16,0 0 0 0,0-1 1 15,0-2-1-15,0 2 0 16,0 0 0-16,0-2 0 15,0 0 0-15,0-1 1 0,0 0-1 16,0 0 0-16,0-1 2 16,0 0-2-16,0 1 0 15,0-1 0-15,0 0 0 16,0-1 0-16,0 2 0 16,0-2 0-16,0 0 0 15,0 0 1-15,0 0-1 0,0 0 1 16,0 0 0-16,0 0-1 15,0 0-2-15,0 0-5 16,0 1 1-16,0-1 2 16,0 0 4-16,0 0 1 15,-1 0 1-15,0 0 1 0,1-1 1 16,0-2 3-16,0-1-2 16,0-2 0-16,0 0-3 15,0 0-1-15,0-2-1 16,1 0 0-16,2 0 0 15,-1 0 0-15,1 0 0 16,2-1 0-16,-1 0 0 0,2 0 1 16,-2 0-2-16,2-1 2 15,1 0-1-15,-1 0-1 16,3 2 1-16,-2-2 0 16,0 3-1-16,1 0 0 0,-2 1 1 15,0 2 0-15,0 0 0 16,0-1 1-16,0 3-1 15,0-1-1-15,0 3 1 16,2 0-1-16,-2 0-2 16,0 0 2-16,2 0-1 15,-2 4 1-15,2 2 0 0,2 0 0 16,-4 1 0-16,2 2 1 16,0 1 0-16,0-1-1 15,0 3 1-15,-3-1 0 16,0 0 0-16,0 0 0 0,-1 0-3 15,-1 1 3-15,-1-2 0 16,0 1 0-16,-1 0 1 16,1-1-1-16,1 1 0 15,-3 0 0-15,2 1 0 16,-2 0 0-16,0-1 0 16,0 1 2-16,0-1-2 15,0-1 0-15,0 0 0 0,0 0 0 16,0-2 0-16,0-1 0 15,0-1 0-15,0-1 0 16,0-1 0-16,0-1 1 16,0 0-1-16,0 1 0 0,0-3-11 15,0-1-48-15,2 0-88 16</inkml:trace>
  <inkml:trace contextRef="#ctx0" brushRef="#br0" timeOffset="212071.54">18372 4032 135 0,'0'0'12'0,"0"0"3"0,0 0-12 0,0 0-5 16,0 0 1-16,1 0 4 15,-1 0-3-15,2 1 2 16,-2 4 1-16,0-2-2 15,2 2 2-15,-1 0-2 16,0 0 1-16,0 2 0 0,0-1 4 16,1-1 5-16,0 3-4 15,-2 1 2-15,2-1 1 16,-1 1-1-16,0 0-1 16,0 3 1-16,0-1-1 15,1 2 0-15,0 0-5 0,-2 2-1 16,0 0-1-16,0 0-1 15,0 2 2-15,0-1 0 16,0 1-1-16,0-1-1 16,0-3 1-16,-2-1-1 15,1 1 1-15,1-4-1 0,0-1 1 16,0-2-1-16,0-2 1 16,0 0 0-16,0-2 1 15,0-2 2-15,0 1 2 16,0 0-1-16,0-1 0 15,0 0 1-15,1 0-1 16,2 0 2-16,0 0-3 0,3 0 2 16,-1 0-4-16,2 0 1 15,3 0-1-15,0 0 2 16,2 0 0-16,0 0 0 16,2 0 1-16,-1 0 1 0,2-2-1 15,2 0-2-15,0-1-1 16,-1 2-1-16,2 0 0 15,-4-2-1-15,2 3 2 16,-4-1-2-16,1-1 1 16,-2 2-1-16,0-1 0 15,-1 0 0-15,-3 1 0 0,1 0-1 16,-2-1-3-16,-1-3-33 16,-2-1-114-16</inkml:trace>
  <inkml:trace contextRef="#ctx0" brushRef="#br0" timeOffset="213153.12">19224 4095 149 0,'-4'0'5'0,"-3"0"3"0,0 0 3 0,2 0-5 0,-1 0 2 16,0 1-3-16,1 0 5 16,0-1-1-16,1 2-4 15,1-1-2-15,1-1 1 0,1 2-4 16,0 0-1-16,1-2 1 15,0 1 0-15,0 1-1 16,2-2-2-16,6 0 10 16,-1 0-1-16,6 0-2 15,-1 0-3-15,5 0 0 16,1 0 1-16,4 0 2 0,3 0 2 16,3 0-1-16,3 0 0 15,2-1-2-15,3 0-1 16,2 1-1-16,3-1 0 15,2 1-1-15,2-2 1 0,3 1-1 16,1 0 0-16,-2 0 0 16,2-1 1-16,-2 0 0 15,-2 0 7-15,-1 0-2 16,-1 0 1-16,-2 0 0 16,-1-1 1-16,-3 1-2 0,-1-1-4 15,-2 1 0-15,-3-1-2 16,-5 2 1-16,-3 0-1 15,-3 0 1-15,-5-1-2 16,-2 2 1-16,-4 0-4 16,-2 0-30-16,-5 0-54 0</inkml:trace>
  <inkml:trace contextRef="#ctx0" brushRef="#br0" timeOffset="213524.26">20236 3985 31 0,'0'0'120'0,"0"0"-116"0,0 0 7 0,35 0 0 0,-26 0 2 15,2 3-2-15,-2-1 4 16,2 1 3-16,-1 1-3 16,-1 1 0-16,1 1-8 15,-2 2-1-15,-1 2-4 16,-2 0-1-16,-4 0 0 0,-1 3-2 15,0 0-2-15,-6 1 0 16,-9 1-12-16,-5 1-8 16,-6-1-62-16</inkml:trace>
  <inkml:trace contextRef="#ctx0" brushRef="#br0" timeOffset="214047.92">19190 3997 59 0,'0'0'108'0,"0"0"-98"0,0 0 13 0,0 0-8 0,-31 1-9 15,25 6-4-15,-1 1-2 16,-1 3 2-16,0 1 0 0,0 1 2 16,2 1 2-16,-2 0-1 15,3 0 2-15,1-1 2 16,3-2 2-16,1 1-3 15,0 1-2-15,8-3 0 16,4 2-1-16,6 1-2 16,5-3 2-16,7 1-2 0,4-4-3 15,6-1-40-15,3-4-103 16</inkml:trace>
  <inkml:trace contextRef="#ctx0" brushRef="#br0" timeOffset="214555.7">20901 3896 303 0,'0'0'7'0,"0"0"-7"0,0 0-1 0,0 0 0 15,0 0-1-15,5 34 2 16,-4-21 2-16,-1 2-1 15,0 1-1-15,0 1 0 16,0-2 0-16,0 2 0 0,0-4-1 16,0 1-10-16,0-1-14 15,0-3-11-15,-2-3-35 16,0-3-94-16</inkml:trace>
  <inkml:trace contextRef="#ctx0" brushRef="#br0" timeOffset="-214388.79">20901 3892 120 0,'0'0'4'0,"0"0"10"16,36-13 1-16,-20 8-2 0,0 3 0 16,2-1-2-16,1 2 3 15,1-1-7-15,1 2-5 16,1 0-1-16,-2 0-1 16,-2 6 1-16,-4 1-3 15,-1 2 1-15,-1 0 2 0,-3 3-1 16,0-1 0-16,-2 1 2 15,1-1 1-15,-3 2 1 16,0-4-3-16,-3 1-1 16,-1 0 1-16,0-1 2 15,-1 0 4-15,0-1 0 0,-1 2 2 16,-6-2-4-16,1-1-1 16,-4 1 1-16,1-2-3 15,-2 0 2-15,-1-3 0 16,-2 2-1-16,0-2 2 15,-2 1-2-15,0-1-2 16,-4 0 2-16,2 1-3 0,-1-1 1 16,2-1-1-16,2-1 1 15,2 3 0-15,1-3 0 16,3 1-1-16,0 0 1 16,3-1-1-16,2 1-2 15,2-1-1-15,2-1-16 0,0 0-39 16,0-1-79-16</inkml:trace>
  <inkml:trace contextRef="#ctx0" brushRef="#br0" timeOffset="-213485.71">21361 3843 102 0,'0'0'30'0,"0"0"-21"0,0 0-5 16,0 0-3-16,0 0 0 15,0 0 7-15,0 0 12 0,0 0-2 16,0 0-6-16,0 0-3 16,0 0 5-16,0 0-6 15,1-2-6-15,-1 2-2 16,0 0 0-16,0 3 7 0,0 2-1 16,0 1-3-16,0 3-2 15,0-1-1-15,1 2 1 16,1 0 0-16,-2 0-1 15,0 0 0-15,1 0 1 16,1 0 0-16,-2 0 2 0,1 0-1 16,-1-2 0-16,1 1-1 15,-1-1 1-15,0 0-2 16,0-2 0-16,0 1 1 16,0 0-1-16,0-1 1 15,0 1-1-15,0-1 0 16,0-1 1-16,0-1-1 0,0-1 2 15,1 0-1-15,-1 0 0 16,1-1 1-16,2 0-1 16,-1 0 0-16,0-1 1 15,1 0-2-15,0 1 2 16,0-2 2-16,1 1-2 16,1-1 2-16,-1 0-1 0,2 1-2 15,0-1 0-15,1 0-1 16,0 0-1-16,3 0 2 15,-1 0-1-15,2 0 0 16,1 0 2-16,0 0-4 0,2-2 7 16,0 0-4-16,0-1 1 15,3 0-1-15,-2 0 2 16,3 1-1-16,-3-2 2 16,0 0 3-16,0 2 3 15,-1-2 0-15,-1 1-4 16,-1 1-3-16,-1 0-2 15,-1 2-2-15,0 0-2 0,-3-2-49 16,-2-2-240-16</inkml:trace>
  <inkml:trace contextRef="#ctx0" brushRef="#br0" timeOffset="-208637.91">18407 3590 51 0,'2'0'23'0,"-2"0"5"0,0 0-8 0,0 0 3 15,0 0-7-15,0 0-5 16,0 0 5-16,0 0 0 16,0-1-6-16,0 0-3 15,0-1-1-15,0 1-2 16,0-2-3-16,-1 3 1 16,1-1-2-16,-2-1 1 0,1 1 1 15,1 0 3-15,-3-1 1 16,0-1 0-16,1 1-2 15,1-1 2-15,-2 1 0 16,1-1-2-16,0 0-1 0,-1 0-2 16,0-1-1-16,-1 1 1 15,0-1-1-15,-2 1-1 16,1 1-1-16,-2-2 1 16,0 0-3-16,0 2 4 15,0-1-1-15,1 2 3 0,-1-1-2 16,0-1 4-16,2 1-4 15,-1 0-4-15,0 1 7 16,-2-1-2-16,0 2-6 16,0-1 6-16,-2-1-2 15,-2 2 1-15,0 0 1 16,0 0-3-16,-3 0 2 0,1 0 1 16,-1 0 0-16,-1 0 1 15,0 0-1-15,0 0-1 16,-3 0-3-16,1 1 3 15,1 1 2-15,-1 0-1 16,1-1-1-16,2 2 2 16,-1-1-1-16,2 0 0 0,-3 0 0 15,3-1 0-15,-2 2 0 16,1-2-1-16,-2 2 1 16,2-1-1-16,-2 0 1 15,0 1-1-15,0 1 1 0,0 0-1 16,1 2 0-16,-2-2 1 15,0 2-1-15,2-1 0 16,0 0 0-16,0 2 2 16,-1-1-2-16,-1 1 2 15,3 1 0-15,-4 1-1 16,2-1-1-16,-1 3 0 0,1 1 0 16,0-1 0-16,1 1 0 15,-3 1 0-15,1 2 0 16,0 0 0-16,1 1 1 15,-2 1-1-15,0 0 0 0,2 0 0 16,1 0 0 0,-2 0 1-16,1-1-1 0,0 2 0 15,1-2 0-15,1 1 0 16,-2-1 2-16,3 0-2 16,0 1-2-16,2 0 4 15,0-2-1-15,2 1-1 0,2 0 1 16,2-1-1-16,0 1 0 15,2 1 3-15,1-2-3 16,-1 1 1-16,1 1 0 16,-1-1-1-16,2 1 0 15,0-2 0-15,0 0 1 0,1 1-1 16,1-2 1-16,0 0-1 16,0-1 1-16,0 0 0 15,4 1 1-15,0-1-2 16,2-2 0-16,0 3 2 15,-1-1-1-15,1-2-1 0,0 3 2 16,1-3-2-16,-1 2 1 16,0 0-1-16,1-1 0 15,2-2-1-15,-3 2 2 16,1-1-1-16,1 1 0 16,-1-1 1-16,2 0-2 0,0 0 0 15,-1 0 1-15,1-1 2 16,1 1-1-16,-1 1-1 15,0 0-1-15,4-2 1 16,-3 1 2-16,3 1-6 16,-2 0 5-16,2 0-1 15,0-1 3-15,0 2-2 0,1-1-1 16,-1 0 0-16,1-1 1 16,-2 0-1-16,1-1 0 15,0-2 0-15,1 1 1 16,-1-3-5-16,1 1 3 15,1-1 1-15,0 1 1 0,0-1 0 16,0 0-2-16,1 2 3 16,-2-1-1-16,3-1-1 15,-4 2 1-15,1-3-1 16,1 1 0-16,-1 0-2 16,2-1 0-16,0-2 3 0,1 1 2 15,2-1-6-15,-2 0 3 16,1-3 1-16,2 0 0 15,-1 0-1-15,2 0 2 16,0 0 0-16,1 0-1 16,-1 0-1-16,1 0 0 15,1 0 1-15,-1-3-1 0,0-1 3 16,2-1-3-16,2 0 0 16,-3-1 0-16,2-1 0 15,2 0 0-15,-3 0 0 16,3-2 0-16,-5 1 0 0,2 0 0 15,0-1 0-15,-1-1 0 16,1 2 0-16,-1-2 1 16,1 1-1-16,-1 0 0 15,-2-1 1-15,1-1-1 0,0-1 2 16,-2 0 1-16,1-1 0 16,-1-2-1-16,-1 0 1 15,0 0-2-15,-1 0-1 16,-3 1 1-16,0-1-1 15,-2 0 1-15,-3 2-1 16,-1-2 0-16,-2 2 1 16,0-2 2-16,-3 0 1 0,2-1 1 15,-2-1-1-15,2-3-1 16,-2 2 1-16,1-3 2 16,-1 1-3-16,1-2 3 15,-1 1-2-15,2 1 1 16,-2 0-1-16,2 2-2 0,-2 0-1 15,0 0 2-15,-1 1-3 16,-1 1 1-16,0-1 0 16,-1 1 0-16,0-1 0 0,-1 0 0 15,0-1-1-15,0-1 1 16,0-1-1-16,0-1 1 16,0 0-1-16,0 0-1 15,-2-2 1-15,1 1 0 16,-2 2-2-16,-1-1 2 15,-1 1-1-15,-3 2 0 16,-1 0-3-16,-3 1 2 0,0 1 4 16,-4-2-2-16,-1 1 0 15,-2-1 2-15,-5 0 2 16,-2 0-1-16,-5 1-3 16,-3 2-5-16,-8 2 0 15,-6 3-17-15,-7 5-13 0,-10-1-25 16,-9 2-115-16</inkml:trace>
  <inkml:trace contextRef="#ctx0" brushRef="#br0" timeOffset="-203926.01">21593 3453 111 0,'-1'0'11'0,"-3"0"13"0,4-3-12 0,0 1-7 0,0 2-3 16,0-2-2-16,0-1 0 15,0 2 0-15,0-1 0 0,0 0 1 16,0 0 0-16,0-1-1 16,0 2 3-16,0 0-2 15,0-2-1-15,0 2 3 16,0-1 0-16,-1 0 3 15,1 1 3-15,-2-1 4 16,1 0-3-16,0-1 3 0,1 1-7 16,-3-1-2-16,1 1-1 15,-1-1-1-15,1 0-2 16,-3-1 0-16,1 1 1 16,-2-3-1-16,0 2 0 15,-2-1 1-15,1-1 2 0,-3 1 1 16,3 0 1-1,-4-2-1-15,3 4-1 0,-2-3 0 16,1 2-1-16,0 2-2 16,0-1 1-16,-1-2-1 15,0 2-1-15,-1 1 2 0,-1-1 0 16,0 0 2-16,0 0-1 16,0-1 1-16,-1 2-1 15,0-1-1-15,0 1 0 16,0-1-1-16,-1 3 2 15,0-2-2-15,-1 0 1 0,0 2-1 16,1 0 0-16,-2 0 0 16,1 0 0-16,0 0 0 15,-1 0 0-15,2 4 0 16,-2-2 0-16,1 1 0 16,1 0 0-16,1 1 2 0,-2 1-4 15,0-1 2-15,0 2 0 16,0 1 2-16,-1 0-4 15,0 0 2-15,-2 2 0 16,1 1 0-16,0-1 0 16,-1 2 0-16,0 1 0 15,-1 2 0-15,0 0 0 0,1 2 2 16,-1 0-2-16,1 0 0 16,1 1 0-16,0 2 0 15,1-2 1-15,1 4-2 16,-2-2 2-16,3 2-1 15,1 0 1-15,1 2-1 0,2-2 0 16,2 1 2-16,0 1-1 16,1-1 0-16,2 1 0 15,-2 0-1-15,1-1 2 16,-1 0-2-16,2-1 0 0,0 2 0 16,1-2 0-16,1 1 1 15,2 1-1-15,0 0 1 16,1 0 1-16,0 1-2 15,1-3 0-15,5 0-2 16,1-1 4-16,0-1-2 16,1 0 0-16,0-1 1 0,0 1 0 15,0 0-1-15,0 2 0 16,0-1 1-16,2 2-1 16,-2 1 0-16,1 0 0 15,1-1 0-15,2 1 0 16,-1-2 0-16,3-1-2 0,-3-3 2 15,2-2-1-15,0-2 2 16,0 0-2-16,0-2 2 16,1-1 1-16,2-1 0 15,0 1 0-15,2 1 0 16,3 0 0-16,-1 1-1 0,2 0 1 16,-1-1-2-16,2 1 0 15,1-1 0-15,-3-2 0 16,0-1 0-16,2 2-2 15,-1-2 0-15,3-1 2 16,-1 0 2-16,4-1 0 0,-1 1-1 16,2-1-1-16,0 0 0 15,1-1 1-15,2-1 0 16,-1-1-1-16,2-1 0 16,-1 0 1-16,3-2-1 15,-2 0 0-15,-1 0-1 16,0 0 1-16,-2 0 1 0,-1-1-1 15,-2-3 1-15,0 1 1 16,-2-2 0-16,1-1 0 16,-3 0 2-16,1-4-3 15,-1 2 0-15,1-4 1 16,-3 0-1-16,-1-2 0 0,1-1 0 16,-1-1-1-16,-1-1 1 15,-2 0 0-15,0-1-1 16,0 0 1-16,-4 1 1 15,1-1 4-15,-1-2 2 0,-2 0 2 16,0-1-4-16,-1-1-1 16,-2 0-4-16,1-2 0 15,-2-2-1-15,1 1 1 16,0-1-2-16,0 1 2 16,1-1-2-16,-2 1 2 15,1 0-1-15,-3 2 0 0,0 0 1 16,-3 3 0-16,0 2 6 15,-2 1 4-15,0 1 0 16,0 1-4-16,0-1-1 16,0 2-3-16,0 0 0 15,0 0-3-15,0 1 0 0,0 0 1 16,0 1-1 0,-2-1 0-16,1 0 0 0,0 1-1 15,-2-1 1-15,0 0-1 16,1 1 1-16,0-2 0 15,-1 0 0-15,0 1-2 0,1 0 2 16,0 0-2-16,-3 1 2 16,2 0 0-16,-3 0-1 15,2 1 0-15,0-2 2 16,-3 2-2-16,1 0 2 16,0-1-4-16,-3 0 3 15,0 0-2-15,0 1-1 0,-2-1 0 16,-2 0 0-16,-2-1 5 15,0 0-3-15,-4 1 2 16,-2-1 1-16,-1 0-2 16,-4-1 0-16,-2 2-1 0,-6 0-1 15,-2 2-5-15,-5 2-6 16,-3 2-24-16,-4 0-11 16,-2-2-59-16</inkml:trace>
  <inkml:trace contextRef="#ctx0" brushRef="#br0" timeOffset="-202744.14">22119 3326 9 0,'0'2'26'0,"0"-1"-10"0,0 1-5 15,0 1-2-15,0 0-3 16,0-1 1-16,0 1 0 0,0-1 2 16,0 1-3-16,0-1-2 15,0 0 3-15,0-1 2 16,1 1-1-16,2 0-3 15,-2-1 0-15,1 1-3 16,3-2 0-16,-2 1 0 16,3-1 1-16,-2 0-1 15,4 0 0-15,1 0 1 0,1-5 2 16,4-1 1-16,3-1 10 16,0-4-2-16,8 2 1 15,1-4 0-15,8-3 1 16,6-2-6-16,9-2-3 0,8-5-6 15,3-5-1-15,7-6-27 16</inkml:trace>
  <inkml:trace contextRef="#ctx0" brushRef="#br0" timeOffset="-200939.83">16282 4260 87 0,'0'0'15'0,"0"0"3"0,0 0 2 0,0 0 3 15,0 0 2-15,0 0-2 16,0 0-3-16,0 0-8 16,0 0-3-16,0 0-7 15,0 0-3-15,0 0 0 16,0 0 1-16,0 0 0 16,-4 1 0-16,4-1-1 0,0 0 3 15,1 0-1-15,2 0 4 16,0-4 0-16,1-2-3 15,-2-1 0-15,0-1-1 16,3 1 0-16,-2-2 0 16,-1 0 0-16,0-1-1 15,1 1 2-15,-1 0-2 0,-2 1 1 16,1 1 0-16,0 1 0 16,0 2-1-16,-1 1 1 15,0 0-1-15,0 2 0 16,0 1 0-16,0 0-1 0,0 0-8 15,0 4 5-15,0 2 5 16,0 1-1-16,0 3-1 16,0 2 1-16,0 1 0 15,0 0 0-15,0 3 0 16,0-1 0-16,0 2 1 16,0 0 0-16,1 1-1 0,0-1 1 15,-1 0-1-15,1-1 0 16,0-2 0-16,-1 1 0 15,1-4 1-15,-1-1-1 16,0-1 0-16,0-3 0 16,0-1 0-16,0 0 1 0,0-1-2 15,0 0-8-15,-5-2-36 16,0-2-47-16</inkml:trace>
  <inkml:trace contextRef="#ctx0" brushRef="#br0" timeOffset="-200712.44">16269 4429 165 0,'0'0'14'0,"0"0"8"0,0 0-4 0,0 0-2 15,0 0-10-15,0 0 0 16,0 0-5-16,0 0 1 15,31-12-1-15,-26 11-1 16,2-1 0-16,1 0 0 16,0 1-1-16,2-2-23 0,-3-1-58 15</inkml:trace>
  <inkml:trace contextRef="#ctx0" brushRef="#br0" timeOffset="-199710.1">16367 3932 92 0,'0'0'21'0,"0"0"-11"0,0 0-6 0,0 0 4 0,0 0-3 15,0 0 0-15,0 0-2 16,0 0 0-16,0 0 0 16,0 0-2-16,29-10 1 0,-23 10-1 15,0 0 0-15,2 0-2 16,0 5 1-16,-1 0-1 16,0 1-1-16,1 1 2 15,1 2 2-15,-2 0-1 16,-1 1 1-16,0 0 3 15,-1 2-3-15,2 1 3 0,-4 2-2 16,1 0-1-16,-1 1 0 16,0 2-1-16,0 2 1 15,1 2-2-15,-3 1 1 16,1 2-1-16,0 0 2 0,0 1-1 16,1 0-1-16,-2 0 1 15,0 1 0-15,-1-1 0 16,0 1 0-16,0-2 1 15,0 1-1-15,-2 2 4 16,-4-3-4-16,0 3 0 0,-2-2 1 16,1 1 0-1,-1-2-1-15,1-1 0 0,-2-2 1 16,2-1-2-16,-2-1 1 16,1-4 0-16,-1 1 0 15,-1-5 0-15,0 1 3 16,1-5 2-16,2-1 3 0,1-2 2 15,0-3 5-15,4-1 8 16,-1-1 5-16,-1 0-24 16,1 0-3-16,-4 0-41 15,0-3-190-15</inkml:trace>
  <inkml:trace contextRef="#ctx0" brushRef="#br0" timeOffset="-176092.76">18071 3618 56 0,'2'0'5'0,"-2"0"-4"0,2 0 1 0,-1 0 0 16,1 0 1-16,0 0 0 15,1 0-1-15,-1 0 2 0,1 0-3 16,0 0 1-16,1 2-2 15,-3 0 1-15,2-1 0 16,-1 4 1-16,2-2-1 16,-3-1 0-16,1 2 0 15,0-2 0-15,1 0 1 0,1-2 2 16,-3 0 9-16,1 0 23 16,5-2 7-16,0-6-5 15,4-5-9-15,3-4-12 16,8-5-2-16,6-6 7 15,4-6-10-15,9-7-6 16,7-4-2-16,8-6-4 16,5-9 0-16,2-9-76 0</inkml:trace>
  <inkml:trace contextRef="#ctx0" brushRef="#br0" timeOffset="-174868.82">21967 3394 1 0,'2'-2'16'0,"0"2"14"0,1-2-1 15,-2 1-2-15,-1 1-1 16,1-1-14-16,-1 0-5 16,1 1-4-16,0-1-3 15,-1 1 0-15,0 0-1 0,1 0-11 16,-1 0 0-16,0 2 7 16,0 0 1-16,0 3 11 15,0-2-4-15,0-1-1 16,2 0 1-16,-1 0 0 15,1-1 3-15,0-1 6 0,2 0 2 16,1 0 2-16,2 0-4 16,2 0-5-16,1-4-1 15,2-2 3-15,2 0-3 16,0-3-6-16,6-4 8 16,1 0-3-16,4-5 0 0,5-4-2 15,3-3 0-15,6-6-3 16,7-5 0-16,2-5-5 15,5-1-26-15,0-5-73 16</inkml:trace>
  <inkml:trace contextRef="#ctx0" brushRef="#br0" timeOffset="-171515.73">16419 5714 52 0,'-6'5'9'0,"0"-2"12"0,2-1-6 0,-2 0-1 16,1-1-2-16,0-1-2 15,0 0-4-15,0 0 2 16,2 0 7-16,1 0 5 16,-2-2-1-16,3-2-5 0,1-1-8 15,0-2-3-15,0 1 2 16,0-2-3-16,0 1 1 15,1 0-6-15,3 1 8 16,-1-1-7-16,2 3 4 16,0-2-3-16,0 3 3 15,1 0-1-15,0 1 0 0,-1 0-2 16,2 2 4-16,1 0-2 16,-3 0-1-16,3 0 1 15,-1 0-1-15,-1 4 1 16,1 2-1-16,0 0 0 15,-1 0 1-15,1 1-1 0,-2 0 2 16,1 0-5-16,-3 1 4 16,0-1-1-16,1 1 2 15,-4 2-4-15,0-1 4 16,0 0 1-16,0 1 1 16,0-2-3-16,-3 1 1 0,-2-1-2 15,1 0 2-15,-1 0 0 16,1-2 1-16,-2 1-2 15,2 0 1-15,-2 1-1 16,2-1 0-16,0-1-1 16,-2 1 1-16,3 0-2 15,-2-2 2-15,2 1-1 0,1-2 0 16,-3 1 0-16,4-2 0 16,-1 2 0-16,0 0 1 15,-1 0-1-15,1 0 0 16,-1 2-1-16,1-1 2 15,-1 1-1-15,0 2-1 0,1-2 2 16,1 1-2-16,1-1 1 16,-1 1 1-16,1-3-2 15,0 2 1-15,0-4 0 16,0 1 0-16,0-1 0 0,0-2 0 16,0 0 0-16,0 0 0 15,0-1 2-15,0 0 4 16,0 0 1-16,0 0 3 15,0 0-3-15,0 0-7 16,0 0 0-16,0-2 1 16,0 0-1-16,0 0 1 0,0 1 1 15,0-2 2-15,1 0-3 16,1-1 1-16,0 1-2 16,3-1 2-16,-3 0-1 15,2 2-1-15,0 0 0 16,0-1 1-16,2 3-2 0,-3-1 1 15,3 1 1-15,-1 0-1 16,1 0-1-16,0 0 1 16,1 1 0-16,2 3 0 15,-1 1 0-15,1-2 0 16,-1 0 0-16,3 2 0 0,-2-3 0 16,0 0-1-16,0-1 1 15,0-1-3-15,-4 0 3 16,2 0-2-16,-3 0 1 15,0 0 5-15,-1-5 8 16,0 0-2-16,1-1-3 16,-2-3 1-16,-1 1 2 0,0 0 0 15,-1-1 0-15,0 1-1 16,0 0-2-16,0 1-5 16,-2 1 0-16,-1 3-5 15,-1 2-10-15,1 1-19 16,-2 0-26-16,1 0-57 0</inkml:trace>
  <inkml:trace contextRef="#ctx0" brushRef="#br0" timeOffset="-170592.18">16536 5554 124 0,'2'-3'3'0,"0"-1"-2"0,0 0 0 0,2 0 2 15,-2 1-1-15,-1-1 2 16,1 1 11-16,0 0 5 16,-1 2 3-16,1 0-1 0,0 0-9 15,2-1-10-15,2 2-3 16,0 0 1-16,2 0-1 16,3 0 0-16,-1 0 0 15,2 1 0-15,0 3-1 16,-1 2 1-16,1 0 1 0,1 3 0 15,1 1-1-15,1 1 0 16,-2 1 0-16,2 3-1 16,-1 3 2-16,0 0-1 15,0 3-1-15,-2 1 1 16,-2 2-1-16,-3 0 3 16,0 1 1-16,-1 1-5 0,-4-1 6 15,2 3 0-15,-3-1-4 16,0 3 0-16,-1-2-2 15,0 2 11-15,0-2-11 16,-1-2 4-16,-3-3 0 16,0-2 1-16,-3-2-1 0,0-3 4 15,0-2-2-15,0 0 2 16,-3-2-2-16,1 1 1 16,-1-4 3-16,0 0-1 15,1-2 0-15,0-1-3 0,1 0-2 16,1-2-1-16,1 1-1 15,2-1 0-15,-1 1-7 16,1-1-2-16,2 1-18 16,0 0-48-16,0-3-41 15</inkml:trace>
  <inkml:trace contextRef="#ctx0" brushRef="#br0" timeOffset="-167067.83">17619 5641 87 0,'0'0'30'0,"0"0"-6"0,0-1 0 0,0-4-4 0,1 3-6 15,-1-1-7-15,0 0-3 16,0-1-1-16,0 1 1 16,0-2 1-16,0 2 4 15,-1-1 8-15,-3 0-6 0,1 0-4 16,0-1-4-16,-3 0 0 16,3 0 0-16,-3 2-3 15,1-2 3-15,-1 2 0 16,2 1 2-16,-2-1-3 15,1 3 0-15,-1 0-2 16,1 0 0-16,-3 0-1 0,0 3 2 16,-1 2-1-16,0 4 1 15,-2 1-1-15,0 2 0 16,-1 2 0-16,2 2 0 16,-1 2-1-16,0 3 2 15,2-2-2-15,-1 1 2 0,3-1-3 16,0 1 2-16,3-2-1 15,1 1 1-15,1-1 0 16,2-1-2-16,0 0 1 16,0-1-1-16,5-2-1 15,2 1 1-15,2-2 1 0,1-2 0 16,1 0 0-16,2-3 3 16,2-1-1-16,-1-2 0 15,2-2 1-15,-2 0 2 16,2-3 3-16,0 0 0 15,0-1 2-15,0-5-2 0,1 0 0 16,-3-1-4-16,1-1-1 16,-2 2-2-16,0-1-1 15,-2 0-16-15,1 1-12 16,-2-2-62-16</inkml:trace>
  <inkml:trace contextRef="#ctx0" brushRef="#br0" timeOffset="-166627.7">17952 5600 157 0,'0'0'22'0,"0"0"2"0,0 0-15 0,0 0-8 15,0 0 2-15,0 0-3 16,0 0 1-16,0 0-1 0,2 35-1 16,0-22 1-16,1 4 0 15,-3-1 1-15,2 1-1 16,-2-1 1-16,0-1 2 16,1-2-1-16,0 0-1 15,-1-3-1-15,0 2 1 0,0-4-1 16,0 0-1-16,0 0-22 15,-2-2-53-15</inkml:trace>
  <inkml:trace contextRef="#ctx0" brushRef="#br0" timeOffset="-166078.96">17971 5613 84 0,'0'0'2'0,"0"0"6"15,0 0 2-15,28 0 0 16,-18 5 0-16,-1 5-6 15,2 3 3-15,-1-1-2 16,2 3 2-16,0 1-3 16,0 1 0-16,0-2-2 15,0 0-1-15,1 0-1 0,-2-2 1 16,1 0-1-16,-2-2 0 16,-1-1 1-16,0-1 4 15,-1 1 3-15,0-4 1 16,0 1-1-16,-1-4 4 15,-1-3 2-15,0 0-1 16,-2 0-3-16,-1 0 6 0,0-3 8 16,-2-5 0-16,1-2-7 15,-2-4-2-15,0-2-2 16,0-1-1-16,0-3-4 16,0-3 1-16,0-1-5 0,0 0 0 15,0 1-2-15,0 0 0 16,0 5-2-16,1 0-2 15,1 6 1-15,0 2-6 16,1 2-4-16,0 3-4 16,1 2-8-16,3 3-22 15,-2 0-50-15,2 0-56 0</inkml:trace>
  <inkml:trace contextRef="#ctx0" brushRef="#br0" timeOffset="-165686.29">18387 5592 168 0,'0'0'-6'0,"0"0"10"0,0 0 5 0,0 0-5 16,0 0 0-16,0 0 3 15,0 0-7-15,0 0-3 16,0 0 1-16,0 0 4 16,-2 18 3-16,2-2 3 15,0 2-2-15,0 2-1 16,-2 0-4-16,0-1-2 0,0-1 5 15,0-2 3-15,0-1-1 16,-1-2-3-16,-1 0-3 16,1-1 1-16,1-1 1 15,0-2-5-15,-1-1-27 16,0-1-33-16,1-4-59 0</inkml:trace>
  <inkml:trace contextRef="#ctx0" brushRef="#br0" timeOffset="-165243.49">18349 5616 74 0,'0'0'73'0,"0"0"-70"0,0 0 7 16,0 0-3-16,29-20 1 15,-22 20-6-15,-1 0 0 16,2 7-3-16,-1 3 2 16,3 3 2-16,1 1-2 15,1 1 0-15,2 1 0 0,0-1-1 16,-2 0 0-16,1-2 0 16,1-3-1-16,-5 1 1 15,0-4 0-15,0-2 1 16,-2 0-1-16,-2-2 2 15,1-2 9-15,1-1 14 0,-4 0 1 16,2-4-3-16,0-5-4 16,-1-2-2-16,-1-4 1 15,0-1-2-15,-2-4-1 16,1-3 6-16,-1 0-7 16,0-2-5-16,2 0-7 15,-1 2 1-15,-1 4-5 0,-1 2-6 16,1 5-24-16,-1 4-5 15,0 5-28-15,-7 3-109 16</inkml:trace>
  <inkml:trace contextRef="#ctx0" brushRef="#br0" timeOffset="-164662.03">17651 6386 179 0,'0'0'6'0,"0"0"1"0,0 0 1 0,0 0 5 0,0 0-4 16,0 0-8-16,0 0-1 15,0 0 5-15,0 0-6 16,-8 28 2-16,8-11 3 15,0 4 0-15,0 2 0 16,0 2 1-16,0 2 0 16,0 1-4-16,-2 0 0 0,-3 0-3 15,1-4 4-15,1-3-4 16,-2-3-8-16,4-6-12 16,-1-6-19-16,1-6-35 15</inkml:trace>
  <inkml:trace contextRef="#ctx0" brushRef="#br0" timeOffset="-164122.05">17593 6418 160 0,'0'0'19'15,"14"-28"-15"-15,-2 14 1 16,1 1-3-16,4 0 0 15,0 3-1-15,2 2 1 16,-1 0-4-16,-1 2 4 0,0 2-4 16,0 0 2-16,-2 1 2 15,2 3 1-15,-2 0 0 16,1 0-1-16,-3 1-2 16,-2 6 0-16,-1 1-2 15,-4 4 1-15,-4 0-1 16,-2 2 2-16,0 3 2 0,-2 0 0 15,-7 2 1-15,-4-2 7 16,-2 4-7-16,0-4 1 16,-3 1-1-16,2-2 3 15,-1 0-3-15,0-2-2 0,3-2-1 16,-1-1 1-16,2-4-1 16,3-2 1-16,1-1 0 15,6-3 2-15,2-1 9 16,1 0 0-16,0 0-6 15,3-5 3-15,4 0-8 16,2 0 0-16,3 0 1 16,0 0 0-16,2 2 1 0,2 3 0 15,2 0-3-15,0 0 2 16,0 6-2-16,0 1 0 16,0 1 0-16,-2 1 1 15,0 1-1-15,-2 0-1 0,-1 0-2 16,0 1-11-16,-1 0-12 15,-4-2-19-15,-1-3-37 16</inkml:trace>
  <inkml:trace contextRef="#ctx0" brushRef="#br0" timeOffset="-163857.92">18110 6386 206 0,'0'0'0'0,"0"0"5"0,0 0-4 0,0 0 0 16,0 0-2-16,0 0 0 0,0 0 2 16,23 45 3-16,-23-25-1 15,0 1-4-15,0 2 2 16,0-4 3-16,0 0-4 15,0-2 2-15,0-2-13 16,0-3-29-16,-1-4-38 16</inkml:trace>
  <inkml:trace contextRef="#ctx0" brushRef="#br0" timeOffset="-163502.43">18119 6396 205 0,'0'0'8'0,"0"0"0"16,0 0-2-16,30-5 3 15,-17 7-4-15,4 6-1 16,1 2-1-16,2 5-2 0,0 0-1 16,-1 1-1-16,0 1 2 15,-2-1-3-15,-3-1 3 16,-3 0-2-16,-1-3 1 15,-1-4-4-15,-2-1 9 16,-3-4 0-16,0-3 6 0,-1 0 6 16,0-5 12-16,-2-4 3 15,2-6-10-15,-3-2-10 16,0-3-6-16,0-2-3 16,0-1-1-16,0 0-4 15,0 2-9-15,-1 2-6 0,1 3 2 16,0 3-7-16,4 1-17 15,1 4-56-15</inkml:trace>
  <inkml:trace contextRef="#ctx0" brushRef="#br0" timeOffset="-163217.03">18601 6382 215 0,'0'0'-4'16,"0"0"-12"-16,0 0 16 15,0 0 5-15,0 0-3 16,0 0 0-16,0 0 10 16,0 0-7-16,1 39 1 0,-4-21-5 15,0 2-1-15,1 0 0 16,0 0 1-16,1 0-2 15,-4-2 0-15,2-2-8 16,-1-1-13-16,-2-5-15 16,2-2-30-16,-2-6 28 15</inkml:trace>
  <inkml:trace contextRef="#ctx0" brushRef="#br0" timeOffset="-162874.7">18559 6370 170 0,'0'0'20'0,"0"0"-2"16,0 0-10-16,32-10-6 15,-17 10-2-15,3 3 0 16,2 7 0-16,1 4 0 0,-2 2-1 16,0 1 0-1,-2-1 0-15,-2 2 2 0,-2-3-2 16,0-2 5-16,-1-2-1 15,0-4 1-15,-1-4 2 16,-1-2 1-16,0-1 2 16,0-2-3-16,-3-7 10 0,0-5 3 15,-3 0 0 1,1-3-3-16,-4-2-2 0,-1-2-6 16,0 1-4-16,0 2-1 15,0 2-4-15,0 5-4 16,0 1-10-16,0 5-9 0,0 1-26 15,0 2-95-15</inkml:trace>
  <inkml:trace contextRef="#ctx0" brushRef="#br0" timeOffset="-162643.59">19117 6472 214 0,'0'0'2'0,"0"0"9"0,0 0 12 15,0 0-14-15,10 30-3 16,-10-15 1-16,0 3-1 16,-1 3-4-16,-5 3-1 15,-3 2-4-15,-1 0-83 16,0-4 1-16</inkml:trace>
  <inkml:trace contextRef="#ctx0" brushRef="#br0" timeOffset="-162170.18">19492 6225 285 0,'0'0'-18'16,"0"0"25"-16,0 0-11 15,0 0-9-15,0 0 7 0,0 34 7 16,-2-15-1-16,0 4 4 15,-2 1-1-15,2 3-1 16,-1-3-2-16,2 1-2 16,1-2 2-16,0-1 2 15,0-2-2-15,0-3 0 16,0-3 0-16,3-2 0 16,2-3-2-16,1-2 1 0,2-4 7 15,2-1 5-15,3-2 7 16,4 0-1-16,1-3-4 15,2-4-2-15,4 0-4 16,0 0-1-16,2 1-2 0,-3 1-2 16,0 2-1-16,-1 1-1 15,-2 2 0-15,-3 0-1 16,-2 0-6-16,2 0-14 16,-5 2-14-16,-1-2-76 15</inkml:trace>
  <inkml:trace contextRef="#ctx0" brushRef="#br0" timeOffset="-161657.77">20132 6244 88 0,'0'0'144'0,"0"0"-124"0,0 0 2 0,0 0-7 0,-10-31-11 15,6 28-4-15,-3 1-4 16,-2 2 4-16,-1 0-4 16,-1 0 7-16,-2 3 3 15,-2 6-3-15,-1 2-3 16,1 2 0-16,1 1 0 0,3 2 1 15,3-2-2-15,3 0-2 16,3-1-5-16,2-3 1 16,0-2-1-16,6-1-1 15,2-2 5-15,4 0 11 0,1-1 2 16,2-1-3-16,-1 0 2 16,2 2-4-16,-3-1-2 15,0 0 1-15,1 4-2 16,-4-1 0-16,-3 0 1 15,-2 2-1-15,-3 0-2 0,-2-1 1 16,-1 2 2-16,-8 1-2 16,-3-1 4-16,-4 0-4 15,-1 0 8-15,-2-3-3 16,3 1-3-16,1-2 0 16,4-2-5-16,2-4-16 0,4 0-19 15,4-4-92-15</inkml:trace>
  <inkml:trace contextRef="#ctx0" brushRef="#br0" timeOffset="-161386.91">20309 6258 135 0,'0'0'36'0,"0"0"-33"0,0 0 11 16,6 29 3-16,-6-14-4 16,0 1 0-16,-2 2-9 15,-3 2 2-15,1-1-3 16,-1 1 0-16,2-2-1 0,0 0-2 16,0-3 1-16,-1-2-2 15,3 0-5-15,-1-4-12 16,1-3-35-16,1-4-30 15</inkml:trace>
  <inkml:trace contextRef="#ctx0" brushRef="#br0" timeOffset="-161173.83">20217 6272 285 0,'0'0'-4'16,"0"0"7"-16,0 0 2 16,34-23-2-16,-17 15 0 15,5 1-1-15,4 0-1 0,2 0 0 16,4 1-1-16,-1 0-32 16,1 1-98-16</inkml:trace>
  <inkml:trace contextRef="#ctx0" brushRef="#br0" timeOffset="-160583.02">20621 6436 231 0,'0'0'13'16,"0"0"-10"-16,0 0 6 15,0 0 21-15,0 0-17 16,0 0-6-16,0 0 0 16,0 0-3-16,-3-32-1 0,3 22-2 15,0-3 0-15,0 0 3 16,2-2-3-16,1-1 2 16,1-1-2-16,0 0-1 15,1 1 0-15,-1 0 0 16,1 1 1-16,-2 3-2 15,2 2 2-15,-4 1-2 16,2 4 2-16,-2 1-2 0,2 4 1 16,0 0-1-16,-1 0-5 15,2 2-1-15,-1 4 1 16,-1 3 3-16,2 0 2 16,-1 0 2-16,2 1 0 0,0-4-1 15,2 2-1 1,0-4 1-16,0-2-2 0,0-2 1 15,2 0 0-15,2-1 4 16,-1-5 3-16,1-4 0 16,0 0-2-16,1-3 3 15,1-3-4-15,-3 1-1 0,2-2 0 16,-4 4-2-16,1 1 1 16,-2 4-1-16,-3 2 1 15,0 4 5-15,-4 0 4 16,2 2-8-16,-2 5-6 15,0 7 3-15,0 4 1 0,0 9 3 16,-4 3-2-16,-5 7 3 16,-2 3-18-16,-5 1-35 15,-3-1-96-15</inkml:trace>
  <inkml:trace contextRef="#ctx0" brushRef="#br0" timeOffset="-158906.78">17820 7380 104 0,'2'-5'19'0,"-2"1"13"0,1 1 36 0,-1 1-22 15,0 0-9-15,0 2-8 16,0 0-14-16,0 0-14 15,0 8-6-15,2 5 1 0,-2 4 3 16,2 5 0-16,-2 6 5 16,2 3-1-16,-1 4 0 15,-1 2-12-15,1 1 12 16,-1-1-9-16,0-2-22 16,0-5 2-16,0-4-29 0,-1-7-41 15,-2-8-37-15</inkml:trace>
  <inkml:trace contextRef="#ctx0" brushRef="#br0" timeOffset="-158580.02">17589 7412 135 0,'0'0'26'0,"0"0"-28"16,0 0 8-16,30 2 24 0,-15-2-6 15,3 0-1-15,1-1-3 16,2-5-5-16,1 0-6 15,1-1-2-15,1-1-5 16,1-1 0-16,2 0-1 0,2 0-1 16,2 2-5-16,1-1-36 15,-3 1-86-15</inkml:trace>
  <inkml:trace contextRef="#ctx0" brushRef="#br0" timeOffset="-158172.95">18109 7438 210 0,'0'0'-10'0,"0"0"11"16,0 0 6-16,0 0 0 15,0 0 9-15,0 0 2 16,0 0-1-16,0 0-7 15,13-5-8-15,-6 5-2 16,3 0 0-16,0 7 0 0,3 5 0 16,0 1-2-16,1 2-5 15,-4 3 2-15,0-2-2 16,-5 2 0-16,-2-1 4 16,-3-3-1-16,0-1 2 15,0-4 6-15,-6 0 4 16,1-4 0-16,-1-3 2 0,3-2 5 15,-2 0 6-15,2-4-3 16,3-6-8-16,-2-5-7 16,2-2-1-16,0-4 3 15,4-2-4-15,6 1-6 16,3 1-17-16,3 3-23 0,0 3-43 16,0 3-24-16</inkml:trace>
  <inkml:trace contextRef="#ctx0" brushRef="#br0" timeOffset="-157697.48">18465 7410 198 0,'0'0'6'16,"0"0"-1"-16,0 0 0 0,0 0 29 15,0 0-17-15,0 0-11 16,0 0 6-16,-31 17-11 15,17-6-1-15,2 3 1 16,2 1-1-16,2 2 0 16,3 0-1-16,3 0 0 15,2-1 0-15,0-1-3 0,2 0 1 16,3-4-2-16,2-1 0 16,1-2 1-16,0-4 7 15,2-1-10-15,2-3 1 16,1 0 10-16,0-4-3 15,1-6 1-15,0-2 1 0,-2 0-3 16,0-3 3-16,-4 0-2 16,0-1 3-16,-5 4 1 15,0-1-3-15,-1 2 1 16,0 3 0-16,0 2 3 16,-2 3-4-16,0-2-1 0,1 5-1 15,0 0 1-15,0 0-4 16,2 7-3-16,0 1 6 15,1 5 3-15,2-1 1 16,2 3-3-16,-2-1-2 16,1-2-3-16,1 1-12 0,-1-3-25 15,0-3-37-15,1-4-73 16</inkml:trace>
  <inkml:trace contextRef="#ctx0" brushRef="#br0" timeOffset="-157282.93">18692 7460 106 0,'0'0'179'0,"0"0"-167"0,0 0-5 0,0 0-7 16,0 0-1-16,0 0 0 0,0 0-2 16,0 0 1-16,0 0-6 15,31 14 0-15,-25-2 7 16,-1 0 0-16,-4-1-1 15,0 1 1-15,-1-4 4 16,0-1-7-16,0-1 0 16,0-2 2-16,0-3-13 0,0-1 15 15,0 0 16-15,0-3-8 16,0-5-6-16,0-4 4 16,3-1-1-16,3 0-3 15,0-2 0-15,1 3 1 16,2 2-3-16,1 1 5 15,0 2 1-15,0 2 0 0,1 2-1 16,1 1-1-16,0 2 2 16,-1 0-3-16,0 4-3 15,-2 4 0-15,-2 3-1 16,-2 1-5-16,0 1-3 0,-1 2-3 16,0-2-10-16,-2-1-22 15,1-2-62-15</inkml:trace>
  <inkml:trace contextRef="#ctx0" brushRef="#br0" timeOffset="-156909.75">19064 7392 272 0,'0'0'6'0,"0"0"-3"0,8-29-2 0,-6 23 0 16,-2 3 0-16,0 1-1 15,0 2 2-15,-7 0 0 16,0 4-2-16,1 6 1 16,-3 1-1-16,1 4 2 15,5 0-1-15,-1 1-2 0,4-1 0 16,0-1-4-16,2-1 3 16,6-2-1-16,1 1 0 15,3-2 1-15,-1-2-1 16,1-1 3-16,-4 2 5 15,-2-4-1-15,-2 0-4 16,-3-3 1-16,-1 2-1 0,0-1 1 16,-9 2 1-16,-4-2 10 15,-3 4-12-15,-5-1 1 16,0 1-10-16,0-1-6 16,4-2-6-16,5-3-19 15,4-1-40-15</inkml:trace>
  <inkml:trace contextRef="#ctx0" brushRef="#br0" timeOffset="-156535.33">19426 7072 165 0,'0'0'11'0,"-2"-30"50"0,-6 22-26 16,0 1-16-16,-1 2-13 16,-1 5-2-16,0 0-2 15,0 5 0-15,0 8-3 16,0 7 1-16,0 5-1 0,3 6 0 16,1 4 1-16,2 5-1 15,4 5-2-15,0 2 2 16,0 1-1-16,0 1 1 15,0-1 1-15,2-4-1 16,0-3 1-16,0-5 0 16,0-3 0-16,-2-5 1 0,2-3 2 15,-2-5-1-15,0-2 0 16,-5-2 0-16,-2-2-1 16,-4-4-8-16,-2-7-21 15,-1-3-90-15</inkml:trace>
  <inkml:trace contextRef="#ctx0" brushRef="#br0" timeOffset="-156331.56">19134 7488 265 0,'0'0'-14'16,"0"0"12"-16,0 0 2 15,24-30 3-15,-10 24 2 16,4-2-1-16,5 1-1 15,2 0-1-15,3 1-1 16,2-1 0-16,1 2-2 0,-3-1-30 16,-2 2-69-16,-3 1 17 15</inkml:trace>
  <inkml:trace contextRef="#ctx0" brushRef="#br0" timeOffset="-155777.77">19472 7396 95 0,'0'0'13'0,"0"0"29"16,0 0-9-16,0 0-24 0,0 0-3 15,1 32 5-15,-2-22-2 16,0 0 2-16,0-1-4 16,1-1 0-16,0-1-2 15,1-1-1-15,4 0-1 0,1-2 3 16,1-2-2-16,2-2-1 16,1 0 0-16,-3 0 2 15,2-5-2-15,1-4 0 16,-4 1 9-16,2-3 2 15,-5-1 0-15,0-2-3 0,-3 0-3 16,0-1-2-16,0 2-4 16,-4-1 0-16,-2 3-2 15,-3 3-1-15,2 3 1 16,-3 2-3-16,0 3-10 16,1 0 5-16,-1 3 6 15,0 3-1-15,3 3 1 0,3-2 1 16,1 0-4-16,3-1-3 15,0-2-6-15,1-2-1 16,6-1 3-16,3-1 12 16,2 0 1-16,2-5 0 15,0-4 3-15,3-1 2 16,-1-2-1-16,1 1 2 0,2-1-3 16,-4 2-1-16,0 1 1 15,-3 2 3-15,0 4 0 16,-3 1 2-16,-2 2-1 15,-1 0-6-15,0 10-1 16,-2 3 0-16,2 4 2 16,-3 2-1-16,1 2-1 0,0 1 1 15,-1-2-3-15,1 1 4 16,0-3-1-16,2-1-2 16,2-3-7-16,1-3-19 15,2-3-10-15,1-4-69 16</inkml:trace>
  <inkml:trace contextRef="#ctx0" brushRef="#br0" timeOffset="-155091.2">19868 7365 312 0,'0'0'8'0,"0"0"3"0,0 0-3 15,0 0-6-15,0 0-1 16,0 0-6-16,0 0-16 15,0 0 11-15,0 0 6 16,0 0 6-16,-5 31 2 0,4-17-3 16,1 1-1-16,0 0 0 15,0-3 0-15,0-1-1 16,3-3 0-16,-1-1-1 0,-1-1-2 16,1-2-3-16,-1-4 5 15,1 0-5-15,0 0 5 16,0-2 12-16,1-6 0 15,0 0-8-15,0-4 0 16,2 0 0-16,0 0-1 16,-1-1 0-16,0 2 4 15,2 0-2-15,0 1 2 0,1 0 1 16,2 3-6-16,-1 1 1 16,1 1-1-16,0 2 0 15,0 3-1-15,0 0 1 16,-1 3-4-16,-1 5 2 15,-1 2-1-15,-1 3 0 0,-1 0 1 16,-1 2 1-16,1-2 2 16,-4 0-2-16,0-1 1 15,0 0 0-15,0-4-2 16,0 0 2-16,-4-3-3 0,4-3 6 16,-1-1 3-16,-1-1-4 15,2 0 1-15,0-6-4 16,0-4-2-16,0-3 3 15,0-2 1-15,5-2 1 16,4-2 2-16,2 1-1 0,4 1-3 16,0-1 0-16,2 3-3 15,4 3 6-15,-2 2-3 16,2 4 0-16,-1 3 0 16,1 3 1-16,-2 0-1 15,-2 3 0-15,-1 7 1 16,-4 1-2-16,-2 4-3 0,-2-1-8 15,-5 1-6-15,0-1 10 16,-3 1-6-16,0-3-14 16,0-1-40-16,0-4-12 15</inkml:trace>
  <inkml:trace contextRef="#ctx0" brushRef="#br0" timeOffset="-154485.14">20285 7438 242 0,'0'0'40'0,"0"0"-14"0,0 0-22 0,0 0 0 0,0 0-3 16,0 0 0-16,21-33-1 15,-14 25 0-15,-4 0-2 16,2 1 4-16,0-3 0 16,-1 0 2-16,0 2 2 15,-1-2-4-15,-1 0 0 0,-1 0-2 16,-1 2 1-16,0 1-3 15,0 2 0-15,0 1-2 16,-2 1-3-16,-1 2 3 16,1 1-4-16,-3 0 4 15,1 7-3-15,0 4 3 0,0 1 1 16,1 5 2-16,-1 1 1 16,1 0-1-16,3-1-1 15,0-1 1-15,0-1-1 16,1-4 0-16,6-2-2 15,2-2-1-15,1-3 1 16,1-1 6-16,2-3 0 0,1 0 1 16,0 0-3-16,-1-6 1 15,0 1 1-15,0-5-1 16,1 0-1-16,-3-3 0 16,1-2 0-16,-1 1 0 15,1-3 0-15,-2 1 0 16,-1 0 2-16,-1 2 1 0,0 3 4 15,-3 2 0-15,1 1-1 16,0 4-4-16,0 1-1 16,-1 3-1-16,2 0-1 15,0 0 0-15,-3 6 0 0,3 3 0 16,-1 1 1-16,1 1 2 16,0 4 1-16,-1-2-1 15,1 1-1-15,1 0-2 16,-3-1-3-16,2-1-11 0,1-2-10 15,-2-2-22 1,2-3-39-16,-1-3 10 0</inkml:trace>
  <inkml:trace contextRef="#ctx0" brushRef="#br0" timeOffset="-154118.92">20802 7266 91 0,'0'0'21'0,"18"-36"-8"0,-12 22-4 0,-2 4-8 16,-4 1-4-16,0 4-1 16,-1 1 15-16,-6 3 17 0,-2 1-4 15,1 0-16-15,0 3-6 16,0 6-2-16,-2 1-1 16,5 0 1-16,2 1-1 15,3 2-2-15,0-2 2 16,0 1-2-16,7-1 4 15,2-1 6-15,-1-1 6 0,3 1 6 16,2-1 2-16,-1-2-8 16,-1 1-7-16,1-1-3 15,0 1 0-15,-3-1-2 16,-3 0 0-16,-5 1-1 0,-1-1-2 16,-1 1 5-16,-9-1 1 15,0 0 0-15,-6 1 2 16,0-2-4-16,-2-2-15 15,1-1-34-15,2-3-51 16</inkml:trace>
  <inkml:trace contextRef="#ctx0" brushRef="#br0" timeOffset="-153979.93">20813 7291 240 0,'0'0'48'0,"0"0"-31"0,0 0-24 15,0 0-3-15,-9 30-3 16,-2-13-18-16,-2-1-58 16</inkml:trace>
  <inkml:trace contextRef="#ctx0" brushRef="#br0" timeOffset="-153147.79">21310 5432 77 0,'0'0'20'0,"0"0"4"0,0 0-15 15,0 0-9-15,0 0-10 16,0 0-24-16</inkml:trace>
  <inkml:trace contextRef="#ctx0" brushRef="#br0" timeOffset="-151750.77">21228 5407 138 0,'0'0'4'15,"0"0"8"-15,0 0 4 16,0 0-11-16,0 0-4 0,0 0-2 16,-1-31 1-16,5 24 1 15,-2-1 6-15,2 1-2 16,2 0-3-16,-4 1-2 16,2-1 5-16,0 1 1 15,-1 2 2-15,0-2 0 0,1 3-1 16,-2-1-3-1,2 2-1-15,0-1-3 0,1 2 0 16,0-1 0-16,2 2-2 16,1 0 2-16,1 0 0 15,2 0 2-15,1 0-1 16,-1 0 1-16,1 0-2 16,0 3 1-16,0 2 0 0,-1 1-1 15,0 1 0-15,1 3-1 16,0 0 1-16,0 2-1 15,0 1 2-15,0 0-2 16,-1 3 2-16,0 0-1 0,0 0-1 16,-2 0 2-16,-1-1-1 15,-2-1-1-15,0-1-2 16,-5 0 3-16,0-1 1 16,-1 1-2-16,0 0 1 15,-3 2 4-15,-4 0-3 0,0-1 0 16,0 1 1-16,0 0-2 15,0 0 1-15,0 2 0 16,0-1-1-16,1 2 0 16,1 0 1-16,-1-1-1 15,3 1 0-15,-1-1 0 0,2-1 0 16,1 1 0-16,1-2 0 16,0 1 0-16,0-1 0 15,5 1 0-15,2-2-1 16,1-1 0-16,4-1-2 15,1-1 4-15,3-3-1 0,0 0 0 16,0-1 0-16,-1-2 1 16,-1-2 1-16,-2 0-1 15,-2 0 0-15,-1-2-1 16,-3 1 1-16,-3-1-1 16,-2 1 1-16,-1-2 1 0,0 0-2 15,0 0 1-15,-1 2 10 16,-3-1-11-16,-2 2 0 15,0 0 2-15,-1 1-1 16,-1 3 1-16,0-1-2 16,0 3 0-16,0 2 0 0,0 1 0 15,2 1 0 1,-1-1 0-16,0 3 1 0,1-1-1 16,2 1 0-16,0-1 1 15,-1 2-1-15,2 2 1 16,-1 0-1-16,1 2 1 15,-1 0-1-15,0 0 0 0,2 1 0 16,-1 2 0-16,1-1 0 16,-2 2 1-16,2 1-1 15,0 0 0-15,0 2 0 16,1 0 0-16,0-1 0 16,0 0 0-16,0 2-1 0,1 0 1 15,0 0 1 1,0-1-1-16,0 1 1 0,0 0 1 15,0 1 1-15,0 1-2 16,0 1-1-16,1 2 0 0,3 2 1 16,1-2 0-16,-1 0-1 15,1 0 0-15,0-3-2 16,1 0 4-16,0-4-2 16,-2 1 1-16,2 0 0 15,-2-1 4-15,1 0-1 16,0 1-2-16,-2 1 0 0,0 1-1 15,-1 1 0-15,2-1 1 16,0 0-2-16,-1-1 0 16,0-1 1-16,2-3-1 15,1-1 0-15,-1 0 1 16,0-3 1-16,0 0 1 16,-3 0 0-16,1-1 0 0,1-1 0 15,-4 1 0-15,0 1-1 16,0 1 1-16,0 1-1 15,-6-1-1-15,1 2 0 16,-1-3 4-16,2 1-2 0,-2-4 0 16,2-2 5-16,-1-2-2 15,1 0-4-15,-1-4 0 16,1-1-2-16,-3-2 1 16,1-1 1-16,-2-1-2 15,-2-1-1-15,-3-1-3 0,-1-1-18 16,-2-1-14-16,-3 0-32 15,-4-4-67-15</inkml:trace>
  <inkml:trace contextRef="#ctx0" brushRef="#br0" timeOffset="-145866.02">21245 5314 42 0,'0'0'17'0,"0"0"-10"0,0 0 10 0,0 0-4 0,0 0-9 15,0 0 6-15,0 0 6 16,0 0 8-16,0 0-3 16,0 0-1-16,0 0-9 15,0 0-9-15,0 0-1 16,0 0-1-16,-1-15 1 15,5 12-1-15,1 0 2 0,-1 0-2 16,2 0 0-16,-2-1 0 16,2 2 0-16,-1-1-2 15,4 0 1-15,-1-1 6 16,6 1-3-16,-1-2-1 0,0 2 1 16,0 1 0-16,0 0-1 15,-2 1 2-15,-2 1-1 16,-2 0 0-16,-1 0-1 15,-1 0 1-15,2 2-1 16,0 1-1-16,0 5 2 16,0-1-2-16,3 1 0 0,-2 2 0 15,1 1 0-15,-2 1 1 16,1 0-1-16,-2 1 0 16,-1 0 0-16,0 1 0 15,-1 0 2-15,-1 1-1 0,1-2-1 16,-1 2 1-16,0-2-1 15,0 0 0-15,-1-1 1 16,0 1 0-16,0-1-1 16,-1 0 1-16,-1-1-1 15,0 2 0-15,1-1 1 16,-1 1 0-16,0 2-1 0,0-2 0 16,0 4 1-16,0-1-1 15,-2 1 0-15,-2-1 1 16,2 3 0-16,0-1 2 15,1 0-2-15,1-2 0 16,0 1-1-16,0-1 0 0,2-1 1 16,3 0-1-16,-1-2 0 15,4-1 0-15,-3 1 0 16,1-3 0-16,2-1 0 16,-1-2 0-16,2-3 0 15,0-1 1-15,1-2 2 0,1-1 4 16,-1 0-3-16,0 0 0 15,-2-3-4-15,-2-2 5 16,-1 0-3-16,-4 0 5 16,-1 0 4-16,0 2-2 0,0-2-6 15,-3 3-1-15,-3 1 0 16,2 1-2-16,-2 0 3 16,1 0-3-16,-2 3-1 15,4 5-1-15,-4 2 1 16,1 3 1-16,1 2-1 15,0 2 1-15,1 1 0 0,0 2-1 16,1-2 1-16,2 4 0 16,1-3 0-16,0 2-1 15,0 0 1-15,1 0 0 16,2 1 0-16,-2 2 0 16,1 1 0-16,-1 3 0 0,0 2 0 15,-1 5 0-15,0 1 0 16,0 1 0-16,0 4 0 15,-2 2 0-15,-3 1 1 16,1 2-2-16,1-3 1 16,0 0 0-16,1-3 0 0,2-2 0 15,0-1 0-15,0-2 0 16,0 2 1-16,2-1-1 16,2 2 0-16,0 0 0 15,1 0 0-15,-2 0 0 16,-1 0 0-16,0 1 1 15,0 0-1-15,-2 0 0 16,0 0 0-16,0 0 1 0,-3 0-1 16,-4 1 0-16,-4 2 0 15,-2-1 0-15,-4 2-1 16,-2-3 1-16,-4-1-1 16,-1-2 1-16,-2-3 0 0,0-4-1 15,-2-2 2-15,-1-3-2 16,-1-2 2-16,-3 1-1 15,-3-2-8-15,-4-2-27 16,-5 1-67-16</inkml:trace>
  <inkml:trace contextRef="#ctx0" brushRef="#br0" timeOffset="-142909.11">19094 5623 52 0,'-2'0'8'0,"-1"0"8"0,0 0-10 0,1 0-1 16,0 0 7-16,-1-1 10 16,1-1 4-16,1 0-3 15,1 1-3-15,-1-1-6 16,1 1-6-16,0 0-7 0,0 1 0 15,0 0-1-15,0-1 1 16,0 1-1-16,0 0 1 16,0-1-1-16,0 0 1 15,0 1-2-15,0 0 2 16,0 0-1-16,0 0 0 16,0 0-1-16,0 0-3 15,0 0 4-15,4 0 0 0,1 0-1 16,0 0 1-16,2 0 0 15,0-1-2-15,0 0 3 16,3 0 1-16,-1-1 1 16,2 2 0-16,0-2 2 15,3 2 0-15,1-1-2 0,3 0 0 16,2 0 0-16,0 1-2 16,4-1-2-16,3-1 2 15,1 0 0-15,2 1 2 16,3 0-1-16,3-2 1 15,-1 0-1-15,5 1 0 0,3 1 0 16,3-2-1-16,1-1 2 16,5 2-2-16,3-1 0 15,3 0 1-15,0-1 1 16,2-2-3-16,2 2 1 16,3-2-1-16,1 1 4 15,2 2-4-15,1-2 1 0,4 3 0 16,-1 0 0-16,-3-1-1 15,1 2 0-15,4 1 2 16,1-2-2-16,1 2 0 0,2 0 0 16,1 0 0-16,0 0 1 15,-4-2-2-15,-2 1 1 16,-1-1 1-16,-4 0-1 16,-3-2 0-16,0 0 0 15,-2 0 0-15,-4 0 1 0,-1 0-2 16,-4-1 2-16,-3 1-1 15,-2-1 1-15,-4 1-1 16,-2 2-1-16,-4 0 1 16,-1 1-1-16,-8-1 0 15,-3 0 1-15,-5 1-2 16,-4 1 1-16,-3 0-1 16,-3 0-11-16,-5 0-12 0,-1 0-15 15,-4 0-26-15</inkml:trace>
  <inkml:trace contextRef="#ctx0" brushRef="#br0" timeOffset="-142552">21959 5393 88 0,'0'0'11'0,"0"0"-8"0,29 0 11 0,-19 0-2 0,0 0 7 16,-2 0-1-16,2 0-1 15,-3 2-9-15,0 2 5 16,0 2-2-16,-3 1-3 15,2 4-5-15,-3 1 0 0,-1 0-2 16,-2 2 1-16,0 1-2 16,-1 2 0-16,-9 1 0 15,-4 0 0-15,-7 5 0 16,-7 2-12-16,-6 1-41 16,-8-3-79-16</inkml:trace>
  <inkml:trace contextRef="#ctx0" brushRef="#br0" timeOffset="-141066.43">22495 5301 209 0,'5'0'-1'0,"-3"0"4"0,-2 0 10 0,3 2-5 15,-1 4-4-15,0 0-1 16,1 3-3-16,-3 2 8 15,2 3-6-15,1 0 0 16,-1 0-2-16,1 1 1 0,-1 0-1 16,0 0-2-16,-1-1-10 15,-1 0-16-15,0-3-28 16,0-1-25-16</inkml:trace>
  <inkml:trace contextRef="#ctx0" brushRef="#br0" timeOffset="-140817.86">22477 5521 225 0,'0'0'7'0,"0"0"16"0,0 0-14 16,0 0-3-16,0 0 0 16,0 0-2-16,0 0-2 15,0 0-1-15,15-6 0 16,-5 4 1-16,0 0 0 0,1 0 0 15,1-1-2 1,0 2 1-16,0 0-1 0,0-2-3 16,-2 1-8-16,-2-1-7 15,-2 1-16-15,-3-3-32 16,-2-1-47-16</inkml:trace>
  <inkml:trace contextRef="#ctx0" brushRef="#br0" timeOffset="-140603.99">22400 5341 192 0,'0'0'-5'0,"0"0"22"16,0 0-5-16,0 0-6 15,0 0 3-15,0 0-3 16,0 0 1-16,30-12-4 0,-16 10 1 15,4 1-2-15,1-1-3 16,0-1-32-16,0 0-57 16</inkml:trace>
  <inkml:trace contextRef="#ctx0" brushRef="#br0" timeOffset="-139912.43">22723 5358 238 0,'0'0'0'0,"0"0"3"16,0 0 4-16,0 0-3 16,0 0-1-16,29 7-2 15,-26-3 1-15,0 3-3 16,-1 1 1-16,0 0 0 0,0 0 2 15,-1 1 1-15,1 0-3 16,-1-2 2-16,1 0-2 16,-1-2 0-16,-1-2 0 15,1 0 0-15,-1-2 0 16,0 0 0-16,0-1 0 16,0 0 6-16,0-1-2 0,0-5-4 15,0 0 0-15,3-3 0 16,0-2-2-16,2 1 2 15,0-1-1-15,2 1-1 16,0 0 0-16,1 3-3 0,1 1 4 16,-1 2 1-16,2 2-2 15,-2 2 1-15,0 0 2 16,1 0-1-16,-1 2 2 16,0 5-2-16,0 1 1 15,0 1-1-15,0 0 2 16,-3 1-4-16,-1 0 2 0,0-2 0 15,-3 0 0-15,1-2 0 16,-2 0 0-16,0-3 0 16,0-1 2-16,0 1-2 15,0-3-5-15,0 0 8 16,0 0-1-16,1-6-9 0,2-2 0 16,2-1 4-16,2-2 5 15,3 0-1-15,-3 0 2 16,3 1 0-16,0 0 5 15,0 2-5-15,0 3-2 0,-2 2 0 16,1 2 1-16,-1 1 1 16,-1 0-3-16,0 0 1 15,-2 4 0-15,0 3 0 16,-2 1-1-16,2 5-6 16,-3-3-12-16,2-1-23 15,0-2-38-15</inkml:trace>
  <inkml:trace contextRef="#ctx0" brushRef="#br0" timeOffset="-139458.03">23323 5323 205 0,'0'0'11'0,"0"0"22"0,0 0-17 16,0 0-15-16,0 0 2 15,0 0-4-15,-31-23-5 0,13 23 11 16,-3 4-7-16,2 3 6 16,0 0-3-16,3 3 1 15,3 1 0-15,3 1-1 16,5 0-1-16,2 0-1 16,3 0 1-16,0-2-2 0,4-2-2 15,3-1 0-15,4-1-5 16,3-4 6-16,0-2 3 15,2 0 2-15,-2 0-2 16,2-5-3-16,-2-3 5 16,-1-1 1-16,-2 0-1 15,-3-1 1-15,-2 0 0 0,-1 2 1 16,-3 1 3-16,-1 1-2 16,-1 2 0-16,0 1-1 15,0 0-1-15,0 3 4 16,0 0-5-16,0 0-4 0,0 4 2 15,0 4 0-15,0-1-4 16,0 1-12-16,2-1-4 16,4 1-13-16,2-3-21 15,4-2-45-15</inkml:trace>
  <inkml:trace contextRef="#ctx0" brushRef="#br0" timeOffset="-138308.3">23585 5317 81 0,'0'0'65'0,"0"0"-49"0,0 0 25 0,3-29-20 15,-12 25-14-15,-2 3-6 16,-2-1 4-16,-2 2-6 16,0 0 3-16,1 4-1 15,1 3 1-15,2 2-3 16,2 1 2-16,2 2-2 0,2-1 0 15,4-1 0-15,1 0 0 16,0-3-5-16,8-1-3 16,2-4 3-16,2 1 2 15,2-3 8-15,2 0-2 16,0 0-1-16,0-4 2 0,0-1-2 16,-1-2 5-16,-1 1-1 15,-1-2 3-15,-3 1 2 16,-2 3 2-16,0-1-8 15,-2 2-2-15,-2 1-1 16,0 2-1-16,-2 0-1 0,0 3-3 16,0 4-4-16,-2 3 7 15,0 3 8-15,0 5-6 16,0 2 1-16,0 0-2 16,0 3 1-16,1-2-1 15,-1-1 0-15,0-1 1 0,0-3-1 16,0-2 0-1,0-3 0-15,-1-4-3 0,-3-1 1 16,-3-3 4-16,-1-3 6 16,-1 0 1-16,-1-3-2 0,-1-4-4 15,-1-4-3-15,2-3 1 16,0-2 0-16,4 0 1 16,2-4-1-16,2 0 0 15,2 1-2-15,0 1 2 16,3 2-1-16,5 4 2 15,1 1-2-15,1 4-4 16,1 2 6-16,1 0-2 0,1 3-1 16,1-1 1-16,2 3-1 15,-1-1 1-15,1-1 0 16,1 2 0-16,0-2 0 16,-2 1 0-16,1-3 0 0,-2 0 0 15,1-1 0-15,-2-2 1 16,-1 1 0-16,0-2 1 15,-2-1-1-15,-1-1 1 16,0 1-1-16,-3 0 0 16,-2-1 0-16,-2 3 1 0,-1 1-1 15,-1-1-1-15,0 4 0 16,0-2 5-16,-3 3-5 16,-1 1-5-16,-2 1 3 15,-1 0-1-15,0 0 2 16,0 6 1-16,0 3-1 15,-1 2 1-15,2 2-1 0,1 2 0 16,1 0-1-16,2 1 1 16,2-1-2-16,0-1-1 15,1-3 1-15,8 0-3 16,-1-4 0-16,5 0 2 16,2-2 3-16,-2-3 4 15,1-1-3-15,0-1 1 0,0 0 1 16,-1-5 0-16,-2-2-1 15,-1-1 1-15,0-1-1 16,-1-1 0-16,-2-1 0 16,0 0 0-16,2 0 1 15,-3-1-1-15,1 2-1 0,-1 2 1 16,0 0-1-16,1 3 2 16,0-1 1-16,0 3-1 15,0 0-2-15,2 1 0 16,-2 2 2-16,0 0 2 0,0 0 0 15,1 0 1-15,-3 5-1 16,0 4-2-16,-2 2 0 16,-3 6-4-16,0 4 3 15,-8 4-1-15,-9 3-16 16,-9 3-22-16,-8 2-77 16</inkml:trace>
  <inkml:trace contextRef="#ctx0" brushRef="#br0" timeOffset="-131805.55">21089 6343 72 0,'-4'0'10'0,"0"0"11"0,0 0-7 15,-1 0-5-15,1 0 2 16,1 0 3-16,0 0 1 16,0 0 2-16,1-1 0 15,0-1-5-15,0 1-2 16,1 1 0-16,0-2 0 0,0 2-5 15,1 0-3-15,-1 0-1 16,1 0-3-16,0 0-1 16,0 0 2-16,0 0 0 15,0 0-2-15,6 0 4 16,0 0 3-16,1 0 1 0,4 0-3 16,1 0 1-16,4 0 0 15,1 0 1-15,3-2 1 16,4-1 3-16,1-1 0 15,3 0 0-15,2 0-2 0,1 1-2 16,0 0-3 0,-1 0 2-16,2 0-2 0,0 2-1 15,0-1 1-15,-1-1-1 16,2 3 2-16,0-1-2 16,-1 0 0-16,-3 1 0 15,0 0 0-15,-4 0 0 0,-1 0 0 16,-4 0 1-16,-1 0 0 15,-3 0-1-15,-1 0 1 16,-2 0-1-16,-1 0 1 16,-3-1 1-16,-2-1-7 15,-1 1-14-15,-4 0-20 0,-1-2-26 16,-1 0-15-16,0-2-27 16</inkml:trace>
  <inkml:trace contextRef="#ctx0" brushRef="#br0" timeOffset="-131572.06">21751 6206 165 0,'0'0'12'0,"0"0"25"0,0 0-12 0,0 0-10 0,0 0-8 0,0 0-3 15,28-8 1-15,-19 8 2 16,0 4-5-16,0 4-1 15,-2 3 2-15,-1 4-3 16,-2 3-1-16,-4 2-1 16,0 1-6-16,-8 4-10 15,-6 0-27-15,-2 0-2 0,-5-4-57 16</inkml:trace>
  <inkml:trace contextRef="#ctx0" brushRef="#br0" timeOffset="-129573.08">22369 6149 78 0,'1'0'4'0,"0"0"-2"0,-1 0 3 0,1-2 5 0,0-1 4 16,-1-1 11-16,1 0 4 15,1 0-1-15,-2 1-7 16,2-1-10-16,-2-1-4 15,0 2-4-15,0 0-3 16,0-1 1-16,0 1-1 0,0 0 1 16,0 0 0-16,0 1-1 15,-5 0-1-15,0 2 0 16,-5 0 7-16,0 0-6 16,-1 0-1-16,0 3-5 0,-5 3-2 15,2 2 7-15,2-1 0 16,-1 2 2-16,2 0 2 15,1 0-3-15,4 1 0 16,1 0 0-16,3-2 0 16,2 1 0-16,0-1-4 15,2-1-1-15,5-1 2 0,1-1-2 16,2-2 10-16,0 2-6 16,0-3 5-16,0 1 0 15,0-1-2-15,0 0-1 16,2 4 1-16,-2-3-1 0,0 1-1 15,0 1 2-15,-2 0-2 16,-1 2 1-16,0-1 0 16,-2 1-1-16,-2 0 0 15,-1 1 0-15,-2-2 2 16,0-1-2-16,0 3 1 16,-5-3 4-16,-2 0 2 15,-3 0-5-15,-3 0 2 0,-2-1 0 16,0-1-1-16,0-2 0 15,1 1 4-15,0-2 0 16,3 0 0-16,2 0-5 0,3 0-2 16,-1 0-1-1,6 0-10-15,1 0-42 0,0-7-87 16</inkml:trace>
  <inkml:trace contextRef="#ctx0" brushRef="#br0" timeOffset="-127919.04">22503 6238 88 0,'0'0'0'0,"0"0"3"0,0 0 5 0,0 0 4 0,0 0-1 15,29 8-3-15,-24-7 2 16,1-1-3-16,1 0-3 16,1 0 2-16,2 0-4 15,1 0-1-15,1 0-2 16,1-4 0-16,-3-1 0 0,0 0 1 15,0-2 0-15,-3 1 0 16,-1-1 3-16,-2 1 4 16,-2-1 8-16,-1 0-2 15,-1 0-5-15,0 2-3 16,0-1-2-16,-3 0 2 0,-1 2 1 16,-2 0 4-16,-1 0 7 15,-1 2-7-15,1 1-4 16,-2 1-3-16,-1 0-3 15,-1 0 0-15,0 4-1 16,-2 3-1-16,2 0 2 0,1 1-1 16,0 1 1-16,3 1 0 15,2 0 0-15,0 1-2 16,3 0 2-16,1 0-1 16,1 0-1-16,0-1 2 15,0 0 0-15,4-2 2 0,3-2-2 16,1 1 3-16,2-4-1 15,2 0 2-15,1-1 1 16,4-2-2-16,2 0-1 16,1 0-1-16,3 0-11 15,1-3-24-15,0-4-14 0,-1 1-3 16,-1-3 13-16,-2-1 8 16,0 1 1-16,-5-2 26 15,1 0 11-15,-3-1 10 16,0 1 1-16,-3 1-3 15,0 0 2-15,-3 0-1 16,-2 3 2-16,-2 0 8 0,-3 1 6 16,0 1-3-16,0 0-6 15,0 0-13-15,-3 2-9 16,-2 0 0-16,-1 0-2 16,0 2 6-16,-3 1-8 15,-1 0 5-15,0 0-4 0,-1 0 2 16,2 4-1-16,1 1 0 15,0 1 0-15,2 1 0 16,2 0-1-16,0-1 1 16,2 0 0-16,2 0-2 15,0 0-1-15,0-1 1 0,3 0 2 16,4 0-1-16,0-1 7 16,0-1-3-16,0 2-1 15,1-2 0-15,-2 2-1 16,0 0 0-16,-2 3 1 15,0 2-4-15,-3 2 2 16,1 2 2-16,-2 1-2 0,0 2 0 16,0 0 0-16,0 2 1 15,-1 0-4-15,-4 2 6 16,1 0-2-16,-2 1-3 16,1 0 3-16,3-1 0 0,-1 0-1 15,2-2 2-15,1-3-4 16,0-3 1-16,0-3 0 15,6-1-1-15,2-4-2 16,0-1 1-16,3-2 3 16,0-2 1-16,2 0-1 15,2-6 1-15,0-3 2 0,0-4-2 16,1 1-1-16,-1-5 1 16,1 1-1-16,-2-3 0 15,-1 0 2-15,1-2-2 16,-3 2 1-16,1-1 2 15,-2 1-1-15,-1-1-1 0,0 1 0 16,-2-1 0-16,0 0-1 16,0 1 0-16,-2 0 0 15,0-1 0-15,1 2 0 16,-3 1 1-16,-1 3-1 16,-2 2 1-16,0 2 0 0,0 2 0 15,0 1 1-15,-1 4-1 16,0-1 2-16,-1 3 0 15,2-1-3-15,0 2-1 16,0 0 0-16,0 0-3 16,0 0-2-16,0 7 1 15,0 0 4-15,0 2 1 0,0 1 1 16,0 0-1-16,0 0-1 16,3 0 2-16,1 0-2 15,3-2-1-15,-2-1 2 16,2-1 0-16,2-1-1 0,0-2 4 15,2-2 1-15,0-1-2 16,2 0 0-16,0 0 0 16,0-6-1-16,0-2 2 15,0 0-1-15,-2-2-1 16,-1 0 0-16,-3 2 1 16,-3-1-1-16,-1 3 4 0,-1 0 6 15,-2 1-2-15,1 2-3 16,-1 2 0-16,0 0-5 15,0 1 0-15,0 0-6 16,0 0-5-16,0 1 6 0,2 4 6 16,0 1-2-16,3 1-2 15,1 0-6-15,3 1-5 16,1-1-7-16,1-2-17 16,0 1-70-16,1-5-21 15</inkml:trace>
  <inkml:trace contextRef="#ctx0" brushRef="#br0" timeOffset="-127521.03">23426 6155 22 0,'-3'0'209'0,"-1"0"-202"0,1 0-1 0,-1 0-7 16,1 0 1-16,-1 3 0 15,2 3-1-15,1-2 0 16,1 1-6-16,0-1 2 0,0 0-2 16,0 0-1-16,7-3 10 15,-2-1 8-15,3 0 3 16,1 0-3-16,0 0-4 16,1-4-3-16,-3-1 4 15,0-2-2-15,0 0-1 0,-5-1-1 16,-1 3 0-16,-1 0-1 15,0 0 0-15,-5 1-3 16,-3 3 6-16,-3 1-3 16,1 0 0-16,0 0-1 15,1 7-1-15,0 1 0 16,4 2 0-16,2 0-1 0,2 0 0 16,1 0-5-16,0 0-2 15,8-2-4-15,3-2-14 16,2-1-35-16</inkml:trace>
  <inkml:trace contextRef="#ctx0" brushRef="#br0" timeOffset="-127071.58">23626 6160 261 0,'0'0'8'0,"0"0"6"16,0 0-6-16,0 0-4 15,27-13-1-15,-21 13-4 16,-1 0 2-16,0 0-1 16,0 6 0-16,-2 1-1 15,-1 1-3-15,-1 2-1 0,0 0 3 16,-1 1-4-16,0-1 1 16,0-1-4-16,-1-2 1 15,-1-2-2-15,1-1 5 16,-2-2 9-16,3-1 1 15,0-1 1-15,0 0 6 0,0-1-6 16,0-7-8-16,0 0-2 16,0-1-1-16,5-2 6 15,1-1 1-15,3 2-2 16,1 0 1-16,2 0-1 0,2 2-3 16,0 0 5-16,1 4-1 15,-3 1 0-15,1 2 3 16,-2 1-2-16,-1 0 1 15,0 2-1-15,-2 4-1 16,-2 2 1-16,-2 3-2 16,-1 0-4-16,-1 2-18 0,-2-2-23 15,0-1-27-15,0-2-16 16</inkml:trace>
  <inkml:trace contextRef="#ctx0" brushRef="#br0" timeOffset="-126823.2">24002 6051 239 0,'0'0'19'0,"0"0"11"0,0 0-25 0,0 0-7 0,0 0-4 16,0 0 5-16,0 0 5 15,3 29-2-15,-6-14 1 16,0 2 2-16,1 0-5 0,0 1-1 16,-1 0-13-16,1-2-29 15,-1-3-22-15,0-1-40 16</inkml:trace>
  <inkml:trace contextRef="#ctx0" brushRef="#br0" timeOffset="-126523.6">23928 6142 213 0,'0'0'3'0,"0"0"2"0,0 0 0 16,0 0-3-16,0 0-1 15,36-23 1-15,-23 21-2 16,0 1 5-16,2-1 6 15,-1 2-2-15,1 0-4 16,0 0-4-16,-2 1 1 0,-2 3-1 16,0 4 1-16,-3 0 1 15,1-1 1-15,-5 1-1 16,-1 0 0-16,1 0-1 16,-4 1-2-16,3-1 2 15,-2-1-10-15,1-2-58 0,1-2-72 16</inkml:trace>
  <inkml:trace contextRef="#ctx0" brushRef="#br0" timeOffset="-126389.16">24164 6084 243 0,'0'0'-3'0,"0"0"0"16,0 0-31-16,0 0-134 0</inkml:trace>
  <inkml:trace contextRef="#ctx0" brushRef="#br0" timeOffset="-125982.66">24264 6094 274 0,'0'0'-5'0,"34"-5"13"15,-18 2-2-15,0 1-3 16,0 2 0-16,-3 0 0 16,-3 0-3-16,-5 7 0 0,1 2 0 15,-5 2-2-15,-1 3-5 16,0 0 7-16,0 1-6 16,-6-1 0-16,-2-2-1 15,0-2 1-15,-1-2 9 16,-1-3-7-16,0-3 4 15,3-1 5-15,2-1-2 0,1 0-1 16,4-5 1-16,0-3-4 16,0 1-17-16,5-2-11 15,3 0 20-15,0 2 6 16,0 1 2-16,2 3 2 16,-3 0 7-16,0 2 12 0,0 1-5 15,4 0-4-15,-1 0-7 16,0 0-3-16,1 0 0 15,0 2-1-15,0 0-16 16,-1-2-48-16,-2 0-34 16</inkml:trace>
  <inkml:trace contextRef="#ctx0" brushRef="#br0" timeOffset="-125798.59">24526 6015 279 0,'0'0'10'16,"0"0"-2"-16,0 0-16 16,0 0 4-16,0 0 8 15,0 35-5-15,0-13-1 0,0 3 4 16,0 5-4-16,0 0-36 16,-9 1-78-16</inkml:trace>
  <inkml:trace contextRef="#ctx0" brushRef="#br0" timeOffset="-125407.77">23991 6558 141 0,'0'0'11'0,"0"0"15"0,0 0-1 16,0 0-12-16,-29-24-5 16,22 22-6-16,-2 0 4 15,-1 2 4-15,-1 0 2 16,1 3-4-16,-2 4-5 0,1 3-1 15,2 1-2-15,0 1 0 16,3-1 0-16,2 1-1 16,4-2-3-16,0-1-2 15,0-1 2-15,10-2 5 16,1 0 5-16,2-2 0 16,5-1-3-16,-1-3-6 0,-1 0-46 15,-1-1-85-15</inkml:trace>
  <inkml:trace contextRef="#ctx0" brushRef="#br0" timeOffset="-125184.72">24043 6390 226 0,'0'0'14'0,"0"0"-5"0,0 0-5 16,0 0-6-16,0 0 2 15,0 0 2-15,-28 43-1 16,24-23 0-16,2 1-2 16,2 2 1-16,0 3-1 15,0-2 3-15,2 0-8 0,2-1-59 16,2-5-75 0</inkml:trace>
  <inkml:trace contextRef="#ctx0" brushRef="#br0" timeOffset="-124760.83">24248 6547 81 0,'0'0'122'0,"0"0"-106"15,-33-5 0-15,18 5-12 0,-1 1-3 16,0 7-1-16,0 1 0 15,1 1 1-15,4 1-1 16,1-1 0-16,5 1 0 16,2-1-2-16,3 0-3 15,0-1-4-15,6-3-7 16,4-1-9-16,4-1 4 0,2-3-7 16,3-1 7-16,-2 0 9 15,3-6-2-15,-3-3 15 16,-1 0 1-16,-3 0 1 15,-3 0 13-15,-2 2 24 16,-4 0 12-16,-1 3-1 0,-3 0-19 16,0 1-4-16,1 1-11 15,-1 2-12-15,0 0-5 16,0 0 0-16,0 0-5 16,0 5 1-16,3 1 2 15,1 3-2-15,1-1-9 0,-1 0-15 16,3-3-34-16,0 0-55 15</inkml:trace>
  <inkml:trace contextRef="#ctx0" brushRef="#br0" timeOffset="-124503.84">24516 6417 264 0,'0'0'6'0,"0"0"-9"0,0 0 0 0,0 0 1 15,0 0 2-15,1 36 2 16,-1-20-1-16,0 2-1 16,0 2 0-16,0 0 1 0,0-2-1 15,0 3-12-15,0-3-26 16,0-2-4-16,0-3-10 15,0-4-46-15</inkml:trace>
  <inkml:trace contextRef="#ctx0" brushRef="#br0" timeOffset="-124325.83">24437 6560 303 0,'0'0'27'0,"0"0"-5"15,0 0-15-15,0 0-6 16,0 0-4-16,0 0 0 16,31-22-13-16,-15 21-30 15,0 0-36-15,0-2-90 16</inkml:trace>
  <inkml:trace contextRef="#ctx0" brushRef="#br0" timeOffset="-123870.27">24691 6482 222 0,'0'0'12'0,"0"0"-9"16,27-13 2-16,-15 11 1 16,1-1-1-16,1 1-1 15,1 2 4-15,-2 0-3 0,2 0 0 16,-3 0-3-16,-2 5-2 15,-3 4 2-15,-3 1-6 16,-2 1-10-16,-2 2 5 16,0 2 6-16,-3 0-2 15,-3-2 0-15,-3 2 0 16,-1-2-10-16,0 0 5 0,-3-4-1 16,-3 0-2-16,-1-5-9 15,-1-1 7-15,1-2 4 16,1-1 11-16,3-1 4 15,4-5 3-15,4-2-2 16,3-1 4-16,2-1-4 0,0 0 16 16,7 0 2-16,3 2-7 15,0 0-1-15,1 3 5 16,1 0-2-16,1 5-1 16,0 0-1-16,2 0 1 15,1 3-10-15,1 5-4 0,0 3-2 16,0 3-1-16,-2 3 0 15,-4 1-37-15,-2-2-68 16</inkml:trace>
  <inkml:trace contextRef="#ctx0" brushRef="#br0" timeOffset="-122508.34">16974 6660 38 0,'0'-3'24'0,"0"0"-5"0,0 3-10 0,0-1 0 16,0 1-4-16,0 0 5 15,0 0-4-15,0 0-4 16,0 0 3-16,0 0-2 15,0 0 4-15,0 0-5 0,0 1-1 16,3 4 0-16,0-2 3 16,0-1-3-16,3 1 0 15,-3-3 2-15,1 0 2 16,3 0 19-16,4-5 14 0,9-10-5 16,8-9-7-16,13-11-17 15,11-11-9-15,14-11 4 16,13-12-13-16,3-10-94 15</inkml:trace>
  <inkml:trace contextRef="#ctx0" brushRef="#br0" timeOffset="-117716.79">21041 7308 61 0,'0'-2'3'0,"0"0"7"0,0-1-1 0,0 2-2 0,0-2-1 16,0 2-2-16,0-2 0 15,0 2-2-15,-1-1 1 0,1 0 5 16,0 2 2-16,-1-1 4 16,1 0 3-16,-1 1-5 15,0-1-5-15,1 1 1 16,0 0-5-16,0-2-2 15,0 2 2-15,0 0 1 16,0 0-2-16,0 0-1 0,0 0 0 16,0 0-1-16,0 0-1 15,0 0 0-15,-2 0-11 16,2 0 8-16,-2 2 0 16,0 0 13-16,1 1-8 0,0-1 1 15,0 1-1-15,0-1-1 16,1 2 1-16,0-1-1 15,0 1 0-15,0-1 0 16,0 2 1-16,0 0-1 16,0 2 0-16,0-2 0 15,0 0 0-15,0 1 0 0,0-1 2 16,0 2-2-16,0-1 0 16,0 0 0-16,0 0 0 15,0-1 1-15,0 1-1 16,0-1 2-16,0 1-2 0,0-1 1 15,0-1 1-15,0 3 0 16,0-2-1-16,0 0 1 16,0 1 2-16,0-1 0 15,0 2-1-15,2-1 1 16,-1 1-2-16,1 0-1 16,1 0 0-16,-1-1 0 0,1 2 0 15,2-1 1-15,-2 1-2 16,1 0 2-16,1 0-2 15,0 1 0-15,0 0 0 16,0 0 0-16,1 1 0 16,0 1 0-16,2-1 3 0,1 1-8 15,1 1 7-15,2 0-1 16,2 1 1-16,0-1-2 16,4 1 2-16,-1-1-3 15,2 1 3-15,1-2-4 16,3-1 4-16,2 0-4 0,-1-1 1 15,2-1-2-15,-1-2 3 16,2-1 1-16,0-2 2 16,0-2-4-16,1 2 2 15,1-3 3-15,1 0-4 16,1 0 0-16,-1 0 1 0,-1-3 0 16,0 1 0-16,-3-3 0 15,1 0 0-15,-3 0 2 16,-2 0-1-16,1 0 0 15,-2 0 0-15,-3 0 0 16,2 0 0-16,-4 2 2 16,-1-2-1-16,-1 3-2 0,-1-1 0 15,-2 0-1-15,-2 1 1 16,-1-1-1-16,-3 0 1 16,1 1 0-16,-2-1 4 15,0 1-1-15,0 0-2 0,-1 1-1 16,-1-2-1-16,1 2 0 15,0 0-2-15,-2-1-7 16,1 2-4-16,-1-2-15 16,-1 1-36-16,0-3-19 15</inkml:trace>
  <inkml:trace contextRef="#ctx0" brushRef="#br0" timeOffset="-116989.7">21820 7457 71 0,'-1'0'3'0,"-2"0"18"0,2 0-9 0,1 0-7 0,-1 0 0 16,1 0 0-16,-1 0-2 15,1 0-2-15,0 0-2 16,0 0-1-16,1 0 4 16,4 3 1-16,-1 0-1 0,0 1 2 15,2 0-2-15,1 0-1 16,-2 1 0-16,4 0 6 15,0 1 2-15,2-1-2 16,1 3-3-16,1-1-3 16,1 0 0-16,-1 1 3 15,1-1-3-15,0-1 0 0,-1 3 0 16,-1-1-1-16,-1-2 1 16,-1 1 1-16,-1-2 0 15,0 0-2-15,-3-3 9 16,0-1 6-16,-2-1-1 15,-1 0 1-15,0 0 2 0,-2 0-5 16,0 0-1-16,0 0-2 16,-1 0 1-16,0 0 3 15,0 0-2-15,0 0-3 16,-2 0-5-16,-2 1 2 16,-3 3 3-16,-2 6-6 0,-3 6-1 15,-8 7-1-15,-5 12 2 16,-11 13-4-16,-9 18 2 15,-10 15-1-15,-12 13-32 16,-7 4-90-16</inkml:trace>
  <inkml:trace contextRef="#ctx0" brushRef="#br0" timeOffset="-115310.43">17729 7172 38 0,'1'0'11'0,"-1"0"1"0,0 0 5 0,0 0-12 0,0 0-3 16,0 0 1-16,-2-1 6 15,-2-1 7-15,0 0 6 0,1-1 0 16,-1 0-4-16,-3 1-7 15,4 0-6-15,-4 0-1 16,0 2-4-16,-1 0-2 16,-2 0 1-16,0 0 0 15,-2 0 2-15,-3 3 0 16,1 2 1-16,-1 0-1 0,0 1-1 16,-2 3 2-16,1 0-4 15,-3 1 2-15,1 1 0 16,0 1 2-16,-2 1-2 15,1-1 0-15,0 2 2 16,-1 1 2-16,0 1-2 0,0 0 0 16,0 4-1-16,2 0-1 15,0 0 0-15,3 1 0 16,-1 1 0-16,3-1 0 16,1 2 0-16,1 0 0 15,2 2 0-15,1 3 0 0,1 1 0 16,0 3 0-16,1 1 0 15,1 0 0-15,3 0 0 16,-1 0 0-16,3-3 0 16,0 2 0-16,5 0 0 15,4-2 0-15,1 3 0 16,3 0 0-16,2 0 1 16,3-1-1-16,7-1 2 0,2 0-1 15,8-4 2-15,3 0-6 16,9-3 4-16,7 0 0 15,7-3 0-15,5-2 0 16,6-2 1-16,8-4 0 0,3-1-6 16,6-1 4-16,6-1 1 15,6 0 3-15,3 2-1 16,3-2-11-16,2-4-73 16</inkml:trace>
  <inkml:trace contextRef="#ctx0" brushRef="#br0" timeOffset="-113690.23">17639 7163 100 0,'13'0'4'0,"1"-1"12"0,5-3 0 0,0-1-6 16,2-2-3-16,1-1-1 15,-1 1 0-15,2-1-6 16,-1 2 1-16,0 0 0 16,1 1 0-16,0-1-1 15,2 1-1-15,0-3 4 16,3 1 1-16,1 0 4 0,4-2 1 16,0 0 2-16,3-2-1 15,3-1 0-15,1 1 0 16,2-1 2-16,0 0-3 15,1-1-5-15,2 2 0 16,1 2-3-16,-2-1 1 0,3 2-2 16,0-1 0-16,0 2 1 15,1 0-2-15,-1-1 1 16,1 2-2-16,-2-1 2 16,1 0 0-16,-2 1-1 15,1-1 1-15,1-1 0 0,0 0 0 16,1 1 1-16,2-1-1 15,-1 1 0-15,0 1 0 16,-1 2 2-16,-1 0-2 16,-1 1 0-16,0 0 0 15,-1 0 0-15,2 2 0 0,0 0 0 16,1-2 0-16,2 1 0 16,1 0 0-16,1-1 0 15,0 1 0-15,2 1 0 16,-1-1 0-16,-1 1 0 15,1 0 0-15,-3 1-5 0,0 0 4 16,-3 0 1-16,-2-1 0 16,-1 1 0-16,1 0 0 15,-4 0 0-15,2 0 1 16,0 0-1-16,-1 0 2 16,0 0 1-16,-1 1-5 0,-3 6 4 15,-4 0-2 1,-2 1-5-16,-2 2 3 0,-2 0 2 15,-1 0 0-15,-1-2 0 16,0 4 0-16,1-1 0 16,1 2 0-16,0 0 0 15,-1 2 0-15,1 0 0 0,-2 0 0 16,0 3-1-16,-2 0 1 16,1-1 0-16,-3 1 0 15,0 0 1-15,-2-1 0 16,-2 1-1-16,0-1 1 0,0-1 1 15,1 2-1-15,-3-1 1 16,0 0-2-16,-2 0 0 16,-1 3 0-16,-3 2 0 15,-5 3 0-15,-3 1 0 16,-2 2 0-16,0 2 1 16,-4-1 0-16,-4 1-1 0,-1 0 1 15,-1-2-1-15,-1 0 1 16,1-4-1-16,0-1 0 15,-1-2 0-15,1-1 3 16,-3-1 0-16,0 3-1 16,-4 1 0-16,-2 0-1 0,-4 0 0 15,-2 3-1-15,-3-1 1 16,-3-1-1-16,-3 1 1 16,-4-1-1-16,-5-1 1 15,-5 0-1-15,-3-3 0 16,-6 1 0-16,-6-4 1 0,-8 2-1 15,-9-3-2-15,-9 5 3 16,-13-2-4-16,-12 5-9 16,-13 1-2-16,-14 8-16 15,-14 3-12-15,-12 8-21 16,-13 4-39-16</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4-26T05:08:17.819"/>
    </inkml:context>
    <inkml:brush xml:id="br0">
      <inkml:brushProperty name="width" value="0.05292" units="cm"/>
      <inkml:brushProperty name="height" value="0.05292" units="cm"/>
      <inkml:brushProperty name="color" value="#FF0000"/>
    </inkml:brush>
  </inkml:definitions>
  <inkml:trace contextRef="#ctx0" brushRef="#br0">19771 5810 41 0,'0'0'5'0,"0"0"5"0,0 0 3 16,0 0-3-16,0 0-4 15,0 0-3-15,0 0-2 16,0 0 0-16,2 0-2 0,-1-2 4 16,0 2 0-16,0-3 1 15,-1 3 8-15,0-3 1 16,0 3-4-16,0-1-3 16,0 1-4-16,0-1-1 15,2 1 2-15,-2 0 0 0,0 0 2 16,0 0-1-16,0 0-1 15,0 0 0-15,0 0 0 16,0 0 4-16,0 0-3 16,0 0-4-16,0 0 1 15,2 0 1-15,0-1-2 0,-1 1 2 16,2-1-2-16,-1 1 0 16,-1 0 1-16,1 0-1 15,0 0 0-15,1 0 1 16,0 0-1-16,0 0 1 15,1 0 0-15,-1 1-1 16,0 2 1-16,1 0 0 0,-1 0-1 16,0 1 2-16,-1-1-1 15,2 3 0-15,-2-1 3 16,0 1-2-16,0 0 0 16,1 0 0-16,0-2-1 15,-3-1-1-15,4-2 1 16,0-1-1-16,4 0 1 0,7-6 3 15,8-14 16-15,13-14 6 16,22-18-16-16,22-20 6 16,29-24-11-16,30-17 8 15,34-18-5-15,23-11-6 0,17-10-1 16,14-10-131-16</inkml:trace>
  <inkml:trace contextRef="#ctx0" brushRef="#br0" timeOffset="10064.31">8299 10446 17 0,'0'0'8'0,"0"0"-5"0,0 0 0 16,0 0-1-16,0 0-1 15,0 0 4-15,0 0 4 16,0 0-4-16,0 0 4 15,0 0 0-15,0 0 6 16,0 0 1-16,0 0 1 0,-7 0-12 16,7 0-4-16,0 0-3 15,0 0 3-15,0 0 0 16,4 0 0-16,1 0-1 16,0 3 0-16,1-1 0 15,3-1 0-15,-2-1-1 0,0 1 0 16,2-1 0-1,-1 1-2-15,-1 1 3 0,2-1-1 16,-1 1 3-16,0 0-1 16,2 1 0-16,0 1 0 15,2-1 1-15,0 0 0 16,-1-3 2-16,3 2 0 16,1-2 2-16,0 0 1 0,2 0-1 15,0-2 0-15,-2 0-2 16,3-2-3-16,-1 0 0 15,-1 0 2-15,3 0-2 16,1-1 0-16,-1 0 0 0,3-2 0 16,-2 2-1-16,1 0 1 15,1-1 0-15,-2 1-1 16,0 0 0-16,-1 1 1 16,-2 0-1-16,1 2 0 15,-1 0 0-15,-1-1 0 0,3 1 0 16,1-1 0-16,0 1-1 15,0-1 2-15,2-1-2 16,0-1 1-16,1 0-1 16,-1-1 0-16,0 1-1 15,0 0 1-15,-2-1 1 0,0 1 0 16,0 1 0-16,-2-2 1 16,2 3-2-16,1 0 1 15,-1 1 0-15,1 0 1 16,2 2-1-16,-2 0 0 0,3 0-1 15,-3 0 2-15,1 0-2 16,-1 0 1-16,1 0 0 16,-1 0 1-16,0 0-1 15,3 0 0-15,0-1 0 16,0 0-1-16,2 0 1 16,0-1 1-16,3 0-1 0,0-1 0 15,1 1 0-15,-1 0 0 16,-1 1 0-16,1 1 1 15,1 0-1-15,0 0 0 16,-2 0 1-16,1 0-2 16,-2 0 1-16,3 2 0 0,-3 1 0 15,-2 0 0-15,3-1 0 16,-2 2 0-16,3 0 0 16,0 0 0-16,0-1 0 15,-3 1 0-15,3 0 0 16,-2 1 1-16,-1 0-2 0,1 0 0 15,-1-2 2-15,0 1-1 16,1-2 0-16,1 1 1 16,1 0 0-16,0-1-1 15,-1-1 0-15,0 1 0 0,1-2 0 16,0 0 1-16,1 0-1 16,-1 0 0-16,-1 0 0 15,1 0 0-15,2 0 0 16,-1-2 0-16,0-1 0 15,1 0 0-15,0-1 0 16,1 0 0-16,0 0 0 16,1-2 0-16,3 1 0 0,-4 1 0 15,0 2 1-15,-1-1-1 16,-2 2 0-16,0 1 0 16,-4 0 0-16,3 0 0 15,-2 0 0-15,2 0 0 0,-1 0 1 16,0 0-2-16,1 0 1 15,-3 0 1-15,2 0-2 16,0 0 2-16,-2 0-2 16,2 0 1-16,0 0 1 15,2 0-1-15,-1 0 0 16,-1 1 0-16,1 2 0 0,0-1 0 16,-2 1 0-16,0 0 0 15,-1 1 0-15,1 1 0 16,2 0 0-16,-1-2 0 15,4 1-1-15,-1-1 1 16,3 1 1-16,1-1-1 0,0 0 0 16,1-2 0-16,1 2 0 15,-1 0-1-15,2 0 2 16,-1 0-1-16,2 1 0 16,-3 2 0-16,2 1 0 15,-2-1 0-15,0 0 0 0,1 1 0 16,0-2 0-16,-1-1 0 15,0-1 0-15,-1 2 2 16,0-3 4-16,-3 1-1 16,1 0 2-16,-1-1 0 15,1-2 2-15,0 2-4 0,3-2-2 16,-2 0-3-16,3 0 2 16,2-2-1-16,3-3 0 15,0 1 0-15,2-2-1 16,1 3-25-16,1 0 2 15,-3-1-12-15,-3-3-46 0</inkml:trace>
  <inkml:trace contextRef="#ctx0" brushRef="#br0" timeOffset="11454.37">11170 9325 44 0,'3'0'5'0,"-2"0"-4"0,1 0-1 0,1 0 1 16,0 0-1-16,-1 0 0 16,1-1 1-16,2-2-1 15,-1 2 1-15,2-1 0 16,-2-1 1-16,2 1 0 0,-2 0-1 16,2 0 1-16,-2 1-1 15,2 1 1-15,0 0 3 16,0 0 0-16,1 0 3 15,-2 1-2-15,3 3 2 16,-1 1-1-16,0-1-2 0,1 2 0 16,2-2-2-16,-2 0 1 15,1 1-2-15,-2-3 1 16,3-2 1-16,5 0 8 16,0-14 4-16,10-7 2 15,8-12-6-15,11-10-3 0,13-15-4 16,17-11-2-16,12-9 1 15,15-9-6-15,8-9-27 16,6-3-62-16</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4-26T05:08:42.703"/>
    </inkml:context>
    <inkml:brush xml:id="br0">
      <inkml:brushProperty name="width" value="0.05292" units="cm"/>
      <inkml:brushProperty name="height" value="0.05292" units="cm"/>
      <inkml:brushProperty name="color" value="#FF0000"/>
    </inkml:brush>
  </inkml:definitions>
  <inkml:trace contextRef="#ctx0" brushRef="#br0">23565 4859 76 0,'-4'0'9'0,"1"0"9"0,1 0 0 0,0 0-4 0,2 0-2 16,-1-1-5-16,1 0-3 15,0-1-3-15,0 2-2 16,0-1 0-16,0 1 1 0,0 0 1 16,0 0-1-16,0 0 0 15,2 0 0-15,0 0-1 16,1 0 2-16,1 3-1 15,0 0 0-15,-1 4 1 16,1-1-1-16,-1 2 1 16,0 1 1-16,1-1-1 0,-1 1 1 15,2 0-2-15,-1-1 1 16,1-1-1-16,0-2 1 16,0 0-2-16,0-3 0 15,3 1-2-15,-3-1 3 0,3-2 3 16,1 0 9-16,3-7 6 15,3-4-4-15,3-3-5 16,1-4-3-16,4-3 1 16,3-3-2-16,5-4 0 15,-1-2 1-15,3 0 0 0,1 1-1 16,3-2-1-16,-1 3 1 16,2 0-2-16,0 0-1 15,0 2 0-15,0 0 0 16,-3 3 0-16,-3 3-1 15,-5 2-1-15,-5 3 1 16,-3 4 0-16,-4 4 0 0,-3 2-1 16,-2 2 1-16,0 3-1 15,-4 0-6-15,-3 5-22 16,-3 2-37-16,0 3-16 16</inkml:trace>
  <inkml:trace contextRef="#ctx0" brushRef="#br0" timeOffset="1247.16">23793 6158 69 0,'-2'2'-2'0,"0"1"5"0,1-1-2 0,1 1-2 16,0-1-2-16,0 1-3 0,0 1-4 15,3-1 1-15,-2 0 5 16,1 0-1-16,-1 2-21 16</inkml:trace>
  <inkml:trace contextRef="#ctx0" brushRef="#br0" timeOffset="1816.4">23803 6211 11 0,'0'0'26'0,"0"0"3"16,0 0-13-16,0 0-12 15,0 0 2-15,0 0 1 16,0 0-5-16,12-15 0 16,-11 12-1-16,1 3 4 0,1-2 0 15,-2 0 1-15,0 1-2 16,2 0 1-16,0 0 1 15,1 1-2-15,-1 0-1 16,4 0 0-16,-3 0-2 16,-1 0 1-16,1 0-1 0,-1 0 0 15,1 2 1-15,-1 1 0 16,-1 0 1-16,0 1-3 16,-1 1 1-16,1 0 2 15,0 0-1-15,-1-2 1 16,-1 2-2-16,2-1 0 15,-1-1 1-15,0 0-2 0,2 2 0 16,0-2 0-16,0-1 0 16,-1 0 0-16,2-1-4 15,0-1 3-15,-1 0 4 16,2 0 0-16,0 0 5 16,1-3 5-16,0-2 4 0,2-1-7 15,0-3-3-15,3-1-2 16,2-1-1-16,3-3-2 15,3-2 0-15,2-2 0 16,4-2 1-16,4-1-2 0,2-1 1 16,1 0-1-16,3-2 1 15,-1 1-2-15,1-2 1 16,-2 3-1-16,2 0 1 16,-3 2-1-16,-2 3 0 15,0 2 1-15,-3 2 0 0,-2 3 0 16,-4 3 0-16,-1 3-4 15,-5 1-19-15,-5 2-29 16,-6 1-22-16</inkml:trace>
  <inkml:trace contextRef="#ctx0" brushRef="#br0" timeOffset="4147.01">14915 7086 71 0,'0'0'-8'0,"0"0"-29"0</inkml:trace>
  <inkml:trace contextRef="#ctx0" brushRef="#br0" timeOffset="5101.22">14873 6994 114 0,'0'0'3'0,"0"0"3"16,0 0 0-16,0 0 0 0,0 0-5 16,0 0-1-16,9-28 0 15,1 24 1-15,1 1 0 16,1 0-2-16,1 0 1 15,0 1 0-15,3-1 0 16,0 1 1-16,1 1-2 0,2 1 3 16,1 0-2-16,0 0 1 15,0 6-1-15,2 1 0 16,0 2 0-16,-1 3 1 16,0 0-1-16,-1 2 0 15,0 3 1-15,-2 1-1 16,-2 4 3-16,-1 0-2 15,-2 2 2-15,-1 1 1 0,-2 0 1 16,-3 1-1-16,-4 1 0 16,1 0 3-16,-3 0 2 15,-1 2-1-15,0 1 1 16,0 0-3-16,0 1-1 0,0 0-1 16,0 1-1-16,0 0-1 15,0 1 1-15,0 2-1 16,0 2-1-16,0 1 0 15,0 2 0-15,-1-1-1 16,1-1 2-16,0-1 3 0,0-4 1 16,1-1-1-16,5-3-3 15,4-2 0-15,0-3-1 16,3-2-1-16,3-2 0 16,-1-3 0-16,2-3 1 15,-2-3 0-15,2-1-1 0,-3-3 1 16,0 0-1-16,0-4 0 15,-3 0-1-15,-1-2 2 16,-1 1-2-16,-3-2 2 16,-1 0-1-16,-4 0 0 15,-1 1-2-15,0 0 3 0,-7 4 4 16,-4 0-5-16,-3 5 0 16,-4 0 1-16,-1 3 5 15,1 4-3-15,-1-1 2 16,0 4 1-16,2 0-4 15,3 5 0-15,0 1-2 0,1 4 0 16,3 1 0-16,2 2 1 16,1 2-2-16,2 4 2 15,2 3-1-15,1 2-1 16,0 1 1-16,2 5 0 16,0 1 0-16,0 1-1 0,2 1 1 15,5-3 0-15,-2 1 1 16,3-1-2-16,-3-1 2 15,2 1-2-15,-1-2 1 16,-2 1 0-16,-1-2 0 16,0-1 0-16,-3-3 0 15,0-3 1-15,0-3 0 0,-5-2 4 16,-4-4 1-16,-4-1 3 16,-5-2-2-16,-2-3 1 15,-4-3-2-15,-5-1 0 16,-4-1-4-16,-5-5 1 15,-4 0-3-15,-2-2 0 0,-4-3 0 16,-4-2-1-16,-1-3-3 16,-3 1-14-16,-2-5-12 15,-5-1-60-15</inkml:trace>
  <inkml:trace contextRef="#ctx0" brushRef="#br0" timeOffset="7069.16">23724 7003 120 0,'0'0'-6'0,"0"0"15"0,0 0 3 0,0 0 0 0,15-28-2 16,-10 23-4-16,1 1 4 15,-2 0 0-15,2-2 0 16,-1 3 3-16,1 1-2 15,0 0-7-15,1-1-4 16,1 3 1-16,1 0-1 16,1 0 0-16,0 0 0 0,1 3 0 15,2 2 0-15,0 0-1 16,0 2 1-16,0 1 0 16,-2 2-2-16,-1 0 2 15,1 2-2-15,-4 3 0 16,0 1-1-16,-1 2-1 15,-1 3-1-15,-1 0 4 16,-3 2-1-16,0 0 2 0,-1 1 1 16,0-1 2-16,0 2-7 15,-1 3 7-15,-3 1-6 16,-2 2 2-16,-1 3 6 0,-1 0-1 16,-1 0-7-16,2-1 10 15,0 0-5-15,1-1-1 16,4-1-1-16,0-1 0 15,2-1-1-15,0-2 1 16,4 0 0-16,3-3-2 16,3-5 2-16,0 0 1 0,1-5-1 15,2 0 1-15,0-4 2 16,-1 0 4-16,1-2-6 16,-2-1 3-16,-2-1-2 15,-1-2 2-15,-3 1-1 16,-1-1-1-16,-3 0-2 0,-1 1-2 15,0 0 3-15,-7 3 0 16,-2 0 6-16,-2 1 0 16,-2 3-7-16,-2-1 1 15,1 2 0-15,0 2-1 0,1 1 0 16,0 1 0-16,2 1 1 16,2 2-1-16,2 0-1 15,-1 1 0-15,3 0 0 16,1 2-1-16,1 0 1 15,1-1 0-15,1 2 0 16,1 2-1-16,0-1 2 0,0 4 0 16,0 0 0-16,0 0 0 15,0 1 1-15,0 2-1 16,0-3-1-16,0 3-1 16,3 1 2-16,0 1 0 15,1 0 0-15,0 0 0 0,0 1 0 16,1-1 2-16,-1 0-5 15,0 0 4-15,0-1-2 16,3 2 0-16,-4-2 0 16,3 0 2-16,-1-2 0 0,-2-2-1 15,-2-2 0-15,-1-4 3 16,0-1-2-16,0-1 1 16,-5-2 0-16,-5-1 4 15,-1-1 6-15,-6-1-2 16,-3-3-4-16,-5 2-2 15,-6-2-2-15,-9 0-1 0,-12-3-2 16,-14-5-46-16</inkml:trace>
  <inkml:trace contextRef="#ctx0" brushRef="#br0" timeOffset="16044">4881 6968 103 0,'0'0'4'0,"0"0"1"0,0 0 3 16,0 0-1-16,0 0 0 15,0 0 1-15,0 0 0 16,0 0-3-16,-27-7-2 0,24 6-2 15,-1 1-1-15,-1 0-2 16,2 0-3-16,-4 4-5 16,2 2 1-16,-1 1 1 15,-1 2 5-15,1-1 1 16,0 2 1-16,1-2 2 0,0 2-1 16,0 2 0-16,0-1 1 15,0 3-1-15,0 0 0 16,-1 0 1-16,0 2 0 15,-2-1 1-15,-1 1 3 16,-1-1 3-16,0 0 1 0,0 2-3 16,-2-1-1-16,4 3-2 15,-2 2-3-15,0 0 0 16,0 2 0-16,3 1 0 16,-1 1 1-16,1-1-1 15,1 1-1-15,-1-1 2 0,0 0-1 16,1 1 1-16,2-2 2 15,-1 0 2-15,4 1 1 16,-3 0 0-16,4-1-2 16,0-1-2-16,0-2 1 15,4-1-3-15,0-4 1 16,3-2 2-16,-1 0-3 16,1-4 2-16,-1-3 0 0,1 1 0 15,-1-2-1-15,-1 0 2 16,2 0-3-16,-4 0 2 15,4 1-1-15,-4-1-1 16,1 2 1-16,0 4-1 0,-1-1 1 16,1 2-1-16,-1 2 1 15,-1 1-1-15,2 2 1 16,-3 3-1-16,1 0 1 16,-1 2-1-16,-1 0 1 15,0-2-1-15,0 0 2 16,-3 1-1-16,-2-4-1 0,-1 1 0 15,-1-2 3-15,0 1-1 16,-2-2 0-16,3 0-1 16,-1 1 0-16,1-2 0 15,-1 0 0-15,1-2-1 16,2-1 2-16,1-1-2 16,-1-2 0-16,1-4 0 0,0 2 0 15,1-2 0-15,0-1 0 16,2 1 0-16,0 0 0 15,0 0 0-15,0 1 0 16,0-1 0-16,0 1 0 0,0 2 0 16,0 0 0-16,0 1 0 15,2 0 0-15,0 2 0 16,-1 3 0-16,-1 0 0 16,0 1 0-16,0 2 0 15,0-1 0-15,0 0 0 0,-1 0 0 16,-3 0 0-16,1 1 0 15,-2-1 0-15,1 3 1 16,-1 0-1-16,2 1 0 16,-2 2 0-16,-1 3 0 15,0 0 0-15,-1 1 0 0,3 1 0 16,-2 2 0-16,0-1 2 16,2-1-4-16,1 2 2 15,-1 2 2-15,1-2-4 16,0 1 4-16,1-1-2 15,-1-1 0-15,3 0 0 0,0-2 1 16,0-1 2-16,0 1 2 16,3 0 1-16,7 1-1 15,4-1-3-15,3-1 0 16,4-3-2-16,7-1 1 16,6-5-1-16,8-6-1 0,6-8 5 15,10-3-2-15,2-18-2 16,2-13-24-16,-3-12-120 15</inkml:trace>
  <inkml:trace contextRef="#ctx0" brushRef="#br0" timeOffset="17311.43">1726 7942 11 0,'0'-3'71'0,"0"1"-66"0,0-1 7 0,0 1-2 15,0 1 3-15,-1 1 3 16,-1-1-3-16,1 1-7 0,1 0 3 16,0 0 5-16,0 0 8 15,0 0-12-15,0 0-9 16,0 0-2-16,0 2-3 15,4 7 4-15,3 4-2 16,-1 2 2-16,3 4 2 16,1 0-2-16,-1 3 1 0,1 0-2 15,-2 1 2-15,2-1-1 16,0-2 1-16,-2-1-1 16,1 1 1-16,-1-2-1 15,1-1 1-15,-2 0 0 16,4-1-1-16,-3-1 0 0,2-5-4 15,-1-4-34 1,-1-6-20-16</inkml:trace>
  <inkml:trace contextRef="#ctx0" brushRef="#br0" timeOffset="17624.12">1905 7846 95 0,'0'0'9'0,"0"0"-7"0,0 0-1 0,22 40 5 16,-12-24 5-16,0 3-6 15,2-1 0-15,-1 2-3 16,3-2 0-16,0-2 1 16,-1-1 0-16,1 0-1 15,-3-2 0-15,-1-1-1 0,-3 3 0 16,0-4-11-16,-4-1-26 16</inkml:trace>
  <inkml:trace contextRef="#ctx0" brushRef="#br0" timeOffset="17858.63">1842 8159 286 0,'0'0'-4'0,"0"0"1"16,4-27 3-16,7 15 2 15,1 0-1-15,3 0-1 16,0-1 1-16,1 1-1 16,5 0 0-16,0 0-5 0,1 1-33 15,0 0-34-15,0-2-23 16</inkml:trace>
  <inkml:trace contextRef="#ctx0" brushRef="#br0" timeOffset="18343.21">2187 7845 120 0,'0'0'5'0,"0"0"20"15,0 0-12-15,0 0-3 16,0 0-3-16,-30 13-5 15,26-2-2-15,0 1 2 16,2 1-1-16,2 0 1 16,0 0 1-16,0-1-1 0,3-2 1 15,3 0-2-15,2-3 1 16,-2-1-2-16,3-3 0 16,1 0 2-16,0-3-1 15,-1 0 1-15,0-2 3 16,1-5-3-16,-3-3 3 15,2-3-3-15,-5 1 0 0,2-1 0 16,-3-1-1-16,-2 3 0 16,-1-2 0-16,0 3-1 15,0 2 2-15,0 1 6 16,0 3 5-16,0 2-1 16,0 0 0-16,0 2-5 0,0 0-8 15,0 0-4-15,4 3 3 16,1 2 2-16,3 2 2 15,2 1-2-15,2-1-1 16,0 1-9-16,1-1-13 16,-1-4-16-16,-2 0-12 0,0-3-20 15</inkml:trace>
  <inkml:trace contextRef="#ctx0" brushRef="#br0" timeOffset="18762.05">2381 7795 109 0,'0'0'17'0,"0"0"31"0,0 0-18 0,0 0-12 0,0 0-5 15,0 0-8-15,0 0-6 16,0 0 0-16,0 0 0 0,7-15 0 16,2 20 0-16,1 0 1 15,-2 2 0-15,1 0 1 16,-1 1-1-16,-1-2 0 15,-1 1 1-15,-1-2-1 16,-2 0 0-16,0-2 1 16,-2-1-1-16,1 0 1 0,-1-2 0 15,-1 0 0-15,0 0 2 16,0-6-2-16,0-3-4 16,0-1-1-16,0-3-2 15,0-1 5-15,0 2-1 0,2-2 1 16,1 2 2-16,2 2-1 15,0-1 2-15,2 4-2 16,0 2 0-16,0 2 0 16,1 3 0-16,2 0-2 15,0 0 0-15,0 7 1 0,2 1 1 16,-1 3-10-16,2 1-30 16,0-2-16-16,0-3-40 15</inkml:trace>
  <inkml:trace contextRef="#ctx0" brushRef="#br0" timeOffset="19409.7">2713 7658 87 0,'0'0'4'16,"-1"-33"18"-16,-4 20 9 16,-2 3-5-16,-1 3-11 0,1 3-11 15,0 1-1-15,0 3-2 16,3 0-3-16,-2 6 0 15,2 3 0-15,2 3 3 16,2 3-1-16,0 0 0 16,0 2 0-16,6-1 0 0,3-3 0 15,1-1-1-15,0-3 2 16,1-3 1-16,1-2-2 16,-2-4 1-16,0 0-1 15,-1 0 4-15,-1-5-1 16,-2-3-1-16,-3-3 0 15,-2-3-1-15,-1-2 1 0,0-4-1 16,0-1 1-16,-3-3-2 16,-5-2 0-16,-2 1 0 15,0-1-2-15,-4 1 1 16,0-1-5-16,0 0-6 16,1 1-9-16,0 0 7 0,-2 0-3 15,4 2 4-15,-2 1 4 16,0 4 8-16,3 1 2 15,0 3 1-15,2 4 3 16,1 3 0-16,2 3-2 0,2 2 4 16,1 2 4-16,2 0-15 15,0 5 4-15,0 3-1 16,3 4 2-16,4 2-1 16,2 4 2-16,1 2-1 15,2 2 1-15,-1 2 2 16,1 2 6-16,1 1-5 0,1 1 0 15,-2-3-1-15,-1-1-2 16,1-1 1-16,-2-4 1 16,0-1 0-16,0-3 1 15,0 0 0-15,0-4-4 16,-1-1 1-16,2-1 0 0,1-4 0 16,0-1-1-16,-1-4-6 15,3 0-17-15,1-4-19 16,0-9-3-16</inkml:trace>
  <inkml:trace contextRef="#ctx0" brushRef="#br0" timeOffset="19859.31">2908 7515 72 0,'0'0'9'0,"5"-27"6"0,-5 14 4 0,0 1-2 0,0 1 5 16,0-1 1-16,0 2-11 15,-4 3-2-15,1-1-3 0,-2 3 1 16,2 1-3-16,-2 3 0 15,1 0-4-15,1 1 2 16,0 0-4-16,0 0 1 16,3 3 1-16,0 4-1 15,0-1 0-15,0 2 0 0,1 1 0 16,2-2 0-16,3-1-1 16,0 2 0-16,1-3 2 15,2 2 0-15,-3-3-1 16,2 0 1-16,1 1-1 15,-1-1 0-15,-1-1 0 16,1 0 2-16,1 0-2 0,-5 1 0 16,2 0 0-16,-2 0 0 15,0 0 0-15,-2 2 0 16,-2 0 0-16,0 2 0 16,0 1 5-16,-7-1 2 15,-2 5-2-15,-2-3-2 16,1 0 1-16,-1 0 2 0,1-1-3 15,3-3 1-15,0 1-2 16,1-3-2-16,5-2 0 16,-1 0 0-16,2-2-8 0,0 0-30 15,6-9-38-15,1-4 27 16</inkml:trace>
  <inkml:trace contextRef="#ctx0" brushRef="#br0" timeOffset="20265.48">3039 7395 117 0,'0'0'4'0,"0"0"-2"0,0 0 0 0,0 0-2 0,-17 28 1 15,17-16 0-15,-2 2 0 16,2 0 0-16,0-1 3 15,0-1-1-15,4 0 3 16,2-4-1-16,3-2-3 16,-2-1 0-16,1-3 4 0,1-2 0 15,2 0 4-15,-1-3 6 16,-2-5 1-16,1-2-4 16,-1-2-3-16,-2 0-1 15,0-1 0-15,-5 0 3 16,-1 0 5-16,0 1-2 0,0 0-5 15,-6 0-4 1,-1 2-1-16,-1 1 0 0,-1 3-3 16,1 2-3-16,0 1-4 15,-1 3 5-15,2 0-3 16,3 8-2-16,0 1-10 16,2 1-22-16,2-1-17 0,0-2-26 15</inkml:trace>
  <inkml:trace contextRef="#ctx0" brushRef="#br0" timeOffset="20769.93">3160 7333 151 0,'0'0'3'15,"0"0"4"-15,0 0-2 16,0 0 1-16,0 0 4 0,0 0-5 15,0 0-5-15,0 0-1 16,0 0-1-16,13-17 1 16,-6 23 0-16,-3 3 1 15,3-1 1-15,-2 2 0 16,2 0 1-16,-2 0-1 16,0-2-1-16,-2 1 2 0,0-2-1 15,0-1-2-15,-2-3 2 16,1 0 1-16,-2-1-1 15,0-2 2-15,0 0 3 16,0 0 18-16,0-2-2 0,0-4-21 16,0-4 0-16,0 0 0 15,0-5-1-15,0 0 1 16,0-1-1-16,0-1 0 16,3 1 1-16,2 1 0 15,1 0 0-15,1 2 1 0,2 2-1 16,1 2 0-16,2 1-1 15,-2 1 0-15,3 4 0 16,1 1 0-16,-1 2 0 16,4 0-1-16,-2 3 0 15,0 5 1-15,2 4-1 16,-3 5 0-16,-3 4 1 0,-2 4-8 16,-3 3-20-16,-5 3-34 15,-1 0-10-15</inkml:trace>
  <inkml:trace contextRef="#ctx0" brushRef="#br0" timeOffset="21444.94">2065 8509 61 0,'0'0'9'0,"0"0"5"0,0 0 3 0,33-35-6 16,-19 25-4-16,3-3 0 16,3-2-3-16,1 0-1 0,8-3-1 15,1-1-1-15,5-2 1 16,4-3 1-16,4-3 3 16,6-4-1-16,3-4-2 15,5-5 2-15,5-3-3 16,4-3 1-16,7-3 3 15,3-4 3-15,-1-2 6 0,4-1-2 16,0-1 0-16,-1-2-3 16,-3-2 1-16,1 2-3 15,0 0-1-15,-6 2 0 16,-3 1-2-16,-1 3 0 0,-4 4 0 16,-7 3-1-16,-7 5-1 15,-3 4 1-15,-7 6-3 16,-8 4 0-16,-7 8 0 15,-3 5-1-15,-8 5-1 16,-5 3-35-16,-7 1-68 0</inkml:trace>
  <inkml:trace contextRef="#ctx0" brushRef="#br0" timeOffset="22108.11">3398 6690 40 0,'0'0'4'0,"0"0"6"0,0 0-1 0,27 31 0 15,-14-16-2-15,0 3 0 16,6 4-2-16,-2 3 3 16,4 3 1-16,3 3-2 0,0 3 0 15,4 0-1-15,0-2-2 16,2 1 2-16,-2-2 3 15,0 0-3-15,-4-3-1 16,0-1-2-16,-3-1-2 16,-2-3 0-16,-5 2 1 0,-4-3-1 15,-7-4-23-15,-3-6-82 16</inkml:trace>
  <inkml:trace contextRef="#ctx0" brushRef="#br0" timeOffset="23161.32">3245 6618 66 0,'0'0'1'0,"0"0"8"0,0 0 1 0,-35 11-1 0,26-9-3 16,1 0-3-16,-1-1-1 16,-1 1 0-16,0 1 0 15,-1-1-2-15,-4 0 1 16,-1 2 0-16,-2 1 0 0,-2 0 1 16,-2 2 4-16,-1 0 0 15,-2 2-1-15,-1 3-3 16,1 1-1-16,-3 2-1 15,1 0 0-15,-4 1 0 16,1 1 0-16,-3 1 0 0,1 0 0 16,-3 1 0-16,1 2-1 15,-2-3 2-15,0 5-2 16,-4-1 0-16,2 0 2 16,-4 3-1-16,0 0 0 0,2 0 0 15,-2 3 0 1,-2 2 0-16,0-2 0 0,-1 1 0 15,-2 1 0-15,2 0-2 16,0 0-1-16,-1-2 2 16,3 0 0-16,1 0 2 15,2 0-1-15,1 0 1 0,3-1-1 16,1-1 1-16,2 1-1 16,0-1 0-16,1 0 0 15,-3-1 0-15,3 1 0 16,0 1 0-16,0-2 2 15,2 1-1-15,2 0 0 0,1 0 0 16,0-2 0-16,0-1 0 16,2-2-1-16,0-1 1 15,-1-3-1-15,5 1 1 16,-1-3-1-16,3 2 1 16,1-1 0-16,3 0 0 15,-1 1 2-15,2 0-3 0,1 1 0 16,1-1 0-16,0-1 1 15,2 2-1-15,2-3 0 16,2 0 0-16,0-2-1 16,4-1 1-16,0-1 0 0,2 1-1 15,0-1 1-15,0 4-2 16,4-2 1-16,1 4 0 16,2 3 0-16,1 3-1 15,2 1 3-15,2 4-1 16,0 4 0-16,1 1 0 15,1 0 1-15,2 3-1 0,1-1 1 16,2-3 0-16,2 0-1 16,4-4 0-16,2-2 1 15,5-4-2-15,4-5 1 16,7-4 4-16,8-5-3 16,8-8 1-16,7-3-3 15,9-15-2-15,6-7-12 0,4-8-5 16,4-7-43-16</inkml:trace>
  <inkml:trace contextRef="#ctx0" brushRef="#br0" timeOffset="28446.57">2583 8367 59 0,'-2'0'10'0,"1"-2"-3"0,0 2 3 0,-1-1-4 16,1 0-1-16,-1 0-1 15,1-1 2-15,-2 2 0 16,2-2 0-16,-1 1 4 16,1 1 0-16,-1 0-3 15,1 0-5-15,1 0 0 0,-2 0-2 16,2 0-3-16,0 0 2 16,0 1 0-16,0 3-2 15,0-1 3-15,0 2-1 16,0-2 0-16,0 2 0 15,3-1 0-15,2 0-1 0,0 0 1 16,0-1 1-16,-1 0-1 16,1-1 1-16,-2 0 0 15,0-1 0-15,1 1 0 16,-4-2 0-16,1 0 0 0,0 0 0 16,0 0 7-16,1-8 28 15,4-5-29-15,1-7-4 16,6-8 0-16,6-11 0 15,7-8-1-15,7-12-1 16,6-10-12-16,4-12-65 16</inkml:trace>
  <inkml:trace contextRef="#ctx0" brushRef="#br0" timeOffset="31775.28">13192 7577 19 0,'-4'4'5'0,"2"-1"-8"0,-1 0-7 0,2-1 1 15,-1 1 7-15,1-1 2 16,0 0 2-16,0-1 5 16,1 1 0-16,0-2-6 15,0 1-1-15,0-1-11 16</inkml:trace>
  <inkml:trace contextRef="#ctx0" brushRef="#br0" timeOffset="32373.54">13192 7577 44 0,'-19'33'29'15,"18"-33"-5"-15,-1 1-7 16,2 0-5-16,-2-1-6 0,1 1-2 16,1-1 6-16,0 0-2 15,-1 0 1-15,1 0 3 16,0 0-2-16,0 0 0 15,0 0 1-15,-1 0 1 16,1 0-6-16,0 0-4 0,0 0-2 16,0 0-1-16,0-2-1 15,0 0 2-15,0-2 0 16,0 2 0-16,0-2 0 16,0 0 2-16,2-1-2 15,1 1 1-15,0-2-1 16,1 2 1-16,2-2-1 0,1 0 1 15,-1 1-1-15,1-2-2 16,2 2 3-16,-1-1 0 16,1 1-1-16,0-1-1 15,0 1 2-15,-1 1-1 16,2-3-1-16,-1 2 2 0,1 1-1 16,0-2 0-16,2 1 0 15,1-1 0-15,0 1 1 16,3-1-1-16,0 0 0 15,3-1 0-15,0 1 0 16,1 0 0-16,1 0 0 0,0 0 0 16,-1 3 0-16,1-1 0 15,-2 1 0-15,-2 2 0 16,0-1 0-16,-1-1 0 16,0 1 0-16,-2 0 2 15,0-1-2-15,-1 0-2 0,1 1 2 16,-3-1 2-16,-1 1-2 15,0 0 0-15,-2 1 0 16,-1-1 0-16,-2 1 0 16,0 0 0-16,-3 1 1 15,-1-1-1-15,2 1 0 0,-3 0-1 16,0 0-29-16,-2 0-69 16</inkml:trace>
  <inkml:trace contextRef="#ctx0" brushRef="#br0" timeOffset="32971.96">13624 7311 69 0,'0'0'20'0,"0"0"-12"0,0 0-1 0,0 0 6 16,0 0-3-16,0 0-10 0,0 0 5 15,0 0-1-15,0 0 0 16,0 0 2-16,0 0 0 16,0 0-1-16,34 10-2 15,-26-7-1-15,-1 3-1 16,0 1 1-16,1 2-2 0,-3 3 1 15,0 2 3-15,-3 3-1 16,-2 4 0-16,0 7-1 16,-9 7-1-16,-6 5-15 15,-3 6-72-15</inkml:trace>
  <inkml:trace contextRef="#ctx0" brushRef="#br0" timeOffset="33839.9">13257 8396 37 0,'0'0'12'0,"0"0"-5"0,0 0-1 16,0 0-4-16,0 0-2 16,0 0 2-16,0 0 1 15,0 0 17-15,0 0 3 16,0 0 2-16,0 0-4 15,-3-23-8-15,3 18-7 16,0-3 0-16,0 1-4 0,0-1 0 16,3 0-1-16,1-2-2 15,0 2 1-15,2-2 1 16,0 0-1-16,1 0 0 16,-1-2 0-16,4-1 1 0,3-2 6 15,0 0-2-15,2-4-2 16,2 4-1-16,-2-2 1 15,3 0-1-15,1 1-1 16,-1 1-1-16,2 1 0 16,0 0 1-16,-1 2-1 15,0-1 0-15,0 2 0 0,-2 1 0 16,-1 0 1-16,-2 2-2 16,1-2 2-16,-2 3-2 15,-2 1 2-15,1 0 1 16,-4 2 0-16,0 1 1 15,-2 2-3-15,-2 0 0 0,-1 1 0 16,-2 0-3-16,-1 0-12 16,0 2-26-16,-1 1-49 15</inkml:trace>
  <inkml:trace contextRef="#ctx0" brushRef="#br0" timeOffset="34017.79">13636 7972 228 0,'0'0'-10'0,"0"0"-7"0,0 0 18 0,0 0 7 16,26-2-7-16,-22 10-33 15,-2 4-26-15</inkml:trace>
  <inkml:trace contextRef="#ctx0" brushRef="#br0" timeOffset="35385.36">14041 7401 3 0,'0'0'3'0,"0"0"6"0,0 0 14 0,0 0 5 15,0 0-5-15,0 0 0 16,0 0 0-16,-17-30 0 16,13 26-4-16,-1 1-4 0,0 1-5 15,0-1-2-15,0 3-2 16,-2 0-4-16,2 0-2 15,-2 2-2-15,1 4 0 16,-3 3 1-16,1 2 1 16,0 1 0-16,-1 3 2 15,2 1-1-15,1 1 1 0,2 2-1 16,1 1 1-16,1 0-1 16,2 4 0-16,0-1-1 15,1 1 1-15,5 2 0 16,0-1-1-16,3-2 1 0,-1-2-1 15,3-3 1-15,0-2 0 16,0-5-2-16,0-2 1 16,1-4 0-16,0-2 0 15,-4-3 1-15,1 0 0 16,-1 0 4-16,2-5-1 0,-4-5-2 16,2 0 0-16,-2-3-1 15,1-2 0-15,-4-1-1 16,-2-1 1-16,0-1-1 15,-1 1 0-15,0 3-1 16,0 1 0-16,-1 4 1 0,-3 2 0 16,-1 1-4-16,1 5 3 15,-4 1-1-15,3 0-6 16,0 0-2-16,-3 4 3 16,1 3 2-16,0 0 1 15,1-1 3-15,3 2 1 16,0-4 0-16,2 0 0 0,1-2 0 15,0-2 0-15,0 2-2 16,1-2 1-16,5 0 1 16,1 0 3-16,2-3 6 15,3-2-4-15,-1-1-3 0,2 0-1 16,0-1 0-16,-2 2-1 16,3 1 2-16,-4 0-2 15,0 1 0-15,1 3 0 16,-2 0 0-16,-1 0-2 15,-1 2 1-15,0 4-1 16,0 2 1-16,-4-1 2 0,0 5 0 16,1-3 0-16,-3 3 0 15,-1 1 2-15,0-1-2 16,0 1-5-16,0 0-11 16,0-4-17-16,0 0-41 15</inkml:trace>
  <inkml:trace contextRef="#ctx0" brushRef="#br0" timeOffset="35819.05">14248 7539 134 0,'0'0'34'0,"0"0"-35"0,0 0 1 0,0 0 1 16,33-9-2-16,-25 9 1 16,-1 0-2-16,4 6-2 15,-4 0 4-15,3 1 0 16,-1 2 0-16,0 0 0 16,1 1 0-16,-2-1 0 0,-1 0-1 15,-2-1-1-15,-1-1-3 16,0 1 3-16,-2-4-1 15,-2 1 3-15,0-2 1 16,0-2 0-16,0-1 10 16,0 0 8-16,0 0-3 15,-2-1-8-15,1-7 0 0,-2 1-3 16,1-1 5-16,1-4-2 16,1 0-3-16,0-1-1 15,0-2 1-15,0-1-1 16,3 1-4-16,3 1-1 15,1 0-1-15,0 2-21 0,1 1-32 16,0 2-58-16</inkml:trace>
  <inkml:trace contextRef="#ctx0" brushRef="#br0" timeOffset="36239.55">14481 7495 44 0,'0'0'9'0,"0"0"5"0,0 0-2 16,-10 32-1-16,10-25-2 0,0 1-4 15,1-2 0-15,5-2-2 16,0 1 0-16,3-2 2 16,-4-2 4-16,4-1 6 15,0 0 1-15,-1-3 0 16,1-3-1-16,-3-2-3 0,1 0-1 16,-2-2-2-16,0-1-1 15,-4 1-2-15,-1-1-3 16,0 0 2-16,0 1 3 15,-6 2-2-15,0 1-1 16,-3 2 0-16,0 2-3 16,0 3-3-16,0 0-10 15,-2 2-6-15,2 6-7 0,1 0-18 16,1-1-39-16</inkml:trace>
  <inkml:trace contextRef="#ctx0" brushRef="#br0" timeOffset="36844.11">14619 7428 113 0,'0'0'3'0,"0"0"-3"0,0 0 0 0,0 0 3 0,0 0-3 16,0 0 1-16,0 0-1 15,-1 32 2-15,3-26 0 16,3 1 1-16,-2 1 4 16,1-1 0-16,4-1-2 15,-3-1-2-15,1 0 1 0,1-3 0 16,0 0 0-16,2-2 1 16,-2 0 4-16,2-2 1 15,1-5 1-15,-1-1-3 16,1-2-4-16,-2-3-3 15,-1 2 0-15,0-1 0 0,-2 0-1 16,-2 0 1-16,0 3-1 16,-3 1 1-16,1 1 4 15,-1 3 6-15,0 2 4 16,0 2 2-16,0 0-12 16,0 0-7-16,0 6-3 0,0 2 3 15,0 1 2-15,2 1 1 16,2-1-1-16,2-2-1 15,0-1 1-15,1 0-1 16,1-3 0-16,1 0-6 16,1-1-14-16,-1-2-14 0,1 0-44 15</inkml:trace>
  <inkml:trace contextRef="#ctx0" brushRef="#br0" timeOffset="37307.26">14845 7356 89 0,'0'0'15'0,"0"0"-11"0,0 0 1 16,0 0 5-16,0 0-5 15,0 0-4-15,0 0-1 16,0 0 4-16,0 0 2 0,15 29 4 15,-10-18 4-15,-3 0-2 16,2 4-3-16,0 0-6 16,0 0 1-16,0 1 1 15,0 1-3-15,2 1 0 16,-2 0-1-16,1 0-1 16,0 1 1-16,-2 0 0 0,0-1-1 15,-1-1 0-15,0-4-2 16,-1-3-8-16,-1-2-20 15,0-6-16-15,0-2-12 16</inkml:trace>
  <inkml:trace contextRef="#ctx0" brushRef="#br0" timeOffset="37891.58">14861 7357 34 0,'0'0'48'0,"0"0"-29"0,0 0-7 16,0 0-8-16,0 0-1 16,0 0 1-16,0 0 5 15,0 0-2-15,9-29 0 0,-6 25-2 16,0 1-3-16,1 1 2 15,-1-1-4-15,1 2 0 16,1 0 1-16,-1-2 0 16,0 3-1-16,3-3 2 0,-1 1 2 15,0 1 2-15,0-2-2 16,1 2-2-16,-1 1 0 16,0 0 0-16,-1 0 1 15,1 0-2-15,0 2 1 16,-2 3 0-16,2 2 1 15,-2-1 3-15,0 4-1 0,-2 0 1 16,-1 3-1-16,-1-1-1 16,0 1-1-16,-2-2-1 15,-6 1-2-15,-2 0 2 16,-1-1-2-16,-3-2 1 16,-2 0-14-16,2-2-25 15,-4-3-51-15</inkml:trace>
  <inkml:trace contextRef="#ctx0" brushRef="#br0" timeOffset="39065.01">14227 7978 99 0,'-4'-4'4'0,"-2"1"3"0,-1 0-4 0,1 1-3 16,-2 1 0-16,0 1 2 15,3 0 12-15,-4 0 6 16,1 0-3-16,3 4-4 16,-4 2-3-16,3 4-6 0,1 1 1 15,-2 0-4-15,4 2 1 16,-1 0 0-16,3 0-2 15,1-1 1-15,0-2 0 16,3-1 0-16,2-2 1 16,3-2-2-16,-2 0 1 15,3-3-2-15,-1-1 2 0,3-1 4 16,-3 0-3-16,4-3-1 16,-2-4 1-16,-2 0 2 15,1-4-2-15,-1 1-1 16,-1-1 1-16,-4-1 1 15,1 2 3-15,-1-1 0 0,-3 2 2 16,0 2 0-16,0 2 4 16,0 1 5-16,0 2-1 15,0 2-3-15,0 0-3 16,0 0-11-16,0 0-3 0,3 2 3 16,1 4 2-16,0 1 2 15,3-1-3-15,2 1-3 16,-1 0-11-16,2 0-15 15,2-1-12-15,0-2-9 16,-1-3-53-16</inkml:trace>
  <inkml:trace contextRef="#ctx0" brushRef="#br0" timeOffset="39454.76">14431 7911 203 0,'0'0'9'0,"0"0"2"0,0 0-6 0,0 0 1 16,0 0-8-16,-28-21 1 15,19 24-4-15,-1 3 5 16,0 3 1-16,1 0 0 0,2 1 2 16,1-2 0-16,2 1-1 15,3-1-1-15,1-1-1 16,0-1 0-16,1-1-1 15,5-1 1-15,2-1 0 16,2 0 1-16,0-1 4 0,0 1-2 16,0-1 0-16,-2-1-3 15,2 1 1-15,-3 1 0 16,0 0-1-16,-2-1 0 16,-2 1 0-16,0 1-1 15,-3-1 1-15,0 2 0 0,0-2 1 16,-4 2 1-16,-3 0 0 15,2-2-2-15,-1 0-3 16,2-2-16-16,-1-1-35 16,3 0-60-16</inkml:trace>
  <inkml:trace contextRef="#ctx0" brushRef="#br0" timeOffset="40102.66">14526 7924 94 0,'0'0'3'0,"0"0"14"16,17-36 11-16,-15 26-5 15,-2 2-6-15,0 3 9 16,0 1 2-16,-5 1-6 16,1 1-15-16,-4 2-2 0,3 0-5 15,-4 0-3-15,1 2 5 16,-1 5-3-16,1 1-2 15,3 2 3-15,-2-2 0 16,4 2 0-16,1 0 0 16,2-2 0-16,0 0-1 0,2-3-4 15,5 2 4-15,1-4 0 16,2 0 0-16,1 0 2 16,2-1 0-16,0 0 3 15,-1 1-2-15,2-1-2 16,-1 1 1-16,-3 2-1 15,-2 0 1-15,-1 0-1 0,-2 1 0 16,-3 1 0-16,-2-1 0 16,0 0 1-16,0 0 1 15,-4-1-1-15,-1-2 1 16,-1-1 2-16,0 0-1 0,1-2 0 16,2 0-1-16,1 0 2 15,1-5-6-15,1-2-3 16,0-3 2-16,0-1-1 15,4-3-2-15,3 0 0 16,2 1 1-16,1-1 5 0,0 1 0 16,0 2 0-1,0 2 0-15,0 1 1 0,-3 3-1 16,-1 2 1-16,0 3 1 16,1 0 1-16,-1 0-2 15,-2 5 2-15,4 1-1 16,-4 3 0-16,2-1 0 0,-1 3-1 15,1-1 1-15,-1-1-1 16,0-1-1-16,-1-1 1 16,3-2-4-16,-4-2-11 15,1 0-22-15,-1-3-52 0</inkml:trace>
  <inkml:trace contextRef="#ctx0" brushRef="#br0" timeOffset="40259.87">14696 7808 239 0,'0'0'22'0,"0"0"0"15,0 0-17-15,0 0-5 0,0 0-6 16,0 0-24-16,0 0-31 16,0 0-41-16,0 0 20 15</inkml:trace>
  <inkml:trace contextRef="#ctx0" brushRef="#br0" timeOffset="40708.01">14830 7836 173 0,'0'0'19'0,"0"0"2"15,0 0 4-15,10-28-1 16,-10 23 0-16,0 0-13 15,-2 2-10-15,-2 3 4 16,-3 0-4-16,-2 0-3 0,2 0-1 16,0 8 5-16,-2 1-5 15,5 1 4-15,-1 1-1 16,4 1 0-16,1-1 0 16,0-2 0-16,0-1-2 15,4-2-5-15,2-1-6 16,0-2 3-16,0-3 0 0,0 0 10 15,-2 0 2-15,2 0 3 16,-2-4-4-16,0-3 6 16,-1 1 3-16,-1-1 0 15,0 2-8-15,0 0-2 0,-1 2 0 16,1 0 0-16,-2 2 1 16,2 1-1-16,-1 0-3 15,1 4-6-15,1 5 9 16,3 2 0-16,0 5 5 0,0 1-3 15,1 2-1-15,0 0 0 16,0 0-2-16,-1 1 2 16,-1 0-1-16</inkml:trace>
  <inkml:trace contextRef="#ctx0" brushRef="#br0" timeOffset="42914.56">14934 7832 160 0,'0'0'5'0,"0"0"13"0,0 0-1 0,0 0 0 16,0 0-5-16,0 0 9 15,0-27-5-15,0 20-2 0,1 2-3 16,1-1 1-16,-1 1-9 15,2 3-2-15,1-2-2 16,-1 2 1-16,0 2 0 16,1 0-2-16,0 0 0 0,0 0-1 15,2 0-2-15,-3 4 1 16,4 1-4-16,-1 2 7 16,0 2 4-16,0 0 2 15,0 1-6-15,-2-2-1 16,-1 1 2-16,0-2 0 15,-2-1-1-15,1-1 5 0,-2-2-5 16,0 0-1-16,0-1 0 16,0-2 3-16,0 0 3 15,0 0 0-15,0 0 0 16,0 0-3-16,0-3-4 16,-2-4-2-16,2-2 4 0,0-1 1 15,0-1-1-15,0 0-2 16,0-1 0-16,0 2 3 15,0 0 2-15,3 2 9 16,1-1-8-16,2 2-4 16,1 2 11-16,1 1-6 0,1 3-3 15,-1 1 3-15,-1 0-2 16,3 4-3-16,-1 4 1 16,-1 1-8-16,0 3-8 15,-1 0-10-15,0-1-7 0,-1 1-23 16,-3-3-55-1</inkml:trace>
  <inkml:trace contextRef="#ctx0" brushRef="#br0" timeOffset="43591.2">15166 7726 234 0,'0'0'4'0,"0"0"22"0,0 0 0 0,0-30-12 0,0 27-9 16,1 2-2-16,1 1-3 0,2 0-3 16,-2 6-2-16,2 2 2 15,0 0 8-15,0 2-1 16,-1 0-2-16,2 1 1 16,-1-1-5-16,-1-1-3 15,0-1-8-15,0 0 0 16,0-3 2-16,-1-1 2 0,0-2 0 15,0-1 5-15,-2-1 0 16,0 0 6-16,0-2 2 16,0-3-3-16,0-1-2 15,0-3-1-15,0-1 0 0,0 1-3 16,0-1 1-16,0-2 2 16,0 2 5-16,2 1 1 15,4 0 0-15,0 1 1 16,0 1-4-16,1 2 1 15,0 3 0-15,0 1-2 16,0 1 1-16,0 0 0 0,0 5-1 16,1 2 2-16,-2 2-4 15,0 1 4-15,-2-1 1 16,0 0-5-16,-2 1-5 16,-1-1-1-16,-1-1-1 15,0-1 0-15,0-2-3 16,0-1 10-16,-3-3 3 0,-1-1 1 15,0 0 2-15,-2-4 3 16,2-3 1-16,2-3-3 16,1-1-3-16,1-4-1 0,0 1-6 15,1 0-4-15,3 1 20 16,2 1 5-16,0 3 2 16,1 1-1-16,3 2-5 15,1 3-8-15,0 1-4 16,2 2 6-16,1 0 0 15,-1 4-6-15,-1 4-17 0,0 0-9 16,-1 1-10-16,-3 0 2 16,0-1-32-16,-3-2-38 15</inkml:trace>
  <inkml:trace contextRef="#ctx0" brushRef="#br0" timeOffset="43938.98">15500 7658 210 0,'0'0'2'0,"0"0"-2"0,0 0 0 0,0 0 0 16,24-36-3-16,-19 27-4 16,0 0 1-16,-2-1-3 15,-2 1 4-15,-1 1 6 16,0 1-1-16,0 1 2 0,0 3 0 15,-4 1 1-15,-3 2 6 16,0 0-7-16,-1 0 0 16,-1 7 0-16,1 2 5 15,0 3 3-15,3 1-3 16,-1 1-2-16,5-1-2 0,1-2 1 16,0-1-1-16,0 0 1 15,7-2-1-15,-2-3-1 16,4-1-1-16,2-1-4 15,-1-3-14-15,0 0-27 16,1-3-42-16</inkml:trace>
  <inkml:trace contextRef="#ctx0" brushRef="#br0" timeOffset="44373.17">15606 7569 160 0,'0'0'18'0,"0"0"12"16,0 0-10-16,0 0-7 15,0 0-10-15,0 0-5 16,0 0 3-16,0 0-1 16,0 0-3-16,27 12 0 15,-22-1-3-15,-2-1 3 16,-2 0 2-16,1-2-1 0,-1-1 3 16,2-2-1-16,-3-2 0 15,0-2-2-15,0-1 2 16,0 0 0-16,0 0 7 15,-4-5-4-15,1-4-3 16,0 1 3-16,-1-2 4 0,2-2-3 16,1 0-3-16,0 3 3 15,1-1-3-15,0 1 9 16,0 1-3-16,4 1-1 16,4 2-6-16,1 1 3 0,2 0 0 15,1 3 3-15,0 1 0 16,2 0-3-16,-4 0 1 15,0 5-3-15,-2 1-6 16,-1 1-5-16,-1 1-2 16,-2 0 0-16,1-1 0 15,-4 1-6-15,2-1-6 0,-3-3-4 16,0-2-21-16,0-2-18 16</inkml:trace>
  <inkml:trace contextRef="#ctx0" brushRef="#br0" timeOffset="44729.09">15691 7234 101 0,'0'0'32'0,"0"0"3"0,0 0 7 0,0 0-14 0,0 0-16 16,0 0-7-16,0 0-1 0,0 0 6 15,0 0 4-15,33 5-5 16,-22 9-2-16,1 1-2 16,1 5-2-16,0 3 2 15,-1 3 0-15,-1-1 0 16,-1 1 3-16,0-1-6 15,-1-3 2-15,-2-2 2 0,2 0-2 16,-2-2-3-16,2-2 0 16,-2-1-12-16,0-2-21 15,-1-4-35-15,-1-3-31 16</inkml:trace>
  <inkml:trace contextRef="#ctx0" brushRef="#br0" timeOffset="45148.95">15937 7444 211 0,'0'0'3'0,"0"0"-1"15,2-29-2-15,-2 21-1 16,0 1 1-16,0 2-2 16,0-1 6-16,-3 3 8 15,-1 1-5-15,1 0 1 16,0 2-3-16,-1 0-5 0,-1 0-2 15,0 5 0-15,0 3 1 16,0 0-1-16,0 2 2 16,2 0 0-16,2-1 1 15,1-1 0-15,0 0 0 16,0-1 2-16,4-2-1 0,2-2 0 16,3 0-1-16,0-1 0 15,1 0 1-15,2-1 0 16,-2 0 1-16,1 2 0 15,0 0-3-15,-3 0 0 16,1 2 1-16,-3 0 1 0,-2 0 0 16,-2 0-1-16,-2 2 0 15,0-2 2-15,0 0-1 16,-6 1 2-16,-3-1-2 16,-1 0 0-16,-3-2-7 15,0-1-33-15,-1-2-48 0</inkml:trace>
  <inkml:trace contextRef="#ctx0" brushRef="#br0" timeOffset="45430.29">15797 7392 129 0,'0'0'-4'0,"0"0"-1"0,0 0 6 0,34-31 2 16,-20 21 6-16,2-3 8 15,2 0 4-15,4-1-3 0,4-1-6 16,-1 1-10-16,2-1-1 15,-4 1-69-15</inkml:trace>
  <inkml:trace contextRef="#ctx0" brushRef="#br0" timeOffset="49330.5">4827 7029 85 0,'0'0'15'0,"0"0"7"0,0 0-8 0,0 0-10 16,0 0-4-16,0 0-1 15,-35 20 0-15,27-12 0 0,1-1-1 16,-3 1 2-16,3-1 1 16,-1 1-1-16,-1 1 0 15,1-2 0-15,-2 3-1 16,3-2 2-16,-1 2-1 15,-2 0-1-15,1 2 1 16,-1 1 0-16,0 0-1 0,-1 3 0 16,0 1 1-16,0 1 1 15,1 4 0-15,1 0 2 16,-1 2-1-16,2 2-1 16,0 2 0-16,1 2 1 0,1 1-2 15,0-1 0-15,2 0 1 16,1 2-1-16,0-1 1 15,0-1-2-15,2-1 1 16,0-2 0-16,1-1 0 16,0-3 1-16,0-3 0 0,0 0-1 15,5-4 1-15,0-1-1 16,2 0 1-16,-2-2-1 16,1 2 0-16,3-2 1 15,0-1-1-15,-3 3 1 16,2-2-1-16,1 2 0 15,-1-2 1-15,1 4-1 0,-1-2 0 16,0 1 0-16,1 2 0 16,-4 0 0-16,0 0 1 15,-2-1-1-15,-3 3 1 16,0-2 2-16,0 3-1 16,-5 4 1-16,-3 3 0 0,-6 2 0 15,0 0 1-15,-2 3-1 16,-1-3 0-16,-1-2 6 15,-3-4 6-15,2-1-4 16,0-3-5-16,1-2-1 0,1-2-2 16,2-3 1-16,3-2-3 15,4-3 1-15,1-3-1 16,4-1 0-16,0-3 1 16,3-1 0-16,0 0-2 15,0 0-14-15,0 0-3 0,4 0 21 16,3 0-3-16,3 0-2 15,2 0 2-15,1 0 0 16,3 0 0-16,0 0 0 16,1 3-1-16,-1 1 0 15,0 3-1-15,-1 2 1 16,0 3 0-16,-2 3-1 0,-1 5 0 16,-2 3 0-16,0 3-3 15,-3 4 6-15,-4 3-3 16,-1 0 0-16,-2 0 3 15,0 1-1-15,0-2-1 16,-2 1 1-16,-1-3 0 0,-2-1 2 16,1-2 1-16,1-2-1 15,2 0 0-15,-1-4 1 16,2 1-1-16,0-1-2 16,0-1 0-16,5 2 0 15,3-1 0-15,4-1 0 16,3-2 0-16,5-3 1 0,6-2 0 15,4-3 1-15,6-5-3 16,5-5-10-16,0-4-31 16,1-14-68-16</inkml:trace>
  <inkml:trace contextRef="#ctx0" brushRef="#br0" timeOffset="52400.56">4780 7085 47 0,'0'0'5'0,"0"0"1"0,0 0 0 0,0 0-3 16,0 0-1-16,0 0-2 15,0 0 1-15,-28 0 1 16,21 4 2-16,-2 2-1 15,2-1 1-15,-4 1-2 0,1 0 4 16,2 0 5-16,-2 1 7 16,1-1-9-16,1 1-3 15,-2 1-4-15,3 0-2 16,-1 0 0-16,-1 1 1 16,2 1-1-16,0-1 0 0,0 3 0 15,0 1 0-15,-3 0-1 16,5 4 1-16,0-2 0 15,-2 4-1-15,2 0 2 16,-1 1-2-16,2-1 1 16,-1 1 0-16,1-1 0 0,1 0 0 15,2-1-1-15,-2-1 2 16,1 1-1-16,1 0 0 16,1 1 0-16,0 0 1 15,0 1-1-15,0-1 0 16,3 2 0-16,0-2 1 15,1 1-1-15,2-3 0 0,-2 1 1 16,3-2-1-16,2 0 0 16,-2-1 1-16,1 1 0 15,2-1-1-15,0 3 1 16,0 0-1-16,-2 1 0 0,1 1 2 16,-4 2-2-16,0 1 1 15,-3 2-1-15,-2 2-1 16,0-1 2-16,-4 1-1 15,-4 0 0-15,-4-1 2 16,-2 0 0-16,-2-2 3 0,-4-1 0 16,0 1 2-16,-2-1 0 15,0-2-1-15,1-1-2 16,0 0-2-16,3-5-1 16,2-2 0-16,5-4 0 15,1-4 1-15,5-2 1 16,0-2 0-16,3-1 0 0,2 0-2 15,0 0 0-15,0 0-4 16,2-6-6-16,8 1 7 16,0-2 3-16,2-1-2 15,3 1 1-15,3 2 0 16,0 0 0-16,1 4-1 0,1 1 1 16,-1 1-1-16,-1 8-4 15,-1 7 0-15,-2 4-2 16,-2 7 4-16,-1 9 3 15,-4 9 1-15,-1 9 1 0,-5 9 6 16,-1 6 0-16,-1 4 0 16,0 1 3-16,0-5-2 15,-1-4-4-15,1-5 1 16,0-2-3-16,10-3-1 16,5-1 1-16,3 0-9 15,4 0-37-15,1-9-56 0</inkml:trace>
  <inkml:trace contextRef="#ctx0" brushRef="#br0" timeOffset="125631.87">10726 3030 64 0,'0'0'31'0,"0"0"-7"0,0 0-14 0,0 0 3 16,0 0-3-16,0 0 0 0,0 0 7 16,0 0-1-16,0 0-6 15,0 0-1-15,0 0-1 16,0 0-6-16,0-26-5 15,0 26-2-15,0 1 3 16,0 5 1-16,0 1 6 0,0 2-1 16,0-1-1-16,0 3-1 15,0 1-2-15,2 0 4 16,-1 1-3-16,0 2 2 16,0 2-1-16,3-1 0 0,-4 2 0 15,1-1 5-15,1 1-4 16,-2-2-6-16,0-1 8 15,0 0-1-15,0-2 3 16,0-3-3-16,0 0-4 16,0-2 4-16,0 0-2 15,0-1-1-15,0-1 0 0,0 1-5 16,0-3-7-16,0-1-64 16,2-3-48-16</inkml:trace>
  <inkml:trace contextRef="#ctx0" brushRef="#br0" timeOffset="126171.59">10876 3028 122 0,'0'0'23'0,"0"0"-26"0,0 0 3 0,0 0 3 0,0 0 2 16,0 0-3-16,0 0 12 16,0 0-9-16,-9 35 7 15,5-21-7-15,1 3 3 16,-2 1-1-16,3 2 4 0,1 0-4 15,1 1-2-15,0-1-5 16,0 0 0-16,0-3 1 16,2-2 0-16,4-2 2 15,-1-1 1-15,2-2-3 16,0-2-2-16,-2-2 0 16,3-2-2-16,-3-2 0 0,2-1 0 15,0-1 18-15,-1 0-6 16,1-4 4-16,-3-3-4 15,2 0-1-15,-2-3-4 16,-1 0 4-16,-3-1-1 16,0-1 1-16,0 2-2 0,-3 0 1 15,-3 3-3-15,-2 1 4 16,-2 5-4-16,-4 1-6 16,3 0 4-16,-2 4-4 15,4 3-5-15,2 1-10 16,4 0-6-16,3-2-28 0,0-3-89 15</inkml:trace>
  <inkml:trace contextRef="#ctx0" brushRef="#br0" timeOffset="126620.1">11284 2986 123 0,'0'0'0'0,"0"0"16"15,0 0 23-15,2-30-4 0,-2 28-24 16,0-1 4-16,-3 1 5 16,0 1-15-16,-1 1-4 15,1 0-2-15,-4 1 5 0,3 5-4 16,-1 3-1-16,2 0 5 15,0 2-3-15,3 2-1 16,0-1-2-16,0-1-2 16,4 0 2-16,3 0-3 15,4-3 2-15,0 2-3 0,1-3 1 16,0 1 3-16,3-2-2 16,-2 1 12-16,-1 1-7 15,-2 0-1-15,0 0 0 16,-5 1-3-16,-2-1 3 15,-1-1 3-15,-2 1-2 16,-2 1 0-16,-6 0 11 0,-1 1 1 16,-2-3-9-16,1 0-3 15,0-2-2-15,3-1-8 16,3-4-18-16,3 0-44 16</inkml:trace>
  <inkml:trace contextRef="#ctx0" brushRef="#br0" timeOffset="127010.92">11420 3103 209 0,'0'0'6'16,"0"0"-39"-16,0 0 28 16,0 0 3-16,0 0-3 15,0 0 1-15,0 0 14 16,0 0-8-16,32-5 2 15,-24 0-2-15,2-3 2 0,0 0-1 16,-1-2 1-16,1 0-1 16,-3 0 1-16,1 0-3 15,-5 3 1-15,-1 0-2 16,-2 0 9-16,0 3 4 16,-2 2-3-16,-3 1 7 0,-3 1-7 15,-1 0-7-15,0 5 6 16,0 5-10-16,-1 1 2 15,0 2-1-15,3 2 1 16,1 0-2-16,4 0 0 16,0-2-2-16,2 2 0 0,0-3 0 15,2-1-1-15,4 0-1 16,1-2-1-16,3-1-16 16,0-3-36-16,1-3-25 15</inkml:trace>
  <inkml:trace contextRef="#ctx0" brushRef="#br0" timeOffset="127459.36">11721 2944 150 0,'0'0'8'0,"0"0"8"0,0 0 3 0,0 0-11 0,0 0-6 16,-28-9 6-16,20 13-7 0,-2 3 4 16,1 2-4-16,-1 0 2 15,2 2-1-15,5 0 0 16,-2-1-1-16,3-1-1 16,2 0 0-16,0-1-3 15,5-3 3-15,0-1-1 0,5 0-5 16,0-2 5-16,1-1 13 15,2 1-8-15,0-2-1 16,0 2-2-16,-1 0 0 16,-1 0 0-16,-2 2-1 15,-2-1-1-15,-2 1 2 16,-2 0-3-16,-3-1 4 0,0 1 1 16,0 1 4-16,-5 2 4 15,-5-2 9-15,-2 1-15 16,1 1-3-16,-2-1 2 15,0-2-4-15,4-1 1 16,2 0-6-16,2-3-8 0,4 0-31 16,1-3-77-16</inkml:trace>
  <inkml:trace contextRef="#ctx0" brushRef="#br0" timeOffset="128164.17">11897 2910 102 0,'0'0'6'0,"0"0"-2"0,0 0 5 15,0 0-4-15,17-30 1 16,-15 24 11-16,-1 2 6 15,-1 0-4-15,0 2 3 16,0 1-4-16,0 1-4 0,-6 0-11 16,-1 1-4-16,-2 5-1 15,-2 3 9-15,2 0-14 16,-1 0 16-16,4 1-7 16,-1-1-2-16,4 0-1 0,1-1-1 15,2-2-1-15,0 1-3 16,0-2-3-16,4 0 3 15,2-2 0-15,2 0 7 16,1-1 0-16,0 1 1 16,1-1 0-16,1 1-2 15,-1 1 0-15,-1-1 2 0,-1 2-4 16,-2 0 1-16,0 2-2 16,-3-1 1-16,-3 2 3 15,0-1 1-15,-1 3 0 16,-8-2 2-16,-1 0 4 15,-2-1 0-15,-1 1-6 0,3-3 0 16,2-3-1-16,1 1 5 16,4-3-1-16,1 0-2 15,2-1-1-15,0-6-5 16,3-4 8-16,7-1-8 16,1-2-7-16,5 0-12 0,-1-1 3 15,0 2 12-15,-1 1 7 16,-1 4 1-16,-2 0 0 15,-1 2 2-15,-1 2 4 16,-2 2-3-16,-1 2-2 16,1 0-3-16,-2 0-2 0,0 3-2 15,0 4 4-15,0-2 5 16,-1 3-3-16,1-1 1 16,-1-1-1-16,0 2-1 15,2-1 2-15,-1-2-6 16,-2 0-49-16,1-2-96 0</inkml:trace>
  <inkml:trace contextRef="#ctx0" brushRef="#br0" timeOffset="128343.93">12121 2827 255 0,'0'0'6'0,"0"0"-3"0,0 0-2 0,0 0-2 0,0 0-48 16,0 0-38-16,0 0 18 15</inkml:trace>
  <inkml:trace contextRef="#ctx0" brushRef="#br0" timeOffset="128741.53">12200 2887 177 0,'0'0'0'0,"0"0"-6"16,0 0 5-16,-9 28 3 15,3-19 1-15,2 0 6 16,2-1-5-16,1 0-1 15,1-1-5-15,0-1 1 0,1 0 0 16,4-2 1 0,1-2-4-16,1 0 10 0,3-2-4 15,1 0 6-15,2-3 4 16,1-3-1-16,-2-2-2 16,0-2 4-16,-4 0-1 15,1-1-3-15,-5 1 2 0,-1 0 10 16,-3 2-6-16,0 0-7 15,-8 2-4-15,-4 2-5 16,-2 2-3-16,0 2 0 16,-2 0 4-16,2 7-9 15,3 2-4-15,2-2-9 0,5 0-21 16,3-1-44-16</inkml:trace>
  <inkml:trace contextRef="#ctx0" brushRef="#br0" timeOffset="129238.94">12350 2840 205 0,'0'0'3'16,"0"0"-3"-16,0 0 0 0,0 0-2 15,0 0-3-15,0 0-5 16,29 3 6-16,-27 4 7 15,1 3 0-15,0 0 2 16,0 0-3-16,0-2 0 16,1 0 0-16,-2-1-1 0,0-1 2 15,0-1-3-15,-1-2 1 16,1 0 0-16,-1-2 0 16,-1-1 1-16,0 0-1 15,0 0 4-15,2 0 13 16,-1 0 13-16,1-5 4 15,3-3-27-15,-1-2-6 0,1-2 1 16,0-1-2-16,3 0 0 16,-2 2-1-16,0 0 1 15,1 2-1-15,-2 2 0 16,0 1 1-16,-1 2 1 0,1 2 1 16,1 1-2-16,-3 1-2 15,4 0-2-15,0 0-1 16,0 6 2-16,0 1 1 15,0 1-1-15,-1 1 1 16,-2 1-1-16,0-1-3 16,-1 0-8-16,0-1-9 0,1-2-22 15,3-2-35-15,-3-4 26 16,5 0-10-16</inkml:trace>
  <inkml:trace contextRef="#ctx0" brushRef="#br0" timeOffset="129480.61">12654 2736 28 0,'0'0'57'0,"0"0"2"0,0 0-12 0,0 0-22 15,0 0-7-15,0 0-14 16,0 0 5-16,-29-16-9 0,21 22 0 16,-2 1 0-16,0 3 1 15,1 0-1-15,3 0 0 16,0 0 0-16,3-1 0 15,3 0-4-15,0-1 0 16,6-1 0-16,5 2 9 0,2-2-1 16,3 3-2-16,-1 0-2 15,-4-2-69-15,-2 4-109 16</inkml:trace>
  <inkml:trace contextRef="#ctx0" brushRef="#br0" timeOffset="131217.51">11242 3716 147 0,'3'-2'6'0,"-3"-3"2"0,0 3-3 0,0-1 2 16,0 0 2-16,0-2 0 15,0 0 1-15,0 0-3 16,-1 0 1-16,-1-2-1 16,1 2-4-16,-2 0-1 15,1-1-2-15,1 1 1 0,-2 0 1 16,-1 2-2-16,0-1 1 16,-1 2 2-16,0-1 0 15,0 2 2-15,-2 1-3 16,-1 0 1-16,0 0 0 15,1 4-3-15,-3 4 1 0,0 1-2 16,-1 3-1-16,3-1 4 16,0 1-2-16,3 0-1 15,1-1 0-15,2 0-1 16,2-1-2-16,0-1-2 16,0-3-2-16,3 0 1 0,3-2 3 15,1-1 8-15,0-1-3 16,1 0 1-16,0-1-3 15,2 1 3-15,-1-2-1 16,1 2 0-16,0-1 0 16,2 0-1-16,-4 2 0 15,1 0-1-15,-2 1 0 0,2 2-1 16,-5-1-1-16,2 1 0 16,-4 1 5-16,0 0-2 15,-2-1 1-15,0 1-4 16,0 0 3-16,0-1-1 0,-4 2 6 15,-4 0 3-15,3-1-8 16,-4-2 4-16,1 2-2 16,-1-2 0-16,1-2 2 15,1 0-3-15,1-3 0 16,4 0 3-16,-3 0-2 0,2-3 1 16,1-3-4-16,0-4 3 15,1-1 2-15,1-2 1 16,0-1-5-16,0-1 1 15,4 0-1-15,3 0-7 16,0 2 7-16,5 0-7 0,0 2-10 16,1 0-18-16,-1 1-41 15</inkml:trace>
  <inkml:trace contextRef="#ctx0" brushRef="#br0" timeOffset="131495.98">11383 3537 40 0,'0'0'162'0,"0"0"-149"0,0 0 7 0,0 0-12 16,0 0-10-16,0 0 1 15,0 0-8-15,0 0 5 0,0 0 3 16,0 0 2-16,12 35-1 16,-9-19 2-16,-1 1-2 15,0 1-7-15,-1-1-19 16,-1-3-19-16,0 0-17 16</inkml:trace>
  <inkml:trace contextRef="#ctx0" brushRef="#br0" timeOffset="132107.81">11341 3613 165 0,'0'0'-7'15,"0"0"-9"-15,0 0 15 16,0 0 1-16,28-1 0 15,-18 0 5-15,2 0 1 16,2-2 1-16,-1-1-1 0,1-1-1 16,1-1-1-16,-2-1-1 15,-1 1-2-15,-1-1 1 16,-2-1 0-16,-1-1-1 16,-1 1 1-16,0-2-1 0,-4 3 1 15,-1-2 0-15,0 2 0 16,-2 1 4-16,0 2-3 15,0 1 2-15,0 0 4 16,0 3 1-16,-2 0-8 16,0 0-7-16,-1 4 7 0,3 3-4 15,-3 3-1-15,1 1 1 16,0 0 1-16,1 4-1 16,1-1 1-16,0 1 0 15,0 0-2-15,0-2 5 16,3 0-3-16,0-3-5 0,-1-1 10 15,-2-3-3-15,3 0 0 16,-1-2-2-16,-2-1 2 16,2-3 0-16,-2 0-7 15,1 0 0-15,2-1 8 16,1-8-3-16,1 0 3 0,0-3-2 16,1 2 1-16,0-1 4 15,-1 2-2-15,1 1 8 16,1 1-1-16,0 1-2 15,0 4-5-15,-1 2-3 16,2 0 0-16,-1 0-3 0,0 5 0 16,-1 5-3-16,1 2 2 15,-4 4-22-15,0-2-39 16</inkml:trace>
  <inkml:trace contextRef="#ctx0" brushRef="#br0" timeOffset="132839.82">11927 3572 104 0,'0'0'34'0,"0"0"12"0,0 0-4 0,0 0-18 15,0 0-10-15,0 0-3 16,0 0-3-16,0 0-1 16,0 0-5-16,0 0-1 15,0 0-4-15,0 0-6 0,-1-10 7 16,1 16-1-16,0 3 7 16,0 1-5-16,1 1 1 15,3-2-1-15,1 0 0 16,0-2 0-16,1 1 1 15,0-3-1-15,0-1 2 0,0-1 0 16,0-3-1-16,1 0 0 16,0 0 0-16,-2-2 2 15,2-3-2-15,-3-3 0 16,2 0 0-16,-2-2-1 16,0 3 2-16,-1 2-1 15,-2-1 1-15,1 4-1 0,-2 0 1 16,1 2-1-16,2 0-1 15,-1 0-3-15,1 0-3 16,2 4 4-16,1 2 2 16,1-4 0-16,0 3 1 0,2-4 0 15,0-1 1-15,1 0-1 16,0 0 4-16,-1-4 5 16,-1-3-3-16,1 0 7 15,-5-3 1-15,1-1 1 16,-2-1-4-16,-2-2-6 15,0 0-2-15,-1-2-3 0,0 3-4 16,0 4-21-16,-1 0-9 16,-3 5-8-16,-2 4-64 15</inkml:trace>
  <inkml:trace contextRef="#ctx0" brushRef="#br0" timeOffset="133258.5">12214 3530 231 0,'0'0'0'0,"0"0"-2"0,0 0 4 0,29-3-2 16,-24-1 0-16,2 0 1 15,-2-2-1-15,1 0 0 16,1 0 0-16,0-2 2 0,1 1-4 15,-1-3 4-15,-2 2-1 16,0 0 0-16,-1-1-1 16,-3 3 1-16,0-1 0 15,-1 2 1-15,0 3 1 0,-1-1 1 16,-4 2-4-16,-3 1-3 16,-1 0 6-16,-2 1 2 15,1 4-5-15,0 4-2 16,1 2 7-16,0-1-4 15,3 0-2-15,0 1 1 16,3-1 0-16,0 0-1 0,3-3-1 16,0 1 1-16,0-1-2 15,3-1 2-15,4-1 4 16,3-2-1-16,2-1-4 16,1-2-32-16,0 0-65 0</inkml:trace>
  <inkml:trace contextRef="#ctx0" brushRef="#br0" timeOffset="133714.43">12400 3481 171 0,'0'0'15'0,"0"0"-55"0,0 0 36 0,0 0 2 16,0 0 9-16,0 0 5 0,0 0 1 16,0 0-10-16,34-13-1 15,-25 5 1-15,1-2-1 16,-1 0 0-16,0 0 1 16,-2 0 2-16,-2 2 1 0,-2 0 0 15,-3 2 6-15,0 1-5 16,0 3-3-16,-5 0-5 15,-4 2-4-15,-1 0 8 16,0 3 1-16,0 5 4 16,-1 2-5-16,2 1-2 0,1 1 0 15,1 0-1-15,1-1-1 16,4-1 1-16,0-3-1 16,2-1-2-16,0-2-1 15,3-1 4-15,1 0-1 16,4-3-2-16,1 1 14 0,2-1-7 15,2 0 0-15,1 0-2 16,0-4-1-16,4-3-14 16,-2 0-49-16,1-2-26 15</inkml:trace>
  <inkml:trace contextRef="#ctx0" brushRef="#br0" timeOffset="133971.28">12592 3316 140 0,'0'0'59'0,"0"0"-45"0,0 0 5 0,0 0-24 0,0 0-1 16,0 0-5-16,0 0 15 15,0 0-2-15,0 0-1 0,0 0 1 16,1 31 1-16,3-24 1 15,2 3-4-15,-2-3 2 16,3 2-1-16,-4-1 2 16,2-1-10-16,0-3-34 15,-3-1-40-15</inkml:trace>
  <inkml:trace contextRef="#ctx0" brushRef="#br0" timeOffset="134298.85">12711 3260 186 0,'0'0'3'16,"0"0"-1"-16,0 0-7 16,0 0-15-16,0 0 20 15,0 0 2-15,0 0 3 0,0 0-7 16,-28 36 2-16,21-26-6 15,-5 3 12-15,2-1-7 16,1-1-1-16,1-1 4 16,1-3-1-16,4-2 0 15,1 0-1-15,2-2-1 0,0-1 0 16,0-1 2-16,3 1 3 16,6-1 10-16,1 1 8 15,2-2-11-15,5 0-2 16,1 0-8-16,2 0-5 15,1-1-82-15</inkml:trace>
  <inkml:trace contextRef="#ctx0" brushRef="#br0" timeOffset="134668.88">13185 3314 97 0,'0'0'23'0,"0"0"-7"0,0 0 6 16,0 0-17-16,0 0 10 15,0 0 18-15,0 0 3 16,0 0-18-16,0 0-17 0,0 0 0 16,24-21-3-16,-7 17 4 15,4 1 0-15,3-2-3 16,3 0-22-16,1-2-78 15</inkml:trace>
  <inkml:trace contextRef="#ctx0" brushRef="#br0" timeOffset="135073.39">13931 3040 147 0,'0'0'23'0,"0"0"21"16,0 0-24-16,0 0-20 15,0 0-2-15,0 0-3 16,0 0-1-16,0 0 8 16,0 0-3-16,-2 36-2 15,2-24 1-15,2 4 2 0,3-2 0 16,-3 1 1-16,1-2-1 15,1 0-2-15,-3 0-19 16,1-5-25-16,-2-3-11 16</inkml:trace>
  <inkml:trace contextRef="#ctx0" brushRef="#br0" timeOffset="135594.1">13903 3025 193 0,'0'0'0'0,"0"0"0"15,0 0-1-15,27-3-2 16,-19 3-1-16,2 3-3 16,-2 5 3-16,2-1 3 15,-1 2 2-15,1 0 2 0,-2-2 2 16,2 0-3-16,-1-1-1 15,-1-1 0-15,-3 0 0 16,1-2-1-16,-2-1 2 16,1-2 0-16,-3 0 2 15,1 0-1-15,2 0 4 0,-1-3 1 16,2-4-3-16,-1-2-1 16,2 0-3-16,1-1-1 15,-2 1 0-15,0 0 0 16,-2 2 0-16,2 2 1 15,-2 0-1-15,0 1 1 0,0 1 1 16,1 1-1-16,0 0 0 16,2 2 1-16,-2 0-2 15,3 0 0-15,-1 0-2 16,-1 0 0-16,1 5 0 16,0 1 0-16,-1-1 1 0,1 3 1 15,-2-1 1-15,2 0 1 16,-5 1-2-16,3 0 1 15,-2 0 0-15,-1-1 0 16,0 1 0-16,1 1-12 16,-2-3-15-16,-1-2-31 0,2-3-31 15</inkml:trace>
  <inkml:trace contextRef="#ctx0" brushRef="#br0" timeOffset="135807.65">14279 3012 205 0,'0'0'22'0,"0"0"-14"0,0 0-9 0,0 0-2 16,0 0-3-16,0 0 3 0,0 0 5 15,0 0 1-15,16 31-2 16,-13-24-3-16,-1 1-22 15,0-2-32-15,1-3-3 16</inkml:trace>
  <inkml:trace contextRef="#ctx0" brushRef="#br0" timeOffset="135951.01">14285 2918 221 0,'0'0'-34'0,"0"0"20"0,0 0-97 16</inkml:trace>
  <inkml:trace contextRef="#ctx0" brushRef="#br0" timeOffset="136477.54">14437 2971 174 0,'0'0'2'15,"0"0"4"-15,0 0-2 16,0 0-7-16,0 0-7 16,0 0 8-16,-32-9 14 15,23 11-7-15,2 3-2 16,-2 5-5-16,1 0 0 0,3 0 0 15,-1 1-4-15,5-1-1 16,-1-1 0-16,2-1-1 16,2-3 2-16,3-1 1 15,3-3 10-15,2-1-3 0,0 0 2 16,0-1-3-16,1-5 1 16,-1-3-2-16,0 0 1 15,1-4 0-15,-2 0 2 16,-1-2-1-16,-2-1 4 15,0-1-3-15,-3-3 0 16,1 0-2-16,-4 2-7 0,0-2-9 16,0 5 6-16,0 0 10 15,-5 4 8-15,1 3 18 16,1 2 0-16,-1 3-13 16,1 0-5-16,2 3-2 15,-2 0-2-15,1 0-7 0,1 4 5 16,0 5-5-16,-1 4-2 15,2 2 3-15,0 3-1 16,3 2-1-16,4-2 3 16,3 2-1-16,1-3-12 15,2-1-33-15,2-4-21 0</inkml:trace>
  <inkml:trace contextRef="#ctx0" brushRef="#br0" timeOffset="137006.5">14932 2686 225 0,'0'0'2'0,"0"0"3"0,0 0-1 0,0 0-8 15,0 0-1-15,0 0 1 16,-32-12 3-16,19 12 5 16,-1 4 1-16,-1 3-5 0,2 1-2 15,-1 4 4-15,1-1-2 16,4 2-3-16,3-1 0 16,3 1-3-16,2-3-2 15,1 0 0-15,0 0 5 16,6-2 1-16,3-3 4 0,1 0-1 15,0-1 0-15,2-4 2 16,-2 2 3-16,-1-1-4 16,-4 0-1-16,0 1-1 15,-3-1-1-15,-2 3-3 16,0 1 1-16,0 0 10 16,-5 3 7-16,-1 2-3 0,-2 0-7 15,1 1-2-15,2 0 1 16,-1-1-2-16,3-1-1 15,0 0 1-15,3-1-1 16,0-3-1-16,0 1 1 0,7-2 4 16,1 1-3-16,5-2 2 15,1-2 0-15,1 0 2 16,2-1-13-16,-2 0-40 16,0 0-47-16</inkml:trace>
  <inkml:trace contextRef="#ctx0" brushRef="#br0" timeOffset="137234.29">15003 2827 215 0,'0'0'1'0,"0"0"-12"0,0 0 10 0,0 0 5 15,28 11-1-15,-16-7 0 16,1-1 2-16,3-1-1 0,0 1-2 16,0 0-1-16,-2-1-2 15,-1-2-26-15,-3 0-58 16</inkml:trace>
  <inkml:trace contextRef="#ctx0" brushRef="#br0" timeOffset="137484.74">15138 2766 17 0,'0'0'263'16,"0"0"-272"-16,0 0 14 15,0 0-7-15,0 0 0 16,-27 33 2-16,20-21-1 15,4-1 0-15,-2 4-1 0,4-2 1 16,1 1-2-16,0-1-14 16,1 0-24-16,6-5-7 15,3-3-10-15,1-3-42 16</inkml:trace>
  <inkml:trace contextRef="#ctx0" brushRef="#br0" timeOffset="137901.93">15393 2726 62 0,'0'0'155'16,"0"0"-149"-16,0 0 11 16,0 0-16-16,-38-5 5 15,24 12-9-15,-1 2 7 16,0 0-5-16,3 2-1 15,2 1 1-15,0-1 0 0,3-2 0 16,4 1-2-16,1-3-2 16,2 1-3-16,0-3-1 15,2-2 14-15,5-1-4 16,0-2 0-16,3 0 1 16,2 0 0-16,0-7-4 15,2-1-5-15,-2-2 1 0,-2 0 3 16,0 0 3-16,-4 0 2 15,-1 2 0-15,-2 0 12 16,-1 3 13-16,-2 1-4 16,0 1-7-16,0 0-4 0,0 3-8 15,0 0-5-15,0 0-1 16,0 0-19-16,0 3 6 16,0 4-7-16,2 0-25 15,0-1-22-15,1 0-44 16</inkml:trace>
  <inkml:trace contextRef="#ctx0" brushRef="#br0" timeOffset="138521.16">15487 2718 188 0,'0'0'21'0,"0"0"-17"0,0 0-7 0,0 0 1 0,0 0-5 16,0 0 1-16,0 0 6 16,0 0 0-16,15 28 1 0,-14-20-1 15,-1-1 0-15,0 1 0 16,0-3 2-16,0 2-2 16,0-3-2-16,0-1 2 15,-3 0-3-15,0-2 3 16,1-1 8-16,0 0 2 0,-1-1-4 15,2-3-2-15,1-4-1 16,0 0 5-16,0-2-3 16,1-1-4-16,5 1 0 15,1-1 1-15,0 3-1 16,1 0-1-16,1 3 1 0,1 2 0 16,-3 1 0-16,0 2 1 15,0 0-2-15,2 0-2 16,-4 0 1-16,2 7-1 15,-3 0-2-15,0 1 1 16,-2 0 2-16,-1-1 1 0,-1-1-2 16,0-1-1-16,0-1 1 15,0 0-4-15,0-2-2 16,-1-2 6-16,-1 0 3 16,1 0 4-16,-1 0-5 15,0-6-4-15,2 1 6 0,0-2 2 16,0-2 12-16,0 1 0 15,0 0-6-15,5 1-1 16,-2 1 13-16,3-1-8 16,-1 2-7-16,3 2-3 15,-1 1-3-15,2 2-1 16,2 0-1-16,1 0-1 0,1 3-2 16,-2 3 1-16,-1 3-33 15,-3-2-82-15</inkml:trace>
  <inkml:trace contextRef="#ctx0" brushRef="#br0" timeOffset="139047.18">15841 2617 124 0,'0'0'21'0,"0"0"19"0,0 0-19 0,0 0-16 0,8-31-3 0,-8 26-1 15,0 1-2-15,-2 1 7 16,-4 2-1-16,2 1 0 16,-3 0-3-16,1 0 3 15,-1 3-5-15,2 4 0 0,-1 1-4 16,5-1 1-16,-1 0-5 15,2 1-4-15,0-1 5 16,7-2 6-16,0 1 4 16,3 0 2-16,0-2 1 0,0 0 0 15,0-1-2-15,-3 1-3 16,-2-2 0-16,0 0 0 16,-2-1-1-16,-2 1-3 15,0-1-14-15,-1 1-9 16,0-2-14-16,-1 0 9 15,-2 0-32-15</inkml:trace>
  <inkml:trace contextRef="#ctx0" brushRef="#br0" timeOffset="139154.53">15848 2658 172 0,'0'0'17'0,"0"0"-13"16,0 0-6-16,-35 25 0 15,24-15-13-15,-5-2-69 16</inkml:trace>
  <inkml:trace contextRef="#ctx0" brushRef="#br0" timeOffset="146606.56">11447 3427 88 0,'0'-4'6'0,"0"0"17"0,0 0-5 0,0-1-4 16,-3 0-5-16,1 2-2 15,0 0 2-15,-1-1-5 16,-2 2 3-16,1-1-4 16,0 1 0-16,0 0 5 15,-1-2-2-15,0 3 1 16,-2 0-2-16,1-2-1 0,-3 3-4 16,0-1-2-16,-1 1 1 15,-1 0 1-15,-1 0 0 16,1 0 0-16,-3 0 0 15,1 1 0-15,-1 2 1 0,0 3-2 16,-4 0 1-16,0 2-2 16,-2 2-1-16,-2 1 0 15,0 0-2-15,-1 2 1 16,-2-1 2-16,1 1 1 16,-1 0 1-16,0 0 0 15,-2 0 0-15,0 2 0 0,0-2 0 16,-2 2-2-16,2 1 4 15,-4 1-2-15,4 1 0 16,-1 1 2-16,3 2-2 16,1-1 0-16,3 1 1 0,1 2-2 15,3-3 1-15,0 2 0 16,3-1 0-16,1-1 0 16,3 2 0-16,2-3-1 15,0 1 1-15,4-2 0 16,2 0-1-16,2 1 1 15,0-1-2-15,2-2 4 0,3 0-2 16,5-3 0-16,1-1 0 16,3-2-5-16,3-3 4 15,2 1-1-15,1-3 4 16,3-1-1-16,1-1 1 16,-1 0-1-16,1-1-1 15,2-1 2-15,0 0 0 0,2 0 0 16,-3 2-1-16,3-1-1 15,-2 0 1-15,-1 3-1 16,3-3 0-16,-2 1 0 16,2-3-1-16,2 0 0 0,3 0 4 15,3 0 1-15,-3-3-5 16,1-1 5-16,3 0-5 16,-2 0 1-16,-1 0 1 15,2-2-1-15,0 1 2 16,2 0-2-16,1-2 1 0,1 1 2 15,0-2 0-15,4-2-1 16,-1 1 0-16,0 0-1 16,1 0 0-16,2 2 0 15,-3-1-1-15,1 0 1 16,1 1-1-16,0-4 0 16,1 0 0-16,0-1 2 0,-1-2-2 15,3-1 0-15,-3-1 0 16,0 0 0-16,1-1 0 15,-2-1 1-15,0-2-1 16,-6 0 0-16,0-1 2 16,-1 1-1-16,-2-3 1 0,-3 1 0 15,2-1-1-15,-1 0 1 16,0 0 1-16,-2 0-1 16,-1 0-2-16,-5 4 1 15,0-2-1-15,-5 1 0 0,-3 3 1 16,-7 1 1-16,0 0 2 15,-6 1 9-15,-1-1-2 16,-3 2-6-16,0-1 0 16,0-2 0-16,-6 0-2 15,-2-2-1-15,-5 1 1 16,-2-2-1-16,-4-1-1 0,-4-2-1 16,-4 0-2-16,-6 0 7 15,-6 1-6-15,-8 1 2 16,-8 5-4-16,-8 6 2 15,-13 6-2-15,-8 4-1 16,-11 10 0-16,-7 11 6 0,-5 7-3 16,-4 7 1-16,6 6-5 15,3 2-31-15,13-1-75 16</inkml:trace>
  <inkml:trace contextRef="#ctx0" brushRef="#br0" timeOffset="148702.85">14035 3309 112 0,'0'0'1'0,"0"0"3"0,0 0-6 0,0 2 0 16,0-2 1-16,0 1 1 16,0 0 0-16,0-1 0 15,0 0 1-15,0 0 7 16,0 0 4-16,0 0-3 0,0 0-1 15,0 0 0-15,0 0-7 16,2 0-5-16,2 0 10 16,2 0-6-16,2 0 0 15,2 0 0-15,1 0 0 16,2 0 0-16,1 0 0 16,2-2 0-16,2-1 1 0,1-2-2 15,1 1 1-15,4-1 0 16,0 0 1-16,3-1 0 15,2 1-1-15,1-1 0 16,1 0 0-16,0 1-1 16,3-1 2-16,-1-1-1 0,2-1-1 15,0 1 2-15,2-1-2 16,2-2 2-16,-3 2-2 16,3-2 1-16,0 2-1 15,1-1 2-15,-1 0-1 0,0 0 0 16,1-1 0-16,-1 1 0 15,0-1-1-15,-1 0 1 16,1 0 1-16,1 0-1 16,1 0 1-16,1 0-1 15,0 2 0-15,1-2 0 0,-1 2 0 16,1-1 0 0,0 1 0-16,-2-1 0 0,0 1 2 15,-1-1-2-15,-1 0 0 16,-1 0 0-16,-3 0 0 15,2-1 0-15,-2 1 1 0,-1-1 0 16,-1 1 3-16,-1-2 1 16,-2-1 3-16,0 1-2 15,2-2 2-15,-2-1-7 16,2 0 0-16,0 0 0 16,0-1 0-16,-3 0-2 15,-2 0 2-15,-1-1-1 0,-4 3-1 16,-1-2 2-16,-5 2-1 15,-2-1 0-15,-3 1 1 16,-2 3 1-16,-3-1 2 16,-3 1 5-16,-2 0 0 15,-1-1-5-15,0 0-4 0,-5-2 3 16,-1 0 0-16,-4-1-1 16,0 0-2-16,0-1 1 15,0 0-1-15,-2 0 1 16,1-1-1-16,-3 1 0 15,0 2 0-15,-2-1 0 0,-1 2-1 16,-3 1 0-16,-2 2 1 16,-1 1-1-16,-1 1 1 15,1 2 1-15,-4 0-1 16,3 0 0-16,0 0 0 16,-1 1 2-16,-1 0-2 15,-2 0 1-15,1 1-1 0,-1-2 0 16,-3 2 0-16,0 2-1 15,-1 0 1-15,-1 1 1 16,-1 0-1-16,-3 0 0 16,0 0-1-16,-4 0 1 0,-1 0 0 15,-1-2 0-15,-2 1-1 16,0-1 2-16,1 0-1 16,-3-1-2-16,3 0 2 15,-1 1 3-15,0 0-2 16,1 1 3-16,-1 1-1 15,0 0 1-15,0 0-1 0,-4 1 1 16,1 3-1-16,-1 3-5 16,-2 1 4-16,1 0-2 15,0 3 0-15,0 1 0 16,3 0 0-16,-2 2 0 16,1 1 0-16,1 0-2 0,-2 0 1 15,1 0 2-15,0 0-1 16,2 0 0-16,2-1 2 15,3 1-2-15,0 1-2 16,4 1 4-16,2-2-2 16,3-1 0-16,2 2-2 0,3-2 2 15,0 2 0-15,2-2-1 16,2 2-1-16,0 0 2 16,3 1-2-16,1 1 3 15,0 1-2-15,4 0-1 16,0 0 2-16,2 2-1 0,0-2 1 15,4 1-1-15,1-2-2 16,2 1 1-16,1-1-1 16,2-2 2-16,0 2 0 15,1-1 1-15,0 1 0 16,0 0 1-16,2 1-1 0,-1 0 0 16,1 0 0-16,0 0 0 15,0-1 0-15,2-1 0 16,4-1 0-16,0-1 0 15,1 1 0-15,2-2-1 16,-2-1 0-16,1 0 2 0,-1-1 0 16,1-2-1-16,1-2 0 15,-4 1 0-15,3-1-1 16,0 1 0-16,0-1 0 16,3 1 2-16,0-1-1 15,3-1-1-15,-1 1-2 0,4-1-3 16,3-2 2-16,0-2 2 15,3 0-3-15,1-1-5 16,4-2-30-16,3-2-84 16</inkml:trace>
  <inkml:trace contextRef="#ctx0" brushRef="#br0" timeOffset="149809.21">16105 2495 0 0,'0'3'9'0,"0"-1"1"0,0 0-1 0,0 0 0 15,0-1 1-15,0 1 2 0,1-1 1 16,-1 0-3-16,1 0 0 15,1-1 0-15,1 1-2 16,-2 0-2-16,2-1-3 16,-2 1-2-16,2-1 0 15,1 2-1-15,-3-2 0 0,1 0 1 16,0 0 1 0,1 0 7-16,-1 0 5 0,-1 0 1 15,1 0-2-15,0 0-3 16,1 0-2-16,-1 0 3 15,-1-2-3-15,2-1-3 16,-2 1 2-16,2-1 3 0,0-1 0 16,1 0-1-16,1-1-1 15,-1 0-2-15,3-3 1 16,-1 1-3-16,3-1-2 16,3-1-1-16,2-2 0 15,3 1 0-15,4-3-2 0,4-2 2 16,4 0-2-16,4-5-5 15,5-3-25-15,0-5-70 16</inkml:trace>
  <inkml:trace contextRef="#ctx0" brushRef="#br0" timeOffset="163600.17">11423 4820 84 0,'-3'0'3'0,"1"-1"4"0,1-1-2 16,-1-2-5-16,2 0-2 15,-2 0 2-15,1 0 0 0,0 0 2 16,0 1 1-16,1 1 9 16,-3-1-3-16,3 3-3 15,-2-2-2-15,2 1-1 16,-1 1-2-16,0-2 4 0,1 1 2 16,0 0-1-16,0 0 2 15,0-1 5-15,0-1 2 16,0 3 2-16,0-2-6 15,0 2-5-15,0 0-5 16,0 0-1-16,0 0-1 0,2 2 0 16,3 7-1-16,0 1 2 15,0 3 4-15,2 1-4 16,-1 0 1-16,3 2-1 16,-3-1 1-16,3-1 0 0,-2-1-1 15,1-1 2-15,-1 0-2 16,-2-4 0-16,1 1 0 15,-2-1 0-15,1-2 0 16,-2-1 0-16,-1 0 0 16,3 0 0-16,-3-3-31 15,-1-2-46-15</inkml:trace>
  <inkml:trace contextRef="#ctx0" brushRef="#br0" timeOffset="163931.79">11648 4801 115 0,'0'0'12'0,"0"0"8"0,0 0-13 16,0 0 0-16,0 0 6 16,31-18-2-16,-21 11-3 15,0 1-2-15,1-1 0 0,2 0 1 16,1-1-1-16,-1 3-1 16,2 0-3-16,2 0-1 15,-2 0 0-15,1 2-1 16,2 0-1-16,-3 1-1 0,1-2-37 15,-2-1-65-15</inkml:trace>
  <inkml:trace contextRef="#ctx0" brushRef="#br0" timeOffset="164600">12228 4517 75 0,'0'0'21'0,"0"0"13"16,0 0-6-16,0 0-10 16,0 0-6-16,0 0-4 15,0 0-3-15,-15-28 4 16,9 24-3-16,2-1 3 0,-2 2 2 15,0 1-5-15,0-1 0 16,0 2-4-16,-2 0-2 16,1 1-3-16,-2 0 1 15,2 2 2-15,-2 4 2 16,1 3-4-16,-2 2 1 0,2-1 0 16,-1 3 2-16,2-1-2 15,2 0 1-15,3-1 0 16,1-2 0-16,1-3-1 15,0 1 2-15,3-2-1 16,5-2 1-16,-1-1-2 0,3-1 0 16,2-1 0-16,0 0 3 15,-1 0-1-15,1 0 2 16,0 0-2-16,0 0 1 16,0 2-1-16,-3 1-1 15,0 1 0-15,0 1 0 0,-1 1 0 16,-5 1-1-16,0 1 0 15,-1 0 3-15,-2 2-4 16,0-2 0-16,-2 1 3 16,-3-2-2-16,-3-1 2 15,1-1 0-15,-1-2 0 16,0 0 0-16,0-2 1 0,-2-1-1 16,2 0 0-16,1 0 3 15,-1-4 9-15,2-4-1 16,0-2-2-16,5-2-6 15,-1 1 0-15,2-4-2 0,0 2-4 16,2-1-1-16,6 1 1 16,2-1-16-16,0 0-38 15,1-1-144-15</inkml:trace>
  <inkml:trace contextRef="#ctx0" brushRef="#br0" timeOffset="165719.9">12458 4571 70 0,'-3'0'4'0,"0"0"9"0,2 0-5 0,-1 0-4 15,-1 0-3-15,1 0 1 16,0 0 5-16,1 0 10 16,1 0 3-16,-2 0 0 15,2 0 4-15,0 0-3 0,0 0-9 16,0 0-9-16,0 0-3 15,0 0-3-15,6-1 6 16,1-1-6-16,3-2-2 16,4-2 6-16,3-2 5 15,3-1-2-15,2-2 3 16,5-2 2-16,-2-1 1 0,5 1-1 16,-2-2-7-16,-1 2-1 15,-2 2 0-15,-1 1-1 16,-4 1 1-16,0 1-1 15,-3 2 0-15,-4 1 1 0,0 0-1 16,-2 5-1-16,-2-1-1 16,-2 1-30-16,-4-1-66 15</inkml:trace>
  <inkml:trace contextRef="#ctx0" brushRef="#br0" timeOffset="166272.1">13017 4190 102 0,'0'0'18'0,"0"0"13"0,0 0-7 16,0 0-17-16,0 0-7 16,0 0-3-16,0 0 6 0,0 0-3 15,0 0 0-15,0 0 0 16,2 29 0-16,-1-20 1 16,2 2-1-16,0-1 1 15,-1 0-1-15,0 1 1 16,0 0-1-16,2-2 1 0,-2 0 0 15,1 2 0-15,1-2 0 16,-1 0 0-16,1 0 0 16,0-1-1-16,-1-1 1 15,-1-1-1-15,0-1 0 16,3 0 1-16,-2 0-1 0,1-1 0 16,0-3-6-16,1-1-35 15,1 0-38-15</inkml:trace>
  <inkml:trace contextRef="#ctx0" brushRef="#br0" timeOffset="167057.23">13219 4062 126 0,'0'0'4'0,"0"0"-2"0,0 0-2 0,0 0 0 16,0 0-2-16,0 0 4 15,0 0-2-15,0 0 0 0,0 0 0 16,0 0 1-16,-27 32 0 15,23-26 2-15,1 1 0 16,0 2-1-16,-2 0 0 16,1 1 0-16,3 0-2 0,-3 0 1 15,1 1-1-15,3 1 2 16,-2-1-2-16,2 0 2 16,0 0 0-16,0-1 4 15,0 1-3-15,0-2 0 16,2 1 2-16,5 0-1 15,-2-1 0-15,3 0-2 16,-1-1 1-16,0 0-3 0,1-2 1 16,0 0 0-16,1-3-1 15,-2-1 2-15,1-2 6 16,1 0 2-16,-2 0 19 16,2-2-13-16,-2-3-10 0,0-1-3 15,1-2 2-15,-3 1-5 16,1 0 1-16,-2 0 0 15,-1-1 0-15,0 2 0 16,-3-1 1-16,0 2 2 16,0 0-1-16,0 0-1 15,-1 2 1-15,-5 0 1 0,2-1 2 16,-5 4-7-16,1 0 0 16,-2 0-1-16,0 0 3 15,-1 8-2-15,0 0 1 16,0 1-2-16,2 0-19 15,4 0-40-15,0-5-31 0</inkml:trace>
  <inkml:trace contextRef="#ctx0" brushRef="#br0" timeOffset="168174.87">13207 3886 126 0,'0'0'2'0,"0"0"12"0,-37-10-4 0,25 7-8 0,1 1-2 0,-1 0 0 15,2-1 0-15,-1 3 1 16,1-2 1-16,1 2 6 16,-1 0-2-16,1 0-2 15,-2 0-2-15,0 0-2 16,-2 4 1-16,1 2-2 0,-1 2 0 15,-1 2 1-15,-1 0 1 16,2 1-1-16,-3 1-1 16,0 3 1-16,1 1 1 15,0 1-1-15,2 0 0 16,0 1-1-16,2 0 2 0,-1 2-1 16,4 0 0-16,-1-2 0 15,3 3 1-15,0-2-2 16,3 2 1-16,2-1 1 15,1 1 0-15,0 1-1 16,0-1 1-16,0 3 1 0,4-2-2 16,3 0 1-16,0 1-1 15,0-2 0-15,3-3 1 16,-2 1-1-16,2-4 1 16,-1 1-2-16,2 0 1 15,0 0 1-15,0 0 1 0,2-1-1 16,-1 0-1-16,2 0-1 15,1-1 3-15,0 0 0 16,0-3 0-16,-1-1-3 16,2-1 7-16,1-3-5 15,-2 1 1-15,0-5-1 0,0 1 0 16,-1-3 1-16,2 0 4 16,1 0 2-16,0-2 2 15,4-3-4-15,0 0-4 16,0-3 0-16,-1 1-2 0,0-1 0 15,-1 1 0-15,0-2 1 16,-4-2-1-16,3 0 1 16,1 1-1-16,-3-3 0 15,2 0 1-15,0-1 0 16,-3-1 0-16,1-1 2 16,-2 0-2-16,-2 1-1 0,-1-1 2 15,-3-2 0-15,0 0 3 16,-2-4 4-16,-1 0-1 15,-1-1 0-15,-1 0-2 16,-1 0 0-16,-2 1-2 16,0-1-3-16,0 2 1 15,-4 1-1-15,-4 0-1 0,-4 0-3 16,-2 2 3-16,-3 2-2 16,-4 1 0-16,-3 3 4 15,-2 4-2-15,-4 6-11 16,-2 2-11-16,-4 2-36 0,0 5-57 15</inkml:trace>
  <inkml:trace contextRef="#ctx0" brushRef="#br0" timeOffset="171570.96">11511 5106 23 0,'-4'0'14'0,"3"0"8"0,-1 0-3 0,2 0-5 15,-2 0-3-15,2 0-2 16,-2 0 0-16,2 0-2 16,-1 0-1-16,1 0-2 15,-2 0-3-15,2 0 0 0,-1 0-1 16,1 2 0-16,0 0 0 15,0 1 0-15,0 1 0 16,0 0 0-16,0 1 1 16,0 0-1-16,1 0 0 15,1 1 0-15,1-2 0 16,-1 1 0-16,1 0 0 0,2-2 0 16,0 2 0-16,2-3 0 15,0-1 0-15,1 1 0 16,-2-2 1-16,1 0-1 15,0 0 2-15,-1 0-4 16,0 0 2-16,-1 0-1 0,2-2 5 16,-4-1-4-16,2-2 3 15,-2 3 3-15,1-2 0 16,-1 0 1-16,0-1-3 16,0 1-2-16,1 0 0 0,-1-2 0 15,0 0 1-15,1 0 1 16,-1 0-2-16,0 0 1 15,0 1-2-15,0-1 0 16,0 0 0-16,-1 1 0 16,0-1 2-16,1 1-1 15,0 0-1-15,-1-2 0 0,0 1 0 16,3 1 2-16,-4 0 1 16,1 0-1-16,0 0 4 15,3 0 2-15,-2 0-5 16,4-2-4-16,0 0 1 0,2 0-1 15,2 0 2-15,-1-1-2 16,3 0 0-16,-1 1 0 16,-2-1 1-16,0 2-1 15,0 0 0-15,2 1 0 16,-2-1 0-16,-2 1 0 16,1 1 0-16,-1 0 0 0,2 0 0 15,-2 2 0-15,1-1 0 16,-1 0 0-16,-1 1 0 15,2 1 0-15,0-1 1 16,0 1-1-16,1 0-1 16,0-1 2-16,-2 1-2 0,2 1 1 15,-1 0 0-15,1 0 0 16,-1 0 0-16,1 0 0 16,0 0 0-16,0 0 0 15,1 2 0-15,-2-1 1 16,1-1-1-16,0 0 0 15,-1 0 0-15,1 0 0 0,0 0 1 16,1-3-1-16,-1 0 0 16,1-2 0-16,-1-1 1 15,2 1-1-15,-2-1 0 16,-1 1 0-16,1-1 0 0,-2 1 0 16,1 0 0-16,-1 0 0 15,1 1 0-15,-2 1 1 16,0 0-2-16,-1 3 1 15,2-2 0-15,-4 1 0 16,2-1 1-16,-2-1-2 16,2-2 2-16,-1 1-1 0,1-1 1 15,-2-3 1-15,-1 2 1 16,1-3 1-16,-2-1 0 16,-2 1-2-16,0-1 2 15,0-2 1-15,0 2-4 16,-2 1 1-16,-5 0-2 0,0 1-1 15,-1 1-13-15,-1 2-43 16,-1 0-66-16</inkml:trace>
  <inkml:trace contextRef="#ctx0" brushRef="#br0" timeOffset="173984.07">11864 5189 132 0,'0'0'4'0,"0"0"15"0,0 0-9 0,0 0-4 15,0 0-1-15,0 0-3 16,0 0-1-16,0 0 0 16,0 0 5-16,0 0-5 0,0 0-3 15,0 0 4-15,0 23 1 16,4-13-2-16,1 1 0 15,-2 1 0-15,4-1 1 16,-2 1-1-16,1-2-1 16,1 0 2-16,-2 0-2 0,0-1-5 15,0-1-18-15,-3-4-34 16</inkml:trace>
  <inkml:trace contextRef="#ctx0" brushRef="#br0" timeOffset="174402.89">11960 5184 103 0,'0'0'3'0,"0"0"-5"15,0 0 4-15,-5 28-1 16,3-18 1-16,2 0 0 15,0-2 2-15,0 0 2 16,2 0-1-16,3-2-2 0,3 0 0 16,-1-3 0-16,0-1 2 15,0-2-1-15,1 0 1 16,0 0 3-16,-3-4 0 16,2-3 1-16,-2 1 1 15,0-3 4-15,-2 0 1 16,-2-1-3-16,0-1 0 0,-1 1 1 15,0-2-6-15,-3 3 0 16,-4 0-3-16,0 2 2 16,-1 1-2-16,-1 4 7 15,-1 0-8-15,0 2-3 16,0 0-2-16,1 7 2 0,1 3-5 16,3 0-14-16,2 0-25 15,3-2-27-15,0-2-18 16</inkml:trace>
  <inkml:trace contextRef="#ctx0" brushRef="#br0" timeOffset="174766.74">12132 5047 66 0,'0'0'3'0,"0"0"4"0,0 0-1 0,0 0 3 0,-8 31 2 16,8-18-2-16,0 4-1 16,0 1-3-16,4 2-2 15,0 1-1-15,2 1 1 16,-3 1-1-16,1 0 0 15,0 0 0-15,-1 1-1 0,0-2 1 16,-1 1 1-16,2-3-2 16,-3 0 0-16,1 0-1 15,-1-2 0-15,0-1 0 16,-1-3 0-16,0-2-2 16,0-2-8-16,0-5-18 15,-4-3-53-15</inkml:trace>
  <inkml:trace contextRef="#ctx0" brushRef="#br0" timeOffset="175002.8">12081 5344 217 0,'0'0'7'0,"0"0"14"15,0 0-7-15,0 0-11 16,0 0 2-16,0 0-3 16,0 0-1-16,0 0-3 15,0 0 1-15,2-16-17 16,4 16-21-16,-2 0-25 16,3 0-5-16</inkml:trace>
  <inkml:trace contextRef="#ctx0" brushRef="#br0" timeOffset="175136.28">12203 5301 218 0,'0'0'6'16,"0"0"-7"-16,0 0 3 16,0 0-6-16,0 0-70 15</inkml:trace>
  <inkml:trace contextRef="#ctx0" brushRef="#br0" timeOffset="176225.87">12024 4992 120 0,'0'0'3'0,"0"0"9"16,-29 0-3-16,20-2-4 0,-1 1-2 16,2-1-1-16,-1 1 1 15,0-1-2-15,0 2 1 16,1-2 3-16,1 1-2 15,-2-1 6-15,3 2-2 16,-1-1-2-16,0 0-2 0,1 0 3 16,-1 1-4-16,0 0-1 15,1 0 0-15,-1 0-1 16,-2 0 0-16,0 0 0 16,-1 5 1-16,0 0-1 15,0 2 2-15,-2 1-2 0,1 1 1 16,0 1-1-16,-1 3 0 15,2-2 0-15,-2 2 0 16,1 0 0-16,1 1 0 16,0-1 0-16,-2 0 0 15,0 1 0-15,4 1 0 16,-2 2 0-16,0-1 0 0,1 3 0 16,-1-1 0-16,3 1 0 15,3 0 2-15,-2 0-2 16,3 1 0-16,3 2 1 15,0-1-1-15,0 2 1 0,0 1-1 16,2 0 1-16,5-1-1 16,1-1 0-16,-1-1 0 15,3-1 0-15,2 0 0 16,1-2 0-16,0 0 0 16,6-3 1-16,-2 0-1 0,2-1 0 15,2-2 0-15,2-3-1 16,-1-2 5-16,1-3-6 15,0-2 2-15,0-2 4 16,2 0 1-16,0-2-1 16,2-5-1-16,1-1-1 15,0-2-1-15,2-3 1 0,-1 0-1 16,0-2 1-16,-3-1-2 16,0 1 0-16,-4 0 1 15,-4 0-1-15,-1-2 1 16,0 0-1-16,-4-2 2 15,-1 1 6-15,0-3 0 0,-3-1-1 16,0-1-1-16,-1-2-1 16,-2-1-2-16,-3 2-2 15,-3 0 0-15,0 1 0 16,-8 0 0-16,-4 1 3 0,0 1 7 16,-4-1 1-16,-2 1-3 15,1 1-2-15,-3 0-1 16,0 2-2-16,-2 1 1 15,1 4-1-15,-3 3-2 16,1 3-2-16,0 4-4 16,2 3-3-16,1 2-19 0,2 7-22 15,4 0-60-15</inkml:trace>
  <inkml:trace contextRef="#ctx0" brushRef="#br0" timeOffset="181155.24">12836 4984 78 0,'0'2'7'0,"0"-2"7"0,0 1-9 0,0 2-1 0,-2 0-2 16,2 1 1-16,-1 0 3 16,-1-1 0-16,2 0 2 15,-1-3-1-15,1 2-1 16,0-2-4-16,0 0 4 16,7-5 19-16,8-7 4 15,5-7-25-15,3-8-2 0,4-6-83 16</inkml:trace>
  <inkml:trace contextRef="#ctx0" brushRef="#br0" timeOffset="182088.57">13695 3910 113 0,'0'0'7'0,"0"0"21"0,0 0-11 0,0 0-8 0,0 0-6 16,0 0-2-16,0 0-1 15,12-27 4-15,-8 26-4 16,2 1 1-16,-1 0-1 0,1 0 0 16,0 0 0-16,0 2-1 15,-3 6-2-15,2 1-1 16,-3 4 3-16,0 0 4 15,1 5-2-15,0 1 0 16,1 2-1-16,-2 0 0 16,4-1 0-16,-1 0 1 0,3 0-1 15,1-4 0-15,-1-1 0 16,1 0 2-16,1-4-2 16,-1 0-2-16,0-2 2 15,-1-3 2-15,-1 0-1 16,-1-2 0-16,-2 0-1 0,-1-1 0 15,-3 1 0-15,0 0-5 16,0 0 5-16,0 4 0 16,-3 2 1-16,-1 3 1 15,0 2-1-15,0 5-1 16,2 1 1-16,0 4 0 0,2-1 0 16,0 0-1-16,2-1 1 15,4 0-1-15,2-1 0 16,2 0 1-16,2-1 0 15,0 2 1-15,1-1-1 16,2-1 0-16,-1 0 2 0,0-1-1 16,-1-2-2-16,-2 0 1 15,-1-2-1-15,-3-2 0 16,1 0 0-16,-2-3 1 16,-3 1 0-16,-2-2 0 15,-1 1 5-15,0-1-3 16,-3 0 1-16,-5 0 3 0,-2 1-5 15,0-1 0-15,0 0-1 16,0-3-1-16,1-1-1 16,3-5-25-16,-1-1-70 15</inkml:trace>
  <inkml:trace contextRef="#ctx0" brushRef="#br0" timeOffset="182564.13">14462 4008 99 0,'0'0'3'0,"0"0"10"0,0 0 1 0,-28 17-3 0,21-10 2 16,0 1-1-16,2 3-3 15,0 1-4-15,1-1 0 16,0 2 1-16,2 0 2 16,1-1-4-16,-1-1-1 0,2-2 0 15,0 2-1-15,3-2-1 16,4-1 0-16,3-3-1 15,4 0-1-15,-1-5-28 16,1 0-50-16</inkml:trace>
  <inkml:trace contextRef="#ctx0" brushRef="#br0" timeOffset="182906.45">14586 4056 258 0,'0'0'6'15,"0"0"-8"-15,0 0 1 16,0 0 1-16,0 0 0 16,-27 35 0-16,24-25 1 15,3 0-1-15,0-1 2 16,0-2-2-16,1 1 1 0,5-3-4 16,1-3 3-16,3-1-1 15,0-1-2-15,1 0 2 16,0-6 10-16,-1-1-6 15,-1-3 2-15,-2 0-1 16,-3 0 2-16,-2 1 4 16,-2-1 2-16,0 1-7 0,-4 2 0 15,-5 1-4-15,-3 3 0 16,0 1-3-16,-2 2-3 16,0 2-2-16,3 7-12 15,0-1-21-15,3 0-34 16,4-2-25-16</inkml:trace>
  <inkml:trace contextRef="#ctx0" brushRef="#br0" timeOffset="183511.14">14712 4011 183 0,'0'0'17'16,"0"0"-16"-16,0 0-1 15,0 0 0-15,0 0-3 0,0 0 4 16,29 20 0-16,-27-12-1 16,0 2 1-16,0 0-1 15,0-3 1-15,0-1-1 16,-1 0 0-16,-1-2 1 16,0-2-2-16,0 1-3 15,0-3-1-15,0 0 10 0,-1 0 2 16,-2 0-4-16,0-3 4 15,0-2 0-15,2-2-4 16,1 0-4-16,0-2 2 16,0-1 1-16,1 0-1 15,6 2 0-15,-1 0-2 0,4 1 4 16,-1 2-5-16,2 0 4 16,1 3 2-16,1 1-1 15,0 1-2-15,0 0 0 16,-1 0-1-16,-2 5 1 15,-1 1-1-15,-1 1-1 0,-4 0-1 16,-1-1 3-16,-2-1-3 16,-1 0-1-16,0-2 0 15,0-1 0-15,0-2 0 16,-3 0 6-16,0 0 0 16,1-5 0-16,0-2 2 0,2-1-5 15,0-2 0-15,0 1 3 16,0 0-3-16,3 1 2 15,1 0 4-15,3 4-1 16,1 1-4-16,2 1 2 16,-1 2-1-16,0 0-2 0,1 1 0 15,-1 6-2-15,0 0 0 16,-2 3-7-16,2-2-18 16,-4-1-43-16,0-1-15 15</inkml:trace>
  <inkml:trace contextRef="#ctx0" brushRef="#br0" timeOffset="183755.39">15081 3899 284 0,'0'0'8'0,"0"0"-5"0,0 0-6 0,0 0 3 0,0 0-1 15,0 0 3-15,5 30-2 16,-2-15 0-16,-1 1 0 16,0 1 1-16,1 0-3 0,0 0 0 15,1-2-6-15,-4 0-7 16,0-2-23-16,0-2-33 16,0-5-30-16</inkml:trace>
  <inkml:trace contextRef="#ctx0" brushRef="#br0" timeOffset="184083.95">15065 3909 253 0,'0'0'1'16,"0"0"-2"-16,24-28 1 15,-12 19 2-15,0 3 0 16,0 2-2-16,0 0 0 15,-1 2 0-15,-1 1 0 16,3 1 0-16,-1 0 1 0,-2 0-1 16,0 6-1-16,2-1 2 15,-3 5-3-15,-3-3 1 16,1 2-1-16,-4 0 2 16,-2-1 1-16,-1 0-4 15,0-1-5-15,-2 1-4 16,-3-3 7-16,-4-1 1 0,1-1 3 15,-2 0 2-15,-1-3-9 16,1 0-16-16,1 0-15 16,2-5-39-16</inkml:trace>
  <inkml:trace contextRef="#ctx0" brushRef="#br0" timeOffset="184674.45">15301 3843 120 0,'0'0'1'15,"0"0"0"-15,0 0 1 16,0 0 1-16,32 3-1 16,-26 2-1-16,-2-1 4 0,-1 2-1 15,-1-1-3-15,-1 0 0 16,-1-2 0-16,0 2 2 15,0-3-1-15,0-1 4 16,0-1 16-16,-1 0 6 16,-3 0-14-16,3-3 1 15,-1-4-2-15,0 0-6 0,2-1-5 16,0-1 8-16,0-1-8 16,0 0-4-16,4 0 2 15,4 2 0-15,0-2 2 16,2 2-2-16,3 1 0 15,0 2-2-15,3 0-3 16,0 3 10-16,2-1-5 0,2 3 0 16,-3-1 0-16,-3-1 1 15,1 1 0-15,-1 0 0 16,-2-2-1-16,-1 0 0 16,-2-2 1-16,1-1-1 0,-3 0 2 15,0-2 0-15,-1 0 1 16,-2 1-1-16,-2 0 1 15,-2 0 2-15,0 3 2 16,-2 0-2-16,-7 2-8 16,-2 2 1-16,-1 0 0 15,0 6 2-15,-3 5 2 0,3 4-2 16,1 3 1-16,4 0-1 16,2 2 0-16,4 1 1 15,1 0 2-15,1 0-3 16,7-1-8-16,-1 2-24 15,0-3-76-15</inkml:trace>
  <inkml:trace contextRef="#ctx0" brushRef="#br0" timeOffset="185299.08">15286 4228 149 0,'0'0'6'0,"0"0"12"0,0 0 7 0,0 0-19 0,-35-6-6 16,24 13 1-16,0 3-1 15,-1 2 0-15,2 1 1 16,-2 2-1-16,3 0 3 0,2 1 0 16,1-2-1-16,3-1 1 15,3-1-1-15,0-2 1 16,3-2-3-16,4-2 0 15,2-2 0-15,2-3 0 16,2-1 3-16,1 0 11 16,-2 0-5-16,-1-3-5 0,-2-1-3 15,-1 0 1-15,-3 0 0 16,-1 3 0-16,-4-1 3 16,0 2-3-16,0 0 2 15,-7 0 3-15,-3 3-12 0,2 4 5 16,-2 3-3-16,2 1 6 15,2 1-1-15,-1 2-2 16,6-3 1-16,0-1 0 16,1 0 1-16,0-1 0 15,6-4-2-15,1 1-1 16,1-2 0-16,4 0 0 0,2-2 3 16,0-1-1-16,2-1 2 15,2 0-2-15,0-2-2 16,0-3-25-16,-1-3-53 15,-1-1-33-15</inkml:trace>
  <inkml:trace contextRef="#ctx0" brushRef="#br0" timeOffset="185511.94">15431 4355 228 0,'0'0'11'0,"0"0"-18"0,0 0 7 0,0 0 0 16,0 0 2-16,0 0-2 16,32 31 0-16,-22-26 2 15,2 0 1-15,-1-1 0 16,0-1 3-16,1 0-4 0,-1-3-1 16,-2 0-28-16,-1 0-65 15</inkml:trace>
  <inkml:trace contextRef="#ctx0" brushRef="#br0" timeOffset="185695.27">15531 4310 94 0,'0'0'160'16,"0"0"-155"-16,0 0 1 16,-33 21-4-16,25-7-1 0,1 1-1 15,0 1 1-15,3 1 0 16,1-2-1-16,2 1-3 15,1-1-22-15,0-3-32 16,4-4-41-16</inkml:trace>
  <inkml:trace contextRef="#ctx0" brushRef="#br0" timeOffset="185983.69">15672 4292 256 0,'0'0'1'0,"0"0"4"16,0 0 0-16,0 0-1 15,0 0-5-15,-33-8 1 16,24 16 0-16,1 1 0 0,2 2 1 16,1 1-1-16,3-1 1 15,0 0-1-15,2-4 3 16,0 1-2-16,0-3 0 15,6-1-3-15,1-1-1 16,2-3 1-16,1 0-1 0,2 0 8 16,-1 0-7-16,3-7-3 15,-1-1-35-15,-1 0-59 16</inkml:trace>
  <inkml:trace contextRef="#ctx0" brushRef="#br0" timeOffset="186332.24">15795 4277 150 0,'0'0'2'0,"0"0"1"0,0 0 1 16,0 0-3-16,0 0 1 16,18 30-1-16,-15-25 2 15,-1-2-1-15,-1 2 0 16,0-2-1-16,-1-1 0 15,0-2-2-15,0 0 1 16,0 0 14-16,0 0 2 0,-1-2 2 16,-1-4 1-16,2-2 4 15,0-2-10-15,0-2-7 16,1 0 2-16,6-1-3 16,0 0 7-16,2 3-9 15,4 0 4-15,-2 4-3 0,2 4-3 16,1 2-2-16,0 3 1 15,-1 9 0-15,-5 6-1 16,-6 7 1-16,-7-2-2 16,-22-3-61-16</inkml:trace>
  <inkml:trace contextRef="#ctx0" brushRef="#br0" timeOffset="206462.59">10032 10238 77 0,'0'0'43'0,"0"0"-42"0,0 0 0 16,38-2 1-16,-24-1 2 0,2 0 3 15,0-1-1-15,3 1 4 16,0 2 0-16,3 0-9 15,2 1 0-15,1 0-1 16,5 0 2-16,1 0-4 16,4 3-1-16,1 0-36 15</inkml:trace>
  <inkml:trace contextRef="#ctx0" brushRef="#br0" timeOffset="207986.69">11273 10010 102 0,'0'0'19'0,"0"0"12"0,0-3-10 0,0-1 4 15,0 1-12-15,0-1-5 16,-4 1-2-16,2 0-4 16,1-1 2-16,-1 1 3 15,-1 0-2-15,1 0 1 16,-1 1-2-16,-1 2-2 0,-1-1-3 16,-1 1 1-16,-3 0-1 15,-2 0-1-15,-3 1 1 16,0 5 3-16,0 2-1 15,-3 1-2-15,2 1 0 16,0 2 3-16,3 1-2 0,0 0 1 16,4 2 0-16,0-2-1 15,6-1 1-15,0 1 0 16,2-3 0-16,0 2-2 16,2-2 1-16,6-1 1 15,1-2 0-15,1 1 2 16,1-2-1-16,3 0-1 0,1-1-1 15,0-2 2-15,2-1-2 16,0-2 1-16,2 0 1 16,1 0-2-16,1-7 0 15,3-2-23-15,-1-2-29 0,-3-5-31 16</inkml:trace>
  <inkml:trace contextRef="#ctx0" brushRef="#br0" timeOffset="208320.47">11418 9871 91 0,'0'0'11'15,"0"0"10"-15,0 0 6 0,0 0-7 0,0 0-5 0,0 0-9 0,0 0-4 0,0 0-3 16,0 0 1-16,0 0-1 16,-27 34 0-16,26-18 2 15,-3 0-1-15,3 1 0 0,1 0 1 16,-2 0 2-16,2 0 0 16,0-2-2-16,0 2 0 15,5-3 0-15,-1 2-1 16,4-1 4-16,-3-2-4 0,2 0-2 15,1-2-24-15,-1-1-25 16,1-3-29-16</inkml:trace>
  <inkml:trace contextRef="#ctx0" brushRef="#br0" timeOffset="208669.95">11522 10081 161 0,'0'0'16'0,"0"0"13"15,0 0-25-15,0 0-3 16,0 0-2-16,0 0 1 16,0 0 1-16,-20 28-1 0,20-21 0 15,0-2 1-15,2 0-2 16,5-2 1-16,-2 0 1 16,4-3 2-16,1 0-1 15,0 0 3-15,0-3-3 16,1-2 1-16,-1-3-2 0,0-1 2 15,0 0 1-15,-2-3 3 16,-1 2 3-16,-2-1-3 16,-2 0-2-16,-1 0-2 15,0 1 0-15,-2 3 1 16,0-1-2-16,-6 5 2 0,0 1-4 16,-2 2-2-16,-2 0-2 15,0 7-5-15,1 3-6 16,1 0-19-16,4-2-54 15</inkml:trace>
  <inkml:trace contextRef="#ctx0" brushRef="#br0" timeOffset="209056.27">11776 10035 172 0,'0'0'2'0,"0"0"20"15,0 0-4-15,0 0-7 16,0 0-5-16,0 0-6 16,0 0-7-16,0 0-6 15,0 0 1-15,-32-17 11 16,22 24 2-16,1-1-1 0,2 1 2 16,0 1-1-16,6 0-1 15,-1-1 2-15,2 0 0 16,0 0 1-16,7 0-3 15,1-2 2-15,2 2 1 0,2-2-2 16,2 2-1-16,-3-3 3 16,2 2-3-16,-3 0 1 15,-1-1-1-15,-4 2 2 16,-2 1-4-16,-3-1 2 16,0 1 0-16,-7 0-1 15,-4 1 2-15,-2-1 1 0,-4 0-4 16,3-3-4-16,1-2-23 15,2-3-41-15</inkml:trace>
  <inkml:trace contextRef="#ctx0" brushRef="#br0" timeOffset="209431.86">11831 10094 1 0,'0'0'65'0,"0"0"-62"16,0 0 7-16,0 0-5 16,31 3-4-16,-22-3 0 15,-2 0 0-15,0 0 2 16,1 0 6-16,-3-4 3 16,1 0 5-16,-2-1 6 0,-1 2 2 15,-1-2 1-15,-2 0-5 16,0 1-9-16,0 0-6 15,-2 2-5-15,-3 0-2 16,-5 2-2-16,0 0-1 16,0 2 2-16,-2 5 1 0,2 1 2 15,0 2-1-15,1 1 2 16,3-1-2-16,3 2-2 16,3-2 4-16,0 0-5 15,8-3 0-15,3 0-7 16,6-1 5-16,4-2-6 0,0-3-38 15,4-1-17-15</inkml:trace>
  <inkml:trace contextRef="#ctx0" brushRef="#br0" timeOffset="209905.74">12146 10102 119 0,'0'0'36'15,"0"0"30"-15,0 0-44 16,0 0-16-16,0 0-6 15,-25-24-1-15,11 24 2 0,1 0-1 16,0 2-2-16,1 4 3 16,0 1-2-16,2 2 2 15,1 1-1-15,2 0-1 16,3 0 1-16,2 0-3 16,2-2-9-16,0-1-2 15,0 0 2-15,6-4 10 0,1-1 0 16,2-2 4-16,-1 0-1 15,3-1 0-15,-1-5 1 16,1-2-1-16,1-3 0 16,-2 0 2-16,-2-4 0 15,3 1-1-15,-5-3 2 0,-1 1 2 16,-1-2 1-16,-2 1 1 16,-1 0 1-16,-1 1 3 15,0 1-4-15,0 2-3 16,-2 1-4-16,-1 4 0 15,0 1-2-15,-3 3-1 16,2 4 1-16,-1 0-4 0,-1 2 4 16,2 7 1-16,0 2 0 15,2 1-1-15,2 5-3 16,0-1-5-16,6 2-5 16,4 0-4-16,3 0-6 15,2 0-16-15,1-1-5 0,3-2-47 16</inkml:trace>
  <inkml:trace contextRef="#ctx0" brushRef="#br0" timeOffset="210412.84">12576 9946 133 0,'0'0'6'0,"0"0"20"0,0 0 8 0,0 0-12 0,0 0-4 16,0 0-14-16,0 0-9 16,0 0 6-16,0 0 0 15,0 0 0-15,4 29 0 16,-5-12-1-16,-1-1 1 16,1 2-1-16,1-3 1 0,0-1-1 15,0-2 0-15,0-3 0 16,0-1-2-16,0-4-6 15,0 0-11-15,0-4-11 16,0 0 0-16,0 0 37 16,0-6-7-16,0-2-3 0,0-3 4 15,0-2 2-15,0 0 6 16,0 0-1-16,0 0 1 16,4 2 2-16,1 1 0 15,2 1-4-15,-2 1-2 16,5 4-2-16,-2 0-2 0,2 0-1 15,0 3 1-15,0 1-1 16,-1 0 0-16,3 0 0 16,-2 5-1-16,0 1 1 15,-3 4-1-15,0 0 0 16,-1 2 0-16,-5 1-1 0,-1 0-9 16,0-2-1-16,-1-1-8 15,-6 1 6-15,-3-3-9 16,-3-3-24-16</inkml:trace>
  <inkml:trace contextRef="#ctx0" brushRef="#br0" timeOffset="210735.27">12553 9967 185 0,'0'0'4'0,"0"0"0"0,0 0-1 16,0 0-1-16,32-32-2 16,-22 26 0-16,2 1 0 15,0 2 0-15,1 0 0 0,0 2 2 16,1 1 0-16,-4 0-1 16,0 4-1-16,1 1 0 15,-4 4 0-15,-2-1-1 16,-1 3 0-16,-3-1-1 15,-1 1-2-15,0 1-1 16,-8 1-2-16,-2 0 0 0,-5 1-4 16,-2 0 3-16,-1-1-14 15,0-1-14-15,2-3-43 16</inkml:trace>
  <inkml:trace contextRef="#ctx0" brushRef="#br0" timeOffset="211108.31">12555 10106 132 0,'0'0'3'16,"0"0"4"-16,0 0-4 15,0 0-1-15,0 0-1 16,0 0 1-16,34-7 2 15,-22 4 4-15,2 0 3 0,0 1 3 16,2 0-3-16,-2 1-5 16,1 1-4-16,0 0 0 15,-3 0-2-15,0 5 1 16,-2 1-1-16,-2 1-1 16,-1-1-1-16,-6 1 2 0,-1 1-3 15,0-1 5-15,-6 3-1 16,-6-1-2-16,-2 0 4 15,-4-1-7-15,-2 0 6 16,-1-1 3-16,-2-2-5 16,1-2-1-16,2 0 3 0,3-1-3 15,4-2-39-15,5 0-35 16</inkml:trace>
  <inkml:trace contextRef="#ctx0" brushRef="#br0" timeOffset="211474.15">12821 10017 180 0,'0'0'5'16,"0"0"-7"-16,0 0-6 16,0 0 4-16,0 0 6 0,0 0-1 15,0 0-1-15,-18 33 4 16,18-25-4-16,0 0 1 15,0-3 0-15,8 2-1 16,4-4 2-16,-1-2 0 0,0-1 0 16,4 0 1-16,-2-1-2 15,-1-5 2-15,-2 0-1 16,0-1 3-16,-5-1 8 16,0 0 6-16,-3 0 1 15,-2 1-10-15,0-1 0 16,-5 1-2-16,-2 1-7 0,-5 1-2 15,-2 4-3-15,1 1-3 16,0 0-3-16,1 1-4 16,1 4-10-16,5 1-47 15,3-2-29-15</inkml:trace>
  <inkml:trace contextRef="#ctx0" brushRef="#br0" timeOffset="211826.28">13030 10000 172 0,'0'0'5'16,"0"0"7"-16,0 0-8 15,0 0-7-15,0 0-12 16,0 0 12-16,0 0 7 16,0 0-2-16,-13 31 0 15,12-22 0-15,1-1 0 0,0-3-3 16,7 0 5-16,3-5-1 15,3 0 0-15,2 0 5 16,0-3 0-16,0-4 0 16,0-3 2-16,-1 2 1 15,-3-2 1-15,-2-2-1 0,-3 2-1 16,0 0-1-16,-6 1-4 16,0 2 1-16,0 0-6 15,-7 4-5-15,-1 1 3 16,-4 2-4-16,1 0 3 15,-2 5-5-15,3 2-4 0,0 2-12 16,2 0-36-16,4-1-10 16</inkml:trace>
  <inkml:trace contextRef="#ctx0" brushRef="#br0" timeOffset="212078.43">13217 9942 140 0,'0'0'0'0,"0"0"31"16,0 0-4-16,0 0-8 0,0 0-2 15,0 0-19-15,0 0 4 16,0 0-7-16,0 0 7 16,-12 23 1-16,9-11-2 15,-1 1 0-15,4 0 0 16,0-3 0-16,0 0-1 15,5-2-1-15,6-1-9 0,0-2-16 16,2-5-28-16,3 0-71 16</inkml:trace>
  <inkml:trace contextRef="#ctx0" brushRef="#br0" timeOffset="212199.83">13321 9969 147 0,'0'0'54'0,"0"0"-37"16,0 0-4-16,0 0-17 15,0 0-12-15,0 0-12 16,0 0-21-16,-33 36-52 16</inkml:trace>
  <inkml:trace contextRef="#ctx0" brushRef="#br0" timeOffset="213008.67">10279 11346 88 0,'0'0'18'0,"0"0"4"0,0 0 1 0,0 0-8 0,0 0 4 0,0 0 7 15,-29-8-3-15,26 7-4 16,3 0-7-16,0 1-7 16,0 0-8-16,0 0-11 15,0 0 13-15,6 0 1 16,4 0-3-16,2 2 2 15,3 1-2-15,5-3 1 0,5 0 2 16,4 0 2-16,4 0 0 16,2 0-1-16,5-1 0 15,1-1 0-15,1 1-1 16,2 0 0-16,1 1-1 0,-3 0-32 16,-2 0-54-16</inkml:trace>
  <inkml:trace contextRef="#ctx0" brushRef="#br0" timeOffset="214070.45">11666 11175 106 0,'0'0'6'0,"0"0"19"0,0 0-3 0,0 0-9 15,0 0-6-15,0 0-2 16,0 0-1-16,-28-9-1 16,21 9 1-16,2 0 4 15,-3 0-5-15,1 5-4 16,0 5 4-16,-1 1-2 15,-2 4-1-15,3 1-1 0,2 2 1 16,0 0 0-16,3-2 0 16,2 0-3-16,0-2 1 15,6-1 1-15,2-3-1 16,4-3 0-16,-1-1 0 16,3-2 4-16,3-3 0 0,1-1 0 15,1 0 4-15,1-2-2 16,0-4 1-16,1-2 1 15,-2-2-1-15,-2 1-1 16,-4-3 2-16,-5-1 1 16,-3 0 7-16,-3-1 1 0,-2-1-3 15,0-1 0-15,-5 2-6 16,-5 1-4-16,-2 0-3 16,-1 3-2-16,-2 2-1 15,1 4 4-15,-4 4-6 16,1 0-5-16,2 3-6 0,0 7-7 15,2 1-18-15,4 1-30 16,4-2-3-16</inkml:trace>
  <inkml:trace contextRef="#ctx0" brushRef="#br0" timeOffset="214394.58">11976 11146 121 0,'0'0'20'0,"0"0"18"0,0 0-8 0,0 0-15 15,0 0-8-15,0 0-17 0,0 0 7 16,0 0 6-16,0 0-1 15,0 42-1-15,2-22-1 16,-2 2 2-16,1 1-2 16,-1 1 1-16,0-2 0 15,0 1-3-15,0-2 1 16,0-2 2-16,0-2-6 0,-1-2-12 16,1-2-14-16,-2-3-3 15,2-3-15-15</inkml:trace>
  <inkml:trace contextRef="#ctx0" brushRef="#br0" timeOffset="214733.33">11956 11235 175 0,'0'0'1'0,"10"-28"2"0,-1 16 2 16,2 1-1-16,2 2-2 15,0 0 0-15,2 4-1 16,-1 2 1-16,0 1-1 16,0 2 1-16,-2 0-2 15,0 3 0-15,0 4 0 0,-2 1 1 16,-1 2 0-16,-1 1-1 16,-2 0-2-16,-3 0 2 15,-2-1-3-15,-1 0 6 16,0-3-9-16,0 1 4 0,-7-2 2 15,0 0 5-15,-4 0 5 16,-1-2-9-16,0 0 5 16,2 0-3-16,0-1-2 15,3-2-24-15,1-1-53 16</inkml:trace>
  <inkml:trace contextRef="#ctx0" brushRef="#br0" timeOffset="-214381.41">12177 11224 114 0,'0'0'40'0,"0"0"-41"15,0 0 1-15,36 3-2 16,-25-3-16-16,0 0-5 16,0 0 20-16,-2-1 4 15,1-3 0-15,-2 1 6 16,-2-4 4-16,1 3 4 0,-3-1-4 15,1 1-3-15,-3-2-3 16,-2 2 1-16,0 0-3 16,0 1 1-16,-7 0 8 15,0 2-3-15,-1 1-7 16,-1 0 0-16,-1 0-1 0,0 8 2 16,0 1-2-16,0 3-1 15,1 1 1-15,2 2-1 16,1 0 1-16,5-3-1 15,-1 3 1-15,2-4 0 16,2-1 0-16,4-3-2 16,3-1 0-16,6-2-2 0,0-3-6 15,3-1-13-15,2 0-20 16,1-5-23-16</inkml:trace>
  <inkml:trace contextRef="#ctx0" brushRef="#br0" timeOffset="-213945.47">12424 11210 174 0,'0'0'25'0,"0"0"8"15,0 0-17-15,0 0-11 0,0 0-5 16,0 0-4-16,0 0-4 16,0 0 5-16,0 0 3 15,0 15 0-15,0-5 0 16,0 0 1-16,0 0-1 15,0 0 0-15,2-1 0 16,0-3-4-16,-2-1-3 0,0 0 2 16,0-3-2-16,0-2 3 15,0 0 3-15,0 0 6 16,0-1 0-16,0-5-3 16,0-2-1-16,0-2 3 15,0-1 0-15,3-1-2 0,2-2-1 16,2 1 1-16,2 0-2 15,1 1 0-15,2 1-1 16,0 2 2-16,2 2 0 16,-1 1 3-16,1 2 3 15,2 2-4-15,-4 2-1 0,2 0-2 16,-1 3-1-16,-3 7 1 16,-4 0-1-16,-1 5-1 15,-1 2-5-15,-4 2-7 16,0 0-2-16,0-3-31 15,0 1-11-15</inkml:trace>
  <inkml:trace contextRef="#ctx0" brushRef="#br0" timeOffset="-213649.84">13110 11147 83 0,'0'0'66'0,"0"0"-64"0,0 0 1 0,0 0 1 16,0 0-1-16,0 0-1 16,0 0 17-16,0 0-9 15,21 29-3-15,-22-13-5 16,-1 2-1-16,1-1 0 0,1 1 1 15,0-3-1-15,0 0 1 16,-1-5-7-16,1 0-19 16,-1-4-4-16,1-4-9 15,-1-2-20-15</inkml:trace>
  <inkml:trace contextRef="#ctx0" brushRef="#br0" timeOffset="-213133.99">13110 11131 198 0,'0'0'3'16,"0"0"7"-16,28-26-6 0,-13 21-2 15,2 0 0-15,-1 2 0 16,1 1-1-16,-1 2-1 16,-1 0 0-16,-2 3 0 15,-3 4 0-15,-3 1 0 16,-2 3-1-16,-4 1-3 0,-1 2 0 15,0-1-1-15,-5 0 0 16,-5 0 0-16,-1-2 2 16,-2-3 3-16,1-1-3 15,2-3 10-15,3-1-3 16,2-1-1-16,3-2 0 0,2 0 5 16,0 0-3-16,5 0 1 15,3-3-6-15,3-2 1 16,1 2 1-16,1 1-2 15,-2 0 0-15,1 2 1 16,-2 0-2-16,0 0 2 0,0 5-1 16,-1 0 0-16,-2 3 0 15,-1 0-1-15,-5-1-1 16,-1 2 1-16,0-1 0 16,0-1 0-16,-8 0 0 15,-1-1 3-15,-4-1 7 0,-1 1-1 16,-4-2-4-16,-1 0 2 15,2 0-4-15,-2-1 0 16,4-1-2-16,3-1 1 16,4-1-1-16,5 0-3 15,3-3-25-15,2-5-63 0,10-2-34 16</inkml:trace>
  <inkml:trace contextRef="#ctx0" brushRef="#br0" timeOffset="-212780.28">13385 11192 104 0,'0'0'22'0,"0"0"-24"0,0 0 2 0,0 0 1 16,0 0 0-16,-4 29 0 16,2-22 0-16,2 2 0 15,0-2 0-15,0-1 1 0,4-1 0 16,4-1 1-16,2-3 0 15,0-1 1-15,3 0 1 16,-2 0-1-16,2-7 2 16,-1 0 11-16,-2-2 5 0,0-1 3 15,-3 0-11-15,1-1-3 16,-3 1-4-16,-2-1 0 16,-1 1 1-16,-2 1 1 15,0 1-4-15,-5 1-1 16,-5 4-2-16,0 0-6 0,-5 3-3 15,2 0 2-15,-5 3-5 16,4 5-9-16,-1 2-8 16,3 0-37-16,5-3-30 15</inkml:trace>
  <inkml:trace contextRef="#ctx0" brushRef="#br0" timeOffset="-212370.16">13578 11181 219 0,'0'0'6'0,"0"0"-5"0,0 0 0 15,0 0-1-15,0 0 2 16,0 0-4-16,0 0-8 16,0 0 4-16,0 0 10 15,-2-6-6-15,-5 15 3 16,3 1 0-16,1 0-1 0,3 2 1 15,0-4-2-15,0 0-1 16,7 0-5-16,3-4-1 16,2-3 3-16,4-1 8 15,0 0-1-15,0-3-1 16,0-2 1-16,-2-3 0 0,-2 0 4 16,-3-1 4-16,-1 0 3 15,-4 0 7-15,-3-1-3 16,-1 1 0-16,0-1 1 15,-5 0-11-15,-3 3-3 16,-4-1-3-16,-1 3-2 0,-1 1-3 16,1 4 1-16,-1 0-1 15,0 0-1-15,3 7-13 16,0 1-8-16,4 1-23 16,3-1-45-16</inkml:trace>
  <inkml:trace contextRef="#ctx0" brushRef="#br0" timeOffset="-212086.68">13752 11103 82 0,'0'0'56'0,"0"0"-16"0,0 0-5 0,0 0-20 15,0 0-3-15,0 0-4 0,0 0-8 16,0 0-5-16,0 0 2 16,0 0 3-16,0 19 0 15,0-6 1-15,0 0 0 16,0 0-1-16,0 0 0 16,3-1 1-16,2 0-7 0,0-3-12 15,0-2-15-15,1-2-33 16</inkml:trace>
  <inkml:trace contextRef="#ctx0" brushRef="#br0" timeOffset="-211712.39">13899 11052 114 0,'0'0'3'0,"0"0"1"0,0 0-4 16,0 0 1-16,0 0 6 16,0 0 0-16,1 32-4 15,-5-21-2-15,2 2 0 16,-3-2-1-16,0 1 0 0,-1-1-1 16,-2-1 5-16,2-1-2 15,-3-1-3-15,0-1 4 16,1-2 6-16,1 0-6 15,0-2 2-15,1-1-2 16,4-1-1-16,0 0-1 16,2-1-2-16,0 0-3 0,0 0-4 15,0 1 12-15,5 1 2 16,2-1 2-16,2 3-4 16,1-1-2-16,3 2 0 15,5-1-2-15,-4 2 0 16,3-1-51-16</inkml:trace>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4-26T05:14:21.712"/>
    </inkml:context>
    <inkml:brush xml:id="br0">
      <inkml:brushProperty name="width" value="0.05292" units="cm"/>
      <inkml:brushProperty name="height" value="0.05292" units="cm"/>
      <inkml:brushProperty name="color" value="#FF0000"/>
    </inkml:brush>
  </inkml:definitions>
  <inkml:trace contextRef="#ctx0" brushRef="#br0">6249 4267 15 0,'0'0'18'0,"0"0"-6"0,0 0 0 0,0 0-2 0,0 0 0 16,0 0 0-16,0 0 3 15,0 0-1-15,0 0-2 0,0 0-3 16,0 0-7-16,0 0 4 16,0 0-3-16,-9-10 1 15,9 7 0-15,0 1 1 16,0 1 1-16,0-1 6 15,0 0 5-15,0 2-3 16,0-1-5-16,0 1-1 0,0 0-8 16,0 0-4-16,0 0-2 15,0 0 2-15,2 0 3 16,2 0 0-16,0 1 1 16,2 2 2-16,-2 0-2 15,3 0 2-15,-2-1 2 0,2 1-2 16,0 0 0-16,-2-2 0 15,1 1 0-15,-1 0 1 16,2-1 0-16,2-1 3 16,-2 0-1-16,3-1 3 15,1-6 0-15,4-3-2 16,1-3 4-16,4-2-3 0,3-3 0 16,3-5-2-16,3-1 0 15,3-3 2-15,2-3 3 16,2-1 3-16,2-2 0 15,2-2-3-15,0 0-1 16,2 1-4-16,0 2 2 0,-2 1 0 16,1 3-2-16,-2 1-1 15,-2 4 0-15,0 3 0 16,-3 2 2-16,-3 5 0 16,-7 3-9-16,-11 0-84 0</inkml:trace>
  <inkml:trace contextRef="#ctx0" brushRef="#br0" timeOffset="55048.07">3800 4746 13 0,'0'0'10'0,"0"0"0"0,0 0 6 0,0 0 6 0,0 0-2 15,0 0-5-15,0 0-5 16,0 0 0-16,0 0-2 15,0 0-3-15,0 0 1 16,0 0-1-16,0 0 2 0,-20-28-3 16,13 27 2-16,-2 0-1 15,0 1 3-15,-1-1-1 16,-1 1-2-16,-1 0 1 16,-2 0-5-16,-1 3-1 15,-2 4 0-15,0 3 1 16,0 0-1-16,0 0-2 0,0 0 3 15,3 1-2-15,-2 2 2 16,1-3-2-16,1 4 1 16,3-1 0-16,-2 1 0 15,3 0 0-15,-2 1-2 16,3 0 2-16,1 1-4 0,2-1 4 16,-1 1-1-16,0 1 1 15,2-1 0-15,0-1 0 16,2 4 0-16,1-1 0 0,1 1 0 15,1-1-1 1,0 1 1-16,0 0 0 0,0 0 0 16,3-1 0-16,0-2-1 15,4 0 0-15,-2-2 0 16,0 1 0-16,2-2 0 16,-1 0 0-16,2 0 0 15,-1-1 0-15,4 1-2 0,-1-3 3 16,1 2-1-16,1-2 1 15,1 0-1-15,1-1 1 16,2 1 0-16,0-1 1 16,1-1-2-16,1 0 1 15,2 0-1-15,0-1 2 0,2-2-1 16,-1 0 0-16,1-2 0 16,-1-1 0-16,1 1 1 15,-3-1-1-15,1 1 1 16,0-1-2-16,1 1 2 0,-1 0-2 15,1-1 2 1,1 0-2-16,1 1 0 0,3-1 2 16,-2 0-1-16,1 2 0 15,1-2 1-15,0 3-2 16,0 0 2-16,0-1-1 16,-1 0 0-16,3 1 0 15,-2-3 0-15,0 3-1 0,1-2 1 16,-2-2-1-16,1 1 1 15,-2-2 2-15,4 0-1 16,-2 0 2-16,1 0 1 16,2 0-1-16,0 0-1 0,1 0-1 15,1 0 1-15,-1-1-1 16,2 0-1-16,-2 0 0 16,2 1 2-16,-1-2-2 15,0 2 0-15,1 0 0 16,0 0 0-16,0-1 0 0,0-1 0 15,-1-1 0-15,0 1 1 16,2-3-1-16,-1 2 0 16,1-2 0-16,0 2 1 15,0 1-1-15,-1 0-1 16,-2 2 2-16,-2 0-1 16,2 0 0-16,-1 0 0 15,-1 0 0-15,1 0 0 16,1 0 0-16,-1 0 1 0,0 0-1 15,0 1-1-15,0 1 2 16,-3-2-1-16,1 1 0 16,0-1 0-16,1 0 1 0,1 1 3 15,-2 1-1-15,1-2-3 16,1 3 1-16,-4 0 0 16,2 1-2-16,-3 0 2 15,2 0-1-15,-3 1 0 16,3-2 0-16,0 0 0 15,0-1 0-15,3-2 1 0,-2 0-1 16,4 0 1-16,-4 0 2 16,1 0 4-16,0-3-2 15,0 0-2-15,2 1 0 16,-2-1-2-16,4 1 0 0,-2 0-1 16,2 1 0-16,0 1 0 15,0 0 1-15,0 0-2 16,-2 0 2-16,2 0-1 15,1-1 0-15,1 0 0 16,-1-2 1-16,2 0-1 0,-1-1 0 16,1 2 0-16,0 1 0 15,-2-1 1-15,2 2-1 16,-1 0 0-16,2 0 0 16,-3 0 0-16,2 0 1 15,-1 4-2-15,0 0 1 0,-1-2 1 16,0 3-1-16,0-2 0 15,0 2 0-15,2-1 0 16,-1-1 0-16,-1 0 0 16,3 2 0-16,-3-3 1 0,3 3-2 15,0-1 2-15,1-1 0 16,0 1 0-16,0-2 0 16,2 3-1-16,-1-2 1 15,2 1 1-15,-1 0-1 16,1-2 0-16,-1 1 0 15,-1-1 0-15,0 0 2 0,0-1 0 16,-1 0 2-16,2 0-2 16,0-1 0-16,0 0 0 15,1 0 0-15,0 0-1 16,1 0 0-16,-2 0-1 0,2 0 2 16,1 0-1-1,-2-1 0-15,0 0 1 0,0 0-1 16,2-1 1-16,2-1 0 15,-2 0-2-15,2-1 2 16,2 1-2-16,-2-1 0 16,3 1-1-16,-2-1 1 0,2 0-1 15,0 2 0-15,-2 0 0 16,4-1 1-16,-2 0-2 16,0 1 1-16,1 1 1 15,1-3-2-15,-2 2 2 16,3-2-1-16,-4 2 1 15,0-1-2-15,-2-2 2 0,-3 0-1 16,-1 0 0-16,-2 0 1 16,-5-1 1-16,0 1 6 15,-3-2-1-15,-1 2 0 16,-1-2-4-16,-1 1-1 0,-1-1-2 16,-1 2 1-16,2-3-1 15,-3 0 1-15,2 0-1 16,-1-1 0-16,1-1 0 15,-1 0 0-15,-1-1 0 16,2 1 0-16,-2 0 0 0,-1-1 0 16,-1-1 1-16,-3 2-1 15,-2-2 0-15,-3 2 0 16,0-1 1-16,-1-2-1 16,-3 0 0-16,0-1 1 15,0-1 0-15,-2-3 2 16,1 0-2-16,-4-2 0 0,-1-1-1 15,-1 1 0-15,-3-1 0 16,0 1 0-16,-5-1-3 16,-2 2 1-16,-3 1 4 15,-3 0-1-15,0-2-5 16,-3 3 4-16,-1 0-3 0,-2 1 2 16,-1-2 0-1,-1 5 0-15,-1-2-1 0,-3 2-4 16,-1 1 4-16,-1 1 1 15,-1 1-2-15,-2 0 2 16,-2 1-3-16,1 0 1 16,-3 2 5-16,0 1 0 0,-1-1-2 15,-2 0 0-15,2 1-1 16,-2 1 2-16,1-2-1 16,-2 2 1-16,1 0-4 15,1 1 5-15,-1-2-2 0,0 3 1 16,1-2-1-16,-2 2 1 15,1-2 0-15,0 3-1 16,1-3 0-16,-2 2 0 16,0 0 1-16,3-2-1 15,-2 3-1-15,-1 0 2 0,1-1-1 16,0 3 0-16,0 0 0 16,-4 0-1-16,3 0 2 15,0 0-2-15,-3 0 1 16,3 0 0-16,-3 0 0 15,0 0 0-15,0 0 0 0,0 0-1 16,1 0 1-16,-1 0 0 16,0 0 0-16,-1 0 0 15,1 2-1-15,-2-1 0 16,1 1-5-16,1-1 0 16,-2 0 3-16,1 0 0 15,-2 1 2-15,0-2 1 16,2 2 0-16,-1-1 0 0,-2 1 0 15,-1 0-1-15,1 1-1 16,-1 0-2-16,-2 0-4 16,0 1 4-16,1-2 3 15,0 1 1-15,-3 0 0 0,3-1 1 16,0-1-1-16,2 1 0 16,-3-1 1-16,3-1 0 15,0 0-1-15,0 0 2 16,0 0-2-16,0 0 1 15,1 0 0-15,-1 0-1 16,-2 0 0-16,3 0 1 0,-1 0-1 16,-1-1-1-16,3-1 2 15,-2 2-2-15,1-3 1 16,2 3-1-16,-3-1-2 0,1 0 2 16,1 1-8-16,0-1 5 15,0 1-1-15,0 0-4 16,1 0 5-16,0 0 2 15,2 0 3-15,-1-1-1 16,3 0 0-16,0 0 1 16,-1 1 0-16,2-1 0 15,0 1-1-15,1-1 0 0,2-1 1 16,-2 2-1-16,3-1 1 16,-2-1-1-16,1 2 0 15,0-2 0-15,3 2 1 16,-1-1 0-16,2-1 0 0,-2 0-1 15,0 2 1-15,0-1 0 16,0 1 0-16,-1 0-1 16,-1 0 2-16,1 0-1 15,1 0-1-15,0 0 2 16,0 0-2-16,0 0 1 16,1 0 0-16,-1 0-1 0,0 1 1 15,-1 1 0-15,2 1-1 16,-1-1 1-16,2 1-1 15,-2-1 0-15,2 0 0 16,-2-1 0-16,2 1 0 16,-2-1 1-16,0 0-1 0,0 0 0 15,2 1 0-15,-2-1 2 16,1 1 0-16,-1 1-4 16,2-1 4-16,-2 1-2 15,0-1 1-15,0 1-1 16,4-1 1-16,-1-1-2 0,-1 1 2 15,1-2-1-15,1 2 0 16,-2-1-1-16,-2 0 2 16,0 0-1-16,0 1 0 15,-2-1 0-15,3 1 0 16,-3 0 0-16,1 0 1 0,-3 2-2 16,0 0 1-16,-4 1 0 15,-2 3 0-15,-2 2-1 16,-6 3-2-16,-4 3-11 15,-5 3-29-15,-4-2-78 16</inkml:trace>
  <inkml:trace contextRef="#ctx0" brushRef="#br0" timeOffset="59652.65">10057 5045 31 0,'0'0'3'16,"-3"0"-1"-16,1 0-2 0,0 0 1 0,1 0-1 15,-1 0 0-15,0 0 1 0,2 0 1 16,-1 0 3-16,-1 0 13 16,1 0-2-16,1 0-3 15,-1 0 1-15,1 0-3 16,0 0-5-16,0 0-6 16,0 0-2-16,0 0 1 15,0 0 1-15,2 0 3 0,0 0-3 16,1 0 1-16,-1 0-1 15,3 0 1-15,0 0-3 16,3 0 3-16,1-1 1 16,1-2 0-16,1-1 0 15,3 2 0-15,1-2 0 16,0 0-1-16,3-1 0 0,-1 0 0 16,3-1-1-16,1-1 1 15,2 0 0-15,0-1-1 16,4-2 2-16,1 0 1 15,1 0 1-15,1-3-1 0,0 1 0 16,1-1 1-16,-1-2 3 16,-4 1 0-16,1 0 1 15,-4 0 0-15,0 2-4 16,-1 2-1-16,-3 0-2 16,-1 3-1-16,0 1 2 0,-4 2-2 15,1 1 0-15,-7 2 0 16,-3-1-35-16</inkml:trace>
  <inkml:trace contextRef="#ctx0" brushRef="#br0" timeOffset="60606.17">10575 4705 77 0,'0'0'2'0,"0"0"10"0,0-1 0 0,0 1-2 0,0 0-4 16,1 0-6-16,0 0-2 16,4 0 4-16,-2 0-2 15,4 0 1-15,1 2-1 16,0 2 0-16,3-1 1 16,1 1-1-16,-1 2 0 0,1-1 0 15,0 2 0-15,-2 0 1 16,0-1-1-16,-2 3 2 15,-2-2-2-15,0 3 0 16,-5 0 1-16,1 3 1 16,-2 4 3-16,-2 1 0 15,-5 5-2-15,-3 2-2 0,-2-2-3 16,1 0-49-16</inkml:trace>
  <inkml:trace contextRef="#ctx0" brushRef="#br0" timeOffset="61680.11">11070 4635 50 0,'0'0'13'0,"0"0"-2"0,0 0 1 16,0 0-4-16,0 0-3 16,0 0 3-16,0 0-3 15,0 0 3-15,0 0 1 0,0 0 2 16,0 0-4-16,-9-4-8 15,9 5 2-15,0 3 0 16,0 2-1-16,0 1 0 16,0-1 0-16,1 3 1 15,3-3-1-15,1 2 0 0,0-1 1 16,2 1-1-16,0-1 0 16,1-1 1-16,1 0-1 15,-2-2-1-15,1-2 1 16,2 0 1-16,0-2-2 0,0 0 2 15,0 0 0 1,0-2 1-16,0-3 1 16,0-1-1-16,-2-1 0 0,1-1 0 15,-4-1 1-15,3 1 2 16,-2-2-3-16,-2 0 0 16,1 1-1-16,0 0-1 0,-2 3 1 15,-1 1-1-15,-1 1 1 16,0 1-1-16,-1 3 2 15,2 0 1-15,-1 0-6 16,1 0-1-16,0 3 3 0,3 3 2 16,0 1 0-1,2-1 0-15,-1 0-1 0,1-1 1 16,3 0-1-16,-2-2 1 16,1 1 1-16,1-3-2 15,2-1 0-15,-1 0 1 16,2 0-1-16,-2-2 1 0,4-4 0 15,-3-2-1-15,1 1 1 16,-2-3 2-16,-2-1 10 16,-1-1 2-16,-4 2 0 15,1-3-2-15,-5 1 4 16,0 1-2-16,0-1-6 16,-3 1-3-16,-3 1-5 0,-1 3-2 15,0 1-1-15,1 4 1 16,-2 2-9-16,0 0-22 15,-1 6-15-15,2 1-21 16,0-2-50-16</inkml:trace>
  <inkml:trace contextRef="#ctx0" brushRef="#br0" timeOffset="62197.94">11555 4583 113 0,'0'0'8'0,"0"0"-8"0,0 0-1 15,0 0 1-15,0 0 1 16,0 0-1-16,0 0 3 0,0 0 7 16,0 0-2-16,29-16-1 15,-23 7-1-15,0 1 0 16,-2 0 1-16,0-1 5 16,-1 1-4-16,-2-2-4 0,-1 3 4 15,0-1 2-15,0 2-1 16,0 1 3-16,-2 1-3 15,-3 1-4-15,0 0-1 16,0 3-4-16,-2 0 0 16,1 0-2-16,1 3 3 15,-3 5-5-15,0 1 3 16,2 2 6-16,-1 1-4 16,1-1-1-16,3 1 1 0,2-1-1 15,1-1 0-15,0-3 1 16,1 0-3-16,6-1-2 15,2-1 6-15,2-1-5 16,3-2 2-16,0 0-2 0,0-2-37 16,0 0-40-16</inkml:trace>
  <inkml:trace contextRef="#ctx0" brushRef="#br0" timeOffset="62700.38">11728 4515 47 0,'0'0'3'0,"0"0"-2"0,0 0 0 15,0 0-1-15,0 0 1 16,0 0 12-16,0 0 7 15,0 0-3-15,34-3-7 0,-24-4-4 16,0 0-2-16,-2-2 1 16,2 0 3-16,-3-1 6 15,0-1-1-15,0 1 0 16,-6 2-4-16,1 1-5 0,-2 0-1 16,0 1-2-16,-1 3-3 15,-5 1-2 1,-1 2 5-16,-1 0-6 0,-1 0 2 15,0 0-2-15,-1 6 5 16,2 3 3-16,-1 0-4 16,2 2 2-16,-1 2 0 0,4-2 0 15,1 1-1-15,3-2 0 16,0-2 2-16,0 0 0 16,2-1-3-16,4-2 2 15,3-3 5-15,1-1-3 16,3-1 5-16,2 0-4 15,0 0 0-15,2-2-2 0,-1-4-1 16,0-1-4-16,-3-1-28 16,-1 0-27-16</inkml:trace>
  <inkml:trace contextRef="#ctx0" brushRef="#br0" timeOffset="62982.38">11904 4327 192 0,'0'0'6'0,"0"0"-1"0,0 0 1 16,0 0-5-16,0 0-5 16,0 0 1-16,0 0 2 15,0 0 2-15,0 0 0 0,13 38 1 16,-6-26 1-16,0 0-3 15,0 0 1-15,0-1-1 16,-3 0 1-16,3-2 0 16,-1 0 1-16,0-1 0 15,1 0-1-15,-2-3-2 0,0-2-27 16,-1-3-40-16</inkml:trace>
  <inkml:trace contextRef="#ctx0" brushRef="#br0" timeOffset="63389.57">12029 4276 206 0,'0'0'-3'0,"0"0"9"15,0 0-4-15,0 0-4 0,0 0 2 16,0 0-9-16,0 0-16 15,0 0 24-15,-11 21 1 16,8-8 2-16,-2-1-1 16,3 1-1-16,-1-2-1 15,-2-1 1-15,3-3 1 0,1 0-1 16,-1-3 0-16,2 1 0 16,0-1 0-16,0-1 1 15,0-1-2-15,0 0 3 16,4-1-4-16,2 1 3 15,0-2 6-15,2 0 7 0,2 0 1 16,1 0-2-16,0 0-4 16,1 0-1-16,2 0-3 15,-1 0-4-15,1 0 0 16,1 0 0-16,-1 0 0 16,0 2-3-16,1-1-17 15,-3 0-58-15,0-1-74 0</inkml:trace>
  <inkml:trace contextRef="#ctx0" brushRef="#br0" timeOffset="63831.14">12412 4237 85 0,'0'0'10'0,"0"0"5"0,0 0-4 0,-26-3-4 0,17 3-1 16,-1 0-2-16,2 0 0 15,-3 2-2-15,0 3-1 16,1 1-1-16,-2 3-1 15,1-1-1-15,0 3 2 16,1 0 2-16,2 0 0 0,2-1-1 16,2-2 1-16,2-1 1 15,2-1 0-15,0-1-1 16,0 0 2-16,4-1 0 16,2-3 13-16,3 1 3 15,2-2 3-15,1 0-6 16,0 0-9-16,1 0-5 15,1-4 0-15,1-2-3 0,-4 1-12 16,2-2-7-16,-3-1-21 16,-2-4 4-16,-2 0-21 15</inkml:trace>
  <inkml:trace contextRef="#ctx0" brushRef="#br0" timeOffset="64178.1">12285 4019 113 0,'0'0'10'0,"0"0"-9"0,0 0-3 0,0 0 3 0,-2 32 0 16,4-18 0-16,2-1 0 16,2 2 3-16,3 1 1 15,-2-1-1-15,3 1 5 16,-1-1 1-16,1 0-2 0,1-2 0 16,-2 2-3-16,1-2-2 15,0 0 0-15,1-1 1 16,-2-1 0-16,2-1 1 15,1-3-25-15,0-4-38 0,2-3-33 16</inkml:trace>
  <inkml:trace contextRef="#ctx0" brushRef="#br0" timeOffset="64683.81">12635 4125 122 0,'0'0'7'0,"0"0"34"15,0 0-13-15,3-28-15 16,-6 25-8-16,-5 1 0 16,-2 2-4-16,-2 0-4 0,-1 0 3 15,-2 1-5 1,1 6 8-16,-1 1-1 0,2 4-4 16,2 0 8-16,1 1-7 15,3 0 2-15,3 1-1 16,2-3 1-16,2-1 1 15,0 0-3-15,2-2-1 0,2-3 3 16,4 0 1-16,1-2-2 16,2-3 6-16,-1 0-1 15,0 0-3-15,1-3 0 16,-2-4 1-16,1-1-2 16,-2 0 3-16,-2-2-1 15,2-1 0-15,-5-1-1 0,2 2-1 16,-3-1 0-16,-2 2-1 15,0 1 0-15,0 1 3 16,0 2 1-16,0 2 7 16,0 1 2-16,0 0-4 0,0 2-7 15,0 0-1-15,0 0-10 16,0 1 2-16,0 4 10 16,0 0-3-16,4 1 2 15,2 1-2-15,2-1 0 16,1-1 0-16,1 0-6 0,2-2-10 15,1-1-6-15,-1-2-45 16,3 0-29-16</inkml:trace>
  <inkml:trace contextRef="#ctx0" brushRef="#br0" timeOffset="65752.95">12769 4029 157 0,'0'0'4'0,"0"0"2"0,0 0-10 0,0 0 3 0,0 0-1 15,0 0 1-15,-11 30 0 16,11-20 2-16,0-1-1 16,3-1 0-16,2-1-1 15,1-1 0-15,3-3-3 16,-2-3 1-16,2 0 12 15,-1 0 6-15,1-2-3 0,0-4-2 16,-1-1-3-16,1-2 4 16,-4-1-6-16,0-1-1 15,0 0-2-15,-2 0 0 0,-1 1-2 16,0 1 0-16,-2 3 1 16,0 2 5-16,0 1 7 15,0 3-6-15,0 0-5 16,0 0-7-16,1 3-12 15,1 4 15-15,0 4 5 16,3 1-1-16,0 3-2 0,3 1 0 16,-1 2 0-16,0 1 1 15,3 0-1-15,0 0 0 16,-1-1 1-16,1 0-1 16,0-1 0-16,-1-1 1 15,-1-1-1-15,-2-1 1 0,-1 0 0 16,-2-4-1-16,-3 0-5 15,0-1-4-15,-3-2 2 16,-4-3 4-16,-2-1 6 16,1-3-3-16,0 0 6 15,-1 0-2-15,1-5 0 0,0-3 1 16,1-2-3-16,0-3-1 16,-1-1 1-16,3-1 0 15,-1-3-1-15,2 0 1 16,0-2-3-16,2 1-1 15,2 0 5-15,0 1-2 16,0 2 0-16,2-1 0 0,3 1-1 16,1 1 1-16,1-1-2 15,2 1 1-15,1-2 0 16,0 2 0-16,0-3 0 16,0 1 0-16,-1-1 0 15,1 1 0-15,-5 0 0 0,2 2 0 16,-4 1 1-16,-3 2 0 15,1 3 0-15,-1 1 1 16,0 1 1-16,0 2-2 16,-1 0-1-16,-1 2-1 15,-4 2 1-15,0 1-5 0,-1 0-4 16,-2 0 5-16,-1 6-1 16,0 2 6-16,1 0-1 15,3 2 0-15,-1 0 0 16,5 0-1-16,0 0 0 15,2 0 0-15,0-2-4 16,4 0-1-16,1-2 3 0,5-2 0 16,-1 1 1-16,2-3 3 15,2 0 3-15,1-1 0 16,0 1 2-16,-1 0-1 16,0 0-3-16,-1 2-1 15,-2 1 0-15,0 1-1 0,-2 0 0 16,-2 1 0-16,-2 1-1 15,-2 0 0-15,-1 0 1 16,-1 0 0-16,0 1-1 16,-3-3 1-16,-4 3 3 0,-3-1-2 15,-1-1 0-15,0 2 5 16,-2 0-5-16,2-1 1 16,-4-2-31-16,3-4-87 15</inkml:trace>
  <inkml:trace contextRef="#ctx0" brushRef="#br0" timeOffset="67403.48">11242 4901 70 0,'0'-3'15'0,"0"2"6"0,0-1-6 0,0 0-1 0,-1 1-3 16,-1 1-4-16,1 0-3 16,1-1 4-16,-1 1-1 0,1 0-1 15,0 0-1 1,0 0-5-16,0 0-7 0,0 0 2 16,4-1 6-16,0-1-1 15,3-1-1-15,3 1 2 16,1-3-1-16,0-1 1 15,3-2 0-15,4-1 0 0,1 1 2 16,2-5-1-16,4 2 3 16,5-1-1-16,1-2-2 15,6 0-1-15,-2 2 0 16,3-1-1-16,3-1 0 16,1 1 2-16,1 0-2 0,4 0 0 15,1 0 0-15,3-2 1 16,4 1-1-16,2-3 0 15,0 0 0-15,1-1 0 16,1-2 0-16,2 0 0 16,-1-1 0-16,-1 1 2 0,1-2-4 15,-1 1 2-15,0 0 2 16,-3 1-2-16,-1 0 0 16,-2 0 0-16,1 0 1 15,-2 0 2-15,0 0 1 16,-2-1 1-16,2 1-3 0,-3-1-1 15,0-1 0-15,-3 1 0 16,-1-1-1-16,-2-1 0 16,-2 1 0-16,-1-3 0 15,-4 1 0-15,-3-1 1 16,-1-1-1-16,-4-2 0 16,-2 2 0-16,0-1 0 0,-2 2 0 15,-3 1 0-15,-4 2 1 16,-5 2 0-16,-3 1 3 15,-5 2 10-15,-2 0-1 16,-2 0-7-16,0 0 2 16,-7 0-3-16,-1 1-2 0,-4-1 2 15,-3-2-1-15,-1 2-2 16,-1 2 1-16,-4-1-1 16,0 2-5-16,-1 1 2 15,0 2-1-15,-3 2 3 16,-2 3 1-16,-1 0-4 0,-1 2 0 15,-3 2 2-15,-1 2 1 16,-2 0 1-16,1 0-2 16,-3 2 1-16,-1 4-1 15,-1 1 1-15,-3 1-3 16,0 0 2-16,0-1 1 0,1 3-2 16,-1 0 2-16,-3 0-2 15,1 3-1-15,0 0 3 16,1 0 0-16,-3 2-1 15,3 0 0-15,-1 0 0 16,1-2 1-16,-1 3-1 0,1-2 0 16,-1 3 0-16,-2 0 0 15,1 0-1-15,-3 1 1 16,-1 2 0-16,0 0-4 16,-1 0 2-16,-2 1 2 15,-1-1-1-15,1 1 1 0,1-1 0 16,1 0 1-16,-1-1-3 15,2 0 3-15,2-1-2 16,-2 1 0-16,2 2 1 16,-3 2 1-16,1 2 0 15,-1 1 1-15,1-1 0 16,1 3-1-16,3-2-2 0,1-2 0 16,5 2 1-16,1-1-1 15,1 0 1-15,2 1 0 16,-2 2 1-16,3 3-1 15,4 1 0-15,1-1-1 0,6-1 1 16,4 0 0-16,6 0 0 16,6-1-1-16,7-1 1 15,0 0 0-15,16 0-2 16,7-3 2-16,11-3-9 16,13-7-9-16,9-7 14 0,13-8 3 15,9-2-21-15,10-13-35 16,6-8-46-16</inkml:trace>
  <inkml:trace contextRef="#ctx0" brushRef="#br0" timeOffset="68292.8">13577 3804 87 0,'0'0'16'0,"0"0"-9"0,0 0 0 0,0 0-1 16,0 0 0-16,0 0 4 15,0 0 5-15,0 0-1 0,2 0 1 16,2 0 0-16,0 0-4 16,2-3-2-16,1-1-3 15,3 0-1-15,2-2 0 16,4-1-3-16,-2 0 1 16,3-1-1-16,4 0-1 15,-1 1 0-15,0 1-1 0,2-1 0 16,-2 2 0-16,-2-1-8 15,-5-1-62-15</inkml:trace>
  <inkml:trace contextRef="#ctx0" brushRef="#br0" timeOffset="69406.28">13978 3564 72 0,'0'0'14'0,"0"0"4"0,0 0-9 15,0 0-5-15,0 0-2 16,0 0-4-16,0 0-1 15,0 0 4-15,0 0 4 0,0 0 9 16,0 0-8-16,0 0 0 16,6-2-3-16,0-1 0 15,2-1 2-15,1 1 0 16,1 0 0-16,-2-1-1 0,2 1-2 16,0 0-1-16,0 0 0 15,1-1-1-15,-1 2 0 16,-1-1 1-16,0 0-2 15,0 0 1-15,2-1-1 0,-1-1 2 16,0 1-1-16,1 0 1 16,-1 0 0-16,-1 1 9 15,-2 0-7-15,-1 1-2 16,0 1-1-16,-3-1 0 16,-1 2 0-16,3 0 0 15,-4 0 0-15,1 0 0 16,-1 0-1-16,1 0 1 0,-1 0 0 15,0 0 0-15,1 0 0 16,-2 0 1-16,0 0-1 16,0 0-2-16,0 0 0 15,0 0 0-15,0 0 2 0,0 0 4 16,0 0-4-16,0 4 0 16,0 0 2-16,0 0-1 15,0 2 0-15,0-1-1 16,0 2-1-16,0 1 1 15,0-1-1-15,0 1 2 16,0-1-1-16,0 3 1 0,0-2-1 16,0 1 0-16,0 0 0 15,0 0 2-15,0 0-2 16,0-2 1-16,0 0 1 16,1-1-2-16,1 2 1 0,-1 0 0 15,0-2-1 1,-1 0-26-16,0-3-28 0</inkml:trace>
  <inkml:trace contextRef="#ctx0" brushRef="#br0" timeOffset="69609.47">14331 3572 94 0,'0'0'131'0,"0"0"-128"0,0 0 0 0,0 0-21 16,0 0-60-16,0 0 0 0</inkml:trace>
  <inkml:trace contextRef="#ctx0" brushRef="#br0" timeOffset="81601.17">13844 3556 61 0,'-2'-4'5'0,"1"1"10"0,-2 1-10 0,2-1 0 15,-1-1 1-15,1 1-2 16,-1-2 3-16,1 2 4 16,-2 0-2-16,2 0 2 15,0 1-1-15,1 1 0 16,0 0 5-16,-1 1 7 0,1 0-16 15,0 0-9-15,0 0 2 16,0 3-10-16,0 4 12 16,1 2-1-16,2 2 0 15,2 4 0-15,-1 1 1 16,2 2-1-16,-2 2 1 16,3 1-1-16,0 0 0 0,0 1 0 15,0 0 1-15,0-1-1 16,-2-2 1-16,1-3-1 15,-2-1 0-15,1-3 1 16,-1-2 1-16,-1-1-2 16,3-3 0-16,-2-1-2 0,2-1-5 15,-1-2-49-15,2-2-37 16</inkml:trace>
  <inkml:trace contextRef="#ctx0" brushRef="#br0" timeOffset="82020.14">14114 3460 84 0,'0'0'6'0,"0"0"-7"0,0 0 0 16,0 0 2-16,0 0 1 16,0 0 1-16,3 28 0 15,1-20 2-15,0 2 1 16,3 1 3-16,-3 2-2 15,4 1 2-15,-1 0-2 0,0 0 0 16,0 1-4-16,0-1 0 16,0 1-2-16,0-1 0 15,1-3 2-15,-2 2-1 16,1-1-1-16,-1 0 0 0,-2-1 0 16,2 1 1-16,-6 1-2 15,0-3-18-15,0-2-38 16</inkml:trace>
  <inkml:trace contextRef="#ctx0" brushRef="#br0" timeOffset="82239.28">13983 3704 232 0,'0'0'0'0,"0"0"9"16,0 0-8-16,0 0-1 16,0 0 2-16,31-16-2 15,-13 12 0-15,4 1 0 0,4-2-22 16,0 2-46-16,2-3-10 16</inkml:trace>
  <inkml:trace contextRef="#ctx0" brushRef="#br0" timeOffset="82680.86">14403 3568 130 0,'0'0'-8'16,"0"0"8"-16,-36 14 1 15,20-6-1-15,0 0 0 16,1 1 1-16,0 1 1 16,5-1 1-16,1 1 0 15,3 0-1-15,5-2 1 0,1 1-1 16,0-3-1-16,4-1 3 16,3-1-1-16,3-1-1 15,2-3 2-15,3 0 0 16,-1 0-1-16,-1-5-1 15,2-3 1-15,-2-2-3 0,-2 0 0 16,-1 0 0-16,-1 0 0 16,-2 2 0-16,-4 0 2 15,0 2 14-15,-1 2 17 16,-2 1-6-16,2 2-6 0,-2 1-11 16,0 0-10-16,2 0-3 15,-1 0 0-15,2 4 2 16,3 1-1-16,-2 3-5 15,3 0-10-15,2-3-22 16,1-1-33-16</inkml:trace>
  <inkml:trace contextRef="#ctx0" brushRef="#br0" timeOffset="83136.98">14637 3527 228 0,'0'0'0'0,"0"0"-2"0,0 0 2 0,0 0-1 15,0 0-2-15,0 0-2 16,0 0 4-16,0 0 1 0,23 31 0 16,-21-20 0-16,0 0 0 15,-1-1 0-15,1-2 1 16,0 0-2-16,-1-1-1 15,-1-3-3-15,1-1-4 16,-1-2 4-16,0-1 1 0,0 0 11 16,0 0 9-16,0-3-14 15,0-3-2-15,0-1-2 16,0-3 1-16,0-2 0 16,3 1 0-16,2 1 0 15,0-1 0-15,2 2-2 16,1 1 5-16,0 1-1 0,0 0 1 15,1 1 5-15,0 3 2 16,1 1-5-16,0 2-1 16,0 0-3-16,1 0-2 15,-3 5 1-15,1 2-4 16,-2 2-8-16,-1-2 0 0,0 1-2 16,-2-2-9-16,2-1-16 15,-1-2-25-15</inkml:trace>
  <inkml:trace contextRef="#ctx0" brushRef="#br0" timeOffset="83685">14986 3456 172 0,'0'0'8'0,"0"0"1"0,0 0 3 0,0 0-13 0,0 0-3 16,-35-11-2-16,22 19 3 15,-1 2 1-15,0 0 2 16,2 3 1-16,1-2-1 16,4-1 1-16,3 0 1 15,3-1-3-15,1-3 2 0,0 0-3 16,4-2 0-16,3-1 1 16,3-3 0-16,2 0 0 15,-1 0-2-15,2-5 4 16,0-5 1-16,0-1-1 15,-2-2-1-15,-3-2 0 0,-2-3 1 16,0 0-1-16,-5-4 0 16,-1 1-2-16,0-2-10 15,0-1-6-15,-3 3 10 16,-4-1 5-16,0 1 3 16,1 3 1-16,-2 1 8 0,1 4 2 15,2 2 3-15,0 1-3 16,1 3 0-16,3 2-7 15,-2 3 4-15,1 2-2 16,1 0-5-16,1 4-4 16,0 7 3-16,0 1-1 15,0 4 2-15,0 1-2 0,0 1 1 16,1 0 0-16,4 2 0 16,0 0 0-16,1-2 0 15,3-1 1-15,1-1-1 16,-1-1 2-16,2-2-2 0,-1 0 0 15,2-3-13-15,-1-5-40 16,2-3-41-16</inkml:trace>
  <inkml:trace contextRef="#ctx0" brushRef="#br0" timeOffset="84189.85">15217 3316 198 0,'0'0'-7'0,"0"0"8"0,0 0 2 0,0 0 0 0,0 0-5 0,0 0-2 15,0 0 2-15,0 0 0 16,-28-10 4-16,19 13-3 16,1 2 1-16,-1 0 0 15,1 2 1-15,1 0-1 0,0 1 1 16,1 0-1-16,4 2 0 15,0-2 0-15,2 0 0 16,0-1-2-16,0 0 0 16,3-1 2-16,1-3 0 15,3 1-1-15,1-1 2 16,-2-2 0-16,2 1 1 0,1-2 1 16,0 0 2-16,-2 1-2 15,0 0-1-15,-1 0 0 16,0 0-1-16,0 1-1 15,-4-1 2-15,1 2-2 16,0-1 0-16,-3 1 0 0,0 1-2 16,0-2 2-16,0 1 0 15,0 0 2-15,-5 0-1 16,-2-1 2-16,-1 0-1 16,-2-1 2-16,-2 2-3 15,2-1 3-15,-3-1-2 0,3 1-1 16,0-2-1-16,3 2 1 15,0-2-1-15,4 2-6 16,1-2-32-16,2 0-32 16</inkml:trace>
  <inkml:trace contextRef="#ctx0" brushRef="#br0" timeOffset="84673.73">15534 3279 107 0,'0'0'5'0,"0"0"21"0,0 0-7 0,0 0-16 0,0 0-2 16,-27-8-3-16,17 8 8 15,1 5-5-15,-2 2 0 16,1 1 0-16,1 1 2 16,1 1-2-16,2 1 1 0,3-2-1 15,1 1 1-15,2-2 1 16,0-1-3-16,5-2 2 16,4-1 0-16,1-4-1 15,2 0 5-15,1 0-2 16,0-1 0-16,1-5-1 15,-1-2-2-15,-1 0 4 0,-2-2 0 16,-1 2 3-16,-1-2 7 16,-4-1 1-16,-3 1-4 15,-1 0-2-15,0 1-2 16,-1 1-6-16,-8 1-3 16,-2 2 1-16,-2 3-2 0,-1 1 0 15,-3 1 2-15,2 0-2 16,0 7-7-16,1 1-17 15,2 0-23-15,5-2-32 16</inkml:trace>
  <inkml:trace contextRef="#ctx0" brushRef="#br0" timeOffset="85164.24">15617 3235 201 0,'0'0'-9'0,"0"0"10"0,0 0 2 0,0 0-1 15,0 0-2-15,0 0-3 16,0 0-4-16,0 0 6 0,0 0-1 16,0 0 2-16,12 13 0 15,-10-6 0-15,1 0 0 16,1 1 0-16,-1 0 0 15,-2-2 0-15,1 0 0 16,-1 0 1-16,2-1-1 0,-3 0 0 16,1-2-1-16,-1-2 1 15,0 0-2-15,0-1-2 16,0 0 10-16,0 0 11 16,0-2-14-16,0-2 0 0,0-2-2 15,2-1-2-15,3-1 1 16,1 0-2-16,1 0 4 15,2-2-1-15,-1 2-1 16,1 1 0-16,-1-1 1 16,2 3 0-16,1 0 4 15,-1 2-2-15,-1 3 1 16,1 0-3-16,0 0-1 0,-1 3 1 16,-3 5-2-16,1 4 1 15,-4 0-2-15,-2 4 1 16,-1 2-8-16,-4 2-18 15,-9 0-29-15</inkml:trace>
  <inkml:trace contextRef="#ctx0" brushRef="#br0" timeOffset="86737.74">13874 3988 33 0,'0'0'14'0,"0"0"-7"0,0 0 8 0,0 0-1 15,0 0 2-15,0 0-9 16,32 2-2-16,-21-4-2 0,3-1-2 16,3 0-1-16,3-1 1 15,1-1 0-15,4-1-1 16,2-1 0-16,4-1 2 15,0-2 2-15,5 0 1 16,3 0 3-16,3-3-2 16,4 1-1-16,0-1-2 0,4 0 2 15,2-1 0-15,2 0-3 16,4-1 1-16,1 2-1 16,0-4 1-16,4 3-3 15,1-1 1-15,-4 0-1 16,0 0 1-16,0-2-2 0,0 3 2 15,0-1-1-15,0 0 0 16,1 0 1-16,2-2 0 16,-1 1 7-16,0-1 0 15,-1 2 0-15,-3-1-5 16,-1 1 0-16,-2 0-1 0,-2 0 0 16,-3 1-2-16,0-2 1 15,-3 0-1-15,-2-1 1 16,-3 0-1-16,-2-1 1 15,-2-1-1-15,-2 0 0 16,-3 0-1-16,-4 0 1 0,-2 0 0 16,-3-1 0-16,-4-1 0 15,-2 1 0-15,-2-2 1 16,-4 0-1-16,-1-2 1 16,-3 1-1-16,-3-2 7 15,-2 2 8-15,-3 0-6 0,0 2-2 16,-4 1-8-16,-3 1 5 15,-5 0-3-15,0 2 0 16,-1 1 0-16,0 2-2 16,1-1 3-16,-4 2 0 15,3 1 3-15,-3 0-4 0,0 0-1 16,-4 2 2-16,-2-1-2 16,-3 2-1-16,-2 1 3 15,-3 2-1-15,-2 0-3 16,-1 3 3-16,-2 0 0 15,0 1-1-15,-4 2 0 0,-2 0-5 16,0 0 8-16,-3 0-2 16,1 2-2-16,-2 2 1 15,-1 0 1-15,-2 0 0 16,0-1-1-16,0 2-1 16,-2-2 2-16,0 0 0 15,1 1-2-15,0-1 2 0,0 2-1 16,-1-2-1-16,0 2 2 15,-2 0-1-15,0 0 0 16,-2 2 0-16,-1-1 1 16,0 2-1-16,-2-1 0 15,0 3 0-15,3-2 0 0,-1 4-1 16,5-2 1-16,-2 1 1 16,4-1-1-16,0 3 0 15,-1 0 0-15,1 2 0 16,-3 0 0-16,0 5-1 15,-1 0 2-15,1 3-1 0,1 2 0 16,5 0 0-16,1 0 0 16,2 1 0-16,4 2 0 15,-1 0-1-15,2 4 2 16,-1 2-2-16,0 3 1 0,0 2 0 16,2-1 0-16,2 3 0 15,-1 1 0-15,6-3 0 16,2 2 0-16,6-1 1 15,4 0-2-15,8-2 1 16,7 0-1-16,2-5 0 16,17 0-2-16,7-6-4 0,14-3-3 15,9-4-6-15,12-2-4 16,8-8-21-16,9-5-28 16</inkml:trace>
  <inkml:trace contextRef="#ctx0" brushRef="#br0" timeOffset="87871.02">16407 3086 1 0,'3'2'20'0,"-1"2"-8"0,0-1-7 15,1 0-4-15,-1 0 0 16,-1-1 0-16,1 0-1 15,0 1 1-15,-2-3 1 0,0 0 3 16,0 1 5-16,0 0 1 16,0 0 5-16,0-1 2 15,0 0-3-15,3 0-6 16,2 0 3-16,-1-2-8 16,4-1-2-16,2-2 0 0,0-1 0 15,2-1 0-15,1-1 8 16,4-2 5-16,-2 0 1 15,2-4-3-15,3 1 0 16,-2-3 2-16,2 1-1 16,0-2-7-16,1 1-1 0,0-1-3 15,1 1-2-15,0 1-1 16,0 0-3-16,1 2-24 16,-4-2-50-16</inkml:trace>
  <inkml:trace contextRef="#ctx0" brushRef="#br0" timeOffset="91227.49">10094 4979 37 0,'0'0'19'0,"0"0"-14"0,0 0-4 0,0 0-9 16,0 0 10-16,0 0-1 0,0 0 0 16,0 0-1-16,-33 17 0 15,28-14 1-15,-2-1-2 16,2 2-13-16</inkml:trace>
  <inkml:trace contextRef="#ctx0" brushRef="#br0" timeOffset="91676.69">9975 5040 45 0,'0'0'4'16,"0"0"9"-16,0 0 6 16,-33 11-5-16,26-8-2 0,-1 0-4 15,4-1-2-15,-2-1-3 16,3 1-1-16,0-1 2 16,2-1 0-16,-1 2-3 15,2-2 0-15,0 0-1 16,0 0-2-16,0 0 1 15,0 2 2-15,2-1-1 0,2-1 1 16,2 0 2-16,1 0 0 16,4 0 5-16,3 0-2 15,1-1 2-15,5-4 0 16,0 0-4-16,4-1-3 16,2 0 2-16,1 1 0 0,1-2-2 15,2 1 1-15,1-1-1 16,-1 1 0-16,2-1-1 15,-1-1 0-15,2 1 1 16,2-2 0-16,0 0 1 0,-1-1-1 16,-1 0 2-16,0-1-2 15,-2 2 1-15,-3-3-2 16,-2 1 1-16,-4 1-1 16,-2 0 1-16,-2-1 0 15,-4 1-1-15,-2 3 0 16,-1 1 0-16,-2-1 0 0,-1 2-2 15,-3 2-7-15,-4-5-67 16</inkml:trace>
  <inkml:trace contextRef="#ctx0" brushRef="#br0" timeOffset="92454.95">10463 4713 45 0,'0'0'9'0,"0"0"-2"0,0 0-6 15,0 0 0-15,0 0-1 16,0 0 0-16,0 0 0 16,0 0 0-16,28-14 0 0,-26 12 0 15,2 0 3-15,-1 0 9 16,-2 2 1-16,-1-1-4 15,2 1-6-15,-2 0 1 16,1 0-3-16,0 0 1 16,2 0-2-16,-1 0 2 15,-1 3-2-15,2 0 1 0,-2 1 0 16,1 0 0-16,1 0 0 16,-2 2 0-16,1-2 1 15,0 1-2-15,3 1 1 16,-1-1-1-16,2 0 0 15,-1-1 2-15,4-1 0 0,1 2 0 16,1-2 1-16,0 0 0 16,3 1-2-16,-2 1 0 15,0-1 0-15,-2 0-1 16,-2 3 0-16,-2-1 0 16,-2 2 0-16,-4 2 2 0,0 2 3 15,-1 5 1-15,-10 5 6 16,-4 5 1-16,-5 8-7 15,-2 7 0-15,-2 8-5 16,-4 7 1-16,4 3-8 16,1-1-60-16</inkml:trace>
  <inkml:trace contextRef="#ctx0" brushRef="#br0" timeOffset="93286.68">10435 4725 111 0,'0'0'-3'0,"0"0"6"0,0 0 7 0,0 0-1 15,0 0-4-15,0 0-3 16,0 0 2-16,0 0-1 16,0 0 0-16,-16-27-3 15,19 25 2-15,1 1-2 0,-1 1 0 16,3 0-1-16,-2 0 0 16,5 5 0-16,-2 0 1 15,2 0 0-15,3 3 0 16,2-1 0-16,1 1 1 15,4-2-1-15,0 1 0 16,2-2 0-16,2-1 0 0,2-1 1 16,0 0-2-16,-3-1 2 15,2-1 0-15,-7 3-1 16,-1 2 0-16,-4 1 0 16,-5 4 0-16,-6 6-2 15,-1 8 0-15,-10 8 3 0,-9 11-1 16,-7 8-14-16,-4 6-23 15</inkml:trace>
  <inkml:trace contextRef="#ctx0" brushRef="#br0" timeOffset="99632.94">6736 6330 41 0,'0'0'21'0,"0"-1"-2"0,0-2-6 0,0 0-1 16,0 2-1-16,0-1 7 15,0 1-8-15,0 1-3 16,0-1 2-16,0 1-4 0,0-1-1 16,0 1-3-16,0 0-2 15,2 0-1-15,2 0 2 16,0 0 0-16,2 2 0 16,0-1 0-16,2 1 2 15,1-2-5-15,0 1 2 16,1 0 3-16,1 0-2 0,-1-1 2 15,3 0-1-15,3 0 0 16,-1 0-1-16,3 0 1 16,2 0-1-16,2 0 0 15,1 0 1-15,3 0-2 16,1 0 2-16,3 0-1 0,-2 0 0 16,1 0 0-16,-1 0 0 15,1 0 0-15,1 0 1 16,2 0-1-16,0-2 0 15,3-1-1-15,2 0-2 16,3-2 5-16,-2 3-2 16,1-1 0-16,2 3 0 0,-3-1 0 15,2 1 1-15,-1 0-2 16,-1 0 2-16,0 0-1 16,1 0-2-16,3-1 3 15,0 1-1-15,-1-3 1 0,4 3-1 16,-2-2 0-16,1 1 0 15,-1 1 1-15,-1 0-1 16,-3-1 0-16,1 1 0 16,-1 0 0-16,-3 0 0 15,1 0 1-15,0 2-1 0,0 1 0 16,0 1 0-16,2-2 0 16,1 1 0-16,-2-3 0 15,3 2 0-15,-1-1 0 16,-1-1 0-16,1 0 1 15,0 0-1-15,0 0 0 0,2 0 0 16,-2 0 0-16,2 0 0 16,0 0 0-16,0-3 0 15,3 1 0-15,0-1 0 16,-1 1 0-16,3-1 0 16,-1 0-1-16,2-1 1 0,-4 1 1 15,4 0 0-15,-3 0 0 16,2-1 0-16,1 2-1 15,2-1 2-15,1 0-1 16,0-2-1-16,3 2 0 16,-1-2 0-16,1 1 1 15,-1 0-1-15,-1 0 0 0,0 2 1 16,0-1-1-16,2 0 0 16,0 1 0-16,1 1 0 15,0-3 0-15,1 0 1 16,-1 0-1-16,0-1 0 0,-2 0 0 15,3-1 0-15,-2 1 1 16,0-2-1-16,2 0 1 16,-1 1-1-16,0 1 2 15,1 0-1-15,-1 0-1 16,0 3 1-16,-2 0 0 0,1 0-1 16,1 0 3-16,-1 1-1 15,4-2-2-15,2 2 0 16,2-1 1-16,4-1-1 15,1 0 1-15,-2-1 0 16,1 1 0-16,1-1-1 0,-2 1 0 16,-1 0 0-16,1 1 0 15,-1 0 1-15,1 1-1 16,-2-1 0-16,-2 1 0 16,1-1 1-16,-1-1-2 15,3 1 2-15,-1-3-1 0,4 2 1 16,-1-2-1-16,2 0 0 15,-4 0 0-15,0 0 0 16,-2 0 0-16,-1-2 1 16,-2 0-1-16,0 0 0 15,-2 0 3-15,-2-3 6 16,1 3 0-16,-3-1-4 0,0 2 2 16,-4-1-3-16,-4 2-2 15,-1 0 1-15,-2 0-2 16,-5 3-1-16,-2-1 1 15,0 0-1-15,-2 0 1 16,-1 1-2-16,-3 0 1 0,0-1 0 16,-3 1 0-16,0 1 1 15,-5-1-2-15,1 1 1 16,-2 0 0-16,-3 1-2 16,-3 0-9-16,-6 0-48 15,-4 0-50-15</inkml:trace>
  <inkml:trace contextRef="#ctx0" brushRef="#br0" timeOffset="102208.47">13928 5838 28 0,'0'0'-4'0,"0"0"5"0,0 0 3 0,0 0-4 0,0 0-1 15,0 0-3-15,0 0 0 16,0 0-2-16,0 0 3 16,0 0 4-16,0 0 0 0,0 0 0 15,0 0 6-15,-2-25 9 16,2 22-1-16,0 0 3 15,0-2-1-15,0 4-1 16,0-2-8-16,0 2-6 16,0-1 2-16,0 0 5 15,0 1 3-15,0-1-1 0,0 0 5 16,0 1-5-16,0-1-3 16,0 0-3-16,0 1 2 15,0 1-4-15,0 0-3 16,1 0 0-16,0 0 1 0,2 0-2 15,0 0 1-15,1 0 0 16,-2 2 0-16,3 1 0 16,-2 0 1-16,1 0-1 15,0-1 0-15,0 1 1 16,1 1-1-16,-1 1 0 16,0-1 0-16,1 0 1 0,0-1 0 15,0 2-1-15,-1-2 0 16,0-1 0-16,1 1 0 15,1-2 1-15,-3 1 0 16,1-2 0-16,0 0 1 16,1 0-1-16,0 0 1 15,1 0 1-15,1-2-2 0,0-2 0 16,0 1 0-16,2-3-1 16,-1 0 0-16,3 0 0 15,-1-3 0-15,1 1-1 16,0-2 6-16,1 0-3 0,2-3 4 15,-1 0 3-15,1-2-4 16,2 0 3-16,3-2-1 16,-3 0-8-16,3 0 11 15,-1-1-8-15,-2 0 0 16,1 1-1-16,-1 2 2 0,-1 1 0 16,-3 1 0-1,-1 2 1-15,-2 1 1 0,-1 2-1 16,-4 3-1-16,1 2-2 15,-4 1-1-15,1 2 0 16,-2 0-6-16,0 7-11 0,0 4-14 16,-8 2-18-16,-4 2-47 15</inkml:trace>
  <inkml:trace contextRef="#ctx0" brushRef="#br0" timeOffset="103219.83">13934 5795 69 0,'0'-2'19'0,"-2"-1"4"0,1 0 4 0,1 1-11 15,0-1-4-15,0 1-5 0,0 0-4 16,0 1 0-16,0 1-2 16,0-1 1-16,0 1-2 15,0 0 0-15,0 0-2 16,0 0 1-16,1 0 2 0,1 0-1 16,2 2 0-1,-2 0 0-15,3 2 2 0,-2-1-2 16,-2 2 0-16,2-2 0 15,0 3-2-15,0-2 2 16,-3 1 0-16,2 0 0 16,0-2 2-16,1 1-2 0,0 0 0 15,-2 0 0-15,2-1 0 16,1 0 1-16,-1 1-1 16,1 0 0-16,1-2 0 15,-3 0 1-15,1-1-1 16,2-1 0-16,-1 0 1 15,2 0-1-15,-3 0 1 0,3 0-1 16,-3 0 1-16,1 0-1 16,0 0 0-16,0 0 0 15,2-3-1-15,-1 1 2 16,2-4-2-16,0 2 3 16,1-2 0-16,1-1 0 0,0 1-1 15,1-4 2-15,1 0-1 16,1 0 0-16,0-1 0 15,2-3-1-15,-1 0 0 16,1-3 0-16,3-1 2 16,0-2 4-16,-1-1 3 0,3-1 1 15,-1 0-5-15,2 0 5 16,-1 1-2-16,0 0-5 16,-1 4-1-16,0 1 0 15,-4 2-1-15,1 2 0 16,-2 2-1-16,-5 2-1 0,1 0 1 15,-2 3-1-15,0 1 0 16,-3 2 0-16,1 2 0 16,-3 0-8-16,0 1-17 15,-2 6-34-15,0 0-7 0</inkml:trace>
  <inkml:trace contextRef="#ctx0" brushRef="#br0" timeOffset="115972.55">17423 4541 81 0,'1'-5'2'0,"1"-1"-2"0,0 2 2 0,0-1-1 0,-1 1 3 16,1 0 10-16,-2 1 7 15,0 1-5-15,0-1 2 16,0 0 1-16,0 3-1 0,0-2-11 16,0 2-1-16,0 0-5 15,0 0-1-15,0 0-4 16,-4 2-4-16,0 6 3 15,-1 3 1-15,-2 4 3 16,-1 1 2-16,-1 3 1 0,-1 4 0 16,2-1 0-16,2 4-1 15,0-3-1-15,5-1 2 16,1-1-1-16,0-2 1 16,9-2 0-16,3-3 1 15,1-2 1-15,5-3-4 16,1 0 4-16,0-4 0 0,1 0 2 15,0-4-1-15,-2-1 3 16,1 0-2-16,-1 0 1 16,-1-3-1-16,-3-4 2 15,-3-1-1-15,0-3 4 16,-4-2 5-16,-3-1-1 0,-1-2-7 16,-1-3 2-16,-2 1 0 15,0-3-3-15,-3 1-4 16,-3-2-1-16,-2 3 0 15,-2 0-3-15,-1 3 1 0,-2 1-1 16,-1 4-3-16,-1 4-15 16,-1 4-6-16,-1 3-18 15,-1 0-18-15,0 6-36 16</inkml:trace>
  <inkml:trace contextRef="#ctx0" brushRef="#br0" timeOffset="116247.68">17268 4751 70 0,'0'0'8'0,"0"0"18"0,0 0 3 0,35-1-1 15,-21-1 1-15,-1 0-9 16,2 1-3-16,2 1-9 0,2 0-3 15,-2 0-2-15,2 0-1 16,0 3 0-16,0 2-1 16,-2 0-1-16,0 1 0 15,0 1 0-15,0 0 0 16,-1 1 0-16,0 1-3 16,-1-2-28-16,-1-1-66 15</inkml:trace>
  <inkml:trace contextRef="#ctx0" brushRef="#br0" timeOffset="117011.13">17744 4705 117 0,'0'0'4'0,"0"0"-3"16,0 0 1-16,0 0 2 15,0 0 0-15,-1 31-2 16,1-23 0-16,0-1 3 16,0 0 0-16,2 1 0 0,1-2 1 15,3 0-2-15,-2-1 2 16,3-2-1-16,1 0 0 15,-1 0-3-15,2-2 4 16,0-1-1-16,0 0 3 16,1 0-1-16,-2-2 1 0,-2-3 1 15,1 0 1-15,0-2 1 16,-2 0-4-16,-1-2-2 16,-1 2-1-16,-1 1 1 15,0-1-5-15,-2 2 0 16,0 0 2-16,0 2 1 15,0 1 2-15,0 2-1 0,0-1-2 16,0 1-2-16,0 0-3 16,0 0-2-16,0 3 8 15,0 2-2-15,1 1 0 16,1 2 0-16,2-1 0 0,-1 0-2 16,3-1 2-16,-1 1-1 15,2-2 0-15,-2-2-1 16,2 1 0-16,2-3 0 15,0 0 0-15,1-1 1 16,2 0 2-16,-2-1 0 0,3-4-1 16,-2 0-1-16,0-3 1 15,-1 0-1-15,0-2 0 16,-3 3 0-16,1-3-1 16,-2 3 0-16,-2 0-3 15,-1 2 1-15,-2 1 2 16,-1 2 1-16,0 1-1 0,0 1-2 15,0 0 1-15,0 0 3 16,-1 5-1-16,-2 3 0 16,0-1 1-16,2 3-1 15,-1-1 1-15,2 0 0 0,0-1-1 16,0 2 0-16,5-2-5 16,2-1-27-16,0-4-16 15,2-1-70-15</inkml:trace>
  <inkml:trace contextRef="#ctx0" brushRef="#br0" timeOffset="117169.52">18096 4616 142 0,'0'0'113'0,"0"0"-111"0,0 0 2 0,0 0-4 0,0 0-24 15,0 0-104-15</inkml:trace>
  <inkml:trace contextRef="#ctx0" brushRef="#br0" timeOffset="117708.01">18177 4675 210 0,'0'0'9'0,"0"0"1"15,0 0 13-15,0 0-10 16,0 0-2-16,16-28-2 16,-12 25 0-16,1 1-2 0,0 2-5 15,-1 0-1-15,4 0-1 16,-3 0 0-16,2 4 0 15,1 2 0-15,-3 2 0 16,0 2-1-16,-3 0 0 16,0 2-2-16,-2-1 1 0,0 1-1 15,-2-2-3-15,-4 0 3 16,2-3 2-16,0-1 1 16,1-3 0-16,0 0 1 15,2-2-1-15,1 1 1 16,0-1 3-16,0 1-2 0,1 1-1 15,5 1-2-15,1 1 2 16,0 2-1-16,3 0 1 16,-4 4-1-16,0-1 0 15,-2 2-1-15,-2-2 2 16,-2 0-2-16,0-2-2 0,0-1 2 16,-7-2-3-16,-1-2 3 15,-2-2 6-15,0-1 1 16,1 0 3-16,0 0-2 15,2-3-3-15,-1-2-1 16,4-1-1-16,1-3 0 0,3-1-11 16,2-1-28-16,6-3-74 15</inkml:trace>
  <inkml:trace contextRef="#ctx0" brushRef="#br0" timeOffset="118169.8">18475 4639 110 0,'0'0'15'0,"0"0"-7"0,0 0-3 0,0 0 22 16,0 0 1-16,0 0-10 15,0 0-6-15,0 0-4 16,32-22 5-16,-26 16-3 16,0-2-3-16,-2 0 2 15,0-1-1-15,-1 1-4 0,-2 0 0 16,1 2-2-16,-1 0-1 15,-1 3 0-15,0-1 0 16,0 3 2-16,0 1 0 16,0 0-6-16,0 3 2 15,0 4 1-15,0 1 4 0,0 3-4 16,0 1 1-16,0 1 0 16,2-1-1-16,1 1 0 15,-1 0 2-15,2 3-2 16,0-2-7-16,-2 0-29 15,1 0-32-15,-3-2-7 0</inkml:trace>
  <inkml:trace contextRef="#ctx0" brushRef="#br0" timeOffset="118291.6">18551 4755 170 0,'0'0'53'0,"0"0"-14"15,0 0-34-15,0 0-5 16,28-24-1-16,-14 18-4 15,4-1-78-15</inkml:trace>
  <inkml:trace contextRef="#ctx0" brushRef="#br0" timeOffset="118528.06">19027 4627 286 0,'0'0'4'0,"0"0"-3"0,0 0-4 15,0 0-41-15,0 0-41 16,0 0 5-16</inkml:trace>
  <inkml:trace contextRef="#ctx0" brushRef="#br0" timeOffset="118654.49">19035 4683 150 0,'0'0'74'15,"0"0"-53"-15,0 0-22 16,0 0-12-16,0 0-96 0</inkml:trace>
  <inkml:trace contextRef="#ctx0" brushRef="#br0" timeOffset="120625.75">15907 4730 102 0,'0'-5'30'0,"0"0"16"0,0 1-9 0,0 1-9 15,0 0-1-15,0 0-5 16,0 2-12-16,0 1-5 16,0 0-4-16,0 2-4 15,0 6 2-15,0 4 2 16,0 5 0-16,0 2-2 16,2 3 1-16,-1 3 0 0,2-2-1 15,0-2-12-15,0-2-11 16,-2-3-1-16,2-5-4 15,-2-1-10-15,-1-5-7 16,0-3 5-16,0-2-9 0,0 0 46 16,-2-7 13-16,-3-4-5 15,-1-4 12-15,1-2 10 16,-1-1-8-16,2-2-11 16,1-1-1-16,3 1 8 15,0 4 0-15,0 0 4 0,3 3-7 16,3 2-2-16,3 3-5 15,2 3-1-15,3 1-3 16,-1 4 3-16,2 0-2 16,2 0-1-16,-2 4 2 15,1 4-2-15,-2 2 0 16,1 1 2-16,-2 1-1 0,-2 3 0 16,0-2 0-16,-2 0 0 15,-2 1 0-15,-5 0 4 16,0-2-2-16,-2 0-1 15,-2 0 1-15,-6-1 4 16,-3-1 0-16,-2 0 1 0,-4-2 0 16,2 0-6-16,-2-3 0 15,2 1-1-15,2-2 0 16,3-1-3-16,3-3-15 16,4 0-51-16,3 0-61 15</inkml:trace>
  <inkml:trace contextRef="#ctx0" brushRef="#br0" timeOffset="121195.6">16184 4781 200 0,'0'0'36'0,"0"0"-34"0,0 0-2 0,0 0 0 16,0 0 0-16,0 0-2 15,0 0 1-15,29 18 3 0,-25-6-1 16,-1 0-1-16,-1 1 0 16,2 0 0-16,-3-2 0 15,-1 1-1-15,1-2-5 16,-1-2-8-16,0-3-8 16,0 1-2-16,0-4-9 15,0-2 7-15,-4 0 17 0,0-3 2 16,0-6-3-16,-1-4 11 15,3-1 4-15,1-1 2 16,0-1-4-16,1 2 4 16,0 2 5-16,0 2 4 15,1 2 17-15,2 4-14 0,2 2-5 16,0 1-9-16,4 1-4 16,0 0 0-16,3 6 1 15,3 2 0-15,-1 3 0 16,4 1-1-16,-3-1 0 15,2 1 0-15,-5-2-1 0,-1-2 2 16,-2-3-2-16,-4-2 1 16,0-1 0-16,-3-2 2 15,-1 0 16-15,-1 0 34 16,0-6-18-16,0-3-23 16,0-4-8-16,0-2-1 15,-2 0-3-15,-1-3 1 0,-2 3 1 16,2 2-2-16,1 2-4 15,-1 4-15-15,1 1 20 16,2 4-36-16,0 0-37 16,0 2-94-16</inkml:trace>
  <inkml:trace contextRef="#ctx0" brushRef="#br0" timeOffset="121600.45">16431 4761 209 0,'0'0'4'0,"0"0"-5"0,0 0 2 0,0 0-1 16,21 30-1-16,-18-19 1 15,1-1 1-15,-1 1-2 16,-1-2-1-16,-1-1-2 0,-1-3 1 16,0 0 3-16,0-4 0 15,0 0-1-15,0-1 0 16,0 0 5-16,0-2 5 15,0-5-7-15,0-2-2 16,-1-1 0-16,1-2-1 0,0 2 0 16,0 0-1-16,0 2 1 15,2 2 1-15,4 2-2 16,0 4 5-16,2 0-2 16,2 0-2-16,0 0 2 15,3 2-1-15,2 3 0 16,-1-2 0-16,1-1-1 0,0 0 4 15,-3-2 5-15,-2 0 6 16,0-1-1-16,-3-4 1 16,-2-3-1-16,1-1-6 15,-2-1-3-15,0-4-6 16,1-4-70-16</inkml:trace>
  <inkml:trace contextRef="#ctx0" brushRef="#br0" timeOffset="122199.39">19850 4647 253 0,'0'0'5'0,"0"0"4"0,0 0-6 0,0 0-2 15,0 0-3-15,0 0-14 16,0 0-13-16,0 0-22 16,0 0-22-16</inkml:trace>
  <inkml:trace contextRef="#ctx0" brushRef="#br0" timeOffset="122576.27">20769 4553 195 0,'0'0'30'0,"0"0"3"15,0 0-17-15,0 0-9 16,0 0-7-16,0 0 0 15,0 0-7-15,0 0-6 0,0 0 0 16,-1-4-16-16,1 5-25 16,0 1-5-16</inkml:trace>
  <inkml:trace contextRef="#ctx0" brushRef="#br0" timeOffset="123985.54">20512 4378 132 0,'2'3'-8'0,"1"2"8"0,0 0 0 0,0 0-20 16</inkml:trace>
  <inkml:trace contextRef="#ctx0" brushRef="#br0" timeOffset="124397.57">19394 4654 89 0,'0'0'110'0,"0"0"-105"16,0 0 6-16,0 0-9 15,0 0-10-15,0 0-51 16,0 0 8-16</inkml:trace>
  <inkml:trace contextRef="#ctx0" brushRef="#br0" timeOffset="124576.75">19625 4616 279 0,'0'0'0'0,"0"0"-1"16,0 0-12-16,0 0-15 0,0 0-35 16,0 0-51-16</inkml:trace>
  <inkml:trace contextRef="#ctx0" brushRef="#br0" timeOffset="124766.2">20002 4580 4 0</inkml:trace>
  <inkml:trace contextRef="#ctx0" brushRef="#br0" timeOffset="125552.77">19492 4629 58 0,'0'0'-14'0</inkml:trace>
  <inkml:trace contextRef="#ctx0" brushRef="#br0" timeOffset="125942.68">21340 4472 157 0,'0'0'-24'16,"0"0"-6"-16,0 0 10 16</inkml:trace>
  <inkml:trace contextRef="#ctx0" brushRef="#br0" timeOffset="138676.93">9271 6697 70 0,'0'-2'11'0,"0"0"5"0,0-1-6 0,0 0 0 0,0 0-4 15,0 1-3-15,0 0 3 16,0 2 0-16,0 0 2 15,0 0 1-15,0 0 4 16,0 0-7-16,0 0-5 16,0 0-11-16,2 0 7 15,0 0 3-15,3 1 0 0,-2 2 0 16,1 0 0-16,-1 1-2 16,0 0 0-16,0 1 1 15,1 0-1-15,-1 0 2 16,-2 0 0-16,2 1 0 15,0-1 0-15,-2 0-1 0,1 0 0 16,1 0 2-16,-2-2 0 16,2-1-2-16,0-1 1 15,1-1-2-15,4 0-1 16,2-9 15-16,2-4-1 16,7-3-4-16,5-6-1 15,10-6-4-15,5-5-1 0,7-5 1 16,8-2-2-16,6-3 2 15,4-3-1-15,0-2-57 16</inkml:trace>
  <inkml:trace contextRef="#ctx0" brushRef="#br0" timeOffset="145563.44">12097 6642 85 0,'0'0'9'0,"0"0"-4"0,0 0 3 0,0-1-2 0,0-2 3 15,0 0 10-15,0 0 10 16,-2 0-1-16,1 2-7 16,0-1-3-16,1 0-8 15,-2 2-4-15,2-1-4 0,0 1-2 16,0 0 1-16,0 0-1 16,0 0 0-16,0 0-1 15,0 0 0-15,0 0-6 16,0 3-2-16,0 4 6 15,0 3 2-15,2 1 3 16,4 4-2-16,-2-2 1 0,2 0-1 16,-2-1 0-16,2-2 1 15,-2-2-2-15,2 0 1 16,-3-3 1-16,3 1 0 16,-3-3 0-16,0-2 0 15,2 1 2-15,-2-2 1 0,0 0 1 16,1 0 1-16,-1-4 0 15,-1 0-2-15,0 0-1 16,1 1 0-16,-1-1-1 16,-1 2-1-16,1 2-1 15,0 0-6-15,3 0 0 0,-1 4-2 16,2 3 5-16,0 1 2 16,2-1 2-16,0-1-1 15,0 1 0-15,-1-3 0 16,2 0 1-16,0-4 2 15,1 0 2-15,0 0-2 16,0-3 0-16,2-7 1 0,-1 1-2 16,0-5 1-16,-1-1 1 15,-2 0 2-15,-2-2 2 16,-3 1 1-16,-3 1-2 16,0 2-1-16,0-1-1 15,-2 2-3-15,-3 3-2 0,2 1-1 16,-2 3 0-16,2 2 4 15,1 3-6-15,0 0-14 16,1 0-52-16,1 3-42 16</inkml:trace>
  <inkml:trace contextRef="#ctx0" brushRef="#br0" timeOffset="145968.43">12448 6685 134 0,'0'0'54'0,"0"0"-58"0,0 0 4 0,31 2-1 0,-24-1 2 15,2-1-1-15,-3 0 0 16,0 0 0-16,-2 0 1 0,1 0 0 16,0-3-1-16,-2-2 1 15,3 0 2-15,-1-1-2 16,-2-1 1-16,2 1 0 15,-3-1-1-15,0 1 1 16,-2 0 5-16,0 1 10 0,0 2 6 16,0-2-10-16,-2 4 3 15,-5 0-4-15,4 1-7 16,-4 0-2-16,0 0-2 16,1 4-1-16,1 4-1 15,-1 0-3-15,2 2 3 16,1 2-2-16,3-1 1 0,0 1-1 15,0 1 1-15,4-2 1 16,2 0 2-16,4-2-1 16,3-2-3-16,0-1-23 15,1-4-44-15,4-2-56 0</inkml:trace>
  <inkml:trace contextRef="#ctx0" brushRef="#br0" timeOffset="146452.44">12805 6635 162 0,'0'0'8'16,"0"0"36"-16,0 0-20 16,16-29-13-16,-16 26-4 15,-1 3-5-15,-6 0 7 16,-3 0-4-16,-2 0-3 16,0 8-1-16,-1 0-5 15,2 2 4-15,1 0-1 0,4 2-1 16,1-1 0-16,5-1 0 15,0 1 0-15,0-4-2 16,7 0 1-16,1-4-7 16,2 0 17-16,0-3-6 15,4 0 1-15,-2-6 0 0,3-4-1 16,-2 0-1-16,0-2-2 16,1-2 2-16,-2-2 0 15,-5-2 1-15,0 0 0 16,-4-3-1-16,0 1 1 15,-3-1 2-15,0 1 0 0,0 0 4 16,-3 4 1-16,-1 2-3 16,-2 3 0-16,2 3-3 15,-1 2-1-15,0 3-2 16,3 2 2-16,-1 1 1 16,-2 4-3-16,3 8-3 0,0 4-3 15,1 5 2-15,1 1 2 16,0 2 0-16,3 0 2 15,4 0 2-15,0-2 1 16,1 0-4-16,-1 0-20 16,-4-3-57-16,-1-5-57 15</inkml:trace>
  <inkml:trace contextRef="#ctx0" brushRef="#br0" timeOffset="146901.72">12976 6616 259 0,'0'0'5'15,"0"0"0"-15,0 0 3 0,0 0-2 0,0 0-5 16,0 0-3-16,0 0-6 0,0 0-2 16,0 0 3-16,0 0 3 15,14 16 3-15,-10-2 1 16,1 0 1-16,-1-2 0 15,-1 0-1-15,0-3 1 16,-1-1-1-16,1-2 1 0,-1-3 0 16,-1-2-1-16,2-1 1 15,-2 0 5-15,2-2 0 16,-1-5 0-16,1-4-2 16,-1 0-2-16,1-2 0 15,2 0 0-15,-2 1 0 16,3 1-2-16,-1 0 3 0,3 4 3 15,-1 0-1-15,0 4-3 16,1 0-1-16,2 2-2 16,0 1-1-16,2 1-3 15,-1 5 1-15,0 4 0 16,-1 2 3-16,-2 1-2 0,0 0 4 16,-2 3-6-16,-2 0-21 15,-1 0-20-15,-2-4-38 16,2-3-19-16</inkml:trace>
  <inkml:trace contextRef="#ctx0" brushRef="#br0" timeOffset="147227.87">13242 6692 206 0,'0'0'31'0,"0"0"21"16,0 0-40-16,0 0-10 0,0 0-1 15,0 0 0-15,0 0-1 16,17-30 0-16,-11 25-1 15,-1 0-2-15,2 0-1 16,-1 0 1-16,-1-2 2 16,1-1 0-16,0 0 2 15,-2 0 0-15,-1 0-1 16,0 1 0-16,-3 0 0 0,0 3 1 16,0 2-4-16,-1 0-7 15,-4 2 23-15,-2 0-14 16,1 5 2-16,1 3-1 15,0 1-3-15,2 2 1 16,2 1 0-16,1 0-2 0,0-1 3 16,1-1-4-16,5 0-15 15,1-2-7-15,2-3-13 16,4-3-31-16</inkml:trace>
  <inkml:trace contextRef="#ctx0" brushRef="#br0" timeOffset="147535.44">13485 6574 191 0,'0'0'21'0,"0"0"15"15,0 0-26-15,0 0-14 16,0 0 5-16,0 0 8 16,0 0-12-16,-30 0-1 15,25 7 2-15,2 3 1 16,3-2-2-16,0 1-1 0,1-2-3 15,6 1-1-15,2-2 3 16,2 2 5-16,0-3 4 16,2 0-3-16,-2 0 1 15,-3-1-1-15,-1 0 0 16,-3-2-1-16,-4 1 0 16,0-1-4-16,-3 1-2 0,-8 2 19 15,-2-1-9-15,-3 0-30 16,0-1-40-16,1-3-48 15</inkml:trace>
  <inkml:trace contextRef="#ctx0" brushRef="#br0" timeOffset="147883.49">13890 6333 166 0,'0'0'-1'0,"0"0"3"0,0 0-3 0,0 0 0 15,-24 37-5-15,15-19 5 16,0 4 8-16,0 4 4 15,1 4 0-15,-2 3-2 16,1 1-3-16,-1-1-2 0,0 0 0 16,-2-1-2-16,2-4 0 15,0-2-1-15,0-1 1 16,0-3 0-16,1 0 2 16,2-2 0-16,3-5-8 15,2-5-62-15</inkml:trace>
  <inkml:trace contextRef="#ctx0" brushRef="#br0" timeOffset="148680.43">14211 6515 208 0,'0'0'8'0,"0"0"14"0,0 0-15 0,0 0-4 0,-28-11-3 15,17 11-4-15,0 0 3 16,-1 0 0-16,1 6 0 16,-1 1 0-16,0 1 0 15,2 4-2-15,1 1 2 16,3 0 0-16,1 0-2 0,5-2 1 16,0-2-3-16,8-3 2 15,3-5-1-15,5-1 9 16,3 0 0-16,4 0-1 15,0-5-6-15,2-5-27 16,0 0-54-16</inkml:trace>
  <inkml:trace contextRef="#ctx0" brushRef="#br0" timeOffset="149143.65">14167 6457 234 0,'0'0'15'0,"0"0"27"0,0 0-27 0,0 0-11 15,0 0-6-15,0 0-9 16,0 0-2-16,0 0 6 16,11 47-3-16,-8-24 12 15,0 3 4-15,-1-1-4 0,-2 0-5 16,2-1-12-16,-2-2-3 16,0-2-2-16,-4-4-12 15,-6-2-30-15,0-6 17 16</inkml:trace>
  <inkml:trace contextRef="#ctx0" brushRef="#br0" timeOffset="149755.23">13989 6555 248 0,'0'0'1'0,"0"0"22"0,0 0-11 16,-9-31-5-16,10 27-8 15,7-1 0-15,5 1 1 16,3 0 1-16,4 0 0 16,2-1 1-16,4 2-2 0,2-2 1 15,0 1 0-15,1 0-1 16,0-1 2-16,-2-1-2 16,1-1-6-16,-5-1-13 15,-2-1 3-15,-2-2 7 16,-5 0 5-16,-2 0 5 15,-4 0 0-15,0 2 1 0,-6 1-1 16,0 3-1-16,-1 2 0 16,-1 3-1-16,0 0 1 15,-5 0 1-15,-1 6-4 16,-1 5 1-16,0 3-1 16,0 5 1-16,2 2-1 0,4 2 2 15,-1 2-2-15,2 1 0 16,0-4 1-16,3 1 2 15,1 0-1-15,1-5 1 16,-1-3 1-16,0-3-1 16,1-3 0-16,-3-2-1 0,1-5 1 15,0 0-1-15,-1-2-1 16,0 0 7-16,0-4 8 16,1-6-8-16,0 0-1 15,-1-3-3-15,3 0 2 16,0 1-1-16,0-1 1 0,1 0 3 15,1 5-2-15,0-1-1 16,0 3-2-16,1 1-1 16,1 3 0-16,1 2-2 15,-2 0 0-15,2 4-1 16,2 2 2-16,-2 4-6 0,0 0-11 16,2 0-30-16,-2-3-62 15</inkml:trace>
  <inkml:trace contextRef="#ctx0" brushRef="#br0" timeOffset="150443.57">14638 6530 38 0,'0'0'165'0,"0"0"-160"0,0 0 10 15,0 0-2-15,0 0-15 0,0 0 2 16,0 0-3-16,-28 10 1 15,25 1 0-15,1 0 0 16,2 1-1-16,0-2-3 16,0 0-4-16,5-5-11 15,3-1 14-15,1-1 6 16,1-3 1-16,1 0 1 0,-2 0 1 16,1-5 1-16,0-2 0 15,-1 0 0-15,-2-2 1 16,-1 2 4-16,-1-2 4 15,0 2 3-15,-2 0 2 0,-1 2-3 16,0 0 1-16,-1 3-8 16,2 0-5-16,-1 1-2 15,1 1-3-15,1 0-1 16,0 0-2-16,2 3 2 16,0 1 2-16,1 1 2 15,2 0 0-15,-2 0 0 16,0 0 0-16,0-3 1 0,0 0-1 15,1-2 1-15,1 0 0 16,0-3 1-16,1-5 1 16,3 0 0-16,0-2-1 15,1 0-1-15,-2-1 0 0,2 2-1 16,-2 2 1-16,0 2 0 16,-2 2 2-16,-1 0-1 15,0 3 1-15,0 0-2 16,0 2-2-16,1 4-2 15,-1 3 1-15,-2 1 0 0,0 1 0 16,-1 1-1-16,-1-2 0 16,0 1-1-16,-1-3-1 15,2-1 4-15,-2-2-1 16,3-2 1-16,-2 0-3 16,1-2-2-16,1-1-6 0,-1 0-4 15,0 0 3-15,-3-3 9 16,2-2 6-16,-2-1-1 15,1 0 1-15,-1-1-1 16,2 0-1-16,0-1-32 16,-1-2-98-16</inkml:trace>
  <inkml:trace contextRef="#ctx0" brushRef="#br0" timeOffset="151065.37">15349 6472 124 0,'0'0'-1'0,"0"0"1"0,-32 0 0 0,18 0 0 0,0-1 0 16,-3 0 0-16,0 1 3 15,0 0 13-15,3 0 8 16,-1 2-18-16,1 3-6 16,2 2 0-16,4 1-1 15,-1 0 0-15,5 0-4 16,2 1-3-16,2-3 8 0,0 1-2 15,5-3 2-15,5-2 12 16,2-1 7-16,4-1-10 16,3 0-6-16,2-4-3 15,3-4-7-15,-2-4-21 16,2 1-10-16,-2-2 15 0,-2-4 0 16,-4 1 18-16,-4-2 7 15,-2 1 1-15,-3-3 3 16,-4 3 0-16,-1-1-1 15,-2 0-2-15,0 0-2 16,0 2-1-16,0 2 0 0,-2 4 3 16,-3 1 14-16,0 4 8 15,0 1-2-15,1 3-9 16,1 1-8-16,1 0-5 16,0 1-4-16,1 7-9 15,1 4-4-15,0 1 7 0,0 4 18 16,5 0 6-16,2 2-11 15,5 1 1-15,-1-2-4 16,2-2-24-16,1-3-37 16</inkml:trace>
  <inkml:trace contextRef="#ctx0" brushRef="#br0" timeOffset="151528.51">15720 6375 96 0,'0'0'1'0,"0"0"1"0,-35-4-2 0,22 4 1 16,0 0 0-16,0 0 1 15,1 2 1-15,1 5 1 0,0 0 0 16,2 1-2-16,3 0 2 15,1 0-3-15,2 1-1 16,3-2-1-16,0-1 0 16,5-1 1-16,4-2-2 15,1-2 2-15,3-1 3 0,2 0-3 16,-1 0 0-16,2-1 1 16,-1-5-1-16,0 0 0 15,-3 0 2-15,-1-1-1 16,-4 1 2-16,-2 0 12 15,-1 3 22-15,-4-1 11 0,1 2-11 16,-1 2-21-16,0-1-12 16,0 1 3-16,0 0-7 15,0 0-6-15,0 1 2 16,0 4 1-16,3 1 0 0,3 1 3 16,-1 0 1-1,2 0-3-15,1-3-22 0,2 0-39 16,-1-3-36-16</inkml:trace>
  <inkml:trace contextRef="#ctx0" brushRef="#br0" timeOffset="151805.26">15900 6354 174 0,'0'0'25'0,"0"0"1"0,0 0-17 0,0 0-17 0,0 0-10 15,0 0 22-15,0 0-5 16,0 0-4-16,0 0-9 16,4 24-1-16,2-19 12 15,1-2 1-15,2-1 0 16,-1-1-3-16,2-1-2 0,1 0 0 16,-1-1 7-16,3-3 3 15,-3-2 8-15,-3 1-4 16,0 1 0-16,-1 0-2 15,-4 2-5-15,-2 2-11 16,-2 0-61-16</inkml:trace>
  <inkml:trace contextRef="#ctx0" brushRef="#br0" timeOffset="173447.95">17430 6003 31 0,'0'-1'6'0,"0"0"8"0,0 0 6 16,0-1 1-16,0 2-9 15,0-3 4-15,0 3 6 0,0-1-15 16,0 0-6-16,0 0 1 16,0 0 0-16,0 0-2 15,0-1 0-15,0 2 1 16,0-2 1-16,0 1-1 16,0 1-2-16,0-2 3 15,0 1 4-15,0 1 5 0,0-2 4 16,0 2-8-16,0 0-2 15,0 0 1-15,0 0 0 16,0 0 1-16,0 0-3 16,0 0-1-16,0 0-1 0,0 0-2 15,0 0-2-15,0 0 2 16,0 0-1-16,3 0 1 16,-3 3 0-16,1 0 0 15,1 1-1-15,-1-1 1 16,0 2 1-16,1-1-2 15,1-1 2-15,0 3-1 0,-1-2-3 16,3 0-16-16,-2-3-32 16,-1-1-44-16</inkml:trace>
  <inkml:trace contextRef="#ctx0" brushRef="#br0" timeOffset="174495.18">17434 6008 108 0,'0'0'3'0,"0"0"6"0,0 0-1 0,0 0 13 0,0 0 2 16,0 0 3-16,14-28-3 15,-14 28-7-15,0-2 1 16,0 2-4-16,0 0-5 16,0 0-11-16,0 0-1 15,0 5 3-15,0 3-1 0,0 2 3 16,0 1 0-16,0 3 0 15,0-1-1-15,5 1 1 16,-2 0-1-16,1 0 1 16,1-1-1-16,-2 2 0 15,4-2 0-15,-5 2 0 0,2-2-1 16,0 1 2-16,-1-1 0 16,0 0-1-16,-2-1-1 15,3-1 2-15,-3 0 0 16,2-1-2-16,-2-1 1 15,1-3 0-15,1 1 1 0,-1-2-1 16,-2-3 0-16,2-1 2 16,0 2-2-16,1-3 1 15,0 0-2-15,-1 2 4 16,5-2 2-16,-2 0 2 16,2 0-1-16,2 0 3 15,-2 0-2-15,3-3 2 0,2 1-3 16,0-1-1-16,-1 0-2 15,2 1-2-15,1 0-1 16,0-1 1-16,-1 1-1 16,0 0 0-16,1 0 1 0,0 1-2 15,-1-2 1-15,2 3-6 16,-3-2-25-16,-1-1-39 16,0-5-120-16</inkml:trace>
  <inkml:trace contextRef="#ctx0" brushRef="#br0" timeOffset="175269.94">17903 6177 107 0,'0'0'2'0,"0"0"1"0,0 0 8 0,0 0 2 16,0 0 2-16,0 0 7 15,0 0-5-15,0 0-1 16,0 0-3-16,0 0 2 15,0 0-2-15,13-30-6 0,-15 28 0 16,-2-1-6-16,-3 1-1 16,-3 2-1-16,-1 0-3 15,-2 0 5-15,1 0 0 16,-4 0-2-16,2 2 1 0,2 3 6 16,-1 0-3-16,3 2-3 15,1 0 1-15,3 0 0 16,2 0-1-16,1-1 2 15,3 1-1-15,0 0-1 16,0-1 0-16,0-2 0 0,5 0 2 16,0 1 3-16,1-3-2 15,3 0-3-15,-3-1 1 16,3-1-2-16,-1 0 4 16,1 0-3-16,-1 0 3 15,1-3-2-15,-2-1-1 0,1-2 1 16,0-2 0-16,-3 1-1 15,2-1 1-15,-4 1-1 16,0 1 1-16,-1 0-1 16,0 2 2-16,-1 0 2 15,-1 0 1-15,1 2-2 0,0 1 0 16,-1 0 0-16,0 1-3 16,0 0-2-16,0 0-3 15,0 2 2-15,0 4 4 16,1-1 1-16,1 1-1 15,0-1-1-15,0 1 1 0,2-1 0 16,2 0 0-16,-2 0-1 16,3-2 1-16,0-1-1 15,2 0-1-15,4-2 2 16,-3 0-1-16,3 0 0 16,1 0-8-16,-1-5-15 0,1-2-28 15,-4-3-49-15,1-1-28 16</inkml:trace>
  <inkml:trace contextRef="#ctx0" brushRef="#br0" timeOffset="175927.25">18043 5955 149 0,'0'0'8'0,"0"0"15"0,0 0-11 0,0 0-1 0,0 0-3 16,0 0 0-16,0 0 0 15,0 0-10-15,0 0-5 16,0 0 3-16,0 0 3 0,-5 20 5 16,10-6-4-16,-1 2 1 15,0-1 0-15,0 1-1 16,1 1 0-16,0-1 2 15,-1-1-2-15,0-1 0 16,-1 0 0-16,1-1 0 16,-1-1 0-16,-1-1 0 15,-2-1 1-15,2 0-1 16,0-1 0-16,-2-3 1 0,0-1 0 16,0 0 0-16,0-4-1 15,0 1 0-15,0-2 1 16,0 0 5-16,0-3-1 15,0-2-3-15,0-2 0 0,0-1 2 16,4 1 6-16,-1-2 1 16,3 1-3-16,-1 1-4 15,3 0 1-15,-1 1 1 16,2 1 2-16,0 0-7 0,1 2 0 16,1 1-1-16,-1 0 0 15,0 2 2-15,1 0-2 16,0 0 0-16,-3 5-2 15,0 0 2-15,-2 3 2 16,-1 0-2-16,-3 1-3 0,-2-1-1 16,0 3 1-16,0-4 0 15,-7 3-4-15,-4-3 4 16,-1 1 1-16,-3-3 5 16,-4 0-2-16,1-2 1 15,-1-1 5-15,3 1-4 16,0-3-2-16,4 0 1 0,2 0 0 15,3 0-19-15,2 0-72 16</inkml:trace>
  <inkml:trace contextRef="#ctx0" brushRef="#br0" timeOffset="179145">18779 5595 125 0,'-7'12'3'0,"0"4"-4"0,-3 4 2 0,2 8 1 16,-2 3 2-16,0 7-1 0,0 4 1 15,-1 6 1-15,-2 6-2 16,-1 2-1-16,-2 1 2 16,0 1 2-16,0-3-2 15,1-3-1-15,1-7 1 16,3-3-1-16,2-6-1 0,2-4-1 16,4-5-2-16,2-5 0 15,1-5-33-15,0-9-42 16</inkml:trace>
  <inkml:trace contextRef="#ctx0" brushRef="#br0" timeOffset="179556.45">18908 5952 166 0,'0'0'-4'15,"0"0"5"-15,0 0 1 0,5 41 0 16,-2-23 1-16,3 0 0 16,2-1-1-16,-1 0 1 15,3-1 1-15,0-1 1 16,-1-5-1-16,0 0 1 15,-1-3-3-15,-2-1 0 16,-2-3 0-16,0-1 6 0,-1-2 3 16,0 0 9-16,0-3 9 15,1-7-5-15,2 0-11 16,1-5-5-16,0-1-3 16,1-2-2-16,1-1-2 0,-1 1 0 15,2 0-1-15,-1 3 0 16,-1 2-2-16,2 3-14 15,-1 3-13-15,0-1-43 16,1 5-62-16</inkml:trace>
  <inkml:trace contextRef="#ctx0" brushRef="#br0" timeOffset="179771.03">19213 5985 241 0,'0'0'8'0,"0"0"-8"0,0 0-1 16,0 0 2-16,9 28 0 16,-8-18-1-16,-1 0 0 15,0 0 1-15,0-1-2 16,0 0-1-16,0-1 5 16,0-3-3-16,-3 2 1 0,1-2-12 15,-3-4-52-15,2-1-61 16</inkml:trace>
  <inkml:trace contextRef="#ctx0" brushRef="#br0" timeOffset="179920.01">19195 5861 165 0,'0'0'123'15,"0"0"-116"-15,0 0-5 16,0 0-2-16,0 0-26 0,0 0-106 15,0 0 5-15</inkml:trace>
  <inkml:trace contextRef="#ctx0" brushRef="#br0" timeOffset="180312.29">19312 5947 218 0,'0'0'6'0,"0"0"-3"16,0 0 4-16,30-3 1 15,-21 3-2-15,-2 0-2 16,1 8-1-16,0 0 0 16,-1 4 0-16,-1 3-2 15,-1 0 1-15,-1 1-2 0,-1 0 0 16,-3-1 1-16,1-1-2 15,-1-3 2-15,0-3-2 16,0-1-1-16,-1-2-1 16,-6-2 1-16,0-2 1 15,0-1 1-15,0 0 6 16,1-4-2-16,0-3 2 16,3-2 10-16,2 0-5 0,1-3 5 15,0-2-12-15,6-2-3 16,2 0-1-16,4 3-3 15,1-2-10-15,1 1-16 0,0 0-24 16,1 2-70-16</inkml:trace>
  <inkml:trace contextRef="#ctx0" brushRef="#br0" timeOffset="180562.8">19544 5856 299 0,'0'0'8'0,"0"0"-5"16,0 0-3-16,0 0-1 16,0 0-2-16,0 0 1 15,0 0 0-15,9 38 3 0,-7-21 0 16,0 2 0-16,1 0-1 16,-2-1 0-16,2-2 0 15,-2-1 1-15,0-2-1 16,0 0 0-16,-1-2 1 15,0-2-9-15,0-1-29 16,-2-3-43-16,-2-4-57 16</inkml:trace>
  <inkml:trace contextRef="#ctx0" brushRef="#br0" timeOffset="181001.67">19505 5969 254 0,'0'0'11'0,"0"0"-8"16,0 0-1-16,0 0-3 16,0 0 3-16,0 0-1 0,37-19-1 15,-25 19 0-15,-1 0 2 16,2 0-2-16,1 0 1 16,-3 7 0-16,0 0 0 15,-1 2 0-15,0 0 0 16,0 2-1-16,-2-2 1 0,1 0-1 15,-2 0 1-15,1-3-1 16,0-1 0-16,-1-3 1 16,0 1-1-16,1-3 1 15,0 0 0-15,1 0 0 16,-1-7 2-16,1-2-3 16,0-3 0-16,0 2 0 0,-1-1-2 15,-3 2 2-15,0 0 0 16,-1 4 2-16,-2 1 0 15,-1 4 5-15,1 0 1 16,-1 0-7-16,-1 0-3 16,2 7 1-16,-2 1 0 0,1 4 1 15,0 0 1-15,1 0 0 16,2 1-8-16,1-2-25 16,2-3-29-16,0-3-62 15</inkml:trace>
  <inkml:trace contextRef="#ctx0" brushRef="#br0" timeOffset="181372.39">19947 5970 202 0,'0'0'19'0,"0"0"11"0,0 0-4 0,0 0-18 16,0 0-4-16,0 0-5 15,-33-25 5-15,19 26-6 16,1 5 5-16,1 5-1 15,1-1 0-15,2 2-1 16,4-2 0-16,-1 0-1 0,5 0 0 16,1-3-4-16,0 0-6 15,2-3 2-15,7-1 6 16,0-3 1-16,2 0-1 16,0 0 2-16,2-1 4 15,-1-3 1-15,0-1 5 0,-2 0 0 16,-2 2 1-16,-1 1-1 15,-1-1-6-15,-1 3 0 16,-1 0-7-16,-1 0 6 16,0 0-3-16,1 0 0 15,-2 0-5-15,0 3-7 16,1 0-10-16,0-2-12 0,0 0-48 16,0-1-32-16</inkml:trace>
  <inkml:trace contextRef="#ctx0" brushRef="#br0" timeOffset="181620.12">20006 5784 241 0,'0'0'0'0,"0"0"10"0,0 0-7 0,0 0-6 16,0 0 5-16,0 0-1 16,10 38 2-16,-5-15-2 0,1 3 2 15,-2 2-2-15,2 3 1 16,-3-1-9-16,1-2-31 16,-2-6-59-16</inkml:trace>
  <inkml:trace contextRef="#ctx0" brushRef="#br0" timeOffset="182118.02">20325 5734 172 0,'0'0'3'0,"0"0"25"16,0 0-5-16,0 0-10 0,0 0-9 15,0 0-2-15,0 0-2 16,0 0 3-16,25 26-1 16,-24-9-1-16,1-1 0 15,-1 4-1-15,-1 1 1 16,0 0 0-16,0 0 0 0,0-1 0 16,1-3 0-16,-1-3-1 15,3-1 0-15,-1-3 2 16,0-2 1-16,2-4 2 15,0-1 6-15,2-3 4 16,3 0-1-16,1 0-3 0,1 0-6 16,3 0-3-16,-1-1-2 15,5-2 0-15,-1 1-1 16,0-2-17-16,0 0-24 16,0-2-70-16</inkml:trace>
  <inkml:trace contextRef="#ctx0" brushRef="#br0" timeOffset="182589.39">20683 5843 234 0,'0'0'-2'0,"0"0"1"15,0 0 1-15,0 0 1 16,-38-9-2-16,27 9-2 15,0 0-3-15,-3 0 7 0,3 4-3 16,0 2-1-16,2 1 7 16,3 1-3-16,0-1 0 15,2 3 0-15,3-1 1 16,1-1-2-16,0-1-2 16,0 0 2-16,0-3-2 0,4 1 4 15,4-2 1-15,1-2 4 16,3-1 0-16,1 0-5 15,3 0-2-15,-3-3 0 16,1-3 0-16,-1 1 0 16,-1-2 0-16,-5 0 0 15,0 1 1-15,-3 1 6 16,-2 0 5-16,-1 2 2 0,-1 1 3 16,0 0-8-16,0 2-8 15,0 0-2-15,0 0-1 16,0 0 3-16,-1 2-1 15,-2 3 1-15,3 1-1 16,-1 1-1-16,1-2-5 0,0 3-14 16,0-3-16-16,4-2-40 15,3-2-55-15</inkml:trace>
  <inkml:trace contextRef="#ctx0" brushRef="#br0" timeOffset="183129.52">20823 5709 58 0,'0'0'68'0,"0"0"-43"0,0 0 6 0,0 0-11 16,0 0-8-16,0 0-12 15,0 0-2-15,0 0 2 0,0 0 0 16,-4 27-2-16,4-11 2 16,0 2-2-16,0-1 3 15,0-2 0-15,0 3 0 16,2-3-1-16,1 1-1 0,2-4 1 16,-3-2 0-16,2 0-2 15,0-2 3-15,-3-3 0 16,1-2 0-16,-1 0 0 15,0-3-3-15,1 0 4 16,1-2 4-16,1-4-2 0,0-2-3 16,2-1 1-16,0 0 4 15,0 1 6-15,1 1-3 16,0 0 1-16,-1 3-3 16,3 0-1-16,0 2-3 15,-1 1-2-15,0 1 1 16,0 0-1-16,-1 1 0 0,0 5 0 15,-2 1 0-15,-1 0 0 16,-1 3 1-16,-3-2-2 16,0 3-4-16,-6-2 4 15,-5-1-3-15,-5 1 2 16,-5 0 2-16,-4-2 0 0,-5 1 3 16,-1-4-18-1,-3-3-72-15</inkml:trace>
  <inkml:trace contextRef="#ctx0" brushRef="#br0" timeOffset="186830.51">20905 5562 66 0,'0'0'11'0,"0"0"7"0,0 0-9 15,0-1-2-15,0-1-4 16,0 0 4-16,0 1 1 15,0-2 2-15,-2 1 2 0,0 0-1 16,-3-1-2-16,1 0-5 16,-2 1 1-16,1-1-5 15,-3 1-2-15,0 0 7 16,-1 0-9-16,2-1 7 0,-3 2 0 16,0-1-3-16,1 0-3 15,-2-1 6-15,3 3-1 16,-2-2-1-16,0 0-2 15,1 0 0-15,0 1 2 16,0-2 0-16,0 3-1 16,1-2 0-16,-2 0 1 0,2 1-1 15,-1-1 0-15,1 0-1 16,1 1 2-16,-3 1-2 16,0-1 2-16,-1 0-1 15,1 0 1-15,-1 1-1 16,-2 0 0-16,1-1 0 15,-1 0 0-15,-1 1 0 0,0 0 0 16,0-2 0-16,2 1 1 16,-5-1-2-16,4 2 2 15,1-2-2-15,-3 0 1 16,0 1 1-16,0 0-1 0,0 0 0 16,-1 0 0-16,0-1 0 15,-1 1 1-15,0-1-1 16,-1 0 0-16,0 1 0 15,-2-1 0-15,1 0-1 16,-1-1 2-16,-2 3 0 16,2-2-1-16,-2 2 2 0,1-1-2 15,0-1 0-15,1 2 0 16,0 0 1-16,1 0-1 16,0-1-3-16,0 0 8 15,0 0 0-15,-1 1 3 16,-1 0-2-16,1-1 1 0,0 1 0 15,-2 0-7-15,2 0 3 16,-1 0-2-16,-3 0 0 16,1 0 0-16,-2 0-1 15,-1-1 1-15,1 0-1 16,-3 1 0-16,1-1 0 0,-1 1 0 16,-1 0 1-16,0 0-1 15,1 0 1-15,0 1-1 16,-2 2 0-16,2 0 0 15,-1 1 0-15,0 0 0 16,1 1 1-16,-2-3-1 0,1 3 0 16,-1-2 1-16,3 2-1 15,-1-1 0-15,2 0 0 16,1 1 1-16,3-1 0 16,1-1-1-16,0 3 0 15,2-2 1-15,0 1-1 0,1 1 0 16,-1 0 0-16,2 1 2 15,-1 2-2-15,-2 1 0 16,2 1-2-16,1 1 4 16,-4 1-2-16,1 2 0 15,1 1 1-15,-1 1-1 0,0 0-1 16,1-1 2-16,2 2-2 16,-1-3 1-16,1 0 1 15,1 0 0-15,2 1-2 16,-2-2 1-16,0 1 1 15,0-1-2-15,2 3 1 0,-1-1 1 16,0 1-1-16,1 1 0 16,2 1 1-16,-1 0-2 15,0-1 2-15,2 2-1 16,0 0-1-16,1-1 2 16,0 0 0-16,0 0-1 0,3 0 1 15,-2-2-1-15,3 0-2 16,1 0 0-16,1 1-1 15,1 0 6-15,1 0-2 16,-1 0-1-16,1-1 1 16,1 2 0-16,-2-3-1 0,2-3 1 15,1 2 0-15,0-3-3 16,0-3 1-16,0 1 7 16,0-3 3-16,0 0-2 15,0-1 0-15,4 2-2 16,2-1-1-16,-1 1-1 0,1 0-2 15,2-1-1-15,-1 2 0 16,0-1 1-16,0-2-1 16,-1-1 0-16,1 2 0 15,0-2 0-15,0 1 0 16,0-1 0-16,2 0 0 16,0 0 0-16,0 0 0 0,0 2 0 15,1-2 0-15,0 0 0 16,3-2 0-16,-2 2-1 15,2-3 0-15,-1 1 3 16,1-3-1-16,1 3 0 16,0-2 1-16,1 0-2 0,-1 1 0 15,0-1 0-15,1 2 0 16,1-1 0-16,1-2 0 16,1 2 1-16,-1-1-2 15,3 0 1-15,-2 0 0 16,0-1 0-16,2 0 0 0,-2 0 0 15,-1 0 0-15,0 0 0 16,-1 0 0-16,0 0 0 16,0 0 1-16,0 0 2 15,1 0 0-15,0-1 0 16,1 0 1-16,1 0-2 0,1-1 1 16,0 2-2-16,0 0 0 15,2-2 0-15,-2 2-2 16,0 0 2-16,0-1 0 15,-1 1-2-15,-1 0 1 0,2-2 0 16,0 2 1-16,0 0-1 16,3-1 0-16,-1 1 0 15,4 0 0-15,-2-2 0 16,3 2 0-16,1 0 0 16,-2-1 0-16,1 0-1 0,-1 0 2 15,0-1-1-15,-1 0 0 16,0 1 0-16,-1 0 0 15,1-2 0-15,1 2 0 16,-1-1 0-16,-1 0 0 16,1 1 0-16,-1-1 0 15,0 0 0-15,-1 0 0 16,-1 0 1-16,1 0-2 0,0 0 1 16,1-1 1-16,1 1-2 15,0-1 2-15,-1 1-1 16,3 1 0-16,-2-1 0 15,-1 1 0-15,2 0 0 0,-3-1 0 16,2 1 0-16,-1 0 0 16,0 0 0-16,2 0 0 15,-1 0 0-15,-1-1 0 16,2 0 0-16,-1 0 0 16,0 0 0-16,-2-1 0 0,0 1 0 15,3-1 0-15,-4 0 0 16,3-2 0-16,0 1 0 15,0 0 1-15,2-1-2 16,-3 0 2-16,2-2-1 16,-1 2 0-16,-1-1 0 15,1-1 0-15,-2 1 0 0,-1-3 0 16,-1 2 0-16,-2-2 0 16,0 0 0-16,-1-2 1 15,-2-1-1-15,1 1 0 16,0-2 0-16,0-1 0 15,0 0 1-15,-3-2-1 0,1 2 0 16,-2-1 0-16,-2 0 1 16,-2 0 0-16,-2 0-1 15,-2 2 0-15,-1-2 1 16,0 2 2-16,-3 0-1 16,0-2-1-16,1 1 1 15,-2 0-1-15,1-1 0 0,-1 0-2 16,0-1 2-16,0 2 0 15,0-1 0-15,0 2 1 16,0 0-2-16,-1 1 1 16,-3-1-2-16,-1 1 1 15,1 1 3-15,-2-2-2 0,-2 3 1 16,1-2 1-16,-3-1 1 16,0 3-2-16,0-3 2 15,-1 2-1-15,0-1-1 16,-5 0-2-16,0-1-4 0,-4 2 8 15,-5-2-5-15,-5 0 0 16,-5 2-3-16,-7-2-17 16,-7 2-28-16,-6-3-68 15</inkml:trace>
  <inkml:trace contextRef="#ctx0" brushRef="#br0" timeOffset="188301.16">20382 5364 114 0,'0'0'13'0,"0"0"13"0,0 0-2 0,0 0-9 15,0-2-11-15,0 1-2 16,0-1-2-16,0 0 0 16,0-1 0-16,0 1 1 15,1 0 4-15,1-4 6 16,0 3 5-16,1-4-5 0,2 0-3 16,-1-2 1-16,3 0 0 15,3-4-5-15,2 0-1 16,2-1-3-16,2-2 0 15,3-2-23-15,-3-4-78 16</inkml:trace>
  <inkml:trace contextRef="#ctx0" brushRef="#br0" timeOffset="190744.46">21209 5377 112 0,'0'-2'2'0,"0"-1"12"0,0 0-1 0,0 1-4 16,0 2-1-16,0-2-1 0,2 1-2 16,-2-1-3-16,0 2 0 15,1-1-1-15,-1 1 1 16,1-2 5-16,-1 2-1 16,0 0-3-16,0 0-1 15,0 0-4-15,2 4 1 16,-2 2 1-16,1 4-1 0,-1 1 1 15,2 3 0-15,0 2-1 16,0 2 2-16,-1 2-1 16,2 0 0-16,2 5 1 15,-3 3-1-15,2 3 1 0,-3 4 2 16,0 5 2-16,-1 4 6 16,0 2-1-16,-4 5-1 15,-2 2 0-15,0-1 1 16,1-1-2-16,2-4 0 15,2-2-3-15,1-5 1 16,0-5-3-16,0-4-1 0,0-4-1 16,2-1 0-16,1-5 0 15,0-1-1-15,0-3-3 16,2-4-13-16,-2-5-24 16,2-6-60-16</inkml:trace>
  <inkml:trace contextRef="#ctx0" brushRef="#br0" timeOffset="191233.61">21531 5727 136 0,'0'0'5'0,"0"0"-2"0,0 0-2 0,0 0 1 16,0 0 2-16,6 33 2 0,-6-18-1 15,0 0 0-15,0 1-1 16,1 0-1-16,-1 0-1 16,0-1-1-16,0 1 1 15,0-2-2-15,-2-1-12 16,-3-2-25-16,-1-3-27 0</inkml:trace>
  <inkml:trace contextRef="#ctx0" brushRef="#br0" timeOffset="191835.63">21489 5737 147 0,'0'0'-1'16,"0"0"14"-16,0 0-4 15,0 0-3-15,0 0-3 16,16-28 0-16,-9 26 0 16,1-1 2-16,1 0 2 15,3 1 0-15,-1-1 1 0,4 2-5 16,0 1-1-16,-1 0 0 16,0 0-1-16,0 4-1 15,-2 2 1-15,-1 2-1 16,-2 1 0-16,-2 1 0 15,-1 2 0-15,-3-2-1 16,0 1-1-16,-3 1-2 0,0 0-4 16,-1-1 2-16,-5 0-5 15,-1-1 2-15,-3-1 5 16,-1-2 4-16,-2 0-1 16,1-2-1-16,0-3 6 15,2 0-3-15,0 1-1 0,3-3 0 16,4 0 2-16,1 0 0 15,2 0 0-15,0 0-4 16,3 0 2-16,5-3 0 16,-2 3 0-16,3-2 2 15,1 2 2-15,0 0 2 0,0 0 2 16,0 0-2-16,0 5 0 16,2 0-2-16,0 2-2 15,-1-1 1-15,2 2-1 16,-1 0-1-16,-2-1 0 0,0 0 0 15,-3 0-1-15,1 1 1 16,0-3-1-16,0-1-5 16,-1-1-25-16,1-2-45 15</inkml:trace>
  <inkml:trace contextRef="#ctx0" brushRef="#br0" timeOffset="192252.51">21852 5853 222 0,'0'0'2'0,"0"0"-8"0,0 0 10 0,0 0-2 16,0 0-1-16,0 0 0 15,0 0-1-15,0 0 0 16,33 6 0-16,-26-6 1 0,-2 0-1 15,1 0 0-15,0-1 0 16,-1-4 1-16,0 1-1 16,-1-1 0-16,-1-1 0 15,-2 2-1-15,-1-2 1 16,0 3-2-16,-1-1-1 0,-6 1-4 16,-2 3 5-16,-1 0 1 15,-2 0 2-15,1 3 2 16,-1 4 0-16,2 3 2 15,2 3-1-15,1-2 0 16,2 1 1-16,3 0-2 0,2 0 1 16,0-2 2-16,4 1-3 15,3-3 1-15,3-1-2 16,1-1-2-16,2-2-2 16,3-2-21-16,0-2-67 15</inkml:trace>
  <inkml:trace contextRef="#ctx0" brushRef="#br0" timeOffset="192969.62">22058 5823 209 0,'0'0'5'0,"0"0"-1"15,0 0-6-15,0 0 3 16,0 0-1-16,0 0 0 0,0 0 1 15,10 33-1 1,-7-21 0-16,0-1 1 0,1 0-2 16,-2-1-2-16,0-1 0 15,1-1-6-15,0-3 5 16,-3 0 4-16,2-2 0 16,-2-3-1-16,0 0 2 15,0 0 1-15,0 0 2 0,0-4-3 16,0-2-1-16,1-3 0 15,0 2-1-15,-1-1 0 16,1 0 0-16,1 1 0 16,1-1 1-16,-1 3 3 15,1-1 6-15,2 2 2 0,0-1-7 16,1 3-1-16,2-1 0 16,2 1-2-16,-2 2-1 15,2 0 1-15,0 0-1 16,1 0 1-16,-1 3-1 15,-1 3-1-15,0 0 2 0,-1 1-2 16,-3 1 1-16,0 0-1 16,-4 0-6-16,0-1-5 15,-1 1-1-15,0-3 2 16,0 0 7-16,0-2 2 16,0-1 2-16,-1-2 5 15,0 0 13-15,-2 0-7 0,1 0-4 16,1-5 0-16,0-1-2 15,1-1 3-15,0 1 2 16,0-1-4-16,2-2-3 16,4 1 0-16,0 0-1 15,2 0 0-15,1 1 0 16,2 0-2-16,0 1 0 16,0 3 0-16,2 1 0 0,-1 1 0 15,-2 1 0-15,2 0 0 16,-5 0 0-16,0 3 0 15,-3 3-1-15,-1 1 1 0,-2-2-1 16,-1 3-3-16,0 0-1 16,0-1-4-16,0 0-16 15,0-2-30-15,3-2-27 16</inkml:trace>
  <inkml:trace contextRef="#ctx0" brushRef="#br0" timeOffset="193361.76">22512 5821 67 0,'0'0'112'0,"0"0"-106"0,0 0 15 16,0 0-11-16,0 0-11 16,0 0 0-16,0 0 1 15,-30-8 3-15,21 15 2 16,1 1-4-16,3 1 1 15,-1 0-1-15,4 0 0 0,2 0-1 16,0-2-1-16,0-1 4 16,5-1 0-16,2-1 3 15,3-4-2-15,0 0 5 16,1 0-1-16,1 0-2 16,1-1-4-16,0-5 1 0,0-1-1 15,-2 0 1-15,-1-2-2 16,-2 1 4-16,-4-2 0 15,-2 2 2-15,-1-1 4 16,-1 3-4-16,-1-1-7 0,-6 4-2 16,-4 0-3-16,0 2 2 15,-2 1-9-15,1 0 5 16,1 1-17-16,2 0-59 16</inkml:trace>
  <inkml:trace contextRef="#ctx0" brushRef="#br0" timeOffset="193706.9">22720 5592 174 0,'0'0'1'15,"0"0"6"-15,0 0-3 0,0 0-3 0,0 0 1 16,0 0 0-16,0 0 0 16,24 41 3-16,-20-23 2 0,-2 2-2 15,0 0-4-15,0 1 0 16,-1-1 0-16,0 0 1 15,0-2 0-15,-1-1 0 16,0-2-3-16,0 0-9 16,0-4-30-16,0-2-49 15</inkml:trace>
  <inkml:trace contextRef="#ctx0" brushRef="#br0" timeOffset="194196.57">22689 5776 145 0,'0'0'1'0,"0"0"1"15,31 0 3-15,-17 0 4 16,2 0-1-16,2 0-2 15,-1 0 3-15,0 0-1 16,2 0-1-16,0-2-3 16,-2 0 0-16,2 0 0 0,-2-1 0 15,-1 0 1-15,-3 0-3 16,-1 1 0-16,-5-1-1 16,-1 0 0-16,-2 0-1 15,-2 0 1-15,-2 2 3 16,0-2 3-16,-3 1-8 0,-3 1 2 15,-4-2-3-15,0 3 4 16,-3 0-6-16,0 0 9 16,-2 0-5-16,0 3 0 15,1 3-1-15,2 1 2 16,0 2 2-16,2 1 1 16,2 1-1-16,3-1 0 0,4 0-2 15,1 2 1-15,0-2 3 16,6-2 0-16,3 0-1 15,4 0-2-15,3-4 1 16,2 1-8-16,2-4-26 0,2-1-99 16</inkml:trace>
  <inkml:trace contextRef="#ctx0" brushRef="#br0" timeOffset="194635.37">23297 5572 23 0,'0'0'72'0,"0"0"-71"0,0 0 0 0,7 29 3 0,-6-16-1 16,-1 3 6-16,0 2-2 16,0 2-1-16,0-2 1 15,0 2-6-15,0-2 1 16,0-1 1-16,0-1 3 16,0-3 1-16,1-1 2 0,1-4 4 15,2 0 6-15,0-1-2 16,0-4 1-16,3 1 1 15,0-3 2-15,3-1-1 16,1 0-4-16,2 0-7 16,1 0-6-16,3 0-2 15,-2-1-1-15,2-1-6 16,-1 0-12-16,1 1-5 0,-2-1-4 16,-1-1-21-16,-1 2-20 15,0-2-12-15</inkml:trace>
  <inkml:trace contextRef="#ctx0" brushRef="#br0" timeOffset="195118.91">23631 5735 159 0,'0'0'39'0,"0"0"-2"16,0 0-24-16,0 0-12 0,0 0-1 15,0 0-1-15,-26-26 3 16,16 26-2-16,0 0 4 15,-1 0-3-15,1 3-1 16,0 4 1-16,1 1-1 16,1 1 0-16,1-1 1 0,3 3-1 15,1-2-1-15,3 1 0 16,0-2 0-16,0-2 3 16,5 0 0-16,2-2 2 15,1-1-2-15,2-2-1 16,-1-1 3-16,2 0-2 0,1-1-2 15,-2-5 1-15,1 1-1 16,0-3 0-16,-2 1 0 16,-1-1 2-16,-2 1-2 15,-2 0 1-15,-1 3 2 16,-3-1 9-16,0 4-1 16,0 0-8-16,0 1-4 15,0 0 1-15,0 0-1 0,0 2 2 16,0 3 0-16,0 1-1 15,0 0-2-15,0 0 1 16,2 0 4-16,3-1-2 0,2 0-1 16,0-1 1-16,2-1-4 15,1 0-9-15,1-2-2 16,1-1-10-16,1 0-37 16,0-1-31-16</inkml:trace>
  <inkml:trace contextRef="#ctx0" brushRef="#br0" timeOffset="195723.7">23867 5556 249 0,'0'0'3'0,"0"0"12"0,0 0 7 0,0 0-16 0,0 0-6 16,0 0-2-16,0 0-6 15,0 0 8-15,0 0-1 0,0 0 2 16,-3 26-2-16,2-12 1 16,1 2 0-16,0 0 0 15,0 1 0-15,0 0 0 16,0-1-2-16,0-2 2 16,0-2-1-16,1 0 1 0,1-4-2 15,0-1 0-15,1-2 3 16,0-1-1-16,0-2 0 15,0-1 1-15,1-1-2 16,0 0 1-16,2 0 1 16,-2 0-1-16,3-3 1 15,-1-2-1-15,2-1 1 0,-1 2-1 16,0 1 1-16,0 0-1 16,1 0 0-16,0 1 1 15,0 2-1-15,-1 0 0 16,0 0 0-16,-3 0-1 15,1 3 1-15,-2 2-1 16,-1 0 0-16,1 3 1 16,-1-1 0-16,-1 0 0 0,-1 1-1 15,0-1 1-15,0 0 0 16,0-1-1-16,-3 0 0 16,-3-2-2-16,-1-1-1 0,-2 0 5 15,-1-3 0-15,0 0 7 16,-1 0 0-16,2-1 5 15,1-4-1-15,0 1-2 16,1-2-3-16,0 2-5 16,2-2 1-16,1 0-2 0,0 1 0 15,1-2-8-15,2-3-86 16</inkml:trace>
  <inkml:trace contextRef="#ctx0" brushRef="#br0" timeOffset="204760.99">17912 6467 0 0,'0'0'1'0,"0"0"-1"0,0 0-1 0,-28 5 1 0,23-5 1 16,-2 0 1-16,3 2 10 16,0-2 4-16,1 0-11 15,0 0-4-15,2 0 0 16,1 0 0-16,-2 0 0 0,1 0 1 15,1 0 3-15,0 0 4 16,0-2 2-16,0 2 1 16,-2-3 1-16,2 3-5 15,0-2-5-15,0 1-3 16,0 1-2-16,0-1 1 0,0 0 0 16,-1 0 2-16,-2 0-2 15,0 1 5-15,-1-1 2 16,1 1 6-16,-3 0 2 15,1-2 2-15,1 2-7 16,1 0-3-16,0 0-2 0,-1 0-3 16,3 0 1-16,-1 0 0 15,2 0 0-15,-1 0 0 16,1 0-2-16,0 0 1 16,0 0-1-16,0 0 0 15,0 0-1-15,0 0 2 0,2 0-1 16,4 0-1-16,-1 2 2 15,3-1-1-15,2 1 0 16,1-1 3-16,0 0-2 16,4 0-2-16,-1-1 1 15,2 2 0-15,0-2-3 0,4 0 1 16,0 0 3-16,3 0 3 16,4 0 2-16,-1-3-4 15,3-1 2-15,2-1-3 16,2 0 1-16,2 1-2 15,-1 0 0-15,-1 1 0 0,-1 0 0 16,-1 1 1-16,-1-1-1 16,-2 1 0-16,2-1 0 15,0 0 0-15,3 1 0 16,1-2 1-16,3 0-1 0,-1 0 2 16,4-1 2-16,-1 0 2 15,2 2-2-15,-1-1-1 16,0 1 0-16,-2-1-2 15,-1 1-1-15,-2 0 1 16,-2 0-1-16,-1 1 0 16,0-1 1-16,2 0 1 0,2 0 3 15,0 1-1 1,3 0-2-16,1-1-1 0,2 1-1 16,-1 0 0-16,2 0 0 15,0 1 0-15,0 0 0 16,1-1-5-16,-1 2-2 0,0-2-3 15,-2 1 5-15,2-2 4 16,-1-1 1-16,0 1 0 16,-1-1 0-16,1-1 0 15,-1 1 1-15,-1 0-2 16,2 0 2-16,-2 0-1 16,1 0 0-16,0 1 0 0,-2-1 0 15,-1 0 0-15,1 2 0 16,0-1 0-16,1 1 0 15,-3 1 0-15,0-1 1 16,1 2-1-16,-1-1 1 16,0 0 1-16,2 0 4 0,-1-1-1 15,1 2-1-15,0-1-4 16,1 0 1-16,-2 0-1 16,1 0 0-16,1 0 0 15,2 1 2-15,-1-2-2 0,0 0 0 16,1 0 0-16,-1 0 0 15,1 2 0-15,-1-3 0 16,0 1 0-16,0-1 1 16,-1 1-1-16,1-1 1 15,-1-1-1-15,4 0 0 16,2 0 2-16,2-1 2 0,2 0-2 16,1-1 1-16,2 4-3 15,-1-1 0-15,-2 0 0 16,-1 1 1-16,-2 0-2 15,-1 2 2-15,-2-1-1 0,-1 1 0 16,0 0 0-16,2 0 0 16,-4 0-1-16,2 0 1 15,2 0-2-15,-2 0-1 16,2 0 1-16,-3 0 3 16,1 0-2-16,0-1 2 15,-1 0-2-15,1-1 3 16,-1 2-2-16,3-1 1 0,-4 0-1 15,3 0 0-15,-2-1 1 16,0 1-2-16,-1-1 1 16,0 0 0-16,-1-1 0 15,-1 1 0-15,2 0-1 16,-3 1 1-16,0-1 0 0,1 0-1 16,-1 0 1-16,0 1 0 15,0-2 0-15,1 3 1 16,-3-2-2-16,3-1 2 15,2 2-1-15,0-1 0 16,1 0 0-16,0-1 0 0,1 1 1 16,-1 0-2-16,-1-2 1 15,0 0 1-15,-2 1-1 16,-1-2 1-16,-1 2 4 16,0-2 0-16,-1 1 3 0,0 0-3 15,0-1 0-15,1 0-1 16,-1 0-1-16,1-2-1 15,-3 1-1-15,-2-1 0 16,-1-1 0-16,-3-2-1 16,-1 0 0-16,1-1 1 15,0-1-2-15,1-3 1 0,0 0 0 16,-1-1-4-16,-1-1 0 16,-3 0-4-16,-3 1 5 15,-4 0 2-15,-4 1 3 16,-4 0-1-16,0 0 10 15,-3 1-6-15,-3 1-3 0,-1 0 3 16,0 0-1-16,1 1 0 16,-2 1-3-16,0-2 1 15,1 1-2-15,0 0 0 16,2-1-2-16,-2 1 1 16,0-1 0-16,1-1 1 0,0-1-5 15,-3-2-3-15,0 1-10 16,0-1 5-16,-4 1 8 15,-4-1 5-15,0 1-1 16,-2 1 3-16,-2 0 2 16,2 1-1-16,-1-1 2 15,-1 1-2-15,-1 1-2 0,-1 1 1 16,-2-1-2-16,-3 1 1 16,0-1-1-16,-3 0 0 15,-2 0 0-15,0 1-1 16,-3 1 0-16,2 1 0 15,-2 0 1-15,0 0 0 0,-1 3 0 16,-2 1 0-16,0-2-1 16,-3 1-1-16,-3 0 2 15,0-1-1-15,-3 0-3 16,2-1 4-16,-1 1-1 0,2 0 1 16,1 1 1-1,0-1-1-15,3 3 1 0,-1 0 0 16,1 1-2-16,-1 0 0 15,0 1-2-15,-2-1 1 16,-2 1-1-16,-1 1 1 16,-2-1 0-16,-1 0 0 0,-1 1 0 15,0 0 0-15,-1 1 0 16,1 1 1-16,2 0-1 16,-2 0 3-16,0 0-1 15,0 0-13-15,-1 0 22 0,-2 0-8 16,-2 1 1-16,0 1-1 15,-3 0 1-15,0 0 0 16,-2 1 0-16,-1 0-1 16,1 2 1-16,-3-2-2 15,0 2 0-15,-1 0 0 16,0 0 1-16,-2 0-1 0,-3 0 0 16,-1 0 0-16,0-2 0 15,-1 2 0-15,1 0 0 16,1-2 0-16,1 2 0 15,-1-1 2-15,2-1-1 16,-1 1 1-16,-2 0 2 0,-5 1-1 16,1-1-1-16,-2 1 0 15,-2-2-1-15,-3 2 1 16,-2-3-2-16,-1 1 0 16,-2 0 1-16,-3-1-1 15,2 0 1-15,-2 0-1 0,0 2 1 16,1-1 0-16,1 2 9 15,-2 0-11-15,0 2 1 16,1-1 1-16,2-1-2 16,-3 2 1-16,-1-1 0 15,0 1 0-15,-1 0 0 16,0-1 0-16,-3 1 1 16,0 0-2-16,0 1 2 0,-1-1-1 15,0-1 0-15,-1 1 1 16,2-1-1-16,1 1 2 15,0 1-1-15,0 2 0 16,1-1-2-16,-2 2 1 0,0 0 0 16,0 1-1-16,1 0 1 15,1-1 0-15,2 1 0 16,2-1-1-16,3-1 1 16,3 0 0-16,4-2 0 15,3 2-2-15,3-2 2 0,4-1-3 16,3 0 3-16,1 0-3 15,2 0 1-15,1 0 0 16,2-1 2-16,3 1 0 16,1 0 0-16,1-1 0 0,4 1 0 15,0 1 0-15,2-1 0 16,4 0 1-16,-3 2-1 16,4 1 0-16,-2 1 0 15,4 2 0-15,-1-2 0 16,4 2 1-16,1 0-1 15,4-1 0-15,2 0 1 0,6-1-1 16,1 1 0-16,4-1 0 16,2 1 1-16,2 1-3 15,4 0 2-15,-1 0 0 16,2 2-1-16,1 0 1 16,0 2 1-16,0-2-1 15,0 3 0-15,0 0 1 0,0 0-1 16,0 1 1-16,1 2-1 15,0-1 0-15,0 3 0 16,1-1 0-16,0 0 0 16,0 0 0-16,0-2 0 15,1 1 0-15,3-3-3 0,-3 1 1 16,2 0 2-16,-1-1 0 16,0 1 0-16,1-1 0 15,-2 0 1-15,1-1-1 16,1-1 0-16,2 0 0 0,-2-1 0 15,4-2-3-15,3-1 3 16,0-3-3-16,3-3 0 16,4-1 0-16,5-3 4 15,3-2 6-15,7 0-4 16,7-4-1-16,9-2 0 0,4-4-1 16,7 2-1-16,3-2-4 15,1-3-85-15</inkml:trace>
  <inkml:trace contextRef="#ctx0" brushRef="#br0" timeOffset="207181.91">8800 7377 48 0,'0'0'29'0,"0"0"-6"0,0 0-3 0,0 0-5 16,0 0-9-16,0 0-2 16,0 0-1-16,0 0 4 15,0 0 8-15,0 0 3 16,0 0-4-16,0 0-7 16,30-14-3-16,-18 5-1 0,6-2 2 15,4-4-1-15,7-2-1 16,5-6 0-16,8-2-3 15,6-4 0-15,4-11-48 16</inkml:trace>
  <inkml:trace contextRef="#ctx0" brushRef="#br0" timeOffset="-214352.45">4280 9500 14 0,'0'0'40'0,"0"0"-27"0,0 0 2 16,-3 0-5-16,0 0-3 15,-1 0 0-15,1 0-3 16,-1-1-1-16,0 0-1 16,-1-1-1-16,0 2 2 0,0-1-1 15,1 1 1-15,0 0-3 16,-3 0 1-16,3 0-1 15,-2 0 0-15,2 0 0 16,-1 0 1-16,0 0-1 16,2 0 1-16,-2 0 0 15,0 0-1-15,1-2 4 0,0 0 1 16,-2 2 6-16,2-3-1 16,-3 1-1-16,0 1 2 15,0-2-2-15,0 2-4 16,1 0-1-16,-1 1-2 0,-1 0-1 15,-1 0-1-15,1 0 0 16,0 0 1-16,-2 0-1 16,0 0-1-16,-2 1 0 15,2 0 2-15,-2 0-1 16,-2 1 0-16,1-2 1 0,-1 1-1 16,0 0 0-16,-1 1 2 15,-2 0-2-15,2 2 1 16,0 0-3-16,-2 0 2 15,2 2 0-15,-1 1-1 16,0 0 1-16,-1-1 1 16,1 3-2-16,0-1 1 0,3 0 1 15,-2 0-1-15,1-1 0 16,3 1 0-16,1-1 0 16,-2 0 0-16,3 1 0 15,1-2-1-15,0 1 1 16,0-1 0-16,1 0 0 0,-1 0-1 15,2-1 1-15,0 2 0 16,1 0 0-16,-2 0 0 16,0 0 0-16,-1 1 1 15,1 0-1-15,-1 0 0 16,0 1 0-16,1-1 0 0,-2-1 0 16,2 1 1-16,1 1-1 15,-1-1 0-15,2 0 0 16,0-1 0-16,1 1-1 15,1 0 1-15,0 1-1 16,0 1 1-16,1-1 0 0,0 3 1 16,1-2-1-16,1 3 0 15,0 0 0-15,0 0 1 16,0-1-1-16,0 1 0 16,0 0 0-16,0 0 1 15,1-1-1-15,1 0-1 0,2-2 2 16,0 1-1-16,0-1 0 15,-1 0 0-15,3 0 0 16,-2 0 0-16,2-1 0 16,0 2 0-16,1-1 0 15,-1-1-1-15,1 1 1 16,2 0 0-16,-1 1 0 0,2 0 0 16,-1 0 0-16,1-1 0 15,0 0 0-15,1 1 0 16,3-1-1-16,-3-1-1 15,2 1 0-15,3-3 2 0,-1 1-1 16,-2-2 1 0,2 0 1-16,1-2-1 0,0-2-1 15,1 1 1-15,-2-2 0 16,0 0 0-16,2 0-2 16,-4-1 4-16,2 2-1 0,-1 0 1 15,-2-1-2-15,3 1 0 16,-2 1 0-16,0-1 0 15,1 3 0-15,1-2 0 16,-2 1 1-16,4 0-2 16,0 0 2-16,0-1-1 15,1 0 0-15,1-1 0 0,-1 0 0 16,-2-1 0-16,3 0 0 16,-2 0 1-16,2-1-1 15,-2 0 0-15,2 0 0 16,0 0 1-16,-1 0-1 0,-1 0 0 15,0 0 0-15,1 0 0 16,-1 0 0-16,3 0 0 16,0 0 0-16,2 0 0 15,3 0 0-15,1 0-1 16,2 0 2-16,-1 0-1 16,-1 0 0-16,1 0 0 0,0 0 1 15,1 0-1-15,-1-1 0 16,1-3 0-16,1 2 0 15,1-2 0-15,-1 0 0 16,1-1 1-16,0 2-1 16,1-1-1-16,0 0 2 0,1 0-1 15,1 2 0-15,1-2 0 16,3 1 0-16,2 0 0 16,-1 0 0-16,1-1 1 15,-1 0-1-15,1 1-1 16,-1-1 2-16,-1 1-1 0,2 0 0 15,-3 3 0-15,0-2 0 16,-1 2 0-16,-2-1 0 16,-2 0 0-16,1 0 1 15,0 1-1-15,-2 0 0 16,0 0 0-16,1 0 0 0,-2 0 0 16,1 0 0-16,-1 1 0 15,0 0 0-15,-3-1 1 16,3 1-1-16,-3 1 0 15,1-2-1-15,-1 3 2 16,-3 0-1-16,0 1 0 16,0-1 0-16,-2 1 0 15,-1 1 2-15,0-1-4 0,-1 1 4 16,1 0-2-16,-2 0 0 16,2-2 0-16,-1 0 0 15,0 0 0-15,2-2 1 16,1-1-1-16,0 0 1 15,-1 0 0-15,1 0 0 0,1 0 0 16,-2 0-3-16,0 0 5 16,1 0-2-16,-1 0 0 15,0 0 0-15,-1 0-1 0,0 4 0 16,-1-1 0-16,-1-1 0 16,1 0 1-16,-1 0-1 15,2 0 0-15,-1 0 1 16,-1 0-1-16,2-1 0 15,-1-1 0-15,-1 2 2 0,2-1-2 16,0 1 0-16,0 0 0 16,0-1 0-16,2 1 0 15,-1-2 0-15,1 0 0 16,3 0 0-16,-4 0 0 16,3 0 0-16,0-3 1 0,0-2-2 15,1-2 2-15,-1 2-1 16,1-1 0-16,-2 0 0 15,0 0 0-15,0-1 0 16,-3 1 0-16,0-1 0 16,-2 0 1-16,1-1-2 15,-2 0 2-15,-1 0 0 0,1-1 1 16,-3 0 1-16,1-3 4 16,-2 2 4-16,-1-2-1 15,2-1-2-15,-4-1-2 16,0-1 1-16,-1-2-1 15,-1 2-2-15,1-1-2 0,-2 1-1 16,-2-2 0-16,2 1 0 16,-4-1-1-16,2 1 0 15,-2-1 0-15,0 2 1 16,-3 0-1-16,0 1 0 16,0 0 1-16,0 1-1 0,0 1 2 15,-1 1-2-15,-2-2 0 16,-3 2 1-16,3 0-1 15,-3-1 0-15,1 1 1 16,-2 0-1-16,0-1 2 16,-1 0-1-16,-1 1-1 15,1-1 0-15,-2 0 0 0,0 1 0 16,-2 0 1-16,0-1-1 16,-1 1 2-16,-2 1 0 15,0-2-1-15,-1 2-1 16,0 0 2-16,1 2-2 0,-5 0 0 15,3 1 1-15,-3 0-1 16,0 1 0-16,0 0 1 16,0-1-1-16,-2 4 0 15,0-2 0-15,2 1 0 16,-2 1 0-16,2 1 0 0,-2 0 0 16,1-1 0-16,0 2 0 15,0-1-1-15,1 0 1 16,-2 1 0-16,2-1 0 15,-1 1-1-15,-1-1 1 16,1 0-1-16,0 1 1 16,0-1 1-16,-1 0-2 15,2 0 1-15,-2 1 0 0,0-1 0 16,1 0 0-16,-1 1 0 16,-1 1 0-16,2 0-2 15,-1 0 1-15,0 0 2 0,-1 0-2 16,-2 0 1-16,0 0 0 15,-2 2 0-15,0 1 0 16,-3-1 1-16,1 0-1 16,-1 1 0-16,-2-2 1 15,1 2-1-15,0 1 1 16,1-2-1-16,1 1 0 16,0-2 0-16,0 1 0 0,1-2 0 15,-3 1 0-15,3 0 0 16,-2 0 1-16,0 1-1 15,0 0 0-15,1 0-1 16,0 2 2-16,-1 1-2 0,2-3 1 16,-4 4 0-16,0-2 0 15,-1-1 0-15,-2 1 0 16,1 0 0-16,-1-1 0 16,-2 1 0-16,0 0 0 15,-2-1 0-15,-1 2 0 0,0-1 0 16,-1 0 0-16,-2-1 0 15,0 1 0-15,-1-2 1 16,-2 0-2-16,-2 0 2 16,0 1-1-16,-3 0 0 15,-2 1 0-15,-3 3-1 0,-2 2 1 16,-3 1-1-16,-2 5-1 16,-2 1-7-16,3 1-18 15,0 1-16-15,-1-3-26 16</inkml:trace>
  <inkml:trace contextRef="#ctx0" brushRef="#br0" timeOffset="-211745.2">7390 9847 26 0,'0'0'9'0,"0"0"7"0,0 0-10 0,0 0-3 16,0 0-3-16,0 0 2 15,0 0-1-15,0 0 0 16,0 0 1-16,0 0 1 16,0 0-3-16,0 0-2 15,0 0 2-15,0 0 0 0,0 0 0 16,0 0 0-16,0 0-5 16,0 0 3-16,4 0 3 15,-3 0 4-15,-1-1-7 16,2 0 9-16,-2 1-6 0,2-2 2 15,0 2-4 1,-2 0 3-16,1 0-2 0,1 0 1 16,-2 0-1-16,0 0-2 15,0 0 3-15,0 0 4 16,0 0-3-16,0 0-1 16,0 0-1-16,1 0 1 0,1 0 0 15,-1 0 0-15,2 0-1 16,-2 0 0-16,2 0 1 15,0 0-1-15,-2 2 0 16,2-1 0-16,0-1 0 16,-1 1 1-16,-1 0-2 0,1 1 2 15,0 1-1-15,1 0 0 16,-1 0 0-16,-2 1 1 16,2 0 0-16,-1 0-1 15,1 1 0-15,-2-1 1 16,2-1-1-16,1-1 0 0,-1 0 2 15,-2 0-2-15,3-1 0 16,-1 0 1-16,1-1 0 16,-1 0-1-16,3 0 3 15,0 0-2-15,2 0 2 16,1-7 0-16,2 0-1 0,4-3 0 16,1-2-2-16,7-3 3 15,1-2-2-15,6-3 2 16,-1-1 0-16,7 0-2 15,1-1 0-15,3 0-1 16,0-2 1-16,3 4-1 16,-3-3 0-16,-2 5 0 0,-1-2 1 15,-4 6-1-15,-3 0 0 16,-7 4 0-16,-5 4-1 16,-3 2-8-16,-8 2-31 15</inkml:trace>
  <inkml:trace contextRef="#ctx0" brushRef="#br0" timeOffset="-210855.78">7288 9908 11 0,'2'-2'18'0,"1"0"1"0,-2 1-9 16,2-1-2-16,0 1-4 15,-2 0-2-15,2 1-2 0,-2 0 1 16,2 0-1-16,0 0 0 15,-1 0 1-15,0 0-1 16,0 2 1-16,1 1 0 16,-2 1 0-16,1-1 1 15,0 3 1-15,-2-2-1 0,1-1 0 16,1 2 0-16,0-2 0 16,1 2-1-16,-1 0-1 15,2-1 0-15,0 2 0 16,-1-1 0-16,1 0 0 15,1-2 0-15,-2 1 0 16,2-1 0-16,-1-2 0 0,2-1 1 16,-1 0 2-16,2 0 2 15,2-6 1-15,1 1-1 16,0-3-2-16,0-3 3 16,5 0-3-16,-2-3-1 0,6-3 2 15,1-1 1-15,5-3-3 16,2-1 1-16,3-2-1 15,1 0 1-15,4-1-1 16,-1-1 0-16,1-1 2 16,3 0 1-16,2-1-1 0,0 1 0 15,2-1 1-15,0 0-2 16,-2 2-1-16,2 2-1 16,-3 4-2-16,-2 3-1 15,-2 1-18-15,-9 1-41 16</inkml:trace>
  <inkml:trace contextRef="#ctx0" brushRef="#br0" timeOffset="-205999.31">11492 10772 122 0,'0'0'-14'0,"0"0"19"0,0 0 1 0,0 0-4 0,0 0-3 16,0 0 2-16,0 0-1 16,-15-30 0-16,14 24 2 15,1-1 2-15,0 0 10 16,0 0-2-16,0 0-2 15,6 0-6-15,2-2 0 16,2 3-1-16,4-1 1 0,3 0-2 16,-1 1-2-16,3 0 6 15,1 0-4-15,3 4-1 16,-1 1 0-16,0 1-1 16,0 0 0-16,0 1 1 15,-1 7-1-15,-1 1 0 16,-1 4 0-16,3 2 0 0,-4 2 1 15,-1 1-1-15,0 1 0 16,-3 3 1-16,-3 0 1 16,-2 1-2-16,-1 3 3 15,-7 0-3-15,1 4 2 0,-2 3 1 16,0 2 3-16,-3 3-1 16,-5 3-3-16,-1 1 0 15,0 4 1-15,0 0-2 16,0 0-1-16,1 2 1 15,-1 0-1-15,2 0 0 16,1 1 0-16,0-2 1 0,2-1 0 16,0-1 1-16,2-3 2 15,2-5 2-15,0-3-3 16,1-6 0-16,8-3-2 16,1-4 0-16,1-3 2 0,0-2-2 15,2-2 0-15,-2-3-1 16,-1-1 1-16,-1-1 0 15,-2 0-1-15,-1-1 1 16,-2 4 0-16,-2-1-1 16,-1 6 1-16,-1 2 1 15,0 6 0-15,-2 5 0 0,0 9-2 16,1 6 1-16,1 6-1 16,0 5 0-16,1 7 0 15,8 5 0-15,1 4 0 16,1 3 0-16,3 6 0 15,1 1 0-15,1 3 0 0,0 0 0 16,-3 5 0-16,-3 2 0 16,-6 1 0-16,-4 5 0 15,-4 2 0-15,-15 4-4 16,-11 2-10-16,-12-4-26 16,-14-1-34-16,-15-10-56 0</inkml:trace>
  <inkml:trace contextRef="#ctx0" brushRef="#br0" timeOffset="-204930.02">6153 10831 141 0,'0'1'14'0,"-1"-1"-4"0,-2 3-10 15,3 1-2-15,0 2 2 16,0 1 2-16,0 0-2 16,0 2 0-16,0-2-2 15,4-1 1-15,3-2-1 0,3-2 2 16,5-2 1-16,4 0 3 16,4-8 2-16,9-8 5 15,6-3-7-15,11-8 8 16,8-4-7-16,6-7-2 0,8-1-1 15,5-3 3-15,4 1-6 16,0-2-25-16,-2 0-56 16</inkml:trace>
  <inkml:trace contextRef="#ctx0" brushRef="#br0" timeOffset="-204361.6">8562 11553 192 0,'0'0'21'0,"0"0"-9"0,0 0-12 0,0 0 6 16,39-19 5-16,-16 4 1 15,9-4-4-15,6-5-3 0,11-3-3 16,9-5-1-16,13-3 0 16,6-7-2-16,7-6-27 15,5-7-92-15</inkml:trace>
</inkml:ink>
</file>

<file path=ppt/ink/ink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4-26T05:19:02.571"/>
    </inkml:context>
    <inkml:brush xml:id="br0">
      <inkml:brushProperty name="width" value="0.05292" units="cm"/>
      <inkml:brushProperty name="height" value="0.05292" units="cm"/>
      <inkml:brushProperty name="color" value="#FF0000"/>
    </inkml:brush>
  </inkml:definitions>
  <inkml:trace contextRef="#ctx0" brushRef="#br0">9236 6950 116 0,'0'0'95'0,"0"0"-92"0,-29 23-2 0,21-4-1 16,-2 9 0-16,0 4 0 0,0 9 0 16,1 4 1-16,1 2-2 15,3 2 2-15,-1-4 0 16,3-4-1-16,3-5 1 15,0-7-1-15,0-7 3 16,0-5-3-16,4-6 0 16,-1-4 1-16,1-5-2 0,-1-2-1 15,2-4 4-15,4-13 21 16,1-9-16-16,3-9-5 16,2-6-2-16,4-7-4 15,0-4-11-15,-2 1-6 16,-2 4 10-16,-4 7 12 15,-2 10 1-15,-3 9 4 0,-3 11 8 16,-3 10 3-16,0 10-24 16,-2 16 10-16,-6 8-5 15,-2 9 4-15,0 7 1 16,0 4-1-16,-1-2-1 0,4-5-1 16,3-6 0-16,4-10-2 15,0-8 1-15,0-8-1 16,8-8 0-16,2-7-7 15,4-5 4-15,0-12 5 16,5-9 4-16,-2-7-2 16,3-8-2-16,-1-4-1 0,-3-3-1 15,0 0 0-15,-3 5 3 16,-3 7 0-16,-3 10 4 16,-4 8 6-16,-1 11 5 15,-2 7 0-15,0 13-25 16,-4 12 6-16,-3 9 3 0,-1 9 2 15,2 4 0-15,1 0-1 16,5-3-3-16,0-7 1 16,8-6-4-16,3-9 1 15,5-7 0-15,1-5 2 16,2-10-3-16,2 0 3 0,4-7 2 16,-2-11 0-16,1-3 5 15,0-6-4-15,-1-4 3 16,-5-2-1-16,-1-2-1 15,-3 1 2-15,-1 0 0 16,-3 3-3-16,-2 3 1 0,-1 7-1 16,-4 7 0-16,-1 6 0 15,-2 8-2-15,-3 18-12 16,-8 10 13-16,-1 8 0 16,-2 5 4-16,0 1-1 15,2-4-3-15,4-5 0 0,5-5 0 16,3-9 1-16,0-7-1 15,0-6 1-15,3-4-2 16,6-2 0-16,1-14 1 16,5-6 7-16,3-8-3 15,4-6-2-15,1-5 0 16,1-1-2-16,-3 5 0 0,-2 5 1 16,-5 10-1-16,-1 9 1 15,-5 9-2-15,-3 5-3 16,-3 14-1-16,2 4 9 15,-1 6-1-15,0 0-1 16,1 0-1-16,4-3 1 0,4-3 0 16,6-6-1-16,2-7-2 15,2-5 0-15,8-3 0 16,2-8 1-16,5-8 2 16,3-6 1-16,2-1-1 15,0-2-1-15,-5 3-1 0,-4 5 0 16,-6 5 1-16,-7 7-1 15,-7 5 0-15,-5 0 0 16,-4 11 1-16,-4 6 0 16,-2 5 2-16,-6 3-3 0,-4 1 4 15,0-1-3-15,1-3 0 16,6-5 0-16,1-5 0 16,4-6 0-16,4-6-3 15,9 0-1-15,4-13 3 16,6-5 1-16,6-7 0 15,1-1-2-15,2-1 0 0,0 2-1 16,0 4 4-16,-2 6-2 16,-3 5 1-16,1 7 0 15,-2 3-1-15,0 1 0 16,1 8 0-16,1 3 0 16,0 1 1-16,1 3-1 0,0 0 1 15,0-1-1-15,-1-2 0 16,0-2 0-16,3-2 1 15,-1-5-1-15,2-4 0 16,-2 0 0-16,2-7 1 16,-4-6-1-16,-1 0 0 15,-2 1 1-15,-3-4 0 0,-2 3 0 16,-5 1-1-16,-1 3 1 16,-6 3-2-16,-2 5 2 15,-3 1-2-15,-3 4-3 16,0 10 3-16,-2 4 5 0,-2 6-2 15,-2 1 3-15,2 2-4 16,0-3-1-16,4-4 1 16,0-3-1-16,0-6 1 15,0-5 0-15,0-5-1 16,0-1 4-16,0-3 11 16,0-8-3-16,0-5-8 0,0-5 4 15,0-6-4-15,0-2-2 16,1-3-1-16,2 1 0 15,0-1-1-15,-3 3-1 16,0 2 1-16,0 3-1 0,0 5-1 16,-7 3 0-16,-4 3 0 15,-2 3-5-15,-7 2-3 16,-1 3 4-16,-5 3 1 16,-7 2 3-16,-5 0 2 15,-3 2 1-15,-7 4-1 16,-4 3 1-16,-7 2 0 0,0-1-1 15,-8 3 1-15,0-1-2 16,-5-1-1-16,-1 1 2 16,-1-2 2-16,-1 0-2 15,-2-1 2-15,0-1-1 16,3 1-1-16,-3-2 0 0,2-1 0 16,1 2 0-16,2-4-3 15,3 1 1-15,2-4-2 16,5-1-1-16,1 0 2 15,5 0 0-15,2-6 3 16,4-1-1-16,3-2 1 0,2 0 0 16,0-1-1-16,5 0 0 15,2 1-4-15,2 0 3 16,5 2 2-16,1 1-4 16,5-2 5-16,1 1-1 15,4 2 1-15,2-2-1 0,1 2 1 16,3 1-1-16,1 2 1 15,0 2-1-15,1 0-1 16,-2 2-1-16,3 8-1 16,-1 5 1-16,2 4 0 15,0 3 0-15,2 4 2 16,1 2 0-16,5 5 0 0,2 0-2 16,0 2 4-16,2 0-4 15,5-1 2-15,1-1 0 16,2-3 0-16,0-3 0 15,0-3 0-15,0-4 0 0,0-3 0 16,-3-4 0-16,3-3-2 16,-5-4 1-16,1-3-1 15,0-3-2-15,-1 0 2 16,4-3 2-16,2-8 4 16,4-2-1-16,4-4-2 0,4 0 0 15,2-2-2-15,2 0 2 16,3 3-1-16,3-1 0 15,2 3-1-15,4 0 1 16,3 3 0-16,4-1 0 16,3 2 0-16,3 2 0 0,6-1 0 15,2 3 0-15,1 0 0 16,4 0 0-16,1 0 0 16,2 4 0-16,-1-1 0 15,0 3 0-15,2 0 0 16,1 0 0-16,-1 4 1 0,-2 4-1 15,1 3 1-15,0 1-1 16,-5 1 0-16,-2 0 1 16,-1 1-2-16,-3-1 2 15,-1-2-2-15,0-1 1 16,-1-2 1-16,1-1-2 16,-1-4 2-16,-1-3-1 0,-3 0 0 15,-2 0 0-15,-6-3 0 16,-4-4 0-16,-6-1 0 15,-5 1 0-15,-6 0 0 16,-5 1 2-16,-6-1-2 16,-2 3 0-16,-6-1 4 0,-1 1 10 15,-2 1 5-15,0 0-11 16,0-1-4-16,-7 0-6 16,-1 2-1-16,-5 0 6 15,-1 2-8-15,-5 0 0 16,-2 2 7-16,-1 7-3 0,-5 2 0 15,0 0 1-15,-1 2 1 16,0 1-1-16,2-1 0 16,-3 0 0-16,5 0 0 15,0-1-1-15,3-2 1 16,5-2-1-16,1-1 1 0,5-3 0 16,3-2 0-16,4-2 2 15,3 0 0-15,2 0-7 16,6-8-3-16,7 1 4 15,5-3 5-15,3-3-1 0,3-2 1 16,3 0-1 0,1-1 1-16,-1 2-1 0,0-3 0 15,-5 2 0-15,-1 0 1 16,-6 2-1-16,-5 1 0 16,-4 3 1-16,-6 0 4 15,-2 2 5-15,-2 1 0 0,-11 1-11 16,-8 2 1-16,-7 1-3 15,-7 2 7-15,-9 0-7 16,-7 0 3-16,-4 4-1 16,-6 0-1-16,-3 4 3 15,-5 1-5-15,-3 1 7 0,-2 0-2 16,-1-1-2-16,-4 1 2 16,2-1-1-16,-1-1 0 15,3-2-1-15,2-2 1 16,-1-1 0-16,6-3 0 15,3 0 1-15,2 0-2 16,1 0-1-16,3-4 2 0,4-2-1 16,3-1 0-16,2-1 1 15,3 1-1-15,7 1 2 16,4 1-1-16,4 1 0 16,5 3 0-16,5 1 1 0,2 0-2 15,2 0 1-15,4 3-1 16,1 2-1-16,2 0-2 15,2 0-2-15,2 0 3 16,3 0 1-16,0-2-1 16,3 1-4-16,1-1-2 15,0 0 3-15,1-2 2 16,6-1-1-16,0 0 0 0,0 0 4 16,3-5 3-16,-1-4 0 15,1-1 0-15,0 0 0 16,-1-1 0-16,-1-2 0 0,1 0 1 15,-2 1-2-15,0-1 0 16,-1 1 1-16,-1 2-1 16,-4-1-1-16,-1 1 1 15,0-1 0-15,-5 2-1 16,-5-3-1-16,-4 1-1 16,-2 1-1-16,-4-2 3 0,-3 2-1 15,-2-1-2-15,1 4 2 16,1-1 3-16,-1 3-2 15,3 2 0-15,4 1-1 16,0-1 1-16,3 3 0 16,4 0-2-16,3 0 1 15,4 0-2-15,2 1-8 0,1 3-17 16,0 1 10-16,7 1 8 16,6 1 5-16,2-2 2 15,3 1 0-15,5-2-1 16,2-1 1-16,5 0 2 0,5-2 1 15,2 1 0-15,4-2 0 16,5 0 0-16,1 0 0 16,6 0 3-16,2 0 0 15,6 0 2-15,2-2-1 16,3 0-2-16,6-2 1 0,-3-1-2 16,3-1 0-16,-2 1 0 15,4-3-1-15,-2 1 1 16,-3-1-1-16,1 1 0 15,-3 1 0-15,-2 0 1 16,-4 0-1-16,-6-1 0 0,-3 1 0 16,-3-2 0-16,-6 1 0 15,-3-1 1-15,-5 1 2 16,-2 0 5-16,-5 1-3 16,-1-1 0-16,-2 1-2 15,0-1-2-15,0 2 1 0,2-2-2 16,-1 1 1-16,0 1-1 15,0-2 0-15,-2 4 0 16,0-2 1-16,-4 2-1 16,-2 1 0-16,-1 0 0 15,0 2 0-15,-2 0 0 16,0 0 0-16,-3 0-1 0,-1 5 1 16,-2 3-2-16,-2 2 0 15,-2 1 1-15,1 2 3 16,-3 4-2-16,0 1 1 15,0 3 0-15,-2 0 0 0,1 2-1 16,-2 0 0-16,2-1 1 16,-2 0-1-16,0-1 1 15,5 0 0-15,-2-1-1 16,2 0 0-16,2 0 2 16,0-2-2-16,0 0 1 15,0-4-1-15,2-1 2 0,-1-4-2 16,1 1 0-16,-2-3 1 15,1-2-1-15,-4 0 1 16,0 0-1-16,-1-1 1 16,-3-2 0-16,0 1-2 15,-3 0 2-15,-7 0 7 0,-8 0-2 16,-6 0-5-16,-6-1 1 16,-6 1 2-16,-6-1-1 15,-4-2 2-15,-6 0 3 16,-1 0-1-16,-5 0 5 0,-2-5-1 15,-1-2 1-15,0-1-4 16,1-1-4-16,-2-1-2 16,0 0 0-16,-4 1-2 15,2 1 0-15,-3 3-2 16,-3 3 0-16,-1 1-3 16,-1 1 1-16,2 0 4 0,-2 0 0 15,5 0-1-15,0 0 1 16,3-3-1-16,-3-1 2 15,1-2-2-15,3-1 1 16,1-1-1-16,5-2 0 16,5-2 2-16,7 0-1 0,5 0 2 15,9 3-1-15,5 1-2 16,6 6 1-16,6 0-1 16,4 2-5-16,5 0-12 15,3 2-3-15,2 0 0 16,0 3 3-16,6-2 2 15,4 0 10-15,6-1 3 16,3-2 2-16,4 0 1 0,4 0-1 16,6 0 3-16,5 0-2 15,8-3 0-15,6 0 1 16,5 1-1-16,9-1 0 16,3 1 0-16,6 0 1 15,1-1 0-15,5-1-1 0,0-2 0 16,1-1 0-16,-2-2 1 15,4-1-1-15,-5-3 1 16,3 1-1-16,-5-1 0 16,0-1 0-16,-3 1 1 0,-2 1-1 15,-1 1 0-15,-4 3 2 16,-5 1-2-16,-9 1 0 16,-6 4 0-16,-6 0 1 15,-8 2 0-15,-7 0 1 16,-5 0-1-16,-7 4 0 0,-4 1-1 15,-4 1 0-15,-6 2-1 16,0 2 4-16,-6 0-2 16,-7 3 4-16,-5 0-2 15,-3 2-3-15,-5-1 1 16,-3 1-1-16,-4-1 0 0,-3-2 0 16,-2-1 0-16,-2-2-1 15,-2-4 1-15,0-3 3 16,-3-2 2-16,0 0 6 15,-3-4 0-15,-3-4 4 16,-1 1-6-16,-2-1-5 0,1 0-3 16,-1 1 0-16,2-1-1 15,0 1 0-15,0 0 1 16,5 1-1-16,-1 2 0 16,4 1 0-16,3 2-4 15,2 1-2-15,6 0-11 0,4 0 2 16,5 2-1-16,2 4-9 15,6 1-33-15,3-1 7 16,6 2 13-16,4-3 9 16,3-1 9-16,4-2 14 15,8-2 5-15,3 0 10 0,3 0 6 16,1-6-1-16,1 0 0 16,0-3-2-16,-4 0 1 15,-3 2 4-15,-5-1-5 16,-3 0 5-16,-5-2 14 15,-3 1-5-15,-9-2-13 16,-8 1-8-16,-4-2-2 0,-8 3 0 16,-4 1 2-16,-6 2-3 15,-2 5-1-15,-6 1 1 16,-2 0-3-16,0 1 1 16,0 4 1-16,-2 3-1 15,4-1 0-15,1 1 1 0,4-3-1 16,0-1-1-16,5-1 2 15,1-2-1-15,3-1 0 16,4 0 1-16,2-1 0 16,5-3 0-16,2-2 0 15,3 0 0-15,3 0 1 0,-1-1-1 16,3 0-1-16,0 0 20 16,2-1-21-16,2 1 2 15,1 0 0-15,1-1 1 16,2 3 1-16,1 0-1 15,1 0-1-15,2 2-1 0,0 1 0 16,1 2 0-16,-1 0-1 16,0 0-1-16,0 6-1 15,0 5 1-15,-1 3 1 16,1 2 0-16,0 3 1 16,-1 1-1-16,1 1 1 0,0 1 0 15,-1 0 0-15,0 0 0 16,-2 3 0-16,2-3 0 15,-3 1 1-15,4 0-2 16,-4-4 1-16,3-3 1 0,0-3-1 16,1-5 0-1,2-4 0-15,-1-1 1 16,-1-3 1-16,0 0 2 0,-1-5-2 16,0-3 2-16,0-4-4 15,-1-1 4-15,0-4 1 16,0-1-4-16,1-2-2 0,3-2 3 15,-3 2-3-15,3-2-2 16,1 3 4-16,0 3-2 16,0 4 3-16,0 4-1 15,-2 4 0-15,2 4-2 16,0 3-9-16,0 12 2 0,-1 8 5 16,1 8 5-16,0 8-1 15,0 6-1-15,1 3 0 16,4-1 2-16,2-4-2 15,2-7 0-15,-2-7 0 16,0-8-3-16,-1-8 1 0,-3-7 0 16,0-6-2-16,-3 0 4 15,1-11 15-15,-1-6-10 16,0-6-5-16,0-4 0 16,0-4 1-16,0-5-1 15,0 0 0-15,0-2 1 16,0 0-1-16,0 1 0 0,-1 3 0 15,-1 3 2-15,-1 6-2 16,-1 4 0-16,3 7 1 16,-1 2-1-16,1 8 1 15,-1 4-1-15,2 2-10 0,-1 12-2 16,-1 6 8-16,0 6 6 16,0 7-2-16,1 2 1 15,-2 5 0-15,3-2-1 16,0-2 1-16,0-5-1 0,3-6 0 15,0-5 1 1,-1-7-1-16,3-3 0 0,-4-7 0 16,1-3-3-16,-1 0 3 15,0-10 9-15,2-6-7 16,-1-7 0-16,-1-3 2 16,-1-6-4-16,2-3 0 15,-2 0 0-15,0 1 0 0,1 2 0 16,-1 3 0-16,1 5 0 15,1 6 0-15,1 5 1 16,-2 7-1-16,3 6-1 16,1 1-4-16,0 12-2 15,0 5 3-15,0 7 2 16,-1 3 1-16,-1 4 1 0,0 1 0 16,0 2 0-16,1-4 0 15,0-2 0-15,0-4 0 16,-1-6 0-16,0-5-1 15,0-7 1-15,0-1 0 16,-3-6-2-16,0 0 5 0,1-8 7 16,1-7-10-16,-1-6 1 15,1-5 1-15,2-6 0 16,-1-1-1-16,-1-2-1 16,-1 1 0-16,1 2 1 15,0 4-1-15,-2 5 3 0,2 5-3 16,-1 7 3-16,1 4-3 15,3 7 0-15,1 0-4 16,1 8-1-16,2 7-3 16,-3 6 1-16,1 1 5 0,-2 6 1 15,-1 1-2-15,-2 1 3 16,-1 0-1-16,1-2-1 16,0-3 2-16,-1-2 0 15,1-4 0-15,-2-6 1 16,0-3-1-16,0-6 0 15,0-2 0-15,0-2 2 0,0-7 8 16,0-6-9-16,0-7-1 16,0-4 2-16,0-3-2 15,0-4 5-15,1 0-4 16,-1 1 3-16,2 2-3 16,-2 4 2-16,0 5 0 15,0 4-1-15,0 7 0 0,1 3-1 16,3 5-2-16,1 0-9 15,0 7-1-15,-2 9-4 16,0 5-1-16,-1 6 8 16,-1 1 6-16,0 5 2 0,-1 0 0 15,0-2-2-15,0-3 1 16,2-5 0-16,-1-4-1 16,1-6 1-16,0-5-4 15,1-3-1-15,0-5-4 16,0 0 5-16,1-12 13 15,0-4-1-15,-1-7-5 0,2-4-1 16,-1-4 2-16,1-2 2 16,-2-1-1-16,-2 2 1 15,-1 2 3-15,2 4 3 16,-2 1-6-16,0 8 1 0,1 2-1 16,-1 6-2-16,3 5-2 15,-2 4-2-15,1 2-13 16,-1 11-3-16,1 4 3 15,-2 6 10-15,0 5 4 16,0 5 1-16,-2 2-1 0,-1 1 1 16,-1-1 0-16,1-4-1 15,2-1 1-15,1-6-1 16,0-7 0-16,0-3 0 16,0-5 1-16,0-5-2 15,0-4-5-15,4 0 5 16,2-11 11-16,-2-6-3 0,3-5-3 15,2-6 1-15,-1-3 2 16,-1-2-2-16,1-1 0 16,-1 0-2-16,-1 4-1 15,0 3-1-15,-2 5 0 16,-1 3 2-16,0 6-2 0,0 5 0 16,-1 3-1-16,3 5-1 15,-1 2-5-15,0 10-7 16,1 5 0-16,-3 3 4 15,2 5 6-15,-1 4 2 0,-3 0 2 16,1 2-1-16,0-1 1 16,1-2-1-16,-1-2 1 15,1-3-1-15,-1-4 0 16,2-3 0-16,-1-6 1 16,-1 0-2-16,3-7 2 15,-1-3-5-15,0 0 4 16,1-9 13-16,-1-5-2 0,3-6-7 15,0-4 0-15,-1-4 3 16,0-2-1-16,1-1 0 16,-1 0-3-16,1 1 0 15,-3 3 1-15,3 3-3 0,-2 4 0 16,0 4 0-16,1 7-1 16,0 4 0-16,2 5-3 15,-4 0-10-15,4 11-3 16,-3 5-3-16,0 7 7 15,-1 4 8-15,0 6 4 0,0 2 1 16,0 1 0-16,-2-1-1 16,2-2 0-16,1-3 0 15,-1-4 1-15,1-6-1 16,1-5 0-16,-2-5 0 16,2-4-1-16,-1-6-1 0,0 0 2 15,3-10 12-15,-1-6 0 16,1-5-5-16,0-3 0 15,-1-5 0-15,0-3 0 16,-1-1 1-16,0 0-6 16,-1 0 2-16,-1 3-2 0,1 4-1 15,1 3-1-15,-1 6 1 16,0 4-1-16,2 5-1 16,0 6 0-16,-1 2-13 15,0 5-3-15,-1 8-5 16,0 9 7-16,-2 4 12 0,-2 6 4 15,0 3-1-15,0 2 1 16,0 1 0-16,0-3-1 16,0-5 1-16,0-2-1 15,3-7 0-15,0-4 1 16,-1-6-1-16,1-4 0 16,2-6-2-16,1-1 1 0,-2-7 12 15,3-8 1-15,-1-5-5 16,1-7-3-16,2-3 2 15,-2-4 1-15,0-1-1 16,1-3-2-16,-1 3 0 16,-1 2-4-16,1 4 1 0,0 5-1 15,-2 6 1-15,1 4-1 16,1 5 0-16,2 6-1 16,-1 3-3-16,0 3-8 15,1 10-6-15,-3 7 2 16,-1 3 7-16,-1 7 6 0,1 2 1 15,-4 2 4-15,1 1-2 16,-1-4 0-16,-1-1 1 16,0-4-1-16,1-6 1 15,-1-5-1-15,2-5 1 16,-1-2-1-16,1-5 1 0,-1-3-1 16,3-1 13-16,-2-9 15 15,4-7-28-15,-2-4 1 16,4-6 1-16,0-4-1 15,1-2 0-15,-2-1-1 16,1 0 0-16,2 3 2 16,-2 3-2-16,2 5 1 0,0 3 0 15,0 5-1-15,2 7 0 16,0 3-1-16,-1 5-3 16,0 6-6-16,-1 9-6 15,-1 5 2-15,0 3 7 16,-4 5 5-16,0 4 2 0,-1 0 0 15,-1 0 1-15,0 0-1 16,-1-4 0-16,3-2 1 16,-2-3-1-16,-1-6 0 15,3-4 1-15,-2-2-1 16,1-7 0-16,1-4-1 0,-1 0 2 16,2-10 13-16,-1-7-3 15,1-5-6-15,3-5 1 16,-2-3 0-16,1-3-2 15,0-2 1-15,-1-1-2 16,0 2-1-16,1 0 0 0,-1 2-2 16,-1 6 0-16,1 3 0 15,0 6 1-15,-1 6-1 16,1 6-1-16,0 5-2 16,0 2-8-16,1 11-6 15,-1 7-1-15,-2 5 6 0,0 3 8 16,-2 5 4-16,-1 1 2 15,-1 1-1-15,2 0 0 16,0-2-1-16,0-2 1 16,2-3-1-16,0-4 1 15,2-5-1-15,-2-3 0 0,1-7 0 16,1-3 0-16,0-5-2 16,0-1 1-16,1-7 8 15,-1-8 4-15,2-3 0 16,1-6-6-16,1-4 2 15,-1-2-1-15,0-3 0 0,0-1-2 16,0 0-1-16,-2 1-1 16,2 1-2-16,1 1 1 15,-1 5 0-15,0 4-1 16,0 4 0-16,0 5-1 16,0 6 0-16,0 6-3 0,-2 1-6 15,1 9-1-15,-1 9-3 16,-1 4 6-16,-3 6 7 15,2 5 0-15,-5 2 3 16,2 1-2-16,-2 2 2 16,1-3-2-16,1-3 1 0,-2-5-1 15,1-4 0-15,0-8 1 16,-1-5-1-16,1-3 1 16,0-7-1-16,1 0 2 15,-1-7 16-15,0-6-12 16,3-6-5-16,-1-6 2 15,3-4 5-15,0-2-4 0,1-2-2 16,1-2 1-16,1 1-2 16,0 0 0-16,1 1 0 15,-1 5-1-15,1 2 0 16,1 6 0-16,1 5 0 0,-1 7 0 16,1 6-1-16,1 2-1 15,-1 7-5-15,0 10 0 16,-3 4-4-16,0 6 3 15,-3 4 5-15,-1 2 1 16,-2 2 2-16,-1-1-2 16,-1-1 2-16,-1-1 0 0,0-6 0 15,2-1 2-15,1-7-2 16,-1-3 0-16,2-7 0 16,-1-6-2-16,2-2-1 15,3-6 8-15,-2-8 1 16,4-8 2-16,2-4-5 0,2-4 2 15,1-3 1-15,0 0-1 16,1-3-4-16,-1 1 2 16,0 2-1-16,-2 2 0 15,-1 5 0-15,-1 4-1 16,-1 7 0-16,1 5-1 0,0 7 0 16,1 3-1-16,-2 3-2 15,2 12-4-15,-3 5 1 16,-3 5 0-16,0 4 6 15,-2 3-1-15,-1 2 1 16,-2-1 0-16,-1 2 0 0,-1-2 0 16,0-1 1-16,1-6-1 15,0-3 4-15,3-5-5 16,-3-7 1-16,1-7-5 16,0-4 1-16,0-3 8 15,4-12 2-15,-2-3-3 0,3-6-1 16,0-5 2-16,2-1 1 15,0-2-3-15,-1 0 0 16,1 0-2-16,-2 1 2 16,-1 3-1-16,0 5 1 15,-2 3 0-15,2 5-2 0,-1 5 0 16,1 5 0-16,1 5-4 16,0 2-6-16,0 11-3 15,-3 5 1-15,0 5 3 16,-1 4 6-16,-2 2 1 15,1 3 4-15,-1-1-4 0,2 2 4 16,0 0-2-16,1-2 0 16,1-1 0-16,-2-3 0 15,1-7 0-15,-1-3-9 16,-1-6 1-16,-2-7 4 16,1-4 0-16,-1-4 14 15,2-10 3-15,-2-7-6 0,2-4 4 16,-2-4 1-16,1-2-3 15,-1-1-2-15,0 2-3 16,0 0 0-16,0 2-3 16,-1 2 0-16,1 3 0 15,0 6-1-15,0 4 0 0,0 5-2 16,0 4 0-16,0 4-16 16,1 2-11-16,3 9 15 15,-3 5 2-15,1 3 5 16,-2 5 4-16,0 3 5 15,0 2-1-15,2 1 0 16,1 2 0-16,0 0-1 0,3-4 0 16,-2-3 1-16,3-6-1 15,-2-5-3-15,0-8-5 16,0-6 3-16,0 0 5 16,-1-10 17-16,1-6 1 0,0-6-3 15,-2-3-2-15,2-2-3 16,-1-3-2-16,1-1-4 15,-1 1-2-15,2 0-2 16,-3 4 1-16,1 1-1 0,-1 7 0 16,0 4 0-1,-2 4 0-15,0 5-1 0,-1 5-2 16,1 0-20-16,-1 7-5 16,0 6 21-16,0 5 6 15,0 2 2-15,0 3 1 16,0 1-2-16,0 2 1 0,0-1-1 15,0-2 0-15,1-1 1 16,2-3 0-16,0-2-1 16,-1-4 0-16,1-5 1 15,1-3-1-15,-3-5-1 16,1 0 1-16,3-6 18 0,-2-9-10 16,2-4-6-16,2-5 1 15,-3-2 3-15,2-1-3 16,-2-1 1-16,0 1-3 15,-1 3 3-15,-1 4 1 16,0 2 1-16,0 5-1 0,-2 3-4 16,0 4 0-16,1 3-1 15,1 3-1-15,0 0-13 16,-2 9 0-16,1 4 3 16,-1 4 5-16,0 4 4 15,0 2 2-15,0 2 3 16,-1 1-3-16,-3 2 0 0,4 2 1 15,0-2 0-15,0-1-1 16,0-1 0-16,0-2 1 16,0-4-1-16,0-2-3 15,0-6-6-15,2-3-5 0,-2-3 14 16,2-6-3-16,-2 0 18 16,2-7 1-16,1-5-14 15,0-3 2-15,-1-4 5 16,0-4-1-16,1 0-3 15,-1-4-1-15,-2-1 0 16,1 2-3-16,-1-1 1 16,0 1-2-16,0 3-1 0,0 0 1 15,0 3 0-15,-1 5 0 16,-1 0 0-16,0 4-1 16,0 3 1-16,1 3-1 0,1 1-4 15,-2 4 0-15,1 0-4 16,-1 0-3-16,0 0 4 15,0 8 1-15,1 3 7 16,-3 3 0-16,3 4 1 16,-3 2-1-16,2 2-1 15,1 2 2-15,-1 1-1 0,-1 0 0 16,1 3 1-16,0-2-1 16,-1-1 0-16,2-1 2 15,-2-3-4-15,1-3 2 16,1-5 0-16,1-3 2 15,0-3-4-15,-1-2 4 0,1-4-2 16,0 1 0-16,0-2 1 16,0 0 2-16,-2 0 3 15,2 0 1-15,-1 0-5 16,-2 0-1-16,1-3 0 0,0 1-1 16,2 0 2-1,-2 1-5-15,1 1 1 0,-1 0-1 16,-1 0-2-16,1 0 2 15,-1 0 1-15,-4 0 3 16,2 0-1-16,-2 0 0 16,-2 0 0-16,-1 0 1 0,-3 0-1 15,-2 0 1-15,-2 0 0 16,-1 0 0-16,-2 0 1 16,-4 0 0-16,0 0-1 15,-1-3 1-15,-5 1-1 0,0-2-1 16,-2 1 0-16,-1 3 1 15,-4 0-1-15,3 0 0 16,-1 0-1-16,-1 3 0 16,0 2 1-16,-1 0 0 15,-1 0 0-15,1 0-1 16,-2-1 0-16,1-1 1 0,-2 0 1 16,-2-1-2-16,0-2 2 15,-1 3-1-15,-1-1 0 16,0 1 0-16,2-3 0 15,-2 2 1-15,3 0-2 16,0-1 2-16,1-1-1 0,2 2 0 16,-1-1 0-16,-1 0 0 15,2 0 0-15,0 2 0 16,0-1-1-16,-1 1 1 16,3 1-1-16,0-1-3 15,1 0 2-15,0-2-1 16,1 0 1-16,2-1 1 15,-1 0 1-15,1 0 0 0,0 0 0 16,4 0 1-16,-2 0-1 16,3 0 0-16,1 2 0 15,2 1 0-15,-1 0 1 16,1 0-2-16,1-1 2 0,-2 0-2 16,2-2 1-16,2 0 1 15,0 0-1-15,3 0 1 16,-2-2 0-16,5 0 0 15,-1-1 0-15,0-2 0 16,1 3-1-16,3-1 1 0,0 0-2 16,-1-1 2-16,2 1-1 15,-3 0 0-15,3 2 0 16,1-1 0-16,-1 1 0 16,2 0 0-16,2 1 0 15,0 0 0-15,-1 0-1 0,2 0 0 16,-1 0-1-16,1 0 2 15,1 0-1-15,-1 0 2 16,2 0-1-16,-2-1 0 16,2 0 0-16,-2-2 1 15,3 3 1-15,-2-2 0 16,2-1 0-16,0 3-1 0,-1-2-1 16,0-1 0-16,1 2 0 15,2-1 0-15,-1 2 0 16,-1-2 0-16,1 1 0 15,-1-1 0-15,0 1 0 0,-1-1 0 16,-1 1-1 0,0-2 1-16,0 0 0 0,-2 0 0 15,1-3 0-15,0 0 1 16,0-2 0-16,2 0 0 16,0-2-4-16,0 0 5 15,2-2-1-15,-1-1-1 0,0 1 1 16,2-3-1-16,-2 2 1 15,2-1-1-15,-1 0 0 16,0-1 0-16,1 0 0 16,1 1-4-16,0-1 0 15,0 0 4-15,0 0 0 0,0 0 1 16,1 2 1-16,1 3-2 16,0-1 0-16,-1 4 0 15,-1 0 0-15,0 3 1 16,2 0-1-16,-2 1 0 0,0-1 0 15,0 1 0-15,0 0 0 16,0 1 0-16,0-1 0 16,1 1 0-16,2-1-1 15,1 2-7-15,0-1 0 16,2 0 4-16,3 0 2 16,-1 1 0-16,0-1 2 0,3 1 0 15,0-1 0-15,3-1 0 16,-1 2 0-16,3-2 0 15,1 3 0-15,2-2 0 16,1 1 0-16,2 0 0 16,0 0 0-16,2 1 0 0,-3-1 0 15,3-2 0-15,-3-1-2 16,3 2 2-16,0-3 0 16,0 2 2-16,0 0-2 15,3 0 0-15,-3 1 0 16,2-1 0-16,-1 2 0 0,0-2 0 15,3 0 0-15,0 0 0 16,0-1 0-16,2 1 0 16,1 1 0-16,0-1 0 15,1 0 0-15,0 0 0 16,0-1 0-16,-2 1 0 0,0-3 0 16,1 2 0-16,-1-1 0 15,2 0 1-15,-1 1-1 16,3 1 0-16,-1-2 0 15,3 1-1-15,-3 0 2 16,2 0-1-16,0 0 0 16,0-1 0-16,-1 3 0 15,3-1 0-15,-3 0 0 0,1 1 0 16,0-1 0-16,-3 1 0 16,5 0 0-16,-4 1 0 15,1-2 0-15,1-1 0 0,-2 1 0 16,-1 0 0-16,0-1 0 15,-3 1 0-15,1 0 0 16,-1 1 1-16,-1 0-1 16,3 1-1-16,0-1 2 15,0 1-2-15,-1-1 2 0,-2 2-1 16,0 0 0-16,-3-1 0 16,-1 0 0-16,1 1 0 15,-3 0 0-15,0 0 0 16,1 0 0-16,-2 0 0 15,0 0 0-15,-1 2 0 16,1 1 0-16,-3-1 0 0,2-1 0 16,0 1 0-16,-2-2 0 15,2 0 1-15,-3 0-2 16,1 0 1-16,-2 0 1 16,-1 0-1-16,2 0 0 15,-3 0 0-15,2 0 0 0,-1 1 0 16,-1 0 0-16,0 2 0 15,-1 0 0-15,-2 0 0 16,0 1 0-16,-2-1 0 16,-1 2 0-16,-2 0-1 15,0 2 0-15,-1-1 1 0,0 1 0 16,-1 1 0-16,0-2-1 16,-2 1-1-16,0 0-1 15,0 0 2-15,-2-1 1 16,0 3 1-16,0-1-2 15,0 0 1-15,0 2 0 0,0 0 1 16,0 3-1-16,-2-1 2 16,-2 4-2-16,0-1 0 15,0 1-2-15,-2 1 2 16,2 0 0-16,-2 0 2 16,2 0-2-16,-3 1 0 0,4 1 0 15,-2-1 1-15,0 0-1 16,2 0 0-16,-2 0 0 15,3-3 0-15,-2 2 0 16,3-4 0-16,-2 0 0 16,1-3 0-16,1 0 0 0,1-2 0 15,-1 0-1-15,-1-1-1 16,1-2 2-16,1 1 0 16,-3-2 0-16,2 1 0 15,0 0 2-15,0-2-2 16,1 3 0-16,-1-2-2 0,1 1 2 15,-2 1 0-15,1-2-1 16,-2-1-1-16,0 0 0 16,0-1-2-16,0 1 3 15,-2-2 2-15,2 0 0 16,-4-1 0-16,-1 0 0 0,1 0 0 16,-3 0-1-16,-3 0 1 15,-1 0-2-15,0 0 2 16,-4 0-1-16,-1-2 0 15,-2-3 2-15,-4-1 3 16,-2-2 0-16,-4 0 0 0,-2-1-1 16,-2 2-1-16,-2 1-1 15,-2 0 0-15,-3 2-1 16,2 2-1-16,-3 1 0 16,-2 1 0-16,0 0 0 15,-3 0-1-15,0 0 1 16,-3 3-2-16,-1-3 1 0,-1 1-2 15,-3-1 3-15,1 0 0 16,-2 0 1-16,2 0-1 16,1 0 0-16,1 0 1 15,1 0-1-15,0 0 0 16,0 0 0-16,1 0 0 0,1 0 0 16,0 0 0-16,0 2 0 15,3 2 0-15,-2-1 0 16,2 0 0-16,2 0 0 15,1-1 0-15,2 0 0 0,2 0 0 16,1-1 0-16,3 2 0 16,0 1 0-16,1-1 0 15,0 2 0-15,3 1-2 16,1-2-3-16,2-1 1 16,4 0 3-16,1-1 1 15,4-1 0-15,2 0 1 0,0-1-1 16,4 1 1-16,-1 0-1 15,3 0 0-15,2 1-1 16,1-1 1-16,3 0-1 16,1 0-2-16,4 0-3 0,0-1 3 15,1 0 1-15,0 0 2 16,0 0-2-16,0 0-2 16,0 0 7-16,0 0-5 15,5 0 2-15,0 0 0 16,4 0 0-16,-1 0 0 15,2 0 0-15,0 0 0 0,-1-2-1 16,1 1 1-16,0-2-3 16,2 2 4-16,1-3-2 15,1 2 1-15,3-3 1 16,4 0-1-16,2-1 0 16,1 1 0-16,4-1 0 15,0 0 0-15,3 1-1 0,2 0 1 16,-1 1 0-16,3 0 0 15,2 1 0-15,2 0 0 16,4 1 0-16,1 0 0 16,4-1-1-16,0 1 0 15,2-1-1-15,-1-2 1 0,0 2 1 16,0-2 0-16,-3-2-1 16,1 0 2-16,-2 1-1 15,2-1 0-15,-1-1 1 16,5 2 0-16,-1-1 0 15,2 3 0-15,0-2-1 16,0 1 1-16,0 3-1 0,-5-1 0 16,-1 0 0-16,-1 1 0 15,-3 0 0-15,1-1 0 16,-1 0 1-16,0 0-2 16,1-2 2-16,1 1-1 15,1-2 0-15,-4 1 0 0,-2-1 0 16,-2-1 0-16,-4 1 0 15,-4-2 0-15,-4 2 2 16,-2-1-2-16,-6 0 1 0,-1-1 4 16,-3 0 0-1,0 1-1-15,-3-1-1 0,0-1-2 16,0 0 0-16,-2-2 0 16,-1 1 0-16,-3-3 0 15,0-1-1-15,1 0 1 16,-4-1 0-16,2-1-1 0,-3 0 0 15,3 1 2-15,-3 2-2 16,0 0 2-16,0 1-1 16,0 2 0-16,0 2 0 15,0 0 0-15,0 1 1 16,0 1 2-16,-3 2-2 0,0-1-4 16,-1 1 6-16,-3 0-4 15,-1 2-1-15,-2 1 1 16,-3 0 0-16,0 1-1 15,-4 0 1-15,-2 0-2 16,-3 0 2-16,-2 1 0 0,-2 2 0 16,-1 2 0-16,-4 0 0 15,0 0-1-15,-4 0 2 16,1 0-1-16,-4 0 0 16,0 0 2-16,0-1-2 15,-1 0 1-15,-2-1-2 16,1 0 1-16,4-1 0 0,-2 0 0 15,2-1 1-15,-1 1-1 16,0 0-1-16,0 0-2 16,-1-1 4-16,3 2-1 15,-3-1 0-15,0-1 2 16,1 0-2-16,-1 0 0 0,1 1 0 16,-2 0 0-16,1-1 1 15,0 0-2-15,0 1 2 16,3 0-2-16,0-2 2 15,2 0-1-15,-1 0 0 16,4 2 0-16,0-2 0 16,0 0 0-16,1 0 0 15,1 0 0-15,1 0 1 0,-2 0-1 16,1 0 0-16,1 0 0 16,0 0 0-16,1-2 0 0,2 1 1 15,-1 0-2 1,0 1 1-16,2 0 1 0,-1 0-2 15,-2 0 1-15,1 1 0 16,-2 2 0-16,1 2 0 16,0-2-1-16,0 1 1 15,2-1 0-15,-1 0-1 0,2-1 2 16,1-1-2-16,0-1 1 16,2 0 1-16,2 0-2 15,1 0 2-15,-1 0-1 16,4 0 0-16,1 0 0 0,-1-2-1 15,4-1 1-15,0 2 0 16,3-2-4-16,-3 1 2 16,0 0 1-16,3 1 0 15,-1 0 0-15,0 0-2 16,2 1-2-16,1 0 0 16,2 0-3-16,1 0 1 0,2 0-1 15,0 0-4-15,0 0-6 16,2 0 4-16,3 0 13 15,5 0-1-15,0 0 1 16,7 0 1-16,1 0 0 16,3 0 0-16,3 0 0 0,3 0-2 15,4 0 0-15,2-2 2 16,3-1 0-16,2 0 0 16,5 0 0-16,3-1 1 15,0 1-1-15,2-1 0 16,2-2 0-16,2 1-1 15,1-2 2-15,2-1 0 0,3 2 1 16,-1 0 1-16,1 1-1 16,1 1 2-16,-3 3 1 15,2 0-2-15,-2 1 12 16,4 0-11-16,-1 0-4 0,1 0 0 16,2 0 1-16,0 0-1 15,-1 0 0-15,-2-4 0 16,0-1 0-16,-5-1 2 15,0 0-2-15,-3 0 0 16,-1 0 0-16,-4 1 0 0,0 0 0 16,-2 0 1-16,-1 2-1 15,-1-2 0-15,-4 4 0 16,-1 0 0-16,-4 1 0 16,-3 0 0-16,-4 0-1 15,-4 2 1-15,-4 1-2 16,-1 1 4-16,0 0-2 0,-3 1-2 15,-1 0 2-15,1 0 0 16,-2 1 0-16,-2-2 0 16,0 0 0-16,-1 0 0 15,-2 1 0-15,0-2 0 16,0 3 0-16,2 0-1 0,-4 0-1 16,2 1 0-16,-4 3 1 15,2 1-1-15,0 1 1 16,-2 3 1-16,2 1 0 15,-3 0-1-15,0 3-5 16,0 1 3-16,-2 0-2 16,0-1 3-16,0 0 1 0,-3 1 1 15,-4-2 0-15,3 0 3 16,-2 2-2-16,2-3-1 16,-1-1 1-16,1 0 0 0,3-4-1 15,-2 1 0-15,1-4 0 16,-1-3 1-16,1 1-1 15,-3-4 0-15,0 1 0 16,0-1 0-16,-1 0 2 16,-3 0-1-16,-1 1 0 15,-1-1 0-15,-2 0 0 0,-3 0-1 16,0 0 1-16,-4-2-1 16,-2 1 3-16,-2-1 0 15,-4 0 1-15,-3 0 1 16,-7-1 0-16,-2 0-1 15,-5 0 2-15,-5 0 1 0,-5-2 2 16,-7-1-4-16,-5 0-1 16,-6 2-3-16,-7 1 0 15,-4 0-1-15,-10 2-1 16,-8 6-10-16,-7-2-36 0</inkml:trace>
  <inkml:trace contextRef="#ctx0" brushRef="#br0" timeOffset="1465.1">8948 7088 60 0,'-7'-6'4'0,"-2"0"7"0,3 1 2 0,1 1 1 15,-2 2-5-15,5 0-7 16,-1 2-2-16,-2 0 0 0,3 2-2 16,1 5 0-16,-3 3 1 15,1 3 1-15,1 3-1 16,0 2 1-16,1 2 1 16,-1 2-1-16,2-1 0 15,0 0 0-15,0 0 0 0,0-3 0 16,2-3 0-16,1-1 0 15,-1-1 1-15,3-1-1 16,-2 0 0-16,-1-4 0 16,1 0 0-16,-1-1 0 15,1-2 0-15,-1 0 1 0,-2-2-1 16,2-1 0-16,1 0 0 16,-1-1 1-16,-1 1-1 15,2-1 0-15,-2 0 0 16,1 0 0-16,1-1 0 0,-2 1 0 15,1 0-1-15,-1-1 1 16,3 0-1-16,1 0 3 16,0 0-1-16,3 0 3 15,2-1 2-15,4-2-1 16,2-1 1-16,5 0-4 16,3-1-1-16,2-1 0 15,3 0 0-15,4 0-1 16,3-1 0-16,2 1 0 0,6 1 0 15,-1-1 0-15,3 0 0 16,2 1 0-16,1 0 0 16,0 0 1-16,1-1-1 0,2-2-1 15,0-1 4-15,1 1 1 16,1-1-1-16,-1-1-1 16,1 0 0-16,-1 1-2 15,-1-1 1-15,-1 0-1 16,-2 1 1-16,-2 0-1 0,-2 1 0 15,-2 1 0-15,-3-2 0 16,-1 2 1-16,-2-1 1 16,0 2-1-16,-2-1 3 15,0 0-1-15,0 2 0 16,-3 1 0-16,1 0-2 16,-3 0 0-16,1 3-1 0,-2 0 0 15,1 0 1-15,-2 0-1 16,1 1 0-16,0 0 0 15,-1 0 1-15,-1 0-1 16,-1 0 0-16,-3 0 0 16,2 2 0-16,-2 1 0 0,-1 1 0 15,1-1-1-15,-2 2 1 16,0-1 0-16,0 2 1 16,-1 1-1-16,-3-2 0 15,1 3 0-15,-4 0 0 16,2 2-1-16,-3 0 1 0,-1 1 0 15,1 0-1-15,-2 3 0 16,2-2 0-16,-3 1 1 16,0 1 1-16,-4-1-2 15,0-1 0-15,-3 0-3 16,0-2 5-16,-3 1 0 0,0-2 1 16,-3 1 0-16,-7-2 6 15,-4 3 5-15,-6-2-2 16,-8 2-1-16,-9 1-6 15,-10 0 6-15,-14 4-7 16,-14-1-3-16,-14 2-8 0,-18-1-73 16</inkml:trace>
  <inkml:trace contextRef="#ctx0" brushRef="#br0" timeOffset="8144.01">8931 6700 62 0,'0'0'32'0,"0"0"-7"0,0 0-14 0,0 0-5 15,0 0-4-15,0 0-1 0,0 0-1 16,0 0-1-16,0 0 2 15,0 0 2-15,0 0 6 16,-12-3 1-16,12 1-6 16,-1 2-3-16,-3 0 7 0,2-2-6 15,1 0 6-15,-3-2 10 16,2 1-6-16,1-1-1 16,1-2-2-16,0-1-4 15,0 2-4-15,0-3 1 16,5 3-3-16,1-2 0 15,3 2 0-15,-1 0 2 16,1 2-2-16,-1 1 1 0,0 1-7 16,0 1 7-16,0 0 2 15,-5 0-4-15,2 6 1 16,-3-1-1-16,-1 3 1 16,-1 0 1-16,0 1 0 0,0 1 1 15,0 0-1-15,0-2 2 16,0 0-2-16,0-1 0 15,0-1 0-15,0-2 1 16,0-1 1-16,0 0-1 0,3-1 0 16,3-2 0-16,1 0-1 15,1 0 1-15,4 0 2 16,0 0 0-16,-1-5 0 16,1-1-2-16,-4 1 0 15,-1-2 2-15,-1-2 7 16,-3 1 3-16,1-1-4 0,-2 0-2 15,0 0-4 1,-1 0 0-16,-1 3-2 0,0-1 2 16,0 2-2-16,0 0 1 15,0 2 1-15,0 1 1 0,0 2-2 16,0 0 0-16,0 0-4 16,0 0 0-16,0 0-2 15,0 7 5-15,0 0-1 16,0 2 0-16,0 3 0 15,0 1 0-15,0 0 0 16,0 2 0-16,0 2 0 0,0-1 0 16,0 2 0-16,0-1 1 15,0-1-2-15,0-2 2 16,0-1-1-16,-1-2 0 16,-1-4 1-16,-1 1-1 15,-1-3-2-15,-1 0 1 0,-2-2 4 16,-1 1-1-16,-2-3 3 15,-2 1-5-15,1-1 2 16,-3-1 0-16,1 0 0 16,2 0 0-16,0 0-1 15,1-3-1-15,5 0 0 0,-1-2-2 16,5-1-16-16,1-1-20 16,0-2-43-16,1-1-106 15</inkml:trace>
  <inkml:trace contextRef="#ctx0" brushRef="#br0" timeOffset="9045.57">9159 6662 89 0,'0'0'3'0,"0"0"0"0,0 0-2 15,0 0 0-15,1 0 1 0,-1 0 3 16,0 0 6-16,0 0 2 15,0 0-1-15,0 0 0 16,0 0 3-16,0 0 4 16,0 0-14-16,0 0-5 15,0 0-1-15,0 0 1 16,0 5 1-16,1 1 0 0,0 1-1 16,0 0 1-16,2 0-1 15,-2 2 2-15,-1 0-2 16,2 0 1-16,-1-1 1 15,1 1-2-15,-1 1 0 16,2-2 0-16,-2-1 0 0,1-1 1 16,-1 0-1-16,2-2 1 15,-2-1 0-15,1-1 0 16,-1 0 0-16,1-2 0 16,-1 0 0-16,1 0 0 15,-2 0 2-15,2 0 17 0,-1-1 6 16,1-5-14-16,0-1-7 15,-1-2 2-15,2 0-4 16,-1-2 0-16,0-1 3 16,0-1-4-16,1 0 2 0,-2 1-2 15,-1 0 0 1,1 2-1-16,-1 1-1 0,0 1 1 16,0 5-2-16,1-1-4 15,0 3-28-15,1 0-58 16,-1 1-82-16</inkml:trace>
  <inkml:trace contextRef="#ctx0" brushRef="#br0" timeOffset="9367.27">9304 6632 141 0,'0'0'12'0,"0"0"-6"0,0 0-10 0,0 0 6 16,0 0-1-16,0 0 4 15,0 28 2-15,0-17-3 16,0 0 2-16,2 1-2 15,-1 1-1-15,2-2-1 0,-2-1-1 16,1 2 0-16,-1-4 0 16,-1 0-1-16,2-1 1 15,-1 0-2-15,0-4-26 16,1-3-38-16</inkml:trace>
  <inkml:trace contextRef="#ctx0" brushRef="#br0" timeOffset="9816.94">9438 6619 167 0,'0'0'-1'0,"0"0"5"0,0 0-2 16,0 0-1-16,0 0-2 15,0 0 3-15,0 0-1 16,0 0 0-16,-28 20-1 16,22-13 1-16,-1 1-1 15,-2 2 0-15,1-2 1 16,1 0 0-16,2-1 0 0,0-1 2 16,1 0 1-16,2-2-1 15,1 0-1-15,1 0-1 16,-1 0 1-16,1 1-2 15,0-2 1-15,0 2-1 0,0 0 0 16,2 0 0-16,3-1 2 16,1 1-2-16,1-1 2 15,-2 0 2-15,3 1 2 16,-1-2-2-16,2 2 0 16,-3-1-1-16,2 0-2 15,-1 1 1-15,2-2-2 16,-1 2 1-16,0-1-1 0,-1-1 0 15,0 0-22-15,-1-3-55 16</inkml:trace>
  <inkml:trace contextRef="#ctx0" brushRef="#br0" timeOffset="9980.27">9545 6712 285 0,'0'0'6'0,"0"0"-5"0,0 0-3 16,0 0 2-16,0 0-38 15,0 0-79-15</inkml:trace>
  <inkml:trace contextRef="#ctx0" brushRef="#br0" timeOffset="10665.91">9729 6645 146 0,'0'0'5'15,"0"0"17"-15,0 0-6 16,0 0 3-16,0 0-3 0,0 0-3 16,0 0-3-16,0 0-4 15,0 0-4-15,-4-14-3 16,6 12 2-16,2 2 0 16,2 0 0-16,1 0-1 15,3 0 0-15,-2 0 0 16,1 2 0-16,1 4 0 0,-1 1-1 15,0 1 0-15,-1 2 0 16,-1 0 0-16,0 1 1 16,-2 0-1-16,0 0 1 15,-4-1 0-15,1 0 0 16,-1-2-1-16,-1 0 1 0,0-3-2 16,0 0-2-16,0-2 4 15,0-2-1-15,-4-1 5 16,2 0 3-16,-1 0 7 15,0-4 2-15,1-2-2 16,-1-3-5-16,1-2-4 16,2 1 0-16,0-1-3 0,0-2 1 15,5 0-3-15,2 1-1 16,3-1 1-16,1 2-1 16,2 1-15-16,3 2-13 15,-1 3-8-15,-2 1-26 16,1 1-39-16</inkml:trace>
  <inkml:trace contextRef="#ctx0" brushRef="#br0" timeOffset="11197.23">10090 6616 103 0,'0'0'8'0,"0"0"8"0,0 0 4 0,0 0-1 16,0 0-3-16,-36-9-2 15,26 9-4-15,0 0-2 16,0 4-5-16,0 1-1 16,1 2 0-16,-1 2-1 15,2 0-1-15,3 1 2 0,-1-1-1 16,3 1 1-16,2 0 2 15,1-3 0-15,0 1-3 16,0-2 0-16,0 0-1 16,3-3 1-16,1-1 0 15,2-1 2-15,1-1 2 0,0 0 3 16,1 0 3-16,2-3-5 16,-3-3-2-16,1-1-2 15,-1 0 0-15,1-1-1 16,-4 0 0-16,1 1-1 15,-2-1 2-15,-3 1-1 0,2 1 0 16,-1 2-1-16,-1 1 2 16,0 0-2-16,0 2 0 15,2 1 1-15,-2 0-5 16,2 0-6-16,-2 2 9 16,3 3 1-16,-2 0 1 0,3 1-1 15,-1 0 0-15,1 0 0 16,2 0 0-16,1 0-6 15,1-3-13-15,1-1-27 16,1-1-42-16</inkml:trace>
  <inkml:trace contextRef="#ctx0" brushRef="#br0" timeOffset="11601.54">10205 6602 228 0,'0'0'10'0,"0"0"0"0,0 0-7 0,0 0-3 0,0 0-1 15,0 0-5-15,0 0 4 16,0 0 1-16,0 0 1 0,0 0 0 16,2 33 0-16,1-23 1 15,-2-1-1-15,2 2 0 16,1-2 0-16,-1-1 0 15,0-3-1-15,0 1 1 16,0-4 0-16,0 1 1 16,-1-2-2-16,1-1 7 0,-1 0 11 15,1 0 2-15,-1-6-4 16,0-1-5-16,1-2-3 16,0-1 0-16,0-3-2 15,1 4 0-15,-1-2-2 16,0 1-1-16,0 1-1 15,0 2-1-15,0 2 0 0,-1 1 0 16,1 1-2-16,2 3-13 16,0 0-28-16,0 0-39 15,0 0-75-15</inkml:trace>
  <inkml:trace contextRef="#ctx0" brushRef="#br0" timeOffset="11936.9">10419 6605 102 0,'0'0'141'15,"0"0"-137"-15,0 0-3 16,0 0 2-16,0 0-3 16,0 0 0-16,0 0 0 15,0 0-2-15,0 0 3 0,-5 6-1 16,2-1-1-16,1 3 1 15,-1 2 1-15,1-2-1 16,0 0 1-16,0-1 0 16,2 1 0-16,0-2-1 15,0 0 1-15,0-2 1 0,0 0-1 16,4-2 1-16,-1 1 3 16,3-3-2-16,1 0 2 15,1 0-2-15,2 0-1 16,0-3-7-16,0-4-32 15,-2-2-36-15,0 0-37 0</inkml:trace>
  <inkml:trace contextRef="#ctx0" brushRef="#br0" timeOffset="12067.25">10459 6513 199 0,'0'0'4'0,"0"0"3"15,0 0-7-15,0 0-76 16</inkml:trace>
  <inkml:trace contextRef="#ctx0" brushRef="#br0" timeOffset="12582.79">10570 6517 151 0,'0'0'10'0,"0"0"4"0,0 0-12 0,0 0 1 16,0 0 6-16,-5 34-2 16,4-22-2-16,1 1-1 0,0 2 0 15,0-2-3-15,0 2 0 16,0 1 0-16,0-1-1 15,0 1 1-15,0-2-1 16,-1 0 0-16,0-3-18 16,1-5-49-16</inkml:trace>
  <inkml:trace contextRef="#ctx0" brushRef="#br0" timeOffset="13019.48">10684 6519 124 0,'0'0'140'0,"0"0"-138"15,0 0 4-15,0 0-4 0,0 0-7 16,0 0 0-16,0 0 8 16,0 0-3-16,-22 26 1 15,12-10-1-15,-1-1 0 16,-1 1 0-16,-1-2-1 15,2 0 1-15,-2-2-1 0,0-2 0 16,0-1 2-16,2-4 0 16,5-1-1-16,0-2 2 15,3-1-1-15,1-1 3 16,2 0 0-16,0 0-3 16,4-3-6-16,4-1 5 0,1 0-2 15,2-1 2-15,1 2 0 16,-1 1 0-16,0 1 0 15,-1 1 0-15,0 0 2 16,-2 0-2-16,2 1 0 16,-3 4-2-16,1 1 2 15,-1 1 0-15,-2 0-1 0,3 0 0 16,-1 0-1-16,-1-1-26 16,3-3-32-16,-1-1-20 15</inkml:trace>
  <inkml:trace contextRef="#ctx0" brushRef="#br0" timeOffset="13452.38">10801 6585 209 0,'0'0'3'0,"0"0"-3"0,0 0 0 15,0 0 1-15,0 0-1 16,-18 30 2-16,18-22-2 0,0 0 1 16,0-1 0-16,5 0 1 15,-1-2 4-15,4-2-3 16,0 0 5-16,1-2 1 16,2-1 0-16,1 0-4 15,0-1 0-15,-2-3-3 16,0-3-1-16,-2-2 0 15,1 0 0-15,-2-1 0 0,-1 0-1 16,-2 1 1-16,-1 0-1 16,-1 3 0-16,-2 1 4 15,0 1 10-15,0 2 1 16,0 1-9-16,0 1-4 0,0 0-1 16,0 2-1-16,-4 3 0 15,4 2 0-15,-1 2 0 16,1-1-3-16,0 1-8 15,0-1-14-15,5 1-17 16,-1-3-37-16,3-3-1 0</inkml:trace>
  <inkml:trace contextRef="#ctx0" brushRef="#br0" timeOffset="14149.39">11008 6581 205 0,'0'0'5'16,"0"0"-2"-16,0 0-1 16,0 0-1-16,0 0-2 15,0 0-1-15,0 0 0 16,0 0 0-16,0 0 3 0,16 22 0 16,-14-13-1-16,0-2 1 15,-2 1-1-15,0-3 1 16,2 0-1-16,-1-1 0 15,-1-2 0-15,2 0 1 0,-2-1-1 16,2-1 0-16,-2 0 3 16,0 0 23-16,0-2-8 15,1-3-17-15,1-2 2 16,-2-1-1-16,2 2-2 16,1-1 0-16,0 1 0 0,0 0 1 15,1 1-1 1,1 2 0-16,-1 0 1 0,0 1-1 15,2 1 0-15,0 1 0 16,2 0-1-16,-2 0 1 16,2 3 0-16,-1 3-1 15,-2-1 1-15,1 2-1 0,-1 0 0 16,0-1 0-16,-2 3 1 16,0-3 0-16,0 1 0 15,-2-2-2-15,-1-1-1 16,0-1 2-16,0-2 0 15,0 2-1-15,0-3 1 0,0 0-3 16,0 0 7-16,0 0 0 16,-1-3-2-16,-1-1 0 15,2-1 0-15,0-3-1 16,0 2 0-16,0-3 2 0,2 1 1 16,3 1 0-16,1 1-2 15,1-1 0-15,2 1 0 16,1 1-1-16,0 0 0 15,0 3 0-15,1 1 0 16,0 1 1-16,-1 0-2 0,-1 0 1 16,0 6 0-16,-1 1 0 15,-1 0-1-15,0 1 0 16,-4 3-2-16,1-1-9 16,-1 0-9-16,-3 1-23 15,2-4-25-15</inkml:trace>
  <inkml:trace contextRef="#ctx0" brushRef="#br0" timeOffset="15081.79">11417 6599 166 0,'0'0'8'0,"0"0"2"0,0 0-9 0,0 0 1 16,0 0 6-16,0 0 3 15,0 0 0-15,0 0-3 16,-35-17-2-16,26 17-5 16,1 0-1-16,-1 5 0 15,1 0 2-15,-2 1-2 16,3 1 0-16,2 1 0 0,0-1 1 15,2 2-1-15,3-2-1 16,0-1 1-16,0-1 1 16,0 0-1-16,2-3-1 15,2 0-1-15,0-1 6 0,4-1-2 16,-4 0 0-16,4 0 2 16,-3-5 3-16,1-1-2 15,0-1 0-15,-1 2 0 16,0-2-3-16,-1 1 0 15,-2 1-1-15,0 1 2 0,0 1-2 16,-2 2 2-16,1-1 1 16,-1 2-2-16,0 0-5 15,0 0-16-15,0 5 15 16,0-1 4-16,2 3 0 16,0 0 0-16,-2 0 0 0,3-1 1 15,1 1-1-15,1-2 0 16,0 1 0-16,0-3 0 15,1 0 2-15,0-2-1 16,1-1 1-16,-1 0 3 16,1 0 2-16,1-2 0 15,-1-3-1-15,-2-1-1 0,1 1 0 16,1-2 0-16,-2-1 0 16,-2 1-1-16,1-1-1 15,-1 0-1-15,-1-1-1 16,1 1 1-16,-1 1 0 15,1-1-1-15,-1 2-1 0,0-1 1 16,1 3-1-16,0 0 0 16,0 2 0-16,3-1-1 15,-2 3 1-15,2 0-2 16,-1 0 1-16,3 0 0 16,-3 7 0-16,2 1 0 15,1 0 0-15,1 1 1 0,-3 0 0 16,3 0 0-16,0 0 0 15,0-2 0-15,-1-2 0 16,2 0 0-16,-1-2 1 0,1-1-1 16,2-2 1-1,-1 0 0-15,2 0 1 0,1 0 1 16,0-5-1-16,0-1 2 16,0-3 0-16,-2 0 2 15,-2-2 3-15,0-1 6 16,-3-2-4-16,1 1-4 15,-5-4 0-15,-1 2-6 0,-2-4-11 16,-4-3-56-16</inkml:trace>
  <inkml:trace contextRef="#ctx0" brushRef="#br0" timeOffset="23970.6">7591 2805 99 0,'0'0'-4'0,"0"0"6"0,0 0 0 16,0 0-2-16,0 0 1 15,0 0-1-15,0 0 0 0,0 0-1 16,-32-14-3-16,25 12-10 16,0 0-15-16,-2 1-15 15</inkml:trace>
  <inkml:trace contextRef="#ctx0" brushRef="#br0" timeOffset="25800.57">7432 2776 20 0,'0'0'13'16,"-44"-3"2"-16,21 1 0 15,-2 2-2-15,0 0-5 16,0 0-1-16,0 0 2 16,1 0-3-16,1 0-2 15,-2 0-1-15,1 5-2 16,-1 0 0-16,-1 3-1 0,-3 0 0 16,0 2 0-16,-1 2 1 15,-3-1-1-15,0 1-1 16,1-1 2-16,2 0-3 0,0 0 7 15,4 0-2-15,-2-1 1 16,2 2-2-16,0 1-1 16,2 0-1-16,-1 1 0 15,2 0 0-15,2 3 1 16,1-1-1-16,1 2-1 0,1 2 1 16,3 2 0-16,1 1 0 15,1 3 0-15,2 1 1 16,2 1-2-16,1 0 2 15,1 2 1-15,0-2-1 16,2-2 0-16,2-1 0 0,1 2-1 16,2-3 0-16,0 1 1 15,2 0-1-15,4-2-1 16,3-1 0-16,1-1 0 16,2 0 0-16,3-1-1 15,-1-2 0-15,5-1 0 16,1-1-1-16,4 1 2 0,-1-2 1 15,4 1 1-15,2-2 1 16,2 2 0-16,1-1-1 16,1 0 1-16,3 0 0 15,2-2 0-15,2 0-2 16,3-1 1-16,2-1 0 0,0-1 2 16,2-2 2-16,2-1 0 15,1-2 1-15,2 0 4 16,0-1-3-16,1 0-4 15,1 0-1-15,1 0 0 16,-3 0-2-16,2-1 1 0,-2 1 1 16,0-1-1-16,1 0-1 15,1 2 2-15,0 1-1 16,2-2 0-16,2 2 0 16,1 1 0-16,0-1 0 15,3 0 0-15,-1 0 0 0,2-2 0 16,0-1 4-16,-1-1-2 15,2-2 7-15,1 0 0 16,0 0-4-16,1-6 2 16,1 0-4-16,2-1 0 15,-2 1-2-15,3 1 1 0,-3 0-2 16,1 3 0-16,0-1-1 16,-2 3 1-16,-3 0 0 15,2 0 0-15,-1 0 0 16,0 0 1-16,0 3-1 15,3-1 0-15,-2-2 0 0,1 1 1 16,-1-1 1-16,0 0-3 16,-2 0 1-16,3 0 0 15,-1 0 0-15,1 0 0 16,1 0-1-16,0 0 0 0,2 2 1 16,-3 1-1-1,2 0 0-15,-2 1 0 0,0-1 1 16,1 0-1-16,0-2 1 15,2-1-1-15,1 0 0 16,-1 0 0-16,-1-5 1 16,1-1-1-16,0-2 0 0,-2 0 0 15,0-2 2-15,-1-1-2 16,-2-2 0-16,-3-1 0 16,-2-1 1-16,-2-3-1 15,-3 2 0-15,-2-2 0 16,-3-1 0-16,-4 1 1 0,-4-3-1 15,-2-1 0-15,-5-1 1 16,-4-1 1-16,-5-2 5 16,-1-2 1-16,-3-1 1 15,-4-1-5-15,-2 0-2 16,-3-1 0-16,-2 0-1 0,-4 1 2 16,-2 0-3-16,-3 0 0 15,-1-2 1-15,0 0-1 16,-7-1 0-16,-3 2-1 15,-1-3 1-15,-1 3-2 16,-3 0-1-16,-2 3 3 0,0 1-1 16,-4 1-2-16,-1 3 5 15,-1 1-3-15,-6 1 2 16,-3 1-3-16,-3 3 0 16,-3 1 1-16,-4 1 2 15,-6 4-8-15,2 0 7 16,-4 1 4-16,-2 1-4 0,0-1 0 15,-2 0 1-15,1 0 0 16,-1 0 1-16,1 0-1 16,-2 0 0-16,2 1-1 15,-4 0 1-15,-2 2-1 0,2-2 0 16,-3 2 0-16,-1 0-1 16,-2 1 1-16,-1-1 0 15,0-1 1-15,2 1-2 16,-2 1 0-16,2-1 1 15,1 2-1-15,0 0 1 16,-1 0 0-16,0 2 0 0,0-1-1 16,0 1 1-16,0 0 0 15,0 3 0-15,-1-1-1 16,0 1 2-16,0 0-2 16,0 0 1-16,0 1 0 15,-1 4 0-15,2 0 0 0,0 1 0 16,-1 1 0-16,1-2 0 15,0 3 1-15,0-1-2 16,1 1 1-16,-1-1 0 16,0 1 1-16,3 0-1 15,0-1 0-15,0 0 0 0,0-1 0 16,1 0 1-16,0 1-2 16,-1-2 2-16,-3 0-1 15,0 2 0-15,0-1-1 16,0 0 2-16,-3 0-1 15,-2 2 0-15,0 1-1 0,-2-1 1 16,-2 0 1-16,-1 0-1 16,-1 1 0-16,-2 1 1 15,-1 1-1-15,-1 0 0 16,-1 4 1-16,2-1-1 16,-3 2-1-16,3 1 2 15,3 1-2-15,4 2-1 0,0 4-13 16,6 0-17-16,4 0-42 15</inkml:trace>
  <inkml:trace contextRef="#ctx0" brushRef="#br0" timeOffset="27649.03">12267 3231 49 0,'0'0'17'0,"0"0"-1"0,0 0-10 0,0 0-4 15,0 0 0-15,0 0 0 16,0 0-1-16,0 2 0 16,2 0 0-16,2 1-1 0,-1 0 0 15,1 1 0-15,1-1 0 16,0 0 0-16,0-1 0 15,-1 0 2-15,2-2-1 16,-1 0 6-16,3 0 8 16,2-5 7-16,3-6 1 0,5-6-5 15,4-3-8-15,8-7-3 16,8-4-4-16,10-5-2 16,8-5 1-16,6-4-4 15,5-9-27-15</inkml:trace>
  <inkml:trace contextRef="#ctx0" brushRef="#br0" timeOffset="28697.6">12256 3240 73 0,'0'0'-7'15,"0"0"10"-15,0 0-3 0,0 0 1 0,0 0-2 16,0 0-2-16,0 0 1 16,0 0 4-16,0 0 6 15,0 0-1-15,0 0-3 0,30 5-1 16,-12-17-2-16,2-4 0 15,3-2-1-15,6-7-1 16,-1-3-30-16</inkml:trace>
  <inkml:trace contextRef="#ctx0" brushRef="#br0" timeOffset="33886.21">12238 3200 17 0,'0'0'2'0,"0"0"-1"0,0 0 0 16,0 0-1-16,0 0 4 15,0 0 12-15,0 0-12 16,0 0 3-16,0 0-3 0,0 0-2 16,0 0-2-16,0 0 1 15,0 0-1-15,-11-10 0 16,9 10 4-16,2-1 7 15,-1 1 3-15,0-2 6 16,-1 2-5-16,2-1 7 0,-2 0-9 16,1 1 0-16,0 0-9 15,1 0-3-15,0 0-3 16,-1 0-6-16,1 0 7 16,-1 0-2-16,1 2 3 15,0 1 0-15,0 1-1 0,0 0 1 16,0 0 0-16,0 1 0 15,0 1 0-15,0 0-1 16,2-1 2-16,1 1-2 16,0-3 1-16,-1 0-1 15,0 0 0-15,0-2 1 0,2 1 0 16,-2-1 1-16,-1-1-1 16,0 2 1-16,0-2-1 15,1 0 1-15,-1 0-2 16,3 0 1-16,-2 0 2 15,3 0-1-15,-1-6 1 16,3 0 0-16,3-3 1 0,2-1 0 16,3-3-1-16,3-1 0 15,3-3-2-15,4-1 0 16,1-2-3-16,1-1-30 16,-2-2-47-16</inkml:trace>
  <inkml:trace contextRef="#ctx0" brushRef="#br0" timeOffset="36404.58">7139 2729 57 0,'0'0'20'0,"0"0"-18"0,0 0 4 16,0 0 3-16,0 0 1 0,0 0-4 15,0 0-2-15,0 0 3 16,0 0-4-16,0 0-2 16,0 0-1-16,0 0 0 15,0 0-2-15,-21 1-5 16,22-1 8-16,4 0 1 15,-1 0-2-15,3 1-2 0,2-1 0 16,-1 0 2-16,2 0-2 16,2 0 2-16,0 0 3 15,3-2-2-15,0 0 1 16,2 0-1-16,2 0 0 16,3-1-1-16,1 1 1 0,0 0-1 15,2-1 1-15,-2 0-1 16,1-1 0-16,2 1 0 15,0 0 0-15,0 0 1 16,1-1-1-16,4 1 0 16,0 1 1-16,1-1-1 0,2-2 0 15,1 3 1-15,-1-1-1 16,-1-1 0-16,-1 1 1 16,2 0 0-16,-1 0-1 15,-1-2 2-15,-2 2 0 16,-1-1 0-16,-2 1 0 0,1 1 0 15,-1-2 0-15,1 1 0 16,2 0 1-16,0 0-2 16,2 2 0-16,-1 0-1 15,1 0 1-15,-3 0-1 16,2 0 0-16,-1 1 0 0,-1-3 1 16,2 1-1-16,1 0 0 15,1-1 1-15,2 0-1 16,-1-1 0-16,0 1 1 15,-1 0-1-15,1 0 0 16,-4 1 0-16,1-1 0 0,-3 1 0 16,2 1 1-16,-3-1-1 15,-1 0-1-15,0 1 2 16,-1 0-1-16,0 1 0 16,-2-1 0-16,2 1 0 15,1 0 0-15,-1-2 0 0,2 2 0 16,0 0 0-16,1-1 0 15,1 1 0-15,-1-1 0 16,1 1 0-16,0-1 0 16,0 1 1-16,1 0-1 15,0-1 0-15,1 1 0 16,1 0 0-16,-2 0 0 0,2 0 0 16,-4 0 0-16,2 0 0 15,-1 0 0-15,0 0 0 16,-1 0 0-16,-1 0 0 15,-2 0 0-15,-1 0 0 16,2 0 0-16,-2 0 0 0,1 0 0 16,0 0 1-16,-1 0-1 15,2 0 0-15,-2 1 0 16,2 1 0-16,0 1-1 16,2-1 2-16,-1 0-1 0,-1-1 0 15,0 1 0-15,0-1 0 16,-2-1 0-16,3 0 0 15,-3 2 0-15,2-2 0 16,-3 0 0-16,3 0 0 16,-1 0 0-16,0 0 0 15,-1 1 0-15,-1-1 0 0,-1 0 0 16,5 0 0-16,-3 0 0 16,2 0 0-16,4 0 0 15,-1 0 1-15,3 0-1 16,-2 0 0-16,2 0 0 15,-4 0-1-15,2 0 2 0,-3 0-1 16,-1 0-1-16,2 0 2 16,-2 0-2-16,3 0 2 15,0 0-1-15,3 0 0 16,3 2-1-16,-2 3 1 0,2-1-1 16,1 1-15-16,-2-1-17 15,0-1-68-15</inkml:trace>
</inkml:ink>
</file>

<file path=ppt/ink/ink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4-26T05:22:09.567"/>
    </inkml:context>
    <inkml:brush xml:id="br0">
      <inkml:brushProperty name="width" value="0.05292" units="cm"/>
      <inkml:brushProperty name="height" value="0.05292" units="cm"/>
      <inkml:brushProperty name="color" value="#FF0000"/>
    </inkml:brush>
  </inkml:definitions>
  <inkml:trace contextRef="#ctx0" brushRef="#br0">11152 2528 158 0,'0'0'19'0,"0"0"22"0,0 0-25 0,0 0-5 15,0 0 1-15,0 0-2 16,0 0-3-16,0 0-6 16,0 2-2-16,0 1-1 15,0 3 2-15,0 1 0 16,0 5 0-16,0 1 0 16,1 3 0-16,3 2 0 0,-2 2 2 15,1 0-2-15,0 0 1 16,1 0-1-16,-1 0 1 15,0-4 0-15,1 1-1 16,-3-4 1-16,2 0 0 0,-3-3 0 16,0 0 0-16,0-2-5 15,0-3-19-15,0-5-45 16,0 0-87-16</inkml:trace>
  <inkml:trace contextRef="#ctx0" brushRef="#br0" timeOffset="816.83">11174 2556 120 0,'0'0'4'0,"0"0"6"0,0 0 9 0,0 0 0 15,0 0 7-15,0 0-10 16,0 0-6-16,0 0-6 16,0 0-3-16,25-9 1 0,-20 11-2 15,3 3 0 1,-1 3 1-16,0-1 1 15,2 3 0-15,1 2-1 0,0 2 0 16,-1 1 1-16,1 0-1 16,-1 0-1-16,-2-1 1 15,0-1 0-15,0-2-1 0,-2-2 1 16,2 0-1-16,-3-2 1 16,0 0-1-16,0-1 0 15,-1-1 2-15,1-1-2 16,-1-2 0-16,-3-1 2 15,3-1 1-15,-1 0-1 0,1 0 19 16,-1-7 3-16,0-1-16 16,1 0-6-16,-1-2 0 15,1-2 0-15,0-3 0 16,2 2-2-16,-1-3 0 16,2-1 0-16,1 1 0 0,1-1 0 15,1 2-2-15,1 1 2 16,0 2-1-16,0 0 0 15,2 2 1-15,-2 0 0 16,2 2 0-16,-1 0 0 16,0 3 0-16,-1 0-1 0,-2 3 1 15,0-1 0-15,-1 3 0 16,-2 0-1-16,2 0 0 16,-3 0 0-16,2 3-1 15,-2 1 0-15,2 3 1 16,-3 1 1-16,-1 2 0 0,3 1 1 15,-2 1 1-15,-1 1-1 16,1-1 1-16,1 1-1 16,-1 0 0-16,2 0 0 15,-2 0 0-15,2-1-1 16,0 1 1-16,0 0 1 16,2-1 0-16,-2-1-2 0,1 1 1 15,1-1 0-15,0 1 0 16,0-1-1-16,1 1-8 15,1-4-37-15,-1-1-54 16</inkml:trace>
  <inkml:trace contextRef="#ctx0" brushRef="#br0" timeOffset="1467.56">11953 2630 110 0,'0'0'12'0,"0"0"8"0,0 0-11 16,0 0-6-16,0 0-2 16,-30-13 12-16,18 13 5 0,0 0-4 15,-1 3-4-15,0 2-1 16,-1 2-1-16,-1 3-1 16,0 0-3-16,1 3 0 15,2-1-1-15,2 1 0 0,4 0-1 16,1-2 1-16,2 1-2 15,3-1 0-15,0-2 1 16,0 0 2-16,5 0-1 16,4-2-1-16,2-4 0 15,1 1 0-15,3-3 3 0,0-1-2 16,1 0 0-16,-2-5 0 16,3-3-1-16,-3 0-2 15,-3-2 5-15,1 0-2 16,-1-1 0-16,-4 0-1 15,1 1 2-15,-2 1-2 16,-2 1 0-16,-1 2 1 0,-1 1 2 16,0 2-1-16,-2 2-1 15,0 0 1-15,0 1 0 16,2 0-9-16,-2 0 0 16,1 2 3-16,1 5 3 15,2-1 0-15,2 1 0 0,1 0 0 16,2-1-1-16,2 1 1 15,2-2-4-15,4 0-13 16,0-3-30-16,2-1-59 16</inkml:trace>
  <inkml:trace contextRef="#ctx0" brushRef="#br0" timeOffset="1829.03">12314 2630 28 0,'0'0'20'0,"0"0"10"0,0 0 4 0,0 0 1 16,0 0 0-16,0 0-9 16,0 0-16-16,-37-23-9 0,27 23 3 15,-1 2-4-15,-2 5-1 16,1-1 3-16,0 3 3 15,1 1 1-15,3 1-1 16,-1 1 2-16,2-1-4 16,2 3-1-16,1-1 1 15,3-2-2-15,1-1 1 16,0-2 1-16,3-1 3 0,6 1-4 16,3-5 3-16,4-1 2 15,3-2 1-15,4 0-5 16,1 0-1-16,4-5-1 15,1-1-13-15,0-4-35 0,-2 0-23 16,1-4 0-16</inkml:trace>
  <inkml:trace contextRef="#ctx0" brushRef="#br0" timeOffset="2840.52">12442 2404 115 0,'0'0'0'0,"0"0"2"0,0 0 4 0,0 30 0 16,2-17 4-16,2 3 2 0,0 0-3 15,2 3-2-15,-2-2 5 16,3 4-2-16,-1-3-1 16,2 1-5-16,-3-1 2 15,0 0-1-15,2-1-2 16,-4-2-1-16,-1-1 1 0,0 0-2 16,-1-3 0-16,1-3 1 15,-2 0 0-15,0-2 0 16,0-2 0-16,0-2 1 15,0 0 0-15,0-2 7 0,0 0 20 16,-4-2-22-16,2-3-1 16,-1-1-1-16,2-2 0 15,-2-1-4-15,3-1-2 16,0-1 0-16,1-1-3 16,4 2 4-16,2-3-2 15,1 3 1-15,1 1-1 16,2 1 0-16,0 2-2 0,2 1 2 15,0 0-2-15,-1 3 3 16,1 2-1-16,4-1 1 16,-3 1 0-16,0 0 0 15,0 0 0-15,-1 3 0 16,1 3-1-16,-6 1 0 0,-1 1 0 16,-1 1-1-16,-2 1-1 15,1 0 3-15,-4 1 0 16,1 0 0-16,-2 0 0 15,2-2 0-15,-2 0 1 0,0-1-1 16,2 0 2-16,1 0-2 16,-1-2 0-16,2 0 1 15,2-1-2-15,-1 1 1 16,4-4 1-16,0 0-1 16,2-1 3-16,0-1 3 0,4 0-1 15,-2-3-2-15,0-2-1 16,1-3 1-16,0 0-1 15,-1-2 2-15,-2-2-1 16,-1-1 0-16,-3 0-1 16,0 0-1-16,0 1 0 15,-5-1-1-15,1 3 0 16,-3 3 3-16,0 1-3 0,0 1 0 16,0 1 0-16,0 2 0 15,0 0-4-15,0 2 8 16,0 0-4-16,0 0-5 15,-2 6 1-15,1 2 4 0,1 1-1 16,-1 1 1-16,1 1 0 16,0 2 0-16,0-3 0 15,2 0-1-15,3-1 1 16,2-1 0-16,0-2-1 16,1-1 1-16,3-1 1 15,-1-1 1-15,1-1 1 0,3-2-1 16,0 0 2-16,1 0-4 15,1-5 1-15,-1-2-8 16,1-3-33-16,-3-2-46 16,-2-4-66-16</inkml:trace>
  <inkml:trace contextRef="#ctx0" brushRef="#br0" timeOffset="3004.29">12979 2504 205 0,'0'0'8'0,"0"0"17"0,0 0-16 16,0 0-8-16,0 0 0 15,0 0-3-15,0 0-65 16,0 0 25-16,0 0-17 0</inkml:trace>
  <inkml:trace contextRef="#ctx0" brushRef="#br0" timeOffset="3571.84">13128 2637 200 0,'0'0'4'0,"0"0"4"15,0 0-5-15,0 0 3 16,0 0-2-16,0 0-2 16,0 0 0-16,0 0 0 15,13 13-1-15,-11-5 1 16,0 2 0-16,0-1-1 0,-1 0 0 16,1 0-1-16,0-1-1 15,-2 0 2-15,0-1-1 16,0-2 1-16,0-2-1 15,0 0-1-15,0-2 3 0,0-1 1 16,0 0 16-16,0 0 17 16,0-7-29-16,0 0-5 15,2-3-1-15,3-1 2 16,1-2 2-16,2-1-5 16,2-1-1-16,0 1 2 15,4 2-2-15,1 1 1 16,-2 0-2-16,2 3 5 0,0 2-3 15,-2 1 1-15,0 2 0 16,2 3 0-16,-4 0 0 16,0 0-1-16,0 4 0 15,-2 3-1-15,-3 3 1 0,0 0-1 16,-1 0 0-16,-1 3 1 16,-1-3 1-16,-1 1 0 15,2 0 0-15,-3-2-1 16,1 1-1-16,0-2-10 0,3-1-19 15,0-2-23 1,2-2-51-16</inkml:trace>
  <inkml:trace contextRef="#ctx0" brushRef="#br0" timeOffset="4021.84">13527 2667 124 0,'0'0'78'0,"0"0"-70"0,0 0-13 0,0 0 14 16,0 0 3-16,0 0-1 15,0 0 0-15,0 0 5 0,0 0-4 16,34-9-5-16,-27 6-1 16,1 0-4-16,0-2-1 15,-1 0 0-15,0 0 0 16,1-3 2-16,-3 0-2 15,0 1 4-15,-3 0-1 0,1 1 0 16,-3 1-2-16,0 0 0 16,0 2-4-16,-4 1-2 15,-3 2 2-15,-1 0-3 16,-2 0 2-16,-1 5 5 16,-1 5-4-16,0 0 5 15,0 1-4-15,2 4 1 0,1-3 1 16,1 1-1-16,4-1 0 15,0-1 1-15,4-1-1 16,0-2-1-16,0 0 3 16,4-2-3-16,4 0 1 15,5-3 3-15,1 0 2 16,7-2 1-16,3-1-2 0,4 0-4 16,2 0-1-16,4-5-79 15</inkml:trace>
  <inkml:trace contextRef="#ctx0" brushRef="#br0" timeOffset="4615.25">14161 2356 245 0,'0'0'4'0,"0"0"12"0,0 0-15 16,0 0-5-16,0 0 3 16,0 0-1-16,-4 35 1 15,3-18 2-15,0 4-2 0,0 0 2 16,-1 0 1-16,1 1-2 16,-2-2 1-16,3 0-1 15,0-2 0-15,0 0 0 16,0-4 2-16,0 0-2 15,0-3 0-15,3-1 1 16,0-1-1-16,-2-4 1 0,2 1 0 16,0-2-1-16,1-1 0 15,0-2-1-15,3-1 3 16,0 0 8-16,-1 0 2 16,3 0-1-16,2 0-3 15,0 0-2-15,2 0-2 0,0-1-1 16,3 0 0-16,0-1 2 15,1 2-4-15,-2 0 0 16,3 0-1-16,-1 0 0 16,0 2-7-16,0 0-21 15,-3-1-37-15,2-1-75 16</inkml:trace>
  <inkml:trace contextRef="#ctx0" brushRef="#br0" timeOffset="5067.41">14612 2583 142 0,'0'0'80'0,"0"0"-80"0,0 0-1 0,0 0 2 0,0 0 2 16,31-2 3-16,-26 0 6 15,1-1-1-15,0 0-6 16,1-1 0-16,-2 0-5 16,0-1 1-16,0 0-1 0,-3-2 1 15,1 2 1-15,-3 0 6 16,0-3 4-16,0 4-5 16,-5 0-4-16,-2 2 0 15,-3 0-6-15,-2 2 2 16,-1 0-1-16,-3 2 4 0,0 4-2 15,0 1 0-15,2 3 1 16,1 0-1-16,3 0 0 16,1 0 0-16,4 0 1 15,2 0-1-15,1-1 2 16,2 0-2-16,0 0 0 16,1-2 1-16,7 1-2 0,0-1 2 15,7 1 0-15,2-3 1 16,1 0 0-16,4 0-7 15,1-5-38-15,2 0-51 16</inkml:trace>
  <inkml:trace contextRef="#ctx0" brushRef="#br0" timeOffset="6042.12">14929 2570 176 0,'0'0'6'0,"0"0"14"15,0 0-13-15,0 0-4 16,0 0 1-16,-21-27 4 16,10 27 2-16,0 0 1 15,-2 0-5-15,-1 4 0 0,1 3-1 16,-2 2-3-16,1 2-1 16,4-1 0-16,-1 3 1 15,4-3-1-15,3 2 4 16,3-1-3-16,1-2-1 15,0 1 0-15,0-3 2 16,5 0-4-16,3-2 3 0,2-1 0 16,2-3 2-16,2-1-1 15,1 0 1-15,2 0-2 16,-2-5-1-16,1-3 0 16,-2-2-1-16,1-1 2 15,-3 1 0-15,-4-2-1 0,-2 1 0 16,-2 1 2-16,-1 2 0 15,-3 1 4-15,1 2-1 16,-1 2-3-16,0 1-4 16,0 0 0-16,0 2 2 15,0 0 0-15,0 0-12 0,0 6 12 16,0 0-1-16,0 4 0 16,3 0 1-16,0-2-1 15,3 0 0-15,2 1-1 16,0-3 1-16,0 0 0 15,1-2 1-15,4-1 0 16,-1-1 0-16,1-1 0 0,1-1 0 16,1 0-1-16,0-2 1 15,2-3 0-15,-3-2 1 16,0-3 2-16,-1 0-1 16,-2-1 0-16,-1-1-2 0,-5 0 0 15,0 1 0-15,-4-1 0 16,-1 1-1-16,0 1 0 15,-6 1-3-15,-3 2 2 16,-1 1-1-16,-3 2-2 16,2 2 5-16,-1 2 0 0,2 0-3 15,1 0 5-15,4 0-3 16,0 1 1-16,2 1-2 16,2 0 1-16,1 1-3 15,0-3-1-15,2 3 4 16,5-3 0-16,3 0 5 15,2 0-4-15,0 0 1 0,3 0-1 16,1-5-1-16,1 1 2 16,0 0 0-16,1-1 0 15,1 1 1-15,-4 1-2 16,1 2-1-16,-3 0 0 16,-3 1 1-16,-2 0-1 0,0 0-1 15,-3 6 0-15,-1 0-1 16,-1 3 1-16,-2 1 0 15,0 1 1-15,-1-1 0 16,1 3 1-16,0-3-1 0,2 1 3 16,1-1-2-16,0 0 1 15,4 0-2-15,2-1 2 16,1-1-2-16,2-2 1 16,3-1 0-16,3-1-8 15,-3-4-26-15,1 0-56 16,0 0-72-16</inkml:trace>
  <inkml:trace contextRef="#ctx0" brushRef="#br0" timeOffset="6575.67">15520 2541 136 0,'0'0'29'0,"0"0"16"0,0 0-24 0,0 0-11 15,0 0 1-15,0 0 7 16,0 0 5-16,0 0-7 15,0 0-16-15,0 0-1 16,0 0 0-16,0 0 1 0,0 0 1 16,-10 12-1-16,10-1 0 15,0 1 1-15,3-2-1 16,-1-2 0-16,-2 0 0 16,2-2 1-16,-2-1-2 15,0-2 1-15,1-2 1 16,-1 1-1-16,1-1 1 0,-1-1 1 15,0 0 3-15,1-3 7 16,0-3-11-16,2-2-1 16,0-1 1-16,0-4 0 15,2 3-1-15,0-2-1 0,3 0 0 16,1 1 2-16,1 1 0 16,2 0-1-16,0 2 0 15,3 1 0-15,-1 1 0 16,0 2 0-16,3 1 0 15,1 0-1-15,-2 3 2 16,0 0-1-16,-1 0 0 0,-1 2-1 16,-4 4 0-16,-3 1 0 15,-1 3-2-15,-4 1 1 16,-2-2 2-16,0 4 0 16,0-2-1-16,-1 1 1 0,-3 0 0 15,1-1-2-15,0 1-7 16,2-3-11-16,1-1-8 15,0-2-19-15,1 0-36 16,6-6-6-16</inkml:trace>
  <inkml:trace contextRef="#ctx0" brushRef="#br0" timeOffset="6797.66">15877 2528 99 0,'0'0'88'0,"0"0"-62"0,0 0 4 0,0 0-18 0,0 0-10 16,0 0-1-16,0 0 5 15,0 0 2-15,0 0-1 16,0 0-4-16,5 26-1 0,-5-17-1 16,0 2-1-16,-1-2 1 15,0-1-12-15,0-2-22 16,1-2-57-16</inkml:trace>
  <inkml:trace contextRef="#ctx0" brushRef="#br0" timeOffset="6960.86">15879 2429 318 0,'0'0'1'0,"0"0"5"0,0 0-4 15,0 0-5-15,-8-28-12 16,8 28-44-16,0 0-105 16</inkml:trace>
  <inkml:trace contextRef="#ctx0" brushRef="#br0" timeOffset="7514.14">16031 2529 165 0,'0'0'5'16,"0"0"12"-16,0 0 1 16,0 0 0-16,0 0 9 15,0 0-1-15,0 0-17 0,0 0-9 16,6-6-3-16,-3 6 1 15,-2 5 2-15,1 2 0 16,0 1 0-16,0-1 0 16,1 2 1-16,-2-2-1 15,1 1 1-15,-2-1-1 0,1 0 0 16,0-1 1-16,0-3-1 16,0 1 0-16,0-2-1 15,-1-1 1-15,0-1 1 16,2 0 2-16,-2 0 3 15,0-3-1-15,2-5-4 0,-1-2 0 16,1 0-1-16,3-1 0 16,0-1-1-16,2 1 1 15,-1 2 5-15,2 0 1 16,2 0 1-16,0 2-5 16,0 2-1-16,1 0 0 0,0 3-1 15,2 1 0-15,0 1 0 16,-1 0 0-16,-2 0 0 15,1 3-1-15,-2 5 1 16,-4-1-1-16,0 4-1 16,-4-2 1-16,-1 4 2 0,0 0-2 15,0-1-3-15,-1 0-10 16,-4-1-22-16,4-3-57 16,1-2-75-16</inkml:trace>
  <inkml:trace contextRef="#ctx0" brushRef="#br0" timeOffset="8284.15">16422 2525 218 0,'0'0'6'0,"0"0"1"0,0 0 2 16,0 0-8-16,2-32-1 15,-6 27 9-15,0 2 2 16,0 0-3-16,-3 0-7 0,-1 3-3 16,1 0 3-16,-3 0 0 15,-2 0-1-15,1 6 1 16,-1 1 0-16,1 1-1 16,2 0 0-16,2 2 0 15,2 0 2-15,3 0-2 0,1-3 0 16,1 1-2-16,0-2 4 15,3-1-2-15,5 0 0 16,2-3 1-16,0-2-1 16,3 0 0-16,-2 0 2 15,3 0 0-15,-1-1-2 16,-2-4 2-16,0-2 1 0,-1-1 2 16,0-1-1-16,-2 0-2 15,-4 0 0-15,1-1-2 16,-2 2 1-16,-1 2 0 15,-2 0 2-15,1 2 0 16,-1 2-1-16,1 0 2 0,-1 2-3 16,0 0 2-16,0 0-3 15,0 0-6-15,0 0 0 16,1 2 5-16,0 4 0 16,1 1 1-16,0 1 0 0,-1 3 0 15,2 0 0-15,1 2 1 16,-1 0-1-16,2 1 0 15,1 0 0-15,-3 4 0 16,2 0 0-16,-3-1 0 16,0 2 0-16,1 2 0 15,0-2 0-15,-1 1 0 16,-1 0 0-16,0-1 1 0,-1 2-1 16,0-3-2-16,-1 0-1 15,-5-2 3-15,1-1-1 16,-2-5 1-16,0-1 1 15,0-4-4-15,1-4 3 0,2-1 2 16,-1 0 22 0,1-8-4-16,2-5-1 0,0-2 4 15,2-4-6-15,0 0 4 16,4-1-15-16,8 0-7 16,4-1-15-16,2 1-17 15,4-1-54-15,2 0-156 0</inkml:trace>
  <inkml:trace contextRef="#ctx0" brushRef="#br0" timeOffset="9970.87">11386 3111 83 0,'11'0'4'0,"2"-1"11"0,1-1-9 16,2-1-3-16,3 0-2 15,1 0 0-15,0 1 0 0,3-1-1 16,1 0 1-16,3 0 0 16,0 1-1-16,1-1 1 15,4 1-1-15,1-1 2 16,4 1-1-16,0-1 2 16,3 0-1-16,2 0 0 0,2 0 0 15,0 0-2-15,4 0 1 16,0 0-1-16,2 1 0 15,0-1 2-15,2 3-2 16,0 0 1-16,1-1-1 16,-1 0 1-16,3 1 0 15,-1 0 4-15,0 0-1 0,-1-1-2 16,-1 0 3-16,2 1-2 16,-1-2 2-16,2 1-3 15,1-2 0-15,1 3 0 16,2-3-2-16,0 1 1 15,0 0 0-15,2 0 4 0,-4 1-3 16,0 1-1-16,0-1 0 16,1 1-1-16,0-1 0 15,-1 1 1-15,3-1-1 16,1 1 0-16,1 0 0 16,-1 0 1-16,1 0-1 0,-1 0 1 15,-1 0 0-15,1 0 2 16,-1 0 1-16,4 0-2 15,-1 0 2-15,2 0-1 16,-2 0 0-16,1 0-2 16,1 0 1-16,-2 0-2 0,1 0 1 15,-1 0-1-15,0 0 1 16,2 0-1-16,-1 0 1 16,1 0 2-16,-2 0 1 15,1 0 0-15,2 0 1 16,0-2-2-16,1 1 0 15,0-1 1-15,1-1 4 0,0-1 1 16,-2 2-2-16,1-1 0 16,0 0-3-16,-1 1 0 15,-4 1 3-15,0-2-2 16,0 1-2-16,-2-1-2 0,-5 1 2 16,-3-1-2-16,-3 1 2 15,-6-1 1-15,-2 1 0 16,-3-1 0-16,-3 1-1 15,-3 2-1-15,-2 0-2 16,-3 0 0-16,-5 0-4 16,-3 0-31-16,-5-3-81 0</inkml:trace>
  <inkml:trace contextRef="#ctx0" brushRef="#br0" timeOffset="13864.48">16927 2620 177 0,'-2'0'8'0,"0"0"15"0,0 0-6 0,1 0 1 0,1 0 6 15,-2 0 1-15,2 0-8 16,0 0-3-16,0-2-5 15,0 1-7-15,0 1-1 16,0 0-2-16,0 0-15 16,0 0-35-16,0 3 18 15,0-1-42-15,0 2-25 0</inkml:trace>
  <inkml:trace contextRef="#ctx0" brushRef="#br0" timeOffset="14125.37">16934 2817 42 0,'0'0'5'16,"0"0"-2"-16,0 0 6 15,0 0 4-15,0 0 16 16,0 0 11-16,0 0-16 0,0 0-14 16,0 9-10-1,0-8-4-15,0-1 3 0,0 0-15 16,4 0-25-16</inkml:trace>
  <inkml:trace contextRef="#ctx0" brushRef="#br0" timeOffset="14324.35">17061 2755 249 0,'0'0'3'16,"0"0"-5"-16,0 0 1 15,0 0 0-15,0 0-25 16,29 3-58-16</inkml:trace>
  <inkml:trace contextRef="#ctx0" brushRef="#br0" timeOffset="16594.61">17691 2625 54 0,'0'-3'7'0,"0"1"16"0,0-1 2 0,0 0 3 15,0 0 6-15,0 1-1 0,0 0-6 16,0-1-8-16,0 1-5 15,-2 1-2-15,2 1-6 16,0 0-3-16,-1 0-2 16,1 0-3-16,0 3-3 15,0 4 2-15,0 4 2 0,0 4 1 16,4 1-1-16,0 3 1 16,1 0 0-16,-1 2 1 15,0-2-1-15,0 0 1 16,-3-1-1-16,2-2 0 15,-1-3-4-15,-1-1-1 0,2-2-4 16,-3-4-25-16,0-3-46 16,0-3-52-16</inkml:trace>
  <inkml:trace contextRef="#ctx0" brushRef="#br0" timeOffset="17635.28">17447 2657 0 0,'0'0'54'0,"0"0"-38"0,0 0 9 16,0 0-12-16,0 0-8 16,0 0-1-16,0 0 2 15,0 0 1-15,29-13 4 16,-19 8-3-16,1 3 2 0,2-1-1 16,0-1 0-16,2 1-1 15,-1 1-4-15,2 1 0 16,2-1 1-16,-1 0-2 15,2 2 2-15,1-2 2 16,1 1-1-16,1 0 1 16,-1 1 1-16,0 0-2 0,-1 0-4 15,-2 0 0-15,0 0 1 16,-1 0-2-16,0 1 0 16,-3 2 1-16,0 2-2 15,-1 1 1-15,-1 0-1 16,-1 1 0-16,-2 1 1 0,0 0-1 15,-1 2-1-15,-2 0-2 16,-2 0-1-16,0 0 1 16,-2 0 1-16,0 0 1 15,-1 0 1-15,0-2 0 0,-1 1 1 16,0-1-1-16,0 0 2 16,0-2-4-16,0 1 3 15,-3-2-1-15,-1 1-2 16,-3 1 3-16,1-1-2 15,-2 2 2-15,-4-1-3 16,0 0 3-16,-1 0 0 0,0-1-3 16,1 1 6-16,-2-3-3 15,0 0 3-15,1 1-3 16,-1-3 6-16,0 1-5 16,-1 0-1-16,-1-1 2 15,-1 1 0-15,0-1 1 0,-5 1-1 16,-1 0-2-16,1-1 2 15,0-1-2-15,4 0 2 16,1-1 3-16,2 0-1 16,3 0-2-16,3 0-2 15,4 0 0-15,0 0-1 16,4 0-13-16,1 0-27 0,5-2-117 16</inkml:trace>
  <inkml:trace contextRef="#ctx0" brushRef="#br0" timeOffset="18523.78">18241 2713 99 0,'0'0'2'0,"0"0"-1"0,0 0 1 0,0 0-2 16,-34 0 2-1,26 0-2-15,-2 0 1 0,1 0 6 16,1 2 0-16,1 1 4 15,0-1-4-15,0 1-5 16,1 1-1-16,-2 0 2 16,1 2 0-16,0 0-1 0,2 0-1 15,0 0 1-15,2 0 0 16,0 2 0-16,2-3 3 16,0 2-1-16,1-2 4 15,0 0-2-15,0 0 0 16,0 0 0-16,0 0 0 0,4-2 0 15,0 0 2-15,0 0-2 16,2-1 0-16,1-2-1 16,1 0 0-16,1 0-1 15,-1 0-2-15,1 0-1 16,-1-1-1-16,0-3 0 0,1 1-2 16,-3-2 1-16,0-1 0 15,0 0 1-15,-1 0-1 16,0-1 2-16,-1 0-2 15,-1 0 1-15,0 1 0 0,-1 1 1 16,-1 1 0-16,-1 1 2 16,0 2 1-16,0-1 1 15,0 1-3-15,0 1 0 16,0 0-2-16,2 0-1 16,-1 0-3-16,0 0 3 15,2 4 0-15,1 0 1 16,-2 3 0-16,1-1-2 0,2-1 4 15,-1 0-2-15,2 1 0 16,-1-2 1-16,1 1-1 16,0-1 1-16,0-1 1 15,2 0-1-15,1-2 0 16,0 1 0-16,2-2-1 0,-1 0-9 16,2 0-52-16,-2-5-56 15</inkml:trace>
  <inkml:trace contextRef="#ctx0" brushRef="#br0" timeOffset="19065.23">18438 2429 110 0,'0'0'2'0,"0"0"8"0,0 0 0 0,0 0-1 0,0 0-5 15,0 0-7-15,0 0 5 16,0 0-1-16,0 0-1 16,0 0 1-16,0 0 2 15,7 30 1-15,-2-19 2 16,-1 3 0-16,0 1 0 16,0 1-2-16,1 2 3 0,-3 0-2 15,1 1-1-15,-1-1 0 16,1 1 1-16,-2-2-2 15,0-2 4-15,1 1-3 16,-1-2 0-16,1-1 0 16,-1-2-1-16,-1 1-1 0,0-4 2 15,0 1-1-15,0-2-1 16,0-1 0-16,0-1 1 16,0-1-2-16,0 0 1 15,0-1-2-15,0 0 3 16,0-1-11-16,0 0-19 15,-1-2-37-15,-1 0 4 0</inkml:trace>
  <inkml:trace contextRef="#ctx0" brushRef="#br0" timeOffset="19363.75">18364 2690 186 0,'0'0'13'0,"0"0"-3"0,0 0-5 16,0 0 3-16,0 0 6 15,0 0-3-15,0 0-3 16,0 0 1-16,35-5-1 0,-24 3 0 15,1-1-4-15,1 2-3 16,3 0 0-16,0 1-1 16,0 0-1-16,2-1-14 15,0 1-34-15,-2-2-76 16</inkml:trace>
  <inkml:trace contextRef="#ctx0" brushRef="#br0" timeOffset="20446.88">18654 2630 144 0,'0'0'7'0,"0"0"8"16,0 0 1-16,0 0 3 15,0 0-2-15,33-21-8 16,-24 19-5-16,0-1-3 15,-1 1 2-15,-1 1 0 16,2 1 2-16,-1 0-1 0,0 0 0 16,-1 0-2-16,0 0 0 15,0 0-1-15,-1 3 0 16,0 2-1-16,1 2 0 16,-3 1 0-16,3 0 0 15,-4 2 0-15,1 0 0 0,0 0 0 16,-1 0 1-16,-2 1-1 15,1-1 0-15,-1-1 0 16,-1-1 0-16,0 0-1 16,0 0 2-16,0-3-1 15,-3 2 0-15,-1-1-1 16,-2-2 1-16,-1-1 0 0,-2 1 1 16,-1-1-9-16,-1 0 24 15,-1-1-14-15,1-1-2 16,0-1 1-16,0 1-2 15,2-1 3-15,2 0-2 16,-1 0 1-16,2 0 0 0,0 0 1 16,2-2-1-16,2-2 1 15,0 1-2-15,1 0-2 16,1-1-3-16,0-1-1 16,0 2-1-16,0-2 14 0,0 2-7 15,0-1-2-15,1 1 2 16,2 0 0-16,-1-1-1 15,1 1-1-15,-1 0 4 16,0 1-4-16,3 1 2 16,-4-2 0-16,2 2-1 15,3-2 0-15,-3 3 1 0,1 0-1 16,0-2 1-16,0 1 0 16,1 1 0-16,-1 0 0 15,0 0 1-15,1 0-1 16,-1 0 1-16,1 0 0 15,-2 0-1-15,4 0 0 0,-5 0 0 16,2 0 0-16,1 0 0 16,-2 0 0-16,1 2 0 15,-1-1 2-15,0 2-2 16,0 1 0-16,1-1 1 16,-2 1 1-16,1 0-2 15,0 1 0-15,1-1 0 0,-2 0 0 16,2 0 0-16,0 1 1 15,-1-2 1-15,0 1-1 16,1 0 1-16,-1-1-1 16,1-1 3-16,1 2-2 0,0-3 1 15,0 1 2-15,0-2 1 16,2 0 5-16,1 0 2 16,-1 0-5-16,2 0-1 15,1 0-6-15,0 0 0 16,0-2-1-16,1-1 0 0,-1 1-6 15,-2-2-21-15,-1 0-59 16</inkml:trace>
  <inkml:trace contextRef="#ctx0" brushRef="#br0" timeOffset="21480.6">17775 3007 25 0,'-7'0'3'0,"4"0"19"0,-4 0-6 0,2 0-3 0,-1 0-5 16,2 0-1-16,-2 0 2 15,0 0 3-15,2 0 2 16,0 0-5-16,-1 0-5 16,2 0 2-16,1 0 6 15,0 0 6-15,0 0 0 0,1 0-9 16,1 0 0-16,0 0-1 16,0 0-6-16,0 0 0 15,0 0-1-15,1 0 9 16,4 0-5-16,1 0 1 15,3 0-5-15,1 0 0 0,1 0-1 16,2 0 1-16,1 0-1 16,1 0 1-16,1 0-1 15,3 0 0-15,-1 0 1 16,2 0-1-16,2 0 0 16,0 0 1-16,1 0-1 0,2 0 0 15,0 0 1-15,2 0-1 16,0 2 1-16,2-2-1 15,-1 0 1-15,0 1 0 16,2-1-1-16,1 0 1 16,0 0 1-16,0 0-1 0,1 0-1 15,-1 0 2-15,1 0-2 16,1 0 1-16,-2 0 2 16,1 0 1-16,1 0 1 15,0 0-1-15,0 0-2 16,1 0-2-16,-3 0 1 0,1 0-1 15,-2 0 1-15,-2 0-1 16,2-1 0-16,-2-1 0 16,0 2 0-16,-4-2 1 15,0 2 2-15,-3-1 1 16,-2-1 0-16,-1 2-2 16,-1 0-2-16,-4-1 2 0,-2 0-2 15,-1 0 1-15,-1 1-1 16,-4 0 1-16,0 0 0 15,-1 0-1-15,1 0 0 16,-4 0 1-16,-1 0-2 0,0 0-21 16,0-2-106-1</inkml:trace>
  <inkml:trace contextRef="#ctx0" brushRef="#br0" timeOffset="27846.28">19189 2757 47 0,'0'0'6'0,"0"0"-3"0,0 0-2 0,0 0-1 0,0 0 0 16,0 0 1-16,0 0 3 15,0 0 7-15,0 0 10 16,0 0-6-16,0 0-2 15,0 0 0-15,0 0 0 0,0 0-3 16,0 0-5-16,0 0-2 16,0 0-2-16,0 0-1 15,0 0-1-15,0 0 1 16,0 0-1-16,0 0 1 16,0 0-4-16,0 0 5 0,0 0 0 15,2 0 1-15,0 0 4 16,4-1-2-16,-2 0 0 15,3-1-1-15,1 0-1 16,0-1 1-16,2 1 1 16,1-3 3-16,4 2-3 15,3-1 0-15,-1 0 1 0,2 0-1 16,2 0 0-16,-1 0-1 16,0-1-2-16,-1 2 0 15,2-2 0-15,0 0-1 16,1 1 1-16,1 0 0 0,2 0-1 15,-1-1 0-15,2 0 1 16,-2-1 0-16,1-1 1 16,1 1 1-16,-1-1 1 15,1 0 2-15,-4 1 2 16,3-1-1-16,-2 0 0 16,-2 1 1-16,0 0-1 0,-3 0 2 15,-2 0-5-15,-1 2 0 16,-3 0 0-16,-2-1-1 15,-2 4-1-15,-2-2-1 16,0 3-1-16,-1 0 0 16,0 0-13-16,-2-3-65 15</inkml:trace>
  <inkml:trace contextRef="#ctx0" brushRef="#br0" timeOffset="28819.57">20210 2366 130 0,'0'-3'14'0,"0"-1"12"0,0 1-5 0,0 1-14 0,0-1-5 15,0 2-1-15,0 1 1 16,0 0-2-16,0 0-4 16,1 1 1-16,1 3 3 15,1 3-4-15,0 2 5 16,0 1-1-16,2 2 2 0,1 1 1 15,-1 2-3-15,1-1 1 16,2 1 1-16,-2-1-1 16,0 0 1-16,1 0-1 15,-4-2 0-15,1-1 1 16,0 0-1-16,-1-1 1 0,0-3-2 16,1 0 1-16,-1-1 1 15,1-2 1-15,1-1-3 16,0-3 2-16,1 1 2 15,3-1 2-15,0 0 4 16,1 0-1-16,1-1-3 0,2-3-2 16,0 1 2-16,0-2-2 15,1 1 3-15,1 0-1 16,1 1-2-16,-2 1 1 16,1-1-4-16,-1-1 0 15,0 3-1-15,-3-1 0 16,2 1 0-16,-5 0 0 0,1 1-11 15,-3-1-28-15,-1-2-86 16</inkml:trace>
  <inkml:trace contextRef="#ctx0" brushRef="#br0" timeOffset="29377.67">20723 2410 71 0,'0'0'6'0,"0"0"6"0,-30 0 6 0,18 0-2 0,-1 4-3 15,0 1 3-15,2 2-5 16,0-1 0-16,1 3-3 16,2 0-3-16,2-2-1 15,3 2 3-15,3-3-5 16,0 2 1-16,0-1 0 0,5-2 3 16,2-2-1-16,3 0 4 15,0-1-3-15,3-2 1 16,0 0-3-16,0 0 0 15,-1 0-1-15,1-4-1 16,-2-2-1-16,-2 0 1 0,-1-3 0 16,-1 1-1-16,-3-2 0 15,-1 3-1-15,0-2 0 16,-3 2 0-16,0 2 3 16,0 2 7-16,0-1 3 15,0 3-6-15,0 1-8 0,-2 0-2 16,0 0 4-16,0 5-2 15,1 1-1-15,1 1 1 16,0 1 1-16,0-1-1 16,7 2 1-16,-1-2-1 0,3 1-4 15,1-1-17 1,2-2-21-16,3-1-31 0</inkml:trace>
  <inkml:trace contextRef="#ctx0" brushRef="#br0" timeOffset="29980.38">20901 2277 184 0,'0'0'7'0,"0"0"17"0,0 0-15 0,0 0-14 16,0 0 2-16,0 0 5 16,0 0-2-16,0 0-1 0,8 28 0 15,-4-13 0-15,-1 0 1 16,4 0 0-16,-4-2 0 16,4 2 2-16,-3-4-1 15,2-1-1-15,-4-1 1 16,1-1-1-16,-1-4 0 0,-1 0 2 15,-1-1-2-15,2-1 0 16,-2-2-2-16,0 0 6 16,0 0 7-16,1 0 14 15,0-3-20-15,1-3-5 16,2 0 1-16,0 1 0 16,4 0 1-16,-1 0-1 0,3 2 1 15,1 0-2-15,1 1 3 16,1 2-3-16,0 0 1 15,-1 0-2-15,0 0 1 16,-1 2 1-16,-3 1-2 0,1 2 1 16,-3 1 0-16,-1 1-2 15,0 0 4-15,-3-1-4 16,-2 1 0-16,0 0-1 16,0-1 2-16,-7 1 0 15,-1-4 1-15,-4 2 3 0,-1-3-1 16,-1 0 2-16,-1-1-3 15,2-1 2-15,2 0-2 16,1 0 0-16,3 0-1 16,3-2-11-16,4-2-32 15,0-2-76-15</inkml:trace>
  <inkml:trace contextRef="#ctx0" brushRef="#br0" timeOffset="30455.2">21241 2421 132 0,'0'0'25'0,"0"0"-25"0,0 0 1 0,0 0 0 15,32 0 2-15,-25 0 0 0,1-2 3 16,-1-1 2-16,4-1-1 15,-2-2-1-15,-1 2-3 16,-2-1-2-16,0 0 1 16,-2 1-1-16,-2-1 11 0,-1 1 8 15,-1 1-9-15,0-2-5 16,-2 3-2-16,-5 1-3 16,-1 1 0-16,-2 0-7 15,-3 0 9-15,0 0-5 16,1 1 3-16,0 6 0 15,1-1-1-15,1 1 1 0,3 1 0 16,1 1 0-16,1-1 0 16,5-1 0-16,0 1 0 15,0-3-2-15,5 1 3 16,3-2 4-16,4 1-1 0,1-2-3 16,1-1 3-16,2-2-2 15,0 0-1-15,0 0-3 16,0-4-17-16,-1-2-13 15,-1-1-22-15,0-3-2 16,-2-3-14-16</inkml:trace>
  <inkml:trace contextRef="#ctx0" brushRef="#br0" timeOffset="30849.16">21399 2095 145 0,'0'0'4'0,"0"0"13"0,0 0-5 0,0 0 3 0,0 0 1 16,0 0-4-16,0 0 4 15,0 0-14-15,0 0-9 0,0 0 7 16,8 2-3 0,-5 11 1-16,1 5 2 0,1 2 1 15,-1 2 0-15,1 0 2 16,0 1 1-16,1 1-1 16,-3-1 0-16,0-2 2 15,1 0-3-15,-2-3 0 16,0 1-1-16,-1-4 1 0,2 0-1 15,-1-4 1-15,0-2 0 16,0-1 1-16,-1-4-13 16,1-3-57-16,2-1-64 15</inkml:trace>
  <inkml:trace contextRef="#ctx0" brushRef="#br0" timeOffset="31175.68">21511 2089 201 0,'0'0'0'0,"0"0"1"0,0 0 2 16,0 0-2-16,22 29 2 15,-17-15-1-15,0-1 1 16,-1 5 1-16,1 0 4 16,0 2 0-16,-1 0 0 15,2 0-2-15,-2-1-4 0,2-2 0 16,0 1-1-16,-1-1 2 16,2-2 0-16,2-1 0 15,0-1 0-15,2-2-2 16,0-3-14-16,0-3-124 0</inkml:trace>
  <inkml:trace contextRef="#ctx0" brushRef="#br0" timeOffset="31589.51">21756 2303 171 0,'0'0'1'0,"0"0"-16"16,0 0 16-16,0 0 1 16,0 0 1-16,0 0 4 0,0 0 8 15,34 19-4-15,-25-19-6 16,1 0-2-16,0 0-1 16,1 0 1-16,-1 0 0 15,-2-4 4-15,1-2 6 16,-2-1-1-16,-3 2 1 15,-2-1-1-15,-1 1-2 0,-1 0-3 16,0 1-2-16,-3 1-2 16,-3 3-5-16,-2-1 0 15,-2 1-3-15,0 0 9 16,1 3-8-16,0 2 5 0,2 3 2 16,3 0-3-16,1 2 1 15,3 0 1-15,0 0 1 16,0 1-3-16,8-2-1 15,4 0-1-15,3-2-6 0,4-1-12 16,3-2-25 0,3-1-70-16</inkml:trace>
  <inkml:trace contextRef="#ctx0" brushRef="#br0" timeOffset="32107.49">22105 2310 95 0,'0'0'15'0,"0"0"16"15,0 0-15-15,-7-31-14 16,-3 28-8-16,-6 2 4 16,0 1-1-16,0 0 3 15,-1 5 3-15,2 2 3 0,0 3-4 16,6 1 0-16,-1 1 2 16,4-1-3-16,3 1 0 15,2-3 3-15,1 0-2 16,4-2 0-16,5-2 5 15,2-2-4-15,3 0 8 16,3-3-2-16,0 0-2 16,-2 0-2-16,2-3-3 0,-5-5 3 15,-2-2 14-15,-1-2 5 16,-4-2 1-16,0-3-12 16,-4 0-9-16,1-1-4 15,-2-2-2-15,0-1 0 0,0-2-4 16,-2 0-2-16,0 1-4 15,-3-1 3-15,1 3-2 16,-2 0 8-16,1 3 2 16,0 2 5-16,1 3 11 15,1 4-3-15,1 1-4 0,1 4-4 16,0 1-3-16,0 2-1 16,-1 0-2-16,1 5-7 15,-3 8 3-15,2 1 3 16,1 5 2-16,1 0 3 15,0 4 0-15,7 1 0 0,3 0 2 16,10 3 0-16,4 0 1 16,4 1 0-16,7-5-30 15,4-4-198-15</inkml:trace>
  <inkml:trace contextRef="#ctx0" brushRef="#br0" timeOffset="32926.66">23033 2179 139 0,'0'0'44'0,"0"0"-40"0,0 0 10 0,0 0-3 16,0 0 2-16,0 0-1 0,0 0-4 16,0 0-9-16,0 0 1 15,-34-24 0-15,16 23-1 16,-1 0 0-16,-1 1 7 16,2 0-1-16,0 0 1 15,0 2 2-15,3 6-3 0,1 0-1 16,4-1-3-1,3 3 2-15,1-3-1 0,4 2 1 16,2-2-2-16,1-2-1 16,7 1 5-16,5-2-2 15,4-1 0-15,4 2-2 16,1-3 2-16,2-2-15 0,0 0-11 16,-1 0-2-16,-2-7 3 15,-1 0 4-15,-2-4 10 16,-3-2-22-16,-2-2-33 15</inkml:trace>
  <inkml:trace contextRef="#ctx0" brushRef="#br0" timeOffset="33225.68">22982 1870 202 0,'0'0'4'16,"0"0"12"-16,0 0-20 16,0 0 3-16,0 0-1 0,0 0 2 15,-8 42 0-15,8-22 0 16,0 1 1-16,4 2-1 16,1 1 5-16,3 0 0 15,0-2 0-15,0 1 0 16,1-2-2-16,-1-1 1 15,1-3-3-15,-1-2 0 0,1-2 2 16,-1 2 0-16,2-4-2 16,0-1-26-16,3-3-87 15</inkml:trace>
  <inkml:trace contextRef="#ctx0" brushRef="#br0" timeOffset="33729.94">23377 2110 215 0,'0'0'17'0,"0"0"15"15,0 0-22-15,0 0-8 16,0 0-3-16,0 0 1 0,-32-11-1 15,20 12 2-15,-1 5-1 16,1 2 0-16,-1 1 0 16,-1 1 1-16,5-1 1 15,1-1-2-15,3 0 1 16,3-1 0-16,2-1-1 0,0-1-3 16,3 0 6-16,5-2-1 15,2-1 0-15,2-2-1 16,0 0-1-16,0-2 3 15,0-4-5-15,-1-2 1 16,-1-1 1-16,-3-1 0 0,0 1-1 16,-3 0 1-16,1 3 0 15,-3-1 1-15,0 4 0 16,-1 1 2-16,1 1-1 16,-1 1-2-16,-1 0-2 15,1 0-3-15,0 3 4 0,1 3-1 16,2 1 2-16,1-1 1 15,-1 1-1-15,5 0 1 16,0-2 0-16,1 2-3 16,2-2-26-16,0-1-34 15,2-3-29-15</inkml:trace>
  <inkml:trace contextRef="#ctx0" brushRef="#br0" timeOffset="34139.37">23550 1889 223 0,'0'0'4'0,"0"0"13"0,0 0-9 0,0 0-3 0,0 0-3 16,0 0-2-16,0 0 2 16,0 0-1-16,0 0 3 15,0 0-5-15,-2-12-7 0,2 17 5 16,1 2 2-16,3 3 1 16,0 1 1-16,1 3-3 15,2 1 1-15,0 1 2 16,2 0 1-16,-2 1-1 0,1 1 1 15,0-1-1-15,-1-1 0 16,-3 1 2-16,0-2-1 16,-1-1-1-16,-3 0 0 15,0-3-12-15,0-1-25 16,-6-2-31-16,1-4-12 0</inkml:trace>
  <inkml:trace contextRef="#ctx0" brushRef="#br0" timeOffset="34343.62">23530 2036 284 0,'0'0'4'0,"0"0"-6"15,0 0 9-15,34-7-3 16,-20 7-4-16,3 0 2 0,-2-1-2 15,3 1 0-15,1 0 0 16,1 0-35-16,-2 0-47 16,-1-2-42-16</inkml:trace>
  <inkml:trace contextRef="#ctx0" brushRef="#br0" timeOffset="35089.93">23818 1958 165 0,'0'0'12'15,"0"0"21"-15,0 0-15 16,0 0-9-16,0 0 3 0,0 0-2 15,15-29-3-15,-12 28-5 16,1 1-2-16,3 0-2 16,0 0 2-16,2 0 0 15,1 4-1-15,0 4 1 0,-1 2 0 16,1 0-1-16,-2 0 1 16,-1 3 0-16,-1-1 0 15,-1 3-2-15,-1-1 4 16,-1 0-2-16,-1-1 1 15,1 0-2-15,-3-1 1 16,0-1 0-16,0-1 0 0,0-3-5 16,0-1 5-16,-3-1 0 15,-2 0-4-15,-1-3 3 16,-3-1 4-16,0-1-2 16,-2 0 3-16,-1 0-4 15,2 0-1-15,0-4-1 0,2 0 2 16,1-1 0-16,0-1-2 15,3 0-1-15,1 0 3 16,1 0 0-16,1-1 0 16,1 2-1-16,0 0 2 15,4-1 0-15,2 2-2 16,-1 0 0-16,1 1-1 0,-1 0 2 16,0 3-1-16,1-1 1 15,-1 1-1-15,1-2 1 16,0 2 0-16,1 0-1 15,-1 0 1-15,1 0-1 0,1 5 2 16,-3 0-1-16,1 0-1 16,0 1 1-16,0 1 0 15,1 1 1-15,-1 2-1 16,2-2 1-16,-1-1-1 16,1 1 1-16,0-3 0 0,-1 2 1 15,2-4 0-15,-2 3 8 16,2-4-6-16,1 2-2 15,1-1-1-15,0 2 1 16,2-2-2-16,-2-3-27 16,0 0-108-16</inkml:trace>
  <inkml:trace contextRef="#ctx0" brushRef="#br0" timeOffset="38036.05">19074 2824 7 0,'0'0'45'0,"0"0"-18"0,0 0-3 0,0 0-5 16,0 0-7-16,0 0-4 0,1 0-2 16,-1 0-7-16,0 0 0 15,0 1 0-15,1-1 2 16,1 1-1-16,0 1 0 16,2 1 0-16,-3 1 0 15,3 0 0-15,1 2 0 16,-1 1 1-16,4 1 1 0,-1 2-1 15,3 0 1-15,4 2-1 16,0 1 1-16,3 0 0 16,0 2-1-16,2 0 0 15,2 1-1-15,-1-1 1 0,2 2-1 16,1-1 2-16,-3 2-1 16,4 0 6-16,-4 1-4 15,2 0 8-15,0 1 4 16,0 0-6-16,-1 0 0 15,1-2 0-15,-2 2 1 16,2-2-7-16,-2 0 0 16,0 0-1-16,0-3-1 0,-1 2 1 15,1-2-1-15,-1-1 0 16,0-2 0-16,1 1 0 16,-4-3 2-16,0 0-1 15,-2 0 3-15,0-3-2 0,-2-1 1 16,0 1 0-16,-2-1-1 15,0-1 1-15,0-1-1 16,0 1-1-16,-1-1-1 16,-1 0 0-16,0 0 2 15,0 0-2-15,-1 1 0 0,0-2 0 16,0 1 0-16,-2-1-1 16,1 3 0-16,0-1 0 15,-2-1-26-15,1-4-50 16</inkml:trace>
  <inkml:trace contextRef="#ctx0" brushRef="#br0" timeOffset="39112.66">20051 3398 73 0,'-2'2'112'0,"0"-2"-111"0,2 2-4 0,-1 3-1 0,-1 2 4 16,0 1 0-16,0 1 0 16,1 2 0-16,0 0 1 0,1-1 1 15,0 1-1-15,0-1 5 16,2-1 3-16,2-1-3 16,3 0 2-16,1 0-1 15,1-1-3-15,1-3-2 16,1 0 0-16,1-2 0 15,0 1 3-15,3-3 6 0,0 0 1 16,1 0-4-16,0 0-3 16,1-3-1-16,0-1-2 15,-5-2 0-15,0 1-1 16,-2-1 4-16,-2-3 4 0,-5 2 6 16,1-4 0-16,-1-1-6 15,-3-1 0-15,0 1 0 16,0-1-6-16,0 2-2 15,-3 1-2-15,-1 1-1 16,1 4 1-16,-4 3-2 16,2 2-18-16,-1 0-26 15,0 0-53-15,2 2-79 0</inkml:trace>
  <inkml:trace contextRef="#ctx0" brushRef="#br0" timeOffset="39650.66">20340 3406 110 0,'0'0'12'0,"0"0"4"0,0 0-9 16,0 0-1-16,0 0-2 0,0 0 0 16,0 0-3-16,0 0 1 15,28 31-1-15,-26-22 1 16,-1 1 3-16,0-3-3 16,2 0 0-16,-2-2-1 15,0-1 1-15,0 0 1 0,0-2 0 16,1-1-2-16,-1-1 0 15,-1 0 1-15,0 0 11 16,0 0 35-16,1-3-43 16,1-4-5-16,-1-1 1 15,0-1-1-15,2-1 0 0,2 0-1 16,-1 2 1-16,4-1 0 16,1 1 1-16,2 0 0 15,0 2 3-15,3 1 1 16,2 1-4-16,1 1 0 15,-1 1 0-15,0 1 1 16,0 1 0-16,-3 0 2 0,-1 0-2 16,-2 5 0-16,-2 3-1 15,-1 1 0-15,-3 2 1 16,-2 2-4-16,-2 1-7 16,0-1-18-16,-2-1-44 15,-3-3-46-15</inkml:trace>
  <inkml:trace contextRef="#ctx0" brushRef="#br0" timeOffset="40099.87">20698 3252 107 0,'0'0'4'0,"0"0"22"0,0 0 2 0,0 0-5 0,0 0-12 16,0 0-6-16,0 0 0 15,0 0-4-15,30-9 0 16,-25 19 1-16,0 5 1 16,-2 1-2-16,-1 2-1 0,-1 2 2 15,-1-1-2-15,0-1 3 16,0-3 1-16,3-1-3 16,-3-3 0-16,4-1 2 15,0-1 2-15,2-4-2 16,1 1 3-16,2-2-1 0,1-1-1 15,2-2 1-15,4-1 0 16,0 0-4-16,4 0-1 16,0-2-38-16,0-5-168 15</inkml:trace>
  <inkml:trace contextRef="#ctx0" brushRef="#br0" timeOffset="40617.08">21109 3349 104 0,'0'0'0'16,"0"0"16"-16,0 0 14 15,0 0-23-15,-28-15-2 0,18 15 11 16,-2-1-2-16,0 1 0 15,0 0 3-15,-3 0-2 16,3 0-6-16,-1 6-6 16,3-1 0-16,0 2-2 15,2 1 0-15,2-2 1 0,3 2-1 16,3-2-1-16,0-1-1 16,0 0 1-16,2-1 1 15,4 0 5-15,3-3-5 16,3-1 5-16,1 0 2 15,3 0-4-15,0 0-4 16,0-6 0-16,1 1-3 0,-4-2 2 16,-2-3 0-16,-1 3 2 15,-4 0 0-15,-1 0 2 16,-1 2 2-16,-1 2 4 16,-1 1 1-16,-2 0 3 0,0 2-3 15,0 0-16-15,0 0 4 16,0 0-5-16,0 5 5 15,0 1 7-15,0 2-4 16,3 0 1-16,2-2-5 16,4 2-9-16,2-4-14 15,2-1-38-15,2-3-149 0</inkml:trace>
  <inkml:trace contextRef="#ctx0" brushRef="#br0" timeOffset="41245.37">21312 3115 188 0,'0'0'10'0,"0"0"13"0,0 0-26 0,0 0-2 0,0 0 4 16,0 0 1-16,0 0 1 16,4 31-1-16,0-18 1 15,1 5-1-15,-1 0 1 0,0 1 0 16,1 0-1-16,-1-2 0 16,1-1 1-16,-1 0 1 15,0-2 1-15,-2-1-2 16,0-2 0-16,0-1-1 0,-2-1 1 15,0-1 0-15,0-4 2 16,0-1-1-16,0 0-1 16,0-3-4-16,-2 0 9 15,-2 0 7-15,1 0-5 16,-1-5 1-16,2-1-2 16,1-1-1-16,-1-1-6 0,2 0-1 15,0-1 0-15,2 2 0 16,4-1 1-16,3 2 1 15,2-1 0-15,0 3-1 16,4 1 0-16,-1 0 2 0,2 2-1 16,-2 1-1-16,2 0 1 15,-1 0 0-15,-2 3-1 16,0 2 0-16,-3 2 0 16,-2 0 0-16,-2 2 0 15,-5 1 0-15,-1-2-2 16,0 1-2-16,-5 0 0 0,-7-2 1 15,-2 1 3-15,-3-3 1 16,-1 0 1-16,0-2 4 16,-1 0-2-16,1-2-2 15,4-1-8-15,3 0-24 16,2 0-66-16</inkml:trace>
  <inkml:trace contextRef="#ctx0" brushRef="#br0" timeOffset="41714.98">21595 3310 154 0,'0'0'1'0,"0"0"1"0,0 0-2 0,31 0 1 0,-21 0-1 15,1-3 1-15,0-1-1 16,0 0 0-16,2-2 0 16,0 1 0-16,-1-2 1 15,-2 2 5-15,-3-1 5 0,0 0 2 16,-2 0 2-16,-3 0-3 16,-2 2-7-16,0-1-5 15,-1 1-7-15,-6 2 8 16,-4 1-12-16,1 1 10 15,-3 0 10-15,1 2 3 16,0 5-6-16,1 1-5 0,4 1 2 16,-1 2-1-16,3-1-1 15,3 0 2-15,2-2-3 16,0 0 2-16,3-1 6 16,6-1 5-16,2-2-2 0,5 0 3 15,2-3-6-15,2 1-3 16,1-2-4-16,2 0 1 15,-2-2-4-15,0-3-13 16,-3-2-1-16,0-2-17 16,-2-2-61-16</inkml:trace>
  <inkml:trace contextRef="#ctx0" brushRef="#br0" timeOffset="42085.84">21913 2949 221 0,'0'0'8'0,"0"0"-6"0,0 0-1 0,0 0-1 15,0 0 0-15,0 0 0 16,0 0 3-16,28 41 0 16,-23-24 3-16,-1 3 0 15,0 0-1-15,-1 1-2 0,1 2 3 16,-1 0-6-16,1-1 1 16,-2-2 1-16,2 0 0 15,-3-2-1-15,1 0 0 16,0-3 2-16,1-2-2 0,-1 0 1 15,-1-2-1-15,-1-2-11 16,0-3-23-16,1-3-53 16</inkml:trace>
  <inkml:trace contextRef="#ctx0" brushRef="#br0" timeOffset="42420.71">22073 2949 186 0,'0'0'-4'0,"0"0"1"16,0 0 10-16,12 33 9 15,-9-18 5-15,1 2-8 16,0 4-4-16,0 2-3 16,0-1-3-16,1 1 1 15,-2 0 2-15,1-3-5 16,-1 0 2-16,-1-3-2 0,0 0 1 16,3-3 1-16,0-1-1 15,2-2-11-15,0-4-30 16,2-2-85-16</inkml:trace>
  <inkml:trace contextRef="#ctx0" brushRef="#br0" timeOffset="42768.23">22254 3217 294 0,'0'0'3'0,"0"0"-17"16,0 0-2-16,0 0 19 15,0 0-2-15,0 0 0 16,0 0-2-16,30-4 0 16,-23-1 1-16,1 1 0 15,0-1 2-15,-1-2 1 16,-2 2 0-16,-1-2 2 0,-4-1 0 16,0 0 0-16,0 3-3 15,0-1-2-15,-7 2-1 16,-1 1-1-16,-3 3 0 15,-1 0 3-15,-1 2-3 0,0 6 5 16,1 2-4-16,4 1 2 16,1 2 0-16,2-1 0 15,4 1 2-15,1-1-5 16,0-1-1-16,9-1-11 16,3-3-21-16,5-2-51 0</inkml:trace>
  <inkml:trace contextRef="#ctx0" brushRef="#br0" timeOffset="43266.88">22526 3181 231 0,'0'0'5'16,"0"0"7"-16,0 0-11 15,0 0-6-15,-41-11 4 16,26 11-1-16,-4 5 3 0,1 4-2 15,3 1 3-15,3 1-2 16,1 1 0-16,4-2 1 16,4 0 0-16,3-2-2 15,0-1-2-15,3-3-1 16,7 0 6-16,2-2 1 0,4 0 0 16,3-2 0-16,1 0-2 15,0-3-2-15,0-3-2 16,-1-4 2-16,-3-2 2 15,-2-4 2-15,-1-4 3 16,-2-1 1-16,-1-3-3 16,-2-2-3-16,0-1 0 0,-3 1-1 15,-2 0-2-15,0 3 1 16,-3 1-2-16,0 3-1 16,-1 3 0-16,-4 3 6 15,0 3 5-15,-1 4 6 16,2 2-5-16,-1 4-5 0,1 0-4 15,0 9 1-15,1 6-1 16,-1 4 1-16,0 6-1 16,4 5 0-16,0 3 1 15,8 2 0-15,8 1 1 16,4 1 1-16,4-2 2 0,6-5-19 16,4-6-96-16</inkml:trace>
  <inkml:trace contextRef="#ctx0" brushRef="#br0" timeOffset="43800.73">23523 3157 85 0,'0'0'4'0,"0"0"14"0,0 0-1 0,0 0-4 15,0 0 5-15,0 0 14 0,0-34-10 16,0 27-7-16,0-1-1 16,0 2 5-16,0 0 0 15,-4 1-2-15,-1 0-13 16,-4 2-4-16,-1 1-2 16,-6 2 4-16,-2 0-8 0,-3 0 7 15,0 7-7-15,1 2 10 16,2 0-5-16,3 3 2 15,3 0-1-15,5-1 1 16,0 0 0-16,4 0 1 16,3-2-4-16,3 0-4 15,7 0 6-15,5-2 3 0,5-2-3 16,4 0 2-16,2-3-3 16,2-1-3-16,-2-1-13 15,1 0-18-15,-3-8-17 16,-3-2-4-16,-2-5-3 0</inkml:trace>
  <inkml:trace contextRef="#ctx0" brushRef="#br0" timeOffset="44106.46">23536 2779 229 0,'0'0'6'0,"0"0"-3"0,0 0-5 0,0 0 2 0,0 0 0 15,-6 34 0-15,4-15 1 16,2 4 0-16,0 2 3 16,0-1 1-16,5 0-1 15,2 1 3-15,1-4 3 16,-1 0-9-16,2-2 0 0,0-1 0 15,0 0 2-15,1-3-3 16,0 1 2-16,3 1-6 16,-3-4-19-16,2-2-47 15,1-2-27-15</inkml:trace>
  <inkml:trace contextRef="#ctx0" brushRef="#br0" timeOffset="44613.64">23865 3072 196 0,'0'0'0'15,"0"0"18"-15,0 0 4 16,0 0-13-16,-4-28-1 16,-3 24 1-16,-1 3-6 15,-3 1-2-15,-2 0 1 0,-4 0-1 16,0 7 0-16,-2 2 0 15,1 1 0-15,1 3-1 16,3-1 2-16,3 0-2 16,2 0 1-16,4-3 1 15,4 2-2-15,1-1-1 0,0-3-1 16,5-1 0-16,5-1 5 16,0-3-4-16,3-2-4 15,1 0-5-15,0 0 8 16,-3-8 2-16,3-1 0 15,-2-2 1-15,-1-3-1 16,-2 0 0-16,-1 0-3 0,-1 0-3 16,-3 2 5-16,-2 2 2 15,0 2 0-15,-2 2 4 16,0 2 1-16,0 3 3 16,0 1-4-16,0 0-4 15,-2 0 1-15,0 4-2 0,0 3 0 16,1 3 1-16,1-2-3 15,0 2 0-15,1 0-1 16,5 0 1-16,3 0-2 16,1-3 2-16,2-1-12 15,1-1-19-15,-1-4-51 0</inkml:trace>
  <inkml:trace contextRef="#ctx0" brushRef="#br0" timeOffset="44931.97">23962 2855 161 0,'0'0'4'0,"0"0"27"0,0 0-10 0,0 0-12 16,0 0-11-16,0 0 3 15,0 0 0-15,0 0 4 16,0 43 1-16,0-23-3 16,0 2 0-16,0 0-1 15,4-2 0-15,1 0 0 0,1-2-1 16,-2-1 1-16,2-2-1 16,-1 0 0-16,0-2 0 15,0-2 1-15,0-1-2 16,-3-2-4-16,-2-2-23 0,0-5-67 15</inkml:trace>
  <inkml:trace contextRef="#ctx0" brushRef="#br0" timeOffset="45095.84">23949 3020 250 0,'0'0'8'16,"0"0"8"-16,0 0-9 15,0 0-6-15,30-10-2 16,-15 10-1-16,1 0-13 0,2 0-14 16,0 0-66-16</inkml:trace>
  <inkml:trace contextRef="#ctx0" brushRef="#br0" timeOffset="45600.3">24203 2992 166 0,'0'0'13'0,"0"0"8"16,0 0 8-16,28-12-13 16,-18 11-5-16,1 1-5 15,0 0-1-15,1 0-3 16,-1 0 0-16,-1 0 1 15,-1 4-1-15,0 2-2 0,0 1 1 16,-3 2-1-16,-1 0 0 16,-2 2 1-16,-1-1-2 15,-2 2 1-15,0-1 0 16,-2-1-1-16,-7 0 0 16,0 0 2-16,-1-4-2 15,-3-2-2-15,-2-1 0 16,2-1 8-16,0-2-5 0,1 0 3 15,2-1 0-15,3-3-1 16,0-3-1-16,3 1 2 16,3-1 2-16,1 0-2 15,0-1-4-15,2 2 2 16,5-1 6-16,0 4-7 0,0-1-2 16,2 4 4-16,0 0-1 15,-1 0-1-15,1 0 1 16,1 4-2-16,0 4 1 0,2 0 0 15,1 3 0-15,-1 1 0 16,2 1 0-16,1 0 0 16,-2-2-33-16,1-3-125 15</inkml:trace>
  <inkml:trace contextRef="#ctx0" brushRef="#br0" timeOffset="52317.35">22376 2563 41 0,'0'0'0'0,"0"0"-5"0</inkml:trace>
  <inkml:trace contextRef="#ctx0" brushRef="#br0" timeOffset="53243.38">22547 2505 117 0,'0'0'8'0,"0"0"15"0,0 0-9 0,0 0-9 16,0 0 0-16,0 0 0 15,0 0 3-15,0 0 2 16,0 0-2-16,0 0 0 15,-27-11-2-15,21 11 1 16,-2 0-5-16,-3 0-1 0,1 0-1 16,-2 0 0-16,0 4 0 15,-1 0 0-15,1 1 0 16,1 0 0-16,2 1 2 16,2 1 0-16,1-2 1 15,3 1-2-15,2 1-1 0,1-3 0 16,0 2-1-16,0-1 1 15,0-1-2-15,4 0 2 16,2-2 0-16,1 1-1 16,0-3 9-16,2 3-4 15,-1-2 1-15,2 0-1 16,0-1-1-16,-2 1 0 0,0 1 0 16,1-2 0-16,-1 1-2 15,1 0 0-15,-1 2 0 16,-1-1 0-16,2 1 1 15,-2 2-2-15,-2-2 0 0,0 2 0 16,-2 0 0-16,-1 0-1 16,-1 0 1-16,-1 0 1 15,0 0-1-15,0 0 1 16,0 0 0-16,-3 0 1 16,-3 0-2-16,-1 0 1 15,-1-1 0-15,-1 0 1 0,-1 0 1 16,1-1 0-16,-1-1 1 15,1-1-3-15,1 1 0 16,-1-2 1-16,0 0-1 16,2 2-1-16,2-1-1 0,-1-1-19 15,2 0-36-15,2 0-52 16</inkml:trace>
  <inkml:trace contextRef="#ctx0" brushRef="#br0" timeOffset="53793.84">22634 2560 211 0,'0'0'1'0,"0"0"-2"0,0 0 1 0,0 0 2 0,0 0 0 16,-22 31 0-16,21-23-1 16,1 1 0-16,0 0-1 15,0-2 0-15,5 1 2 16,2-1 0-16,0-2-1 0,2-1 0 15,2 0 3-15,0-4 1 16,1 0-1-16,1 0 0 16,0 0-3-16,0-3 0 15,-1-4 0-15,-1 0 1 16,-3-2-1-16,0-1-1 0,-1-2 0 16,-4 2 0-16,0 0-1 15,-2 3-2-15,0 0 4 16,-1 2 2-16,0 2 6 15,0 1 3-15,0 2 2 16,0 0-11-16,0 0-5 0,0 2 1 16,0 2 1-16,0 3-1 15,0 0 2-15,2 1-2 16,4 0 1-16,1 0 0 16,2-1 1-16,0-2-2 15,2 0-17-15,0-4-22 16,1-1-60-16</inkml:trace>
  <inkml:trace contextRef="#ctx0" brushRef="#br0" timeOffset="54054.78">22892 2519 218 0,'0'0'10'0,"0"0"6"0,0 0-18 0,0 0 1 15,0 0 3-15,0 0-2 0,-7 36 0 16,7-23 0-16,0 0 1 16,0 2 0-16,0-2 1 15,0 0-2-15,0 0 1 16,2-2-2-16,0-2-4 16,1 0-5-16,0-3 0 15,-3-3-7-15,1-1-1 16,-1-2-11-16,0 0-6 0,0 0 4 15</inkml:trace>
  <inkml:trace contextRef="#ctx0" brushRef="#br0" timeOffset="54310.75">22906 2543 158 0,'0'0'7'0,"0"0"8"15,0 0 5-15,33-18-8 16,-23 16-7-16,1 2 0 15,-2 0-3-15,0 0-1 0,-2 2 0 16,-1 2 0-16,-1 0 0 16,-3 2 2-16,-1 0 3 15,-1 0-6-15,0 1 1 16,-7-2 0-16,-2 3 2 16,-1-2 0-16,-3-1 1 0,0 0-3 15,0-1-1-15,2-1 5 16,2 0-5-16,1-1-14 15,6-2-88-15</inkml:trace>
  <inkml:trace contextRef="#ctx0" brushRef="#br0" timeOffset="55028.35">23068 2558 66 0,'0'0'19'0,"0"0"-5"16,0 0-10-16,0 0 0 0,0 0 3 16,0 0 6-16,0 0-4 15,0 0 0-15,0 0-1 16,12-17 1-16,-11 12 1 15,-1 0-4-15,0 2-1 16,0-2-3-16,0 3 0 0,0-2-2 16,-3 2 3-16,-3 0-1 15,0 2 2-15,-1 0-2 16,0 0-1-16,0 3 3 16,1 4-1-16,0-1 1 15,2 1-1-15,0 1 0 16,2 1-1-16,2-2-2 0,0-1 1 15,0-1 1-15,0 2-2 16,6-4 1-16,0 2 1 16,1-3 1-16,1 1 4 15,3-3-5-15,-1 1 0 0,2-1-1 16,-2 0-1-16,0 0 2 16,-1-3-2-16,0-2 0 15,-2 0 3-15,-1-3 2 16,0 0 2-16,0 1-2 15,-3-3-5-15,-1 2 1 0,1 0-6 16,-2 0-8-16,-1 1 9 16,1 0 4-16,-1 4 1 15,1-1 0-15,0 3 0 16,2-1 0-16,-1 1-3 16,3 0 1-16,-1 1 0 0,2 0 1 15,-1 0 0-15,1 0 0 16,0 0 0-16,-2 2 0 15,2 2 0-15,1 1 0 16,-3 0 1-16,3 1 0 16,-4 1-1-16,4-2 2 15,-3 1-1-15,-1 1-1 0,2-2 2 16,-1 0-2-16,0 1-2 16,0-2-9-16,0-4-35 15,2 0-43-15</inkml:trace>
  <inkml:trace contextRef="#ctx0" brushRef="#br0" timeOffset="55356.75">23319 2490 253 0,'0'0'2'0,"0"0"-26"0,0 0 29 0,0 0-5 0,0 0 1 15,0 0 0-15,0 0 0 16,30 33-1-16,-25-26 1 16,2-1 0-16,-2-1-1 0,0 0 1 15,-1-3-1-15,0 0-1 16,1-2 4-16,-2 0 9 16,1 0 8-16,-1-4-2 15,0-2-1-15,1-3-4 16,-1 1-6-16,-1-2-3 0,1 1-1 15,0 0-2-15,-1 2-2 16,0-1-5-16,1 3-16 16,-3 2-10-16,2 2-20 15,0 0-79-15</inkml:trace>
  <inkml:trace contextRef="#ctx0" brushRef="#br0" timeOffset="55555.58">23493 2482 237 0,'0'0'15'16,"0"0"-1"-16,0 0-13 15,0 0 0-15,0 0 3 16,0 0-2-16,0 0-1 16,0 0 0-16,0 0-1 15,21 30 0-15,-18-23 0 16,0-1-7-16,0-1-26 0,0-4-40 15</inkml:trace>
  <inkml:trace contextRef="#ctx0" brushRef="#br0" timeOffset="55734.71">23540 2417 213 0,'0'0'9'16,"0"0"27"-16,0 0-15 15,0 0-10-15,0 0-10 16,0 0-6-16,0 0-24 0,0 0-1 16,-21-5-6-16,21 12-29 15,0 1-28-15</inkml:trace>
  <inkml:trace contextRef="#ctx0" brushRef="#br0" timeOffset="56111.85">23626 2413 122 0,'0'0'5'16,"0"0"14"-16,0 0-15 15,0 0-4-15,0 0 2 16,0 0 1-16,0 0 7 15,0 0-1-15,-1 10 0 0,1-4 0 16,4-1-2-16,0 1-1 16,3 0 1-16,2 1 0 15,-1-1 11-15,2 0-12 16,-3-1-4-16,0 0 0 16,0 0-1-16,-3 0-1 0,-1-1 0 15,-3 0 0-15,0-2 0 16,0 1-1-16,-7-1 1 15,-3 1 3-15,-1-1-5 16,-6 0 7-16,3-1-15 16,0-1-28-16,1 0-25 15,3 0-79-15</inkml:trace>
  <inkml:trace contextRef="#ctx0" brushRef="#br0" timeOffset="56260.04">23616 2464 226 0,'0'0'19'16,"0"0"-14"-16,0 0-12 16,0 0 6-16,0 0-2 15,0 0 6-15,-26 34-2 16,18-24-4-16,3 0-25 0,2-2-39 16</inkml:trace>
  <inkml:trace contextRef="#ctx0" brushRef="#br0" timeOffset="56887.19">23781 2445 272 0,'0'0'-2'0,"0"0"4"15,0 0 3-15,0 0-3 0,0 0-2 16,0 0 1-16,0 0 0 16,0 0 0-16,7-13-1 15,-7 12 3-15,0 1-2 16,0-2-3-16,0 2-1 0,-3 0 3 16,-1 0-1-16,0 0 3 15,0 0-3-15,-1 3 1 16,2 2 1-16,0 0-1 15,1 2-1-15,2-2 0 16,0 2-1-16,0-1-5 0,4-1-7 16,4-2 0-16,3 2 0 15,2-1-10-15,3-3-4 16,-1 1-4-16,1-2 25 16,1 0 5-16,-2 0 2 15,-2-3 0-15,-2-3 1 0,-1-1 1 16,-4 0 0-16,-5 0 8 15,-1 1 24-15,0-1 2 16,-4 4-23-16,-6-1-13 16,-2 3 5-16,-1 0-7 15,0 1 3-15,2 0 0 16,1 1 0-16,3 2-1 0,4 2 1 16,3-2-2-16,0 1 1 15,0-1-1-15,2-2 1 16,4 1 5-16,2-2 8 15,0 0-1-15,0 0-1 16,1-4-3-16,0-2 6 0,-4-1-1 16,1-1-4-16,-2 0-3 15,-1 0-6-15,-2-2-12 16,-1 3-28-16,0-1-39 16,0 2-119-16</inkml:trace>
  <inkml:trace contextRef="#ctx0" brushRef="#br0" timeOffset="57050.4">23978 2391 209 0,'0'0'5'0,"0"0"26"0,34 15-15 0,-24-5-12 15,-6 3-2-15,-4 2-5 16,-8 1-33-16,-12-1-77 15</inkml:trace>
  <inkml:trace contextRef="#ctx0" brushRef="#br0" timeOffset="57384.37">22048 2573 270 0,'0'0'-5'16,"0"0"4"-16,-12 36 1 15,12-14 0-15,0 4 0 16,3 5-3-16,7-1-35 0,2 0-66 16</inkml:trace>
  <inkml:trace contextRef="#ctx0" brushRef="#br0" timeOffset="57860.49">22103 3539 242 0,'0'0'1'0,"0"0"7"16,-29 30 2-16,23-16-3 16,-1 4 0-16,5 1-5 15,2 2 0-15,0 1-1 0,4 0 2 16,5 0-1-16,4 0 1 15,2-1-3-15,3-2 0 16,4-3-2-16,-1-4 2 16,2-2-12-16,2-2-22 15,-1-5-41-15,0-3-67 16</inkml:trace>
  <inkml:trace contextRef="#ctx0" brushRef="#br0" timeOffset="58282.78">22443 3673 249 0,'0'0'2'0,"0"0"1"16,0 0 0-16,0 0 2 15,0 0-1-15,-17 28 0 16,17-18 0-16,3 0-1 15,3-1 0-15,3 1-2 16,1-2 1-16,2-2-1 16,2-3 3-16,1-1-2 0,3-2 1 15,1 0-1-15,-1-2 0 16,0-3-1-16,-1-3-1 16,-3-2-1-16,-2-2 1 15,-3 1 0-15,-2-1 1 16,-2 3 0-16,-3 0 1 15,0 2 7-15,-2 3 11 0,0 0-6 16,0 3-2-16,0 0-4 16,0 1-7-16,0 0-3 15,0 2-9-15,1 5 5 16,2-1-9-16,0 4-10 16,3-1-10-16,1 0-20 0,0-2-31 15,1-2-31-15</inkml:trace>
  <inkml:trace contextRef="#ctx0" brushRef="#br0" timeOffset="58698.1">22812 3641 217 0,'0'0'22'15,"0"0"-3"-15,0 0-8 16,0 0-3-16,28-10-5 0,-21 10 0 15,0 1-2-15,0 4 0 16,-2 3-1-16,-2 0 0 16,1 2 1-16,-3-2-3 15,-1 2 0-15,0-1 4 16,0-1-2-16,0-2-1 0,0-2 1 16,-2 0-1-16,1-4 1 15,-1 0 3-15,1 0 3 16,1-2 0-16,0-4-4 15,0-4-9-15,4-2 5 0,3 1 4 16,2-2 0-16,1 1-3 16,1 2 2-16,0 2-1 15,2 0 1-15,-2 4 1 16,2 1 0-16,-2 2 1 16,-1 1-2-16,0 0 0 15,1 1 0-15,-2 6-2 16,-1 1-2-16,0 0-7 0,-2 1-22 15,1-3-39-15,-3-1-110 16</inkml:trace>
  <inkml:trace contextRef="#ctx0" brushRef="#br0" timeOffset="59085.91">23230 3540 140 0,'0'0'5'0,"0"0"7"0,0 0 26 0,0 0-21 15,0 0-8-15,-33-9-3 16,25 12 1-16,1 3-2 16,1 1-2-16,3 1 2 0,1-1-3 15,1 0-1-15,1-1 0 16,0 1 0-16,5 1-1 15,2-2 0-15,2 1 5 16,1-2-4-16,0 2 0 16,2 0-1-16,-4-1 2 0,1 1-2 15,-2-1 1-15,-2 0-1 16,-2 0 0-16,-3-1 0 16,0 1 0-16,-4-2 0 15,-5-1 2-15,-5 1 0 16,-2-1 0-16,-1-2 0 0,1-1-1 15,3 0-1-15,1 0-1 16,6 0-13-16,4-5-69 16</inkml:trace>
  <inkml:trace contextRef="#ctx0" brushRef="#br0" timeOffset="59732.72">23306 3584 303 0,'0'0'3'0,"0"0"-6"16,0 0-6-16,0 0 9 15,0 0-1-15,0 0 2 16,0 0 0-16,3 34-1 16,0-24 0-16,0-2 2 15,1-1-2-15,0 1 0 0,2-3-2 16,1-3 1-16,1 0-1 15,2-2 1-15,0 0 1 16,1-2-5-16,0-5-1 16,0-1-3-16,1 0 3 15,-2-1 2-15,-3-1-2 16,-1 1-4-16,-2 2 5 0,0 2 6 16,-4 2 1-16,0 0 14 15,0 2-4-15,0 1-9 16,0 0 0-16,-1 2-2 15,0 3-1-15,1 1 0 16,0 0 0-16,0 0-1 0,5-1 1 16,1 0-1-16,3-1 2 15,4-1 0-15,-3-2-2 16,2-1-4-16,0 0-8 16,0 0-4-16,1-5 1 15,-3-1 3-15,-1-2 5 0,0-1 4 16,-2-2 5-16,0 1 0 15,-1 0-1-15,-3 2 2 16,1 1 5-16,-4 2 9 16,1 2 6-16,-1 3-3 0,0 0-8 15,0 0-11-15,0 3-2 16,0 5 2-16,0 2 2 16,0 2-1-16,0 4 0 15,0-1-1-15,0 2 1 16,0 0-1-16,2 2 0 15,2 0 1-15,-1 1-1 0,-2 0 0 16,0-1-15-16,-1-1-11 16,0-4 1-16,0-3-17 15,0-5-21-15</inkml:trace>
  <inkml:trace contextRef="#ctx0" brushRef="#br0" timeOffset="60018.78">23663 3534 266 0,'0'0'2'0,"32"-7"-1"0,-16 7-1 0,0 0 1 15,-3 0-1-15,-3 3-1 16,-3 4 2-16,-4 0-3 0,-3 1 0 15,0 2 4-15,-6 0-1 16,-4 0-2-16,-4 0-2 16,-2-2 6-16,0-1-3 15,-1-1-4-15,0-2-2 16,2-1-7-16,2 0-10 16,4-3-11-16,2 0-42 0</inkml:trace>
  <inkml:trace contextRef="#ctx0" brushRef="#br0" timeOffset="60598.49">23771 3578 215 0,'0'0'-11'15,"0"0"-2"-15,30 0 13 0,-22-3 1 16,-1 0-7-16,1 0 6 15,-2-1 2-15,0 1 8 16,-1-3-3-16,1 1-1 16,0-1-4-16,-3 2-1 15,-2-1-1-15,0 0 1 16,-1 1-2-16,0 1-5 0,0 1 9 16,-1 1-3-16,-2 1 3 15,-2 0 4-15,0 0-2 16,-2 0-3-16,0 6 1 15,2 1 0-15,-1 1 1 16,1-1-1-16,2 4-1 0,3-2-1 16,0 0 2-16,0-2-1 15,0 0-2-15,5 0 0 16,1-1 0-16,2-4 3 16,1 1-1-16,2-1 0 15,-1-1-1-15,3-1-1 0,-1 0-1 16,1 0-3-16,-1-6 5 15,1-1 0-15,0 1-2 16,-2-3 2-16,-2 2 0 16,0-1-2-16,-2 2 2 15,-1 0 0-15,-3 3 7 0,0-1 10 16,-2 2-1-16,-1 2-8 16,2 0-8-16,-1 0-1 15,1 0 0-15,2 3 1 16,0 3-1-16,2 1 0 15,-1-2 1-15,2 3-1 0,-2-2-4 16,0 0-28-16,1-2-14 16,-2-3-58-16</inkml:trace>
  <inkml:trace contextRef="#ctx0" brushRef="#br0" timeOffset="60928.22">24071 3493 307 0,'0'0'2'0,"0"0"-8"0,0 0 6 0,0 0 0 16,0 0 0-16,27 29-1 16,-21-20 2-16,1 1-1 15,-3-2 0-15,2 0 0 16,-3-1 0-16,1-3 0 0,-1 0 1 15,0-3-2-15,-1-1 2 16,2 0 0-16,-2 0 3 16,2-1 14-16,-1-6-3 15,0-1-5-15,0-2-3 16,0 0-3-16,2 0-4 16,-2 0-3-16,1 2-8 0,0 0-8 15,0 2-10-15,2 1-17 16,-1 1-33-16,2 1-38 15</inkml:trace>
  <inkml:trace contextRef="#ctx0" brushRef="#br0" timeOffset="61084.61">24271 3504 146 0,'0'0'70'16,"0"0"-67"-16,0 0 13 15,0 0-3-15,7 28-4 16,-6-21-4-16,2-1-2 0,0-2-2 15,-1 3 0-15,1-1-11 16,-1-3-39-16,1-1-63 16</inkml:trace>
  <inkml:trace contextRef="#ctx0" brushRef="#br0" timeOffset="61248.67">24310 3398 278 0,'0'0'10'16,"0"0"-6"-16,0 0 1 0,-28-31-4 16,21 31-4-16,-1 0-20 15,0 2-23-15,1 5-38 16,2 1-9-16</inkml:trace>
  <inkml:trace contextRef="#ctx0" brushRef="#br0" timeOffset="61597.73">24358 3402 147 0,'0'0'32'0,"0"0"6"16,0 0-1-16,0 0-17 15,0 0-6-15,0 0-7 16,0 0-5-16,0 0-5 15,2-15 1-15,0 22 2 0,2 2 0 16,2 3 0-16,2 2 0 16,1 0 1-16,1 2-1 15,0-2 2-15,1-1 0 16,-3-1-2-16,0-3 0 16,-1-2 0-16,-3-2 0 0,-3-1 0 15,0-1 0-15,-1-1 0 16,-2 0-4-16,-5-2 0 15,-2 1-3-15,-1-1-8 16,-1 0-5-16,1 0-5 16,2-4-50-16,-1-1-62 0</inkml:trace>
  <inkml:trace contextRef="#ctx0" brushRef="#br0" timeOffset="61703.97">24356 3499 159 0,'0'0'30'15,"0"0"-16"-15,0 0 0 16,-28 12-7-16,21-2-5 15,0 0-1-15,1 1-2 0,2-1-25 16,1 0-57-16</inkml:trace>
  <inkml:trace contextRef="#ctx0" brushRef="#br0" timeOffset="62194.2">24454 3470 262 0,'0'0'-24'15,"0"0"11"-15,0 0 14 16,31-2-3-16,-23 1-10 16,-3 0 12-16,1-2 1 15,-1 0 3-15,-1 0 10 0,-4-1 2 16,0 1-4-16,0-1-4 15,0 1-5-15,0 0-4 16,-6 3-1-16,-1 0 1 16,0 0 3-16,-1 3-2 15,1 5 0-15,3 1 0 16,2 1-1-16,2 0-7 0,0 0-1 16,8-1-5-16,2 0-8 15,1-3 3-15,1 1-2 16,1-4 6-16,1 1 10 15,3-2 4-15,-2-2 1 16,1 0 2-16,-2 0 9 0,-4 0 7 16,-2-3 10-16,-5-2 9 15,-2 0-1-15,-1-1-15 16,-1 2-20-16,-4-2 3 16,-1 2-3-16,0-1-1 15,-1 2 5-15,3 0-2 16,1 3-3-16,0-1-3 0,1 1-20 15,1 0-21-15,0-2-46 16</inkml:trace>
  <inkml:trace contextRef="#ctx0" brushRef="#br0" timeOffset="62386.19">24647 3361 278 0,'0'0'0'0,"21"28"2"0,-11-9 2 0,-3 5-3 16,-7 1-1-16,-4-3-16 16,-14-2-90-16</inkml:trace>
  <inkml:trace contextRef="#ctx0" brushRef="#br0" timeOffset="66344.05">20272 3414 82 0,'0'0'1'0,"0"0"0"0,0 0-1 0,33-9 0 0,-23 8-6 16,2-1-22-16</inkml:trace>
  <inkml:trace contextRef="#ctx0" brushRef="#br0" timeOffset="66728.25">20340 3403 113 0,'0'0'24'0,"0"0"16"16,0 0-5-16,0 0-16 15,0 0-9-15,0 0-7 16,0 0-2-16,0 0-2 15,0 0 2-15,-15 14-1 16,10-3-1-16,-1 6 1 0,-2 1-10 16,1 2-23-16,-3-2-35 15</inkml:trace>
  <inkml:trace contextRef="#ctx0" brushRef="#br0" timeOffset="102740.67">9366 4718 73 0,'0'-2'8'0,"0"-2"3"0,0-1 12 16,0 1 0-16,0 1 6 15,0-2 2-15,0 2-4 0,0-1-11 16,-1 1 1-16,-1 1-6 15,1 1-5-15,1-1 23 16,-3 2-15-16,3-1-11 16,0 1-4-16,0 0 3 15,0-1-2-15,0 1-1 0,0 0 0 16,0 0-3-16,0 0-1 16,0 5 5-16,0 2-4 15,0 3 6-15,0 0-1 16,0 0-2-16,0 3 1 0,3 0 0 15,-2 2 0-15,1-2 0 16,1 2 0-16,1-2 0 16,-3 0-1-16,2-1 0 15,1 1 1-15,-1-2-1 16,1 1 1-16,-3-1 0 0,0 0 1 16,0-1-2-16,1-2 1 15,0 0-2-15,-2-1 4 16,0-1-2-16,1-2 0 15,1-1 0-15,-1 0-3 16,1-1-1-16,2 0 6 16,0-1-11-16,2 1 6 0,-1-2 5 15,3 0 1-15,0 0 4 16,1 0 0-16,-1 0 3 16,3 0-4-16,-1 0 1 15,-1-2-1-15,2-1-2 16,-1 3 0-16,0-1-3 15,-1 0-1-15,1 1 1 16,-1 0 0-16,-1 0-1 0,1 0-1 16,-2 0-2-16,2 1-21 15,-2 0-31-15,-1-1-93 16</inkml:trace>
  <inkml:trace contextRef="#ctx0" brushRef="#br0" timeOffset="103330.76">9843 4870 99 0,'0'0'8'0,"0"0"24"0,0 0 5 0,0 0-7 0,0 0-14 16,-1-27-1-16,-3 23-2 15,-5 1-5-15,1 1 1 16,-2 0-6-16,-2 2-1 16,0 0 1-16,-2 0-3 15,0 2-1-15,-1 6 2 16,0 0-1-16,3 1 0 0,0 0 0 16,2 2 1-16,2-1-1 15,4-1-1-15,1 1 1 16,3-1-1-16,0-2-3 15,0 0-1-15,5-2 1 16,2 0 1-16,0-3 4 0,1 1 2 16,0-1 0-16,2-2 1 15,-1 0-1-15,1 0 0 16,-2-2 0-16,0-2 0 16,1-2 0-16,-2 0 2 15,-1-3 0-15,1 1 2 16,-3-2-2-16,0 1-1 0,-1 0-2 15,-1 3 2-15,-1 0 0 16,0 3 0-16,-1 0 2 16,0 2-3-16,0 1-3 15,2 0-1-15,-2 0-5 0,3 3 4 16,-1 3 4-16,3 0 2 16,0 1-4-16,3 0 0 15,1-1-3-15,1-1 1 16,1-1 0-16,1-1-6 15,2-1-8-15,1-2-5 16,-2 0-81-16,1-2 21 0</inkml:trace>
  <inkml:trace contextRef="#ctx0" brushRef="#br0" timeOffset="103942.24">10039 4624 253 0,'0'0'-3'0,"0"0"9"0,0 0-6 0,0 0 0 0,0 0-1 16,0 0-1-16,0 0 2 16,0 0 0-16,0 0 1 15,2 38-1-15,-1-20 0 16,-1 1 0-16,0 0 1 15,0 2-2-15,0-1 1 0,0 0 1 16,0-2-1-16,0-1 0 16,0-2 0-16,0-2 0 15,0-3 0-15,0-2 0 16,0-2 0-16,0-2-1 16,0-2 0-16,0-1-1 0,0-1 2 15,2 0 1-15,-1 0 11 16,3-5-9-16,-3 0-3 15,5-3 2-15,-3 2 0 16,5-1-2-16,1-2 5 16,-1 2 0-16,2 0 0 0,0 2-3 15,2 0-1-15,0 0 2 16,-1 3-1-16,-1-1-1 16,0 3 1-16,0 0-2 15,-1 0 0-15,-2 3 0 16,1 4 1-16,-1-1-1 0,-3 1 0 15,-1 1 3-15,-2 1-5 16,-1-1 1-16,0 2 0 16,-1-3 5-16,-6 1-2 15,0 0 1-15,-5-2-1 16,-1 0 0-16,1 0-1 16,-2-2 0-16,1-1-1 0,0 0 1 15,1-2-1-15,4 1-1 16,1-1-8-16,2-1-23 15,3 0-40-15,2-4-58 16</inkml:trace>
  <inkml:trace contextRef="#ctx0" brushRef="#br0" timeOffset="104426.41">10309 4853 162 0,'0'0'-4'0,"0"0"4"0,0 0-1 0,0 0 1 0,0 0 1 16,32 4 6-16,-26-4 14 16,1 0-1-16,0 0 2 15,1 0-5-15,-3-3-3 16,1-1-5-16,0 1-5 15,-2-2-2-15,0 0 0 16,-2 1 0-16,-1 0 0 0,1 0 0 16,-2 1 0-16,0 0-1 15,0 0-1-15,-3 1-1 16,-4 2 7-16,-2 0-7 16,-1 0 6-16,0 2-2 15,1 4-3-15,0 4 0 0,1 1 0 16,1 1-2-16,2 3 1 15,1-2 2-15,3 1-3 16,1-3 0-16,0-1 0 16,5 0-6-16,4-4 7 15,2-1 1-15,1-1 4 0,3 1 1 16,2-4-1-16,1-1 1 16,2 0-6-16,0 0 1 15,4 0 4-15,-2-8-16 16,-1 0-43-16,-1-5-79 15</inkml:trace>
  <inkml:trace contextRef="#ctx0" brushRef="#br0" timeOffset="104838.47">10569 4568 219 0,'0'0'3'0,"0"0"-1"0,0 0-7 0,0 0-2 15,0 0 7-15,0 0 0 0,0 0-1 16,1 39 2-16,2-22 0 16,1 4 2-16,1 0 3 15,-4 3-2-15,2 0-1 16,-1 1 0-16,2 0 0 16,-4 0-2-16,1 0 0 0,1-2-1 15,0-3 1-15,-1 0 0 16,1-4-2-16,0-1 2 15,1-3 0-15,-1-2-1 16,2-4-3-16,-1-3-58 16,-1-3-75-16</inkml:trace>
  <inkml:trace contextRef="#ctx0" brushRef="#br0" timeOffset="105187.62">10720 4567 128 0,'0'0'7'0,"0"0"21"16,0 0-11-16,0 0-11 15,0 0-2-15,0 0 4 16,-9 32-1-16,7-15 5 15,-1 4 0-15,1 0-2 16,2 3-2-16,-1-1-1 0,0 0 1 16,1 2-1-16,0-2 12 15,0 0 17-15,0-3-30 16,0 1-5-16,5-4-1 16,-1 0 1-16,1-1-1 15,-1-3-2-15,2 0 3 16,-2-1-12-16,1-2-35 15,-2-5-53-15,4 0-76 0</inkml:trace>
  <inkml:trace contextRef="#ctx0" brushRef="#br0" timeOffset="106169.59">10892 4879 123 0,'0'0'9'0,"0"0"18"16,0 0-3-16,0 0-4 15,27 4-7-15,-21-4-3 16,0 0 0-16,-2 0-6 16,0-5 0-16,2 0 2 15,-2-1-2-15,1 1 1 0,-3-2 4 16,0 2 1-16,-1-1-3 15,-1 1-2-15,0 0-1 16,-1 1-3-16,-3 3 1 16,-4-1-1-16,0 2 0 0,-2 0 1 15,-1 0-2-15,0 5 0 16,0 3 0-16,2 1 0 16,2-1 0-16,1 2 0 15,3 0 0-15,2 0 0 16,1-1 0-16,0 0-3 0,7-1-3 15,6 0 2 1,3-3 0-16,1 0-21 0,5-3-18 16,1-2-14-16,3 0-12 15,-2 0 2-15,4-5 47 16,-3-3 23-16,3-2 13 16,-2-2-1-16,-2-1 11 15,-2 1-6-15,-3-1-3 0,-4 2 5 16,-5-1-5-16,-2 4 5 15,-6 1 8-15,-1-1 11 16,-1 3-12-16,0 2-22 16,-3-1-3-16,-4 3 5 0,-2 1-7 15,-1 0-2-15,-2 1 0 16,1 6 0-16,-2 1 0 16,1 2 0-16,1 2 0 15,2 0 0-15,2 1-1 16,3 0 0-16,1-3 1 0,3 0-1 15,0-2-1 1,4-3-6-16,3 0 5 0,2-3 2 16,4-1 4-16,-1-1-1 15,1 0 2-15,-1-3 0 16,3-4 0-16,-2-3 2 0,-1-2-2 16,-2-2 1-16,0-3 1 15,-2-1-3-15,-1-2 0 16,0-3-1-16,-4 0-2 15,1-3-3-15,-3-1-5 16,-1 2 0-16,0-1-3 16,0 3-2-16,-3 1 8 0,-2 2-2 15,-2 2 6-15,0 2 2 16,0 0 0-16,3 2 0 16,-3 3-3-16,1 1 2 15,2 3 5-15,1 2 1 0,1 2-4 16,-1 3 2-16,1 0-8 15,2 5 3-15,-3 5 2 16,1 6-1-16,-2 4 1 16,3 1 0-16,-1 3 2 15,2 0 0-15,0 1-2 0,0-2 0 16,0 0 0-16,2 0-1 16,3 1 1-16,1-1-1 15,1 0-1-15,2-2-16 16,1-4-123-16</inkml:trace>
  <inkml:trace contextRef="#ctx0" brushRef="#br0" timeOffset="106660.4">11894 4764 144 0,'0'0'23'0,"0"0"23"0,0-3-15 15,0 0-9-15,0-1-5 0,-1 0-6 16,-3 0-3-16,1 1-5 16,0 0 2-16,-4 1-2 15,2 2-3-15,-4 0 0 16,-1 0 0-16,-3 0-1 16,0 4 1-16,0 3 0 0,0 2 0 15,2 1-1-15,1 1 1 16,1-1 0-16,1 0-1 15,6 0 1-15,1 0-1 16,1-2 0-16,0-1-2 16,3 1-3-16,7-1 2 15,1-2 2-15,1-2 3 0,3 0 0 16,0-3 2-16,4 0 0 16,-2-2-3-16,-2-6-18 15,0-2-47-15,-2-5-94 16</inkml:trace>
  <inkml:trace contextRef="#ctx0" brushRef="#br0" timeOffset="106981.63">11877 4525 223 0,'0'0'5'0,"0"0"22"15,0 0-14-15,0 0 0 16,0 0-6-16,0 0-4 16,0 0-4-16,0 0-3 15,0 0 4-15,-16 15-1 0,14 0 1 16,0 1-1-16,1 4 1 16,1-2-2-16,0 2 1 15,0 0 0-15,0-2 1 16,3 1 0-16,0 1 1 0,1-1 0 15,-1 2-1-15,2-3 0 16,-1 2 0-16,2-2 0 16,1-1-3-16,3-2-32 15,0-5-57-15</inkml:trace>
  <inkml:trace contextRef="#ctx0" brushRef="#br0" timeOffset="107564.53">12132 4764 94 0,'0'0'5'16,"0"0"16"-16,0 0 3 15,0 0-1-15,0 0 0 0,0 0-8 16,0 0 2-16,0 0-1 15,-33-21 1-15,21 21-7 16,1 0-7-16,-3 0-1 16,2 5-1-16,0 1 0 15,1 1-2-15,-1 3 1 0,5 0 0 16,-1-2-1-16,5 2 1 16,3-2-2-16,0 0 1 15,0-1-2-15,3 0 1 16,5-2 4-16,2-2 0 15,-1 0 0-15,2-1 4 0,2-2 0 16,-2 0-5-16,3 0-1 16,-3-8 3-16,-1 3-1 15,-3-2 2-15,1-1-1 16,-3 0 5-16,-1-1-3 16,-3 1 1-16,1 2 1 15,-2-1-4-15,0 5 1 0,0-1-3 16,0 0 3-16,0 3-2 15,0 0-1-15,0 0 1 16,2 0-4-16,0 4 1 16,1 0-2-16,1 3 0 15,0-1 2-15,2 1 0 0,2-1 1 16,2 1-1-16,-1-3 0 16,3 0-1-16,-1-1 3 15,1-1 0-15,0-2-5 16,2 0-16-16,-2 0-9 15,-2-6-30-15,0-4-32 0</inkml:trace>
  <inkml:trace contextRef="#ctx0" brushRef="#br0" timeOffset="107934.99">12337 4475 191 0,'0'0'-1'0,"0"0"11"0,0 0-10 0,0 0 0 0,0 0 1 16,0 0 1-16,0 0 6 15,-9 38-2-15,8-21 1 16,-1 3-2-16,2 1 0 0,0 0-1 15,0-1 1-15,0 0 0 16,2-2-1-16,1-1 1 16,1-1 2-16,-1 1-2 15,0-4-2-15,0 1 1 16,1 0-2-16,-2-1-1 0,1-1 0 16,-1-2-1-16,1 3 1 15,-1-3 0-15,-2-1 0 16,0-3-5-16,0-1-41 15,-4-5-79-15</inkml:trace>
  <inkml:trace contextRef="#ctx0" brushRef="#br0" timeOffset="108148.69">12247 4731 313 0,'0'0'-3'15,"0"0"-4"-15,0 0-2 16,0 0 12-16,0 0 3 16,0 0-7-16,0 0 0 15,28-8 1-15,-17 7 0 0,3 1 2 16,1 0-3-16,2 0-16 16,0-1-57-16,1 0-129 15</inkml:trace>
  <inkml:trace contextRef="#ctx0" brushRef="#br0" timeOffset="108810.08">12536 4665 157 0,'0'0'10'0,"0"0"37"16,0 0-17-16,0 0-8 16,0 0-5-16,0 0-6 15,11-30-3-15,-6 27-5 0,-1 0 2 16,3 0-3-16,2 3-2 16,-2 0-1-16,3 0 5 15,1 0-6-15,0 0 4 16,-1 6-4-16,0 1 4 0,-2 3-4 15,0-1 1-15,-4 3 0 16,-1 0 2-16,-3 1-2 16,0 0 1-16,0-1-2 15,0 3 0-15,-4-4 1 16,-1 1 0-16,-1-1 0 16,-1-1-1-16,0-2 2 0,-1-1 1 15,-2 0-1-15,0-2 0 16,0-2 1-16,-1 0-1 15,1-3 0-15,-1 0 1 16,3 0 1-16,-1 0 0 16,2-3-2-16,3-2 2 0,1 0 2 15,0-3 1 1,3 0-2-16,0-1-2 0,0-1 5 16,2 0-9-16,3 0 3 15,0 2 0-15,0 0 3 16,0 0-6-16,0 4 2 15,-1 0 1-15,-1 2-1 0,1-1 0 16,0 2-2-16,0 1 3 16,2 0-2-16,0 0 1 15,0 0 1-15,2 2 0 16,-1 3 0-16,2 2 0 0,-1-2 0 16,3 3 1-16,-1-3-2 15,1 3 1-15,1 0 1 16,3-1-1-16,-2-1-14 15,-1-2-85-15</inkml:trace>
  <inkml:trace contextRef="#ctx0" brushRef="#br0" timeOffset="110184">9569 5191 72 0,'-1'0'-2'0,"1"1"-2"0,0-1 0 0,0 2 3 16,0-2 4-16,0 0 11 16,0 0 5-16,0 0-1 0,3 0-3 15,2 0-4-15,2 0-1 16,0 0-4-16,3 0-4 16,0 0 0-16,3 0-2 15,1 0 0-15,2 0-2 16,3 0-6-16,3 0 18 15,2 0-6-15,2 0 7 16,2 0-5-16,2-3 2 0,2 1-5 16,2-1-1-16,-1 1 1 15,1-1-2-15,3 0 0 16,-1 1 0-16,3 0-1 16,0-1-1-16,-1 0 7 0,1 1 10 15,2 0-3-15,0-2-4 16,4 1-3-16,-1 2-4 15,1-2 0-15,0 1-2 16,3-1 1-16,1 1-1 16,-1 0-3-16,1 1 6 0,1 0-2 15,1 0 0-15,-2 0 0 16,0 0 2-16,0 1 0 16,0 0-1-16,0 0-1 15,-2 0-1-15,2 0 0 16,2 0 1-16,0-1-1 0,-1-1 0 15,0 0 0-15,2 0 1 16,-1 1 2-16,-1-1 2 16,-1 1-2-16,-1-2-2 15,-1 1 0-15,0 0-1 16,-3 0 0-16,3-1 1 0,-3 1-2 16,2-1 2-16,-1 1 1 15,2-1 3-15,0 0 2 16,-2 1-5-16,1-1 0 15,-2 0-1-15,2 0-1 16,-2 0 1-16,-2 0-1 0,1 1 0 16,-3-2 1-16,2 1-1 15,-1-1 2-15,-3 1 0 16,0 0 1-16,-2-1 2 16,-2 1-2-16,-2 1 2 15,-2 1-3-15,0-1 2 16,-3 0-4-16,-2 1 2 0,2 1-1 15,-4 0 1-15,-1 0 2 16,1 0-3-16,-2 0 1 16,-3 0 1-16,0 0-2 15,-4 0 0-15,-2 0 0 16,-3 0 1-16,-2 0 0 0,-2 0-1 16,-1 0 1-16,-1 0-3 15,-1 0 2-15,1 0-7 16,-1 0-31-16,-1 0-30 15,2 0-92-15</inkml:trace>
  <inkml:trace contextRef="#ctx0" brushRef="#br0" timeOffset="110675.18">13043 4665 210 0,'2'-3'6'0,"-1"0"23"0,-1 2-12 0,2-2-3 16,-2 0-1-16,0 3-5 0,0-2-3 15,1 1-2-15,1 1 0 16,-2 0-2-16,2 0-3 16,1 0 2-16,0 0-1 15,0 0-10-15,0 3-26 16,1 3-50-16,-2-1-71 0</inkml:trace>
  <inkml:trace contextRef="#ctx0" brushRef="#br0" timeOffset="110918.15">13107 4784 111 0,'0'0'3'16,"0"0"5"-16,0 0-2 15,0 0 3-15,0 0 6 16,0 0 5-16,0 0-3 16,0 0 0-16,7 14 1 0,-7-13-6 15,1-1-7-15,-1 1-2 16,0 1-2-16,0 0 1 16,0 0-2-16,0 1 0 15,0-1-8-15,0-1-32 16,0 0-40-16</inkml:trace>
  <inkml:trace contextRef="#ctx0" brushRef="#br0" timeOffset="111137.61">13261 4736 226 0,'0'0'5'0,"0"0"2"16,0 0 8-16,0 0 2 16,29-5-10-16,-20 5-5 15,2 0-2-15,0 0 0 16,4 0-8-16,-2 0-29 16,0 0-102-16</inkml:trace>
  <inkml:trace contextRef="#ctx0" brushRef="#br0" timeOffset="130465.48">14511 4591 3 0</inkml:trace>
  <inkml:trace contextRef="#ctx0" brushRef="#br0" timeOffset="131421.85">14438 4614 136 0,'0'0'3'0,"0"0"2"0,0 0 1 16,0 0 3-16,-32 0-2 15,26 0 4-15,1 0 5 16,2-1 13-16,0-1-4 15,3 0-7-15,0 2-3 16,0-2-4-16,0-1-8 16,0 0-3-16,1 1-4 0,4-1 2 15,2-2 2-15,3 2 1 16,0 0-1-16,1 1 0 16,0 0-1-16,1 2 4 15,-1 0-3-15,-1 0 0 16,-1 0 0-16,-1 5 1 0,1 3-3 15,-5-1 1-15,3 1 1 16,-2 1-3-16,0-1 2 16,-1 1 1-16,1-2 0 15,-1 0 0-15,0-2 0 0,1-1-1 16,0 1 1-16,1-3-1 16,0 0 0-16,1-2 0 15,1 0-2-15,2 0-3 16,-2 0 10-16,3-4 0 15,-1-2 0-15,-2-2-2 16,1 1 2-16,-2-2-1 0,-1 0-1 16,-2 1 0-16,-1-1 0 15,-2 0 1-15,1 2-1 16,-2 0-1-16,0 2 1 16,0 1-1-16,0 3-1 15,0 0 1-15,0 1 1 0,0 0-3 16,0 0-2-16,-2 3 2 15,2 4-1-15,0 1 1 16,0 2-1-16,0 0 0 16,0 3 2-16,0 0 0 0,0 2 0 15,2 0-1 1,1 1 1-16,-1 1-1 0,1-2 1 16,-1 0 0-16,0-3 0 15,-1 1 0-15,-1-4 0 16,0 1-2-16,0-1 1 15,-5-1 1-15,-2-2 0 0,-1-1 3 16,-5 0 1 0,-4-1-2-16,0-3 0 0,-3 1 0 15,-1-2 0-15,-3 0 0 16,3 0 0-16,0 0-2 16,2-1 2-16,4-1-1 0,1 0-1 15,5 0-1-15,2 0-11 16,4-1-69-16</inkml:trace>
  <inkml:trace contextRef="#ctx0" brushRef="#br0" timeOffset="131791.14">14912 4641 228 0,'0'0'-2'0,"0"0"7"0,0 0 2 0,0 0-1 0,28-2-3 15,-19 0-2-15,3 1-1 16,1 0 2-16,2 0-1 16,0 1-1-16,2 0 1 15,-2 0-1-15,0 0-10 0,-5 1-70 16</inkml:trace>
  <inkml:trace contextRef="#ctx0" brushRef="#br0" timeOffset="131954.84">14989 4731 307 0,'0'0'8'15,"0"0"-13"-15,0 0-12 16,0 0 19-16,0 0-2 15,31 5 2-15,-10-5 3 0,0 0-16 16,0 0-107-16</inkml:trace>
  <inkml:trace contextRef="#ctx0" brushRef="#br0" timeOffset="132538.15">15600 4564 152 0,'0'0'-7'0,"0"0"13"16,0 0 2-16,17-31 1 0,-15 23 6 15,-2-2 7-15,0-1-1 16,0 0-3-16,-2 0-5 15,-4 1-6-15,1 2-3 16,-1 1-2-16,-1-1 2 16,0 5 0-16,0 1-4 15,-2 2 2-15,1 0-1 0,-2 8 0 16,2 5-2-16,-1 2 1 16,1 4-1-16,1 3 1 15,5 2-1-15,2-1-1 0,0 2-1 16,4-3-1-16,3 0 3 15,2-1 1-15,0-2 1 16,-1 2-2-16,-1-2 2 16,0 2 0-16,-4-2-1 15,-3 0 0-15,0-2-1 16,0-1 1-16,-3-1-1 16,-7-3-1-16,0-1-8 0,-1-5-20 15,-2-4-27-15,-1-2-38 16</inkml:trace>
  <inkml:trace contextRef="#ctx0" brushRef="#br0" timeOffset="132778.51">15396 4710 258 0,'0'0'-11'0,"0"0"5"0,0 0 9 15,0 0 8-15,0 0-1 16,39 0-7-16,-23-3 0 16,2 1 1-16,3 0-3 15,6 1 2-15,0-1-2 16,3 2-1-16,3-1 1 0,1-1-16 16,1-1-39-16,0-1-44 15</inkml:trace>
  <inkml:trace contextRef="#ctx0" brushRef="#br0" timeOffset="133065.22">15951 4513 125 0,'0'0'-3'0,"0"0"9"16,0 0-2-16,-37-1-1 15,23 4 2-15,1 7 2 16,-5-1 5-16,3 6 0 16,-2 0 0-16,0 2 0 15,2 1 3-15,3-1-6 16,2 0-2-16,2-1-2 0,5-1 0 16,0-2-3-16,3 0-1 15,3 0-1-15,7 0 0 16,3-4 0-16,2 2 3 15,3-3 0-15,2-4-59 0</inkml:trace>
  <inkml:trace contextRef="#ctx0" brushRef="#br0" timeOffset="133691.29">15991 4645 165 0,'0'0'-11'0,"0"0"18"16,0 0-1-16,0 0 2 0,0 0-6 15,30-18 5-15,-19 17 7 16,1 1 0-16,-1 0 1 16,1 0-2-16,-2 0-8 15,-1 3-2-15,-2 4-2 16,-3 2 0-16,-4 1 1 15,0 1-1-15,-3 0-2 0,-6 2 4 16,-1-3-2-16,-2 0-1 16,0-2 1-16,2-1 0 15,-1-2 0-15,2-2-1 16,3-1 2-16,2-2-1 16,1 0 1-16,3 0 3 15,0 0 5-15,0-7-9 0,3 1 0 16,6-2-1-16,-2-2 3 15,3-1-2-15,0 1-1 16,-2-1 0-16,2 1 3 16,-2-1-3-16,-2 1 1 0,2 1-1 15,-2 1 0-15,0 1 0 16,-2 3 0-16,-1 0 0 16,0 2 0-16,-2 0 1 15,-1 1-1-15,0 1 0 16,0 0-4-16,0 0 1 0,0 5 1 15,-1 1 5-15,-1 1-2 16,1 0-1-16,1 1 1 16,0 0-1-16,0-1 0 15,0 0-2-15,2-1 1 16,5-1 0-16,0 0 0 0,0 0 2 16,2-2 0-16,1-2-1 15,1 0 2-15,0 0-1 16,-1-1-9-16,0 0-26 15,-1-3-32-15,-1-5-26 16</inkml:trace>
  <inkml:trace contextRef="#ctx0" brushRef="#br0" timeOffset="133990.76">16227 4536 125 0,'0'0'4'0,"0"0"7"0,0 0-2 0,38-16-1 16,-25 14 11-16,-2 1-2 16,2 1 8-16,0 0-4 15,2 0-5-15,-3 0-5 0,3 3-3 16,0 3-3-16,-1 1-2 16,-1 3-2-16,0 2 0 15,-3 0 0-15,-2 2 0 16,-2 1-1-16,-4 0 2 15,-2 0 0-15,0 1 0 0,-4 0 1 16,-8 1 1-16,-4 0-2 16,-4 4 1-16,-6-1-10 15,-9 1-19-15,-4-2-126 16</inkml:trace>
  <inkml:trace contextRef="#ctx0" brushRef="#br0" timeOffset="138900.12">14474 5248 132 0,'-8'0'0'0,"3"0"2"0,-1 0-1 0,3 0 0 16,0-3 2-16,3-2 10 15,0 0 7-15,2-2-6 16,5-1-2-16,2 3-4 16,2-2-8-16,2 1 8 15,2 2-4-15,-2 0-3 16,1 2 1-16,-2 2-1 0,-2 0 0 15,-2 2-1-15,-3 6 1 16,-2 3 1-16,-2 1 0 16,-1 3 1-16,0 0-2 15,-1-1 1-15,-2 0-1 0,1-2 0 16,-1-1 0-16,3-3 1 16,0-3 3-16,0 0 1 15,5-3-4-15,3-2 3 16,4 0 3-16,0-2-3 15,3-6-3-15,-2 0 0 16,3-4-1-16,-2 0-1 0,-2 1 0 16,-2-3 1-16,-1 2-1 15,-3 0 1-15,-2 2-1 16,-1 3 1-16,-3 0 1 16,0 3 1-16,0 1-1 15,0 1-1-15,0 2 2 0,0 0-3 16,-3 0 1-16,0 7-1 15,0 4 1-15,3 3-2 16,0 3 1-16,0 0 0 16,0 3 0-16,4 2 0 15,2-1-1-15,0 0 1 16,-1-1 0-16,1-2 0 0,-2-1 0 16,-1-4 0-16,-1 0 0 15,-2-2 1-15,-3-2 0 16,-6-1 3-16,-5-1 3 15,-5 0-2-15,-4-2-2 0,-3 0 0 16,-2-1-1-16,-1-2 1 16,-1 1 0-16,5-2-2 15,3 0 0-15,6-1-1 16,3 0 0-16,7 0-1 16,5-2-6-16,1-7-34 0,9-5-106 15</inkml:trace>
  <inkml:trace contextRef="#ctx0" brushRef="#br0" timeOffset="139199.35">15021 5268 188 0,'0'0'14'0,"0"0"27"0,0 0-4 0,0 0-12 16,0 0-12-16,0 0-8 15,0 0-4-15,0 0 0 16,0 0-1-16,33-6 2 15,-21 6-7-15,1 0-34 16,-3 0-78-16</inkml:trace>
  <inkml:trace contextRef="#ctx0" brushRef="#br0" timeOffset="139326.88">15072 5367 211 0,'0'0'-1'0,"0"0"-1"15,29 4 0-15,-12-4 7 16,4 0-48-16</inkml:trace>
  <inkml:trace contextRef="#ctx0" brushRef="#br0" timeOffset="139740.62">15633 5204 166 0,'0'0'1'15,"0"0"2"-15,0 0-1 16,0 0 1-16,11-27-2 16,-11 20 1-16,-3 1 5 0,-4-1-6 15,2 1 1-15,-3 1 0 16,1 1 3-16,0 1-2 15,-1 3 2-15,-1 0-2 16,1 2 2-16,1 6-3 16,1 5-1-16,-2 2 0 15,2 4 0-15,0 2 1 16,4 2 4-16,-1 0 1 16,3 2 0-16,0 0-1 0,0-2 0 15,0 0-4-15,0-1 0 16,3-2 0-16,-3-1-1 15,0-2 0-15,0-1 0 0,0-2 1 16,-5-2-1-16,0 0 1 16,-5-4-5-16,0-3-23 15,0-3-67-15,-1-2-38 16</inkml:trace>
  <inkml:trace contextRef="#ctx0" brushRef="#br0" timeOffset="139918.34">15430 5395 97 0,'0'0'173'0,"0"0"-181"15,43-10 17-15,-23 7-5 0,4-2-1 16,3 2-1-16,-2-2 0 16,3 3-1-16,-1 0-5 15,1-2-18-15,1-3-47 16,-4 0-65-16</inkml:trace>
  <inkml:trace contextRef="#ctx0" brushRef="#br0" timeOffset="140166.57">15950 5179 265 0,'0'0'-3'16,"0"0"5"-16,0 0-1 15,-36 9-1-15,19 5 1 16,-1 2-1-16,0 4 2 0,2 2 1 16,1 1 1-16,4 2-1 15,5-2-1-15,3-1-2 16,3-3 1-16,2 1-2 16,6-3 0-16,6-3 0 15,1-2-12-15,3-5-53 16,1-3-81-16</inkml:trace>
  <inkml:trace contextRef="#ctx0" brushRef="#br0" timeOffset="140694.9">16044 5311 250 0,'0'0'15'0,"0"0"4"16,0 0-14-16,0 0-4 15,31-28-1-15,-21 26 2 0,-1 2-1 16,0 0-1-16,-2 2 0 16,0 4-1-16,-2 3 1 15,-2 3-7-15,-1-1 5 16,-2 2 1-16,0-1 0 16,-3-1-1-16,-5 0 0 15,-1-2 0-15,1-1 2 0,1-3 1 16,1-1 0-16,2-2 0 15,1-2 0-15,3 0 3 16,0 0 4-16,0-5-2 16,7-4-6-16,0-2 0 15,5-1 0-15,-2-3-2 0,1 2 4 16,-1 0-1-16,1 1 0 16,-3-1-1-16,1 3 0 15,-5 0 2-15,0 2-1 16,-2 1 0-16,-2 1-2 15,0 2-2-15,0 1 5 16,0 3-1-16,-2 0 0 16,-2 0 0-16,1 6 0 0,0 3-1 15,-1 4 1-15,2 0 0 16,1 1-1-16,0 0 1 16,1 1-1-16,0 0 0 15,2 0-2-15,6-2 1 0,-1 0-2 16,3-3-17-16,3-3-28 15,-1-1-26-15,1-4-25 16</inkml:trace>
  <inkml:trace contextRef="#ctx0" brushRef="#br0" timeOffset="140851.15">16324 5367 165 0,'0'0'33'0,"0"0"19"0,0 0-24 0,0 0-15 16,0 0-9-16,0 0-5 15,0 0-4-15,0 0 11 0,0 0-4 16,0 0-4-16,10 38-12 16,-10-27-18-16,0-2-58 15</inkml:trace>
  <inkml:trace contextRef="#ctx0" brushRef="#br0" timeOffset="141006.94">16536 5427 334 0,'0'0'0'0,"0"0"-4"15,0 0 4-15,0 0-3 0,19 35-32 16,-19-24-40-16,0-3-47 16</inkml:trace>
  <inkml:trace contextRef="#ctx0" brushRef="#br0" timeOffset="141484.96">16712 5268 272 0,'0'0'-31'0,"0"0"33"16,0 0 2-16,0 0-3 16,32-17 1-16,-25 17 0 0,-1 0-2 15,-1 4 2-15,-1 4 0 16,-1 5-1-16,-1 1 3 16,-1 1-1-16,-1-2-3 15,0 0 2-15,0-1-2 16,0-4-1-16,0-2 2 0,0-2-1 15,0-3 1-15,0-1-1 16,0 0 3-16,0-3 6 16,0-3-8-16,2-4-1 15,2-2 3-15,2-1-3 16,-2 3 1-16,1-2-1 0,-2 2 0 16,0 2 1-16,-3 3 11 15,2 1 3-15,-2 1-2 16,0 2-4-16,2 1-7 15,-1 0-4-15,1 0-1 0,3 6 2 16,0 1-2 0,0 3-8-16,2 1-12 0,-1 1-19 15,1-3-76-15</inkml:trace>
  <inkml:trace contextRef="#ctx0" brushRef="#br0" timeOffset="141769.15">16954 5331 198 0,'0'0'16'0,"28"-10"13"16,-14 10-17-16,-3 0-8 15,-2 0-2-15,-3 5 1 0,-4 3-18 16,-2 2-21-16,0 2 15 16,-2-1 14-16,-6 2 1 15,-2-1 9-15,0-2-5 16,-1-2 10-16,1 0 13 15,2-3 2-15,1-1 2 0,3-1-10 16,2 0-8-16,2-3-3 16,1 0-3-16,8 0 6 15,4 0 4-15,5 0-4 16,2 0-7-16,4-5-4 16,3 0-37-16,-2-2-86 15</inkml:trace>
  <inkml:trace contextRef="#ctx0" brushRef="#br0" timeOffset="141910.88">17309 5343 234 0,'0'0'67'0,"0"0"-71"16,0 0 4-16,28-2 0 15,-20 2-29-15,2-3-102 16</inkml:trace>
  <inkml:trace contextRef="#ctx0" brushRef="#br0" timeOffset="142596.24">17714 5183 272 0,'0'0'-17'0,"0"0"23"16,0 0-1-16,0 0-4 15,0 0 2-15,0 0 1 16,0 0 1-16,32-21-4 16,-23 21 0-16,1 0 2 0,2 0-2 15,-1 4 0-15,0 4 1 16,-1 0-1-16,-2 2-1 15,-3 0 1-15,0 2-1 16,-5-2-2-16,0-2 3 16,0 0-2-16,0-1-2 0,-2-2 1 15,-4-2 2-15,2-1-1 16,-2-1 0-16,2-1 0 16,2 0 2-16,2-3-1 15,0-4 0-15,2-1-4 16,3-3 2-16,3 0 2 0,1-2-1 15,-1 0-3-15,0 3 0 16,-1 0 4-16,-3 1 1 16,1 2 2-16,-3 1 5 15,-1 2 4-15,0 2-1 16,-1 1 0-16,0 1-4 0,0 0-7 16,0 1-1-16,0 6 1 15,0 5 2-15,0-1-3 16,0 3 1-16,1 2 0 15,3-1 0-15,-1 1-1 16,1 0-2-16,0-1-33 0,1-1-26 16,0-2-53-16</inkml:trace>
  <inkml:trace contextRef="#ctx0" brushRef="#br0" timeOffset="143031.59">17956 5314 236 0,'0'0'7'0,"0"0"15"0,0 0-16 0,0 0-3 0,0 0-2 15,23-28 0-15,-20 26-1 0,1 1-1 16,1 1-2-16,-1 0 2 16,2 0 2-16,-1 5-2 15,0 3 2-15,-1-1-1 16,-2 3-3-16,-1-2-2 15,-1 0 7-15,0-3-4 0,0 2 0 16,-1-4 4-16,-3-1-1 16,4-2-1-16,-2 0 1 15,0 0 3-15,2-2 3 16,0-4-2-16,0-3-2 16,4 0-4-16,4 0 5 15,2-2-6-15,2 1 2 0,0 1 0 16,2 1 2-16,0 1 1 15,-1 3 1-15,0 1 3 16,-1 2-4-16,0 1-1 16,-1 0-1-16,-3 2-1 15,-1 4 0-15,-2 1 2 0,-2 3-2 16,-3-2-1-16,0 1-3 16,-6 1-16-16,-2-2-15 15,0-2-64-15</inkml:trace>
  <inkml:trace contextRef="#ctx0" brushRef="#br0" timeOffset="143371.51">18227 5082 158 0,'0'0'3'0,"0"0"1"0,42-9 6 0,-28 8 3 0,2 1 7 16,-2 0 6-16,1 3-10 15,0 6-2-15,-1 2-4 16,1 4-6-16,-2 1-1 0,-2 4-1 15,-2 1-1-15,-4 1 0 16,-2 1-1-16,-3 2 3 16,-7 0-1-16,-9 2 0 15,-7 2-5-15,-9 3-31 16,-8-3-60-16</inkml:trace>
  <inkml:trace contextRef="#ctx0" brushRef="#br0" timeOffset="146823.82">16158 5581 69 0,'0'0'4'0,"-1"0"10"0,0 0-4 16,0 0-4-16,0 0 3 15,1 0 0-15,-3-1 2 0,2 0 7 16,0 1-1-16,0-2-4 16,1 2-2-16,0 0-3 15,0 0-6-15,0 0-3 16,0 0-1-16,0 0-5 15,0 0 5-15,0 0 4 0,0 0-6 16,1 0 4-16,2 0 2 16,2 0-1-16,0 0 5 15,1 0-4-15,1 0 0 16,2 0 0-16,-2 0-2 16,2-1 1-16,1 0-1 0,0 1 0 15,2 0 1 1,2-1-5-16,-1 1 6 0,4-1-2 15,0 0 1-15,3 1 2 16,-1-1-1-16,3-1-2 16,-2 2 1-16,1-3-1 0,0 2 0 15,0-2-1-15,0 3 1 16,0-3 8-16,-1 3 1 16,1-2 1-16,2 2-8 15,-1 0 0-15,1-1-2 16,-1 1 2-16,2 0 0 15,0 0-2-15,1 0 1 0,0 0-2 16,1 0 2-16,2-1-1 16,-2 1-2-16,2 0 3 15,-2 0-1-15,3-1 1 16,-1 0-1-16,0 0 1 16,-1 0-1-16,1-1 0 0,0 2 0 15,0-3 0-15,2 2 0 16,-2 0-1-16,2 0 2 15,-4 0 1-15,2 1-2 16,-2 0 1-16,0 0-1 16,2 0 0-16,1 0 0 0,1 0 1 15,-1 0-1-15,2 0 0 16,3-1 0-16,-3-1 0 16,1 2 0-16,0-1 0 15,1 0 0-15,0 0 0 16,-1 1 0-16,3-1 1 0,-4 0-2 15,0 1 1-15,-1 0 1 16,-2-2-2-16,0 2 2 16,0-1-2-16,0-1 2 15,-1 2-1-15,3 0 0 16,-1 0 0-16,1 0 0 0,0 0 0 16,-2 0 0-16,-2 0 0 15,-1 0 0-15,-2 0 0 16,-1 0 0-16,-2 0 1 15,-3 0-1-15,-1 0 0 16,-1 0 0-16,1 0 0 0,-4 0 0 16,0 0 0-16,1 0 0 15,-2 0 1-15,-1 0-1 16,-2 0 0-16,-1 0 0 16,-3 0 0-16,-1 0 0 15,0 0 1-15,-2 0-1 0,1-1 1 16,-1-1 0-16,0 0 1 15,1-1-1-15,0 1 0 16,-1-3 1-16,0 2 1 16,1-3-3-16,-1 0 1 15,1-2 1-15,1 0-1 16,-1-3 1-16,2-1-1 0,2-2 0 16,-3-2 1-16,4-2-2 15,-4 1 1-15,0-2 1 16,-1 0 3-16,0 1 4 15,-2 0-1-15,0 0 3 0,0 2-2 16,-3 0 3-16,0 1-8 16,1 1 0-16,0-2 1 15,2 2-3-15,-2-1-1 16,0 0 0-16,-1 0-1 16,0-1 0-16,0 1-1 0,-4-1-2 15,3 1 3-15,-3-1 1 16,0 2 0-16,0-1-2 15,-2 3 0-15,-1-1 1 16,0 3-3-16,-2 0 1 16,1 2 3-16,0 1-2 15,0 1-1-15,1 1 3 0,-1 0-4 16,1 2 3-16,-1 0 1 16,0 1-1-16,0 1-1 15,-2 1-1-15,-1 0 1 16,-3 0 0-16,1 0 1 15,-4 0-1-15,0 0 1 0,-3 0-3 16,-3 1 3-16,-2 2 0 16,-2-3 0-16,-2 2 0 15,-2-1 0-15,-1 1 3 16,-1-2-6-16,-2 0 6 16,-1 0-6-16,-1 0 6 0,0 2-3 15,-3-2 0-15,-2 1 0 16,0 1 0-16,-1 1 0 15,-1-1 0-15,-2 0 0 16,1 1 0-16,0-1 0 16,-1 0 0-16,1 1 0 15,0 0 0-15,-1 0 0 0,-2 1 0 16,0 0 0-16,-1 1 0 16,2 0 0-16,0-1 0 15,2-1 0-15,0 1 0 16,4 0 0-16,-1-1 0 0,3 1 0 15,2 1 0-15,1-3 0 16,0 2 0-16,5-2 0 16,0 0 1-16,4-1-2 15,3 0 1-15,1-1 0 16,3 0 0-16,1 1 0 0,3-1 0 16,2 0 1-1,2 1-1-15,0 0 0 0,3 0-1 16,0 1 1-16,2-1 1 15,2 1-1-15,-1 0 0 16,1 0-1-16,-1 1 1 0,1 0 1 16,-1 1-2-16,1 0 1 15,0 1 0-15,-1-3 0 16,0 3 0-16,2-2 0 16,-1 2 0-16,2 2 0 15,0 0 0-15,2 1-4 0,-2 2 1 16,0 1-1-16,-1 4 0 15,3 0 2-15,-5 1 2 16,2 1-1-16,1 1 1 16,1 0 0-16,2 1-2 15,1 1 2-15,2 1-1 0,0 0 0 16,2 1 0-16,4 1-1 16,2-2 0-16,1-1-2 15,2-1 2-15,0-1-1 16,3-2 2-16,0 0 1 15,-1-4-1-15,1-1-19 16,-4-2-59-16</inkml:trace>
  <inkml:trace contextRef="#ctx0" brushRef="#br0" timeOffset="147869.99">13936 5535 46 0,'0'0'5'0,"0"0"0"0,0 0 0 0,2 0 1 16,-2 1-2-16,0-1-1 16,0 0 8-16,3 1-1 15,-1 1-2-15,1 0 1 0,-1-1 0 16,2 2-4-16,-1 1-2 15,0-1 2-15,0 0-3 16,1 1 0-16,0-1-1 16,-1-1 1-16,0 0-1 15,1 1 1-15,0-3 1 16,-1 1-1-16,1-1 0 0,-1 0 2 16,2 0 8-16,-2 0 5 15,1-1-3-15,1-4 0 16,-1 0-3-16,2-2-7 15,-2 0-2-15,3-2 0 16,0-1-2-16,1 0 3 0,1-2-2 16,1-1 0-16,2-2 1 15,1 0-1-15,0-3-1 16,1 0 0-16,3-2 2 16,-2 0 1-16,1 2 2 15,-1 1-2-15,1 1-1 16,-4 3 0-16,-1 3-1 0,-2 2 1 15,-1 1-2-15,-4 4 2 16,-2 2-4-16,-1 1 2 16,-1 0-16-16,0 1-11 15,0 4-9-15,-5 3 4 16,-2 1-21-16</inkml:trace>
  <inkml:trace contextRef="#ctx0" brushRef="#br0" timeOffset="148667.1">13818 5597 2 0,'0'0'6'0,"0"0"-4"0,0 0 1 0,0 0 4 16,0 0 7-16,0 0-1 15,16 29 2-15,-14-27 1 16,1 0 1-16,0-1 1 16,0 0-4-16,0-1-5 0,1 0-3 15,-1 0 1-15,1 0-6 16,1 0 1-16,-1-2 5 16,2-3-1-16,0 0-1 15,1 0-5-15,2-2 4 16,1-1-1-16,0 1 0 0,2-3-1 15,1-1 1-15,2-1 0 16,-1-1 0-16,2 0-2 16,-1 0 2-16,2 0 0 15,-3-1-1-15,2-2 3 16,-2 1 4-16,3-1-1 0,-3-1-2 16,2-1 0-16,-1 3-2 15,2 0-2-15,-3 0 0 16,2 2 0-16,-4 3 4 15,-1 0 1-15,-1 2 0 16,0 0-3-16,-3 4-1 0,-1 0 0 16,1 2-3-16,-3 0 1 15,-1 2-1-15,1 0 0 16,-1 0-3-16,0 0-4 16,1 3-4-16,-3 2-5 15,1-1-20-15,-2-2-28 0,0-1-59 16</inkml:trace>
  <inkml:trace contextRef="#ctx0" brushRef="#br0" timeOffset="149656.15">13868 5559 99 0,'1'0'12'0,"1"2"-10"0,1-1 0 0,-1 2 0 0,0 1 0 15,0-1-1-15,2 0-1 16,-2 1 0-16,0 1 5 15,1-2 2-15,0 3-2 16,0-2 0-16,0 0-1 0,1 0 0 16,-1 1-2-16,3-2-1 15,-3-1-1-15,1 0 0 16,0-2 0-16,2 0-2 16,0 0 2-16,0-2 4 15,2-3 3-15,0-4 1 16,2 0 2-16,1-3 0 0,0-1-1 15,2-3 3-15,4-1 5 16,-2 0-1-16,2-4-1 16,3 1-7-16,-2-3-3 15,-1 5-2-15,-2-1-1 16,-3 3-2-16,-1 5 1 0,-4 4-5 16,-4 4-12-16,-2 1-31 15,-1 2-37-15</inkml:trace>
  <inkml:trace contextRef="#ctx0" brushRef="#br0" timeOffset="155289.5">9839 6339 124 0,'0'-4'15'0,"0"-1"20"0,0 0-8 0,2 0-3 16,-1 0-12-16,0 0 1 16,-1 0 1-16,0 1-3 15,0 0 2-15,0 2 0 16,-2-1-3-16,-1 3-2 16,-2 0-3-16,1 0-6 15,-2 6 1-15,2 4-1 0,-1 2 1 16,2 3-1-16,3 3 0 15,0 1 0-15,0 1 0 16,8-1-1-16,1 1-2 16,2-3 1-16,3-1-1 15,2-2-2-15,5-2 2 16,-1-2 2-16,1-4 0 0,4-2 0 16,1-1 4-16,1-1-3 15,1-2 3-15,1 0-2 16,-5-3 0-16,0-4 3 15,-2-1 1-15,-6-2 5 16,-3-1 4-16,-5-3 3 0,-1 0-1 16,-6-3-1-16,-1 2-3 15,0 0-6-15,-3 0-3 16,-4 2-3-16,-1 3-8 16,1 4-12-16,0 1-2 0,3 3-21 15,1 0-28-15,3 2-52 16</inkml:trace>
  <inkml:trace contextRef="#ctx0" brushRef="#br0" timeOffset="155755.19">10270 6360 179 0,'0'0'-11'0,"0"0"-9"0,0 0 21 0,0 0 3 15,0 0-2-15,0 0 4 16,0 0-2-16,15 31 2 16,-14-24-1-16,0 3 2 15,2 0-1-15,-1-1-2 16,-2 0 1-16,0 1-3 0,0-2 1 16,0-1-3-16,0-2 5 15,0-2-3-15,0 0 0 16,0-3 1-16,0 0 8 15,0 0 24-15,0-5-18 16,0-3-17-16,1 0 1 16,2-4-1-16,1 1 0 0,0-1 1 15,1 2-2-15,3-1 2 16,2 2-1-16,-2 1 0 16,4 2-1-16,0 1 2 15,3 1-2-15,1 1 1 16,-2 3 1-16,1 0-2 0,-2 0 2 15,1 5-1-15,-4 3 1 16,0 2-2-16,-3 2 2 16,0 1-1-16,-4 2-1 15,1 0-3-15,-1 0-15 16,-3-2-20-16,1-4-45 16</inkml:trace>
  <inkml:trace contextRef="#ctx0" brushRef="#br0" timeOffset="156065.13">10687 6185 138 0,'0'0'3'0,"0"0"13"0,0 0 3 0,0 0-24 16,0 0 5-16,0 0 14 16,-3 40-4-16,-2-17-1 15,0 1-1-15,-1 1-2 0,4-2 0 16,0 1-1-16,2-3-2 16,0 0 1-16,2-4-1 15,6 0-2-15,2-3-1 16,3 0 1-16,2-1 1 15,3-5-8-15,1-2-69 16</inkml:trace>
  <inkml:trace contextRef="#ctx0" brushRef="#br0" timeOffset="156471.57">10942 6380 232 0,'0'0'4'15,"0"0"-1"-15,0 0-4 16,-31-8-1-16,22 8 0 16,-3 6-1-16,1 2 3 0,2 2-2 15,2 2 1-15,1 1 0 16,3-1 0-16,3-1 1 16,0-2-2-16,2-1-6 15,6-3 5-15,1-2 1 16,2 0 5-16,2-3 1 15,1 0 2-15,-3-5 1 16,1-1 0-16,-1-2-1 0,-2-1 2 16,-2-1-2-16,-1 0 1 15,-3 2-3-15,1 0 1 16,-2 1 1-16,-2 3 2 16,0 2-1-16,0 1 0 0,0 1-5 15,0 0-1-15,0 1-1 16,0 4 1-16,1 3-2 15,5 0-2-15,-1 1-2 16,4 0-1-16,0-2-11 16,3-2-21-16,1-3-50 0</inkml:trace>
  <inkml:trace contextRef="#ctx0" brushRef="#br0" timeOffset="156971.2">11108 6228 223 0,'0'0'33'0,"0"0"-25"0,0 0-3 16,0 0 0-16,0 0-3 0,0 0-6 16,0 0 2-16,0 0 1 15,0 0 0-15,10 21-2 16,-7-1 2-16,0 1-1 15,1 1 5-15,-1-1-1 16,0 0-2-16,0-2 1 16,0-3-1-16,-1-1-1 0,1-2 1 15,-1-3-3-15,-1-3 0 16,1-2 3-16,0 0-2 16,-1-5-4-16,5 0 1 15,-1 0 12-15,4-6-1 16,2-1-2-16,2-1-3 0,2-1 2 15,-2 3-2-15,1-1 0 16,-1 3 3-16,-1 2-2 16,-3 2-1-16,-1 0 0 15,-3 0-1-15,-4 6 0 16,-1 2-2-16,0 1 0 0,-1 0 2 16,-9 0 4-16,-2 0-1 15,-4 0 1-15,-1-1-1 16,0-1-2-16,-3 0 0 15,6-3 0-15,1 1 0 0,5-4-2 16,1-1-3-16,7 0-31 16,0-6-82-16</inkml:trace>
  <inkml:trace contextRef="#ctx0" brushRef="#br0" timeOffset="157359.47">11382 6414 231 0,'0'0'0'0,"0"0"-2"0,0 0 4 0,35 10-2 0,-28-10 0 16,2 0-3-16,0 0 1 16,-1-1 2-16,-1-4 1 15,-2-2 0-15,0 0 3 16,-3 0 3-16,-2 1-3 15,0-1 0-15,-3 1-4 0,-4 1 0 16,-2 3 11-16,-1 1-5 16,-2 1-5-16,2 0 0 15,0 3-1-15,0 6-1 16,2 0 1-16,4 0-1 16,3 0 1-16,1 1 0 15,0-1-3-15,3-1 3 0,6 1 3 16,1-2-2-16,1 0 2 15,5-2 0-15,2-2 2 16,0-1-4-16,1-2-1 16,-4 0-27-16,2-2-55 15,-4-6-35-15</inkml:trace>
  <inkml:trace contextRef="#ctx0" brushRef="#br0" timeOffset="157653.6">11586 6117 235 0,'0'0'2'16,"0"0"5"-16,0 0-3 16,0 0 0-16,0 0-4 0,0 0-7 15,0 0 5-15,0 0 7 16,0 42 3-16,0-18 0 15,0 4-6-15,2 0 1 16,1 0-2-16,0-1 1 16,1-2-2-16,1-1 2 0,-2-2-2 15,0-2 1-15,1-1-1 16,0-2 0-16,-1-2 2 16,1-3-3-16,0-4-24 15,1-7-73-15</inkml:trace>
  <inkml:trace contextRef="#ctx0" brushRef="#br0" timeOffset="157931.9">11693 6135 249 0,'0'0'-2'0,"0"0"10"16,0 0-5-16,0 0 3 15,0 0-9-15,0 0-5 16,0 0 9-16,-3 35 9 0,3-12-7 16,-1 3-2-16,1 0 1 15,0 0-2-15,0-2 1 16,3 0 0-16,3-3-2 16,1-1 1-16,3-2-1 15,0-1 0-15,2-1 1 16,1-3 0-16,-1-4-17 0,3-4-109 15</inkml:trace>
  <inkml:trace contextRef="#ctx0" brushRef="#br0" timeOffset="158316.9">11886 6373 316 0,'0'0'-10'15,"0"0"-24"-15,0 0 36 16,0 0-1-16,0 0 1 0,0 0-7 16,28 23 3-16,-21-21 0 15,0 0 1-15,0-2 2 16,-2 0 6-16,1 0 3 16,-1-4-1-16,-1-1-2 15,-2-2-2-15,-1-1 0 0,-1 2 0 16,0-1-3-16,-2 1-2 15,-1 2-1-15,-3 1 8 16,0 1-5-16,1 2-2 16,-3 0-1-16,1 4 0 15,0 4 0-15,1 1-1 16,1 2 2-16,2 0-1 0,3 1 1 16,0-1-3-16,1 1-6 15,9-2-2-15,3-2-1 16,4 0-7-16,2-3-22 15,4-1-38-15,1-3-20 16</inkml:trace>
  <inkml:trace contextRef="#ctx0" brushRef="#br0" timeOffset="158658.81">12112 6444 82 0,'0'0'46'0,"0"0"-2"16,32-28-6-16,-27 18-10 16,-3 2-1-16,-2 2-4 0,0 1-10 15,-6 2-9-15,-1 1 3 16,-2 2-3-16,1 0-3 15,-1 2 0-15,0 5-2 16,1 0 0-16,3 3 0 16,4-1 1-16,1 1-4 15,0-2 1-15,0-1-2 16,6 0 0-16,3-3 2 0,0-2 1 16,1-2 4-16,0 0 8 15,0-3 4-15,-1-7 2 16,0-1-1-16,-2-4 1 15,-1-2 4-15,-4-1-2 0,-2-3-1 16,0 0-9-16,0-1-4 16,0 0 0-16,-5 1-2 15,-1 1 0-15,-2 3-4 16,2 3-2-16,-3 4-2 16,0 7-16-16,0 3-34 0,2 0-23 15,0 3-69-15</inkml:trace>
  <inkml:trace contextRef="#ctx0" brushRef="#br0" timeOffset="159127.35">12493 6378 218 0,'0'0'-4'0,"0"0"5"0,0 0 0 0,0 0 9 0,0 0-1 16,0 0-12-16,0 0 14 16,0 0-7-16,0 0-2 15,-38-15-1-15,26 18-1 16,3 2 3-16,3 2-3 16,2 1-1-16,4-2-2 0,0 0-6 15,0 0 0-15,7-1 9 16,0 0 0-16,0-3 3 15,0 0-2-15,2-1 0 16,-2-1 2-16,0 0-3 0,1 0 3 16,-1-4 0-16,-4-3 1 15,4 0-2-15,-3 0 4 16,-1-1 3-16,1 2 0 16,-2-1-1-16,-1 4 1 15,-1 0 7-15,0 2 1 16,1 1-9-16,0 0-9 0,3 0-1 15,-1 3 3-15,2 1-1 16,2 1 0-16,1 2 0 16,1-1 0-16,1-1 0 15,0 0-1-15,0-2-19 16,1-1-40-16,-1-2-113 0</inkml:trace>
  <inkml:trace contextRef="#ctx0" brushRef="#br0" timeOffset="159441.54">12583 6043 106 0,'0'0'134'0,"0"0"-132"15,0 0 4-15,0 0-5 0,0 0-2 16,-31 6 0-16,22 9 1 16,1 5 1-16,1 5 0 15,2 2 0-15,3 3 0 16,2 2-1-16,0 0 0 0,0-1 0 16,5 0-1-16,4-3 0 15,1-1-3-15,2-3 4 16,3 0 0-16,-2-2-10 15,2-3-41-15,2-6-22 16</inkml:trace>
  <inkml:trace contextRef="#ctx0" brushRef="#br0" timeOffset="159704.92">12761 6406 223 0,'0'0'31'15,"0"0"-2"-15,-3-33-15 0,-4 26-10 16,-1 1-6-16,-1 2 8 15,1 1-3-15,-1 3-2 16,1 0 0-16,-1 0 0 16,5 5-1-16,-2 2 0 15,5 0 0-15,1 1-2 0,0 0-2 16,2 1 0-16,7-2 4 16,1 1-2-16,3-2 1 15,2-1 2-15,-1-2 1 16,2-2 0-16,-1-1-2 15,2 0-12-15,-2-1-7 0,0-7-22 16,-2-2-43-16</inkml:trace>
  <inkml:trace contextRef="#ctx0" brushRef="#br0" timeOffset="159959.31">12902 6114 277 0,'0'0'4'16,"0"0"3"-16,0 0-5 16,0 0-3-16,0 0-4 15,0 0 4-15,0 0 1 0,-13 38-2 16,13-17 0-16,0 2 0 16,0 0 1-16,6 1-1 15,1-3 2-15,-1 2 1 16,3-3 1-16,-2-2-1 15,0-1 0-15,0-2-3 0,2-2-10 16,-4-2-29-16,0-4-41 16</inkml:trace>
  <inkml:trace contextRef="#ctx0" brushRef="#br0" timeOffset="160139.65">12875 6323 316 0,'0'0'3'16,"0"0"13"-16,0 0-11 16,0 0-5-16,0 0-1 0,0 0 2 15,33-16-2-15,-12 15-4 16,2 1-31-16,1 0-27 16,-4 0-77-16</inkml:trace>
  <inkml:trace contextRef="#ctx0" brushRef="#br0" timeOffset="160488.85">13100 6286 244 0,'0'0'32'16,"0"0"-32"-16,0 0 2 15,0 0 0-15,0 0 1 16,0 0-1-16,31-17 2 15,-22 17-4-15,1 4 0 16,0 4 1-16,-1 3-1 0,-2 3 0 16,-1 0-1-16,-5 1-7 15,-1 0-14-15,0-3-9 16,-8-1 1-16,-3-3 15 16,0-2 9-16,-1-2 6 15,2-2 2-15,2-2 2 16,1 0 4-16,4-1 14 0,1-3 3 15,2 0-12-15,0 0-3 16,3 2-12-16,3 2 2 16,-1 0 2-16,1 0-11 15,-3 6-33-15,-3 1-30 0</inkml:trace>
  <inkml:trace contextRef="#ctx0" brushRef="#br0" timeOffset="161005.79">10959 6571 254 0,'0'0'-1'0,"0"0"-11"0,34 0 8 0,-13 0 3 0,6 0 5 0,5 0-2 16,6 2-4-16,8-2-3 15,3 1 4-15,7 0-2 16,5-1 7-16,6 1-5 16,2-1 5-16,6 0 0 0,4 0 3 15,6 0 1-15,6-2-4 16,3-4-3-16,3 0 1 15,4 0-2-15,2-3 1 16,0 2-1-16,3-1 0 16,-2 1-1-16,0 2 2 15,1 0-1-15,-6 2 1 0,-5 0-30 16,-6-2-129-16</inkml:trace>
  <inkml:trace contextRef="#ctx0" brushRef="#br0" timeOffset="165887.29">16220 5195 110 0,'1'0'11'0,"-1"0"4"0,0-1-6 15,3-1-3-15,-1 1-2 0,-2 0-1 16,0 0-1-16,1 1-2 15,-1 0 2-15,1 0 1 16,0 0-3-16,0 0 0 16,0 0 2-16,-1 2-1 15,2 1 1-15,-1-3-2 0,1 3 0 16,-2-2 0-16,1-1 1 16,1 0 5-16,0 0 19 15,3-4 0-15,-1 0-11 16,4-4-2-16,0-2-1 15,2-3-3-15,2 0 3 16,1-1-4-16,0-2-4 0,3 1-3 16,-3 1 4-16,2 2-4 15,0 0 0-15,-2 3-14 16,1 2-22-16,-1 2-43 16,-2 0-85-16</inkml:trace>
  <inkml:trace contextRef="#ctx0" brushRef="#br0" timeOffset="166371.29">16806 5174 112 0,'0'0'14'0,"0"0"-2"0,0 0-13 0,0 0 1 0,0 0 0 16,0 0 0-16,0 0-1 16,0 0 2-16,0 0 4 15,0 0 8-15,0 0 8 16,20 4-8-16,-10-10-4 15,2-2-3-15,1-2 2 0,2-2-2 16,1-2-1-16,2-4 7 16,3 1-10-16,2-3-1 15,0 1-3-15,0-1-50 16,-1 0-108-16</inkml:trace>
  <inkml:trace contextRef="#ctx0" brushRef="#br0" timeOffset="166812.76">17805 5088 76 0,'0'0'39'0,"0"0"-15"0,0 0 5 0,0 0-4 16,33-20 4-16,-22 11-12 15,5 0-7-15,2 1-6 0,4-1-3 16,2-2-2-16,-1 0-39 15,0 0-78-15</inkml:trace>
  <inkml:trace contextRef="#ctx0" brushRef="#br0" timeOffset="168848.69">14590 5078 99 0,'0'0'3'0,"0"0"9"0,0 0-6 0,0 0-1 0,0 0 2 16,0 0 6-16,0 0 2 16,0 0-7-16,0 0 4 15,0 0-2-15,-21-28-7 0,18 26 0 16,-1 2-1-16,-1-1-2 15,1-1 0-15,-1 2 0 16,2 0 0-16,-2 0 0 16,-1 0 0-16,1-1 0 15,-1-1 0-15,-1 2 1 16,-2 0-1-16,-2 0 1 0,1 0-1 16,0 0 0-1,-1 0 0-15,0 3 0 0,1 2 1 16,-2-2-1-16,2 1 0 15,0-1 0-15,0 0 1 0,0 2 0 16,-3 0 1-16,3 1-2 16,-4 0 1-16,0 4 1 15,0-2-2-15,-1 2 0 16,2 0 0-16,0 1 1 16,2 1-1-16,-2-1 0 0,3 1 1 15,-1 1-1-15,3-1 0 16,-1 1 0-16,1 0 0 15,2 0 0-15,0-1 0 16,0 1 0-16,2 1 0 16,-1-1 0-16,2 1 0 15,1 1 1-15,-1 0-1 0,1 2 0 16,1-2-1-16,1 1 1 16,0 0 0-16,0 0 0 15,0-2-1-15,3 0 1 16,2-1 0-16,-3 0 0 15,4-2 0-15,-3 0 0 16,4 0 0-16,-3-1 0 0,2 1 0 16,0-2-1-16,1 2 1 15,2 1-2-15,0-2 2 16,2 2-1-16,-1-1 1 16,-1-1 0-16,1 0 0 0,0-2 0 15,-3 0-1-15,1 0 1 16,2-1-1-16,0 0 1 15,0-2 0-15,0 2 1 16,0-1 0-16,0 3 2 16,0-3-3-16,0-1 0 15,0 1 0-15,0-1-2 0,0-1 2 16,1 1 2-16,0-1-2 16,1-2 0-16,-1 1 3 15,2-1-2-15,0 1 0 16,0-1-1-16,0-2 1 15,3 0 0-15,-2 0-1 0,2 0-3 16,0 0 5-16,0-5 3 16,-1 0-2-16,2-1 2 15,0-2-1-15,-1 1-1 16,-1-1-3-16,0 0 1 16,2-1 0-16,-2-1 0 0,0 2-1 15,0-2 0-15,-1 0 0 16,2-1-1-16,-3 0 2 15,2-2 1-15,-1 2 0 16,1-1-1-16,-1-3 0 16,-1 3 0-16,1-2 0 0,1 1 1 15,-3 0-1-15,-2-1-1 16,-2-1 1-16,1-1-1 16,-2 1 1-16,-3 0 2 15,0-1 2-15,-1 2 1 16,0-1 0-16,-3 1 0 15,0 1-2-15,0-1-1 0,0 3 0 16,0-2 0-16,-3 0-3 16,1 1 0-16,0 0 2 15,-1-1-4-15,-1 1 3 16,0 2 0-16,-2-2 2 0,0 3 0 16,-1-2 1-16,-1-1-2 15,1 2 0-15,-1 0 0 16,-2 0-1-16,2-1 0 15,0 1 0-15,2 0-1 16,-1 1 1-16,0 1 0 16,3 1-1-16,-3 1 1 0,2 1-1 15,-1 2 0-15,0-1-1 16,-1 1 0-16,0 0 1 16,-2 2 1-16,0-1-1 15,1 2 1-15,-4 0 1 16,2 0-2-16,-2 0 0 0,1 0 0 15,0 2-4-15,0 2-6 16,3 3-13-16,1 0-18 16,-1 0-25-16,2-3-21 15</inkml:trace>
  <inkml:trace contextRef="#ctx0" brushRef="#br0" timeOffset="171520.57">14472 6231 83 0,'-3'0'7'0,"2"0"17"0,0 0-11 0,0 0 0 15,1 0-4-15,-1-3 2 16,1 2 2-16,0-1 3 16,0 0 8-16,0-1 0 15,0 1 0-15,0-1-9 16,0-1-9-16,0 2-3 0,3-1-2 15,3 0-2-15,4 1 0 16,0-1 0-16,3 1 1 16,3-1 0-16,-1 3-2 15,2-1 5-15,-3 1 3 16,2 0-5-16,-3 0 0 16,-1 6 0-16,-2 1 1 0,-1 1-2 15,-1 2 2-15,-4 1-2 16,-2-1 1-16,-1 0 2 15,-1 2-3-15,-3-1 1 16,-7-2 0-16,-3 0 0 0,-3-2-1 16,-3 2-3-16,-1-3-3 15,2-1 0-15,0 1-3 16,4-4-13-16,2 1-14 16,2-1-6-16,4-2-25 15</inkml:trace>
  <inkml:trace contextRef="#ctx0" brushRef="#br0" timeOffset="171904.83">14697 6177 119 0,'0'0'0'0,"0"0"8"0,0 0-1 16,0 0 0-16,0 0 5 0,0 0 0 16,-33-9 5-16,26 9-7 15,0 2-6-15,-1 5-2 16,1 1-2-16,0 0 0 16,-1 2 0-16,5 0 0 15,-1 0 0-15,2-2 2 0,2 2-1 16,0-3 1-16,3 1 3 15,2-2 3-15,3-1 3 16,2 2 0-16,0-4 3 16,3 0-1-16,-1-1-2 15,5 1-2-15,-1-3-4 16,1 1-3-16,0-1 0 0,-3 0-4 16,1 0-28-16,-4 0-46 15,-1 0-32-15</inkml:trace>
  <inkml:trace contextRef="#ctx0" brushRef="#br0" timeOffset="172191.35">14891 6244 25 0,'0'0'109'16,"0"0"-108"-16,0 0 0 15,0 0 4-15,0 0 3 16,0 0 8-16,0 0 1 16,0 0-3-16,0 0 2 15,7 33-1-15,-7-24-3 0,0 2-4 16,0 1-5-16,0 1-1 16,0 0-1-16,0 0-1 15,1 1 1-15,-1 0-2 0,1 0-25 16,-1-4-24-1,3-4-127-15</inkml:trace>
  <inkml:trace contextRef="#ctx0" brushRef="#br0" timeOffset="172575.07">15111 6267 81 0,'0'0'101'0,"0"0"-80"16,0 0 3-16,0 0-10 16,0 0-4-16,30-3-5 15,-18 0 3-15,0 1-8 16,2 0 8-16,2-1-2 16,2 1-4-16,0 1-1 0,-1-1 0 15,2 1 0-15,-3 0 0 16,1 0-1-16,-3 1-1 15,-1-1-13-15,-1 1-34 16,-3-3-56-16</inkml:trace>
  <inkml:trace contextRef="#ctx0" brushRef="#br0" timeOffset="172818.46">15300 6180 25 0,'0'0'242'0,"0"0"-231"16,0 0 15-16,0 0-22 15,0 0-3-15,0 0-2 0,0 0 1 16,0 0 0-16,-11 30 0 16,11-14 0-16,0 3 0 15,0 0 0-15,0 3-1 16,0-3-1-16,4 1-18 15,2-2-20-15,-1-3-56 16</inkml:trace>
  <inkml:trace contextRef="#ctx0" brushRef="#br0" timeOffset="173278.61">15672 6203 158 0,'0'0'37'0,"0"0"5"15,0 0-18-15,0 0-13 16,0 0-11-16,0 0 2 15,0 0-1-15,28-20-5 16,-17 20 4-16,2 0 1 0,-1 0 2 16,-1 0-2-16,-1 4 0 15,-3 2 0-15,-4 4-10 16,-3 0-16-16,0 3-6 16,-4 0 5-16,-4-1 18 0,-3-2 7 15,1 0 2-15,1-4 6 16,1-1 6-16,4-1 1 15,-1 0 1-15,3-2-4 16,2 0-3-16,0-1 2 16,4-1-1-16,3 1-1 0,7-1-1 15,2 0 1 1,2 0-3-16,6 0-2 0,-1-1-3 16,2-2-12-16,-2-2-26 15,-1-1-60-15</inkml:trace>
  <inkml:trace contextRef="#ctx0" brushRef="#br0" timeOffset="173770.48">15989 6190 243 0,'0'0'5'0,"0"0"8"0,0 0-6 15,0 0-3-15,0 0-4 16,0 0-1-16,32-20 0 15,-22 20 3-15,0 0-4 16,0 0 4-16,-1 3-2 0,-1 4 3 16,-1 1-3-16,-2 4 2 15,-2-1-3-15,-1 2-5 16,-2 0-5-16,0-1-1 16,-1-1 4-16,-3-4 6 15,-1 1 3-15,2-4-1 16,-2-2 0-16,3-2 1 0,0 0 0 15,1 0 1-15,1-2 5 16,0-6-2-16,0-1 0 16,0-2 0-16,2-1-8 15,2-3 6-15,0 2-3 16,-1-2 0-16,1 2 0 0,-1 0-2 16,-2 2 2-16,-1 2 2 15,0 3 3-15,0 1 7 16,0 2-1-16,0 2 2 15,0 1-7-15,0 0-7 16,0 2 0-16,1 5 0 0,1 2 1 16,1 4 0-16,2-1 0 15,3 2-1-15,-1 0-2 16,1 1-8-16,2 0-7 16,-1-4-21-16,1-2-46 15</inkml:trace>
  <inkml:trace contextRef="#ctx0" brushRef="#br0" timeOffset="174098.73">16207 6257 247 0,'0'0'33'0,"0"0"-14"0,0 0-11 0,32-26-4 16,-21 22-4-16,2 1-1 15,0 3 1-15,0 0 1 16,-2 0-2-16,-1 2-10 15,-5 6-3-15,-2 1-5 16,-3 2-11-16,0-1-1 0,-3 3 8 16,-4-3 11-16,-1 0 8 15,-2-1 3-15,1-3 2 16,2-1 6-16,2-2 11 16,2-1 12-16,0 1-8 15,3-3-10-15,0 0-9 0,2 0-8 16,6 0 7-16,4 0 1 15,4 0 0-15,3 0-2 16,2-2-4-16,2-1-15 16,0-2-25-16,2-1-27 15</inkml:trace>
  <inkml:trace contextRef="#ctx0" brushRef="#br0" timeOffset="174390.29">16624 6177 234 0,'0'0'8'0,"0"0"-1"0,31-1 2 15,-14-2 7-15,-1 0-9 16,2 1-3-16,2-1 0 16,-2 0-1-16,0 1-1 0,-2-1-2 15,-1 1 1 1,-4 1-1-16,-3-1-14 0,-2-1-43 16,-4-1-75-16</inkml:trace>
  <inkml:trace contextRef="#ctx0" brushRef="#br0" timeOffset="174586.07">16734 6107 224 0,'0'0'40'16,"0"0"-18"-16,0 0-18 0,0 0-5 16,0 0 1-16,0 0 1 15,0 0-1-15,-9 40 0 16,8-24 0-16,1 0 0 15,0 1-2-15,0 0-17 16,0-3-13-16,3-2-42 16</inkml:trace>
  <inkml:trace contextRef="#ctx0" brushRef="#br0" timeOffset="175108.48">17002 6131 218 0,'0'0'-3'15,"0"0"12"-15,0 0-6 16,23-27 5-16,-16 22 4 0,-2 0 0 16,2 2-2-16,1 1-5 15,2 1-4-15,0 1-1 16,0 0 1-16,-3 4-1 15,1 3-1-15,-1 3-2 16,-4 0-4-16,0 1-9 0,-3 1 3 16,0-1-8-16,0-1 19 15,-1-3-2-15,-4 0 3 16,-1-2 2-16,1-1 0 16,-2-2 0-16,2-2-13 15,2 0-12-15,1 0 6 16,2-2 13-16,0-5-7 0,0-2 9 15,6-2 15-15,-2-1 18 16,4 0 6-16,-3-2-4 16,2 2-8-16,1 0-11 15,-4 2 1-15,1 1-5 16,-2 2-5-16,-2 3 0 0,0 0 3 16,-1 2 1-16,0 2-7 15,0 0-2-15,0 3 3 16,0 6-1-16,0 1 2 15,0 2-2-15,2 2-1 16,2-1-2-16,2 1-3 0,1 0-13 16,2-2-11-16,0-2-20 15,1-3-59-15</inkml:trace>
  <inkml:trace contextRef="#ctx0" brushRef="#br0" timeOffset="175520.91">17260 6168 217 0,'0'0'9'0,"0"0"17"0,0 0-3 0,32-23-9 0,-22 20-2 15,-2-1-5-15,1 3-2 0,-4 1-1 16,1 0-3-16,-2 0-1 16,-1 3-1-16,-3 2-6 15,0 2-6-15,0 1 0 16,0 0 13-16,-5 0 0 15,-2-1 1-15,2-2 2 0,-1 0-2 16,4 2 0-16,0-2 0 16,1-2-3-16,1 0-3 15,0 0-10-15,4 2 13 16,2-3 5-16,2 3 1 16,0-1-1-16,0 2-1 15,0-1-2-15,-2 0 1 0,-1 0 0 16,-2 0-1-16,-3 0 1 15,0-2-3-15,-2 2 3 16,-7-2 2-16,-4 0 2 16,-4-1-3-16,-1 0 1 0,-2-2 1 15,2 1-4-15,1-1 1 16,3 0-5-16,4 0-22 16,3-1-34-16,5-4-55 15</inkml:trace>
  <inkml:trace contextRef="#ctx0" brushRef="#br0" timeOffset="175828.11">17570 6074 203 0,'0'0'10'0,"0"0"8"0,0 0-7 16,0 0 3-16,0 0-1 16,0 0-3-16,36 0-4 15,-23 0-1-15,1 0-4 16,1 0-1-16,-1 0 1 0,0 0-3 15,-1 0-22-15,-1 0-54 16,-4 0-58-16</inkml:trace>
  <inkml:trace contextRef="#ctx0" brushRef="#br0" timeOffset="175998.95">17671 6150 227 0,'0'0'30'0,"0"0"-39"16,0 0 16-16,0 0 0 16,28 13-2-16,-16-11-3 0,2-1 0 15,1-1-6-15,2 0-61 16,-1 0-84-16</inkml:trace>
  <inkml:trace contextRef="#ctx0" brushRef="#br0" timeOffset="176411.83">17958 6041 238 0,'0'0'3'0,"0"0"5"0,0 0-5 16,0 0-2-16,0 0-1 15,-32-2 0-15,20 7 2 16,1 1-2-16,2 2 0 15,4-2 0-15,-2 2 0 0,5-2-1 16,1 0 1 0,1 2-2-16,0-3-2 0,6 0 1 15,3 0 3-15,4 0 0 16,0 0 2-16,1-2-1 16,3 2 2-16,0-1-2 15,-1 0 3-15,1 1 1 0,-4-1-2 16,0 1-2-16,-3 0-1 15,-3 1 1-15,-4-1 1 16,-2 0-2-16,-1 0 1 16,0 1 1-16,-10-2 2 15,-2 2-1-15,-3-2-1 0,-4 1-1 16,-2-2 0-16,-1-1-3 16,0 0-1-16,2-2-10 15,2 0-34-15,1-2-64 16</inkml:trace>
  <inkml:trace contextRef="#ctx0" brushRef="#br0" timeOffset="176561.89">17941 6033 277 0,'0'0'-1'0,"42"-17"4"0,-15 9-2 0,1 3-1 0,3-1-24 15,-1 1-79-15</inkml:trace>
  <inkml:trace contextRef="#ctx0" brushRef="#br0" timeOffset="178690.3">14572 6677 151 0,'0'0'6'0,"0"0"-5"15,-32 0-1-15,22 0-1 0,3 0-11 16,0 0-12-16,0 0 7 0,2 0 8 16,4 0 9-16,-2 0 1 15,1 0 5-15,1 0 7 16,0 0 0-16,1 0-2 16,0 0-5-16,0 0-6 0,0 0-5 15,5 0 2-15,3 0 1 16,3 0-4-16,3 0-1 15,5-4 6-15,0 1 0 16,4 0 2-16,1-2-1 16,4 2 3-16,-1-2 8 15,3 2 3-15,5-2 8 16,0 1-6-16,4 0-7 0,3 0-5 16,-1-1-2-16,2 0-2 15,4 0 1-15,0 2-1 16,3-2 0-16,2 0 0 15,3 0-4-15,3 0 6 0,1 0-1 16,1-1 3-16,1 1 5 16,1 1-2-16,5-1-4 15,0 2-2-15,2-1 1 16,3 1 1-16,3 0 0 16,1 1-1-16,-1-1-1 0,1-2 0 15,1 2-1 1,-3-2 1-16,0 1 0 0,-1-2 10 15,-1 1 3-15,-2 0-1 16,-1 0-3-16,-2 2-4 16,-1 0-2-16,-1 0-4 0,-2 1-1 15,-1 0 2-15,1 0 0 16,-2-1-1-16,-2 1 2 16,0 0 0-16,0-1 0 15,-1 0-1-15,1 1 2 16,-2-1-2-16,-1 0 0 15,0 0 0-15,0-1 0 0,1-1 1 16,-5 2-2-16,0-2 1 16,-5 0 0-16,-2 0-2 15,-7 0 2-15,-3-1-1 16,-4-1 1-16,-5-1 1 0,-2-1 8 16,-2-1 4-16,-4-1-2 15,1-1-4-15,-1 0-3 16,0-2-3-16,1-1 1 15,-2 0-2-15,2-2 0 16,-1-1-2-16,2 0 1 16,-4-2 0-16,0 2 0 0,-3-1-1 15,2 0 1-15,-5 3 0 16,-4-1 0-16,0-1 1 16,-4 3 1-16,-1-1-2 15,-1-1-2-15,0 2 2 16,-3 0-1-16,-5 0-3 0,0-1 2 15,-1-1 6-15,-1 0-1 16,1 0-4-16,-2 0-2 16,0 1 3-16,-1 1 0 15,0 3 0-15,-2 1-2 16,-1 1 1-16,0 2 0 0,0 1 0 16,-1 1 0-16,-1 2 1 15,3-2 1-15,-4 2-2 16,0 1 2-16,0-2-1 15,-2 3 0-15,-3-1-1 16,0 0 1-16,-3 3 0 0,-3-1 0 16,-1 1-1-16,-1 0 1 15,-2 0 0-15,-1 0-1 16,-2 1 1-16,-2 1 0 16,-2 2 0-16,-3-2 0 15,-1 3 1-15,-3-2-2 16,-1 1 1-16,0 1 0 0,-2-1 0 15,-1 0 0-15,1 0 0 16,-3 0 1-16,1 0-2 16,-2 0-1-16,1-2 2 15,-3 1 0-15,-1 0-1 0,1-1 0 16,-2 1 1-16,2 1 0 16,-2-3 1-16,0 1-2 15,0 1 1-15,-2-1-2 16,-1 1 1-16,-2 1 2 15,-1-1-2-15,2-1 0 0,2 1 1 16,0-1 0-16,3 1 0 16,1 0 0-16,3-1 1 15,2 0-1-15,-4 1-3 16,-1 0 3-16,1-1 1 16,-3 1-1-16,0 0 0 0,0 0 0 15,-1 1 0 1,2-1 0-16,-2 0 0 0,3 2 0 15,-3 0 0-15,4 1 0 16,-2 0 0-16,5 0 0 16,1 1 0-16,1-3-1 0,5 2 1 15,-2-1 0-15,2-2 0 16,4 1 0-16,-2-2 0 16,2 1 1-16,3 0-2 15,1 1 1-15,-2 0 1 16,1 1-1-16,3-1-1 0,-3 1 1 15,2-1 0-15,3 1 0 16,2 2 0-16,3-1 1 16,-1 1-2-16,3 3 1 15,2-1 0-15,-1 2 0 16,1 2-1-16,1 1 2 16,2 2-2-16,1 1 1 0,2 2 0 15,3 1-1-15,0 2 1 16,4-1 0-16,1 1-1 15,6-1 0-15,1 0 1 16,3-1-1-16,0 0 0 16,3 0-4-16,11-2 0 15,4 2 2-15,5-3 1 0,11-1 0 16,3-1 2-16,8-1-3 16,7-3 6-16,5-1-3 15,10-1 2-15,5-3-1 16,7-2 0-16,8-2-3 0,1-2-40 15,5-5-132-15</inkml:trace>
  <inkml:trace contextRef="#ctx0" brushRef="#br0" timeOffset="181128.59">18331 6094 31 0,'0'0'28'0,"0"0"-12"0,0 0-3 0,0-1-2 15,0 1 4-15,0-1-2 0,2 1-5 16,-2-1-1-16,0 0 1 16,1 0-1-16,-1 0-2 15,0 0 5-15,0 1 1 16,0-1-2-16,1 1 3 15,-1 0-3-15,0-2-5 0,0 2 0 16,0 0-4 0,0 0 0-16,0 0 0 0,0 0 0 15,0 0-3-15,0 0 2 16,1 0 0-16,0 0 2 16,0 0 0-16,1 2 2 15,1 0-3-15,-2 1-4 0,0 0 4 16,1 0 0-16,-1 0-2 15,2-1 1-15,-3 0-2 16,2 0 4-16,-2-1 0 16,1 1 0-16,-1-1 0 15,0 1 0-15,1 0-1 0,1-2 0 16,-2 3 1-16,1-2-2 16,-1 0 1-16,2-1 0 15,-2 0 0-15,1 0-1 16,-1 0 0-16,0 0-2 15,0 0 6-15,2 0 4 16,-2 0 1-16,1 0-1 0,0 0-7 16,1 0 1-16,-1 0-1 15,3-1 0-15,-3-1-1 16,2 0 1-16,1-1-2 16,1 0 2-16,0-1-2 15,1 0 1-15,1-1 1 0,-1 0-4 16,2-1 2-16,0-1 1 15,1 1 6-15,-2-1-3 16,1 1 4-16,0-2-4 16,-2 1-2-16,2 0 2 0,-2 1 5 15,0-1-4-15,0-1 2 16,2 1-2-16,1 0 0 16,-2-1-1-16,0 1-2 15,0 1 3-15,0 1 4 16,-2 3-6-16,-3-1 0 15,1 1 0-15,-3 2 0 0,0 0 0 16,0 0 2-16,0 0 0 16,0 0-5-16,0 0-1 15,0 0-20-15,0 2 8 16,0 3-21-16,-3-2-47 0</inkml:trace>
  <inkml:trace contextRef="#ctx0" brushRef="#br0" timeOffset="184807">18373 6114 7 0,'0'0'34'0,"0"0"-9"0,0 0-10 0,0 0 4 0,0 0-9 15,0 0 1-15,0-2 1 16,0 1-4-16,0 0 3 0,0 1-3 16,0-2 4-1,0 1 0-15,0-1 2 0,0 1 0 16,0 1 3-16,0-2 4 15,0 2-9-15,0 0-7 16,0 0-6-16,0 0-4 16,0 0-7-16,0 0 7 0,0 0 3 15,0 2 0-15,0-1 2 16,0 2-1-16,0-1 1 16,0 0 0-16,0 0-2 15,2 1 1-15,1-2-1 16,1 0 0-16,0 0 1 0,2 1 1 15,-1-2-3-15,1 0-4 16,-1 0 0-16,2 0 3 16,-2 0 3-16,2-3 2 15,1-1-1-15,-1-1 1 16,2-1-1-16,0-1 1 16,0-2-2-16,1 0 3 15,2-1 0-15,0 0-3 0,-1 0 2 16,2-3 1-16,-1 3 0 15,-1-3 1-15,1 1 0 16,-1 1-1-16,1 1 0 0,-3 2-3 16,0 1 2-16,-1 4-1 15,-3 0 2-15,0 1-2 16,-3 2 0-16,0 0 0 16,0 0 0-16,-1 0-2 15,-1 1 0-15,0 4-7 0,0 1-14 16,0 0-17-16,0 1-12 15</inkml:trace>
  <inkml:trace contextRef="#ctx0" brushRef="#br0" timeOffset="187869.73">18354 6135 22 0,'0'0'22'0,"1"0"-6"0,-1 0-5 0,0 0-9 15,0 0-2-15,1 0 0 16,0 0 1-16,-1 0 1 0,0 0 7 16,1 0 3-16,-1 0-5 15,0 0 1-15,0 0-1 16,0 0-5-16,0 0-1 15,0 0 0-15,0 0-1 16,1 0 0-16,-1 0 1 16,1 0 0-16,0 0 1 15,1 0-1-15,-2 0-1 0,1 0 1 16,0 0-1-16,-1 0 0 16,1 0 1-16,0 0-1 15,0 0 0-15,-1 0 2 16,1 0-2-16,-1 0 1 0,3 1-2 15,-3 0 1-15,1 0 1 16,-1 0 0-16,0 0 0 16,2-1-1-16,-2 2 1 15,0-1-1-15,0 1 0 16,2 0 0-16,-1-1 0 0,0 0 0 16,-1 0 0-16,1-1 1 15,0 2-1-15,-1-2 2 16,1 0 4-16,0 1-2 15,1 0-3-15,-2-1 0 0,0 1 0 16,0-1 0 0,0 0-1-16,0 2 1 0,0-2-1 15,2 1 0-15,-2-1 0 16,1 0 1-16,0 1-1 16,0 0 0-16,1-1-1 15,-1 0 1-15,-1 0 1 16,2 0 1-16,0 0 1 0,0 0 3 15,1-2 1-15,1-1-3 16,-1 1-3-16,3-2-1 16,-2 0 1-16,2 1-1 15,-1-3 0-15,2 0 0 16,1 1 1-16,-1-2 1 0,2 1-2 16,-1-2 1-16,2 1-1 15,0-1-4-15,0 1 8 16,2-1-4-16,-1 1 1 15,-2 1 0-15,1-1 0 16,-1 2-1-16,0 0 1 0,-3 0-1 16,0 2 1-16,-2 0-1 15,0 1 1-15,-2 1 0 16,-1 1-1-16,0-1 1 16,-1 1 0-16,1 0 0 15,-1 0-1-15,0 0 2 16,0 0-2-16,0 0 1 0,0 0-2 15,0 0-3-15,0 0-2 16,0 0-4-16,0 2-5 16,0 0-1-16,0 0-2 15,0 1 2-15,-2-2-2 16,1 1-11-16</inkml:trace>
  <inkml:trace contextRef="#ctx0" brushRef="#br0" timeOffset="195393.05">19248 6079 110 0,'3'0'12'0,"1"-2"-9"0,1-1 1 0,0 0 1 15,0 1 1-15,1 0-2 0,0-1 1 16,1 2 9-16,-1-1 3 15,1 1 4-15,0 0-7 16,2 1-6-16,0 0-5 16,2 0-3-16,0 0 1 15,1 0 0-15,-2 0-1 0,0 2 0 16,-2 4-1-16,1-2 1 16,-3 2 0-16,-1-1-3 15,-3 2 1-15,1 1-2 16,-3-1 3-16,0 0 0 15,0 1-3-15,0 0-3 0,-2-3 1 16,-2-1-2-16,0 0 6 16,-1-2 8-16,0-2 4 15,0 1 2-15,2-1 0 16,1 0-4-16,0 0-3 16,1 0-3-16,1 0 1 0,0 0-9 15,0 0 0-15,3-3-10 16,2 0 16-16,2-2 0 15,1 0 3-15,-1-3-4 16,2 3-1-16,-2-2 2 16,2-1 2-16,-2 0-1 15,2-1-1-15,0 0 0 0,-1 0-3 16,1 1-1-16,-1-2-5 16,-3 0 5-16,0 2 3 15,-2 0 0-15,0 0-3 16,-3 1-3-16,0 3-3 15,0 0 5-15,0 1 2 0,-4 2 2 16,-2 0-7-16,2 1 9 16,-2 0 1-16,0 3-2 15,0 4 0-15,0 1 1 16,0 1 0-16,1 1 0 16,1 0 4-16,2 0 1 0,2 0 3 15,0-2 2-15,0-1 1 16,0 1 2-16,5-2 8 15,2 0-3-15,2-2-3 16,1 0-4-16,0-2-5 16,1 1 3-16,0 0-6 15,2-2-6-15,2 0 4 0,-1 1-1 16,1-2-16-16,-2 0-32 16,-1 0-63-16</inkml:trace>
  <inkml:trace contextRef="#ctx0" brushRef="#br0" timeOffset="195687.99">19688 6082 119 0,'0'0'7'0,"0"0"16"0,0 0-1 15,0 0 20-15,0 0-24 16,0 0-13-16,0 0-2 16,0 0 1-16,0 0 5 0,-2 30-5 15,0-15-2-15,0-2-2 16,1 2 1-16,-2 0-1 16,3 0 0-16,-1-1 0 15,1 0 0-15,0-2 0 16,0 1-1-16,0-3-7 0,3-2-47 15,2-3-87-15</inkml:trace>
  <inkml:trace contextRef="#ctx0" brushRef="#br0" timeOffset="196104.88">19979 6046 94 0,'0'0'117'0,"0"0"-109"0,0 0 1 0,0 0-6 16,0 0 6-16,30-5 1 15,-21 3 5-15,1-1-3 16,1 3-8-16,0-3 0 15,0 3-1-15,-1 0-3 0,1 0 1 16,-1 0-9-16,-3 0-29 16,-2 1-56-16,-1 1-54 15</inkml:trace>
  <inkml:trace contextRef="#ctx0" brushRef="#br0" timeOffset="196249.92">20047 6094 182 0,'0'0'30'15,"0"0"-8"-15,0 0-5 16,0 0-4-16,0 0 1 16,0 0-4-16,0 0-5 0,33 13 0 15,-14-12-4-15,2-1-53 16,4 0-192-16</inkml:trace>
  <inkml:trace contextRef="#ctx0" brushRef="#br0" timeOffset="196733.34">20589 5920 163 0,'0'0'0'0,"0"0"8"16,0 0-2-16,0 0 6 16,0 0 5-16,-28 0 5 0,25 1-3 15,0 2-8-15,1 0-5 16,0 2-5-16,0 2-1 16,1 1-1-16,0 0-1 15,1 0 2-15,0 1-3 16,0-1 3-16,5 0 0 0,2-1 7 15,1 0-3-15,1-1 7 16,1 1-3-16,1-2-5 16,1 1-1-16,2 1 1 15,-3-2-1-15,0 1 1 16,0-1-3-16,-2 2 1 16,-1-2-1-16,-4 0 1 15,-3-2 1-15,-1 2-1 0,0-3-1 16,-2 1 0-16,-6 0 1 15,-3-1 9-15,-2 1-9 16,-1-1 2-16,-2-1-4 16,0 0-12-16,1-1-20 0,4 0-68 15</inkml:trace>
  <inkml:trace contextRef="#ctx0" brushRef="#br0" timeOffset="196916.1">20611 5946 294 0,'0'0'9'0,"0"0"-5"0,27-16 2 0,-14 13-4 16,1 0-4-16,3 3 5 0,0 0-4 16,1 0-9-16,2 0-20 15,-3 0-39-15,1 3-38 16</inkml:trace>
  <inkml:trace contextRef="#ctx0" brushRef="#br0" timeOffset="197140.9">20923 6022 262 0,'0'0'7'15,"0"0"4"-15,0 0 14 16,0 0 1-16,0 0-9 16,0 0-8-16,32-11-3 0,-19 8-4 15,4 2-1 1,1-1-7-16,1 2-32 0,0-2-20 16,0 0-96-16</inkml:trace>
  <inkml:trace contextRef="#ctx0" brushRef="#br0" timeOffset="197503.74">21168 5917 272 0,'0'0'0'15,"0"0"10"-15,0 0-1 16,28-18-1-16,-18 15-3 15,0 1-4-15,0 1 1 16,-1 1-3-16,0 0 1 0,-2 1 1 16,-4 5-1-16,0 1-2 15,-3 3-6-15,0 0-4 16,-6 0 7-16,-4 2 0 16,-3-1 5-16,0-2 6 15,0 0-3-15,3-2-2 16,3-2 3-16,1 0-2 15,3-2 1-15,3 1-2 0,0-1-2 16,3 0-1-16,6 0 4 16,2-2 7-16,3 0-7 15,3 1 0-15,0-2-24 16,0 0-76-16,-1-2-89 16</inkml:trace>
  <inkml:trace contextRef="#ctx0" brushRef="#br0" timeOffset="197959.84">21358 5896 199 0,'0'0'18'0,"0"0"15"15,0 0-15-15,32-23-9 16,-21 21-3-16,2 0-3 16,-2 2-1-16,1 0-1 15,-5 0-1-15,1 5 0 16,-3 2 0-16,-1 1 0 15,-2 0-4-15,-2 2-2 0,0-1 6 16,0-1-2-16,-4-1 0 16,-1-1 2-16,1-2-3 15,0-1 8-15,1-2-4 16,1-1 4-16,1 0-3 16,1 0 2-16,0-4-3 0,0-2-6 15,3-2 0-15,3 0 3 16,-2-4 7-16,3 1-4 15,-1-1 0-15,1 1 0 16,-1 1 3-16,0 0 3 0,-2 3 2 16,-1 2 5-16,-2 1-2 15,1 2-2-15,-1 2-5 16,-1 0-7-16,2 3-3 16,-1 5 2-16,-1 2 4 15,2 2 1-15,-2 2 2 0,1 0-4 16,1-1-4-16,0 0-12 15,3 0-5-15,0-3-6 16,2 0-56-16,1-4-48 16</inkml:trace>
  <inkml:trace contextRef="#ctx0" brushRef="#br0" timeOffset="198258.78">21621 5932 229 0,'0'0'39'0,"0"0"-14"0,0 0-15 0,36-13-7 0,-27 13-2 16,0 0 0-16,-2 0 0 16,-1 5-3-16,-3 1 1 15,-2 4-2-15,-1 2-3 16,0-1 7-16,-4 1-1 16,-5 1 1-16,2-2-3 0,1-1 0 15,0-3 8-15,2 0-8 16,2-4 9-16,0 0-6 15,2-2 1-15,0-1-3 16,3 0 9-16,3 0 8 16,6 0-7-16,3 0-10 15,3 0 8-15,-1 0-14 0,4 0-29 16,-1-3-24-16,1-2-56 16</inkml:trace>
  <inkml:trace contextRef="#ctx0" brushRef="#br0" timeOffset="198442.56">21854 5914 283 0,'0'0'5'16,"0"0"0"-16,0 0-5 15,0 0 0-15,0 0 4 16,28-7-4-16,-17 7 0 15,3 0-16-15,1-1-79 16</inkml:trace>
  <inkml:trace contextRef="#ctx0" brushRef="#br0" timeOffset="198960.07">22060 5805 291 0,'0'0'7'0,"0"0"6"16,0 0-1-16,33-25-4 16,-22 22-4-16,1 0-1 15,2 2 0-15,-3 1-5 16,0 0 2-16,-1 2 0 0,-2 3-2 16,-3 4-8-16,-2 0 1 15,-3 1-3-15,0 0 5 16,0 0 5-16,-3-1-5 15,-1 0 2-15,-1-3 3 16,0-2 0-16,2 0 0 0,0-2-1 16,2-2-2-16,-1 0 6 15,2 0 8-15,0-2-10 16,0-3-3-16,0-2-1 16,1-1 3-16,2-1 5 15,1-1-3-15,0 0-1 16,3-1 1-16,-2-1 0 0,1 1 3 15,0 3-3-15,-1-1 2 16,-2 3 1-16,0 2 2 16,-3 1 1-16,0 2-2 15,0 1-3-15,0 0-4 0,0 0 6 16,0 6-3-16,-2 2 0 16,2 1-1-16,0 2 1 15,0-1 0-15,0 2-1 16,6 1 1-16,0-2-2 15,2 0 2-15,1 0-10 0,1-3-35 16,1-2-81-16</inkml:trace>
  <inkml:trace contextRef="#ctx0" brushRef="#br0" timeOffset="199311.28">22302 5823 237 0,'0'0'28'0,"0"0"-4"0,0 0-16 16,0 0 2-16,34-20-8 16,-24 19-2-16,-2 1 3 15,2 0 0-15,-1 0-2 0,-1 6-4 16,-1-1 2-16,-3 1-5 16,-1 1-5-16,-3 1 1 15,0-1 2-15,0 1 5 16,-3-1 3-16,-1 0 3 15,0-1-2-15,0 1-1 0,2-1 0 16,2 1 0-16,0-2 0 16,0 2-1-16,3-1-1 15,4 1 5-15,3 1 3 16,0-2 2-16,-3 1-1 0,0-1 0 16,-1 0-1-16,-5 1-1 15,-1-1-2-15,-10 2-3 16,-10-1 0-16,-11-2-10 15,-6-4-61-15</inkml:trace>
  <inkml:trace contextRef="#ctx0" brushRef="#br0" timeOffset="202041.01">21387 5668 84 0,'0'0'-2'0,"0"0"-10"0,0 0 5 0,0 0-12 16,0 0 14-16,0 0 1 15,0 0 9-15,0 0 19 16,0 0-1-16,2-1 2 16,-2 1 2-16,0-1-8 15,0 0 0-15,-1 1 5 0,1 0-6 16,0 0 0-16,0 0-4 15,0 0-10-15,0 0-5 16,0 0 0-16,0 2 0 16,0 1 2-16,0 1-1 0,0 0 1 15,3-1-1 1,-2 1 0-16,2-1 1 0,-1 0-2 16,0-1 2-16,0 0-2 15,1 0 1-15,0-1-1 16,-1-1 2-16,1 0 7 15,0 0-3-15,2-1 7 0,-1-5-5 16,3-2 1-16,1-4-1 16,2-1-3-16,2-2-1 15,2-3-1-15,2-2-2 16,2 1 1-16,-1 1 1 16,1 1 0-16,2 3-4 0,-5 5-12 15,-1 2-27-15,-1 2-120 16</inkml:trace>
  <inkml:trace contextRef="#ctx0" brushRef="#br0" timeOffset="202631.42">22012 5610 71 0,'0'0'12'0,"0"0"-5"0,0 0 6 15,0 0 13-15,0 0-5 16,0 0-12-16,0 0-6 0,0 0-2 15,0 0 1-15,0 0-2 16,0 0 1-16,4 0 1 16,-4 0-2-16,0 1 5 15,0 2 6-15,0 1-4 16,0 0-2-16,0 0-3 0,0 0-1 16,0 0 1-16,0-1-1 15,0 0 1-15,0 0-2 16,0-3 0-16,0 0 0 15,3 0 6-15,4 0 15 16,-1-8 13-16,3-1-15 0,4-4-9 16,3-2-5-16,5-2 2 15,3-2-5-15,3-2-1 16,1-3-12-16,-3 0-89 16</inkml:trace>
  <inkml:trace contextRef="#ctx0" brushRef="#br0" timeOffset="203769.82">19492 5896 2 0,'0'1'32'0,"0"0"-13"0,0 0-8 0,0-1-4 0,0 0-1 16,0 0 1-16,2 0 1 15,0 0 6-15,0 0 3 16,-1 0 0-16,1 0-4 15,0 0-3-15,-1 0-1 16,0 0 4-16,2-3 4 0,-2 1 5 16,2-1-2-16,0-2-5 15,2-2-6-15,5-1-7 16,0-1 0-16,2-2-3 16,4-4-6-16,0-1-82 15</inkml:trace>
  <inkml:trace contextRef="#ctx0" brushRef="#br0" timeOffset="206000.17">19520 6624 96 0,'0'0'19'0,"0"0"5"0,0 0 10 15,0 0-4-15,0 0-6 16,0 0 1-16,0 0-5 16,0 0-1-16,0 0 0 15,0 0 5-15,0 0-12 0,-6-10-9 16,6 9-7-16,1-1 4 15,4 2-4-15,2-2 2 16,0 1-1-16,3 1 3 16,-2 0-1-16,2 0 3 15,0 0-1-15,0 1-1 16,0 2 1-16,0 2-1 16,-2 2 0-16,0 0 1 0,-2 1-1 15,-2 0 1-15,0 1-1 16,-4 0-1-16,0 0 1 15,-5 1-1-15,-2-1-1 16,-3 1 10-16,-2-1-6 0,1-1-2 16,-1 0-1-16,3-1-11 15,1-4-21-15,2-1-24 16,4-2-76-16</inkml:trace>
  <inkml:trace contextRef="#ctx0" brushRef="#br0" timeOffset="206253.8">19679 6577 244 0,'0'0'-19'0,"0"0"21"0,0 0 3 16,0 0-2-16,0 0 9 15,0 0-11-15,-28 19 5 16,19-6-2-16,0 1 2 15,1 1-2-15,2 0 2 16,2 1-2-16,3-1-3 0,1-1 1 16,0 0-3-16,6-1 0 15,2 0-1-15,3-3-11 16,2-3-60-16,1-3-32 16</inkml:trace>
  <inkml:trace contextRef="#ctx0" brushRef="#br0" timeOffset="206702.37">19795 6704 269 0,'0'0'24'0,"0"0"-10"15,0 0-5-15,0 0-6 16,31-18-3-16,-24 18 1 16,0 0-1-16,-1 0-1 15,-1 3-3-15,0 3-2 16,0 2-1-16,-2 1-6 15,-2 0-2-15,-1 1 3 0,0 0-5 16,0-1 12-16,-4 0 0 16,1-3 1-16,-2 0 11 15,3-1 2-15,-1-3 2 16,3-1-4-16,0 1-6 16,0-2-2-16,6 1 5 0,1 0 8 15,2 0-2-15,1 1-6 16,0-1-2-16,0 3-2 15,-2 0 1-15,0 0 0 16,-2 3-1-16,-3-1 2 16,-2-1-2-16,-1-1-2 15,0 2 2-15,-8-1-2 0,-4 0 8 16,-2-1-1-16,-3-1 2 16,0 0 0-16,0-3-4 15,3 2 4-15,0-1-3 16,3-1-3-16,1 0 0 0,4 0-4 15,0-3-12-15,4-2-48 16,2-5-149-16</inkml:trace>
  <inkml:trace contextRef="#ctx0" brushRef="#br0" timeOffset="206982.39">20163 6598 236 0,'0'0'40'0,"0"0"-28"0,0 0-1 0,38-10-2 16,-26 7-7-16,1 0-1 16,-2 1-5-16,-2 0-27 15,-2 0-88-15</inkml:trace>
  <inkml:trace contextRef="#ctx0" brushRef="#br0" timeOffset="207107.95">20231 6644 134 0,'0'0'146'0,"0"0"-154"16,0 0 15-16,0 0-22 15,34 1-124-15</inkml:trace>
  <inkml:trace contextRef="#ctx0" brushRef="#br0" timeOffset="207671.74">20690 6461 150 0,'0'0'1'15,"0"0"-3"-15,0 0 0 16,0 0 0-16,0 0 14 15,0 0 3-15,0 0-4 16,0 0-1-16,0 0 1 16,-27 32-2-16,25-25-5 0,2 0-3 15,0-1 10-15,0 1-3 16,4-2 2-16,4 0 8 16,1 1-1-16,4-2-2 15,1-1-2-15,2-1 1 16,-1 3-6-16,3-2-4 0,-4 0 0 15,1 1-3 1,-3 0 0-16,-2 0 1 0,-3 1-1 16,-3 0 0-16,-4-1-1 15,0 1-1-15,-1 0 2 16,-9 1-2-16,-2-1 2 16,-3 0-1-16,-3 0-12 0,1 1-6 15,-2-3-13-15,3-1-36 16,-1-2-55-16</inkml:trace>
  <inkml:trace contextRef="#ctx0" brushRef="#br0" timeOffset="207813.49">20747 6500 277 0,'0'0'3'0,"32"-10"-1"16,-12 5-1-16,1 1 0 0,-1 1-40 15,1-3-99-15</inkml:trace>
  <inkml:trace contextRef="#ctx0" brushRef="#br0" timeOffset="208019.82">21052 6540 102 0,'0'0'221'0,"0"0"-211"0,0 0-3 16,0 0 1-16,27 3-1 15,-13-6-6-15,2-1 2 16,4 1-6-16,0-2-26 16,2 0-18-16,0 1-79 15</inkml:trace>
  <inkml:trace contextRef="#ctx0" brushRef="#br0" timeOffset="208332.5">21325 6444 298 0,'0'0'7'15,"0"0"5"-15,0 0 1 16,0 0-7-16,0 0-2 15,22-27-4-15,-14 25 0 0,-2 1-3 16,-2 1 5-16,0 0-3 16,-2 5-1-16,-2 3-3 15,0 1-6-15,0 1 10 16,-5 1 0-16,0-1 5 16,2 1-2-16,2-2-2 0,1-1-1 15,0 0-1-15,4-2-1 16,4-2 4-16,3 0-4 15,3-1 2-15,1-1-26 16,1-2-46-16,2 0-53 16</inkml:trace>
  <inkml:trace contextRef="#ctx0" brushRef="#br0" timeOffset="208947.35">21533 6427 208 0,'0'0'29'0,"0"0"8"15,0 0-16-15,0 0-8 0,32-26-10 16,-22 26-2-16,0 0-1 16,0 0 0-16,-2 3-1 15,-1 4 1-15,-1 0-1 16,-3 2 1-16,1-2-3 0,-4 3-1 16,0-2-2-16,0-1 7 15,0-1-1-15,-4-2 0 16,4-1 0-16,-2-3 3 15,1 0 3-15,1 0-3 16,0-1-1-16,0-5-1 16,0-2 3-16,3-1 6 0,1-3 1 15,-1 3 2-15,0 0 4 16,1 1 5-16,-2 2-2 16,0 0-5-16,0 4-11 15,1 1-4-15,0 1-3 16,-1 0 0-16,2 5 0 15,0 3 0-15,1 3-3 0,0 1-20 16,-2 1-9-16,1 0 7 16,0 0 5-16,0-1-12 15,1-1-11-15,1-2 14 16,1-4 16-16,1-2 11 0,2-2 5 16,-2-1 8-16,3 0 6 15,1-3 15-15,0-2 10 16,-1-1-12-16,1 3-7 15,-1-1-7-15,-2 1-5 16,-1 3-7-16,-2 0-1 16,-1 0-1-16,-4 3-9 0,-1 2 1 15,0 3 7-15,-5-1 5 16,1 1 0-16,0-1-1 16,1-2 4-16,2-1-2 15,1-1-1-15,0 0-3 0,4-3-2 16,7 2 2-16,2-2-3 15,4 0-51-15,-2-6-144 16</inkml:trace>
  <inkml:trace contextRef="#ctx0" brushRef="#br0" timeOffset="209122.75">21978 6439 351 0,'0'0'5'0,"0"0"2"0,0 0-7 0,0 0 1 16,0 0 1-16,28-8-4 15,-15 5-32-15,4-1-19 16,-1-1-77-16</inkml:trace>
  <inkml:trace contextRef="#ctx0" brushRef="#br0" timeOffset="209572.56">22226 6335 307 0,'0'0'5'16,"0"0"-1"-16,0 0-4 16,38-15 1-16,-30 15 0 15,1 0-2-15,-2 0 1 16,-1 2-4-16,-4 5 1 15,-1 1-1-15,-1 0-3 0,0 0 0 16,-2 0 5-16,-4 0-4 16,2-2 3-16,0-1 6 15,1-1 2-15,1-2-3 16,2-2-1-16,0 0 2 16,0 0 4-16,0-1 0 0,4-6-4 15,1-1 5-15,2-2-6 16,0-2 0-16,0 1 1 15,-1 0 2-15,-1 1-2 16,0 2 2-16,-1 2 4 16,-3 1-1-16,0 3-2 0,-1 2-2 15,0 0-6-15,0 0-3 16,0 5 4-16,1 4 5 16,0 1-4-16,2 0 0 15,2 3 0-15,1-2-2 16,1-1 1-16,3 2-8 15,1-1-37-15,2-4-38 0,2-2-37 16</inkml:trace>
  <inkml:trace contextRef="#ctx0" brushRef="#br0" timeOffset="209713.54">22522 6375 186 0,'0'0'38'16,"0"0"16"-16,0 0-7 15,0 0-2-15,0 0-5 16,0 0-31-16,0 0-11 15,0 0-3-15,0 0 0 16,26 9-34-16,-26 3-26 16,-2 1-100-16</inkml:trace>
  <inkml:trace contextRef="#ctx0" brushRef="#br0" timeOffset="-209019.71">9444 5212 117 0,'0'0'9'0,"0"0"14"0,0 0-10 0,0 0-5 0,0 0 1 16,0 0 7-16,0 0-5 16,0 0-3-16,0 0 3 0,0 0 0 15,0 0-2-15,-6-3-3 16,3 3 0-16,-2-1-6 15,-1 0 2-15,-1 1 0 16,-2-2-1-16,0-1 1 16,-2 0-2-16,-1-2 0 15,-1-2 0-15,-1-3 0 0,1-1 1 16,-2-4 0-16,0 0 0 16,-1-2 0-16,0-1 0 15,3-4 0-15,-2 1 0 16,3-3-2-16,0-1-1 15,2-2-1-15,0-4-4 0,2-3-3 16,3-3-15-16,-1-3 2 16,3-1-16-16,0 3 25 15,-1 2 17-15,1 3 4 16,0 4 1-16,2 2-6 16,-2 0 3-16,2 2-3 0,1 1-1 15,0-1-1-15,0 2 0 16,4-1-1-16,3 2 0 15,3 0-7-15,4 2-3 16,1-1 6-16,4 1 2 16,2 0 1-16,2 3 5 0,3-1-4 15,0 0 7-15,4 2-5 16,3 2 7-16,2 1-3 16,3 2-1-16,5 2-4 15,0 1-3-15,4 1 9 16,3 1-5-16,1 3 0 0,2 1 0 15,3 1-1-15,0 0 1 16,5 1-1-16,3-1 1 16,1 0-1-16,4 0 4 15,0 1-3-15,3-2 0 16,1-1 0-16,1 0 5 16,1 1 6-16,4-2-4 0,3 2-3 15,1-2-3-15,0 1-1 16,0 1 1-16,1 1-1 15,0-3-1-15,2 1 2 16,0-2-1-16,-1 1-1 16,1-2 1-16,-1 1-1 15,-4-1 1-15,0 1-1 0,-3 0-1 16,-4-1 2-16,-1 2-2 16,-1-2 2-16,-3 2 0 15,-4-2 0-15,-2 2 1 16,-2 2-2-16,-3 0 0 0,-6 1 1 15,-2 1 1-15,-7 0-4 16,-1 0 2-16,-3 0 0 16,-5 3-1-16,0 1 2 15,-1 1-1-15,-4 1 0 0,0 1 0 16,0 0 0-16,-5 2 2 16,1 3-2-16,-2 1-2 15,-2 4 2-15,-2 4 4 16,-3 9 0-16,-2 5-1 15,-5 7 1-15,-5 10 0 16,-4 10-4-16,-1 8 3 0,-16 7-12 16,-8 8-52-16,-7 0-101 15</inkml:trace>
  <inkml:trace contextRef="#ctx0" brushRef="#br0" timeOffset="-207510.67">11063 6532 276 0,'0'0'5'0,"-2"-2"17"0,0 2-17 0,-2 0-4 15,-2 0-1-15,0 0 1 16,-2 0 4-16,-3 0-4 15,-2 3-4-15,-2 4-5 16,-4 3-12-16,-3 1-11 16,-1-1-24-16,-2 1 18 15,0 0 26-15,-3-2 13 0,1 0 2 16,-2-4 4-16,-3 3 2 16,-2 0-2-16,-2-1-3 15,-3 0-3-15,-2-1-1 16,0 1-2-16,-3-1 0 0,0-2 1 15,-2-2 0-15,1-1 1 16,-4-1-1-16,0 0 6 16,1-3 7-16,-1-4-4 15,0-2-4-15,3 1-3 16,0-3 4-16,4 0-3 0,3-3 0 16,3-1-1-16,3-5 4 15,1-3 6-15,2 0 1 16,1-5 0-16,1 0-1 15,3-3-1-15,0 0-5 16,5-1-6-16,1 1 1 0,4-2-3 16,0 0 2-16,3 0 2 15,4 1-4-15,1-1 1 16,2 2 1-16,2 1 2 16,3 2-2-16,0 3 1 15,6 0-3-15,6 1 0 16,2 5 0-16,4-2 0 0,3 3 3 15,3 2-3-15,5 2 1 16,3 2 0-16,3 1 1 16,1 2 0-16,4 2 0 15,2 3-1-15,2 0-1 16,3 2 1-16,3 2 1 0,4 0 0 16,1 0 0-16,4 1 0 15,0 2 1-15,3 1-2 16,0-1 0-16,1 0 2 15,4-1-2-15,2-2 1 0,0 0-2 16,3 0-4-16,3-5 7 16,-1 0 0-16,2-1-2 15,1 1 2-15,0 1 0 16,-2 1-1-16,0 1 1 16,-1 2 0-16,-1-1-1 0,-1-1-1 15,-1 2 0-15,0-1 1 16,-2-1 0-16,1 0-1 15,-2 0 2-15,2 1-1 16,-5-1 0-16,2 1 1 16,1-1-2-16,0 2 1 15,-2-2 0-15,2 0 1 0,-2-1-1 16,-2 1 0-16,-3-1 0 16,-2 0 0-16,-1 1 0 15,-2 0 0-15,1 2 1 16,-1 0-1-16,-1 0 0 15,0 0 0-15,-2 0 0 16,-2 1 0-16,-5 4 0 0,-2 1 0 16,-3 1 0-16,-4 3 0 15,-4 1 0-15,-2 1 0 16,-3 4 1-16,-2 1-2 16,-2 1 1-16,-3 5 0 15,-2 0 1-15,-4 2-2 0,-3 3-2 16,-5 4 1-16,-4 2-5 15,-3 4 3-15,-4 3-2 16,-12 4-4-16,-8 6-1 16,-11 1-9-16,-12 6-10 0,-11 2-4 15,-13-1-27-15</inkml:trace>
  <inkml:trace contextRef="#ctx0" brushRef="#br0" timeOffset="-205322.35">16622 4424 81 0,'0'0'3'0,"0"0"5"0,0 0-1 0,0 0 1 0,0 0 5 16,0 0-7-16,0 0 0 15,0 0 1-15,0 0 1 16,0 0-3-16,0 0 0 0,0 0-5 16,0 0-2-16,0 0 2 15,2-21 0-15,-1 21-1 16,1 4 0-16,-1 1 1 15,1 0-1-15,-1-1 1 16,-1 2 0-16,2-2 0 0,-1-1 0 16,0-1 1-16,2-1-1 15,-1-1 1-15,2 0 5 16,3 0 14-16,4-6 13 16,3-4-15-16,7-4-8 15,8-4-2-15,10-5-8 0,4-6 1 16,5-8-15-16</inkml:trace>
  <inkml:trace contextRef="#ctx0" brushRef="#br0" timeOffset="-202111.26">2557 4198 36 0,'-3'0'12'16,"0"0"7"-16,2-2-7 0,1-1 6 0,-3 1-7 15,3-1-2-15,0 0 2 16,0-1-4-16,0 2-3 16,0-1 1-16,0 1-1 15,0-1-1-15,3 0-1 0,1 1 0 16,2 1-3-16,1-2 6 16,5 1-14-16,-2 0 13 15,4 1-5-15,-1-1 3 16,-1 2 0-16,1 0-4 15,-1 0 4-15,0 0-2 0,-2 0 1 16,0 5 0-16,0 0-1 16,-2 3-1-16,1 0 1 15,-2 1-1-15,-3 1-2 16,0 3 1-16,-2-2 1 16,-2 1-1-16,0 1 2 0,0-2 2 15,0-1-1 1,-2-3-1-16,-2 0 1 0,3-2-1 15,-2-3 0-15,-1-1 1 16,2 1-1-16,1-2 3 16,-3 0-1-16,4 0 1 15,-1-5 0-15,1-1-2 0,0-3 1 16,0-1 0-16,3 0-4 16,4-1 4-16,1-1-2 15,3-2 1-15,-1 0 0 16,1 2-1-16,2-2 0 15,-1 2 0-15,0-2-1 0,-1 3 1 16,-1 1 0-16,0-1 0 16,-1 0 0-16,-2 3 0 15,-2 0 0-15,0 0 0 16,-3 2 0-16,-1 0 0 0,-1 3 0 16,0 0-1-16,0 2 1 15,0 0-5-15,0 1 5 16,-3 0 0-16,-1 0 0 15,1 2 0-15,-2 4 0 16,0 1-2-16,0 1 4 16,1 1-2-16,1 0 0 0,-1 1 0 15,1 2 0-15,2-1 0 16,-1 0 1-16,1 1-1 16,1-1 0-16,0 0 1 15,0-1-1-15,1 0 0 16,5 0 1-16,-2-2 1 0,3 0-1 15,0-1-1-15,0 1 1 16,1-2-1-16,-2 0 1 16,3-2-1-16,1 0 0 15,0 2 0-15,2-2 1 16,-1-3-2-16,2-1-21 16,-2 0-65-16</inkml:trace>
  <inkml:trace contextRef="#ctx0" brushRef="#br0" timeOffset="-201783.09">3121 4228 42 0,'0'0'16'0,"0"0"-14"0,0 0 1 0,0 0 3 0,1 29-3 15,-1-17 1-15,0 0 2 16,0 4-3-16,0 1-1 15,0 1-1-15,-1 3 0 0,1 1-1 16,0-3 1-16,0-5-12 16</inkml:trace>
  <inkml:trace contextRef="#ctx0" brushRef="#br0" timeOffset="-201079.82">3647 4140 51 0,'0'0'15'0,"0"0"-4"0,0 0-2 15,0 0-3-15,32-26 2 16,-24 20 0-16,3 2-3 15,0-1-3-15,1 0 0 0,-1 2 2 16,1-1-2-16,0 3 0 16,2-1-1-16,-1 2-1 15,-2 0 1-15,1 0 0 16,-1 3-2-16,-1 4 1 16,-1 0 0-16,-2 1-1 15,-1 0 2-15,-2 2 0 0,-2-2 0 16,-1 2-2-16,-1-2 7 15,0 2-6-15,0-2 0 16,-4-1 1-16,-3-2 1 16,-2 3 0-16,0-3 3 15,0 0-2-15,-2 0-2 0,0-1-1 16,1-1 0-16,0 0-1 16,1 0 2-16,2 0-2 15,2-2 0-15,3-1-17 16,2 0-81-16</inkml:trace>
  <inkml:trace contextRef="#ctx0" brushRef="#br0" timeOffset="-200687.6">3972 4050 3 0,'0'0'16'0,"0"0"-1"0,-29 13-5 0,20-7-4 15,-1-1 0-15,1 3 1 16,2-1 4-16,0 0 0 0,3-1-2 15,-1 2-3-15,1-1-2 16,3 0 1-16,-1 1 0 16,2 0 1-16,0-1 0 15,0 1-2-15,0 0 0 16,2-1-2-16,1 1 1 0,2-1-1 16,2 1-1-16,2 0 2 15,1 0-2-15,3-1-1 16,2 1 0-16,2-3-5 15,1-3-83-15</inkml:trace>
  <inkml:trace contextRef="#ctx0" brushRef="#br0" timeOffset="-200244.54">4122 4219 165 0,'0'0'3'0,"0"0"2"0,0 0-2 15,0 0-4-15,0 0 4 16,0 0 1-16,0 0-7 16,0 0 0-16,24-13 3 15,-17 12 1-15,2-1-1 0,-1 2 1 16,2 0-2-16,1 0 2 16,-3 0 0-16,1 0-1 15,0 3 0-15,-1 1 0 16,-1 2 0-16,0-1-2 15,-3 3 1-15,-1 2-4 0,-3 0 1 16,0 0 5-16,0 2 1 16,-6 1-2-16,-2-2-3 15,-3 1 4-15,2-3-1 16,-1 0 0-16,0-1 2 16,3-3-1-16,2 0 0 15,2-2 0-15,0-1-1 0,3-2 2 16,0 0 7-16,0 0 9 15,1 0 7-15,9-3 2 16,2-4-17-16,5-1-10 16,5 2 2-16,2-1-2 0,5 1 1 15,3 0-3-15,1-3-36 16,3-3-153-16</inkml:trace>
  <inkml:trace contextRef="#ctx0" brushRef="#br0" timeOffset="-199446.3">5018 4001 122 0,'0'0'5'0,"0"0"4"0,0 0-4 0,0 0-1 0,0 0-2 16,0 0-3-16,0 0 3 15,5-28 0-15,4 23-1 16,2 0-1-16,2 1 2 16,1-1-2-16,2 1 8 0,0 1-3 15,1 1-3-15,-2 2 3 16,-1 0-4-16,1 0 0 15,-4 7-1-15,1 1 1 16,-4 5-2-16,-2-1-1 16,-2 1 0-16,0 2 1 0,-4-2 1 15,0 0 4-15,0-3-2 16,0-1-2-16,0-1 1 16,-2-3-1-16,0-2 1 15,2 1-1-15,0-3 0 16,0-1 1-16,0 0 3 15,2 0 14-15,3-6-7 0,2-1-14 16,1-3 6-16,1-2-2 16,-2-1 0-16,2 0-1 15,0-2 1-15,-1 0-1 16,-1 0 0-16,0 2 0 0,-1 0 0 16,-1 3 0-16,-1 2 0 15,-3 2 0-15,-1 3 0 16,0 0-1-16,0 3 0 15,0 0 3-15,0 0-11 0,-1 7 9 16,-2 1 0-16,1 0 0 16,2 2 2-16,-1 0-2 15,1 1 1-15,0 1-1 16,0 1 1-16,4-1-1 16,2 1 0-16,1-1 0 15,2-1-2-15,3-3-22 16,-1-3-47-16</inkml:trace>
  <inkml:trace contextRef="#ctx0" brushRef="#br0" timeOffset="-198963.66">5515 4003 198 0,'0'0'0'0,"0"0"-5"0,0 0 3 0,0 0 0 0,0 0 3 16,0 0-1-16,0 0-3 16,31-2 4-16,-22 3 0 15,1 4 0-15,0 1 0 16,0 0-1-16,-3 1 0 16,1 2-1-16,-3 0-3 15,-2-1-17-15,-3 1-3 0,0-1 17 16,-3 0 6-16,-5-1 0 15,-1 0-1-15,2-1 4 16,1-3-2-16,1 1 0 16,3-3 1-16,2 0-1 15,0-1 1-15,2 0 0 0,6 0 4 16,4 0-3-16,1-2 0 16,2 0-1-16,2 0 3 15,-2 1-3-15,1 1 2 16,-2 0-3-16,0 0 2 15,-3 3-2-15,-2 2 2 16,-4 0-2-16,-3 2-2 0,-2 1 1 16,0-1 7-16,-10 1-4 15,-5 0-2-15,-4 1 3 16,-4 0 3-16,-2-2-4 16,-3 1 0-16,2 0-2 15,0-5-2-15,5-3-49 0</inkml:trace>
  <inkml:trace contextRef="#ctx0" brushRef="#br0" timeOffset="-197354.94">6818 3836 192 0,'0'0'6'0,"0"0"-5"0,0 0-11 0,0 0-3 15,0 0 12-15,0 0 0 16,0 2 2-16,0-2-1 15,0 0-1-15,0 0 2 16,0 0-1-16,0 0 1 16,0 0 0-16,0 0 1 0,0 0-2 15,0 0 0-15,0 2 0 16,0-2-1-16,0 1 1 16,0-1 0-16,0 0 0 15,0 2 0-15,0-1 0 16,0-1 0-16,0 2 1 15,0 0-1-15,0 0 0 0,0 1 0 16,0 1 1-16,-1 0-1 16,1 0 2-16,0 0-2 15,0 3 0-15,0-2 1 16,0 0-2-16,0 0-1 16,1-1 2-16,3 0 0 0,1-1-1 15,-1 1 4-15,2-3 3 16,1 1 7-16,1-2-6 15,0 0-3-15,2 0 1 16,0 0-1-16,3 0-2 16,-2-2 0-16,3-3-1 15,-1 0 0-15,-1-1 0 0,3-1 0 16,-3 0 1-16,1-1-2 16,-2 0 0-16,2-2 1 15,-2 3-1-15,-1-2 2 16,-1 2-1-16,-3 2-1 15,-2 0 1-15,1 1-1 0,-4 2 1 16,-1 0 0-16,0 2 1 16,0 0 0-16,0 0-1 15,0 0-1-15,0 0-9 16,0 0 6-16,0 1 3 16,0 3 5-16,0 1-4 0,0 0-1 15,0 1 1-15,0-1-1 16,2 3 0-16,-1-1 0 15,3 0 0-15,-1 0-1 16,1 1 1-16,1 1-1 0,0-1 1 16,0 1 2-16,-2 1-2 15,0 0 1-15,1-2-1 16,-2 2 0-16,-1 0 0 16,-1-1 0-16,2-2 1 15,-2 1-1-15,0-2 0 16,0 0 1-16,0-1-1 0,0-1 1 15,0 0 1-15,0 0-2 16,-5 0 0-16,-2 0-2 16,-1 1 1-16,-4 0 3 15,-1 2-2-15,-3-1-1 16,-2 1 1-16,-6 1-2 0,-5 2-20 16,-4-4-82-16</inkml:trace>
  <inkml:trace contextRef="#ctx0" brushRef="#br0" timeOffset="-196223.33">2385 4670 21 0,'-4'0'17'0,"1"0"-11"0,2 0 1 0,1 0 0 16,0 0 2-16,-2 0 8 16,2 0 0-16,0 0 1 0,0 0-13 15,0 0-8-15,6 0 8 16,0 0-3-16,2 0 5 15,2 0-7-15,4 0 4 16,0 0-4-16,5 0 2 0,3 0 1 16,0 0-2-16,6 2 0 15,1-1 1-15,2 0-1 16,3 0-2-16,3-1 2 16,2 0-1-16,4 0 0 15,4 0 1-15,3 0-1 16,2 0 1-16,4-1 1 15,2-3-1-15,1 1 2 16,0 1-3-16,0 0 0 0,2-1 2 16,1 2-1-16,0 0 4 15,4-1-2-15,2 1 1 16,3 0-2-16,-1-1 1 0,4-1-2 16,3 0-1-16,2-1 4 15,1-1-2-15,1 0 1 16,4-1 0-16,0 1 2 15,4-2-2-15,1 0 0 16,3-1-1-16,4 0-2 0,-1 0 2 16,4-1-1-1,3 1 1-15,1 0 0 0,1-1-2 16,1 1 1-16,0-1-1 16,2 0 0-16,1-1 1 15,-1-1-1-15,1 2 0 16,-1 0 0-16,2 0 1 15,-2 0-1-15,1 2 1 0,1 0-1 16,-5 1 0-16,-1 0 1 16,-3 2-1-16,-6 0 0 15,-7 0-1-15,-5 0 0 0,-7 3 0 16,-10-1 0-16,-8 0-2 16,-12-1-17-16,-10-3-69 15</inkml:trace>
  <inkml:trace contextRef="#ctx0" brushRef="#br0" timeOffset="-195392.16">3325 3628 4 0,'9'13'24'0,"-1"0"-21"0,-1 4-1 16,-3 3-1-16,0 3-2 15,-1 2 2-15,-3 1 2 16,0 2 0-16,0 3-1 0,0 2 2 16,0 2-2-16,0 5 0 15,2 1 0-15,-2 7-1 16,0 5 2-16,0 5-1 15,0 4 2-15,0 3 0 16,0 4 4-16,0 4-1 0,1 1-2 16,3 2 0-16,1 3 3 15,4 2-4-15,-1 0 4 16,2-1 3-16,3 1 4 16,0-1 1-16,0 0-1 15,0-1-5-15,-3 2-1 16,-1 0-4-16,-6 0 1 0,-2-2-3 15,-1-1-1-15,0-4 0 16,0-3-2-16,-1-3 0 16,1-4-3-16,0-11-7 15,0-11-56-15</inkml:trace>
  <inkml:trace contextRef="#ctx0" brushRef="#br0" timeOffset="-194738.41">4594 3640 124 0,'0'0'1'0,"0"0"-2"0,0 0 1 0,0 0 0 16,14 41 0-16,-13-21 0 15,1 8 1-15,-1 0 0 16,2 6 2-16,-2 5-2 16,2 4 2-16,0 7-1 15,1 4 0-15,-1 9 0 0,0 8-1 16,1 5 0-16,1 3 0 16,-4 4 1-16,2 2 0 15,0 2 3-15,-2 1 6 0,-1 1 2 16,0 0-4-16,0 1-2 15,0-1-2-15,0 3-1 16,0-6-1-16,-6 2-1 16,-2-4-1-16,-1-4-1 15,-1-3 0-15,-1-6-2 16,0-6-3-16,3-13-47 16</inkml:trace>
  <inkml:trace contextRef="#ctx0" brushRef="#br0" timeOffset="-194014.79">5935 3478 141 0,'0'0'8'0,"0"0"-8"0,0 0-1 0,0 0 2 0,0 0 0 16,5 34 0-16,-3-17-1 15,2 3 1-15,-1 3-1 0,0 7 1 16,1 4-1-16,-1 4 0 16,0 4 1-16,-2 5 0 15,-1 5 1-15,0 5 0 16,0 3 0-16,0 4 0 0,0 6 0 15,1 6 0 1,1 1 3-16,1 3-3 0,0 1 3 16,0-2 3-16,1-1 1 15,1-4-1-15,-2 0 2 16,2-2 1-16,0-4-1 16,2-2-5-16,-2-1-1 0,-2-1-1 15,1-3-1-15,-1-3-1 16,-3 0 1-16,0-3-2 15,0-1 1-15,0-4 0 16,-1-1 0-16,-3-1-2 16,-2-1-1-16,0-5-27 0,1-10-54 15</inkml:trace>
  <inkml:trace contextRef="#ctx0" brushRef="#br0" timeOffset="-191448.57">7255 3405 41 0,'3'-5'3'0,"0"0"-1"0,-1 2 1 0,-2 0 15 15,0 0-1-15,0 1-7 16,0 0-4-16,0 0 1 16,0 2-3-16,0 0 1 15,0 0-2-15,0 0-2 0,0 0-2 16,0 0 2-16,2 0 0 16,1 2-1-16,0 1 2 15,-1 2-2-15,-1 2 0 16,2 1 0-16,-2 2 0 0,-1 2 0 15,2 1 0 1,-2 2 0-16,0 1 0 0,0 2 1 16,0-1-1-16,1 1 0 15,1 5 1-15,0-1-1 16,3 3 0-16,-2 1 0 0,2 2 1 16,0 0 0-16,-1 0 0 15,-1 0-1-15,0-1 1 16,-1-1 0-16,-2-1 1 15,0 0 0-15,-2 0-1 16,-3 2 0-16,0 3 0 16,-3 1 0-16,1 3 0 0,0 0 1 15,3 2-1-15,-2-1 1 16,5-2 0-16,1-1-1 16,0-1 0-16,0 1 1 15,3-1-1-15,2 0 0 16,0-1 0-16,-2-2 1 0,1 0 0 15,-1 0-1-15,-2 0-1 16,-1-1 2-16,1 2-2 16,-1 3 1-16,0-1 0 15,0 2-1-15,3 0 1 16,0-2 1-16,0-1-2 0,4-2 2 16,0-1-1-16,0 1 2 15,3 0-1-15,0 0 2 16,1 1 2-16,-1 2-1 15,1-2-2-15,-3 3-1 16,-1 1 0-16,0 0-1 0,-2 1 1 16,-1 2-2-16,2 1 1 15,-1 3 0-15,1-1 0 16,1 1-1-16,0 1 1 16,3-1 0-16,-2 1-1 15,2-1 0-15,-3-1 0 0,-1-7-2 16,-2-5-53-16</inkml:trace>
  <inkml:trace contextRef="#ctx0" brushRef="#br0" timeOffset="-189755.01">2557 6216 46 0,'-1'0'7'0,"1"0"4"0,0 0-2 15,0 0-4-15,0 0 2 16,0 0-2-16,0 0-3 0,0 0 1 16,0 0-1-16,4 0 2 15,2 0 4-15,2 0-5 16,2-1 0-16,4 0-2 15,1 0 0-15,2-1 1 0,5 2 0 16,1-2-1-16,-1 1 0 16,4 1 0-16,1 0 1 15,4 0-1-15,-1 0 0 16,5 0 1-16,0 0 0 16,3 0-1-16,3 0 0 15,3 0 0-15,1 0-1 16,4-1-1-16,-1-4 3 0,4-1-2 15,0-2 0-15,2 0 1 16,2-2 0-16,2 1-1 16,2 0 1-16,2 0-1 15,0 1 3-15,2 2-1 0,-1-1-2 16,2 2 1-16,0 2-1 16,0-1 0-16,0 2 0 15,0 0 0-15,3 0 0 16,-3-1 0-16,1 0 0 15,0-1 1-15,2 1 0 16,0-1-1-16,-1-1 2 0,2 0 1 16,0-1 5-16,-3-1 4 15,2 2-2-15,-3-2-7 16,-1 1 0-16,1 1 0 16,-1 0-1-16,-1-2 3 15,1 0-5-15,0 0 2 0,0 0 0 16,-4 0 1-16,-1 1 1 15,3-1-1-15,0-1 0 16,1 1-2-16,3-1 2 16,-1 3-1-16,2-3 0 0,0 2-2 15,1 1 1-15,-3 1-1 16,-2 2 0-16,-2 2 0 16,-2 0 0-16,-3 0 0 15,-1 0 0-15,1 0 0 16,-1 0 0-16,-1 2 1 15,1-2-1-15,0 0-1 16,-3 0 1-16,0-2 1 0,0-3-1 16,-1 0 1-16,-3-1-1 15,0-2-1-15,0 3 3 16,-4-2-3-16,1 1 1 16,-5-1 0-16,2 2 0 0,-5-2 0 15,1 2 0-15,-4-1-1 16,-2-1 2-16,-2 2-2 15,-2 0 1-15,-4 0 2 16,-3 1-2-16,-2 1 0 16,-4 0-1-16,-3 0 1 15,-2 2-5-15,-4-3-21 0,-3-1-61 16</inkml:trace>
  <inkml:trace contextRef="#ctx0" brushRef="#br0" timeOffset="-188317.38">2110 3565 115 0,'-5'0'5'0,"1"0"0"0,3 0 9 0,-1 0-6 0,2-1-6 15,0 1-3-15,0 0 0 16,0 0 0-16,0 0 0 16,2 0 0-16,3 0 1 15,5 0 1-15,0 0-2 0,2 1 1 16,4 1 1-16,1 0-2 15,5-1 2-15,0-1-2 16,3 0-1-16,5 0 4 16,0 0-2-16,4 0 0 15,1-3 0-15,5 0 3 16,2-2-4-16,2 1 2 16,3-2 0-16,3 2 0 0,4-1 0 15,1-1-4-15,2 0 6 16,4 0-4-16,1-2 4 15,3 2 0-15,2-2-4 16,3 1 5-16,-1 0-5 16,5 1 2-16,2 0-1 0,2 1 3 15,3 0-2-15,2 1-1 16,1 0 1-16,1-2 1 16,3-1-2-16,0 2 0 15,4-2 1-15,1-1 0 0,2 0 2 16,1-2-1-16,3 2 1 15,0-1-1-15,0 1 3 16,1 0-3-16,1 2 0 16,-2 1 1-16,1 1-1 15,-1 3-1-15,1 0 0 0,-2 0 1 16,1 1-1-16,0 0-1 16,-2 0 2-16,0-2-2 15,-3 1 0-15,-2-2 0 16,-1-1 0-16,-4 1 1 15,-1-2-1-15,-4 0 3 16,-1 0-1-16,-2 1 0 0,-3-2 1 16,-4 2-3-16,-2-1 1 15,-4 0 0-15,-1 1-2 16,-3-1 1-16,-1 0 0 16,-2 0 0-16,-3 3-1 0,-4-3 0 15,-5 2-2-15,-3 1-4 16,-8 0-41-16,-7-2-41 15</inkml:trace>
  <inkml:trace contextRef="#ctx0" brushRef="#br0" timeOffset="-187168.47">2075 3490 81 0,'0'1'5'0,"0"1"-4"0,0 2 0 0,0 0-1 0,0 3 1 15,2 1-1-15,-1 3 0 16,1 0 0-16,-1 2-1 15,1 3 2-15,0 2 0 16,1 2-2-16,0 3 2 0,1 2-1 16,-1 3 1-16,-1 3-1 15,1 2 1-15,-3 0 1 16,2 3-2-16,0 1 2 16,1 2-1-16,2 3 1 15,0 1-2-15,2 5 0 16,3 1 1-16,-2 4-1 0,2 5 1 15,0 0 0-15,2 4-1 16,-2 3 1-16,2 4-1 16,0 1 1-16,-2-1-1 15,-2 4 2-15,0 1-2 16,-1-1 1-16,-2-2-2 0,-1 3 3 16,0-4-2-16,-1-1 0 15,0-3 0-15,1 2 1 16,2-1-1-16,0-1 0 15,3-4 0-15,-1 1 1 16,2-1-2-16,0-2 2 0,0-3 0 16,-3-2-1-16,1-2 0 15,-1-1 0-15,-4-4 1 16,1-3-1-16,-2-2 0 16,-2-2 0-16,0-5 0 0,0-1 0 15,0-5 0-15,0-2 0 16,-2 0 1-16,-3 2-1 15,-2-2-1-15,0 0 1 16,-4-3-18-16</inkml:trace>
  <inkml:trace contextRef="#ctx0" brushRef="#br0" timeOffset="-183573.06">7749 4621 86 0,'-2'0'13'0,"-1"0"5"0,0 0-9 15,0-3-2-15,0 1 1 16,2 0 3-16,-2 0 2 15,0 1-1-15,2-1-1 0,-2 1-4 16,1 0-4-16,2-1-2 16,-1 1 0-16,-2-2-1 15,2 1 1-15,-1-1 0 16,1-2 1-16,1 0 2 0,0 0 0 16,-2-2-3-16,2 1 0 15,0-2-2-15,0-1 4 16,0 1-4-16,5-1 2 15,-1 1-1-15,0-1-1 16,2 0 1-16,1-1-1 0,2-1 0 16,2 1 1-16,1 1 2 15,2 0-1-15,1 2 0 16,-1 1 0-16,2 0-2 16,0 2 2-16,0-1-1 15,0 1 0-15,1 1 0 0,0 0 0 16,2-1 0-16,0 1 0 15,1-1 0-15,1 1 1 16,3-1-1-16,0 0 0 16,2 1 0-16,-2 0 0 15,2-2 0-15,-1 0 0 16,-1 2 0-16,-2-1 0 16,-3-1 0-16,0 1-3 0,0 0 4 15,-2-1-1-15,-2 0 0 16,1 0 0-16,-1 0-1 15,-1 0 2-15,-1 0 0 0,-1 0-1 16,-2 2 0-16,-1 0 1 16,-3-1-1-16,1 1 0 15,-3 3 0-15,0-1 0 16,0 1 0-16,-1 0 0 16,-1 0-2-16,1 0-7 0,-3 0-28 15,1 1 1-15,-1-1 8 16,1 0-26-16</inkml:trace>
  <inkml:trace contextRef="#ctx0" brushRef="#br0" timeOffset="-183017.79">8334 4221 9 0,'0'0'24'0,"0"0"-20"0,0 0 12 0,0 0-3 0,0 0-6 16,0 0-6-16,0 0 0 15,0 0 1-15,-7 28-1 16,7-27 0-16,0 2 1 0,0-2-1 15,1 2 1-15,3 0 0 16,0-1 0-16,2 1 1 16,0 1 2-16,2-2 0 15,-1 0 1-15,1-1-1 16,-1 2-2-16,1-3 2 16,0 2-2-16,-2 0-1 0,0 1-1 15,-1 1-1-15,-2 3 0 16,-3 6 0-16,0 4 2 15,-13 8-1-15,-8 11 2 16,-11 14-1-16,-11 13 0 16,-15 16-2-16,-11 16-6 0,-13 8-37 15</inkml:trace>
  <inkml:trace contextRef="#ctx0" brushRef="#br0" timeOffset="-169264.49">2579 4884 69 0,'0'-1'20'0,"0"-2"-7"0,-2 0 1 0,-1-1-1 0,2 1-3 15,-3 0-2-15,1-1 0 16,1-1 5-16,2 1 4 16,0-1-4-16,0 0 0 0,5 0-12 15,3 0 0-15,3 2 1 16,0 1-4-16,-1 2 5 15,0 0-3-15,0 0 0 16,-3 3 0-16,-1 5-1 16,-3 2-2-16,-3 3 3 0,0 1 1 15,-2 0 0-15,-5 0-1 16,-1-1 0-16,0 0 1 16,3-3 0-16,-1 0 0 15,5-2-1-15,1 1 0 16,0-1 1-16,0-2-1 0,7 0 0 15,4-2 1-15,4-4-3 16,2 0 1-16,3-3 3 16,3-7-1-16,-1-3-2 15,1 0-9-15,-2-4-2 16,0 1 8-16,-7-1 4 16,-1 3 1-16,-3 2-1 0,-3 1 0 15,-2 2 2-15,-4 6-2 16,0 2 1-16,-1 1 4 15,0 1-5-15,0 8 0 16,-2 1 0-16,2 3-2 16,0-1 3-16,0-2-1 0,2-1 0 15,9-5 0-15,0-4-2 16,4 0-4-16,2-4 12 16,-1-8-1-16,1-2 4 15,-1-4-4-15,-3-1 0 16,-5-1 2-16,-3 2 8 0,-5 1 0 15,0 1 2-15,-3 4-5 16,-7 2-7-16,-7 10-1 16,-6 0-15-16,-2 7-35 15,-2 3-74-15</inkml:trace>
  <inkml:trace contextRef="#ctx0" brushRef="#br0" timeOffset="-168659.69">3575 4751 171 0,'0'0'-1'0,"0"0"6"0,0 0 2 0,0 0 1 0,0 0-3 15,0 0-4-15,0 0 1 16,20-31 3-16,-7 27-7 15,3 2 11-15,-1 2-8 0,0 0 0 16,0 3 0-16,-2 3-1 16,-3 4 0-16,-3 0 0 15,-4 2-7-15,-3 0-1 16,-1 0 11-16,-6 0-2 16,-1-2-1-16,1-2 1 0,2-1-1 15,1-3 1-15,4 1-1 16,0-3 1-16,6 1-5 15,4-2 1-15,2 0-2 16,1-1 10-16,2 0-4 16,0 0 0-16,-2 2 1 15,-3 1 1-15,-1 2-2 0,-4-2 1 16,-3 3-4-16,-2 2 1 16,-4 1 2-16,-7 2 11 15,-3-1-11-15,-3-1 1 16,1 1-4-16,0-3 4 15,6-4-4-15,2 0 2 16,6-3-15-16,2-3-38 0,5-7-52 16</inkml:trace>
  <inkml:trace contextRef="#ctx0" brushRef="#br0" timeOffset="-168419.49">3874 4746 221 0,'0'0'0'0,"0"0"-2"0,0 0 4 0,6 28-1 16,-2-18 0-16,0 2 0 0,3-4-1 16,3-1-1-16,2-6-9 15,1-1 9-15,3-3 5 16,2-7 4-16,0-5-1 16,-1 0-1-16,-3-1-2 15,-1-1-1-15,-3 1 5 16,-5 1-2-16,-2 3 0 0,-3 2-5 15,0 2-1-15,-3 3-20 16,-7 2-125-16</inkml:trace>
  <inkml:trace contextRef="#ctx0" brushRef="#br0" timeOffset="-168020.19">4981 4642 161 0,'0'0'6'15,"0"0"7"-15,0 0 13 16,0 0-10-16,0 0-15 16,0 0-2-16,0 0 6 15,-30 20-1-15,20-7-1 0,0 2-3 16,2 0 1-16,4-2-1 16,3 0 0-16,1-4 2 15,1-3-1-15,9-4-2 16,4-2 2-16,6 0 3 15,5 0-1-15,4-6 1 0,1-1-3 16,0-3-3-16,0 1-14 16,-5-2-55-16,-4-1-38 15</inkml:trace>
  <inkml:trace contextRef="#ctx0" brushRef="#br0" timeOffset="-167813.22">5177 4628 179 0,'0'0'5'16,"0"0"-6"-16,0 0 2 16,0 0-1-16,-20 36 1 15,19-21-1-15,-2 2 0 0,1 3 1 16,0 2-1-16,2-2 1 16,0 1-2-16,0-3 1 15,0-3-4-15,7-6-17 16,3-5-6-16,3-4 2 15,2-4-7-15</inkml:trace>
  <inkml:trace contextRef="#ctx0" brushRef="#br0" timeOffset="-167564.49">5330 4672 94 0,'0'0'6'0,"0"0"13"0,0 0-14 15,0 0-5-15,0 0 1 16,0 0 1-16,-7 36 0 15,8-27 1-15,8-3 1 16,2-2 4-16,2-4 0 16,3 0 12-16,0-2 4 0,-1-6-3 15,0-2-7-15,-2-2-1 16,-3-1-1-16,-3 0-1 16,-2-1 1-16,-5 3 0 15,0-1-5-15,-3 4-4 16,-11 0-7-16,-6 4-21 0,-2 0-88 15</inkml:trace>
  <inkml:trace contextRef="#ctx0" brushRef="#br0" timeOffset="-166581.53">6541 4528 124 0,'0'0'10'0,"0"0"21"0,0 0-3 0,0 0-5 16,0 0-3-16,0 0-1 0,0 0-7 15,0 0-10-15,0 0-6 16,0 0 5-16,0 0-3 16,0 0 3-16,3 28-1 15,-5-13 0-15,2 2 0 16,0-1 0-16,0-4-1 16,0 1 1-16,2-2-10 0,1-2-18 15,2-3-25-15,3-3-20 16</inkml:trace>
  <inkml:trace contextRef="#ctx0" brushRef="#br0" timeOffset="-166284.08">6681 4557 114 0,'0'0'5'0,"0"0"-4"0,0 0 0 16,0 0-1-16,-25 28 1 15,23-19-1-15,2-2 1 16,0-1-1-16,0-2-3 16,9-2-2-16,1-2 11 15,3 0 7-15,4-2 4 16,0-5-5-16,2-1 0 0,-2-3 2 16,0 0-2-16,-2-2 8 15,-5-1 0-15,-4 0-2 16,-5 1 6-16,-1 1-2 15,-8 4-17-15,-16 4-7 16,-10 4-8-16,-12 0-66 0,-12 4-146 16</inkml:trace>
  <inkml:trace contextRef="#ctx0" brushRef="#br0" timeOffset="-164739.56">2569 5296 99 0,'-2'0'5'0,"-1"-4"10"0,3 0-1 16,0-1-7-16,0 0-5 15,3 0 0-15,3 2-2 16,1-1 2-16,1 0-3 15,0 2 3-15,2 0-3 0,0 2 1 16,2-1-5-16,-1 1 8 16,1 0-5-16,-1 1 5 15,-2 4-3-15,-2 5 0 16,-4 0-4-16,-3 3 4 16,0 0 7-16,0 1-6 0,-7-1 1 15,0 1-1 1,0-2 1-16,0-2 1 0,0 2 0 15,3-4-2-15,1-1 0 16,2-1 0-16,1-1 1 16,0-1-2-16,7-3-2 15,6-1 0-15,6 0 3 0,4-7 0 16,4-4-1-16,-1-4-21 16</inkml:trace>
  <inkml:trace contextRef="#ctx0" brushRef="#br0" timeOffset="-164417.74">2854 5242 167 0,'0'0'5'0,"0"0"-4"0,-36 28-1 16,24-12 0-16,4 1 0 15,1 1 1-15,4-1-1 16,3-1 0-16,0-3-1 15,3-4-1-15,7-3-3 16,1-4 1-16,6-2 1 16,2-4 4-16,3-9 6 0,-1-3-1 15,0-4-3-15,-4 0 0 16,-1-2 2-16,-6 1-3 16,-2 2 1-16,-4 2 1 15,-4 2 1-15,0 2-1 16,-7 3-2-16,-3 3-4 0,-4 7-4 15,-3 0-17-15,-2 2-34 16,-1 6-44-16</inkml:trace>
  <inkml:trace contextRef="#ctx0" brushRef="#br0" timeOffset="-163955.21">2867 5294 218 0,'0'0'7'0,"0"0"-5"0,0 0-5 0,0 0 3 0,0 0 0 16,-10 34 1-16,11-24-1 15,7 2-4-15,3-3-1 16,5 3 5-16,-1-1-1 15,0 2 4-15,0-1 1 16,-1 0 0-16,-3 1-3 16,-3-1 0-16,-2 0 0 0,-5-1 1 15,-1 0-4-15,-4 2 12 16,-10 0-11-16,-3 2 0 16,-1-2 3-16,-2-1-3 15,1-3-2-15,3-3-21 16,2-6-63-16</inkml:trace>
  <inkml:trace contextRef="#ctx0" brushRef="#br0" timeOffset="-163848.2">2863 5395 108 0,'15'-36'-5'0,"5"3"10"0,7 0 0 16,8 2 1-16,2 3-4 16,3-1-4-16,4-2-51 15</inkml:trace>
  <inkml:trace contextRef="#ctx0" brushRef="#br0" timeOffset="-163395.49">3617 5230 180 0,'0'0'4'15,"0"0"-1"-15,0 0 0 16,19-33-3-16,-11 25-1 16,4 0 1-16,-2 1 0 15,3 0 1-15,0 3-1 0,0 1 0 16,-2 2 2-16,-1 1-2 16,-4 1 1-16,-2 6 2 15,-4 3-3-15,0 0 2 16,-5 0-1-16,-2 1-1 15,-1-1-1-15,3-2 1 0,2 0 1 16,1-2 0-16,2-2 2 16,5-1-3-16,5 0-1 15,1-1 1-15,2-1-1 16,2 3 4-16,-2-1-1 16,0 0 0-16,-3 4-2 15,-3-1 1-15,-4 1-1 0,-2 0-1 16,-1 1 3-16,-4 0-4 15,-6 0 2-15,-2 1 2 16,1-1-2-16,1-2 0 16,3-4-9-16,2-2-69 15</inkml:trace>
  <inkml:trace contextRef="#ctx0" brushRef="#br0" timeOffset="-163170.79">3902 5192 255 0,'0'0'-3'0,"0"0"3"15,34 0 1-15,-21 2 1 0,2 3 0 16,0 0-1-16,-3 1 0 16,-2 1 1-16,-3 0-2 0,-2 1 0 15,-2 0-2-15,-3 0 2 16,0 1 0-16,-5 0-8 15,-5 1-15-15,-2-3-34 16,-3-2-28-16</inkml:trace>
  <inkml:trace contextRef="#ctx0" brushRef="#br0" timeOffset="-163070.41">4032 5136 83 0,'31'-26'-11'16,"4"3"11"-16,3-1-21 0</inkml:trace>
  <inkml:trace contextRef="#ctx0" brushRef="#br0" timeOffset="-162726.93">5043 4975 165 0,'0'0'5'16,"0"0"-7"-16,0 0 2 15,0 0-9-15,-6 27 9 16,-9-14 2-16,-3 2 3 16,1 0 2-16,0 2 0 15,3-4 0-15,6 0-4 16,1-3-1-16,4 0 2 0,3-5-1 15,0 0 0-15,1-2-2 16,9-1-4-16,8-1 4 16,2-1 3-16,4 0-1 15,7-1-1-15,-1-5-1 0,-1 2-4 16,-2-1-25-16,-4-2-29 16</inkml:trace>
  <inkml:trace contextRef="#ctx0" brushRef="#br0" timeOffset="-162544.58">5144 5024 165 0,'0'0'-3'16,"0"0"7"-16,-27 21-2 16,17-8 1-16,5 2-1 15,-1 4-2-15,5 1 1 0,1 1-2 16,0 0 2-16,0-1-2 15,1 0-4-15,7-6-8 16,2-5-46-16</inkml:trace>
  <inkml:trace contextRef="#ctx0" brushRef="#br0" timeOffset="-162337.15">5325 5070 123 0,'0'0'3'0,"0"0"34"15,0 0-15-15,0 0-22 0,0 0 4 16,0 0 0-16,0 0 1 16,32 8-2-16,-20 2-1 15,-1 2 1-15,3-1-1 16,-3 2-1-16,0 1 1 16,-3-1-1-16,-4 0-4 0,-4 0-35 15,0-6-71-15</inkml:trace>
  <inkml:trace contextRef="#ctx0" brushRef="#br0" timeOffset="-162231.89">5525 5009 82 0,'31'-21'-15'0</inkml:trace>
  <inkml:trace contextRef="#ctx0" brushRef="#br0" timeOffset="-161487.17">6580 4884 53 0,'0'0'16'16,"0"0"1"-16,0 0 6 15,0 0 20-15,0 0 5 16,0 0-32-16,0 0-3 0,0 0-4 16,0 0-4-16,0 0-4 15,-3 4-3-15,-1 3 2 16,0 0 1-16,1 3-1 15,0-1-1-15,3-2 2 16,0 1-1-16,0-1-1 0,3 0 0 16,3-1-1-16,2-2 0 15,4 0 1-15,-1-2-1 16,4 1 2-16,-1-3 0 16,2 1 0-16,-1 0 1 15,2 0 0-15,-3 1 1 16,-1 0 0-16,0 1-2 0,-3 4 1 15,-4-1 0-15,-2-1-1 16,-4 0 2-16,0 0-2 16,-4 2 3-16,-7-1-5 15,-3-1 1-15,-4 0 5 0,0 0-1 16,1-1-3-16,1-1 1 16,3-1-1-16,3-1 2 15,3-1-2-15,3 0 2 16,0 0 9-16,4-8 6 15,0-2-7-15,0-3-3 0,5-2-1 16,4-5-2-16,-1 0 1 16,5-4-2-16,1 0-1 15,-2 0-1-15,4 1-2 16,0 2-1-16,2 0-41 16,-7 3-60-16</inkml:trace>
  <inkml:trace contextRef="#ctx0" brushRef="#br0" timeOffset="-158970.41">7999 4140 59 0,'0'0'2'0,"0"0"-2"0,0 0 1 0,0 0-1 0,0 0 1 16,0 0-1-16,0 0 0 15,0 0-2-15,0 0 3 0,35 25 4 16,-25-20 5-16,0 0-2 16,4 0-3-16,1 0 0 15,1 0-1-15,3-1-4 16,-2 1 3-16,3-1 3 15,-3-1 0-15,2 0-1 0,-2 1-2 16,-2-1 0 0,1-1 0-16,-5 1-1 0,1-1-2 15,-2 1 0-15,0 0 2 16,0 0-2-16,-1-1 1 16,1 0-1-16,-2 1 0 15,4-1 0-15,-2 0 1 0,0-1-1 16,2 1 0-16,-1-1 0 15,-1 1 1-15,0 0-1 16,0 0 0-16,0-1 1 16,-1 2 0-16,-1 0 0 15,0 1-1-15,1-2 1 0,-2 2-1 16,-2-1 0-16,1 0 0 16,0 0 0-16,2 2 1 15,-5-1-1-15,1 2 0 16,-1-1 1-16,-1 3 2 15,-2 0 0-15,0 0 3 16,-2 1 3-16,-8 0-1 0,-2-1 0 16,-5 1 5-16,-4 4 1 15,-8 5-1-15,-8 10-7 16,-15 12-4-16,-18 16-1 16,-22 20-1-16,-23 19-2 0,-23 13-22 15</inkml:trace>
  <inkml:trace contextRef="#ctx0" brushRef="#br0" timeOffset="-157870.8">7962 4158 26 0,'0'0'1'0,"0"0"0"0,0 0 2 0,0 0 0 15,0 0 9-15,20 34 4 16,-19-24-1-16,1 1 0 16,-1 0-4-16,0 4-2 15,1 2 0-15,-2 1-2 16,1 4-1-16,-1 0-2 16,0 2-1-16,2 1 0 0,-2 1-2 15,0 2 1-15,0-1 0 16,0 0-1-16,0-2 0 15,0-2 0-15,2-3-1 16,0-5 0-16,1-3 0 16,0-3 0-16,-1-2 0 0,0-4-2 15,1-1-9-15,0-2-19 16,-1-3-34-16</inkml:trace>
  <inkml:trace contextRef="#ctx0" brushRef="#br0" timeOffset="-157678.8">8074 4342 90 0,'0'0'5'0,"0"0"23"15,0 0 2-15,0 0-13 0,0 0-21 16,0 0 5-16,0 0 3 16,6 39 0-16,-5-13-1 15,1 4-3-15,1 3-1 16,0 2 0-16,-1-2-4 15,0-3-30-15,-1-4-34 16</inkml:trace>
  <inkml:trace contextRef="#ctx0" brushRef="#br0" timeOffset="-157444.77">8074 4440 139 0,'0'0'-38'0,"0"0"44"15,0 0-10-15,0 0 5 0,0 0-1 16,0 0 2-16,0 0-2 16,23 32 0-16,-17-22 1 15,-3-1-2-15,-1-1-9 16,-2-1-20-16,0-1-15 15</inkml:trace>
  <inkml:trace contextRef="#ctx0" brushRef="#br0" timeOffset="-146252.02">1539 9088 172 0,'0'0'6'0,"0"0"21"0,0 0-1 16,0 0-7-16,0 0-4 15,0 0-5-15,0 0 3 0,0 0 0 16,0 0-8-16,0 0-5 16,0 0-5-16,0 0 2 15,-16 0 2-15,22 10-1 16,-2 0 4-16,2 3-1 15,0 2 2-15,-1 0-1 0,0 0-3 16,-1 3-4-16,-4 2-20 16,0 1-9-16,0-1-11 15,-2 0 2-15,-6-2-29 16</inkml:trace>
  <inkml:trace contextRef="#ctx0" brushRef="#br0" timeOffset="-145907.3">1441 9328 89 0,'0'0'26'0,"0"0"-21"16,0 0 0-16,-29 5-3 15,26-3 1-15,0-1 0 16,2 1-1-16,1-1-1 0,0 1-2 15,0-2 2-15,4 0 3 16,3 0 13-16,2 0-6 16,1 0 1-16,1 0-1 15,1-2-1-15,1-4-1 0,3 1 3 16,0-2-3 0,1 1-1-16,2-1-4 0,-1 0-3 15,0 1 0-15,1-1 1 16,-2 3-1-16,-1 0-1 15,-3-1 0-15,0 1-4 16,-3-1-15-16,-3-1-19 16,-3-2-52-16</inkml:trace>
  <inkml:trace contextRef="#ctx0" brushRef="#br0" timeOffset="-145524.52">1450 9110 146 0,'0'0'4'0,"0"0"-4"0,0 0-4 0,0 0 3 15,0 0 1-15,0 0-1 0,0 0 8 16,0 0 3-16,0 0-5 15,0 0-1-15,34-8-1 16,-20 3-2-16,3-2 0 16,1 0-2-16,1-2-34 0</inkml:trace>
  <inkml:trace contextRef="#ctx0" brushRef="#br0" timeOffset="-145054.43">1711 9102 160 0,'0'0'5'16,"0"0"7"-16,0 0-10 0,0 0-3 0,0 0-1 15,0 0 4-15,-15 37-1 16,15-23 0-16,0-1 1 0,0 3-2 16,2 1 1-16,1-1 0 15,1-1-1-15,-1 0 1 16,1-2 2-16,-1 1-2 15,0-5-11-15,-2-2-54 16</inkml:trace>
  <inkml:trace contextRef="#ctx0" brushRef="#br0" timeOffset="-144584.98">1681 9118 125 0,'0'0'1'15,"0"0"-1"-15,0 0-1 16,0 0 1-16,0 0 2 0,30 20-1 16,-23-12 3-16,0 3-1 15,1-2-1-15,-2 1 0 16,3-2-1-16,-2 0 1 15,-1-4 1-15,1-1 0 0,2 0 1 16,-3-3 3-16,1 0 4 16,1-4 1-16,1-5-4 15,-1-1-2-15,0-3-3 16,-1-2-2-16,0 0 0 16,-1 2-1-16,-2-2 0 15,1 4-1-15,-4 1-3 16,1 3 3-16,-2 4 4 0,0 1 13 15,0 2-3-15,0 0-18 16,2 5-2-16,0 5 3 16,1 2 8-16,0 2-2 15,1 3 2-15,2 1-2 0,0 2 1 16,0 0 0-16,1 1-1 16,-2 3-11-16,0 0-13 15,-1 4-23-15,-1-3-47 16</inkml:trace>
  <inkml:trace contextRef="#ctx0" brushRef="#br0" timeOffset="-144158.58">1960 9318 145 0,'0'0'2'0,"0"0"0"0,0 0 0 0,0 0-2 16,0 0 1-16,0 0-1 16,0 0 1-16,0 0 5 0,0 0-3 15,0 0 14-15,0-28-3 16,1 18-1-16,1-3-4 16,-1 0-2-16,1-1-2 15,-1-2-3-15,-1 0 3 16,3 0-4-16,0 0 0 0,0 1 0 15,2 0 0-15,0 0-1 16,0 2 0-16,2 1-1 16,1 2 0-16,-2 2 0 15,1 3 0-15,-1 2-1 16,0 3 1-16,1 0-2 0,-2 3-2 16,2 6 3-16,-2 2-3 15,1 3 6-15,1 2 3 16,0 0-3-16,-2 0-2 15,2 0-9-15,-3-1-6 16,2 1-11-16,-3-2-12 0,0-1-29 16</inkml:trace>
  <inkml:trace contextRef="#ctx0" brushRef="#br0" timeOffset="-143974.75">2025 9206 202 0,'0'0'2'0,"0"0"19"0,0 0-15 0,0 0-6 16,0 0 0-16,0 0 1 0,0 0-15 16,30-14-25-16,-18 11-39 15</inkml:trace>
  <inkml:trace contextRef="#ctx0" brushRef="#br0" timeOffset="-143419.29">2293 9026 111 0,'0'0'8'0,"0"0"5"16,0 0-8-16,0 0-1 0,-30-4-3 15,24 6 1-15,0 3-1 16,1 1-1-16,0 3 0 16,1 2 0-16,1 1-1 15,-2 1 1-15,3 2 0 16,1 0 0-16,-1 0 1 15,2 1-2-15,0-3 2 0,0-1-1 16,0-1 0-16,3-1 0 16,2-3 0-16,-1 1 0 15,1-3-1-15,-2 0 1 16,2-2-3-16,-1-3 0 16,-1 0 3-16,0 0 9 0,1 0 6 15,-1-6-4-15,0-2-7 16,1-1-3-16,-1 0-1 15,0 0 1-15,1-1-1 16,1 3 0-16,0 0 0 16,0 1 0-16,0 2 0 0,0 2 0 15,0-1 0-15,1 3-1 16,-2 0 0-16,1 0 0 16,-1 3 1-16,0 4-2 15,-1 2 1-15,0 1 1 16,-2 1 3-16,2 1-7 0,-3 0-11 15,2-3-1-15,-2-1-11 16,2-4-31-16</inkml:trace>
  <inkml:trace contextRef="#ctx0" brushRef="#br0" timeOffset="-142941.53">2432 9019 94 0,'0'0'34'0,"0"0"-33"0,0 0 0 0,0 0-2 0,0 33 2 15,0-21 1-15,0-1-1 0,0 1 0 16,1 0 0-16,1-1 0 15,0 0 0-15,0-2 1 16,-1-3-1-16,-1-1-1 16,2-1 1-16,-2-1 0 15,1-2 1-15,-1-1-2 16,0 1 1-16,0-1 3 0,2 0 12 16,-2 0 12-16,0 0 3 15,0 0-31-15,1 0 1 16,0-2 2-16,1 0 0 15,1 1-2-15,0 0 1 16,1 1-2-16,0 0 0 0,2 0 0 16,0 0 1-16,1 0 0 15,2 0-2-15,-1 2 2 16,0 1 0-16,0-1-1 16,-1 2 1-16,-1-1 0 15,0 0-5-15,-3 0-6 0,-1-1-14 16,-2 1-22-16,0-3-35 15</inkml:trace>
  <inkml:trace contextRef="#ctx0" brushRef="#br0" timeOffset="-142721.89">2465 9076 69 0,'0'0'56'0,"0"0"-53"0,0 0 8 0,0 0-3 16,0 0-3-16,0 0 2 16,0 0-4-16,0 0-2 15,0 0-1-15,0 0 2 16,26-24-2-16,-18 24 0 16,1 0 1-16,-2 0-10 0,0-3-42 15</inkml:trace>
  <inkml:trace contextRef="#ctx0" brushRef="#br0" timeOffset="-142557.52">2485 8949 160 0,'0'0'5'15,"0"0"0"-15,0 0-5 0,0 0 0 16,36-29-3-16,-21 26-9 15,-1 1-32-15</inkml:trace>
  <inkml:trace contextRef="#ctx0" brushRef="#br0" timeOffset="-141867.45">1602 9458 88 0,'0'0'1'16,"0"0"1"-16,0 0 1 16,0 0 7-16,-28 0 5 15,24 0 1-15,1 0 4 16,0-1-2-16,1-1 0 15,0 2-6-15,1 0-6 0,-1 0-5 16,2 0-2-16,0 0-6 16,3 0-7-16,6 0 5 15,3 0 8-15,2 2 5 16,5-1 0-16,4-1-2 16,3 0-1-16,2 0 0 15,3 0-1-15,4-3 0 0,1 0 0 16,1-4 0-16,2 2 1 15,1-2-1-15,2 1 0 16,2-1 1-16,0-1 0 16,2 1 2-16,-1 1-3 15,0 0 2-15,1 0-1 0,-3 1-1 16,-2 0 1-16,-3 1 1 16,-3 0 2-16,-3-1 5 15,-5 3 0-15,-2-1-4 16,-3 1-2-16,-2 1 0 15,-3 1-1-15,-4 0-2 0,-1 0 1 16,-2 0-1-16,-3 0 1 16,-1 0-1-16,-1 0 0 15,-2 0 0-15,1 0-2 16,-1 0-19-16,-1-2-53 16</inkml:trace>
  <inkml:trace contextRef="#ctx0" brushRef="#br0" timeOffset="-141595.37">2717 8994 163 0,'0'0'10'0,"0"0"22"0,0 0-14 0,0 0-6 15,0 0-8-15,0 0-2 16,0 0-1-16,0 0-6 0,0 0-49 16,0 0 23-16,0 0-18 15</inkml:trace>
  <inkml:trace contextRef="#ctx0" brushRef="#br0" timeOffset="-141431.72">2753 9135 243 0,'0'0'8'0,"0"0"-11"15,0 0 4-15,0 0-1 16,0 0 0-16,0 0-13 0,0 0-49 15,0 0-33-15</inkml:trace>
  <inkml:trace contextRef="#ctx0" brushRef="#br0" timeOffset="-141254.95">2857 9048 148 0,'0'0'-3'0,"0"0"4"16,0 0 0-16,39 0-1 15,-27-4-3-15,0 0-33 16</inkml:trace>
  <inkml:trace contextRef="#ctx0" brushRef="#br0" timeOffset="-140656.53">2737 8949 41 0,'0'0'3'16,"0"0"-1"-16,0 0 3 15,0 0 2-15,0 0-2 0,0 0 3 16,0 0 0-16,0 0 2 16,0 0 1-16,-25 25-1 15,25-24 1-15,0-1 1 16,0 0 5-16,0 0 3 15,0 0-2-15,0 0 10 0,0 0 0 16,0-4-23-16,0 1-4 16,0-1 0-16,0 0 0 15,0 0 1-15,0 2 0 16,0 0 0-16,0 1-2 16,-2 1-1-16,0 0 0 0,1 0-1 15,-1 0 2-15,2 5-2 16,0-1-1-16,0 2-3 15,0-1-8-15,2 3-4 16,3-2-7-16,-2-2-22 16,2-2-39-16</inkml:trace>
  <inkml:trace contextRef="#ctx0" brushRef="#br0" timeOffset="-140435.65">2739 9189 52 0,'0'0'1'0,"0"0"2"0,0 0-5 0,0 0-1 15,0 0 6-15,0 0 39 16,0 0-13-16,0 0-21 15,0 0-44-15</inkml:trace>
  <inkml:trace contextRef="#ctx0" brushRef="#br0" timeOffset="-140278.7">2876 9061 265 0,'0'0'-11'0,"0"0"-54"16,0 0-25-16</inkml:trace>
  <inkml:trace contextRef="#ctx0" brushRef="#br0" timeOffset="-138948.75">2701 9554 54 0,'2'-1'10'0,"-2"-1"3"0,2 2-4 0,0 0-7 16,-2 0 1-16,1 3 3 0,-1 5-2 16,2 2 4-16,-2 4 2 15,0 4 5-15,0 1-1 16,0 3-4-16,0 6-2 15,0 5-1-15,0 5 0 16,2 6 0-16,-2 6-2 0,0 3 1 16,0 5-5-16,0-2 1 15,0-2 1-15,0-5-2 16,0-6 2-16,0-6-2 16,0-7 1-16,0-6 1 15,0-6-1-15,0-2 0 0,0-7-16 16,0-6-64-16</inkml:trace>
  <inkml:trace contextRef="#ctx0" brushRef="#br0" timeOffset="-138314.62">2725 9521 109 0,'0'0'10'0,"0"0"5"0,0 0-9 15,0 0 2-15,0 0-2 16,0 0-2-16,0 0-5 15,0 0 1-15,0 0-2 0,32-10 2 16,-14 10 2-16,5 0-2 16,1 0 1-16,7 0-1 15,4 0 0-15,0 0 1 16,2-5-2-16,0-2 2 16,3-1-1-16,2-2-1 0,0 0 4 15,1 0 8-15,1 2-3 16,-2 2-3-16,2 1-3 15,-4 5-1-15,0 0 0 16,-3 0 0-16,-2 0 0 0,-3 0 0 16,-2 0-1-16,-2 0 1 15,-1 0-1-15,0 0 3 16,0 0-1-16,0-2 1 16,-1-3-1-16,2 2-1 15,-2-2 3-15,-1-1-2 16,-1-1-8-16,-3-2-41 0,-2-2-110 15</inkml:trace>
  <inkml:trace contextRef="#ctx0" brushRef="#br0" timeOffset="-137666.22">3869 9361 63 0,'0'0'13'0,"0"0"-7"0,0 0-5 16,0 0 0-16,0 0 1 0,0 0 2 16,0 0 2-16,0 0-1 15,-4 33 2-15,4-20-3 16,0 2 0-16,0 3-1 16,0 4 0-16,0 1-1 15,0 3 1-15,2 2-1 0,-2 2 3 16,0 1-1-16,1-2 2 15,-1 1-1-15,0 1 1 16,0-3 1-16,1 3-3 16,-1-1 3-16,0-1-1 15,0-1-3-15,0-3 0 16,0-2 1-16,0-3 3 0,0-2 6 16,0-4 1-16,-1 0-6 15,0-2-4-15,-1 1-1 16,-1 2-2-16,-1 0 2 15,1 3-1-15,-4 0-11 16,1-3-39-16,-3-2-97 0</inkml:trace>
  <inkml:trace contextRef="#ctx0" brushRef="#br0" timeOffset="-136725.91">2698 10345 60 0,'0'0'15'0,"0"0"10"0,0 0 3 0,0 0-2 16,0 0-5-16,0 0 2 16,0 0-4-16,0 0-4 15,0 0-4-15,0 0-5 16,0 0-5-16,-1 0-2 15,1 0 0-15,0 0-2 0,1 0-4 16,6 0 8-16,1 0-2 16,6 0 0-16,1 0 1 15,3 0 0-15,6 0 0 16,1 0 1-16,4 0-1 16,1-4-1-16,3-2 2 0,1 1-2 15,1-1 1-15,-1-1 0 16,1 1-1-16,0 1 3 15,2 0 0-15,-2 1 0 16,0 1-1-16,0 2 0 0,-1 0-1 16,-3-2 0-16,0 3 0 15,1-3 1-15,-2 2-1 16,0-2 0-16,-2 0 0 16,0 0 4-16,-2 0-2 15,1-1-1-15,-2 1 0 16,-3 0-1-16,2-1 0 0,-3 1 1 15,-1-1-1-15,-1 1 0 16,1 0 0-16,-2 0 0 16,1 0 0-16,-2 1 1 15,-3 2-2-15,2 0 2 16,-3 0-1-16,0 0-2 0,-1 0 2 16,-4 0 0-16,3-2 1 15,-4 1-1-15,-1-2 1 16,-1 1-1-16,0-2 2 15,-1 1-2-15,-1-1 0 16,-2 0 1-16,1-3 3 16,-1-1 6-16,-1-4 8 0,0-2-1 15,0-3-6-15,0-4-7 16,0-5-4-16,0-4-2 16,0-6-50-16,1-8-190 15</inkml:trace>
  <inkml:trace contextRef="#ctx0" brushRef="#br0" timeOffset="-131985.8">3056 9110 167 0,'-3'0'1'0,"3"0"1"0,0 1-10 0,0 6 6 16,0 0-1-16,6 6 4 15,-2-2 2-15,3 3 1 16,0-1-3-16,0 0 1 0,0 0 2 16,-3-3-3-16,2 0 0 15,-5 0 0-15,1 0 1 16,-2 0-3-16,0-2-29 16,0-2-8-16</inkml:trace>
  <inkml:trace contextRef="#ctx0" brushRef="#br0" timeOffset="-131586.27">3019 9114 77 0,'0'0'9'16,"0"0"4"-16,0 0-2 0,0 0 3 15,21-28-8-15,-15 25 1 16,1 2-4-16,0 1 3 16,2-2 5-16,1 2-10 15,0 0 4-15,2 0 2 16,-1 5-2-16,1 1-2 16,0 1 1-16,-2 1-4 0,-2-1 1 15,-1 1 2-15,-1 1-3 16,-2-1 0-16,-2 0 1 15,-2 3 5-15,0-2 5 16,-6 3-3-16,-1 1-3 16,-2-1-1-16,-1 0 0 0,1-1 0 15,1-2-2-15,2 0-1 16,0-1-1-16,2-3 2 16,2 1-1-16,2-2-4 15,0-1-39-15,0-3-57 0</inkml:trace>
  <inkml:trace contextRef="#ctx0" brushRef="#br0" timeOffset="-131004.45">3290 9070 136 0,'0'0'11'0,"0"0"3"0,0 0-8 0,0 0-2 16,0 0 1-16,0 0 4 16,0 0-8-16,0 0 0 15,0 0-2-15,-23 2 0 0,19 6 3 16,3 3-3-16,1 1 5 15,-2-2-3-15,2 1 4 16,0 0-3-16,0-3 0 16,0-1 0-16,0-2 1 15,3-2 0-15,1-2-5 0,1 0 4 16,0-1 5-16,-2 0 0 16,2-2 2-16,0-5-2 15,-1 0-3-15,0-2-3 16,-1-1 0-16,1 1-1 15,-2 0 0-15,1 0 0 16,-3 1 0-16,2 2 0 0,-2 2 0 16,0 0 0-16,0 2 0 15,0 1-1-15,0 1 0 16,2 0-3-16,1 0-2 16,-1 1 1-16,1 5 1 0,2 0 6 15,2 1-1-15,-2-1-1 16,0-1 1-16,3-1 0 15,-3 1-1-15,4-2-1 16,-3-3 1-16,3 0 0 16,-1 0-5-16,1 0-6 15,-1-8-11-15,0 0-29 0,-3-4-67 16</inkml:trace>
  <inkml:trace contextRef="#ctx0" brushRef="#br0" timeOffset="-130682.43">3387 8844 146 0,'0'0'7'0,"0"0"1"0,0 0 1 0,0 0-5 15,0 0-5-15,0 0-10 16,0 0-2-16,0 0 12 15,0 0 6-15,0 0 7 16,12 41-4-16,-5-24-5 0,-1 0 3 16,1 0-1-16,-1 2 3 15,1-3 1-15,-1 0-1 16,0-2-3-16,0-1 0 16,-2-1-2-16,2-2-1 15,-2-1-1-15,0-2-2 16,-1 0-8-16,0-1-19 15,-3-5-22-15,0-1-81 0</inkml:trace>
  <inkml:trace contextRef="#ctx0" brushRef="#br0" timeOffset="-130513.08">3399 9022 205 0,'0'0'9'0,"0"0"5"15,0 0-14-15,0 0 1 0,0 0 1 16,0 0-4-16,0 0-9 16,35-24-14-16,-23 21-9 15,0-1-17-15</inkml:trace>
  <inkml:trace contextRef="#ctx0" brushRef="#br0" timeOffset="-129846.09">3584 8898 73 0,'0'0'8'16,"0"0"14"-16,0 0-4 15,0 0 3-15,0 0-17 16,-29-6-1-16,23 6 2 15,2 5-2-15,-1 0-1 0,1 3 0 16,1 1-3-16,0 2 2 16,2 0-1-16,0 2 1 15,1-1 0-15,0 0-1 16,0-1 0-16,0-1 0 16,4-1 0-16,0-2 0 15,2-1 0-15,-2-3 0 0,2-1 2 16,-2-2-1-16,2 0 1 15,0 0 4-15,0-1-3 16,0-5 2-16,-1-2 1 16,0-1-1-16,0-1 0 15,-2-1-3-15,1 1 1 0,-2-3-1 16,-1 4 2-16,1-4-3 16,-1 3 0-16,-1-1-1 15,0 2 0-15,0 1 0 16,0 1-1-16,0 1 1 15,0 1 0-15,0 2 0 0,0 1 0 16,0 1 0-16,0-1-1 16,0 2-2-16,0 0-5 15,0 0-8-15,0 0 11 16,0 0 2-16,0 0 2 16,0 5-1-16,2-1-2 15,0 0 4-15,1 3 0 0,0-1 0 16,3 1 1-16,-1 0-1 15,-2-1 2-15,2 1-1 16,0-1 1-16,0-1 0 16,0-1 0-16,0-1 1 0,2 0 1 15,1 1-1-15,-1-3 0 16,3-1-1-16,2 0 4 16,-2 0-6-16,1-6-28 15</inkml:trace>
  <inkml:trace contextRef="#ctx0" brushRef="#br0" timeOffset="-126584.5">4346 9921 82 0,'-3'0'6'0,"3"0"8"0,-2 0-7 0,2 0-2 0,-2 0 1 16,2 0 1-16,0 0 4 16,0 0 2-16,0 0 4 15,0 0-9-15,0 0-7 16,0 0-3-16,4 0 5 15,2 0-2-15,3 0 4 16,1 0-3-16,3 0-2 0,1 0 1 16,2 0-1-16,3 0 0 15,1 0 0-15,4 0 0 16,-1 0 0-16,-1-2 1 16,3-1-1-16,-2-2 1 0,-1 1 0 15,1 0-1-15,0-1 1 16,-2-1-4-16,1 2 6 15,0-1-2-15,0 0 2 16,-2 1-2-16,0 0 1 16,-2 1-2-16,-1 2 1 15,-2-1 0-15,-3 1-1 0,-2 1 0 16,-3 0 1-16,-2 0-1 16,-2 3-1-16,-3 2-20 15,0 5-43-15,-10-1-37 16</inkml:trace>
  <inkml:trace contextRef="#ctx0" brushRef="#br0" timeOffset="-126144.55">4549 10055 16 0,'0'0'38'0,"0"0"-7"0,0 0-8 15,0 0-11-15,0 0-7 16,0 0-2-16,0 0 3 0,0 0 2 15,0 0-2-15,35-5-2 16,-21 3-1-16,-1 0 0 16,4 0-2-16,0 1 0 15,1-2 0-15,2 1 0 16,-2-1-1-16,3 1 0 0,-1-1 0 16,0 0 1-16,-3 0-1 15,1 1 2-15,-3-2-2 16,-2 1 1-16,1 1-1 15,-4-1 0-15,1 3 0 16,-2-2-3-16,-2 2-18 0,0-1-1 16,-3-1-1-16,-1 1-26 15</inkml:trace>
  <inkml:trace contextRef="#ctx0" brushRef="#br0" timeOffset="-125127.53">4729 9757 59 0,'0'0'31'0,"0"0"-12"0,0 0-4 16,0 0 1-16,0 0-4 0,0 0-4 15,0 0-5-15,0 0-3 16,0 0-1-16,0 0-2 16,0 0 3-16,0 0-1 15,8 10 1-15,-2-6 0 16,1 1 0-16,0 1 0 0,2-1 1 15,2 1-1-15,1 1 0 16,3 1 0-16,-1-2 1 16,0 0-1-16,1 2 1 15,1 0 0-15,-2-1-1 16,-2 2 0-16,2-1 0 0,-2-1 1 16,-1 2-1-16,-1-2 0 15,-1 0 2-15,-2-1-2 16,-1 1 0-16,-2-1-2 15,-1 2-2-15,-3-2 2 16,0 0 5-16,0 1-3 16,0 0 5-16,-4 1 1 0,-2 0 0 15,-1 2 0-15,-3 0-3 16,0 3-2-16,0-2 0 16,-2 2 1-16,0 1-2 15,1-1 1-15,-2 0-1 16,2 0 1-16,1 0-2 0,0-1 0 15,-1 0 4-15,1 1 3 16,0-1 0-16,3 0-2 16,-2 2-1-16,2-1-2 15,1-1 0-15,-1 0-5 0,4-3-56 16</inkml:trace>
  <inkml:trace contextRef="#ctx0" brushRef="#br0" timeOffset="-123710.77">5477 9744 117 0,'1'0'6'0,"2"-2"-3"0,-3-3-2 0,0 0 0 15,0 0 0-15,0-1-1 16,0 1 1-16,0-2 4 0,-3 3 9 16,-1-1 2-16,1 1 4 15,-1 1-12-15,1 2 5 16,-2 0-3-16,2 1-5 16,-2 0-4-16,0 0 0 0,0 7-1 15,-2 2 1-15,-2 2-6 16,2 5 7-16,0 0-2 15,0 1-3-15,0 3 4 16,4-2-1-16,-2 0 2 16,3-3 0-16,2 0-1 0,0-3 1 15,0-1 0-15,2-3-1 16,4 0-1-16,3-2 0 16,1-3 2-16,2-3-5 15,3 0-60-15,1-4-67 16</inkml:trace>
  <inkml:trace contextRef="#ctx0" brushRef="#br0" timeOffset="-122918.92">5601 9754 3 0,'0'0'133'15,"0"0"-131"-15,0 0-3 16,0 0-2-16,0 0-7 15,0 0 3-15,0 0 7 16,-30-10 3-16,22 17-3 16,0 1 2-16,-1 1 4 0,2 3 0 15,1 0-2-15,2 1-1 16,1 1 0-16,2-3-1 16,1 0-1-16,0-2 1 15,0-3 0-15,5-1-2 16,1-2 9-16,1-2-3 15,-1-1-4-15,1 0 4 0,0-3-2 16,0-3 2-16,0-3-2 16,-1-2-3-16,1 0 1 15,0-1-1-15,-2 0-1 16,1-1 1-16,-3 2-1 16,1 1 0-16,-2 2 0 0,1 3 2 15,-3 2-1-15,0 2 1 16,0 1 5-16,0 0-1 15,0 0-17-15,0 4 17 16,0 4-8-16,2 2 3 16,1 3 0-16,2-1-1 15,0 0 2-15,2-1-2 0,1-1 0 16,1 0 1-16,-2-4-2 16,1-1 3-16,2-3 1 15,-3-2-2-15,1 0-1 16,1 0 0-16,-3-6-1 0,2-4-10 15,-1-2-14-15,-1-3-16 16,0-2-5-16,-1-1 13 16,0-1 14-16,-2-2-3 15,-1 0 6-15,-2 1 16 16,0 1 16-16,0-1 4 0,0 3-5 16,0-1-5-16,0 5-13 15,-2 0 24-15,1 3-6 16,1 3 1-16,-2 4-3 15,2-1 0-15,0 4-4 0,0 0-4 16,0 1-14-16,0 8 5 16,0 3 14-16,0 5 0 15,0 2-4-15,0 1-1 16,0 2 1-16,0-1-1 16,3-1 3-16,-1-2-4 15,2 0 3-15,-3-3-4 0,4-1 0 16,-1-3-3-1,0-2-8-15,-1-3-18 0,1-2-21 16,-2-4-32-16</inkml:trace>
  <inkml:trace contextRef="#ctx0" brushRef="#br0" timeOffset="-122726.81">5724 9693 193 0,'0'0'13'16,"0"0"2"-16,0 0-10 0,0 0-4 0,0 0-6 15,0 0-7-15,0 0 6 16,0 0 7-16,0 0-16 16,39-10-24-16,-24 7-16 0</inkml:trace>
  <inkml:trace contextRef="#ctx0" brushRef="#br0" timeOffset="-122334.74">6046 9645 104 0,'0'0'41'0,"0"0"-41"15,0 0 1-15,0 0-1 16,0 0 4-16,31-6 5 16,-22 4 5-16,-1 0 5 0,2-1 0 15,1 0-9-15,0-1-7 16,2 3-1-16,0 0 0 16,-2 0-1-16,3 1-9 15,-4 0-30-15,-2 0-30 16</inkml:trace>
  <inkml:trace contextRef="#ctx0" brushRef="#br0" timeOffset="-122157.28">6135 9709 126 0,'0'0'98'0,"0"0"-91"15,0 0-17-15,0 0 8 16,0 0 1-16,0 0 4 15,0 0-3-15,42 7-17 16,-21-14-9-16,-1 1-19 16,2-4-68-16</inkml:trace>
  <inkml:trace contextRef="#ctx0" brushRef="#br0" timeOffset="-121886.95">6396 9567 182 0,'0'0'34'0,"0"0"-28"16,0 0-9-16,0 0 6 15,0 0-2-15,0 0-2 16,34 10 0-16,-21-4 3 16,0-2-3-16,1-2-28 0,-2 0-32 15,0-2-48-15</inkml:trace>
  <inkml:trace contextRef="#ctx0" brushRef="#br0" timeOffset="-121623.23">6580 9498 176 0,'0'0'61'0,"0"0"-47"15,0 0-7-15,0 0-6 16,0 0-7-16,0 0 4 16,0 0 0-16,-17 27 3 15,11-9 2-15,-1 3-2 16,-1 3 0-16,1 0 0 0,0 1 1 15,0-4-1-15,1 1 2 16,2-4-1-16,0-3 1 16,2-2-2-16,2-1-13 15,0-4-17-15,0-4-28 16,0-4-14-16</inkml:trace>
  <inkml:trace contextRef="#ctx0" brushRef="#br0" timeOffset="-121239.79">6665 9501 205 0,'0'0'0'0,"0"0"-16"15,0 0 14-15,0 0-6 16,0 0 8-16,0 40 3 15,0-24-2-15,-1 1 1 0,1-1-1 16,0-1 0-16,0-1 0 16,0-3 1-16,0-2-1 15,1-3 0-15,2-1 0 16,0 0 4-16,0-2-3 16,1-3 3-16,-1 0 0 0,4 0 1 15,-2 0 9-15,3 0-4 16,1-2-5-16,1-2-2 15,0 0-1-15,0 0 0 16,2 0-2-16,2-1 1 16,-2 0-1-16,-1 2-1 0,0-1 2 15,-1 1-2-15,-2 0-22 16,-2-1-29-16,-2 0-38 16</inkml:trace>
  <inkml:trace contextRef="#ctx0" brushRef="#br0" timeOffset="-120996.75">6673 9570 180 0,'0'0'60'15,"0"0"-46"-15,0 0-7 16,0 0-4-16,0 0-2 15,0 0 1-15,0 0-2 16,28-31 0-16,-18 26 1 16,1 0-2-16,0 1 1 0,1 0-6 15,-2-1-13-15,0 1-25 16,-3 0-39-16</inkml:trace>
  <inkml:trace contextRef="#ctx0" brushRef="#br0" timeOffset="-120833.27">6718 9463 224 0,'0'0'21'15,"0"0"16"-15,0 0-11 16,0 0-18-16,0 0-9 0,0 0-3 16,-12-28-9-16,22 23-32 15,1 1 8-15,5-2-50 16</inkml:trace>
  <inkml:trace contextRef="#ctx0" brushRef="#br0" timeOffset="-120456.45">7004 9339 165 0,'0'0'-2'0,"0"0"1"15,0 0-1-15,0 0-6 16,0 0-7-16,0 0 10 16,-39 4 9-16,27 2-4 15,0 2 2-15,0 1-2 0,1 2 1 16,1-1 0-16,1 0 1 16,3 0 0-16,3 0-1 15,3-1-1-15,0-1 0 16,3-2-3-16,5 1 7 15,2-1 1-15,0-1-1 0,1-1 6 16,1-1 2-16,0 2 1 16,-2 0 0-16,-1-2-1 15,-1 1-5-15,-3 2-6 16,-2-1 2-16,-3 2-2 16,-1 2-2-16,-9 3 11 15,-7 3-10-15,-5 0-48 0,-6 2-92 16</inkml:trace>
  <inkml:trace contextRef="#ctx0" brushRef="#br0" timeOffset="-120022.53">6214 10038 84 0,'0'0'58'0,"0"0"-18"0,0 0 0 16,0 0-5-16,0 0-1 16,0 0-10-16,0 0-9 15,0 0-9-15,0 0-5 16,0 0-2-16,0 0 1 0,25-23-2 15,-12 18-9-15,-1 2-6 16,1-1-7-16,1 1-11 16,-3 1-20-16,-4-1-46 15</inkml:trace>
  <inkml:trace contextRef="#ctx0" brushRef="#br0" timeOffset="-119850.77">6260 10103 243 0,'0'0'23'0,"0"0"3"16,0 0-19-16,0 0-9 15,0 0 2-15,0 0 4 16,0 0-10-16,29-2-28 16,-13-5-4-16,4-1-53 15</inkml:trace>
  <inkml:trace contextRef="#ctx0" brushRef="#br0" timeOffset="-119587.89">6609 9975 79 0,'0'0'66'16,"0"0"-56"-16,0 0 6 15,0 0-1-15,0 0 2 0,0 0-10 16,0 0-7-16,0 0 2 16,0 9-1-16,0-1 0 15,2 0 2-15,0 2-1 16,1 2 0-16,-1-1-10 16,-2 2-16-16,0-1-19 0,0-3 9 15,-2-2-45-15</inkml:trace>
  <inkml:trace contextRef="#ctx0" brushRef="#br0" timeOffset="-119189.99">6589 9979 173 0,'0'0'0'16,"0"0"1"-16,0 0 2 15,0 0 5-15,30-17-2 0,-23 17-4 16,1 0 3-16,2 3-4 16,0 4-1-16,1 1 2 15,1 2-2-15,-1 0 4 16,2-2 1-16,-3 1 1 16,1-1-5-16,-1-2-1 0,-2-3 0 15,-2-2 2-15,0 1 1 16,-2-2 1-16,2 0 4 15,-3-2 5-15,0-5 12 16,-2-1 1-16,0-2-8 16,-1 0 0-16,0-2-1 0,0-1-5 15,0-2-3-15,0 0-4 16,-1 1-4-16,1 0-4 16,0 1-1-16,0 4 1 15,0 2-11-15,0 3-16 16,6 3-25-16,-2-1-26 0,2 2-44 15</inkml:trace>
  <inkml:trace contextRef="#ctx0" brushRef="#br0" timeOffset="-118717.3">6955 9870 191 0,'0'0'8'0,"0"0"16"0,0 0-15 0,0 0-5 16,0 0-9-16,0 0 5 15,0 0 1-15,-27 11-1 0,21 2 0 16,3 0 0-16,0 2 0 15,2 0 0-15,-1 2 0 16,2-2-1-16,0-2 1 16,0-2 0-16,3-1-2 15,3-1 1-15,1-3-1 16,0-1 5-16,2-3-1 0,2-2-1 16,-2 0 2-16,1 0-1 15,1-5-2-15,0-2 0 16,-2-1 0-16,0-2 2 15,-3 0 1-15,0 0 0 0,-3-3 4 16,-3 1 5-16,0-2 4 16,0-1-3-16,-7-1 0 15,-3 1 1-15,0 1-3 16,-2 3-10-16,-2 2 0 16,-2 6-8-16,-3 1-11 15,-2 2-63-15</inkml:trace>
  <inkml:trace contextRef="#ctx0" brushRef="#br0" timeOffset="-113890.21">2195 3714 46 0,'0'0'8'0,"0"0"7"0,-8 28-2 0,3-14-3 16,0 3-2-16,-2 0-2 16,1 1-3-16,-3 2-1 15,1 0 0-15,0 1 0 16,-1 1 0-16,-1 2 0 15,3 1-1-15,1 2-1 16,-1 4 0-16,4 0 0 0,-1 6 1 16,4 2-2-16,-2 4 1 15,2 5-1-15,0 0-1 16,0 2 1-16,3 1 1 16,1-1 0-16,-1 1 1 15,1-1 2-15,-1 1-2 0,1 3 1 16,1 0 1-16,0 3-1 15,0 2 0-15,1 0 1 16,3 3-2-16,-1 5 1 16,2 1 1-16,0 3 2 15,1-2-2-15,0-1 0 0,-2-5-1 16,-3-7 0-16,1-8-2 16,-4-6 0-16,1-5-2 15,-3-7 1-15,-1 0 2 16,2-2 7-16,-2 1 2 15,0 1-4-15,2 0-3 0,-1 3 0 16,1 0 0-16,1 0-1 16,1 3 2-16,-1-1 0 15,2 0-1-15,0 1-3 16,-1-1-5-16,0-2-1 16,0-5-1-16,-2-3 4 0,-1-7 2 15,-1-6 1-15,2-4-1 16,-2-5 2-16,1 0 1 15,1 0-3-15,0-1-4 16,1 1 8-16,0-1-2 16,3 1 1-16,0 1-1 15,1-1 0-15,3 0-2 0,-1 0 1 16,2-1 0-16,2-2-1 16,1 0 3-16,1 0 3 15,5-3-1-15,2-4 2 16,5-1-2-16,5-2-1 0,3 2-1 15,5-2-2-15,5 2 1 16,4 1-1-16,5 2 0 16,7 3 0-16,4 1-1 15,5-2-24-15</inkml:trace>
  <inkml:trace contextRef="#ctx0" brushRef="#br0" timeOffset="-112413.31">2929 9465 206 0,'0'0'3'0,"0"0"2"0,0 0-1 0,0 0-3 15,-31-5-5-15,24 5-20 0,0 0-16 16,0 0 14-16,1 0 3 16,1 0-2-16,0 0 0 15,0 0-12-15,-1 0 22 16,0 3 15-16,-1 1 0 16,-1 1 2-16,1 1 10 15,0 1-3-15,1-1 1 0,2-2 2 16,1 1 0-16,3-1-5 15,0 0 0-15,0-3-2 16,2 1 5-16,5-2-2 16,3 0 0-16,1 0 0 15,3 0-4-15,3 0 1 16,3 0-1-16,3 0 0 0,3 0 3 16,3-3-1-16,5-1 3 15,3-1 1-15,1-1 1 16,4-1-4-16,2-1-1 15,3 1-3-15,0 1-2 16,3-2 2-16,-1 1-1 0,1-1 2 16,1 1 2-16,-1-1 3 15,-1 1-3-15,-1 1-1 16,-5-1-3-16,-1 1 0 16,-5 2 0-16,-5 0-1 15,-5 1 1-15,-4-1-2 0,-4 0 0 16,-4 1 0-16,-4 0 1 15,-2 0 2-15,-2-1-1 16,-4 4 0-16,-1-1-1 16,-1 0 2-16,-1 1 3 0,0 0 10 15,0 0-10-15,0-1-2 16,0 1 1-16,0 0 0 16,0 0-2-16,0 0-3 15,0 0-2-15,0 3-2 16,0 6 5-16,0 3-2 15,0 3 2-15,2 7-1 0,-2 1-9 16,0-1-65-16</inkml:trace>
  <inkml:trace contextRef="#ctx0" brushRef="#br0" timeOffset="-111388.89">2753 9447 130 0,'0'0'10'0,"0"0"-5"0,0 0-4 0,0 0 1 0,0 0-1 15,0 0-2-15,-31 6 2 16,26-4-1-16,1 1 1 16,-1 0 2-16,2 1 3 15,-1-1-2-15,1 3-2 16,0 0-2-16,0 4 0 16,1 0 0-16,0 5 0 0,1 3 0 15,-1 2 0-15,1 5-2 16,-3 2 2-16,2 5 2 15,-2 1 0-15,-2 5 2 16,1 2 0-16,-1 2-1 0,0 1 2 16,1-1-3-16,0-3 0 15,3-1-2-15,2-4 2 16,0-3-2-16,0-2 0 16,0-2 0-16,0-1 0 15,2-3 0-15,0-1 0 16,0-1 0-16,1-4 0 0,0-1 0 15,-1-3 0-15,2-3 0 16,0-1-1-16,0-1 1 16,1-3 0-16,0-2 0 15,1 0 3-15,0-1-1 0,-2 0 3 16,3 0-3-16,0-1 0 16,0 1-1-16,-2 0 0 15,1 0 0-15,3 0-1 16,-2 2 1-16,1-1-1 15,1 0 2-15,-1-1-2 16,2 1 1-16,0-2-1 0,0 0 0 16,0 0-4-16,2-1 9 15,4 0 1-15,0 0-1 16,3 0-1-16,5 0-1 16,1-1 0-16,4-2-2 15,1 0 2-15,3-1-2 0,5 1 0 16,0-1-1-16,0 2 0 15,4-1 1-15,-1 3-1 16,0-1 1-16,3 1 0 16,-4-2-17-16,0-3-86 15</inkml:trace>
  <inkml:trace contextRef="#ctx0" brushRef="#br0" timeOffset="-109682.24">6854 3565 115 0,'0'0'13'0,"0"0"21"0,0 0-4 0,0 0-18 15,0 0-6-15,-32-25 5 16,25 22 0-16,0 2-3 16,-1-1-3-16,0 0-2 15,-2 2-2-15,-3 0 0 0,1 0-1 16,0 2-1-16,0 4 2 15,-1 1-1-15,1 2 0 16,1 2 0-16,0 0-1 16,0 1 0-16,0 3-2 15,0 0 0-15,-1 1 0 0,0 1 1 16,2 1 1-16,-1 2 1 16,2 0 0-16,0 0-1 15,2 1 0-15,1 0-1 16,1-1 1-16,2 1 1 15,1 0-3-15,1 1 2 0,1 0 0 16,0-2-2-16,1 2 1 16,4-1-2-16,0 0 1 15,2-1 0-15,1 0-2 16,-1 1 3-16,3-2-1 16,2 0 2-16,1-1 0 15,1-1 0-15,2 0-2 16,3 0 3-16,1-1 0 0,0-1 1 15,2 0 1-15,1-1-1 16,-2-2 0-16,0-1 0 16,1-1 0-16,0-2 0 15,-2-1 1-15,2-3-1 0,1-1-1 16,-1-3 5-16,2 0-2 16,1 0 2-16,0-6 0 15,-1-2-2-15,-1-3 1 16,0 0-1-16,-3-1-1 15,-1-3 0-15,-2 0 1 16,-1 0 0-16,-3 0 2 0,1 0 1 16,-2-1 0-16,0-2-1 15,-4 1-1-15,1-2-2 16,-2-1 1-16,-1 0-1 16,-3-2 1-16,-1 1-2 0,-1 0 2 15,-1-1-1-15,0 1 3 16,0 1-1-16,-3-1 4 15,-4 0-3-15,1 0-2 16,-1 0 1-16,-3 1-2 16,0-2-1-16,-2 2 0 0,-1 1 0 15,-1 2 0-15,1 0 0 16,-2 3-1-16,-2 0 0 16,2 3-3-16,-3 2 4 15,-1 1 0-15,0 4 0 16,0 3-11-16,0 1-24 0,-1 0-46 15,2 0-94-15</inkml:trace>
  <inkml:trace contextRef="#ctx0" brushRef="#br0" timeOffset="-109206.46">6956 3545 2 0,'2'2'5'0,"1"-1"7"0,1 0 2 0,1 1-5 16,0-1-4-16,1-1-3 0,-2 0 1 16,2 0 1-16,-1 0-2 15,2-1 3-15,1-5 10 16,2-3 4-16,2-4-2 16,4-6-6-16,5-4 1 15,7-5-4-15,6-10-7 0,4-6-19 16</inkml:trace>
  <inkml:trace contextRef="#ctx0" brushRef="#br0" timeOffset="-103437.61">2095 3569 61 0,'0'0'12'0,"0"0"3"0,0 0-4 0,0 0-1 16,0 0-3-16,0 0 3 15,0 0 0-15,-22-28 2 16,17 27 0-16,0-2-2 16,2 2-3-16,0-1-5 0,1-1 1 15,2 2-9-15,0-2-8 16,0 0-13-16,0 2 6 16,0-1 1-16,0 0 0 15,0 2 15-15,0 0 3 16,0 0 6-16,0 0-4 0,2 5 0 15,-1 2 0-15,1 2 0 16,-1 5 2-16,1 2-3 16,-1 2 1-16,0 3 3 15,-1 3 1-15,0 1 4 16,0 3 1-16,0 2-4 16,2 2-2-16,-2 0 0 0,0 4-3 15,1 2 1-15,-1 0 1 16,0 4-3-16,2-1 1 15,-2 3 0-15,1 2 2 16,3-1 1-16,-2 3 0 16,1 4 3-16,2 0 0 0,3 2-1 15,-1 3 0-15,1 1 1 16,3 2-3-16,0-2-1 16,-1 4 0-16,-3 1 0 15,1 1 1-15,-1-3-2 0,-2 3 0 16,0-1 0-16,2 3-1 15,1-1 0-15,0-2 1 16,1 4 0-16,-1 1 0 16,2-2 1-16,2-1 1 15,-2-1 0-15,0-4-1 0,0-1 0 16,0-5 0-16,-1-1-2 16,-2-4 1-16,-1-2 0 15,1-4 0-15,-1-2 4 16,0-4 2-16,0-3-1 15,-1-4-4-15,1-4 1 16,-2-2-1-16,1-4-1 16,-1-1 2-16,-1-4-1 0,-1 0-2 15,-1-2 1-15,-1 0 0 16,1-3 0-16,0 0 0 16,-1-2-1-16,0-1 1 15,0-2-1-15,0-2 1 0,0 0-1 16,0-1 1-16,0 0-1 15,0 0 5-15,0 1 0 16,0 1-2-16,0 1-3 16,0-1 0-16,0 1 0 15,4-2 1-15,-1 2-4 0,-1-2 0 16,4-1 4-16,-1 1 6 16,3-1-6-16,-1 1 1 15,3-1 0-15,2 1-1 16,0-1 0-16,2 1-1 15,2-1 0-15,1 0 1 16,2-1-1-16,2-1 0 0,2 0 2 16,5 0 3-16,0 0-2 15,3-5 1-15,3 0-2 16,3 0 4-16,2-1-5 16,2 2 0-16,0 3-1 15,-1-1 0-15,2 2 1 0,0 0-1 16,0 0 0-16,0 0 0 15,1 0 1-15,3 2-2 16,0-2 2-16,1 0-1 16,2 0 0-16,2-3-1 15,4-3 4-15,-2 0-1 0,1-1-2 16,1-1 3-16,1 2-2 16,-1 0-1-16,-2 1 1 15,3-1-1-15,0 1 0 16,3 0 0-16,0-1 0 0,-1 0 0 15,4 0-1-15,1-1 24 16,1-1-18-16,1-1-4 16,-2 1 0-16,4-3 0 15,1 2 0-15,-1-2 0 16,1 0-1-16,1 0 1 0,-1 0-1 16,1 0 0-16,0 0 0 15,0 0 1-15,3 0-1 16,-2-1 0-16,2 0 0 15,0-1 0-15,1 0 1 16,-3 0-1-16,1-2 0 16,-1 2 0-16,2-1 1 0,-3-1-1 15,3 1 0-15,-2-1 2 16,1 2-2-16,-1 0 0 16,-3 1 0-16,-1 2 0 15,-3 2 0-15,-1-1 0 16,-3 1-2-16,-2 0 2 15,-1-2 2-15,-1 2-2 0,-2-1 0 16,-1 1 0-16,-3 1 0 16,0 0 0-16,-3 2 0 15,-2 0 0-15,-2 1 1 16,-7 1-1-16,-1-1 0 0,-6 1 0 16,-5 0 0-16,-2 3 0 15,-5-2 0-15,-1 1-1 16,-5 1-1-16,-5-3-23 15,-5-3-116-15</inkml:trace>
  <inkml:trace contextRef="#ctx0" brushRef="#br0" timeOffset="-101662.39">2350 3463 132 0,'1'1'25'0,"-1"1"-40"0,2 0 10 0,3 2 1 0,-2 0 3 16,3 1-1-16,1 0 4 0,2 0-1 16,-1 1 0-16,4-2 1 15,2 1 0-15,1-2-2 16,3 0 1-16,4 1-2 15,2-1 1-15,6 0-2 16,1-1 0-16,5 1 0 16,2-1 2-16,6-1 1 0,4 0-2 15,4-1 1-15,4 0-2 16,4 0 2-16,7-2 2 16,2-3-1-16,2-2 1 15,5-1 1-15,5-3 3 16,3 2-1-16,2-4 3 0,5 1-2 15,3 1-3-15,2 0 1 16,1 2-1-16,2 3-2 16,5-1 1-16,-2 2-2 15,2-1 2-15,3 1-2 16,-1-1 2-16,5 0 0 0,-5-1-2 16,5 2 1-16,2-2 0 15,-1 0 1-15,2 1-1 16,0 0 0-16,0-1 0 15,-2 0 1-15,-1-2-1 16,-2 0 0-16,-4-2 1 16,-2-3-1-16,-1 1 1 0,-7-1-2 15,0 0 1-15,-8 1 2 16,-4 3 0-16,-5-1 0 16,-9 3-2-16,-4 0 0 15,-6 1 0-15,-4 0-1 16,-6 1 1-16,-1 0 0 0,-5-2 0 15,-3 3 1-15,-2-3-2 16,-5 4 2-16,-3-2-2 16,-3 1 1-16,-2 0-1 15,-2-1 2-15,-2 0-2 0,-1 1 1 16,-3 1-1-16,-4-1 0 16,0 0 0-16,-3 2 0 15,0 1 0-15,-3-2 1 16,0 2-1-16,-1 0 0 15,1 0 0-15,-2 0 0 16,1 2 0-16,-2 0 0 0,2 0-1 16,-3 0 1-16,0 0-3 15,1 0 1-15,-1 1 0 16,0 1 0-16,1 2 2 16,0-2-1-16,0 2 1 15,1 0-1-15,2 2 0 0,-2 1 0 16,0 0 0-16,0 1-3 15,2 2 3-15,-4 3 0 16,2 2-1-16,0 1 1 16,-1 4 0-16,0 0 2 15,0 5 1-15,1 1 0 0,-1 4-2 16,2 3 2-16,-1 2-1 16,0 3-2-16,0 1 1 15,-1 3-1-15,-3 1 0 16,2 1 2-16,-1 4-2 0,2 0 4 15,0 3-3-15,-1 2 4 16,1 3-4-16,1 2 2 16,-1 3-1-16,0 1 0 15,0 2 1-15,-1 2-1 16,0-2 1-16,1 0 0 16,-2-2-1-16,1-3-1 0,0-1 1 15,0-4 0-15,3-3 0 16,-2-1 0-16,3 1 0 15,0 0-1-15,-1 0 1 16,0 1 0-16,-1-1 1 16,0 3 1-16,0-3-1 0,-2 1-1 15,1-4 0-15,-1 3 1 16,1-3-1-16,-1-2-1 16,0-3 0-16,-1-3 0 15,1-4 0-15,2-3 0 16,-3-3 1-16,3-5-2 0,-1 0 1 15,0-3 0 1,1-2 0-16,0-3 0 0,2 1 0 16,-4-3 1-16,2 0 0 15,-1-2 0-15,-1 0-1 16,-3-3 1-16,0-1-1 16,0 0 2-16,-5-2 1 0,-5 1 2 15,-2 2 2-15,-5 0-1 16,-8 5-3-16,-8 4-2 15,-13 6-2-15,-12 7-18 16,-20 5-33-16,-18 6-89 16</inkml:trace>
  <inkml:trace contextRef="#ctx0" brushRef="#br0" timeOffset="-98582.3">2113 11206 67 0,'0'0'3'0,"0"0"-2"0,0 0-1 0,0 0-1 16,0 0-2-16,0 0 2 15,0 0 1-15,0 0 4 16,0 0 4-16,-22-30 5 16,19 28-1-16,0 0-8 15,-1 0-3-15,3 1-1 0,-1 1-4 16,1 0-1-16,1 0 10 15,-2 0 1-15,0 0 4 16,2 0-2-16,-2 6 8 16,1 1 2-16,-1 4 0 15,2 3-6-15,0 3-6 0,0 6-6 16,0 3 2-16,0 4 0 16,0 4 2-16,0 7 1 15,0 3-2-15,0 9 0 16,2 2-2-16,-1 5 0 15,-1 2 1-15,2 0-1 0,-2 0 0 16,0-5 0-16,0-1 1 16,0-3 0-16,-5-5 5 15,1-3 5-15,-2-4 5 16,1-3-4-16,-2 0-4 16,4-3-5-16,-1 0-1 15,1-3-4-15,2-3-26 0,-3-5-76 16</inkml:trace>
  <inkml:trace contextRef="#ctx0" brushRef="#br0" timeOffset="-97821.31">2112 11185 168 0,'0'0'-3'0,"0"0"-7"0,0 0 6 0,0 0 6 15,35-11 0-15,-23 8 0 16,3 2-2-16,0 1-2 16,3 0 2-16,2 0 0 15,4 0 2-15,2 0-1 0,2 1-1 16,0 4 1-16,4 0 0 16,1 0 1-16,1 1-1 15,3 0 1-15,5-1-2 16,0-2 2-16,4-3 2 15,1 0 2-15,7 0 2 0,-1-4-2 16,3-1-1-16,5 0 0 16,1 2 4-16,1 1-2 15,4 1-2-15,-1 1-3 16,4 0 0-16,0 0 0 16,1 0 1-16,-1 0-2 15,1 0 1-15,1-3-1 0,-3-1 0 16,1 1 0-16,-3-2-1 15,1 2 1-15,-4-1-2 16,-3 1 2-16,-3-2-1 16,-4 2 0-16,-2 1 0 15,-7-1 0-15,-3 1 0 0,-1 1 1 16,-7 0 3-16,0 1-2 16,-6 0-2-16,-2 1 2 15,-3 5-1-15,-6 1-2 16,-6 1-54-16,-5-1-121 15</inkml:trace>
  <inkml:trace contextRef="#ctx0" brushRef="#br0" timeOffset="-96993.58">1973 12362 124 0,'0'0'8'15,"0"0"-10"-15,0 0 13 0,32 3 6 0,-19-3-3 16,2 0-6-16,2 0-4 16,1-2 10-16,2-1-10 15,4 2-2-15,1-1-1 0,4 1-1 16,4 1 0-16,2 0 3 16,4 0-3-16,1 0 2 15,4 0 0-15,2 0 0 16,1 0 0-16,5 0 1 15,2 0 0-15,3 2-2 16,5-1 0-16,3-1-1 0,3 0 1 16,1 0 1-16,6-1 2 15,2-3 0-15,-1-1 1 16,5 0-2-16,0 0 2 16,1 1-3-16,-2 1 1 15,1 1 0-15,0-1-1 0,-2 0-1 16,-1 0 1-16,0-1 1 15,-2 0-1-15,-4-1 1 16,-3 1 0-16,-4-2 2 16,-5 0-2-16,-6-1-1 15,-6-1-16-15,-3-3-20 0,-11-1-39 16</inkml:trace>
  <inkml:trace contextRef="#ctx0" brushRef="#br0" timeOffset="-96268.04">4422 11111 213 0,'0'0'-2'0,"0"0"-9"0,0 0-1 0,0 0 11 0,0 0 0 15,0 0 1-15,3 35 1 16,-3-23-1-16,0 3-1 15,0 3-1-15,0 3 2 16,0 4-1-16,0 3 6 16,-2 2 7-16,-1 4 0 0,-2 3-8 15,3 3-2-15,-1 3 2 16,-2 1-1-16,0 1-1 16,-1-2 0-16,0-2 0 15,-1-1-2-15,3-2 3 16,-3-1 2-16,0 0-3 0,4 1 0 15,-2-2 2-15,3 1-3 16,-2-1 1-16,3-3-1 16,-1 0 1-16,2-2-1 15,0-1 3-15,-2 0 6 0,1-3 6 16,1-2-2 0,-2-1-6-16,0-2 1 0,-1-1 0 15,0-1 3-15,1-2-3 16,-1-2-2-16,0 1-3 15,-1-4 0-15,-1 0-1 16,0 0-2-16,-1-3 1 0,-3-3-4 16,-5-2-21-16,-2-5-77 15</inkml:trace>
  <inkml:trace contextRef="#ctx0" brushRef="#br0" timeOffset="-94726.33">2319 11389 97 0,'0'0'15'0,"-1"0"8"0,-2-2-5 0,1-1-9 16,-2 0-8-16,3 0-2 15,-2-2-6-15,-1 1-4 16,1 1-6-16,-2 0 9 16,1 0 4-16,1 1 4 0,-2 0 6 15,1 2 6-15,3 0-1 16,-2 0-7-16,1 0-5 16,1 0 1-16,0 3-1 15,-1 2-1-15,2 0 0 0,-1 4 0 16,1 0-1-1,0 1 4-15,0 2-1 16,0 0 2-16,0-1 0 0,0-1 5 16,0 0-2-16,3-3-2 15,1-1 0-15,0-3-2 16,2-1 1-16,0 0 1 16,0-2-1-16,0 0 3 0,1-5 2 15,-2-2 2-15,1-3 5 16,-2-1 1-16,-1 0-7 15,-1 0-5-15,-2 0 3 16,0 1-2-16,-2 1 0 16,-5 1 1-16,-1 0 3 0,-2 5-3 15,0-1-5-15,2 4-4 16,-2 0-10-16,1 3-27 16,1 6-12-16,-1 1-15 15</inkml:trace>
  <inkml:trace contextRef="#ctx0" brushRef="#br0" timeOffset="-93840.68">2273 11543 122 0,'0'0'14'0,"0"0"0"0,0 0 1 0,0 0-5 16,0 0-3-16,0 0-3 15,0 0 1-15,0 0 4 16,-4-27 0-16,-4 27-3 0,-2 0 1 16,0 0 0-16,-2 5-5 15,1 3 1-15,-2 1-1 16,2 4 0-16,-1 0-3 16,2 2 3-16,0 0-3 15,3 0 1-15,-1 0 2 0,3-2-3 16,2 0 2-16,1 0-2 15,2-2 0-15,0-1 1 16,0-2 0-16,6-2-1 16,3 0 0-16,1-3-3 15,0-1 3-15,2-2-2 16,-1 0 2-16,1 0 2 0,-2-1-1 16,0-3 0-16,-1-1-2 15,-2 0-1-15,0-1-5 16,0-1 2-16,-1 0-4 15,-2-1-7-15,0 0-4 0,-1 2-3 16,-1 1 17-16,-1 3 7 16,1 0 0-16,-2 2-2 15,2 0 8-15,1 0 4 16,2 0-1-16,1 3-1 16,2 0-4-16,0 0-1 0,-1-2 1 15,1-1-1-15,-1 0-1 16,-1 0 0-16,-2 0 1 15,1-4-1-15,-2-2 7 16,1 0 0-16,-2-3-1 16,-2-2-1-16,1 1 0 0,-1-1 0 15,0-1-4 1,0 1-2-16,0 2-1 0,0 1 0 16,0 3 0-16,3 2-1 15,1 3-4-15,1 0 1 16,2 5 4-16,1 3 1 15,1 1 2-15,1 0-1 0,1-1-2 16,0 0-2-16,-1-4 2 16,0-1-1-16,-1-3-1 15,-2 0-1-15,0 0 3 16,-1-4 1-16,0-2-3 16,-2-2 3-16,2 0-2 0,-3-1 3 15,-2 0 1-15,0-1 1 16,1 0 0-16,-2 2-1 15,0-2 0-15,0-1 1 16,-4 0-1-16,-2 0 2 0,-3-1 0 16,0 0 3-16,-2-1-2 15,-3 2 0-15,-1-1-5 16,-2 0 3-16,-1 1-5 16,0 1-9-16,-6 2-24 15,-1-1-60-15</inkml:trace>
  <inkml:trace contextRef="#ctx0" brushRef="#br0" timeOffset="-92099.49">5059 11100 198 0,'0'0'54'0,"-6"0"-42"0,0 0 1 0,2 5-15 15,0 6-7-15,0 6 10 16,1 6-1-16,1 9 0 16,1 5 1-16,-1 7 1 0,2 5-1 15,0 4 0-15,0 10 1 16,0 1-4-16,0 2 4 15,0 2-4-15,-2-2 0 16,0-3-3-16,-1-4 5 16,-2-4 3-16,1-3 5 0,-2-5-4 15,1-4 1-15,2-4 0 16,0-4-1-16,2-6-7 16,-1-7-24-16,-1-8-69 15</inkml:trace>
  <inkml:trace contextRef="#ctx0" brushRef="#br0" timeOffset="-90982.96">5151 10992 59 0,'0'0'1'0,"53"0"6"0,-19 0 4 0,5 1-3 15,2 0-9-15,1 1 8 16,5 0-3-16,2-2-1 16,-1 0 9-16,3-4-2 15,1-2 9-15,1-4-2 16,4 0 0-16,3 0-9 16,1-1-1-16,2 1 0 0,5 3-2 15,1 3 0-15,1 3 1 16,2 1-1-16,1 0-6 15,2 7-2-15,-3-1-5 16,-2-1 2-16,-1-3-1 0,-4-2 6 16,-3 0-5-16,-3-7 11 15,-4-5 4-15,-3-1 4 16,-3-2-4-16,-2 1 2 16,-2-1-1-16,-5 2 0 0,-1 1 0 15,-4 1-6-15,-4 2-1 16,0 4-2-16,-6 1 0 15,-3 3-1-15,-2 1-2 16,-4 0-12-16,-4 0-3 16,-3 5 14-16,-3 0-3 15,-2-1 2-15,-3 2 1 0,0 2 15 16,-1 1-3-16,0 1 1 16,0 1-6-16,0 6-3 15,0-1-3-15,-4 4-1 16,-1 0-2-16,0 1-11 15,-4 1 21-15,3 1-1 0,-2 1 10 16,1 0 10 0,1 1-6-16,-1 3-10 0,1 3-6 15,1 4 1-15,2 4-1 16,-2 3-3-16,0 4-6 16,-2 2 6-16,0 2-3 15,1 1 2-15,-2-2 2 0,-1 2 1 16,1-1 2-16,0-4-1 15,1 0 4-15,-2-4-2 16,2-2 1-16,-2-3-1 16,2-1 0-16,0-3-3 15,-1-1-1-15,0-2 0 0,-1-1 0 16,2-4 0-16,-3-1-7 16,-1-3 11-16,-1-4 2 15,-4-3-3-15,0-1 1 16,-4-3 1-16,-2-3 1 0,-3-1-5 15,-3-2 0-15,-5-3-3 16,-3 0 2-16,-6-1 0 16,-4 1-8-16,-5-1 8 15,-3 2 2-15,-7 4-4 16,-2 1-3-16,-5 3 2 16,-4 1 1-16,-4 4-4 0,-4 0 6 15,-5 4 2-15,0 0 2 16,-3 3-4-16,1-1 0 15,1 2-6-15,2 0 1 16,5 0 4-16,7-1 2 0,4-2 0 16,6-4-1-16,10-2 0 15,6-5-2-15,7-2-10 16,6-5-27-16,7-2-15 16,7 0-31-16</inkml:trace>
  <inkml:trace contextRef="#ctx0" brushRef="#br0" timeOffset="-89936.58">5563 11823 298 0,'0'0'5'0,"0"0"-4"0,0 0 0 0,-10-34-1 0,6 27 0 15,1 1-2-15,0 1-2 16,-1 1 4-16,1 2-1 16,0 2 1-16,0 0-32 15,2 9 17-15,0 4 3 0,1 5 11 16,0 4 1-16,0 1 3 15,3 0-3-15,5 0 2 16,1-3-1-16,1-2 0 16,0-4 1-16,-1-4-4 15,-1-4 0-15,0-4-2 16,-1-2 1-16,0 0-5 0,-2-8 12 16,0-3 0-16,-5-3 0 15,0-3 7-15,0-1 4 16,-2-2-5-16,-3 0-7 15,-2 4-2-15,2 2-2 16,-1 6 1-16,4 5 0 0,2 3 0 16,0 6 4-16,0 6-9 15,1 6 2-15,5 0-2 16,0 2 4-16,2-2-3 16,3-3 1-16,-3-2 0 15,1-3 2-15,1-3 0 0,0-5-1 16,0-2-2-16,0 0-3 15,2-9 5-15,1-4 2 16,-2-3 2-16,1-1-1 16,2 0 2-16,-1 1-3 15,-1 2 1-15,0 3-1 0,1 3 0 16,0 3 3-16,1 3 2 16,-3 2 2-16,1 0-6 15,0 2-1-15,-2 5 0 16,-1 2 1-16,-3-2-3 15,0 0 2-15,-3-4 0 0,-2 0 1 16,-1-3 2-16,2 0-4 16,0 0-5-16,1-3 9 15,0-3 0-15,3-1 2 16,1-3-2-16,0 3-2 16,4-1-1-16,-1 3 0 0,1 1 0 15,-1 3 0-15,0 1-1 16,0 0-3-16,1 2 1 15,-5 2 4-15,1 2-5 16,-3-3 1-16,-4 2 0 16,0-2 5-16,0 1 13 15,-4-1-6-15,-6-1-4 16,-2-1-3-16,-3-1-2 0,-2 0-1 16,-3-3 2-16,0-5 0 15,-3-4 0-15,1 0 3 16,0-4-1-16,1 1-3 15,2-2 0-15,2 1 0 0,4 1-2 16,1 2 2-16,5 3-2 16,2 4-12-16,2 2-7 15,-1 1 8-15,3 3 0 16,1 0-15-16,-2 6 9 0,-1 2 10 16,2 4 8-16,-2 3 0 15,0 3 2-15,-1 3 0 16,0 0 1-16,-2 0-6 15,0 2-83-15</inkml:trace>
  <inkml:trace contextRef="#ctx0" brushRef="#br0" timeOffset="-78816.71">9451 9434 48 0,'0'0'8'0,"0"0"-1"0,0 0-3 0,0 0 2 15,0 0 3-15,0 0 0 16,0 0 1-16,0 0 3 16,-29 6 3-16,28-6 14 15,-2 0 8-15,3 0-15 0,-1 0-3 16,1 0-8-16,0 0-3 15,0-2-6-15,0 1-2 16,0-1 0-16,1 0-1 16,5 1 0-16,-1-1 1 15,3 2-1-15,0-1 0 16,4 1 1-16,-2 0-1 0,3 0 0 16,0 0 0-16,1 3 0 15,0 0 0-15,0 1 0 16,0 1 0-16,-2 1 1 15,0-1-1-15,-5 1 0 16,-2 1-1-16,-2 0 0 0,-3 0 1 16,0 2-2-16,-4-2 3 15,-6 3-2-15,-2-2 3 16,-1 2-1-16,-2 0-1 16,2-2 1-16,-2 1-1 15,3-1-3-15,2-3-7 16,3-1-16-16,3-4-44 15,4 0-7-15</inkml:trace>
  <inkml:trace contextRef="#ctx0" brushRef="#br0" timeOffset="-78359.8">9687 9383 97 0,'0'0'5'0,"0"0"1"0,0 0-5 0,0 0-1 0,-32 14 1 15,24-10-1-15,3 0 1 16,-2 0 1-16,0 1 2 15,2 0 13-15,-1 0-11 16,2 1 3-16,-2 2-5 16,2 1-2-16,1 1 0 15,-1-2 8-15,2 2-1 0,1 1 0 16,1-1-2-16,0-1 3 16,0 0 0-16,1 0-3 15,3-3-1-15,1 0 1 16,-1-2 1-16,2-1 4 0,-1-1 0 15,2-2-4-15,1 0 1 16,1 0-4-16,-2 0-2 16,3 0-2-16,-1-1 0 15,0-2-2-15,2 1-6 16,-2 0-11-16,1-1-26 0,-3 0-60 16</inkml:trace>
  <inkml:trace contextRef="#ctx0" brushRef="#br0" timeOffset="-78147.68">9803 9508 251 0,'0'0'5'16,"0"0"-6"-16,0 0 0 0,0 0 2 15,4 31-1-15,-4-19 0 16,0 4-2-16,0 2-12 16,0 2-23-16,-1-2-71 15</inkml:trace>
  <inkml:trace contextRef="#ctx0" brushRef="#br0" timeOffset="-77515.64">10781 9422 192 0,'0'0'33'0,"0"0"-26"0,0 0 3 15,0 0-4-15,0 0-5 0,0 0 3 16,0 0-3-16,0 0 2 15,0 0-2-15,0 0 3 16,33-15-2-16,-23 15 0 16,0 0 0-16,0 3-2 15,0 2 0-15,-1 2 0 0,-2 0 1 16,-1 2-1-16,-2 0 0 16,-2 2 0-16,-2-1-1 15,0 0 0-15,-3 1 0 16,-4-1 1-16,-3 0 1 15,1 0-4-15,-1 0-7 0,1-3 0 16,2 1-3-16,1-3-7 16,3-5-33-16,3 0-36 15</inkml:trace>
  <inkml:trace contextRef="#ctx0" brushRef="#br0" timeOffset="-77199.27">10987 9410 107 0,'0'0'-4'16,"0"0"-4"-16,0 0 3 16,0 0 6-16,0 0 3 15,-31 0 8-15,21 5 1 16,0 0-5-16,0 2 2 0,0 1 1 15,0 2-2-15,1 2-5 16,4-2-1-16,-1-1 5 16,3 1 3-16,3-1 3 15,0-3-6-15,0 1-1 16,4-1-4-16,4-2 4 16,2-1-3-16,2-1-2 0,5-1 0 15,-2-1-10-15,0 0-71 16,0 0-65-16</inkml:trace>
  <inkml:trace contextRef="#ctx0" brushRef="#br0" timeOffset="-76878.71">11069 9510 224 0,'0'0'5'15,"0"0"-3"-15,0 0-2 16,0 0 4-16,0 0-4 15,0 0 1-15,31-4-1 0,-24 4 0 16,-2 0 0-16,3 3-1 16,-3 2 0-16,1 2 1 15,-2 1-2-15,-1 1 1 16,-3 0-1-16,0 0-3 16,0-1-1-16,-1 0 4 0,-5-1 2 15,2-2 0-15,-2 1 2 16,2-2 3-16,1-1-1 15,1-2 0-15,2 0 1 16,0 0 0-16,1-1-4 16,8 0 2-16,6 0 1 0,7-6 1 15,2-2-4-15,8-4-77 16</inkml:trace>
  <inkml:trace contextRef="#ctx0" brushRef="#br0" timeOffset="-76373.84">12262 9324 212 0,'0'0'1'0,"0"0"-1"0,0 0 0 15,0 0 1-15,0 0 1 16,0 0 4-16,28-13 6 16,-19 10-6-16,1 1 1 15,2-1-3-15,-1 3-4 0,0 0 1 16,1 0-1-16,-1 4 1 16,-1 2-2-16,-3 2 2 15,0 2-3-15,0 2 3 16,-5-1-1-16,-2 1-1 15,0-1 0-15,-2-1-1 0,-6-2 3 16,-4 0-1-16,1-1 0 16,-3 0-5-16,1-3-10 15,2-1-13-15,4-2-26 16,3-1-17-16</inkml:trace>
  <inkml:trace contextRef="#ctx0" brushRef="#br0" timeOffset="-76096.24">12528 9283 47 0,'0'0'184'16,"0"0"-192"-16,0 0-4 16,0 0-7-16,0 0 0 15,0 0 20-15,-33 9 1 16,21 0 5-16,1 1 5 15,0 0-2-15,2 0-4 0,0 3-2 16,4-3 0-16,0 2 1 16,3-2-2-16,2-2 1 15,0-1-3-15,8-1 1 16,1-2 0-16,4-2 0 0,2-1-1 16,2-1-35-16,1 0-54 15</inkml:trace>
  <inkml:trace contextRef="#ctx0" brushRef="#br0" timeOffset="-75760.04">12645 9359 281 0,'0'0'10'16,"0"0"-12"-16,0 0-2 15,0 0 4-15,0 0-1 16,32-6-1-16,-26 6 1 0,1 3 0 15,0 4 1-15,0-1 0 16,-1 3 0-16,0-1-2 16,-3 0 2-16,-1-1-2 15,0 0 1-15,-1 1 0 16,1-2 2-16,-2-2-1 0,2 0 0 16,1 0 1-16,0-1-1 15,2 0 0-15,-2-1 0 16,4 4 0-16,-2-1 1 15,2 0-1-15,-2 2 0 0,-2 0 0 16,-1 2 0-16,-2 1-1 16,-9 2-8-16,-12 4-16 15,-10-1-26-15</inkml:trace>
  <inkml:trace contextRef="#ctx0" brushRef="#br0" timeOffset="-74075.07">9482 9985 97 0,'0'0'9'0,"0"0"-7"0,0 0 7 16,0 0-2-16,27-27-5 15,-25 18-2-15,-1-1-3 0,-1 2 0 16,0-1 3-16,-1 1 3 15,-4 0 3-15,-1 3 7 16,0 0 3-16,1 3 8 16,-1 2-3-16,-1 0-16 15,0 4-5-15,-2 6-3 16,0 3 3-16,2 1 1 16,-2 3-1-16,2 0 0 0,3-1 0 15,1 1 0-15,3-2 0 16,0 1 0-16,4-5 0 15,6 0-1-15,-1-3 1 16,3-3 3-16,1-2-1 16,0-3 1-16,2 0 0 0,0 0 2 15,2-8 0-15,-3-2-2 16,2 0-1-16,-2-3-1 16,-3-1 1-16,0-1-2 15,-1 1-2-15,-4-1-9 16,0 1-8-16,-3-1 12 0,-2 4 10 15,-1 3 0-15,0 2 15 16,0 2 3-16,0 2-8 16,0 2-10-16,0 2-10 15,-1 7-6-15,-1 2 2 16,2 1 9-16,0 1-6 0,0-1-2 16,3-2 6-16,4-1 3 15,1-2 0-15,2-3 0 16,0-2 1-16,3-1 0 15,1-1 0-15,0-1-2 16,1-5 7-16,-2-3-2 16,0-3 1-16,0 0 0 0,-2-3-1 15,-2-2-2-15,0 2 1 16,-2 1-1-16,-3 2-1 16,1 2 2-16,-4 5-1 15,-1 2 2-15,2 1 8 0,-2 2-7 16,0 0-8-16,0 10-1 15,1 0 2-15,2 3 6 16,0 4-2-16,0-1-1 16,4 2 2-16,-2 0-2 15,3-1 1-15,1 1-1 16,-2 2 0-16,1-2 1 0,-2 2-2 16,0-2 1-16,-3 0-4 15,-2-3-5-15,-1 0-2 16,0-4 2-16,-5-3 5 15,-1-2 5-15,-1-1 4 0,-2-4 3 16,1-1-4-16,2 0-1 16,-1-4 0-16,2-4-4 15,0-3-3-15,1 0 4 16,4-4 1-16,0 2-2 16,0-3 1-16,6 2 5 0,2-1-3 15,2 0-1-15,0 0-1 16,0-1 0-16,1 1-8 15,0-3 2-15,0 2 0 16,0-3 5-16,-1 1 1 16,-1-2 1-16,0 1-1 15,-2 0 0-15,-2 3 0 0,2 0 1 16,-4 2 1-16,1 4-2 16,-3 2 0-16,2 1 0 15,-3 4-2-15,0 3-8 16,2 0-13-16,-1 0-5 0,0 6 24 15,2 3 5-15,0 1 2 16,1 1 2-16,2 4 2 16,-2-2-1-16,2 2 5 15,-1 0-6-15,0 0-2 16,-1 1-2-16,1-4 1 16,-3 1-2-16,-2-1 1 0,0-1-3 15,0-1-11-15,-9-3-29 16,1-1-87-16</inkml:trace>
  <inkml:trace contextRef="#ctx0" brushRef="#br0" timeOffset="-73483.95">10882 9885 127 0,'0'1'25'0,"-2"-1"1"0,2 0-3 0,-1 0-7 16,1 0-2-16,0 0-7 16,0 0-6-16,0 0 0 15,0 0-2-15,0-1-6 16,4 0-20-16,2-2-27 16,2 0-18-16</inkml:trace>
  <inkml:trace contextRef="#ctx0" brushRef="#br0" timeOffset="-73334.99">11052 9900 35 0</inkml:trace>
  <inkml:trace contextRef="#ctx0" brushRef="#br0" timeOffset="-73172.11">11162 9891 186 0,'0'0'22'16,"0"0"-13"-16,0 0-9 15,0 0-7-15,0 0-35 16,0 0-91-16</inkml:trace>
  <inkml:trace contextRef="#ctx0" brushRef="#br0" timeOffset="-68245.57">3320 11543 11 0,'2'-3'4'0,"0"1"4"0,1 2-4 0,-1-2-2 15,1 2 0-15,-1 0-2 16,1 0-5-16,0 0 7 16,1 0-3-16,-1 2 0 0,2-2 1 15,0 0 0-15,0 0 1 16,0 0 1-16,2 0 2 16,1 0 0-16,-1 0 4 15,2 0-3-15,-1 0 1 16,0 0 1-16,-1 0 1 15,0 0-3-15,-1 0 1 0,3 0-3 16,-2 0-1-16,3 0-1 16,0-4 0-16,0-4 1 15,1-3-1-15,1-2 4 16,3-4 2-16,0-4 0 16,4-3 1-16,-1-2-2 0,6-4-5 15,0-1 2-15,2-4 0 16,2 0-1-16,-2 1 2 15,-2 2-1-15,-3 2 5 16,-3 5 0-16,-1 4 1 0,-4 5 0 16,-1 3-6-16,-3 6-3 15,-3 5-1-15,-4 2-11 16,-2 2-56-16</inkml:trace>
  <inkml:trace contextRef="#ctx0" brushRef="#br0" timeOffset="-67600.94">3322 11488 11 0,'0'0'4'0,"0"0"7"0,0 0 4 0,0 0 3 15,0 0-3-15,0 0-3 0,0 0-4 16,0 0-1-16,0 0 1 16,0 0-9-16,0 0 3 15,3-6-2-15,-1 10 0 16,1 0 1-16,3-1-1 15,-3 2 0-15,2 0 1 0,1-2 0 16,0 0-1-16,0-1 1 16,1-2-1-16,0 0 2 15,1 0 2-15,2-8 9 16,1-2 1-16,2-4-1 16,1-3-5-16,4-3-4 0,2-2-3 15,0-4-3-15,3 1 1 16,0-3 2-16,3-1-1 15,-1-1 0-15,-1 0 2 16,1-1-2-16,-2 1-2 16,-1 2 11-16,-1 3 0 15,-1 1 0-15,-1 4-4 0,-2 3-4 16,-1 3-1-16,0 3-1 16,-3 2-10-16,-3 0-64 15</inkml:trace>
  <inkml:trace contextRef="#ctx0" brushRef="#br0" timeOffset="-66518.99">8996 9308 145 0,'0'0'2'0,"0"0"2"0,0 0-4 0,0 0 2 0,0 0-1 0,0 0 0 0,0 0 1 15,0 0 0-15,0 0 0 16,0 28-1-16,-3-14-1 15,1 3 0-15,-1 2 0 16,3 2 0-16,0 2 0 16,0 2 0-16,0 3 0 15,0 5 0-15,2 5 0 0,-1 6 1 16,1 3 1-16,-1 8-2 16,-1 6 1-16,2 5 1 15,-2 5 2-15,0 6 1 16,0 4 3-16,0 2 0 0,0 3 4 15,-2 4 0-15,2 0 0 16,0 1 2 0,0 1-1-16,2 4-5 0,1 3-1 15,2 1-2-15,-2 3-2 16,0 3-2-16,-2 2 0 16,1 1 2-16,-2-3 1 0,0-1-2 15,0-5 1-15,3-4-2 16,2-6 2-16,1-6-2 15,5-5 3-15,0-7-3 16,5-7-1-16,-1-7-2 16,4-11-11-16,2-11-27 0,1-17-63 15</inkml:trace>
  <inkml:trace contextRef="#ctx0" brushRef="#br0" timeOffset="-65052.11">9408 9003 113 0,'34'-9'4'0,"1"-1"0"0,2 1-1 0,4 2 2 0,4-1-1 15,1 1-2-15,3-1-1 0,1 1-1 16,5 1 0-16,3-2 1 16,4 0-1-16,3-1 0 15,4-1 0-15,5-1 0 16,3-1 1-16,6 0-1 15,5-1 0-15,1-2 1 0,6 2 0 16,2-2 1-16,2 2 2 16,1-1 1-16,2 2-3 15,0 2-1-15,0 2 0 16,-2 1 1-16,0 0-2 16,2 3 1-16,0-2 0 15,1 1-1-15,1 1 0 0,-2 0 1 16,1 0 1-16,-2-1-3 15,-5 1 2-15,-2 0-1 16,-4-1 1-16,-3 2 1 16,-5-2 0-16,-3 3 6 15,-7-1 0-15,0 2-2 0,-6 0-3 16,0 0-3-16,-2 1 0 16,-5 0 0-16,-3 0-1 15,-4-1 0-15,-6 0 0 16,-6 0 1-16,-3 0 0 15,-6 0 1-15,-3 1 0 0,-5 0 1 16,-3 0 1-16,-4 0-1 16,-3 5-2-16,-2 2 0 15,-4 2 0-15,-2 3-6 16,-3 1 5-16,-2 3 6 16,0 3-2-16,0 2-2 0,0-1 0 15,0 3 1-15,0 0-1 16,0 1 0-16,0 1 0 15,0 2 1-15,0 3-1 16,0 3-1-16,0 3 0 16,0 3 0-16,0 2 1 0,0 3-1 15,0 3 0-15,0 4 1 16,0 3 0-16,0 1 0 16,0 1 1-16,0 3 4 15,0-1 0-15,3 0-2 16,2 3-4-16,0 3 1 0,0-1 1 15,0 2-2-15,0-1 0 16,1 1 1-16,0 1-1 16,1-3 2-16,-2-1 2 15,3 4 2-15,-2 1-1 16,-1 3-2-16,1-1-2 0,-2 3 0 16,1 5-1-16,-1-1 0 15,-1 0 0-15,0 2 0 16,0 1 1-16,-1-3-1 15,1-3 0-15,0-2 1 16,0-3-1-16,1-2 2 0,-1-2-1 16,1 3 2-16,-1 0 0 15,4-1-2-15,-5-2 1 16,2-2-1-16,0-2-1 16,-3-2 0-16,-1-2 0 0,0-3 0 15,0 3 0-15,-4 0 0 16,-3-1-2-16,-3-1 0 15,-4-6-40-15,-2-8-85 16</inkml:trace>
  <inkml:trace contextRef="#ctx0" brushRef="#br0" timeOffset="-64142.01">9238 12337 161 0,'-7'0'-1'0,"2"0"7"0,2 0 2 0,2 0 0 15,1 0-1-15,0 0-9 16,0 0 1-16,0 0 3 16,1 0 6-16,4 0-3 15,-1 0-2-15,3 0-2 0,2 0 0 16,0 0 2-16,5 2-3 16,0 4 0-16,4-2 0 15,2-1-1-15,3 1-1 16,4 0 1-16,4-2-1 0,3-1 3 15,5-1 1 1,6 0 4-16,4-1-3 0,5-5-1 16,1 2-1-16,4-3 2 15,1 1-2-15,2 1 1 16,2 0-1-16,0 0 0 0,3 1-1 16,0 0 1-16,3 0 0 15,4 1 2-15,3-2-3 16,0 0 1-16,6 2 1 15,3-2-2-15,2 0 1 0,2-1-1 16,1 0 1-16,1 0 0 16,-1 0 1-16,2-1 0 15,3 1 2-15,-3 0 1 16,4 3-2-16,1-1-1 16,0 0 0-16,0 1-1 15,-1 1 2-15,-1 0 0 0,0 0-2 16,-6 2 2-16,1-1-1 15,-3 1-1-15,-2 0-1 16,-6 1 1-16,-2 6-2 16,-3 1-5-16,-10-1-22 15,-6-3-62-15</inkml:trace>
  <inkml:trace contextRef="#ctx0" brushRef="#br0" timeOffset="-63003.55">14483 10530 152 0,'0'0'-3'15,"0"0"19"-15,0 0-9 0,0 0-1 0,0 0 14 16,0 0-16-16,-2-1 3 15,-3-1 5-15,3-1 3 0,-1-1 1 16,0 2-9-16,0-1-5 16,2 0-1-16,-2 1 1 15,0-1-2-15,1 0 0 16,1-2 1-16,0 0 1 16,1-2 2-16,-2-3 4 15,2 1-5-15,0 0-4 0,0-1-2 16,0-3 5-16,4 3-4 15,2-3-6-15,1 1 6 16,0-2-2-16,3 1 4 16,0-1 2-16,2 3-4 15,3-2 2-15,0 1 2 16,5 0-1-16,1 1 0 0,2 2 1 16,2 0-2-16,-2 1-1 15,-1-1 2-15,2 3-1 16,-1 0-2-16,0 0 4 15,0 1-2-15,1 2 1 0,1-1 0 16,2 1 2-16,0 1-3 16,1 1 1-16,-1-1 0 15,1 1-1-15,1 0 0 16,-2 1 1-16,0-1 0 16,1 1-1-16,1-1 0 15,0 1 2-15,-1 0-1 0,1 0 1 16,-1 0-1-16,-2 0-1 15,-3 0 1-15,-3 0-1 16,-4 0 0-16,-3 1 0 16,-3 1 0-16,-3-1-1 15,-2-1 0-15,-3 0-14 0,-2 0-56 16</inkml:trace>
  <inkml:trace contextRef="#ctx0" brushRef="#br0" timeOffset="-62782.21">15299 10170 115 0,'0'0'10'0,"0"0"5"0,34 2 10 0,-19 2-12 15,-4 2-6-15,2 0-5 16,-2 4-1-16,1 0 1 15,-2 1-3-15,-4 2-1 16,-3 1-10-16,-3-2-37 16,0-2-61-16</inkml:trace>
  <inkml:trace contextRef="#ctx0" brushRef="#br0" timeOffset="-62384.97">15775 10134 85 0,'0'0'14'0,"0"0"20"15,0 0-7-15,0 0-16 16,0 0-10-16,0 0 2 16,0 0 0-16,0 0 1 15,1 27-2-15,2-16 0 0,0 0-1 16,0 1 0-16,-3 1 0 15,1 0 0-15,0 0-1 16,-1-2 0-16,0 0 1 16,0-1-2-16,0-1-2 15,0-3-19-15,-1-3-43 0</inkml:trace>
  <inkml:trace contextRef="#ctx0" brushRef="#br0" timeOffset="-61750.87">15744 10146 72 0,'0'0'11'0,"0"0"-5"0,0 0 5 16,31-20-3-16,-24 16-4 15,-2 1 0-15,1 2 4 16,-3 0 4-16,1 1 5 16,1 0-7-16,-3 0-3 0,3 2-3 15,-2 6-1-15,2-1 0 16,0 3 2-16,1 0-3 16,0 0-1-16,1-1 0 15,-3 0 0-15,2-3 0 16,-2 0-1-16,0 0 1 15,1-4-1-15,-3 1 3 16,1-2-3-16,0-1 0 0,0 0 1 16,0 0 1-16,3 0 1 15,-2-3 0-15,3-2 2 16,1-1-3-16,-2-3 0 16,1 2-1-16,-2-4 0 0,2 3 0 15,-1-3-1-15,-1 2 1 16,2 1-1-16,-1 0 0 15,0 1 0-15,1 2 1 16,-2 3-2-16,3 1 1 16,-3-1 0-16,1 2-1 0,0 0 1 15,-1 3 0-15,2 3-1 16,-2 2 1-16,1 2-1 16,0 1 3-16,-2 1-2 15,1 1-1-15,-1-1 2 16,-1-1 0-16,-2 0 3 0,1-2-3 15,-1-1 0-15,0-3 1 16,-1 2-2-16,2-2 0 16,-2 0-1-16,1-2-5 15,-1 0-32-15,2 0-29 16,0-3 1-16</inkml:trace>
  <inkml:trace contextRef="#ctx0" brushRef="#br0" timeOffset="-61259.89">16155 10122 123 0,'0'0'11'0,"0"0"18"0,0 0 3 0,0 0-16 0,0 0-9 16,0 0-4-16,0 0-3 15,0 0 1-15,0 0-1 16,0 0 2-16,0 0-2 16,15 22 1-16,-14-9 5 15,0 1-3-15,1 0-1 0,-2 1-1 16,1-2-1-16,1 0 1 16,-2-3-1-16,0 0 0 15,1-2 1-15,-1-2-1 16,0-2 1-16,1 1 0 0,1-2 0 15,1 0-1 1,0-2 0-16,0 0-2 16,4 0 3-16,0-1 2 0,2 0 4 15,2 0-5-15,1 0 2 16,0 0 0-16,-1-2 0 16,2-1 0-16,0 0 1 15,2-1-3-15,-2 2 0 0,-1 1-1 16,0 0-1-16,-3 0 1 15,0 1-1-15,-2 0 0 16,-4 0 0-16,0 0 0 16,-1 1-2-16,-2 3-19 15,0 2-47-15,-6-2-47 16</inkml:trace>
  <inkml:trace contextRef="#ctx0" brushRef="#br0" timeOffset="-60753.46">15891 10487 85 0,'0'0'22'0,"0"0"-5"0,0 0-3 0,0 0 6 0,0 0-1 15,0 0-6-15,0 0-1 16,38-3 2-16,-27 2-3 0,2-1-4 15,5 1-4-15,-1 0-2 16,1-1 0-16,2 1 1 16,1-1 2-16,1-1 1 15,1 0 1-15,0 2 2 16,-1-2-3-16,3 0-2 16,0 3 1-16,-3-2-3 0,0 2 0 15,-3 0-1-15,-3 0 1 16,-3 0-1-16,-3 0 0 15,-3 0 0-15,-2 0 0 16,-4 0 0-16,-1 2-3 16,0 1-9-16,0 2-12 0,-8 0-2 15,-3 0-46-15,-1-2-28 16</inkml:trace>
  <inkml:trace contextRef="#ctx0" brushRef="#br0" timeOffset="-60448.62">15989 10555 33 0,'0'0'17'0,"0"0"5"16,0 0 0-16,0 0 1 15,28 4-4-15,-15-4-1 0,0 0-2 16,0 0-3-16,3-1 2 16,1 0-3-16,1-1-4 15,2 1-2-15,0 0-2 16,1 0-1-16,0 1-3 16,3 0 1-16,0 0-1 15,0 0 0-15,0 1 0 16,-3 1-10-16,-3 1-60 15</inkml:trace>
  <inkml:trace contextRef="#ctx0" brushRef="#br0" timeOffset="-59059.97">10002 9833 99 0,'0'0'3'0,"-5"0"10"0,3 1-5 0,-3 1-3 15,2-1 3-15,-1 0 3 16,1 1-1-16,1 0-2 16,1-1-6-16,1-1-1 15,0 2-1-15,0-2 0 16,0 1 2-16,0-1-2 15,0 0-4-15,0 0 0 0,0 0 2 16,0 0 4-16,0-4-2 16,0 0 0-16,0-1 1 15,-4 2 2-15,1 1 3 0,-2 1-3 16,-3 1-2-16,3 0-2 16,-4 6 1-16,1 4 0 15,-2 6-1-15,1 0 1 16,3 2 1-16,0 0 1 15,2-3 1-15,2 0-1 16,2-4 1-16,0-3 0 0,0-2 1 16,3-2 0-16,0-1 2 15,1-2 2-15,1-1 0 16,-1 0 3-16,2-1 8 16,1-3-10-16,1-3-5 0,1 3-1 15,2-2-2-15,1 3-1 16,0-1-1-16,-2 2-27 15,2 0-76-15</inkml:trace>
  <inkml:trace contextRef="#ctx0" brushRef="#br0" timeOffset="-58063.14">10741 9809 10 0,'0'0'28'0,"0"1"-4"0,0-1 3 0,0 0-8 16,-1 0-12-16,1 0-5 15,0 0-2-15,0 2-16 16,-1-1-9-16,1 1 1 15,-1 0-21-15</inkml:trace>
  <inkml:trace contextRef="#ctx0" brushRef="#br0" timeOffset="-57675.59">10741 9809 127 0,'39'-30'5'0,"-39"28"1"15,0 1 1-15,0 1-6 16,0 0-1-16,0 6 0 16,0 4 6-16,0 6 2 15,0 1-2-15,1 3-2 16,0 3-2-16,2 0-1 0,0-2 0 16,-1-1-1-16,-1-2 0 15,0-2 0-15,-1-3 0 16,0 0 0-16,0-4-8 15,-2-1-28-15,-5-4-34 16</inkml:trace>
  <inkml:trace contextRef="#ctx0" brushRef="#br0" timeOffset="-57309.04">10673 9797 112 0,'0'0'3'0,"0"0"2"15,0 0-5-15,38-30 3 16,-25 24-2-16,3-1-1 0,0 3 0 16,0-2 1-16,2 3 0 15,-4 0 0-15,3 1 2 16,-2 0 1-16,1 2-3 16,-4 0 0-16,0 0-1 15,-2 5 0-15,0 0-2 0,-2 3 3 16,-5-1-3-16,-2 1-27 15,-1 1-75-15</inkml:trace>
  <inkml:trace contextRef="#ctx0" brushRef="#br0" timeOffset="-56682.07">10739 9932 213 0,'0'0'-1'0,"0"0"4"15,0 0-7-15,0 0 5 16,0 0 1-16,41 3 0 0,-23-4-2 16,4-2 2-16,1-2-3 15,0 0 0-15,3 0-25 16,-3-2-7-16,-2-1 17 16,-1 1 15-16,-3-1 1 0,-4 1 1 15,-5 1 2-15,-3 1 4 16,-3 2 13-16,-2 1 8 15,0 1-11-15,-2 1-9 16,-4 0-10-16,-4 4-2 16,-2 4 2-16,0 2 1 15,1 2 2-15,2 0-1 0,2-1 0 16,3 1 0-16,2-2 1 16,2-2-1-16,0-1 1 15,0-1 0-15,6-3 1 16,0-1-2-16,0-2-3 15,1 0 3-15,0 0-1 16,1-3 3-16,-1-3-2 0,-1-3 4 16,2-1-3-16,-1-3-1 15,-2 3 1-15,0-2-1 16,-2 2 0-16,1 3 0 16,-1 1 1-16,0 4-1 0,1 1-1 15,-1 1 1-15,1 0-2 16,-1 6-5-16,2 1 4 15,-1 2 5-15,1-1-1 16,-1 2 0-16,2-3-1 16,-2 0 1-16,3-3 0 15,0-1 2-15,1-1-2 16,1-2 0-16,2 0 1 0,-1-2 3 16,2-3-2-16,-1-3 0 15,2 1-2-15,-3-1 0 16,2 0 0-16,-1 1-2 0,-1 1-6 15,-1-1-57-15</inkml:trace>
  <inkml:trace contextRef="#ctx0" brushRef="#br0" timeOffset="-56387.34">11521 9860 94 0,'0'0'41'0,"0"0"-31"0,0 0-6 16,0 0-3-16,0 0 0 16,0 0-1-16,36 0-4 15,-25 0-49-15</inkml:trace>
  <inkml:trace contextRef="#ctx0" brushRef="#br0" timeOffset="-56262.38">11727 9830 158 0,'0'0'7'0,"0"0"3"0,0 0-7 16,0 0-3-16,0 0-4 15,34-2-60-15</inkml:trace>
  <inkml:trace contextRef="#ctx0" brushRef="#br0" timeOffset="-54867.47">12454 9714 78 0,'0'0'5'0,"0"0"9"0,0 0 2 0,0 0 4 16,0 0 4-16,0 0-4 16,0 0-14-16,0 0-5 15,0 0 0-15,0 0 1 16,8-3-1-16,-1 6-1 16,0-1 1-16,0 0-3 15,-2-2 3-15,0 0 0 0,-2 0 6 16,1 0 14-16,-4-4-4 15,1-1-7-15,-1 0-6 16,0 0-3-16,-4-1 0 0,-3 2-4 16,-2 0-7-16,-1 0 4 15,0 3 4-15,0 1 1 16,0 0 1-16,0 0 0 16,1 3 1-16,0 6 1 15,0 2-2-15,1 3 0 0,2 1 1 16,0 3 1-16,3-1-1 15,3 3 0-15,0-2 0 16,0 0 1-16,8-1-1 16,0-2 1-16,2-3-1 15,4-1 0-15,0-2 2 16,2-2-3-16,-1-3 1 16,3-3-12-16,1-1-24 0,-1 0-12 15,-1-8 7-15,0-2 12 16,1-3 14-16,-3-2 15 15,-3 2 4-15,-1-1 4 16,-4 1 3-16,-1 2 16 16,-6 1-5-16,0 3 14 0,0 2-10 15,-6 2-8-15,-2 2-5 16,-2 1-12-16,2 1-2 16,-5 7 1-16,3 2 0 15,0 1-1-15,3 0 1 16,0 1 0-16,5 0-1 0,0-1 1 15,2-2 0-15,0-2 0 16,4 1 1-16,3-5 1 16,3-2-6-16,0-1 3 15,1 0 3-15,1-7-7 16,1-1 11-16,-1-1-8 0,-2 1 3 16,-2 3 0-16,-2-1-1 15,-3 3 0-15,-2 2 0 16,-1 1 0-16,1 0-2 15,-1 0-4-15,2 4 9 16,1 2-4-16,0 1 0 0,0-1 1 16,1 1-1-16,1-3 1 15,-1 0-2-15,2-1 2 16,-2-2-2-16,0-1 1 16,0 0 0-16,1-7 3 15,-2-1-1-15,-2-4-2 0,0-3 1 16,-1-3 0-16,0 0-1 15,0-2 0-15,0 0 0 16,0 1-1-16,0 0-5 16,1 3-1-16,0 3 2 15,2 3 5-15,-3 3 0 0,1 3 2 16,-1 3-2-16,0 1-3 16,0 0-7-16,2 8 10 15,-1 2-1-15,1 4 1 16,2 2 1-16,1 2 0 15,2 2-1-15,-1 0 0 16,2-1 1-16,1 1-2 0,-2-1 1 16,-1-1 0-16,1-2 1 15,-4-1-4-15,-1-4-36 16,0-2-17-16,-2-4-2 16</inkml:trace>
  <inkml:trace contextRef="#ctx0" brushRef="#br0" timeOffset="-54711.09">12729 9797 108 0,'0'-4'-1'0,"4"1"5"0,4 0-4 0,2 0 4 0,1 0-4 15,2-2-1-15,2 1-29 16</inkml:trace>
  <inkml:trace contextRef="#ctx0" brushRef="#br0" timeOffset="-54538.95">12902 9727 211 0,'0'0'13'15,"0"0"-5"-15,0 0-9 16,0 0 7-16,33 0-6 15,-23 0-9-15,0 0-46 16,-1 1-10-16,-2 0 7 16</inkml:trace>
  <inkml:trace contextRef="#ctx0" brushRef="#br0" timeOffset="-54425.22">12972 9805 53 0,'0'0'16'0,"0"0"5"0,0 0-12 15,0 0-9-15,29-7-18 16</inkml:trace>
  <inkml:trace contextRef="#ctx0" brushRef="#br0" timeOffset="-54062.04">13038 9693 99 0,'0'0'14'15,"0"0"33"-15,0 0-6 16,0 0-33-16,0 0-8 15,0 0 0-15,0 0 2 16,3 8-1-16,2-3 0 0,2 2 0 16,2-2 0-16,-2 0 1 15,0-3-2-15,0-1 1 16,2-1 0-16,0 0 2 16,-2-4-1-16,3-2 2 15,-4-4-1-15,3 0-2 16,-4 0 1-16,-2 2-1 0,0 1 1 15,-2 2 0-15,-1 2 12 16,0 3-1-16,0 0-5 16,-2 4-13-16,-1 7 6 15,-2 3-2-15,3 3 2 0,0 2-1 16,1 0 1-16,1-1-1 16,0 1 0-16,0-2-1 15,0-3-4-15,3-2-10 16,-1-3-13-16,3-4-26 15,0-5-7-15</inkml:trace>
  <inkml:trace contextRef="#ctx0" brushRef="#br0" timeOffset="-53756.35">13224 9679 144 0,'0'0'6'0,"0"0"-7"15,0 0 1-15,0 0 1 16,0 27 1-16,0-15-2 16,0 2 1-16,0 0 0 15,3-3 0-15,2 2 2 0,0-3-1 16,3-1 0-16,-1-2 3 16,0-1 5-16,2-2-2 15,-1-2-3-15,-1-1-4 16,0-1-1-16,-1 0 0 15,-2 0-9-15,0-1-12 0,-2-4 12 16,-2 1 8-16,0 0-1 16,0-1 1-16,-6 0-9 15,0 1-29-15,0 0-18 16</inkml:trace>
  <inkml:trace contextRef="#ctx0" brushRef="#br0" timeOffset="-53685.57">13270 9767 14 0,'0'0'56'15,"0"0"-20"-15,0 0-27 16,0 0-7-16,0 0-7 15,0 0-38-15</inkml:trace>
  <inkml:trace contextRef="#ctx0" brushRef="#br0" timeOffset="-53535">13290 9678 122 0,'0'0'-3'15,"0"0"14"-15,0 0-4 16,0 0-2-16,0 0-2 15,0 0-2-15,-16-28-3 0,25 26-9 16,2-1-28-16,4 1-29 16</inkml:trace>
  <inkml:trace contextRef="#ctx0" brushRef="#br0" timeOffset="-53207.85">13441 9594 78 0,'0'0'18'16,"0"0"12"-16,0 0-18 0,0 0-3 16,0 0 3-16,0 0-9 15,0 0-4-15,0 0 2 16,-33 8-2-16,23 2 3 16,3 1 0-16,2 1-2 15,2 0 0-15,3-1 1 16,0 1-1-16,3-2 5 0,4-1-1 15,3 1 1-15,2-4 6 16,-1 0 11-16,1-1-9 16,-2-1-7-16,-2 0-2 15,-2 0-3-15,-4 0 0 16,-2 3-1-16,-5 0 0 0,-11 4 2 16,-7 2-1-1,-6 1-2-15,-8-1-38 0,-5-2-121 16</inkml:trace>
  <inkml:trace contextRef="#ctx0" brushRef="#br0" timeOffset="-49740.01">9516 10486 91 0,'0'1'4'0,"0"-1"-8"0,0 1 0 0,0 0-2 0,0-1 0 15,0 0 6-15,0 0-1 16,0 0-7-16,0 0-13 16</inkml:trace>
  <inkml:trace contextRef="#ctx0" brushRef="#br0" timeOffset="-49298.93">9516 10467 89 0,'0'0'37'16,"0"0"-33"-16,0 0-5 15,0 0 2-15,0 0 1 16,0 0-1-16,0 0 0 15,0 0 1-15,5 2 4 16,-3-2 5-16,3-2 3 0,-1-2-8 16,0-1-4-16,2-1-1 15,-2 0-1-15,1-1 1 16,-2 1-1-16,1-1 0 16,-4 2 0-16,0 0 2 0,0-1-1 15,0 4 12-15,-6-1-2 16,0 1-3-16,-1 2-6 15,-1 0-3-15,-1 0-1 16,0 7 3-16,-1 4-2 16,3 2 1-16,-2 2 0 15,3 2 0-15,2 0 0 0,3-1 0 16,1-3 0-16,0 0 0 16,3-5-1-16,4-1-1 15,3-3 2-15,3-1 1 16,0-3 0-16,4 0 0 15,-1 0-8-15,2-7-47 0,-1-1-19 16</inkml:trace>
  <inkml:trace contextRef="#ctx0" brushRef="#br0" timeOffset="-48871.34">9635 10467 49 0,'0'0'24'16,"2"-27"2"-16,-2 16-10 16,0 2 1-16,0 4 0 0,0 0 4 15,-1 5-4-15,0 0-9 16,-1 3-8-16,0 5 3 15,2 2-3-15,0 2 0 16,0 0 0-16,0-1 1 16,4-1 2-16,3-3-3 15,0-2 1-15,3-3 0 0,0-2 0 16,3 0 2-16,2-8-1 16,-4-3 1-16,2-1-2 15,-3-1 0-15,0-2 0 16,-2 3 0-16,-1 1 0 15,-4 1 0-15,-3 4 3 16,2 2-3-16,-2 1 3 0,0 3 0 16,0 0-5-16,0 6-5 15,0 2 3-15,0 3 4 16,0 5 0-16,0-1 0 16,0 3 0-16,0-3-1 0,0 3 0 15,0-2 0-15,0 0 1 16,0-2-1-16,0-1 0 15,0-2 0-15,-2-1 0 16,0-2 0-16,-4-2-2 0,-1 1 1 16,-2-1 5-16,1-2-1 15,-1 0-2-15,1-2-1 16,3-2-82-16</inkml:trace>
  <inkml:trace contextRef="#ctx0" brushRef="#br0" timeOffset="-47519.01">10560 10380 113 0,'-5'0'2'0,"3"0"0"0,1 0-2 16,-1 0 2-16,1 0-2 16,1 0 0-16,0-2 5 0,0-3 4 15,0 0 2-15,3 1-2 16,0-2 0-16,5 2-6 15,-1 0-3-15,2-1 0 16,1 3 0-16,0 0 0 16,0 1 0-16,-1 1 0 0,1 0-2 15,-1 0 2-15,-2 7-1 16,-3 1-1-16,0 2-3 16,-2 5-1-16,-2-2-2 15,0 4-8-15,-6-1 4 0,-3-3 10 16,1 0 0-16,-2-2 3 15,-2-3 3-15,3-1 5 16,1-1-4-16,-1 0-3 16,3-2-2-16,4-2 0 15,0 0 0-15,1-1-1 0,1-1 2 16,0 0-1-16,1 0 7 16,5 0 15-16,3-5 9 15,3 1-3-15,2-2-12 16,0 1-11-16,3 0-3 15,2-1-1-15,-3 4-1 16,1-1 0-16,2 1 0 16,-4 2-13-16,-3-2-55 0,-2-1-93 15</inkml:trace>
  <inkml:trace contextRef="#ctx0" brushRef="#br0" timeOffset="-47053.59">10820 10481 19 0,'0'0'21'0,"0"0"-10"0,0 0 15 0,0 0 0 15,32-28 0-15,-27 19 7 16,1-1-8-16,0-1-3 15,-1-2-8-15,1-1-6 0,-1-1-7 16,0-1 1-16,-2 0-2 16,-2-1 1-16,0 1-1 15,-1-1-1-15,0 1 1 16,0 1-2-16,0 1 4 16,0 1-2-16,0 3 0 0,-2 2-3 15,1 3 3-15,-1 2-2 16,1 3-3-16,-1 0 0 15,-1 0-9-15,2 8 15 16,-2 3-2-16,-1 1 2 16,2 5 2-16,1 1-1 15,1 0 1-15,0 0-1 0,0 0 0 16,6-1 2-16,-2 1-2 16,5-3-1-16,-1 1 0 15,0-2 0-15,2-3 0 16,1 1-1-16,2-4-7 0,-1 0-38 15,-2-3-25 1</inkml:trace>
  <inkml:trace contextRef="#ctx0" brushRef="#br0" timeOffset="-46237.6">11059 10408 137 0,'0'0'40'0,"0"0"-37"16,0 0 0-16,0 0-13 15,0 0-19-15,0 0 11 16,0 0 16-16,0 0-3 16,0 0 0-16,3-2 5 0,4 2 0 15,2 0 1-15,1-1-1 16,0-5 1-16,2 0-1 16,-2-2 0-16,0-2-2 15,0 0 2-15,-3 0 1 16,-2 2 1-16,-3 0 7 0,-2 1 6 15,0 2-3-15,-2 2-2 16,-6 1-8-16,-1 2-5 16,-2 0-2-16,-1 7-1 15,1 3 6-15,0 2 0 16,1 2 0-16,5-1 0 0,0 2 0 16,5-3-2-16,0-1 1 15,5-3-3-15,5-2-1 16,2-3 5-16,1-3 1 15,4 0 1-15,0 0 1 16,1-5 1-16,2-2-2 0,-3-4-1 16,-2 2-1-1,-1-2 0-15,-3-1 1 0,-2 1 1 16,-2-1 11-16,-3 1 2 16,-1 1-6-16,-3 3 1 15,0 1 1-15,0 2-7 0,0 2-3 16,-6 2-2-16,1 0 0 15,-4 5 1-15,2 4 0 16,0 2 0-16,3 1 0 16,-1 1 0-16,3 2 0 15,2 0 0-15,0 0 0 0,0 1 1 16,7 0-2-16,0-1-1 16,-1-2-1-16,1 0 0 15,0-2 1-15,-3-3 2 16,0 0 0-16,-1-3 0 15,-3-1 0-15,0-1 0 0,0-3 0 16,0 0 5-16,-1 0 5 16,-5 0-7-16,3-3 0 15,-1-4 1-15,2-3-3 16,2-2 2-16,0-4-4 16,2 1 1-16,6-4-2 15,2 2 2-15,5-1-1 0,-2 3-2 16,1 0 2-16,1 5-3 15,0 0-3-15,-3 4 5 16,0 2 1-16,-2 3 1 16,-3 1-1-16,-1 1-2 15,-1 9-1-15,-4 2 1 0,-1 2-4 16,0 0-28-16,0-2-22 16</inkml:trace>
  <inkml:trace contextRef="#ctx0" brushRef="#br0" timeOffset="-46085.24">11566 10423 124 0,'0'0'-25'0,"0"0"13"0</inkml:trace>
  <inkml:trace contextRef="#ctx0" brushRef="#br0" timeOffset="-45896.78">11881 10350 276 0,'0'0'21'0,"0"0"-15"15,0 0-5-15,0 0-1 16,26 1-3-16,-17-1-34 16,-2 0-28-16,0 0-27 15</inkml:trace>
  <inkml:trace contextRef="#ctx0" brushRef="#br0" timeOffset="-45271.93">12526 10264 116 0,'0'0'13'0,"0"0"-1"0,0 0 2 0,0 0 15 0,0 0-12 15,0 0-9-15,0 0-1 16,0 0 8-16,0 0-9 15,0 0-6-15,4-5 1 16,-4 2 1-16,0 1 2 16,0 0 6-16,0 1 0 15,-4 1-3-15,1 0-4 0,-4 0-3 16,1 5 0-16,-1 5 0 16,-2 3 1-16,3 0 0 15,1 2-1-15,5-2 0 16,0-1 0-16,0 0-1 15,7-2-2-15,3-3 1 0,1-1-3 16,3-2-11-16,4-2-19 16,-1-2-31-16,1 0 0 15</inkml:trace>
  <inkml:trace contextRef="#ctx0" brushRef="#br0" timeOffset="-44695.87">12679 10327 66 0,'0'0'8'15,"0"0"22"-15,25-33-5 16,-22 25 11-16,-3 1 5 15,0 3-22-15,-4 1-12 16,-3 3-1-16,-6 0-6 16,1 0 1-16,0 7-2 0,0 1 4 15,2 1-3-15,2 1 2 16,4-1-1-16,3 0-1 16,1-1-1-16,0-3-1 15,4 1-2-15,5-4-2 16,1 0 2-16,0-2 6 0,2 0-7 15,-2-3 13-15,0-4-5 16,0 2-1-16,-3 0 1 16,-2 2 0-16,1 1-2 15,-2 1-1-15,1 1-1 16,0 0 0-16,-2 0 2 0,4 1 1 16,-3 1-2-16,3 1 2 15,-1-1 0-15,1-1-1 16,0-1 0-16,0 0 0 15,0 0 1-15,0-3-2 0,3 0-1 16,-3-4 3-16,-2-1-2 16,1-2 1-16,0 0-1 15,-2-1 0-15,0-3 0 16,1 1 0-16,-2 0 0 16,1-4-1-16,1 2-2 15,-1 0 0-15,0 3-2 0,-1 3 1 16,0 2 4-16,-2 1 1 15,-1 6 1-15,0 0-4 16,0 5-12-16,0 4 6 16,0 3 12-16,0 5-2 15,0-2-2-15,0 1 2 16,5 1-1-16,0-1 2 0,3-1-3 16,-1-2 1-16,0-3 1 15,1 1-2-15,0-3-13 16,-3-2-50-16,-1-2-13 15</inkml:trace>
  <inkml:trace contextRef="#ctx0" brushRef="#br0" timeOffset="-44525.3">12869 10271 123 0,'0'0'3'0,"0"0"0"0,0 0-2 0,0 0-2 16,33-11 2-16,-18 10-3 16,-1 0-27-16,3-1-54 0</inkml:trace>
  <inkml:trace contextRef="#ctx0" brushRef="#br0" timeOffset="-44346.81">13098 10212 236 0,'0'0'22'16,"0"0"1"-16,0 0-16 15,0 0-6-15,0 0 0 16,0 0-2-16,26-11-23 16,-17 11-20-16,-1 0-30 0,-1 0-37 15</inkml:trace>
  <inkml:trace contextRef="#ctx0" brushRef="#br0" timeOffset="-44202.08">13108 10276 101 0,'0'0'3'16,"0"0"1"-16,0 0-3 16,0 0 2-16,0 0-1 15,0 0-2-15,0 0-10 16,0 0-49-16</inkml:trace>
  <inkml:trace contextRef="#ctx0" brushRef="#br0" timeOffset="-43727.5">13200 10227 78 0,'0'0'3'15,"0"0"-1"-15,0 0 0 16,0 0-1-16,9 34-1 15,-6-26 1-15,-1-2-1 16,-2-1 1-16,0-2 1 0,0 0 7 16,0-3-2-16,0 0 7 15,0 0 1-15,0-2-14 16,0-4-10-16,0-1-11 16,0-2 5-16,2 0 8 15,4 1 6-15,0-1 0 16,0 3 7-16,-1 0 9 0,1 3 2 15,0 1-4 1,0 2-8-16,-2 0-4 0,2 1 0 16,-1 4 4-16,1 1-2 15,0 1-2-15,0-2 0 0,0 0-1 16,-2-2 1-16,2-3 0 16,-2 0 16-16,0 0 29 15,1 0-12-15,-1-3-15 16,2-4-3-16,-2 0-6 15,1-2 1-15,-3 0-1 16,0 0-5-16,0-1 5 0,-1 0-6 16,-1 1-3-16,0 1-1 15,0 1-1-15,0 1-12 16,0 6-16-16,0 0-21 16,0 0-48-16,0 0 11 15</inkml:trace>
  <inkml:trace contextRef="#ctx0" brushRef="#br0" timeOffset="-43452.9">13395 10197 174 0,'0'0'-11'0,"0"0"9"0,0 0-11 0,0 0-13 0,0 0 16 0,0 0 6 16,32 23 4-16,-26-22 1 15,1-1 7-15,-3 0 24 0,0 0-4 16,0 0-1-16,-2-3-8 16,0 0-7-16,-1-4 0 15,-1 1-2-15,0-3 0 16,-1 1-6-16,-3 0 0 16,-3-1-3-16,2 4-1 0,-4-1-11 15,-1 4-43-15,-1 2-37 16</inkml:trace>
  <inkml:trace contextRef="#ctx0" brushRef="#br0" timeOffset="-43219.95">13264 10329 190 0,'0'0'6'16,"0"0"9"-16,0 0-9 15,34-12 1-15,-20 7-5 16,2 2-1-16,1-2 0 16,-1 2-2-16,2 1-22 0,-4-1-57 15</inkml:trace>
  <inkml:trace contextRef="#ctx0" brushRef="#br0" timeOffset="-43086.76">13297 10369 174 0,'0'0'5'16,"0"0"-11"-16,0 0 7 15,33-2-14-15,-11-5-29 0</inkml:trace>
  <inkml:trace contextRef="#ctx0" brushRef="#br0" timeOffset="-39509.75">3389 11464 45 0,'0'0'15'0,"0"0"-5"0,0 0 1 0,0 0 7 16,0 0-6-16,0 0-3 16,0 0 0-16,0 0-2 15,0 0-2-15,0 0 0 16,0 0-4-16,0 0-2 16,0 0 2-16,0-3-1 0,3 0 1 15,6-3 0-15,1-4 0 16,3-1 2-16,4-6 2 15,5-3 0-15,1-4 4 16,6-5-1-16,4-2-3 16,7-4-4-16,3-3-1 15,3 0-3-15,2-5-63 0</inkml:trace>
  <inkml:trace contextRef="#ctx0" brushRef="#br0" timeOffset="-37822.91">9083 9074 49 0,'0'-4'12'0,"0"0"9"0,0 1 1 0,0 0-1 0,0 1-1 16,0 0-3-16,0 1-8 15,0 0-3-15,0-1-1 16,0 2-3-16,0 0-1 15,0 0-4-15,0 0-4 16,0 0-5-16,0 0-9 0,0 0 11 16,-3 0 7-16,-1 0 9 15,0 0-8-15,0 0 7 16,1 0 6-16,1-2 8 16,2 1 3-16,6-3-14 15,10 0-8-15,6-2-15 0,8-4-28 16,7-4-55-16</inkml:trace>
  <inkml:trace contextRef="#ctx0" brushRef="#br0" timeOffset="-36791.06">10171 8421 91 0,'0'0'-4'0,"0"0"7"0,0 0-2 0,0 0 0 15,12-28 6-15,-12 25 7 16,0 1 8-16,0 0-3 15,0 1 3-15,0-1 0 0,0 2-12 16,0 0-8-16,2 0-3 16,0 2 0-16,-1 4 1 15,2 2 0-15,-1 3 0 16,3 2 0-16,-3 0 0 16,1 4 0-16,-2-2 0 15,0 0 0-15,1-1 1 0,-2 0-2 16,0-1 2-16,0-2-1 15,0-1 1-15,0 0 0 16,1 0-1-16,1-3 0 16,2 0 2-16,0-3-2 15,1 1 2-15,0-2 0 0,3-1 4 16,1-1 2-16,3-1-3 16,1 0 0-16,0 0-4 15,4 0-1-15,0 0 1 16,3 0-2-16,-2-2-18 15,3-1-29-15,-1-1 2 0,-2 0 1 16,-2-1-26-16</inkml:trace>
  <inkml:trace contextRef="#ctx0" brushRef="#br0" timeOffset="-36335.06">10549 8497 99 0,'0'0'22'16,"0"0"9"-16,0 0-7 15,0 0-13-15,0 0-7 16,0 0-3-16,0 0 0 16,0 0-2-16,-36-25 7 0,26 29-5 15,-3 3 1-15,1 1 2 16,0 3-3-16,2 1 1 16,3-1-1-16,1 1 1 15,4-1-1-15,2-2 0 16,0-1-1-16,1-3 2 0,5 0-1 15,1-4 0-15,0 0 5 16,2-1-1-16,0 0 1 16,-2-4-3-16,-2-2-1 15,1-1-1-15,-3-2 0 16,-1 0 0-16,-1-1-1 16,-1 1 0-16,0 1 1 0,0 2-1 15,0 1 1-15,0 2-1 16,0 2 1-16,1 1-2 15,1 0-5-15,1 2 5 16,1 5 0-16,2-1 1 16,-1 3 1-16,3-2-1 0,1 0 0 15,-1-2 0-15,2-1-2 16,0-2-2-16,3-2-4 16,-1 0-10-16,-1 0-11 15,1-7-3-15,1-4-13 16</inkml:trace>
  <inkml:trace contextRef="#ctx0" brushRef="#br0" timeOffset="-35846.94">10639 8317 69 0,'0'0'15'0,"0"0"2"0,0 0-5 0,0 0-12 0,0 0 1 15,0 0 2-15,0 0 2 16,5 30 3-16,-2-15 0 16,2 1-6-16,0 2 0 0,0 0 1 15,-1-1-3-15,-1-2 1 16,1-2-1-16,-1-3 1 16,-2-3 0-16,1-1 0 15,-1-2 1-15,2-3 2 16,-2-1 6-16,2 0 26 0,3-3-6 15,0-5-22-15,4 1-5 16,-1-3-2-16,2 3 0 16,0-1-1-16,1 3 1 15,0 0-2-15,0 3 1 16,-2 2 0-16,1 0 0 16,-4 0 0-16,0 2-1 15,-1 4-1-15,-3 3 0 0,-3-1 1 16,0 1 0-16,0-1 1 15,-8 2 1-15,-3-2 1 16,0 0-1-16,-4-1-1 16,-1-1 3-16,3-2-2 0,3 0 1 15,0-2-1-15,4-2-1 16,5 0-1-16,1 0-11 16,2-3-21-16,7-4-53 15</inkml:trace>
  <inkml:trace contextRef="#ctx0" brushRef="#br0" timeOffset="-35488.69">10883 8449 117 0,'0'0'6'0,"0"0"-6"0,0 0 0 0,0 0 1 15,0 0 1-15,0 0 2 16,0 0 3-16,0 0 0 15,29 8 6-15,-20-8-5 16,-3-5-3-16,1-1 0 0,0 0-1 16,-3 0 5-16,-1 0-1 15,-2 0-2-15,-1 0-2 16,0 3 1-16,0-1-3 16,-2 3-2-16,-1 1-1 0,-3 0 1 15,0 5-1-15,0 3 1 16,1 2 0-16,1-1 1 15,2 4-1-15,2-2-1 16,0-1 1-16,2 1 0 16,6-3 0-16,2-1 0 15,3-1 2-15,3-2-2 0,0-1 0 16,0-3-28-16,-2 0-46 16</inkml:trace>
  <inkml:trace contextRef="#ctx0" brushRef="#br0" timeOffset="-35182.42">11016 8198 86 0,'0'0'13'0,"0"0"-13"0,0 0 7 16,4 41 7-16,-3-24 1 15,-1 4 4-15,0 1-8 0,0 2-5 16,2 0-3-16,-1-1-2 16,3 0 1-16,-4 2 0 15,3-4-2-15,1-1 1 16,-1-1-1-16,0-3-7 15,1-4-30-15,0-5-24 0</inkml:trace>
  <inkml:trace contextRef="#ctx0" brushRef="#br0" timeOffset="-34669.87">11131 8214 136 0,'0'0'-7'15,"0"0"27"-15,0 0-15 16,0 0-5-16,0 0-1 16,0 0 2-16,0 0 0 15,-1 34 1-15,-2-18 0 16,1 2-1-16,1 2 0 0,1 0-1 15,0 0 1-15,0-2-1 16,4 2 3-16,0-4-1 16,2-2 3-16,3-1 0 15,-1-4 1-15,3-2 1 16,2-2 2-16,1-1 0 16,2-4-2-16,-1 0-3 0,3-2 0 15,-3-5-3-15,1-3 0 16,-3-1 0-16,-2-3 0 15,-2 1 1-15,-2 0 0 16,-2 3-2-16,0 1 0 0,-4 3 1 16,1 1 1-16,-2 4 6 15,0 1-3-15,0 0-9 16,0 3 2-16,0 3 1 16,2 1 3-16,-1 3-2 15,5-2 0-15,-1 2 1 16,3-3 0-16,0 0-1 0,4-2-1 15,-1-1-20-15,0-4-52 16,0 0-26-16</inkml:trace>
  <inkml:trace contextRef="#ctx0" brushRef="#br0" timeOffset="-34527.42">11411 8263 121 0,'0'0'38'0,"-9"-28"11"0,7 17-28 15,-1 5-11-15,1 3-8 0,2 3-3 16,0 3-55-16,0 5 7 16,0 1-28-16</inkml:trace>
  <inkml:trace contextRef="#ctx0" brushRef="#br0" timeOffset="-34036.36">11467 8363 146 0,'0'0'-17'16,"0"0"22"-16,0 0-5 15,0 0 1-15,0 0 0 0,0 0 5 16,3-29 4-16,-3 25 9 16,0 1 8-16,0 1-13 15,2 2-4-15,-1 0-8 16,3 0-2-16,1 5-1 15,-1 2 0-15,2 3-3 0,-1 0 2 16,0-2 1-16,-1 4 0 16,1-4 0-16,-4-1 1 15,1-1 0-15,0-3 0 16,-1-2 0-16,-1 0 1 16,0-1-1-16,0 0 21 0,0-3-5 15,0-2-14-15,0-3-2 16,0-1 0-16,0-1 0 15,0-1 0-15,4 1 1 16,-1-2-2-16,4 4 0 16,1 0 2-16,-1 1 0 0,2 4-1 15,0 3 0-15,0 0-1 16,-1 0-1-16,-1 5-2 16,1 3-4-16,-1 0 4 15,-3 2 1-15,3 0 2 16,0-1-4-16,0-1-7 15,1 0-13-15,2-2-13 0,2-2 1 16,-1-3-4-16,2-1-16 16</inkml:trace>
  <inkml:trace contextRef="#ctx0" brushRef="#br0" timeOffset="-33459.93">11722 8371 7 0,'0'0'40'0,"0"0"-13"0,32-37-6 0,-25 23-3 0,-1 0-3 0,-4 1-2 0,-2 1-2 0,0 2 2 16,0 0-6-16,-7 3-5 15,0 1 0-15,0 4-1 16,1 2-3-16,-1 0 7 0,0 2-5 16,0 6 0-16,4 2-1 15,0 0 1-15,3 0-2 16,0-1 2-16,2 1 0 16,3-3-1-16,3-2 1 15,2 0 0-15,0-3 0 16,0-1 2-16,0-1-1 0,2 0 2 15,-4 0-2-15,-1-5 2 16,-2 0-1-16,-2-3 3 16,-1 0 2-16,0 1-2 15,-2 1-4-15,0-1 1 16,0 3-1-16,0 1-1 0,0 0-3 16,0 3 0-16,0 0-21 15,1 2 3-15,1 4 20 16,0 3-1-16,3 2 4 15,-2 4-4-15,2 0 2 16,2 3 2-16,-2 2-2 16,2 0 0-16,2 1 0 0,-2 1 0 15,0-1 1-15,0-1 0 16,0-2 0-16,-5 1 1 16,1-2 1-16,-2-2-2 15,-1-2 3-15,0-1 0 0,-2-2 1 16,-4-2-1-16,-4-2-1 15,0-2-1-15,-2-2 1 16,-2-2-2-16,2 0 5 16,1-7-2-16,3-2 10 15,1-3 5-15,3-4-6 16,4-1-7-16,0-2-3 16,4-2-3-16,8-2 2 0,3-2-3 15,7-1-26-15,5-2-71 16</inkml:trace>
  <inkml:trace contextRef="#ctx0" brushRef="#br0" timeOffset="-24169.85">6931 12539 45 0,'0'1'5'0,"0"-1"-5"0,0 2-2 16,0-2 2-16,0 0 0 15,0 0 2-15,-2 0 10 0,2 2-10 16,-1-1 1-16,1 0-3 15,0 0-1-15,0 2-14 16,0-1-20-16</inkml:trace>
  <inkml:trace contextRef="#ctx0" brushRef="#br0" timeOffset="-23619.97">6931 12539 42 0,'0'0'24'0,"0"0"-7"16,0 0-9-16,-3 17-8 15,3-17 1-15,0 0 2 16,0 0-3-16,0 0 1 15,0 0-1-15,0 0 0 0,0 1 1 16,0-1-1-16,3 1 0 16,1 0 2-16,2-1-2 15,1 0 0-15,3 0-2 16,0 0 2-16,3-2-5 16,1-2 10-16,2 0-5 0,3 0 3 15,1-1 1-15,2 0 2 16,1-1-1-16,0 0-1 15,6 0-2-15,0-2-1 16,3 1 0-16,2-1 0 0,4-2 0 16,0 0 2-16,4 0 2 15,0 0-1-15,2 0 0 16,0 1 0-16,2-1-1 16,-2 0-1-16,1 0 1 15,0 0-1-15,0 0 0 16,-1-2 0-16,1 2-1 0,0-1 0 15,-2 1 1-15,0 0 2 16,1-1 6-16,-2-1 3 16,0 1-1-16,-1-1-4 15,-2 0-1-15,0 0 2 16,-3 1-4-16,-1 1-4 16,-3-1 2-16,-1 2-2 0,-1 0 2 15,1-1-1-15,-4 1 0 16,-1 1-1-16,-3 1-1 15,-4 0 1-15,-1 2-1 16,-7 2 0-16,-1-1 0 16,-1 2 0-16,-4 2 0 0,-2 0-10 15,-3 0-41-15,0 0-39 16</inkml:trace>
  <inkml:trace contextRef="#ctx0" brushRef="#br0" timeOffset="-22944.33">8433 12025 59 0,'0'0'1'0,"0"0"1"0,0 0-1 15,0 0 2-15,0 0 4 0,0 0 1 16,0 0-2-16,0 0-1 16,32 18 2-16,-27-15-3 15,3 1 2-15,-1-1-1 16,2 1 5-16,1 0-4 15,0-2 1-15,1 3 0 0,1-2-6 16,0-2 1-16,-1 1 0 16,2 0-1-16,-3-2 0 15,1 2 0-15,-1-2-1 16,0 1 1-16,-2-1 0 16,-2 1 0-16,0 0 1 15,-3 0-2-15,1 1 0 0,-3 0 0 16,-1 0 0-16,0 2-2 15,0 0 7-15,0 0 0 16,-1 2-3-16,-4 2 6 16,1 1-4-16,-2 1 1 15,1 2-3-15,0 0 0 0,0 1-1 16,0 0 0-16,0-1-1 16,1 1 1-16,-1 0 0 15,0-1-2-15,0 2-8 16,0-1-27-16,-2-1-13 15</inkml:trace>
  <inkml:trace contextRef="#ctx0" brushRef="#br0" timeOffset="-22388.77">8470 12060 54 0,'0'0'18'0,"0"0"-12"0,0 0-2 0,0 0-3 0,0 0-1 16,0 0 2-16,0 0 2 15,0 0 2-15,12 39-2 16,-7-25 3-16,-1 3-3 16,2-1 0-16,-2-2 1 0,2 2 3 15,-1-3 0-15,1-1-4 16,0-1 1-16,0-1-2 16,-2-2-2-16,0 2 0 15,0-2-1-15,-1-1 0 16,-1-1 1-16,0-1-1 0,1-1 0 15,-3-1 1-15,4 0-1 16,0-1 1-16,-1-1-4 16,1-1-17-16,-1 0-5 15,-1-2-30-15</inkml:trace>
  <inkml:trace contextRef="#ctx0" brushRef="#br0" timeOffset="-22090.23">8592 12082 67 0,'0'0'2'0,"0"0"0"15,0 0-2-15,0 0-2 16,0 0 2-16,0 0 7 15,0 0 5-15,2 31-1 16,-2-21-7-16,0 1 0 16,2 2-3-16,1-1 0 15,-1-1 0-15,1 0 0 0,-1-2-1 16,-1 1-1-16,-1-3-1 16,0-1-6-16,0-2-13 15,0-3-58-15</inkml:trace>
  <inkml:trace contextRef="#ctx0" brushRef="#br0" timeOffset="-21857.34">8556 12130 99 0,'0'0'13'0,"0"0"-19"16,0 0 6-16,0 0 1 15,0 0 0-15,3 30-1 16,1-21 0-16,-1 0 1 16,1-2 0-16,-1 2 0 0,1-2-1 15,-1 0 0-15,0-2 1 16,-2 1-2-16,2-3-10 16,-3-2-33-16</inkml:trace>
  <inkml:trace contextRef="#ctx0" brushRef="#br0" timeOffset="-21622.11">8567 12146 1 0,'0'0'9'0,"0"0"14"16,0 0-6-16,0 34-1 15,0-25-5-15,0 1-3 16,0-1-3-16,0 0-1 16,0-3-3-16,0 1 0 0,0 1-1 15,-2-5-6-15,0-1-18 16,1 0-42-16</inkml:trace>
  <inkml:trace contextRef="#ctx0" brushRef="#br0" timeOffset="-21412.02">8535 12170 110 0,'0'0'4'0,"0"0"9"16,0 0-14-16,0 0 2 16,0 0 0-16,0 0 0 15,0 0 0-15,0 0-1 16,17 28 2-16,-15-21-4 15,1-2-1-15,-3 0-12 16,0 0-9-16,0-3-22 16</inkml:trace>
  <inkml:trace contextRef="#ctx0" brushRef="#br0" timeOffset="-21173.24">8542 12076 44 0,'0'0'6'0,"0"0"7"16,0 0 0-16,0 0-3 16,5 34 1-16,-2-23-6 15,-1 1-3-15,2-1 0 16,0 0-2-16,-1-1 1 15,1-1-4-15,-2-3-7 16,-1-2-21-16</inkml:trace>
  <inkml:trace contextRef="#ctx0" brushRef="#br0" timeOffset="-21003.65">8563 12096 91 0,'0'0'6'15,"0"0"5"-15,0 0-9 16,0 0-3-16,0 0 0 16,0 0 1-16,0 0-6 0,19 28 1 15,-12-18-8-15,-1 0-20 16</inkml:trace>
  <inkml:trace contextRef="#ctx0" brushRef="#br0" timeOffset="-20811.33">8602 12118 103 0,'0'0'1'0,"0"0"2"0,0 0-2 15,0 0-1-15,0 0-1 16,-10 28-2-16,10-17-11 15,2 0-18-15</inkml:trace>
  <inkml:trace contextRef="#ctx0" brushRef="#br0" timeOffset="-15759.57">7983 4247 175 0,'0'0'28'0,"0"0"-25"0,0 0-1 0,0 0 0 16,0 0-1-16,0 0 0 15,0 0 1-15,0 0-1 0,0 0-1 16,0 0 0-16,0 0-1 16,22 17 0-16,-19-10 0 15,0 2 0-15,-2 3 0 16,2 3 1-16,0 1 1 16,1 3-2-16,0 0 1 15,1 3 1-15,1-1-1 16,-1 2-1-16,0 2 2 0,0 1-1 15,0 1-1-15,-1-2 1 16,-1 0-1-16,0-5-2 16,-1-3-13-16,2-5-4 15,-1-7-20-15,0-5-28 0</inkml:trace>
  <inkml:trace contextRef="#ctx0" brushRef="#br0" timeOffset="-15454.18">8079 4240 236 0,'0'0'9'0,"0"0"-13"0,0 0 5 0,14 37 0 16,-9-20-1-16,3 4 0 0,-1 2 0 15,0 2 1-15,1-2-2 16,-1-1-4-16,-3 1-9 16,2-5 1-16,-3 0-6 15,-2-2 3-15,-1-3-20 16,0-4-32-16</inkml:trace>
  <inkml:trace contextRef="#ctx0" brushRef="#br0" timeOffset="-12862.19">1991 3495 20 0,'0'0'25'0,"0"0"-7"0,-7 41-5 0,6-26-1 16,-1 3-1-16,0 1-8 15,2 3-1-15,-2 3 2 16,2 1-3-16,0 4 1 15,2 2-1-15,2 2 0 16,2 2 0-16,0 4 0 0,2 3-1 16,-2 1 0-16,3 3 0 15,-1 2 0-15,2 2 0 16,0 2 1-16,1 2-1 16,-1-1 1-16,-2 3 1 15,2-1 0-15,-2 1 0 0,0 1 9 16,-1 0 4-16,0 0-6 15,-2 1 4-15,2 2-5 16,-1 3-1-16,0-2-2 16,0 2 0-16,1-2-2 15,0 0-2-15,0-2 0 0,1-6-1 16,-3 1 0-16,1-6 1 16,-2-1-1-16,-1-3 0 15,-1-2 0-15,-1-2 0 16,1-3 0-16,-1-2 1 15,2-3-1-15,-2-1 0 0,2-2 0 16,0-1 0-16,0-1-1 16,-2 0 1-16,-1 0 0 15,0-2 0-15,0 0 0 16,0-1 0-16,0-1 0 16,0-1 0-16,0 0 0 0,-3-1 0 15,1-2 0-15,0 0 0 16,1-2 0-16,1 1 0 15,0-3 0-15,0-1 0 16,0-1 0-16,5 2 1 16,1-2-1-16,3 0 0 0,1 0 0 15,2 1-2-15,2 0 3 16,2 0-1-16,1 1-1 16,1-3-1-16,3-1-1 15,0 0 0-15,3-3 1 16,2 0 2-16,1-1 2 0,6-1 0 15,2-1-1-15,4-1 1 16,3 0 0-16,2-2-1 16,3 2 1-16,3-2-1 15,2 0-1-15,2 1 1 16,3-2-1-16,3-2 1 0,4 0 1 16,-1 0-1-16,5-2 1 15,2-3 0-15,0-2 2 16,4 0 1-16,-1 1-2 15,3 0-1-15,3 0 0 16,1 2 0-16,3 0-2 0,1 1 0 16,6 1 0-16,1-1 0 15,6 2 0-15,2-1 0 16,3-1 1-16,3-1-1 16,3 0 0-16,1 0 0 15,-1-2 0-15,3 1 0 16,0 0 2-16,0 0-2 0,-3 0 7 15,2 1 11-15,-2-1-3 16,-2 0-7-16,-2 0-1 16,-1 0 1-16,-3 0-4 15,-1 1-2-15,-2-1-2 0,-3 0 0 16,-7-3-9-16,-9-4-72 16</inkml:trace>
  <inkml:trace contextRef="#ctx0" brushRef="#br0" timeOffset="-11288.55">2256 3564 81 0,'20'-9'3'0,"2"1"1"0,-1 0 5 15,3 1-4-15,-2 1 0 16,1 0-3-16,3 0-1 15,2 3 0-15,5-2-1 0,3 1 1 16,3 1-1-16,4 2 0 16,2 0 0-16,4 0 0 15,4 0 0-15,3 0 1 16,5-1-2-16,5-1 2 0,6 0-1 16,3-4 2-16,6 1 2 15,4-2 1-15,4-1 1 16,7-2 0-16,1 1-1 15,3 0 2-15,4-2-1 16,3 1 0-16,3 1-1 16,2 0-3-16,2 1 2 0,2 0-3 15,1 0 0-15,3 1 0 16,0 0-1-16,1 0 0 16,3-1 1-16,0-2-1 15,0 1 1-15,0-2-1 16,-2-1 1-16,-1 1 1 15,-4-1 3-15,-3 0 3 0,-7 3 3 16,-3-1-2-16,-8 2-3 16,-3 2-1-16,-4-1-1 15,-3 2 0-15,-4-2-1 16,-3 0 1-16,-5-1-1 0,-2-1 0 16,-5 0 4-16,-3-2-3 15,-6 1-1-15,-2 1 1 16,-4 1-2-16,-7 1-1 15,-4 2 0-15,-3 1 0 16,-5 2-1-16,-4 3 1 16,-6 0-1-16,-1 0 0 0,-5 4 0 15,-3 5-1-15,0 1 1 16,-2 3-2-16,0 3 1 16,-2 5-5-16,-2 4 4 15,-1 4 0-15,1 4 0 16,-3 2 1-16,0 6 0 0,0 4 1 15,2 1 1-15,1 5 0 16,1 1-1-16,1 2 0 16,1 4 0-16,3 0 1 15,-3 3-1-15,3 0 0 0,-1 3 1 16,-1 2-1-16,0 0 0 16,-2 3 0-16,0 3 0 15,-2 2 0-15,1 3 0 16,-2 2-5-16,-1 3-2 15,-1-1-1-15,2 0 2 0,-2 1 4 16,-2-1 1-16,0-4 2 16,1 0-1-16,-4-3 0 15,0-1 1-15,0-4 0 16,-5 0 2-16,-2-1 0 16,0-5 0-16,0-2 0 15,1-3-1-15,1-4-1 16,0-4 0-16,0-4 0 0,2-3 1 15,0-3-1-15,-1-4-1 16,2-3 0-16,-1-1 0 16,0-6 0-16,1-4-3 15,-2-3-1-15,1-4 1 0,0-5 3 16,-2-3-1-16,0-1 1 16,0-1-1-16,-2 0 1 15,1 2 0-15,-3-2 0 16,2 1 1-16,-1 0-1 15,3 1 0-15,-2-1 0 0,2 2 1 16,0-1-1-16,-2 2 0 16,2 1 0-16,-3 1 0 15,2 0 1-15,-3 0-2 16,-1 0 0-16,-2 0-1 16,-3-1-2-16,-5 0 1 0,-1-2 2 15,-5 0 0-15,-9-1 1 16,-6 1 0-16,-10 1 1 15,-12 3-2-15,-14 3-3 16,-15 4-55-16,-16 4-18 16</inkml:trace>
  <inkml:trace contextRef="#ctx0" brushRef="#br0" timeOffset="-5312.63">12314 12189 47 0,'11'0'9'0,"-2"0"-2"0,-2 0 12 0,0 0-1 0,0 0 8 15,-3 0 3-15,3 1 4 16,-3 1-13-16,5-2-10 15,-1 1-4-15,4 1-3 16,0-2-2-16,3 0-1 16,1 1 0-16,1 0 0 15,3-1 1-15,2 0-1 0,2 0 7 16,6 0 8-16,1-2 0 16,4-3-6-16,3 0-2 15,2 1 0-15,2 0-6 16,0-1 0-16,2 2-1 15,2-1 1-15,-2 0-1 0,3 2 1 16,-1-2-1-16,3 0 0 16,-1 0 1-16,-1-1-1 15,2 1 0-15,-4 0 0 16,-1 2 1-16,-3 0-2 16,-3 1 1-16,-6 1 1 0,-3 0-1 15,-6 0 2-15,-3 0-2 16,-6 0 0-16,-3 0 9 15,-5 0 3-15,-2 0-3 16,-2 0 0-16,-2 0-1 16,0 0-2-16,0 0-2 15,0 0 1-15,0 0-1 16,0 0-1-16,-4 0-3 0,1 0-1 16,0 0 0-16,1 0-3 15,-1 2-9-15,2 1-13 16,1 1-26-16,0-2-41 0,0-1-50 15</inkml:trace>
  <inkml:trace contextRef="#ctx0" brushRef="#br0" timeOffset="-3584.97">17319 10238 130 0,'-6'0'2'0,"2"0"5"0,0-4 15 0,1-2-7 0,1 2-2 15,-1-1 3-15,0 1 3 16,3-3-5-16,0 2 0 15,0-1-9-15,0-2-4 0,6-1-5 16,4-2 4-16,3-1 3 16,5-3-2-16,6-2-1 15,6-2-1-15,8-3 3 16,4 0-2-16,7-2 5 16,9-2-3-16,4-2 2 0,8-1 2 15,4-3-1-15,6-1 0 16,5-1 2-16,5 0 1 15,1 1 1-15,2 1 0 16,1 3-2-16,0 1-2 16,-2 1-3-16,-4 3-2 15,-7 1 2-15,-7 2-2 0,-10 3 0 16,-9 2 0-16,-11 2 0 16,-10 3-3-16,-8 1-24 15,-7 2-26-15,-12-1-85 16</inkml:trace>
  <inkml:trace contextRef="#ctx0" brushRef="#br0" timeOffset="-3407.52">18947 9461 190 0,'0'0'6'0,"0"0"8"0,0 0-5 15,40-6-2-15,-25 6-2 16,-1 0-4-16,0 8-1 15,-4 4 0-15,-3 4-1 16,-5 4-6-16,-2 0-30 16,-3 0-50-16</inkml:trace>
  <inkml:trace contextRef="#ctx0" brushRef="#br0" timeOffset="-3029.5">20013 9253 106 0,'0'0'40'16,"0"0"-39"-16,0 0-1 16,-5 30 2-16,5-17 0 15,0 4-1-15,0 0-1 0,0 2 1 16,5-2-1-16,-1 1 1 15,2-2-1-15,-1-2-2 16,1-1-11-16,-2-2-17 16,-2-4-37-16</inkml:trace>
  <inkml:trace contextRef="#ctx0" brushRef="#br0" timeOffset="-2638.62">19978 9217 187 0,'0'0'1'0,"0"0"12"16,0 0 2-16,0 0-8 0,0 0-2 15,0 0-4 1,37-25-1-16,-27 25 2 0,3 0-2 15,0 1 4-15,2 5 0 16,-1 1-1-16,3 2-2 16,2 1 0-16,-2 2-1 15,1 4 1-15,-1 1-1 0,-1 1 0 16,-1 2 0-16,-4-2 0 16,-4 2 2-16,-1-2-2 15,-5 0 1-15,-1-3-1 16,-3 0 1-16,-7-1 0 15,-4-2 1-15,-2 0-1 0,-2-1 1 16,-1-1 0-16,3-1-2 16,1-2-6-16,3-3-24 15,4-4-47-15</inkml:trace>
  <inkml:trace contextRef="#ctx0" brushRef="#br0" timeOffset="-2268.07">20308 9354 165 0,'0'0'-6'0,"0"0"6"16,0 0 0-16,0 0 1 16,0 0 1-16,0 0 3 15,0 0 13-15,27 5 0 16,-19-5 0-16,-3 0-10 15,4-5-5-15,-2 0 2 0,-3-1 5 16,3-2-5-16,-5-1 0 16,-1 1 0-16,0 1-1 15,-1-1-2-15,0 3-1 16,-3 2 2-16,-5 1-4 16,1 2 2-16,-2 0 2 0,1 5-4 15,1 3 2-15,3 0 0 16,0 2 0-16,4-1 0 15,0 2-1-15,0-1 0 16,5 0 1-16,4-1-2 16,2 0-12-16,1-5-28 0,2-1-62 15</inkml:trace>
  <inkml:trace contextRef="#ctx0" brushRef="#br0" timeOffset="-1912.6">20484 9321 203 0,'0'0'2'0,"0"0"-4"16,0 0 1 0,0 0 0-16,0 0 1 0,0 0 0 15,0 0-3-15,0 0 8 16,0 0-5-16,35 3-1 15,-25-9-3-15,-3-1 1 16,0 2 3-16,-3 0 1 0,0 1-1 16,-4 1 0-16,0 2 0 15,-8 1-6-15,-2 0 2 16,0 2 5-16,0 4 1 16,1 1 1-16,4 1 0 0,0 0 0 15,5 0-3-15,0-1 0 16,5 0 1-1,5 0 1-15,2-3-1 0,4 0 2 16,1-2-12-16,1-2-72 16</inkml:trace>
  <inkml:trace contextRef="#ctx0" brushRef="#br0" timeOffset="-1701.23">20681 9278 103 0,'0'0'14'16,"0"0"22"-16,0 0 1 15,0 0-18-15,0 0-19 16,0 0-1-16,0 0 2 0,-8 35 0 16,3-13-1-16,2 2 1 15,2-1-1-15,0 0 1 16,-1-1-1-16,2-4 0 16,0-1-2-16,0-3-8 15,0-1-4-15,3-6-24 16,0-3-21-16</inkml:trace>
  <inkml:trace contextRef="#ctx0" brushRef="#br0" timeOffset="-1492.03">20715 9264 215 0,'0'0'3'0,"29"-17"6"16,-12 13 2-16,0 4-4 15,-2 0-2-15,-2 1-4 0,-3 8 0 16,-3 4-2-16,-6 4-3 16,-1 1 0-16,-5 2-1 15,-8 0-8-15,-6-2-17 16,-1-2-24-16,-4-5-15 16</inkml:trace>
  <inkml:trace contextRef="#ctx0" brushRef="#br0" timeOffset="-993.37">21218 8927 145 0,'0'0'8'15,"0"0"29"-15,0 0-11 16,0 0-7-16,0 0-13 15,0 0-3-15,0 0-3 16,0 0-1-16,1 27 1 0,1-12 0 16,-2 3 1-16,1 2-1 15,0 0 0-15,-1 1 1 16,1 0-1-16,-1-2 0 16,0 0 0-16,0-1 2 15,1-2-2-15,1-3 1 0,2-1 1 16,2 0 1-16,2-1 3 15,2-2 5-15,5-1 0 16,1-1-3-16,4-1-3 16,2 0-2-16,1-1-2 15,3-1-1-15,-3-3-4 16,2-1-31-16,0 0-59 0</inkml:trace>
  <inkml:trace contextRef="#ctx0" brushRef="#br0" timeOffset="-616.6">21603 9178 130 0,'0'0'0'16,"0"0"2"-16,0 0 1 0,0 0 16 15,0 0 16-15,0 0-3 16,0 0-9-16,0 0-12 15,0 0-5-15,30-14-3 16,-19 8-3-16,-3-1 0 16,-1 2-2-16,-2-2 1 15,-3 1-1-15,0-2 2 0,-2 3-2 16,0 0 6-16,-4 0-4 16,-4 3-2-16,-2 2 5 15,-1 0-3-15,-1 0 2 16,-1 5-2-16,2 5-2 15,0 0 4-15,5-1-2 0,1 2 0 16,3 0-2-16,2-1 2 16,0-1-3-16,9 0 0 15,3-1-12-15,5-2-15 16,1-3-33-16,3-1-47 16</inkml:trace>
  <inkml:trace contextRef="#ctx0" brushRef="#br0" timeOffset="91.09">21870 9117 133 0,'0'0'9'16,"0"0"25"-16,0 0-19 16,-29-17-2-16,18 14-6 15,-2 3-2-15,0 0 1 16,1 0-1-16,2 0-1 15,0 5-1-15,2 0-2 0,2 3 2 16,2 0-1-16,1 2-1 16,3-2-1-16,0 0 1 15,0 0-1-15,3-1 0 16,4-3 0-16,0 0-1 0,1-2 4 16,1-2 0-16,1 0-1 15,1 0 0-15,-1-5-1 16,0-1 0-16,-2-1-1 15,0-1 1-15,-2 1-1 16,-1 0 1-16,-2 0-1 0,-1 1 0 16,1 2 0-16,-3 0 0 15,0 1 0-15,1 3 0 16,-1 0 0-16,0 0-2 16,1 0 0-16,0 3 1 15,0 1 1-15,2 2 0 16,0 1 0-16,2-1 0 0,1-1 1 15,-1 0 0-15,2-1 0 16,1-1 1-16,-1-1 1 16,0-1 1-16,1-1-1 15,-1 0-1-15,-1 0 1 16,1-2 1-16,-4-4-2 16,2-1 0-16,-2-1-1 0,-1-2 0 15,2 0-1-15,-1 0 1 16,1 0-1-16,-1 1 1 15,1 0-1-15,2 3 0 16,-1 2 0-16,1 0 0 16,2 2 0-16,0 2 0 0,1 0 0 15,1 0 0-15,0 3 0 16,1 1 1-16,1 3 1 16,-2-1 1-16,-1 0-2 15,0 3-1-15,-3-3 1 0,-1 2 0 16,0 0-2-16,-1-1 0 15,-1 1-10-15,1-3-12 16,-1-2-29-16,1-1-64 16</inkml:trace>
  <inkml:trace contextRef="#ctx0" brushRef="#br0" timeOffset="503.11">22203 9037 229 0,'0'0'2'0,"0"0"6"0,0 0-6 0,0 0-1 15,0 0-2-15,0 0 2 16,0 0-1-16,17 36 1 16,-15-26-1-16,-2 0 0 15,0-3 1-15,0 1-1 0,0-2 0 16,0-2 0-16,1-1 1 15,-1-1-1-15,0-2 0 16,0 0 2-16,1 0 1 16,1-6-3-16,-1-1-1 15,1-3-4-15,1-2 4 0,-1 0 2 16,1 0-1-16,4 0 4 16,-4 1 1-16,4 2 10 15,0 3-4-15,2 2-1 16,0 4-4-16,0 0-4 15,1 0-2-15,-1 7 0 16,0 1 0-16,-2 3 0 0,-1 0-3 16,1 0-13-16,-3 2-9 15,2-3-20-15,-2-1-33 16,3-3-11-16</inkml:trace>
  <inkml:trace contextRef="#ctx0" brushRef="#br0" timeOffset="678.88">22426 9039 37 0,'0'0'212'15,"0"0"-211"-15,0 0 5 16,0 0-6-16,0 0 0 16,0 0-1-16,0 0 2 15,0 0-2-15,28 35-2 16,-25-26-34-16,0-2-68 0</inkml:trace>
  <inkml:trace contextRef="#ctx0" brushRef="#br0" timeOffset="827.25">22416 8974 128 0,'0'0'140'0,"-8"-29"-132"16,6 20 10-16,1 4-15 15,0 4-7-15,1 1-63 16,-1 0-51-16</inkml:trace>
  <inkml:trace contextRef="#ctx0" brushRef="#br0" timeOffset="1909.71">22546 9013 221 0,'0'0'1'0,"0"0"8"15,0 0 3-15,0 0-1 0,30-6-1 16,-22 6-7-16,-3 0-2 16,1 6-1-16,1 3 1 15,0 0-1-15,-2 2 0 16,0-1-1-16,-1 3 2 15,-1-4-1-15,0 0 1 0,-1-2-1 16,0-2 1-16,-1-1-1 16,-1-3 0-16,0-1-1 15,0 0 5-15,0 0 8 16,0-4-7-16,0-4-3 16,0-2 0-16,0-1 0 0,4-1-2 15,2-1 0-15,0 1 1 16,2 3-1-16,0 0 0 15,-1 4 0-15,1 2-1 16,0 3 1-16,0 0 0 16,1 5-2-16,-2 2-3 15,1 4-13-15,0 1 0 16,0-1 2-16,0 1 5 0,1-1 2 16,2-2 2-16,1-2-5 15,2-1-13-15,1-2-11 16,2-3 8-16,-1-1 14 15,2 0 13-15,-1-3 3 0,1-7 15 16,-2-3 9-16,0-3 7 16,-2-3-8-16,-2-1 1 15,-1 0-5-15,-5 2-11 16,-5 3-1-16,-1 2 1 16,0 3-5-16,-6 3-4 0,-2 4-4 15,-3 3 5-15,-2 0-5 16,1 7 6-16,0 3-3 15,1 4 0-15,1 1 1 16,3 0-3-16,3 2 3 16,3-3-2-16,1-2 1 0,0 0-1 15,1-3 1-15,6-2-2 16,0-3 2-16,0-1 2 16,2-3 0-16,-2 0-1 15,1 0 1-15,1-3 2 16,0-3 1-16,0-2-1 15,0 1-1-15,0-1-2 0,-2 2-1 16,0 1 0-16,1 2 0 16,-2 3 0-16,-1 0-2 15,0 1-6-15,0 7 1 16,0 2 1-16,-1 3-4 16,2 3 5-16,-2 0 2 0,0 4 3 15,-1 3-1-15,2-1 2 16,-3 4-1-16,0 1 0 15,-1 0 0-15,-1 1 0 16,0 0 0-16,0-3 0 16,-2-2 0-16,-2-3-1 0,-3-3 0 15,-1-3 0-15,-2-5 0 16,-1-3-1-16,-2-4 0 16,1-2 1-16,-3 0 1 15,2-5 4-15,2-4 1 16,2-2 3-16,2-4 0 0,3-2-2 15,3-1-1-15,1-1 1 16,0-2 0-16,9 1 0 16,3-2 1-16,2-1 2 15,5 2-3-15,3 0-1 0,2 2-1 16,3 1-1-16,3 1-3 16,1 0-1-16,0-1-55 15,0-4-148-15</inkml:trace>
  <inkml:trace contextRef="#ctx0" brushRef="#br0" timeOffset="25921.28">20817 8842 51 0,'0'0'12'0,"0"0"0"0,0 0-4 0,0 0 0 15,0 0-2-15,0 0-1 16,-1-28 8-16,-1 22 1 16,-1 0 3-16,-2 2 2 15,1-1-4-15,-1 0 3 16,-1 1-13-16,2 0 0 0,-4 2-4 16,1 0 0-16,-1 2 0 15,-2 0-1-15,-1 0 0 16,-2 0 0-16,0 0 0 15,-1 0 1-15,0 0-2 16,0 0 1-16,-3 0-1 16,2 0 1-16,-1 0 1 0,2 3-1 15,-4 0 0-15,1 1 1 16,0 0-1-16,0 0 0 16,-1 1 0-16,-3 2-1 0,-1-2 0 15,-2 2 2 1,-3 1-1-16,0 0 1 0,-3 2-1 15,-1 1 0-15,1 0 1 16,-2 0-1-16,-1 0 0 16,0 0-1-16,-1 2-1 15,-1-1 1-15,1 2 0 16,-1 2 2-16,5 0-1 0,0 1 1 16,1 0-1-16,0 1 0 15,2-3 0-15,0 2 0 16,1-1 0-16,1-1-1 15,3-1-2-15,2 0 3 16,3-1 0-16,-1 2 0 0,3-1-1 16,2 2 1-16,0 1 0 15,2 1-1-15,-1 1 2 16,2 1-1-16,1 2 0 16,-1-1 0-16,3 0 0 15,0 1 0-15,1-1-1 16,3 0 0-16,0 0-1 0,2-1-1 15,1-1 3-15,0 0-2 16,3 0 1-16,2 1-1 16,3-2 1-16,-3 2 1 0,3-2-2 15,1-1 1 1,1 0 4-16,0-1-3 0,1-2 1 16,1 0 1-16,3 0 1 15,1-1-2-15,3-2-1 16,0-1 2-16,3 1 0 15,2-2-2-15,0 1 2 0,0-3-1 16,3 0 2-16,-2 0-3 16,0-2 2-16,2 2-1 15,0-2 0-15,1 0 1 16,3 0-1-16,4 0 0 16,-1-2 0-16,1 2 2 15,3-2-1-15,1 2-1 0,1-1 0 16,-1 0 0-16,4 0-1 15,-1-1 0-15,-1 0 0 16,2-1 1-16,1 1-1 16,2-1 1-16,0 0-1 0,3 1 1 15,2-3-1-15,-2 1 2 16,4-1-2-16,-1 0 0 16,0 0 0-16,0 0 1 15,0 0 1-15,0 0-2 16,0 0 0-16,2-1 1 0,-1 1 0 15,4-1-1-15,0 1 1 16,0 0-1-16,-1 0 1 16,0 0-1-16,-1 0 0 15,0 0 0-15,1-2 1 16,0 0-1-16,1 0 0 16,-2-1 0-16,4-2 1 0,3 0-1 15,-3 0 1-15,2 0 0 16,-1-2-1-16,1 1 1 15,0-1 0-15,-1-1-2 16,-2 1 2-16,1-1 0 0,-2-1-1 16,0 0 2-1,-3 1-1-15,1-2 0 0,-2-2-1 16,1 1 0-16,0-1 2 16,1-4-3-16,-1-1 1 15,1-1 1-15,-3-2-4 0,0 1 9 16,-4-1-5-16,-3 0 1 15,-5 0-1-15,-7 1-1 16,-3-1 1-16,-7 1-1 16,-4-4 2-16,-1 0-1 15,-2-2 1-15,-1-4-2 16,-2 0 0-16,1-2 1 16,-1-2-1-16,-1 1 1 0,-3 1-1 15,-3 1 1-15,-4 0-1 16,-2-1-2-16,-1 2 3 15,-9-1-3-15,-4 0 2 16,-3 0-5-16,-1 1 4 0,1 1 0 16,-4 1 6-16,1 4 0 15,1 1-1-15,0-1-3 16,-5 2-1-16,0 0-1 16,-1 2 4-16,-2 0-3 0,-2 2 0 15,-1 0-3-15,-1 3 4 16,-2 0-1-16,-1 1 0 15,-2 1 0-15,-2 1 0 16,0 1 0-16,-1 0 2 16,-1 2-2-16,2 0 0 15,-2 1 0-15,0 1 0 16,-2 1 0-16,-2 1 1 0,-2 0-2 16,-3 1 1-16,-2 1 0 15,-3 0-2-15,-1 2 2 16,-4 0-1-16,-1 0 0 15,-1 0 0-15,-3 1 0 16,1 4 1-16,-1 0-1 0,-2 1 0 16,0 1-1-16,1 0 2 15,2 0 0-15,1 2 0 16,0-2 0-16,1 1 0 16,1 1 0-16,1 2-2 0,-3-1 2 15,0 2 2-15,0 0-2 16,0 0 0-1,1 0 0-15,1 1 0 0,1-1 0 16,1-1 0-16,3-1 0 0,2-1 0 16,1 0 3-1,4-1 0-15,5-1 1 0,2 0-3 16,6 0 0-16,3-1 0 16,6-1 0-16,7 0-2 15,5-3-12-15,6-2-45 16,6-2-81-16</inkml:trace>
  <inkml:trace contextRef="#ctx0" brushRef="#br0" timeOffset="26435.08">21355 8298 25 0,'2'2'2'0,"0"1"15"0,1 1-4 16,1-2 0-16,1 2-5 0,1-1-1 16,0-2 0-16,2-1 5 15,3 0 4-15,4 0 14 16,5-3 9-16,3-5-16 16,7-2-11-16,8-2-7 15,5-3-2-15,5-1 1 0,8-3-8 16,6-3-37-16,3-4-47 15</inkml:trace>
  <inkml:trace contextRef="#ctx0" brushRef="#br0" timeOffset="27003.38">23781 8602 198 0,'0'0'-11'0,"0"-27"38"0,0 16-6 0,0 2-5 0,0 5-5 16,0 1-6-16,0 3-10 15,-3 4 5-15,-4 9-3 16,-1 5 1-16,-4 10 1 16,0 7-1-16,-4 6 0 0,2 3-1 15,0 1 3-15,3 0-1 16,4-1 2-16,1-3-1 15,2-2-1-15,4-3 1 16,-2-1 0-16,1 0 2 16,1-3 0-16,-2-2 0 0,1-4-1 15,0-2-11-15,0-5-20 16,1-8-44-16</inkml:trace>
  <inkml:trace contextRef="#ctx0" brushRef="#br0" timeOffset="27558.55">23888 8897 125 0,'0'0'-3'16,"0"0"1"-16,0 0 3 15,25 33-1-15,-19-20 0 16,0 2 0-16,-3 0 2 0,-1 0-2 16,-1-2 1-16,-1 1 1 15,0-4 0-15,0-3 3 16,-5-4-1-16,-2-2 1 16,-2-1 0-16,0-4-2 15,0-4 0-15,1-5-1 0,2-1 2 16,3-2-5-16,2-2 3 15,1 1-4-15,3 1-1 16,5 2 3-16,2 1 3 16,1 4 1-16,4 2 1 15,1 2 0-15,2 2-3 16,1 3-2-16,0 0 0 0,2 0 0 16,-1 4-1-16,0 5 0 15,-3 1-3-15,-2 3-1 16,-2 0 0-16,-3 2 2 15,-3 0-1-15,-4 2 2 16,-3-1 2-16,0-1 3 0,-3-3 0 16,-7-1 1-16,-3-1 7 15,-1-4 5-15,-2-2-1 16,-1-3-5-16,-3-1-3 16,3 0-1-16,0 0-4 15,3 0 0-15,2-1-1 0,3-1-19 16,7-3-42-16,2 0-28 15</inkml:trace>
  <inkml:trace contextRef="#ctx0" brushRef="#br0" timeOffset="28099">24272 8946 84 0,'0'0'6'0,"0"0"3"0,0 0-2 0,0 0-4 0,29 22 1 16,-25-12-2-16,0 3 2 15,-2 0-2-15,0 0-2 16,-1 2 2-16,1-2 2 16,-2 0-2-16,0-4-2 0,0-2-1 15,-2-3 1-15,-3-2 8 16,0-2 2-16,0 0-4 15,-2-1 0-15,1-8-3 16,1-1 1-16,0-5-1 16,3-1 0-16,2-2-8 0,0 1 5 15,0-1 4-15,5 3-3 16,2 3 1-16,2 3 0 16,0 4-1-16,0 3-2 15,2 2 1-15,-1 0-2 16,2 5-1-16,-1 6-1 15,1 1 0-15,-2 3 2 16,0 0 0-16,1 1-1 0,0-2 1 16,0-3 1-16,-1-1 2 15,-1-3 1-15,-2-2 5 16,-1-3 4-16,-1-2 8 16,-2 0 16-16,-1-9 6 0,-2-3-26 15,0-2-9-15,0-5-3 16,0 1 0-16,-1-2-1 15,-3 2-1-15,2 2-1 16,-2 4 0-16,0 1-5 16,1 6-32-16,0 1-54 0</inkml:trace>
  <inkml:trace contextRef="#ctx0" brushRef="#br0" timeOffset="28647.55">24534 8952 165 0,'0'0'-14'0,"0"0"35"0,0 0-11 16,0 0-8-16,0 0-1 16,0 0-3-16,0 0-4 0,28 4-3 15,-26 4 0-15,1 3 3 16,-1 4 5-16,0 0 1 15,2 1 1-15,-1 0-1 0,0-1 1 16,-1-2-1 0,0-3 0-16,-2-2 1 0,0-3-8 15,0-3 12-15,-2-2 1 16,-3 0 8-16,0-4-9 16,1-5 0-16,1-3-3 15,2-3-3-15,1 0 5 0,1-3-1 16,4 2 1-16,2 3-3 15,1-1-1-15,1 4 0 16,-1 4-3-16,1 4 2 16,1 2 1-16,-1 0-2 15,1 2 0-15,0 9-3 16,-1 1 0-16,1 5 2 0,0 1 0 16,0 1-1-16,-2-2 3 15,1 1 0-15,0-3 0 16,0-3 1-16,0-3 0 15,-3-2 2-15,1-4 7 16,-4-3 5-16,1 0 13 0,-1-2 36 16,-2-8-37-16,1-5-13 15,-1-4-8-15,0-6-3 16,-1-4-1-16,-3-8-3 16,-14-9-33-16,-15-15-149 15</inkml:trace>
  <inkml:trace contextRef="#ctx0" brushRef="#br0" timeOffset="41768.56">16113 9837 29 0,'0'-5'-6'0,"0"-1"7"0,-1 0 0 0,-3-1-1 16,1 2 11-16,-3-2 13 0,0 0-1 15,-1 1-7-15,0 0-6 16,1 0 2-16,-3 2 3 16,-1-1-6-16,-1 2-3 15,-2-2-3-15,-2 4 0 16,0 0-3-16,-4 0 1 15,-2 1 1-15,0 0-1 0,-1 0-1 16,-1 1-1-16,1 3 2 16,1 2-1-16,0 3 0 15,3 2 1-15,-1 0-1 16,2 3 0-16,3 1 0 0,-1 3 0 16,1 0 0-16,2 0 0 15,1 2-1-15,1 1 1 16,1-1 0-16,0 0 0 15,2 2 0-15,0 1 0 16,-2 1 0-16,1 3 1 0,-2 2-1 16,1 3 0-16,-1 1 0 15,1 0 1-15,0 0-1 16,2 0 0-16,1-4 0 16,4 1 0-16,2-1 0 15,0 1 2-15,0 2-2 0,8-2 2 16,1 0 2-16,1 2 0 15,1-3-2-15,1 0 0 16,2-3-1-16,4 0-1 16,0-2 0-16,3-2 0 15,2-2 3-15,1 0-1 16,4-2 0-16,-1-3 0 0,2-1 0 16,4-3 5-16,2 0-3 15,2-3 5-15,-1 0-5 16,3-4-3-16,0 0 4 15,-2-2-5-15,1-2 2 0,-2 0-1 16,0-4 0-16,0-5 1 16,-1-2 9-16,-2-5-1 15,-3-1-3-15,-1-3 2 16,-3-3-6-16,0-4 2 16,-4 0-1-16,-2-3-2 15,-4-2-1-15,0-4 1 16,-5-5-1-16,-2-4 1 0,-4 0-1 15,-2-4 0-15,-3-3 1 16,0-3 0-16,-7 0 1 16,-4-1 7-16,-8 1-2 15,-3 1 2-15,-4 1-4 0,-4 4-3 16,-5 4-3-16,-8 4-24 16,-3 1-54-16</inkml:trace>
  <inkml:trace contextRef="#ctx0" brushRef="#br0" timeOffset="43171.19">13381 8632 45 0,'1'-2'9'0,"0"1"4"0,-1-2 2 0,1 1 2 0,0 2-10 15,-1 0-4-15,1-1-2 16,-1 1-1-16,0 0 0 15,2 0-1-15,0 0 1 16,-2 0 0-16,1 0 0 0,-1 0 0 16,1 3 0-16,0 0 0 15,-1 2 0-15,0 2-1 16,0 1 0-16,0 1 2 16,0 4-1-16,0 1 1 15,0 2 0-15,-1 2-1 0,0 3 1 16,0 2-1-16,-1 0 0 15,2 2 0-15,0 1-1 16,0 3 2-16,0 2-2 16,0 2 2-16,4 5-1 15,2 2 0-15,-1 3 0 0,3 3 0 16,-1 2 1-16,0 3-1 16,3 2 0-16,0 3 0 15,1 1 0-15,2 3 0 16,0 3 1-16,-1 0-1 15,1 1 1-15,-3 5-1 0,1 2 1 16,-1 0-1-16,-3 1 0 16,0 2 0-16,-1 2 0 15,0 0 0-15,-2 0 0 16,0 5 0-16,0-1 2 16,-2-2 1-16,3 1-1 0,-1-1 2 15,3-2-1-15,-1-2 10 16,4 2 3-16,-2 0-3 15,2-3-1-15,0 3-5 16,-2-1 1-16,-2 1-6 16,1-4 0-16,-3-1 0 0,1-2 0 15,-3-3 1-15,-1-5-3 16,-1-6 1-16,0-2-2 16,0-5-6-16,0-5-15 15,-3-4-13-15,-3-7-2 16,2-6-35-16</inkml:trace>
  <inkml:trace contextRef="#ctx0" brushRef="#br0" timeOffset="44152.95">10225 8881 119 0,'2'26'1'0,"-1"8"-1"0,-1 9 2 0,2 8-2 0,-2 10 0 0,0 9 1 16,0 9-2-1,0 5 0-15,3 8-3 0,1 5 3 16,4 5 1-16,3 2 0 16,3 5 1-16,2 2-2 15,0 3 1-15,1 6 4 16,1-1 0-16,-1 5 7 0,-2 2-6 15,3 4 4-15,-3 1 4 16,1-2-5-16,-4 1 0 16,0-1-1-16,-1-3 0 15,0-9 0-15,-1-8-2 16,0-10 1-16,-1-13-3 16,2-15-5-16,-2-18-23 15,-1-19-59-15</inkml:trace>
  <inkml:trace contextRef="#ctx0" brushRef="#br0" timeOffset="44665.05">11339 8809 187 0,'0'0'-27'0,"7"28"2"0,-4-6 23 0,4 11 2 15,-3 11-5-15,1 9-1 16,-2 10 5-16,-2 12 0 16,-1 9 0-16,1 8 1 15,1 10 1-15,1 9 0 0,0 11 2 16,0 4-2-16,1 8 0 15,1 6 5-15,-2 2-1 16,2 3 9-16,1 0-2 16,0 4-4-16,-3 2-1 15,2-1 0-15,-3 3-2 0,0-1 3 16,-2-3-4-16,0-6 0 16,0-6 2-16,0-10-4 15,0-12-12-15,-5-18-49 16</inkml:trace>
  <inkml:trace contextRef="#ctx0" brushRef="#br0" timeOffset="47149.45">12374 9448 37 0,'0'0'39'0,"0"0"-39"0,0 0 1 0,36 2-1 0,-22-4 1 16,4-2 0-16,1-1 2 15,3-1 2-15,2-3 15 16,2 0-1-16,3-2 0 16,-3 1-5-16,3 0-8 0,-5 1-4 15,-1 1-1-15,-4 3 1 16,-3 0-2-16,-5 2 0 16,-7 2-17-16,-4-3-50 15</inkml:trace>
  <inkml:trace contextRef="#ctx0" brushRef="#br0" timeOffset="47882.69">12181 9403 22 0,'9'67'18'0,"1"2"-8"0,0 4-4 0,1 7-4 0,4 4-2 15,-3 4 1-15,2 3-1 16,-1 2 1-16,-1-1-1 16,0 0 0-16,-1 0 2 15,3-3 3-15,-1 0 1 0,1 2-5 16,2-2 2 0,0 1-1-16,0 0 2 0,-1-1 0 15,2-1 3-15,-6 0 2 16,1-2 0-16,-3-1 0 15,0-2-4-15,-2-1 1 16,0-2-4-16,0-6 0 0,0-1 1 16,-1-5-2-16,2-7 1 15,1-5-2-15,-1-4-14 16,-1-7-15-16,1-6-50 16</inkml:trace>
  <inkml:trace contextRef="#ctx0" brushRef="#br0" timeOffset="55255.61">15960 9457 16 0,'0'0'40'0,"0"0"-15"0,1 0-7 16,0 0-6-16,0 0-9 16,0 0-2-16,0 0 0 0,0 0-1 15,1 0 0-15,-2 0 1 16,0 0 1-16,0 0 16 15,0 0-14-15,1 0-5 16,2 0-7-16,-1 0 3 16,2 1 2-16,0 1 0 15,0 0 3-15,1-1 0 0,0 1 0 16,0 1 0-16,0-2 1 16,1 0 0-16,-1 0 4 15,1-1 3-15,1 0 1 16,0 0 0-16,3-2 2 0,0-4 4 15,3-2-4-15,0-3 0 16,3 0 0-16,2-3-1 16,4-3 1-16,3-1-8 15,4-2-2-15,2-1-5 16,3-4-38-16,-2-2-42 0</inkml:trace>
  <inkml:trace contextRef="#ctx0" brushRef="#br0" timeOffset="74867.81">9170 9027 59 0,'0'0'13'0,"0"0"9"0,0 0-12 0,0 0 0 0,0 0-3 16,0 0-1-16,0 0 2 15,0 0-5-15,0 0-2 16,0 0-2-16,0 0-1 16,0 0 2-16,0 0 2 15,0 0-2-15,26-16 1 0,-10 16 0 16,3 1-1-16,2-1 1 16,3 0-1-16,3 0 0 15,1 0 1-15,3-3-1 16,4-2 0-16,0 0 0 0,3 1 0 15,3 0 0-15,-1 0 2 16,-1 1-4-16,-4 0 4 16,-4 1-4-16,-5 1-7 15,-6 0-9-15,-7 1-31 16</inkml:trace>
  <inkml:trace contextRef="#ctx0" brushRef="#br0" timeOffset="76625.8">9162 9011 31 0,'0'0'4'15,"0"0"-3"-15,0 0 0 0,0 0 6 0,-30 6 1 16,22-4 0-16,-1 1-4 16,-1-1 1-16,2-1-3 15,-1 0 1-15,-1 0-2 0,2-1 0 16,1 0 1-16,0 0 2 16,0 0-2-16,3 0-1 15,-3 0 1-15,4 2-1 16,-4-2 0-16,5 2-1 15,-1-1 0-15,-2 1 0 0,3 0-1 16,0 1 1-16,1 0 1 16,-2 0-2-16,0 1 2 15,2 2-1-15,-1 1 0 16,-1 0 0-16,1 2 0 16,0 2 0-16,1 2 0 15,-2 1 0-15,0 1 0 0,-1 2 1 16,1 1-1-16,0 3-1 15,-3 1 2-15,3 1-1 16,-2 2 0-16,2-1 0 16,-1 0 0-16,0 0 0 15,1 0 0-15,-1-1 0 0,0 0 0 16,1 0 0-16,-2 0 0 16,1 3 1-16,-2 1-1 15,1 1 0-15,-2 2 0 16,0-2 1-16,1 3-1 15,-1-1 0-15,0 1 0 0,-1-1 0 16,-1 2 0-16,-1 2 0 16,-1 2 0-16,-1 1 2 15,0 1-2-15,0 0 0 16,1 0 0-16,0 0 1 16,3 0-1-16,0 0 0 0,3 1 0 15,-2-1-1-15,2 0-1 16,0-1-1-16,1 1 0 15,3-2-1-15,-2 2 1 16,0 0 2-16,1 2-4 16,2-1 3-16,0 0 1 15,0 0 1-15,1-2 0 0,4 0 0 16,-1 1 0-16,2 0 1 16,-3 2-1-16,1 1 0 15,-2 0 1-15,-1 1-1 16,3 1 0-16,-4-2-1 0,0 1-1 15,1-2 0-15,1-2 1 16,-2-3 1-16,2-2 1 16,-1 0 1-16,1-1-2 15,0 2 1-15,1 2-1 16,1-1 1-16,-1-1-2 16,2 0 1-16,0 0 0 0,0-2 0 15,0-1 0-15,0-2 0 16,-2 0 4-16,1 1 3 15,-1-1-3-15,0-2 0 16,0 1-2-16,1 0-2 16,-1-1 1-16,1 1-1 15,-1-2 0-15,2 1 0 0,1-2 2 16,-2-1-2-16,2-2 0 16,0-1 0-16,1 1 1 15,-2-2 0-15,3-1-1 0,-1-1 0 16,1-3 0-16,0 0 1 15,1-5 6-15,1 2 6 16,0-2 0-16,0 1-9 16,1 1-1-16,0 2-2 15,3 0-1-15,-1 2 1 16,-2 1-1-16,1 1 0 0,0-1 0 16,0 1 0-16,-1-1 1 15,1 0-1-15,2-2 0 16,-2 0 0-16,4-1 0 15,1-2 1-15,3-3-1 16,2 0-2-16,4-3-2 0,2-2 4 16,0-2 1-16,2 0 0 15,2-1 3-15,2-1 1 16,2 1-2-16,1 0-1 16,4-1-1-16,0 1 0 0,4 0 0 15,3 0 0-15,-1 1 1 16,3 0-1-16,2 0 1 15,-2 1-1-15,3 0 0 16,1-1 0-16,3 1 1 16,-1 0-2-16,2-1 0 0,3 0 0 15,-1 0 0-15,2 0 1 16,-2-1-1-16,0 0 0 16,1 1 1-16,1-1 0 15,-1 1 1-15,1-2-1 16,0 0 0-16,3 0 0 0,2 0-1 15,-3 0 0-15,3 0 0 16,-1-1 0-16,0-3 0 16,1 0-2-16,-2 0-9 15,3-1-1-15,-3 0-11 16,2-1-24-16</inkml:trace>
  <inkml:trace contextRef="#ctx0" brushRef="#br0" timeOffset="76832.78">11865 12251 63 0,'61'0'29'0,"-2"0"-10"0,-2 3-9 16,0-1-3-16,-1 0-6 16,0 0 0-16,0-2-1 0,1 0 2 15,-1 0-2-15,0 0 0 16,1 0 0-16,-2-2 0 16,-3-2 1-16,0 1 3 15,-2-1 17-15,-1 2 0 16,-4-2-9-16,-1 1-8 0,-1-2-4 15,-2 0-3-15,-7-2-37 16,-1-4-52-16</inkml:trace>
  <inkml:trace contextRef="#ctx0" brushRef="#br0" timeOffset="77977.49">12731 8669 0 0,'0'0'1'0,"31"0"13"0,-12 0 15 0,3 0-7 16,0 0-5-16,3-2-8 15,1 1-2-15,1-1-2 0,1 0-1 16,-2 0-1-16,1 0 0 16,-1 0-2-16,2 0 0 15,-1-1 0-15,0 1-1 16,1 0 2-16,-4-1-2 16,0 2 0-16,-2-1 0 0,-2 2 0 15,-2 0 0-15,-1 0 0 16,-2 0 0-16,-1 0 0 15,-2 0 0-15,-4 0 0 16,1 0 0-16,-1 2-3 16,0 2 0-16,1 0-2 0,-3 1 1 15,3 1-1-15,-1 1 2 16,-1 1 2-16,-1 0 1 16,1 2-3-16,-5 0-1 15,1 0 0-15,-1 2 2 0,-1 1-1 16,-1 0 2-16,0 2 1 15,0 1-1-15,0-1 1 16,0 1-2-16,-1 1-4 16,1 0-5-16,-2 0-20 15</inkml:trace>
  <inkml:trace contextRef="#ctx0" brushRef="#br0" timeOffset="78783.58">13365 9779 31 0,'0'41'4'0,"0"3"12"0,0-1-3 15,0 2-3-15,0 1-6 0,0 1 0 0,0 1-3 16,0 1 0-16,0 0 0 16,0 2-1-1,0 0 1-15,1 1-1 0,1-1 0 16,-1-1 1-16,2 1-1 15,-2-1 0-15,2-1 1 16,-1 1 2-16,1-1 12 16,-1 0-11-16,0 2-3 0,1 0 1 15,0 0-2-15,0 0 1 16,1 1 0-16,-2 0-1 16,0-1 1-16,0-1 4 0,-1 1-2 15,1-1 1-15,-1-2 1 16,1 1-2-16,-1-3-1 15,0 1 0-15,2-1 0 16,2-2 1-16,-1-2-3 16,0-2 0-16,2-3 0 15,1-2 0-15,0-2 0 0,-1-2 0 16,2-1 0-16,0-2 0 16,-1-1 0-16,0-3 0 15,1 0 0-15,-3-4 1 16,1-1 0-16,0-4 4 0,0 0 9 15,-2 0 4-15,1-2-11 16,-1-1 0-16,2-2-6 16,-3 0 1-16,1-1-1 15,-1-1 0-15,-2-1-1 16,2 0 0-16,-2-1 2 16,2 1 4-16,-3-2 0 0,0 1 0 15,0-2-3-15,0 1 0 16,0-3 0-16,0 2 2 15,0-2-2-15,0 1 2 16,-3 0 2-16,-1 0 0 16,-2-1 1-16,-1 2-3 0,-6-1 1 15,-3 1-5-15,-9 0 0 16,-8 2 2-16,-16 2-3 16,-19 2-3-16,-30-4-35 15,-29-2-157-15</inkml:trace>
  <inkml:trace contextRef="#ctx0" brushRef="#br0" timeOffset="107864.64">15478 11271 132 0,'0'0'6'0,"0"0"7"0,0 0 10 0,0 0 2 15,0 0 1-15,0 0-7 16,0 0-2-16,0 31-9 15,0-22-3-15,0 0-5 16,0 4 1-16,0-1-1 0,1 2 0 16,2 1-8-16,-3 1-36 15,0-2-55-15</inkml:trace>
  <inkml:trace contextRef="#ctx0" brushRef="#br0" timeOffset="108083.28">15448 11472 221 0,'0'0'3'0,"0"0"-9"16,0 0 3-16,0 0 0 16,0 0 3-16,0 0 1 15,32 1-2-15,-19-1 2 16,1 0 3-16,-1-1 6 15,4-2-6-15,1-1-3 16,0 1-1-16,2-4-56 0</inkml:trace>
  <inkml:trace contextRef="#ctx0" brushRef="#br0" timeOffset="108354.2">15428 11322 255 0,'0'0'6'15,"0"0"17"-15,0 0 3 16,0 0-13-16,0 0-9 15,0 0-7-15,0 0 2 0,0 0-2 16,34-23-20-16,-19 21-16 16,1-2-42-16,1-1-88 15</inkml:trace>
  <inkml:trace contextRef="#ctx0" brushRef="#br0" timeOffset="109037.14">15750 11350 126 0,'0'0'3'16,"0"0"17"-16,0 0 17 16,0 0-5-16,0 0 1 15,0 0-9-15,0 0-10 16,0 0-5-16,23-10-5 0,-19 10-3 15,2 1 0-15,-1 4 0 16,2 2 0-16,-3 2 0 16,2 0-1-16,-3 1-3 15,1-1 2-15,-3 0-3 16,1-1 2-16,-2-1-3 16,0-1-4-16,0-2 1 0,0-1 1 15,0-2 3-15,0-1 1 16,0 0 6-16,0 0-10 15,1-6 2-15,2-1 7 16,3-1-2-16,0 0 1 16,1-2 2-16,2 2-3 15,1-2 1-15,0 3 2 16,1 1 3-16,0 1 2 0,3 2-5 16,0 1-2-16,-1 2 1 15,-2 0-1-15,1 2 0 0,-3 4 0 16,0 2-1-16,-2 2 1 15,-3 0 1-15,0 1-1 16,-2-2-2-16,-1 1-6 16,-1-2-3-16,0-3 0 15,0-3 4-15,0 1 6 16,0-3 6-16,0 0-3 16,0-4-9-16,0-4 4 0,3-2 7 15,3-3 1-15,1 2 5 16,2-4-4-16,2 3-3 15,1 1-1-15,-1 1-2 16,1 3 7-16,-2 2-3 0,-1 4 2 16,0 1 0-16,0 0-5 15,-1 6 0-15,0 4-1 16,-1 1-1-16,0 0-7 16,1 2-17-16,1-2-1 15,-2-1-16-15,3-3-51 0</inkml:trace>
  <inkml:trace contextRef="#ctx0" brushRef="#br0" timeOffset="109449.83">16303 11341 279 0,'0'0'5'0,"0"0"8"0,0 0-7 0,0 0-11 16,0 0-7-16,0 0 12 15,-37-18 4-15,27 24-5 0,0 2 2 16,1 3-1-16,2 0 0 16,1-1-1-16,4 2-7 15,2-4-6-15,0 0-8 16,5-3 0-16,4-3 7 16,3 0 12-16,1-2 4 0,2 0 3 15,-2-2-1-15,1-5 1 16,-2-2 5-16,-3 0 5 15,-2-1 0-15,-4 1 3 16,1 2 2-16,-4-1-2 16,0 2 1-16,0 1-3 15,0 2-6-15,0 3-4 16,-2 0-5-16,1 0-4 0,0 5 10 16,1 3-6-16,0 1-2 15,3 1-4-15,4 1-8 16,4-1-10-16,2 0-2 15,4 0-22-15,1-4-20 0,3-2-11 16</inkml:trace>
  <inkml:trace contextRef="#ctx0" brushRef="#br0" timeOffset="110167.96">16637 11354 237 0,'0'0'27'0,"0"0"11"16,0 0-18-16,-6-29-19 15,-1 24-4-15,-2 5-1 16,-3 0 5-16,2 0-6 16,-3 6 5-16,3 2-1 0,1 4-3 15,4-2 0-15,3 1-6 16,2-1-8-16,0-3-4 16,8 0 0-16,0-4 2 15,2-1 13-15,1-2 8 16,0 0-1-16,-1-4 4 0,-1-2 2 15,0-2 17-15,-3-1-3 16,0 2-1-16,-2 0-8 16,0 2-4-16,-2 1 0 15,-1 2 1-15,0 2-1 16,0 0-9-16,-1 2-5 0,2 6 8 16,1 3 1-16,-1 2 3 15,1 2-3-15,2 2-2 16,-3 1 0-16,1 1-1 15,-1 1-23-15,-2-1 3 16,0-2 4-16,0 0-17 0,-5-4 27 16,-5-2-7-16,1-6 14 15,-1-1 1-15,1-4 4 16,0 0 10-16,2-4 1 16,0-5 5-16,4-1-1 15,-2-2-7-15,5 0-5 0,0-1-5 16,2-2 3-16,6 2-2 15,1 3-4-15,2-3 3 16,1 3-3-16,3 0 0 16,0 0 0-16,2 1 0 15,-2-1 0-15,2 1 0 0,1-4 0 16,-2 4-4-16,-2-3-4 16,1 1 6-16,-3 0 2 15,-2 0 0-15,-3 2 1 16,-3-1 0-16,-4 4 3 15,0-1-2-15,-3 4-1 0,-6 1-5 16,-3 2 5-16,0 0 1 16,0 4-1-16,0 4 2 15,4 3-3-15,1 1 0 16,6 2-1-16,1 1-1 16,2 0-5-16,10 0 1 15,4 3 2-15,3-3-34 0,2-1-59 16</inkml:trace>
  <inkml:trace contextRef="#ctx0" brushRef="#br0" timeOffset="111449.62">15376 11756 95 0,'0'1'58'0,"0"-1"-40"0,6 0-13 0,5 0 1 0,0 0 3 15,6 0 1-15,3-1 1 16,4-1 2-16,1 0 5 0,9-1-4 16,2 0-9-16,7-1-3 15,6 0 2-15,4-1-3 16,6 0 1-16,3 1-1 15,4 0 1-15,1 0-2 16,4 2 1-16,1 0-1 16,1 1 0-16,0 1 1 0,1 0-1 15,0 0 0-15,0-1 0 16,-3 1 0-16,-2-1 1 16,-5 0-1-16,-4-2 1 15,-7 1-1-15,-4-1 0 16,-6-1 0-16,-4-2 2 0,-7 0 4 15,-7-2 5-15,-1 0-2 16,-6-3-2-16,-1-1-2 16,-2-1-2-16,-2-4 0 15,-1-3-4-15,0-3-5 16,-2-2-1-16,0-3 4 16,1-1 2-16,-2 0 1 0,-1-3 0 15,-1 2 0-15,-1 0 0 16,-3-2 0-16,-1 2 0 15,-2 0 0-15,0 0 2 0,0 2-1 16,-5 1 3-16,-2 3 2 16,-3 4 2-16,-1 2 0 15,-2 3-2-15,0 3-6 16,-3 4 8-16,1 5-6 16,-3 0-3-16,0 3-1 15,-2 0-2-15,0 4-2 0,-4 1 0 16,0 2 0-16,-4 0 0 15,-2-1 5-15,-4-1 1 16,-5 1-1-16,-3 0 2 16,-3-3-1-16,-3 0 0 15,-4-3-4-15,-2 0-9 16,-4 0 6-16,1 0 3 0,-4-6 5 16,-1-1 0-16,0 0 0 15,-2-2-1-15,-1 2-1 16,0-1 7-16,-2-2-4 15,1 3-1-15,-1 0 1 0,1 0-2 16,3 1 1 0,2 0 1-16,4 3-1 0,3-1-1 15,3 3 1-15,6 1-1 16,1 0 0-16,4 0 0 16,2 6-1-16,4-1 1 15,4 5-3-15,-1 0-3 0,2 1 2 16,0 4-2-16,5 1-3 15,-1 3 3-15,2 1 1 16,3 4 4-16,3 3 1 16,-1 1 0-16,3 5-1 0,2 0 1 15,1 3-1-15,3 1 1 16,5-1 0-16,4 2-1 16,2 0 0-16,11 2-2 15,8-2 0-15,9 0 1 16,8-2 1-16,7-1 2 15,11-4-2-15,6-6-1 0,3-5-114 16</inkml:trace>
  <inkml:trace contextRef="#ctx0" brushRef="#br0" timeOffset="115627.13">14496 12166 90 0,'-1'-3'0'0,"0"-3"6"0,1 3-2 0,0-2-3 15,0 1 2-15,0 0 5 16,0 0 7-16,0-1 7 16,0 2-6-16,1 0-3 0,0 0 10 15,-1 1 3-15,2 0-15 16,0 1-11-16,-1 0-12 16,2 0 8-16,-1 1 5 15,-1 0 0-15,1 2-1 0,-1 6-1 16,2 3 1-1,0 4 0-15,-2 3 4 16,0 0-3-16,0 1-1 0,0-1-1 16,-1 0 1-16,0-4-1 15,0-1 1-15,0-2 0 16,1-4 1-16,1 1 0 16,1-3 2-16,1 0-2 0,2 0 6 15,-1-2 5-15,2-1 3 16,2 1-4-16,2-2-3 15,-1 1 4-15,1-2-7 16,0 2-3-16,2-2-3 16,1 0 2-16,0 0-1 0,2 0-1 15,-1 0-5-15,2 0-22 16,-1-5-63-16</inkml:trace>
  <inkml:trace contextRef="#ctx0" brushRef="#br0" timeOffset="116118.21">14967 12218 107 0,'0'0'6'0,"0"0"16"0,0 0 5 0,0 0-11 15,0 0-4-15,-35 0-1 16,27 0 0-16,-1 3 1 0,1 2-1 16,-3 2-6-16,4 3-2 15,1-2-2-15,1 1-1 16,2 1 1-16,1-1-1 16,2 0-1-16,0-1-2 15,2-2 2-15,2 1 0 0,4-2 1 16,2-2 1-16,1-3 3 15,1 0 0-15,0 0 0 16,3-3-7-16,-1-3-7 16,-1-3 6-16,-1-1-7 15,-2 0-2-15,-2 0 15 0,-2 1 0 16,-2 0 1-16,1 3 6 16,-5 0 8-16,1 2 5 15,-1 1 0-15,0 1-2 16,0 2-11-16,0 0-8 15,0 3-4-15,-3 4-1 0,2 2 4 16,-1 0 0-16,2 1-2 16,0 1-13-16,0-3-13 15,1-1-23-15,4-2-65 16</inkml:trace>
  <inkml:trace contextRef="#ctx0" brushRef="#br0" timeOffset="116534.58">15158 12228 278 0,'0'0'3'0,"0"0"-9"0,0 0 2 0,0 0-3 0,0 0-7 15,0 0 13-15,0 0 4 16,5 35-4-16,-5-25 5 15,2 0-3-15,-2-1 0 0,0-1-2 16,0-1-8-16,0-2-7 16,0-1 0-16,2-3 10 15,-2-1-3-15,2 0-5 16,-2 0 15-16,1-5 2 0,2-3-2 16,-1-2 3-16,2 0 10 15,2-1-6-15,1 0 1 16,1-1 5-16,2 2 1 15,0 0-3-15,1 5-4 16,-1 0 1-16,0 2 0 0,1 1-4 16,-1 2-4-16,0 0 1 15,-2 5-1-15,1 1-6 16,-1 3-14-16,-2-1-7 16,1 2-16-16,0-2-21 15,0-3-51-15</inkml:trace>
  <inkml:trace contextRef="#ctx0" brushRef="#br0" timeOffset="117519.87">15548 12215 272 0,'0'0'-1'15,"0"0"4"-15,0 0 2 16,0 0-10-16,0 0-11 15,0 0 8-15,-38-25 7 16,25 25-1-16,1 2 8 0,0 5-3 16,1 1-2-16,0 0-1 15,5 2-2-15,2 1-1 16,4-2-2-16,0-1-11 16,0-1 1-16,4-2 1 15,4-1 5-15,2-2 7 16,-1-2 7-16,1 0 2 0,-1 0 6 15,0-5-6-15,0 1-4 16,-1-2 2-16,0 1 6 16,-2 0-4-16,-2 2 1 15,0 0 4-15,-1 2-5 0,0 1-3 16,-1 0-2-16,0 4-5 16,0 6 2-16,1 1 4 15,0 4-1-15,-2 0-1 16,0 3 1-16,0 2-3 15,-1 2-2-15,0-1-1 0,-2 1 4 16,-2-1-10-16,-3-2-5 16,-2-2-10-16,2-4 2 15,-4-3-8-15,3-2-15 16,-1-4 20-16,1-4 26 16,0 0 7-16,4-1 12 0,1-7 14 15,3-5-27-15,0-1-3 16,5-3 1-16,5-1-3 15,2-2 1-15,1 1-2 16,4 0 7-16,0 1 10 16,-2 0 6-16,3 1-3 15,-2 2-5-15,0 0-8 0,-2 1-4 16,-3 2-2-16,0 0 0 16,-4 1 2-16,-1 2-3 15,-3 1 3-15,-2 0 2 16,-1 2 10-16,0 1-1 15,0 1-3-15,0 1-3 0,0 1-8 16,0 2 3-16,-1 0-5 16,-1 0 1-16,2 5 4 15,-1 2-4-15,1 3 0 16,0 0 0-16,0 0 1 0,0 1 0 16,0-1-4-16,3 0 2 15,2-3-2-15,2 0 1 16,3-2-2-16,0-1 0 15,0-4 5-15,3 0 1 16,-1 0-2-16,1-3-7 0,-1-5-1 16,0-1 4-16,-2-1 8 15,-2-1-2-15,1-2 0 16,-4 3 0-16,1 0 0 16,-3 3 4-16,-2 1 4 15,-1 3 7-15,0 1-1 0,0 0-2 16,0 2-11-16,0 0-6 15,0 4 0-15,0 2 2 16,0 1 8-16,1 2-4 16,1 0-1-16,2-1-2 15,-2 2 1-15,3-3-3 16,2-1-12-16,3-1-9 0,0-3-17 16,3-2-69-16</inkml:trace>
  <inkml:trace contextRef="#ctx0" brushRef="#br0" timeOffset="118524.77">16054 12187 330 0,'0'0'5'0,"0"0"-5"0,0 0-8 0,0 0-28 15,0 0-1-15,-42-4 23 16,26 9 18-16,1 2 0 15,-1 1 0-15,4 1 1 16,2 0-3-16,4-1 0 16,3 1-2-16,3-1-3 15,0-1-3-15,5-2 3 0,4 0 4 16,2-2-1-16,2-3 1 16,1 0-1-16,1 0-3 15,0 0-1-15,-1-5-1 16,-1-3 2-16,-2 0 4 15,-2-1 3-15,-3 1 0 0,-2-1 12 16,-2 2 3-16,0 2-1 16,-1 1 3-16,-1 1 1 15,0 1-7-15,0 2-11 16,0 0-7-16,0 0-10 16,0 2 8-16,1 3 7 15,3 2-2-15,0-1-3 16,3-1-2-16,2 1-7 0,1-2-5 15,2-1-2-15,2-1-10 16,2-2-5-16,1 0-3 16,0-2 9-16,0-4 25 15,-2-2 4-15,1-1 17 0,-4 1 12 16,-2-3 10-16,-1 0-12 16,-5 2-6-16,-2 0 1 15,-1 1 2-15,-1 2 2 16,0 2-13-16,-2 1-13 0,-2 3-1 15,-1 0 2-15,0 8-2 16,2 4-2-16,-2 1-1 16,3 2-2-16,1 1-1 15,-1 1 2-15,2 1 2 16,0 1 2-16,-2 0-2 16,1 2-5-16,-3-1-12 15,-4 0-13-15,-3-2-17 0,-3 0-15 16,-4-4 7-16,0-5 46 15,-1-2 9-15,3-4 5 16,3-3 4-16,1-1 8 0,4-6-5 16,3-1 15-16,5-4 0 15,0 0 1-15,8-1-17 16,4 2-7-16,5-1 9 16,0 1 4-16,3 1-2 15,0 3-4-15,0-1-1 16,0 1-1-16,0 1-5 15,-2-1-1-15,-4 1 1 0,1-1 6 16,-3 3 0-16,-2-3-2 16,-2-1-3-16,-2 1 0 15,0-3 0-15,-3 1 0 16,0-1-2-16,1 1-2 0,-3 0-5 16,-1 1-5-16,0 3 7 15,0 2-3-15,0 1 6 16,0 2 1-16,-4 0 1 15,1 0 6-15,1 6-8 0,1 2 1 16,1 2-1 0,0 1-1-16,0 0-1 15,3-2 0-15,5 2 0 0,3-1 0 16,3-2-7-16,4-3-10 16,4-3-41-16,3-2-126 15</inkml:trace>
  <inkml:trace contextRef="#ctx0" brushRef="#br0" timeOffset="118752.39">16806 12083 268 0,'0'0'38'0,"0"0"-43"0,1 1-10 15,0 6 17-15,0 3-5 0,-1 3 1 16,0 5 1-16,0 0 1 16,0 2 0-16,-3-2-11 15,1-1-23-15,-2-2-41 16,0-5-87-16</inkml:trace>
  <inkml:trace contextRef="#ctx0" brushRef="#br0" timeOffset="119141.2">16706 12182 297 0,'0'0'2'0,"0"0"-3"16,42-30 2-16,-23 22 5 15,0 2-1-15,1 2-3 16,0 4 4-16,-4 0 1 0,2 2-1 15,-3 4-3-15,-1 4-2 16,-3 3-1-16,-1 0-2 16,0-1-9-16,-3 1-7 15,-4-3-5-15,-1 0-1 16,0-1-2-16,-2-2 5 16,0-3-3-16,0-2 13 0,-4-2 23 15,-2 0 7-15,2-2 7 16,-3-3 6-16,4-5-5 15,1 0-6-15,2-2-3 16,0-2-4-16,0 0-4 16,5-1-1-16,3 0-9 15,3 1 2-15,2 4-12 0,2 2-21 16,0 4-16-16,3 1-40 16,-1 0-58-16</inkml:trace>
  <inkml:trace contextRef="#ctx0" brushRef="#br0" timeOffset="119540.7">17159 12147 288 0,'0'0'9'0,"0"0"-9"16,0 0 1-16,-28 0 0 0,18 5-1 15,-1 0 0-15,2 3 2 16,2-1-2-16,0 3-3 15,4-2 2-15,1 2-1 16,1-3-2-16,1 1-1 0,0-2 3 16,4-2 1-16,2-1-1 15,2-1-1-15,1-2 2 16,2 0 1-16,0 0 2 16,0-5-2-16,-1-2 1 15,0 0 0-15,-1-2-1 0,0-1 2 16,-3 2 1-16,-3 0 5 15,0 2 7-15,-2 1 6 16,2 3-2-16,-3-1-1 16,0 3-9-16,1 0-10 15,-1 0-9-15,2 6 1 16,-1 0 7-16,1 4 2 0,0-1-1 16,3 1-11-16,-1-1-11 15,1-1-11-15,-1-4-54 16</inkml:trace>
  <inkml:trace contextRef="#ctx0" brushRef="#br0" timeOffset="119935.15">17262 12172 338 0,'0'0'-2'0,"0"0"-4"15,0 0 6-15,0 0-7 16,31-15 0-16,-24 15 1 15,-2 2 3-15,-1 6 1 16,-1 0 0-16,-1 2-2 16,0 0 0-16,-1-1-6 15,1-1-10-15,-2-2 4 0,0-2-1 16,0-1 13-16,0-2 4 16,0-1 3-16,0 0 18 15,1-1 6-15,1-6-24 16,0 0 4-16,2-2 2 0,2-2 0 15,2 1-5-15,-2 0 0 16,4 2-1-16,0-1 1 16,1 4 0-16,-2 2 0 15,1 2 0-15,-1 1-3 16,0 1 1-16,-1 5-2 16,1 2 1-16,-3 2-3 15,1 0-10-15,-2 0-8 0,1 0-3 16,0-3-18-16,1-2-69 15</inkml:trace>
  <inkml:trace contextRef="#ctx0" brushRef="#br0" timeOffset="120244.95">17620 12123 189 0,'0'0'64'0,"0"0"-59"0,0 0 2 16,0 0-3-16,0 0-2 15,0 0 4-15,0 0-3 16,0 0-1-16,0 0-2 16,-21 0-1-16,21 10-1 15,0-1-1-15,0 0 2 16,3-1 1-16,5 0-3 16,1-1 6-16,2-1-1 0,0 1 2 15,-1-2-1-15,-3 1-3 16,0-1 2-16,-4 0-3 15,-3 0-4-15,0 0-1 16,-5 0-3-16,-7 0 6 16,-4-1 6-16,-3 0-4 0,-2-2-23 15,0-2-40-15,2 0-74 16</inkml:trace>
  <inkml:trace contextRef="#ctx0" brushRef="#br0" timeOffset="120533.54">17725 11937 326 0,'0'0'11'0,"0"0"-18"15,0 0 7-15,0 0 1 16,9 28-2-16,-6-13 1 0,-3 4 2 16,1 0-2-16,1 4 0 15,1-1 0-15,-2 4 1 16,2-3 0-16,1 1-1 16,2-4-16-16,2-2-25 15,0-5-71-15</inkml:trace>
  <inkml:trace contextRef="#ctx0" brushRef="#br0" timeOffset="120878.36">17954 12149 360 0,'0'0'8'16,"0"0"6"-16,0 0 1 15,0 0-16-15,0 0-12 16,-28-19 6-16,16 19 5 15,1 7-2-15,-1 2 2 0,3 0-1 16,2 1-5-16,2-1-3 16,3-1-4-16,2-2-6 15,0-2-6-15,3-1-2 16,5-3 11-16,2 0 20 0,0 0 2 16,1-2 9-16,0-3 11 15,-1 1-4-15,0 0-2 16,0 2-4-16,-2 1-7 15,-1 1-5-15,2 0-2 16,-2 0 1-16,2 3 0 16,-3 2-1-16,2 0-3 15,0 0-17-15,-4 0-11 0,0-3-34 16,0-2-92-16</inkml:trace>
  <inkml:trace contextRef="#ctx0" brushRef="#br0" timeOffset="121134.83">18070 11924 202 0,'0'0'7'0,"0"0"31"15,0 0-17-15,0 0-9 16,0 0-2-16,0 0-5 15,0 0 2-15,29 45-3 16,-28-24 2-16,2 2-3 16,-1 0-3-16,-1 2 0 0,-1-1 0 15,0 0-2-15,0-2-23 16,0-3-34-16,0-4-48 16</inkml:trace>
  <inkml:trace contextRef="#ctx0" brushRef="#br0" timeOffset="121383.51">18023 12089 280 0,'0'0'-6'0,"0"0"6"0,30-20 2 16,-16 14 0-16,2 3 1 15,0 1 5-15,2 0 1 16,-4 2 3-16,0 0 1 15,-1 2-5-15,-1 6-3 16,-2 2-3-16,-1 0-1 0,-1 3 0 16,-2 0-3-16,0 1-13 15,-4-2-7-15,0 0-5 16,0-3-20-16,0-3-72 16</inkml:trace>
  <inkml:trace contextRef="#ctx0" brushRef="#br0" timeOffset="121552.43">18209 12011 193 0,'0'0'208'0,"0"0"-202"16,0 0-11-16,-6-29 3 16,6 28-9-16,0 1-46 15,0 2-22-15,1 5-3 16,2 3-1-16</inkml:trace>
  <inkml:trace contextRef="#ctx0" brushRef="#br0" timeOffset="122160.96">18326 12104 225 0,'0'0'76'0,"0"0"-60"15,0 0 3-15,0 0 2 16,0 0-12-16,7-28-5 16,-9 28-4-16,-1 0-1 15,-2 0 4-15,1 2-5 0,-2 5-2 16,3 3-2-16,-3 1-2 16,3-1-3-16,1 1 4 15,1-1-2-15,1-2 3 16,0-1-1-16,0 0-4 0,3-2-2 15,-1-2 0-15,2-1 8 16,0-2 3-16,0 0 6 16,2 0 2-16,-2-5 0 15,2-4 0-15,-1 1-2 16,0-2-1-16,1 0 1 16,-2-1-1-16,0 3 4 0,0 0 0 15,1 2-1-15,-1 1 0 16,1 2-5-16,-2 3-1 15,1 0-1-15,1 0-2 16,0 8-3-16,0 1-2 16,-1 2 2-16,2-1 1 0,-2 3-4 15,2-2 1 1,-2-2-1-16,0 2 5 0,0-5 2 16,-1-1 0-16,2-3 2 15,-1-2-2-15,2 0 1 16,0-1 7-16,1-5 1 15,2-1-3-15,-1-3 7 0,0 3 4 16,1-1 1-16,0 2 2 16,-1 2 0-16,2 4-9 15,-3 0-8-15,0 5-4 16,-1 5-1-16,-1 3-18 0,-2 4-15 16,-3-1-6-16,0 1-45 15,-3-4-85-15</inkml:trace>
  <inkml:trace contextRef="#ctx0" brushRef="#br0" timeOffset="123981.65">18606 11954 77 0,'0'0'35'0,"0"0"-25"0,-31 0 1 0,24 0 2 0,-2 0 15 16,0 0-6-16,0 0-4 16,2-1-6-16,-2 1-3 15,-1 0-3-15,1 0 0 0,-5 0-4 16,1 0-2-16,-2 0 1 15,-2 0-1-15,-3 3 0 16,-2-1 1-16,-5 1-1 16,0-1 0-16,-5 1 0 15,-2-2 0-15,-4 2 1 0,0-2-1 16,-6 0 0-16,-1-1 0 16,0 1 0-16,-4-1 0 15,-2 0 1-15,-1 0-1 16,-2 0 0-16,0 0 0 15,-3 0 0-15,0 0 0 0,-1 0 0 16,1 0 0-16,-2 0 1 16,-2 0-1-16,1 0 0 15,-1 0 0-15,0 0 0 16,0 0 2-16,-1 0 6 16,1 0-2-16,2-1 1 0,-3 0 0 15,-2-1-1-15,1 0 1 16,1-1 1-16,0 0-4 15,-1-1-1-15,0 0 1 16,2 0-3-16,1-1 2 16,-2 0-1-16,0 0-1 15,1 1 0-15,1 0 0 0,1 0-1 16,-1-2 0-16,1 3 0 16,1-2-1-16,-3 1 0 15,-1-1 1-15,-3 2 0 16,1 1 0-16,0-1 1 15,1 3-2-15,-1 0 0 0,0 0-1 16,-1 0 1 0,2 0 0-16,-2 1 0 0,0 2-1 15,2 1-2-15,1 1 2 16,1 1 1-16,1 0 0 0,0 1 0 16,4-1 0-1,1 1-1-15,3 0 2 0,1-1 0 16,5 1 1-16,2-1-1 15,2-2 0-15,5 2 0 16,1-1 0-16,4 3 0 16,5-1 0-16,-1 1 0 0,5 3 0 15,-1 0 0 1,3 4 0-16,1 2-1 0,2 2 1 16,-1 2-1-16,4 1 0 15,4 2 1-15,1 0-2 0,3 0 1 16,0 1 1-16,4 1-1 15,-1-1 1-15,3 0 0 16,-1 2-2-16,2-1 2 16,0-3-1-16,2-2-2 15,6-1-6-15,3-3 5 16,5-2-2-16,1 0 4 0,5-1 0 16,2-1 3-16,1-1-1 15,4 1 2-15,1 1 3 16,2-1-1-16,5 2-3 15,2-2 0-15,4 1 0 16,3-2-1-16,5-2-1 0,2-1 3 16,3-3-1-16,2 0 6 15,1-1-5-15,3 1 1 16,4-3-2-16,3 2 3 16,1-2-2-16,6-1-2 15,5 2 1-15,2-1-2 0,1 0-1 16,2-1 2-16,3 0 0 15,-1-1-1-15,1-1 2 16,3 0 1-16,1 0 1 16,2 0 2-16,2 0-2 15,-1-2-1-15,0 0-1 16,0-1 0-16,-2 1-1 0,-3-1 1 16,-3 0 0-16,0 0 3 15,-2-1 1-15,-1 1-2 16,2 0 0-16,-4 0-3 15,3 0 1-15,-1 2 0 0,-1 1-1 16,2 0-1 0,-4 0 3-16,-1 0-2 15,-2 0 0-15,-1 0 0 0,-4 0 1 16,-2 0-1-16,0 0 0 16,-5 3 0-16,-2-1 0 15,-6 0 0-15,-1 0 0 0,-5-1 1 16,-3 1-1-16,-4-2 0 15,-2 0 0-15,-3 0 0 16,-4 0 1-16,-1-4-1 16,-5-1 0-16,-1-1 0 15,-4-1 0-15,0-1 0 0,-3-2 2 16,-2 0-2-16,-2-1 1 16,-2-1 0-16,-2-1-1 15,-4 1 1-15,-1-3 4 16,-2-1-1-16,-1-2 0 15,-1-2-1-15,-2 0-2 0,0-3 0 16,-2 1 0-16,-2-1 0 16,0-1-1-16,0 0 0 15,-3-1 1-15,-6 1 0 16,-2 1 5-16,-2 0-2 16,0-2 1-16,-2 0-2 15,-2 0 1-15,-2-1-1 0,0 0 0 16,-3-1-2-16,-2 3-3 15,-2 2 0-15,-2 1-10 16,-3 4-9-16,0 2-4 16,0 4-1-16,1 2-5 0,2 1-72 15</inkml:trace>
  <inkml:trace contextRef="#ctx0" brushRef="#br0" timeOffset="124232.18">18967 11933 281 0,'5'0'-9'0,"-2"0"-12"0,1 0-73 0</inkml:trace>
  <inkml:trace contextRef="#ctx0" brushRef="#br0" timeOffset="124401.75">18975 12105 254 0,'0'0'-5'0,"0"0"9"16,0 0-2-16,0 0-62 15</inkml:trace>
  <inkml:trace contextRef="#ctx0" brushRef="#br0" timeOffset="126202.59">17428 11429 167 0,'-1'2'5'0,"1"-2"16"0,0 0-5 0,0 0-21 0,0 1 5 16,1-1 1-16,4 3-4 16,0-3 3-16,3 2-2 15,2-2 3-15,0 0-1 16,4 0 4-16,2 0 5 15,5 0 2-15,1 0 3 0,6 0 1 16,1-2-5-16,5-2 0 16,1 0-2-16,4-1 0 15,2 0-3-15,1-2-3 16,1 1 0-16,-1 1 0 0,0 0-1 16,-2 0-1-16,-5 2 1 15,-1 0-1-15,-9-1 1 16,0 2-1-16,-6-1-2 15,-4 2-11-15,-3-1-22 16,-4-1-65-16</inkml:trace>
  <inkml:trace contextRef="#ctx0" brushRef="#br0" timeOffset="126380.78">18099 11305 154 0,'0'0'4'0,"39"-4"13"16,-16 4 7-16,-2 2-17 15,2 8-4-15,-3 5-6 0,-3 3-24 16,-3 5-39-16</inkml:trace>
  <inkml:trace contextRef="#ctx0" brushRef="#br0" timeOffset="131412.37">19061 12176 155 0,'0'0'67'0,"0"0"-46"0,0 0-5 0,0 0-1 0,0 0-3 16,0 0 1-16,0 0-5 15,0 0 0-15,0 0 2 16,0 0-5-16,0 0-5 16,0 0-14-16,0 0-25 0,3 0-54 15,-3 0-10-15</inkml:trace>
  <inkml:trace contextRef="#ctx0" brushRef="#br0" timeOffset="131573.96">19077 12264 323 0,'0'0'0'15,"0"0"-12"-15,0 0 11 16,0 0 0-16,0 0-2 0,0 0-12 15,0 0-4-15,0 0-52 16</inkml:trace>
  <inkml:trace contextRef="#ctx0" brushRef="#br0" timeOffset="134229.53">19727 11761 178 0,'0'0'13'0,"0"0"12"16,0 0 25-16,0 0-30 0,0 0-9 16,0 0-9-16,0 1-2 15,0 2 0-15,0 3 3 16,0 1-1-16,1 0-1 15,1 2-1-15,0 0 0 0,0 1 0 16,0 0-8-16,-1 0-20 16,0-1-30-16,-1-3-30 15</inkml:trace>
  <inkml:trace contextRef="#ctx0" brushRef="#br0" timeOffset="134934.93">19647 11904 88 0,'0'0'50'0,"0"0"-20"0,0 0 11 0,0 0-9 0,0 0-9 16,0 0-4-16,0 0 3 0,0 0 3 15,0 0-6-15,0 0-12 16,35-16-4-16,-22 16-3 16,2 0 1-16,3 0-1 15,2 0-3-15,1-1-6 0,2-1-20 16,-2 0-32-16,-2-3-77 15</inkml:trace>
  <inkml:trace contextRef="#ctx0" brushRef="#br0" timeOffset="135196.41">19590 11769 272 0,'0'0'4'16,"0"0"3"-16,0 0-5 15,40-12-1-15,-16 10 4 0,-1 1-5 16,3 1 1-16,2 0-17 15,1 0-71-15,2-3-102 16</inkml:trace>
  <inkml:trace contextRef="#ctx0" brushRef="#br0" timeOffset="135781.64">20510 11759 173 0,'0'0'7'16,"0"0"9"-16,0 0 7 0,0 0-16 16,-32-11-4-1,23 9 2-15,-1 2-1 0,-1 0 1 16,-4 0 4-16,2 0-2 16,-1 5 1-16,-1 1-4 15,2 2-1-15,0 2-2 16,3 1-1-16,0 0-1 15,5 2 1-15,2-3 0 0,3 0-7 16,0 0 2-16,1-3-1 16,8-1 5-16,2-4 3 15,1 0 3-15,1-2-2 16,1 0-2-16,0-2-2 0,-1-5-2 16,0-1 3-16,-3-2 2 15,-2 1-1-15,-2 0 6 16,-2-1 6-16,-1 2 5 15,-2 1 3-15,0 2-5 16,-1 1-5-16,0 1-3 16,0 2-6-16,0 1-3 0,1 0-7 15,2 0-6-15,1 5 8 16,2 1 0-16,1 1-8 16,1 0-15-16,-1-2-40 15,3-2-121-15</inkml:trace>
  <inkml:trace contextRef="#ctx0" brushRef="#br0" timeOffset="136037.79">20653 11763 291 0,'0'0'6'0,"0"0"0"0,0 0 6 0,0 0-7 0,0 0-5 15,0 0-4-15,0 0-4 16,0 0 5-16,0 0 2 16,0 0 2-16,8 26-5 0,-6-16-7 15,-1-1 0-15,-1 1-13 16,1-3-5-16,-1 1 5 16,0-3-4-16,0-1 0 15,0-3-19-15,0-1-40 0</inkml:trace>
  <inkml:trace contextRef="#ctx0" brushRef="#br0" timeOffset="136395.51">20658 11820 56 0,'0'0'47'0,"0"0"-9"16,0-30-4-16,5 22-11 15,-1 0 7-15,4 0-8 16,-2 3-7-16,2 1-3 0,0 3-5 16,1 0-5-16,0 1-2 15,1 0 0-15,0 4 0 16,-2 3 0-16,0 1 0 15,-2 0 2-15,-1 0-13 16,0 1 2-16,-4 1 5 0,-1-2-8 16,0-1-11-16,0-1-7 15,0-3-1-15,0-1 18 16,0-2 13-16,0 0 7 16,0 0 17-16,0-6 1 0,3-3-10 15,4 1 1-15,4-3 6 16,1 1-9-16,0 1-1 15,1 1 2-15,1 1 4 16,-1 2-2-16,2 2-4 16,-2 3-5-16,0 0-3 15,-1 4-3-15,-2 6-1 16,0 2-4-16,-3 0-19 0,-3 3-18 16,-1-6-59-16</inkml:trace>
  <inkml:trace contextRef="#ctx0" brushRef="#br0" timeOffset="136720.65">21446 11640 284 0,'0'0'7'0,"0"0"-6"0,0 0-1 0,0 28 2 15,0-15-3-15,0 2 0 16,0 0 0-16,0 0 0 0,0 2 2 15,0-1-1-15,0 1 0 16,0-2-6-16,0-3-69 16,-2-3-88-16</inkml:trace>
  <inkml:trace contextRef="#ctx0" brushRef="#br0" timeOffset="136906.16">21372 11746 306 0,'0'0'-2'0,"0"0"4"0,0 0-2 15,0 0 2-15,39-4 0 16,-19 4-13-16,2 0-6 16,3 2-28-16,2 0-42 15,1-2 36-15</inkml:trace>
  <inkml:trace contextRef="#ctx0" brushRef="#br0" timeOffset="137247.2">21749 11716 216 0,'0'0'21'15,"0"0"25"-15,0 0-23 0,0 0-17 16,0 0 1-16,-36-20-3 16,22 20-2-16,-1 0 0 15,2 1 3-15,1 6-3 16,4 0-2-16,1 1 1 15,1 1-2-15,4 0-1 16,2-2 0-16,0 1-2 0,0-1 1 16,8-3-1-16,-1 0 6 15,3-2 0-15,0 0-5 16,1-2 1-16,0 0 1 16,-1-4 2-16,0-1 1 15,-4-1 2-15,1 2 4 0,-3 0 6 16,-1 2 7-16,-1 0 4 15,0 1-13-15,-1 1-7 16,1 0-7-16,1 0-2 16,2 1 2-16,1 3-1 15,3 2-16-15,1-3-18 16,1-2-21-16</inkml:trace>
  <inkml:trace contextRef="#ctx0" brushRef="#br0" timeOffset="137478.75">21884 11632 293 0,'0'0'5'0,"0"0"-1"16,0 0 2-16,0 0-7 0,0 0-2 15,0 0 1-15,0 0 3 16,0 0 0-16,6 38 0 15,-4-22 0-15,1 1-1 16,-1-2 0-16,0-2-11 16,-1 0-39-16,1-5-59 15</inkml:trace>
  <inkml:trace contextRef="#ctx0" brushRef="#br0" timeOffset="138019.76">22008 11617 344 0,'0'0'6'15,"0"0"-4"-15,0 0 0 16,0 0-10-16,0 0-12 16,0 0 14-16,0 0 3 15,-29 22-1-15,18-14 4 0,-2-1-6 16,0-1 3-16,0 1-3 15,0-3 5-15,4 0 3 16,4 0 1-16,0-2-3 16,4 3-1-16,1-3-9 0,1 4-1 15,8-1 6-15,1 1 7 16,2 0 0-16,4-1 1 16,0 0-3-16,0 0 3 15,1-2-2-15,1 1 1 16,-2-2-1-16,1 0-1 0,-2-2 0 15,1 0 0-15,-3 0 2 16,1 0 1-16,-1-3 0 16,-3-3-2-16,-1 1 2 15,-3-2-9-15,-2 2 5 16,-3-1 4-16,-1 1-3 16,0 1 4-16,0 0 11 0,0 2-6 15,-1 2 2-15,-1 0-3 16,1 0-4-16,0 0-6 15,1 4 0-15,0 3-1 16,0-1 2-16,5 2-1 16,2-2 5-16,2 2 1 0,1 0-2 15,2-3-1-15,0-3-4 16,1-2-59-16,1 0-102 16</inkml:trace>
  <inkml:trace contextRef="#ctx0" brushRef="#br0" timeOffset="138152.7">22237 11594 356 0,'0'0'5'0,"0"0"3"0,0 0-3 0,0 0-9 16,0 0-31-16,0 0-44 0,0 0-10 15</inkml:trace>
  <inkml:trace contextRef="#ctx0" brushRef="#br0" timeOffset="138557.28">22296 11663 390 0,'0'0'-3'0,"0"0"0"0,0 0 1 15,0 0 3-15,0 0-2 16,0 0-1-16,0 0-1 16,30 18 2-16,-26-8 0 15,-1 0 1-15,1 0-6 0,-2-2-3 16,-1-1-4-16,0-2-4 16,0-1 0-16,-1-2 8 15,0-2 6-15,0 0 7 16,1-3 10-16,2-5-3 15,1-2 1-15,2-1 7 16,2-3-2-16,3 3-11 0,2-1-3 16,-1 2-1-16,3 4 0 15,0 1-1-15,2 3-1 16,0 2 1-16,-1 0-1 16,0 4 0-16,0 4-1 0,-2 3 0 15,-2 0-13-15,-1 0-36 16,-2 0-6-16,0-3-83 15</inkml:trace>
  <inkml:trace contextRef="#ctx0" brushRef="#br0" timeOffset="138956.45">22691 11679 235 0,'0'0'49'0,"0"0"-41"15,1-31-3-15,-8 23-5 16,-2 2-2-16,-3 2 11 0,-1 2-2 15,0 2-1-15,0 0-3 16,3 7-3-16,1 1-1 16,2 2-2-16,3 0-4 15,4 0-5-15,0-2-3 16,2-1 2-16,7-2 3 16,1-2 18-16,1-1-7 0,2-2 1 15,0 0 0-15,0 0 1 16,-2 0 7-16,0-2 10 15,0 2-4-15,-2 0-2 16,-1 0-4-16,-1 0-8 16,2 9-3-16,-2 1 0 0,-3 1 0 15,2 5 1-15,-3-1-2 16,-1 1 1-16,-2 0 0 16,0-1 0-16,0-2 2 15,-6-2-2-15,-4-2-1 16,-6-1 1-16,-3-3 5 0,-4-3 1 15,-3-2-10-15,-2 0-19 16,1-4-39-16</inkml:trace>
  <inkml:trace contextRef="#ctx0" brushRef="#br0" timeOffset="139917.28">23191 11478 317 0,'0'0'5'0,"0"0"13"0,0 0-6 0,0 0-14 16,0 0-6-16,0 0 7 0,-19 33 0 16,15-14-3-16,2 2-1 15,2 0 0-15,0-1 5 16,3-1-2-16,4-2 0 15,2-5 3-15,0 0-3 16,1-4 2-16,2-2-2 0,1-4 4 16,0-2 7-16,2 0 0 15,-1-1-1-15,0-8 1 16,-2 0-2-16,-1-6-5 16,-1-3 0-16,-2-2-4 15,-1-2-6-15,0-1 5 0,-3 2-1 16,-1 2 4-16,-1 4 1 15,-1 3-2-15,-1 4 3 16,0 2-1-16,0 4 1 16,0 2-5-16,0 2-1 15,0 8-10-15,0 3 10 0,0 4 1 16,0 3 1-16,0-1-2 16,0 3 1-16,4-3 1 15,-1-2 2-15,1 0-1 16,2-4-1-16,-1 0 2 15,1-3 0-15,0-2 0 16,-1-2-1-16,2-3-2 16,1-3-13-16,0 0 13 0,0-1 5 15,1-7 3-15,1-2 3 16,0 1 4-16,-1-1-4 16,1 0-1-16,-2 0 2 15,1 3-5-15,-2 2-1 0,0 2 5 16,-1 3-7-16,1 0-1 15,0 1 0-15,1 6-1 16,0 0 0-16,1 2 1 16,1-2 1-16,1 1-1 15,1-1 0-15,-1-1 0 0,4-2 1 16,-1 1-1-16,0-3 2 16,2-2-1-16,-4 0 0 15,-2 0 1-15,0-7 0 16,-1 0 1-16,-5-1 0 15,-1-1-3-15,-3 1-8 0,0-2-19 16,0 3 15-16,-6 1 5 16,-1 3 14-16,-1 2-6 15,1 1 0-15,-1 1-1 16,3 6-1-16,0 1 0 0,3 3-4 16,2-2 1-16,0 2-4 15,2-3-30-15,3-4-108 16</inkml:trace>
  <inkml:trace contextRef="#ctx0" brushRef="#br0" timeOffset="140081.33">23533 11519 363 0,'0'0'-18'0,"0"0"-17"0,28-6 10 0,-9 6-19 0,6 0-76 0</inkml:trace>
  <inkml:trace contextRef="#ctx0" brushRef="#br0" timeOffset="140721.99">24178 11558 110 0,'0'0'13'0,"0"0"16"0,0 0 1 0,0 0-6 0,0 0 1 16,0 0-2-16,-29-22-7 15,21 22-10-15,-2 0-5 16,0 0-1-16,-2 2 0 16,-2 8 0-16,2 1 0 0,1 1-1 15,1 4 0-15,2-1-2 16,3 0-1-16,3 0 1 16,1-2 5-16,1-2-5 15,4 0 3-15,7-1 3 16,2-1 5-16,3-2-3 0,5-1-1 15,-1-1-2 1,3-2-5-16,-1-2-9 0,0-1-56 16,-2-2-46-16</inkml:trace>
  <inkml:trace contextRef="#ctx0" brushRef="#br0" timeOffset="141063.23">24301 11390 153 0,'0'0'5'0,"0"0"-11"15,0 0 8-15,0 0-1 16,0 0 6-16,-12 32-2 16,9-19 1-16,2 2 0 15,0 0 0-15,-1 5-3 16,1-1-3-16,1 2 1 0,0-1-1 16,-1-1 0-16,-1 1 0 15,2-3 1-15,-2-2-1 16,1-1-1-16,0-4-20 15,1-2-45-15</inkml:trace>
  <inkml:trace contextRef="#ctx0" brushRef="#br0" timeOffset="141511.75">24457 11579 10 0,'0'0'249'0,"0"0"-238"15,0 0 4-15,0 0-10 0,0 0-4 16,0 0 1-16,0 0 0 16,0 0 1-16,-35-22-3 15,26 23 0-15,0 5 0 16,0 4-1-16,1-1 1 15,1 2-3-15,1 0 0 16,3-1-3-16,1-1 0 0,2-1-4 16,0 0-4-16,5-3 0 15,4-3-13-15,0-1 1 16,0-1 15-16,0 0 19 16,2-5 19-16,-2-2 8 15,-2 0-7-15,0-1-9 0,0 2 2 16,-4 1 4-16,-1 2 2 15,-1 0-2-15,0 3-11 16,-1 0-10-16,1 0-5 16,1 0-8-16,-1 5 5 15,1 1-10-15,1 3-14 16,3-1-13-16,-1-3-13 0,3 1-89 16</inkml:trace>
  <inkml:trace contextRef="#ctx0" brushRef="#br0" timeOffset="141861.91">24586 11578 83 0,'0'0'196'15,"0"0"-190"-15,6-31 7 16,-6 22-7-16,0 4-5 16,-3 1-7-16,-1 1 9 0,-2 3-2 15,-1 0 1-15,2 0-2 16,-3 3 0-16,2 4 0 15,1-2-1-15,1 3-1 16,3 0-3-16,1-1 0 16,0 2 3-16,1-1 2 0,5 0 1 15,1 1 0-15,2 0 2 16,-2 1-1-16,0-2-2 16,-1 2 1-16,-3-3-1 15,-3-2 1-15,0-2 1 16,0 0-4-16,-3-1 0 0,-4-1 9 15,0-1-1-15,-1 0-5 16,0 0-1-16,1 0 2 16,1 0-9-16,3-4-35 15,3-2-62-15</inkml:trace>
  <inkml:trace contextRef="#ctx0" brushRef="#br0" timeOffset="142188.58">24819 11515 224 0,'0'0'-9'0,"0"0"13"15,0 0 0-15,0 0-5 16,0 0-2-16,-40-20 3 16,24 20 2-16,-1 0 0 15,1 0-1-15,2 5 0 0,4 1-1 16,2 1 0-16,3 0 0 15,3 0-6-15,2 0 0 16,0 0 3-16,7 1 11 16,5 0 2-16,2-1 7 15,2 1 2-15,-1-1-3 0,0 1-5 16,-3 1-5-16,-3-1-1 16,-2 0-2-16,-7-1-2 15,0 2-4-15,-7-1-1 16,-13 1 2-16,-8-4-9 15,-10-2-65-15</inkml:trace>
  <inkml:trace contextRef="#ctx0" brushRef="#br0" timeOffset="148962.01">1953 3603 109 0,'0'0'3'0,"0"0"1"0,0 0-4 0,0 0 1 16,0 0-1-16,-9 34 0 16,9-25 0-16,2 1-2 0,3 2 1 15,1-1 0-15,0 3 1 16,0 1 0-16,1 2 1 16,0 3-1-16,1 0 0 15,0 2 0-15,1 3 0 16,2 1 0-16,-1 2 0 15,2 5 1-15,0 3-1 0,0 3 0 16,0 3 0-16,-1 4 1 16,-1 2-1-16,-1 2 1 15,1 3 2-15,-2-1 0 16,2 3 0-16,-3 1 1 0,1 1 1 16,2 1 0-16,-1-1 1 15,3 2-1-15,-1 1 1 16,1 3-1-16,1 0-1 15,-1 1 0-15,3 4-2 16,-2 2 0-16,0 0-1 16,0 1-1-16,-1 1 0 0,-2-1 1 15,-2-3 0-15,0-1-1 16,-1-4 0-16,-4-1 1 16,-1-1-1-16,-2-5 0 15,2-3 1-15,-2-2-1 0,0-3 1 16,0-5-2-16,0-3 2 15,0-4-2-15,1-3 2 16,1-4-1-16,-1-3 0 16,2-3 2-16,0-3-2 15,0-2 4-15,-1-2-2 16,1-2 1-16,-1-2 1 0,0-1-1 16,-1-1-1-16,1-1 0 15,-1-2 1-15,0-1-2 16,2 0-1-16,-1-3 3 15,-1 2-2-15,1-2-1 16,1 1-1-16,1-1 0 0,0-1-2 16,0 1 1-16,4-2 1 15,-1 1 5-15,3 0-1 16,0 1-1-16,2-2-1 16,3 2 0-16,0-2 0 15,4 2-1-15,-1 0 1 0,5-1-3 16,3 0 1-16,5-2 0 15,3 0 3-15,6 0 0 16,2 0-9-16,3-6-62 16</inkml:trace>
  <inkml:trace contextRef="#ctx0" brushRef="#br0" timeOffset="150917.95">2360 3681 103 0,'14'-5'4'0,"2"0"4"0,1-2 0 0,3-1 1 0,5 0-4 16,0 1 0-16,3-1 0 16,4-1-2-16,1 1-1 15,3-2 0-15,1 1-1 16,4-1 1-16,0 0-2 0,4-2 0 15,3 2 1-15,1 0-1 16,3-1 0-16,3 1 0 16,1 0 0-16,2 0 0 15,0-1 1-15,4 1-2 0,2-2 1 16,1 1 0-16,0-1 0 16,3 0 2-16,0 1 3 15,1-1 1-15,-2-1-1 16,0 2 1-16,2 2-2 15,-1 1-1-15,-2 0-1 16,1 3 0-16,0 0 1 0,0 2-1 16,-1 1 1-16,0 1-1 15,0 1 1-15,4 0-3 16,-1 0 2-16,-1 0-1 16,4 0-1-16,3 0 0 15,-3 0 1-15,0 0-1 0,2 0 1 16,-1 0-2-16,-1-1 2 15,-1-4-2-15,4 2 1 16,-1-3 0-16,-1-1 2 16,3 0 1-16,1-1 1 15,-2-1-2-15,-2 0 0 16,1-1-1-16,-1 0 1 0,-3 1-2 16,-1-2 0-16,0 1 1 15,-1 0-1-15,-2-1 2 16,-2 0 0-16,-1 0-1 15,-1 1 1-15,-4 0-4 16,-5 2 4-16,-2 0-1 0,-5 0-1 16,-4 1 0-16,-3 2 1 15,-4 0-1-15,-1 2 0 16,-1 0 0-16,-3 1 1 16,-1 0-1-16,-4 1 0 15,-3 1 1-15,-2 0-1 0,-3 0 0 16,-4 0 0-16,-1 0 1 15,0 3 0-15,-2 0 0 16,-1 2-1-16,0-2 1 16,-2 1 0-16,1 1-1 15,-1 0 1-15,-2-2-1 0,0 2 1 16,-2 2 1-16,1-2 0 16,-1 0-2-16,1 1 1 15,0 0 1-15,-1 1-2 16,3 0 0-16,-2 0 0 0,2 1 1 15,-2 0-1-15,3 0 0 16,2 1 0-16,-4 1 0 16,5 1 1-16,-2 2-1 15,1 2-1-15,-2 3 1 16,1 1 0-16,0 5-1 16,1 1 3-16,-1 1-1 15,-1 2 0-15,1 2-1 0,0 0 2 16,-1-2-2-16,0 3 1 15,1 1-1-15,1 1 0 16,-3 3-2-16,-1-1-1 16,0 3 3-16,0 2 2 15,-2-1-1-15,3 2 0 0,-3 1 2 16,0 2-2-16,1 1-4 16,-1 1 2-16,-2 2 2 15,2 0-5-15,-2-2 7 16,1 1-4-16,-1-3 2 0,3-1 3 15,-1-2-2-15,2-1-2 16,-2 1 0-16,1 0 0 16,-1-1 0-16,-1 1 1 15,-2 1-1-15,0-1-1 0,0 0-2 16,0-1 6 0,0 3 0-16,-2 0-4 0,1-2 3 15,-1 1-1-15,1-3-2 16,-3-3 2-16,4-1 0 15,-2-2 0-15,1 4-1 16,-1 0 0-16,0 2 1 16,1 0-2-16,0 1 1 15,0-1 0-15,1-3 1 0,0-1-1 16,0-5 0-16,0-2 0 16,0-5 0-16,0-3 0 15,0-5 2-15,0 0-2 0,0-4 1 16,-2-1-1-1,0 0 1-15,-1-3 0 0,-1-1 1 16,1-1 4-16,-4 0 1 16,0 0-1-16,-2 0-3 15,-3 2-2-15,-1-1-1 16,-4-1 1-16,0 2 0 0,-3 0-1 16,-3 1 1-16,-2 0-1 15,-1 0 0-15,-2 1 0 16,-2 1 0-16,-2-1 0 15,-2 1 1-15,-2 0-1 0,-3 0 1 16,-1 0-1-16,-4-1 0 16,-1 2 2-16,-6-3 0 15,-1 1 3-15,-4-1 1 16,-6 2-2-16,-4-1-3 16,-8 1-1-16,-5 2 0 15,-4 3-6-15,-7 2-26 0,-10 1-78 16</inkml:trace>
  <inkml:trace contextRef="#ctx0" brushRef="#br0" timeOffset="158003">1849 4948 61 0,'0'0'3'0,"0"0"3"0,0-2-6 0,0 1 2 15,0-1-2-15,0 2 0 16,0-2 0-16,-2 2-1 0,1 0-4 16,0 0 6-16,-1-2 1 15,2 2 1-15,-1 0-1 16,1 0 6-16,0 0-5 16,0 0-4-16,0 0-1 15,0 0 2-15,0 0 0 16,0 0 1-16,0 0-1 15,1 2 1-15,-1 0 0 0,2 3 0 16,-2-2 0-16,1 2-1 16,0 0 0-16,1 0 0 15,-1 0 1-15,1 0-1 16,-1-2 0-16,1 2 0 0,0 0 0 16,1-2 0-16,-1-1 0 15,0 1 0-15,1 0-1 16,-1-2-2-16,1-1 2 15,0 0 2-15,-1 1-1 16,2-1 2-16,-4 0-1 0,3 0 4 16,0 0 2-16,-1 0-2 15,1-1-2-15,2-1-3 16,2-1 1-16,0-1 0 16,1-2 0-16,4-2 0 15,1-1-3-15,0-1 5 0,3 0-3 16,2-4-1-16,2 0 3 15,-2-4-2-15,3 0 1 16,0-3 0-16,3-1 3 16,0-1-2-16,-1 0 1 15,2 1-1-15,0-1 2 0,-2 2 0 16,1 1 0-16,-2 0 0 16,-2 3 3-16,-2-1 3 15,-2 2-3-15,-2 3 0 16,-4 0 0-16,-1 1 1 15,-2 3 2-15,-2 1 1 0,-2 3-3 16,-1 1-1-16,1 2-5 16,2 2-2-16,-1 0-1 15,0 2-3-15,0 4-32 16,-2-3-52-16</inkml:trace>
  <inkml:trace contextRef="#ctx0" brushRef="#br0" timeOffset="159032.65">1885 5513 69 0,'-1'-2'2'0,"-1"2"0"0,2-2-3 15,0 1 0-15,0-1 1 16,0 0-2-16,2-1-3 16,-1 2 2-16,-1-1 4 15,0 0 0-15,0 1 3 0,0 0 5 16,0 1 4-16,0 0-1 15,0 0-7-15,0 0-8 16,2 0 2-16,0 0 1 16,3 0 0-16,-1 1 0 15,2 2 0-15,-2 0 0 0,2 0 0 16,-1-1 0 0,0 1 0-16,0-1-1 0,0 1 2 15,2 0-1-15,-1-3-1 16,1 0 1-16,2 0 0 15,1 0-1-15,1 0 2 16,3-6 0-16,1-2 1 0,-2-1-2 16,2-4 4-16,1 0-3 15,-2-2 1-15,2-5 3 16,-2-1 4-16,4-1-2 16,2-3-2-16,0-2 0 15,3 0 2-15,0-1-3 0,3 2 1 16,0-2 2-16,0 1-4 15,-1 1 2-15,-1-1-2 16,1 1-2-16,-4 0 2 16,1 2-1-16,-2 3-2 15,-1 3 1-15,-1 4-1 0,-1 3 0 16,-3 3 0-16,-3 4 1 16,1 4-2-16,-4 0-5 15,-5 0-39-15</inkml:trace>
  <inkml:trace contextRef="#ctx0" brushRef="#br0" timeOffset="173182.27">19644 11562 64 0,'0'0'20'0,"0"0"5"0,0 0 0 0,0 0-5 16,0 0-4-16,0 0-10 16,0 0-7-16,0 0 1 15,2 0 1-15,-1 0-1 16,2 0 0-16,1 0 0 15,-2 0 1-15,0 0-1 0,1 2 0 16,0 0-1-16,-2 2 1 16,0-2 1-16,1 1 0 15,-1 0 0-15,1 0 2 16,-1 0 2-16,1 0-4 16,-1-1 2-16,-1 1 1 0,2-1-3 15,-1-1 1-15,1 0-4 16,0-1 4-16,1 0-2 15,-2 0 2-15,2 0 8 16,0 0-3-16,1-1-3 16,0-4 0-16,2-1-2 15,2-1-1-15,-1 0-1 0,3-4 1 16,2-1 1-16,1-1-2 16,1-1 1-16,2-1-1 15,-1 0-3-15,2-1 2 16,-1 0 4-16,0 0 2 0,-1 2 4 15,-2 0-1-15,0 0-2 16,-2 2 2-16,0 1 1 16,-1 1-2-16,-1 1-1 15,-4 3-2-15,2 0 0 16,-4 3-2-16,1-1 1 16,-2 4-2-16,-1 0-1 15,2 0-1-15,-1 0-12 0,1 4-12 16,-2-1-46-16,-1-1-74 15</inkml:trace>
  <inkml:trace contextRef="#ctx0" brushRef="#br0" timeOffset="175367.51">19303 11189 174 0,'0'-3'8'0,"0"1"26"0,0 0-13 0,0-1-8 16,3 0-8-16,3 1-2 16,1-1 3-16,2 0-1 0,2 0 3 15,0-1 0-15,3 2 1 16,-3-1-5-16,1 3-1 15,0 0-2-15,-2 0 0 16,1 0 0-16,-3 5 0 16,0 0-1-16,-3 1 0 0,1 1-1 15,-3 0 0-15,-2 2-1 16,-1-1-2-16,0 0 2 16,-3 1-1-16,-4-2 0 15,2 0 2-15,-2-1 3 16,2-2-1-16,0-2 0 0,2-1 1 15,3-1-2-15,0 0 3 16,0 0-8-16,0-1 1 16,0-4 2-16,0-1 7 15,4-2-2-15,2 0-2 16,-1-1 1-16,1-2-1 0,-1 1 0 16,2-1 1-16,0-1-1 15,-2 1 0-15,2 0 0 16,-3 0-1-16,2 0 1 15,-4 2-1-15,0 3 0 16,-1 0 2-16,0 3 1 16,-1 0 6-16,0 3-2 0,0 0-1 15,0 0-4-15,0 0-6 16,0 2 0-16,0 4 4 16,0 1 1-16,1 1 2 15,0 2-3-15,1 0 1 16,-1 0-1-16,2-2 0 0,3 2 0 15,-1-2-1-15,2-1 1 16,1 1-3-16,4-2 2 16,-2-2-5-16,3-1-20 15,1-3-37-15,-1 0-85 16</inkml:trace>
  <inkml:trace contextRef="#ctx0" brushRef="#br0" timeOffset="175522.07">19674 11133 288 0,'0'0'13'0,"0"0"10"0,0 0-22 0,0 0-2 0,0 0 1 0,0 39-1 16,1-22-9-16,8 1-24 16,3-3-72-16,4-2-18 0</inkml:trace>
  <inkml:trace contextRef="#ctx0" brushRef="#br0" timeOffset="176034.84">20252 11192 210 0,'0'0'35'0,"0"0"0"0,0 0-30 15,0 0-2-15,0 0 0 16,0 0 1-16,0 0 4 16,0 0-2-16,31-22 0 15,-24 22-2-15,1 0-2 16,0 0-1-16,0 3 0 15,1 3 0-15,-2 0-1 0,0 1 0 16,-1 2-2-16,-3 0 0 16,-2 0-3-16,-1 0-3 15,0 2-2-15,-7-3-3 16,-2 2 11-16,1-2-4 16,-2-1-15-16,-1-1-11 0,4-2-21 15,1-1-42-15</inkml:trace>
  <inkml:trace contextRef="#ctx0" brushRef="#br0" timeOffset="176333.32">20412 11138 97 0,'0'0'12'0,"0"0"28"16,0 0-10-16,0 0-9 16,0 0-9-16,-27-5-9 15,23 10-2-15,0 2 2 16,2 1 0-16,-2 2 1 0,4 1-1 16,-1 0-1-16,1 0 1 15,0 0-5-15,0-1 1 16,2 0 1-16,4-2 0 15,2-1 0-15,1-2-2 0,2-2-27 16,1-1-38-16</inkml:trace>
  <inkml:trace contextRef="#ctx0" brushRef="#br0" timeOffset="176682.88">20495 11232 119 0,'0'0'93'0,"0"0"-61"15,0 0-5-15,0 0-16 16,0 0-3-16,0 0-5 16,0 0-1-16,0 0 0 0,15-13-4 15,-8 13 4-15,3 0-1 16,0 3-2-16,0 1-5 16,0 1 1-16,-1 1-9 15,0 2-2-15,-3 0 8 16,-2 0-5-16,-3 2-4 15,-1-1 1-15,0-1 2 0,-3-1 4 16,-4 0 16-16,-1-1 2 16,1-3 12-16,0-1-3 15,4 0 1-15,-1 0-4 16,1-1-4-16,3-1 3 16,0 0-5-16,2 0-10 0,9 0 4 15,6 0 1-15,8-3 1 16,7-3-5-16,8-3-85 15</inkml:trace>
  <inkml:trace contextRef="#ctx0" brushRef="#br0" timeOffset="177208.66">21655 11155 160 0,'0'0'24'0,"0"0"15"0,0 0-17 0,0 0-6 15,0 0-7-15,0 0-7 16,0 0 0-16,0 0 1 0,27-15-2 15,-18 15 1-15,-1 0-2 16,0 0 1-16,-2 0-1 16,1 3 1-16,0 0 0 15,-3 2-1-15,0-1 0 16,-1 2 1-16,-2 1-1 0,-1 0-1 16,0 1 0-16,-6-1-1 15,-3 1 2-15,-2 0 5 16,-1-3-6-16,-1 3 1 15,-1-4-2-15,1 1-10 16,3-2-17-16,4-2-75 0</inkml:trace>
  <inkml:trace contextRef="#ctx0" brushRef="#br0" timeOffset="177481.08">21779 11129 145 0,'0'0'20'0,"0"0"19"16,0 0-20-16,0 0-13 15,0 0 5-15,0 0-2 0,0 0-1 16,0 0-1-16,-28-21-2 16,20 26-4-16,0 3 0 15,0 2 0-15,0 1-2 16,2 0 2-16,2 2-1 15,4-3-1-15,0 1-2 0,0 1 1 16,9-2 0-16,3-2-8 16,2-3-46-16,3-1-60 15</inkml:trace>
  <inkml:trace contextRef="#ctx0" brushRef="#br0" timeOffset="177870.66">21892 11196 242 0,'0'0'19'16,"0"0"8"-16,0 0-16 16,0 0-2-16,0 0-4 0,0 0-5 15,0 0-1-15,0 0 0 16,24-18 2-16,-17 19-1 16,2 4 0-16,-1 0 0 15,0 4-1-15,-1-1-13 16,-1 2-8-16,-5-1 0 15,-1 1-4-15,0 0 8 0,-3-1 5 16,-4-1 8-16,-1-1 14 16,1-1-4-16,0-3 8 15,5 1-6-15,1-2-5 16,1 0-5-16,0 0 1 0,6 1 11 16,5-1 11-1,-1 2-4-15,0 1-7 0,2 0-4 16,0 1-2-16,-3 0-2 15,0 1 0-15,-6-2 1 16,-1 2-1-16,-2-1-2 16,-3 0-4-16,-7-1-3 0,-3-1 0 15,0-4-48-15,-1 0-96 16</inkml:trace>
  <inkml:trace contextRef="#ctx0" brushRef="#br0" timeOffset="178632.39">23054 11046 19 0,'0'0'28'0,"0"0"13"0,0 0-8 0,0 0-1 16,0 0 0-16,-16-30-1 16,16 23-9-16,-1 2-5 15,1 0 2-15,0 0-7 0,0 2 1 16,0 0-3-16,3 0-1 16,5 1-7-16,-1 0-3 15,3 2 0-15,2 0 2 16,0 0-1-16,0 3 1 15,-1 2-1-15,0 2 0 0,-2 0 0 16,-1 2 0-16,-1 1-3 16,-3 1-3-16,-2-1 0 15,-1-1-2-15,-1 0 3 16,0-1-2-16,-1-3 0 16,-4-2 0-16,-2-2 12 15,0 0-4-15,0-1 1 0,0 0-2 16,1 0 1-16,2-4 0 15,1 0 0-15,3-2-2 16,0-2-8-16,0 0 7 16,5-2 1-16,1 0 3 15,2 0-1-15,0-1 5 0,-1 2-2 16,2 0-2-16,-5 0-1 16,3 5 3-16,-5 0-3 15,-1 2 2-15,0 2 1 16,-1 0-3-16,0 0-2 15,0 1-1-15,0 6 2 0,-4 3 2 16,1 1-2-16,0 2 1 16,1 1-1-16,1-2-1 15,1 1-11-15,0-2-24 16,3-4-48-16,5-2-14 16</inkml:trace>
  <inkml:trace contextRef="#ctx0" brushRef="#br0" timeOffset="178957.31">23330 11064 211 0,'0'0'6'0,"0"0"0"0,0 0-6 0,0 0-12 16,0 0 10-16,0 0 1 15,0 0 11-15,-31 19-9 16,22-12 1-16,0 0 0 15,2-1-2-15,0 1 1 0,1-2-1 16,2-1 0-16,2 0-1 16,2 1 0-16,0-2 0 15,0-1 4-15,4-2 2 16,4 2 15-16,4-1-8 0,2-1-8 16,1 0 0-16,0 0-1 15,2 0-1-15,0 0-2 16,-3 0 1-16,0 0-9 15,0 0-20-15,-4 0-24 16,-3-3-27-16</inkml:trace>
  <inkml:trace contextRef="#ctx0" brushRef="#br0" timeOffset="179139.88">23375 11083 235 0,'0'0'24'0,"0"0"3"15,0 0-27-15,0 0-1 16,0 0 2-16,0 0-3 16,0 0-2-16,-7 35 3 15,7-20 0-15,0-2-5 16,6-1-47-16,2-2-82 0</inkml:trace>
  <inkml:trace contextRef="#ctx0" brushRef="#br0" timeOffset="179810.66">23925 10991 96 0,'0'0'-9'0,"0"0"12"0,27-14-2 16,-17 10 2-16,1-1 5 16,-2 3 14-16,0-1 15 15,-2 1 4-15,2 2-12 16,-2 0-12-16,1 0-11 15,1 0-5-15,0 3 0 16,0 3-1-16,-3 1-4 0,0 0-8 16,-1 1 1-16,-2 0 3 15,-3 1-2-15,0-1 2 16,0 1 8-16,-2-3-1 16,-3 1 0-16,0-2 1 15,0-2-3-15,2 2 5 0,-2-5-4 16,2 1 2-16,1-1 3 15,2 0 1-15,0 0 5 16,0-3 4-16,0-3-2 16,3-1-6-16,4-1 2 0,0 0-7 15,1-2 1-15,2 1 0 16,1-1-3-16,0-1 2 16,1 2 1-16,-2 1 0 15,-2 0-2-15,-1 2 2 16,-1 1 1-16,-3 1 6 15,-1 3 0-15,0-1 0 0,-1 2-4 16,-1 0-4-16,0 3-4 16,0 3 2-16,-4 3 3 15,1 0 0-15,-1 3 1 16,0 0-1-16,0 0-1 0,2 0 0 16,2 1-1-16,0-3-15 15,0 0-20-15,0-2-33 16,5-2 6-16,0-2-21 15</inkml:trace>
  <inkml:trace contextRef="#ctx0" brushRef="#br0" timeOffset="180240.93">24271 11016 92 0,'0'0'8'0,"0"0"-9"0,0 0 2 0,0 0-1 16,0 0 0-16,0 0 4 16,0 0 0-16,0 0-1 15,0 0 1-15,0 0 4 16,0 0 3-16,5 31 0 0,-3-26-1 16,1-1 6-16,2 0 11 15,2 1-19-15,1 0-2 16,0 0-1-16,0 0 2 15,2 0 1-15,-3 0-3 16,1 0-3-16,0 1 1 0,-2-2-1 16,0 2-1-16,-2-2 1 15,0 0-2-15,-2 0 1 16,-2 1-1-16,1-2 1 16,-1 1-2-16,0-2 0 15,0 1 2-15,-3 1 0 16,-1-2-3-16,-1 0 3 0,0 1 3 15,-1-1-2-15,1-2-1 16,0 0-2-16,-1 0 2 16,1 0-3-16,0 0-10 15,2 0-27-15,0 0-44 0</inkml:trace>
  <inkml:trace contextRef="#ctx0" brushRef="#br0" timeOffset="180397.42">24373 11067 176 0,'0'0'15'16,"0"0"23"-16,29-23-11 15,-13 18-17-15,0 1-9 16,4 1 0-16,0 0-4 16,4 2-43-16,-1-1-76 0</inkml:trace>
  <inkml:trace contextRef="#ctx0" brushRef="#br0" timeOffset="190519.63">2719 3425 124 0,'0'0'4'0,"0"0"0"0,38-43-6 0,-19 16-86 0</inkml:trace>
  <inkml:trace contextRef="#ctx0" brushRef="#br0" timeOffset="191912.78">19448 11498 193 0,'0'0'-3'0,"0"0"13"0,0 0 27 0,0 0-12 0,0 0-19 16,0 0-6-16,0 0 1 0,0 0 0 15,0 31 0-15,3-11-1 16,0 7 1-16,1 2-1 15,-4 3 2-15,0 8-4 16,1 4 2-16,-1 4 0 16,0 3-1-16,2 7 1 0,-1-2 1 15,2 0-2-15,0-1 1 16,-1-4 0-16,1-5-1 16,0-3 0-16,1-6-10 15,0-6-23-15,1-8-52 16</inkml:trace>
  <inkml:trace contextRef="#ctx0" brushRef="#br0" timeOffset="192584.82">19495 11587 54 0,'0'0'12'0,"0"0"24"0,0 0-4 15,0 0-5-15,0 0 1 16,0 0-7-16,0 0-15 0,0 0 0 16,0 0-5-16,39-29 0 15,-22 28-1-15,4 1 0 16,3 0-1-16,3 0 0 15,4 0 1-15,0 0 0 16,5 0 0-16,2 0 0 0,3 0 0 16,3 0 1-16,1 0-1 15,1 0-13-15,3-1 14 16,1-2 0-16,1-1-1 16,2-1 0-16,2-1-3 0,3 1 5 15,-1 0 3-15,1 0 0 16,0-1-2-16,0 2-1 15,1 0-1-15,2 1 0 16,1 0-1-16,1 1 0 16,1-1 1-16,4 2-1 15,-1-1 0-15,0 0 0 16,-2-1 0-16,2-1 0 0,0-1 0 16,-2 0 0-1,3-1 0-15,1-1 2 0,0-1-2 16,0 2 0-16,-1-1 0 15,3 2-9-15,1-3-23 0,-2 3-30 16,1-2-40-16</inkml:trace>
  <inkml:trace contextRef="#ctx0" brushRef="#br0" timeOffset="193487.08">19904 11615 73 0,'3'0'8'0,"0"0"-5"0,-1 0-3 0,0 0 1 0,-1-2-8 15,-1 1-30-15</inkml:trace>
  <inkml:trace contextRef="#ctx0" brushRef="#br0" timeOffset="194759.76">19904 11615 40 0,'0'0'45'0,"0"0"-7"0,0 0-20 16,0 0-9-16,-17-13-7 15,15 12 0-15,1 0-1 16,-1 0-1-16,1-1 4 16,0 1 13-16,-1 1-9 0,0-1-6 15,1 0-1-15,-1-1-1 16,0 2 0 0,1-2 0-16,-2 1-1 0,0-1 1 15,0 2 0-15,0-2 0 16,-1-1 1-16,1 2 0 15,-1-1 6-15,1 0 4 0,-1 0 2 16,1 1 0-16,0-2-3 16,-1 2-4-16,2-1-3 15,-3 0-2-15,0 0 0 16,-3 2-1-16,0-1 0 16,-1 1 0-16,-1 0 1 0,-1 0-1 15,0 0-1-15,-1 0 2 16,0 1-2-16,2 3 2 15,-1-1-1-15,1-2 0 16,0 2 0-16,3-1 1 16,0-1-1-16,0 2 0 15,-1-2 1-15,1 2 0 0,1-1 0 16,-4 2-1-16,1-1 1 16,0 0-1-16,0 2 0 15,0-2 0-15,1 2 0 16,-2 0 0-16,2-1 0 15,-2 1 2-15,2-1-2 0,-1 0 0 16,2 0 0-16,-1 0 0 16,2 1 0-16,0 2 0 15,-2-1 0-15,0 3 0 16,1-1 0-16,0 0 0 0,1 0 0 16,-1 1 0-16,1-1 0 15,2 2 0-15,-1-2 0 16,1 1 0-16,-1 0 0 15,2 1 1-15,1-1-2 16,-3 3 2-16,3-1-1 16,0 0-1-16,1 2 1 0,-1 0 0 15,2-1 1-15,-1 1-1 16,1 0 0-16,0 0 0 16,-1 0-1-16,1 0 2 15,-1 0-1-15,1 0 0 16,0 0 0-16,0-1 0 0,0 0 0 15,0 0 0-15,0-1-1 16,3 0-1-16,1 0 4 16,-1-1-2-16,2 1 1 15,-3-1 1-15,3 1-2 16,-2-1 0-16,1-1 0 16,1 0 0-16,-2-1 0 0,1-1 0 15,2 0 0-15,-2-1 0 16,0 1 2-16,1-1-1 15,2-1 4-15,-1 1 0 16,2-2-4-16,2 2 1 0,0-1 1 16,2 0-2-16,0 0 0 15,0 0-1-15,2 0 1 16,-2 0 1-16,0-3-2 16,1 1 0-16,0 0 0 15,0-1 0-15,0 1 0 0,1-2 0 16,-1 0 0-16,1-1 1 15,3 2-2-15,-3-2 1 16,3 0 0-16,-2 0 0 16,2 0-2-16,0-2 1 15,-2-3 2-15,1 2-2 0,-1-2 1 16,0 0 0-16,-2-2 0 16,-2 1 0-16,0 0 0 15,-1-1 0-15,0-2-1 16,-2-2 2-16,2 2-1 15,2-4-1-15,-2-2 1 0,2 0 0 16,-1-3 0-16,0 0 1 16,-1-1-1-16,0 1 0 15,0-1 0-15,0 0-2 16,-5 0 3-16,1 2 0 16,-4-1-1-16,-1 1 1 0,-1-2 1 15,0-2-2-15,-3 1 1 16,-4-3-1-16,-3 1 2 15,-2 1 0-15,-1-1-1 16,-1 4 0-16,-2 0 1 16,0 2-2-16,-1 3 0 0,0 4-2 15,-1 1 0-15,1 4-11 16,1 3-15-16,3-1-52 16</inkml:trace>
  <inkml:trace contextRef="#ctx0" brushRef="#br0" timeOffset="195693.95">20467 11546 133 0,'-7'-5'-8'0,"-1"1"12"0,0 0 2 0,1 0-4 16,-3-1-1-16,2 1 0 16,-2 0 0-16,0 1 1 15,1 2 3-15,-1 0 6 16,0 1 4-16,0 0-9 16,-2 0-2-16,1 2-3 0,0 4 0 15,-1 1-1-15,0 3 0 16,0 1 0-16,0 1-1 15,0 1 2-15,0 1-1 16,0 0 0-16,0-1 0 16,2 2 1-16,0-1-1 15,2-1 0-15,0 2 0 0,3 0 1 16,-2 1-1-16,1-1 0 16,1 2 0-16,1 1 0 15,1 0 0-15,0 2 0 16,1 1 6-16,2-1-1 0,0 0 1 15,0-2 3-15,3 1-1 16,5-2-3-16,-2 0 3 16,3-2 5-16,2-2-6 15,2 0-2-15,1-1 0 16,3-1-2-16,0 0 0 0,2 0 1 16,1-1-3-16,1 0 0 15,0-1 0-15,2 1-1 16,1-2-1-16,-2 0 1 15,4-1-4-15,0-2 6 16,4-1 0-16,-3-2-2 0,1 0 2 16,0-2-2-16,-1 0 1 15,0 0-1-15,0-2 0 16,-3-2 1-16,0-2-1 16,2-2 0-16,-2-1 1 0,3-2-1 15,0 0 2 1,1-2-2-16,0-2 0 0,-4-1 0 15,0-1 1-15,0-4-1 16,-4 1 0-16,-4-4 1 16,0 0 2-16,-5-2 1 15,-2 1 3-15,-5-2 2 16,-3 1-5-16,-1 0-1 0,-2 1-2 16,-8 2 0-16,-3 1-1 15,-4 4-1-15,-4 0-2 16,-1 5-6-16,-4 2-18 15,-2 2-15-15,1 1-61 0</inkml:trace>
  <inkml:trace contextRef="#ctx0" brushRef="#br0" timeOffset="196679.92">21638 11500 135 0,'0'0'0'0,"0"0"4"0,0 0-2 0,0 0-2 16,-35-11 1-16,20 9 2 16,1-1 1-16,-2 0 7 0,-1 1-1 15,-1 1-5-15,0 1-2 16,-2 0-1-16,0 0-2 15,1 0 2-15,-1 3-2 16,1 3 0-16,-1 2 1 16,-2 1-1-16,2 2 0 0,-2 3 0 15,-1 0 0-15,1 1 0 16,1 2 0-16,-1 0 0 16,3 1 0-16,2 0 1 15,0-1-1-15,4 1 0 0,1 0 1 16,4 0-1-16,3 1 1 15,1 0-2-15,4-2 1 16,0 4 0-16,3-1 1 16,7 2 0-16,1 0 3 15,7 0 1-15,1 1-3 16,1-2 2-16,4 0 0 0,4-1 2 16,1-1-3-16,1 1 0 15,3-2-2-15,4 0 1 16,1-1-1-16,3-1 0 15,2-4-2-15,3 0 0 16,0-4 2-16,4 0 3 16,1-2-1-16,1-1 3 0,1-2-3 15,2-1-1-15,1-1-1 16,1-1 0-16,0 0 0 16,-2-1 1-16,-2-4 5 15,0-1 5-15,-4-4-4 0,0 0 0 16,-4-2-4-16,-1-2 2 15,-1-1-3-15,-5-2-1 16,-2-1 0-16,-2-1 0 16,-5-1-2-16,-4-2 2 15,-4 2-1-15,-3-4 1 16,-5 0 4-16,-4 0 3 0,-2-2-3 16,-4-1-1-16,-3 2-4 15,0-1 0-15,-4 0-1 16,-7 2 0-16,-5 1-1 15,-2-1-3-15,-4 3 2 16,-3 0 9-16,-4 1-3 16,-5 3-6-16,-3 1 5 0,-6 2-3 15,-4 4-2-15,-5 1 2 16,-4 4 0-16,-2 2-1 16,0 3-3-16,1 0-2 0,4 6-7 15,6 3-20-15,7-1-33 16,7-3-56-16</inkml:trace>
  <inkml:trace contextRef="#ctx0" brushRef="#br0" timeOffset="197509.19">23399 11278 114 0,'-14'-7'3'0,"1"0"19"0,-2 2-10 0,-1 0-5 0,-2 1-5 16,0 0-1-16,-2 2 0 15,-5 0 2-15,-1 2 0 16,-2 0 0-16,-1 2-3 0,-1 7 0 16,-3 2 0-16,-2 4 0 15,1 2 1-15,-1 3-1 16,2 2-1-16,2 3 1 15,3-1-1-15,5 0-2 16,2 2 1-16,5-1 2 16,5 2-2-16,4 0 2 0,1 2-1 15,5 0 0-15,1 1 1 16,0 0 0-16,0-1 0 16,5 0 0-16,3 0 1 15,3 1 2-15,2-2 3 0,3 0 1 16,4-2 1-16,2-4 4 15,4 1-5-15,3-6 1 16,3-2 2-16,3-2-7 16,1-4-1-16,4-2-1 15,1-1 1-15,2-3-2 16,-1-3 1-16,1 0 5 0,0-3-1 16,0-6 5-16,-1-4 2 15,-4-4 2-15,0-4-7 16,-2-3-2-16,-4-5-1 15,-7-3 3-15,-5-1 2 0,-7-1-2 16,-5 1-5-16,-5-1 0 16,-3 2-3-16,0 0-2 15,-5 4-7-15,-1 1-15 16,-1 1-26-16,1 3-77 16</inkml:trace>
  <inkml:trace contextRef="#ctx0" brushRef="#br0" timeOffset="198191.69">24564 11425 23 0,'0'0'80'0,"0"0"-71"0,-31-26 19 0,17 18-9 16,-4 1-2-16,-1 0-3 15,-3-1-4-15,-2 3-2 16,-2 2-5-16,1 0-1 0,-3 1-1 16,-2 2 0-16,-1 0-1 15,0 0 1-15,-1 7 0 16,-1 1 0-16,0 3-1 16,-1 1 0-16,2 3 1 15,-3 3-1-15,2 1-1 16,3 3 1-16,4 2 0 0,1 0 0 15,6 3 0-15,4 0-1 16,4-1 0-16,4 2-1 16,5-2 0-16,2 3 1 15,0-3 1-15,9 2 0 16,1-2 1-16,3 2 2 0,2-2 6 16,2-2 2-16,2 0-1 15,3-1-4-15,4-3 0 16,2 0 3-16,3-3-3 15,4-1 1-15,3-1-3 16,4-1-2-16,2-3 2 0,4-1-3 16,2-3 0-16,1-3 1 15,4-4 0-15,3 0 2 16,0-5 3-16,1-7-1 16,0-2-1-16,-2-4-1 15,-4-4-2-15,-8-3-1 0,-7-5 0 16,-11-5-2-16,-15-6-15 15,-12-8-51-15</inkml:trace>
  <inkml:trace contextRef="#ctx0" brushRef="#br0" timeOffset="200637.58">1483 5742 117 0,'-3'0'-3'0,"1"0"14"0,1 0-1 0,1 0-5 0,0 0-4 16,0 0-3-16,0 0 3 16,0 0-1-16,0 1 0 15,1 0-1-15,1 2 1 16,-1 0 0-16,2 2 0 16,1 0 0-16,1 2 1 15,0 0-1-15,4-1 0 0,-1 2 0 16,2-1 0-16,1 0 1 15,2-1-1-15,2-1 0 16,-2 0 1-16,1-2-1 16,-1 1 2-16,2-3-2 15,2 0 0-15,0-1 1 16,-1 0-2-16,-1 0-23 16,-1 0-29-16</inkml:trace>
  <inkml:trace contextRef="#ctx0" brushRef="#br0" timeOffset="200948.92">1718 5671 112 0,'0'0'2'0,"0"0"6"16,0 0-3-16,0 0-2 0,0 0 1 16,0 0-4-16,0 0 0 15,0 0 0-15,0 0-1 16,-30 25 2-16,23-9 0 16,2 3-1-16,-1 2 1 15,0 4 0-15,-1 3-1 16,0 7 1-16,0 4-1 0,-3 3 0 15,1-1-21-15,0-5-5 16</inkml:trace>
  <inkml:trace contextRef="#ctx0" brushRef="#br0" timeOffset="201803.03">1495 5445 114 0,'0'0'12'0,"0"0"2"0,-32-18 3 0,20 16-4 0,2 0-5 0,0 1-3 16,0 1-4-16,1 0 0 15,-1 3-1-15,0 5-1 16,0 3 1-16,1 3-1 0,-4 2 0 16,3 3-2-16,0 2-1 15,0 2 2-15,0 5-4 16,1 1 4-16,2 4-3 16,0 1 5-16,2-1 0 15,4 2-1-15,1-2 2 0,0-1-2 16,3 0 2-16,5 0-1 15,1-1 0-15,2 2 0 16,3-3 1-16,-1 1-1 16,2-3 1-16,3-3 0 0,2-3 1 15,-1-3-2-15,3-1 1 16,0-2 0-16,3-2 2 16,0-1-2-16,0-2 0 15,3-3 0-15,1 0 1 16,3-3-2-16,-2-3 2 15,4-2-3-15,-4 0 2 0,2-8-3 16,-3-4 1-16,2-5 3 16,-4-2-3-16,-2-3-2 15,2-1-2-15,-2-3 3 16,-3-1-5-16,0-2 6 16,-6 0-1-16,-4 1-8 0,-4 2 6 15,-4 2 7-15,-4 1-2 16,0 1 6-16,-8 0 13 15,-3 1-2-15,0 0 1 16,-3-2-3-16,-2-1-6 16,-3-1 4-16,-3-2-6 0,-1-1 2 15,-6-1 1-15,-2 1-3 16,-8 1-1-16,-6 1 1 16,-6 4-4-16,-4 7-4 15,-10 6-3-15,-9 8-7 16,-11 3-47-16,-12 13-166 15</inkml:trace>
  <inkml:trace contextRef="#ctx0" brushRef="#br0" timeOffset="211278.59">19826 12538 158 0,'0'0'17'0,"0"0"8"0,0 0-13 0,0 0 1 0,0 0 5 16,0 0 3-16,0 0-2 16,2-28-5-16,-2 25-1 15,0 0-3-15,0 1-5 0,0-1-3 16,0 1 1-16,0 2-3 15,-4-2 0-15,0 2-6 16,-3 0-2-16,0 0-3 16,-1 0 7-16,-1 2 2 15,0 2 1-15,-1 0 2 0,1 0-1 16,0 1 2-16,1 1-2 16,1 0-2-16,1 0 2 15,2 1-1-15,1-1 0 16,1-1-2-16,2 2 2 15,0-2-2-15,0-1 2 0,2 0 0 16,4 0 2-16,2 0 0 16,1-2 2-16,2 3-2 15,-1-1 0-15,2-1 1 16,0 1-2-16,-2 0 0 16,0 0 0-16,0-1 0 15,-2 1 0-15,0 0 0 0,-1 0 0 16,-1 0 0-16,1 1 0 15,-2 0 0-15,0 0 0 16,-1 1 0-16,-1 0 0 16,0 0-2-16,-1 2 2 15,-2-3-1-15,0 3 1 0,0-2-1 16,-2 0 3-16,-4 0 0 16,1 0 3-16,-1-2-3 15,-1 0 5-15,1-2 0 16,-2 0 1-16,0-1 1 15,1-1 1-15,0 0-4 0,-2 0-3 16,0 0-1-16,1 0 1 16,-1 0-1-16,2-3 0 15,0 1-2-15,2-2 0 16,1 1-2-16,1 0-9 16,2-2-28-16,1 0-29 0,0-2-12 15</inkml:trace>
  <inkml:trace contextRef="#ctx0" brushRef="#br0" timeOffset="211911.9">19992 12587 97 0,'0'0'11'0,"0"0"-9"0,0 0 9 0,0 0-5 15,0 0 0-15,0 0 6 16,33 9-2-16,-26-9-3 15,2 0 8-15,0 0 1 16,1 0-1-16,-1 0-6 0,0-3-4 16,1 0-3-16,-2-2-2 15,-1 0 1-15,-1 1 0 16,-1-2 0-16,-1 0 0 16,-3 2 2-16,-1-3 8 15,0 3 4-15,0-1 4 0,0 1-10 16,-1 1-6-16,-4 0-2 15,1 1 2-15,-3 1-5 16,1 1 0-16,0 0 0 16,-1 0 6-16,0 3-4 15,-1 2-2-15,1 1 4 16,0 1-4-16,0 1 0 16,1-2 5-16,2 1-2 0,-1 0 0 15,3 1 1-15,1 0 0 16,1 0 0-16,0-1 0 15,0 2 2-15,1 0-2 16,5 0 2-16,-2 0-1 16,3-1 0-16,2 1-2 0,0 0-1 15,2 0 2-15,2-2-2 16,3-2-3-16,1 0-5 16,4-4-10-16,2-1-28 15,2-1-13-15,0-8-103 0</inkml:trace>
  <inkml:trace contextRef="#ctx0" brushRef="#br0" timeOffset="213065.16">20382 12568 208 0,'0'0'2'0,"0"0"-1"0,0 0 0 0,0 0-1 16,0 0 0-16,-14-30 0 0,10 24 3 15,0 4 10-15,-2-1-1 16,-1 1-2-16,0 1-7 16,1 1-1-16,-3 0 0 15,1 0-2-15,0 1 2 16,1 4-2-16,0 3-1 16,0-1 2-16,1 3-2 15,1 2 1-15,1-1 0 0,2 1 0 16,0 1-1-16,2-2 1 15,0 0-2-15,2 0 1 16,2-2 0-16,4-1 1 16,1-2-1-16,1-1 0 0,1-2-1 15,0-2 0-15,-1-1 0 16,-1 0 2-16,-1-3 2 16,0-4 0-16,-2 0 7 15,0-3 3-15,-1 2-1 16,-1-1-1-16,-2 0-2 0,1 2 1 15,-3 1-1-15,0 1 2 16,0 2 9-16,0 2-1 16,0 1-7-16,0 0-11 15,0 0-4-15,-5 8 3 16,1 4 0-16,-1 1 2 16,0 4-3-16,0 4 3 0,-1 0-1 15,1 3 1-15,1 0-1 16,1 1 0-16,0 0 0 15,3 2-1-15,0-1 1 16,0 1 0-16,0 2 1 16,0-1-1-16,6-1-1 0,2-3-1 15,-1-2 0-15,3-4 1 16,0-5-2-16,1-3 2 16,-1-3-1-16,3-5-1 15,-1-2 1-15,-1 0-3 0,-1-6 0 16,-1-5 2-16,-2-4 0 15,-1-2 3-15,-2-2 0 16,0-3 0-16,-1 0 1 16,0-2-1-16,2 1 0 15,-2-2-1-15,1 2 2 16,0-1-1-16,1 0 0 0,0 1 0 16,-1 0 1-16,2-2-1 15,-3 2 0-15,1 0 0 16,0 0-1-16,-1 1-19 15,0 1 11-15,-1 1 10 16,-1 1-1-16,-1 2 0 0,0 0 0 16,0 5 0-16,0 0 0 15,-1 3 1-15,-2 3-2 16,0 1 1-16,1 2 0 16,1 1 0-16,0 2-2 0,1 0 2 15,0 1-6-15,0 4 3 16,0 4 2-16,0 1 1 15,0 2 0-15,1 0 0 16,2 0 0-16,0-1 0 16,1 1 1-16,1-2-2 15,1-2 1-15,1 0 0 16,1-3 0-16,1-2 0 0,1-1 0 16,0-2 1-16,1 0 0 15,0-3-1-15,0-4 2 16,1-2-1-16,-2-1-1 15,-1 0 1-15,0-1-1 16,-2 3 0-16,-4 1 1 0,1 1-1 16,-3 3 3-16,1 1 14 15,-2 1 5-15,0 1-12 16,0 0-11-16,0 3-2 16,1 3 2-16,2 1 2 0,0 3 0 15,2 0-2-15,3-2-7 16,2 2-25-16,2-4-3 15,1-1-60-15</inkml:trace>
  <inkml:trace contextRef="#ctx0" brushRef="#br0" timeOffset="213492.36">20901 12560 54 0,'0'0'12'0,"0"0"7"0,0 0 11 0,2 0 6 0,3 0-19 16,0-2-7-16,0-1 0 15,0-3 3-15,0 2 2 16,0-2-7-16,-4-1-1 15,2 1 2-15,-3 0-5 16,0 0-1-16,0 0-3 16,0 2 2-16,-4-1 4 0,-4 3 1 15,0 2-3-15,-1 0 0 16,0 0 2-16,-2 5-1 16,1 3-3-16,3 2-2 15,-2 2 0-15,3 0 0 16,3 0-2-16,3 0 0 0,0-2 2 15,0 2 3-15,8-4-1 16,2 0 0-16,1 0 0 16,2-3-1-16,5-2-25 15,-2-2-31-15,2-1-111 16</inkml:trace>
  <inkml:trace contextRef="#ctx0" brushRef="#br0" timeOffset="213961.79">21057 12541 186 0,'0'0'38'0,"0"0"-23"15,0 0-11-15,0 0-2 16,0 0-2-16,0 0-1 16,0 0 1-16,0 0-1 15,30 26 2-15,-28-16-1 16,0 1 1-16,1-1 1 0,0 0-2 15,-1 0 0-15,1-2 0 16,-2-1 0-16,0-2-6 16,-1-2-6-16,0-3-3 15,0 0 2-15,0 0 12 0,-2-3-19 16,-1-4 13-16,2-2 5 16,0 0 5-16,1-2 6 15,0 0 3-15,0 0 1 16,2-1-4-16,6 2-1 15,-2-1-2-15,3 4 0 0,1 1 1 16,1 1 1-16,0 1-1 16,1 1-2-16,1 3-3 15,-1 0-1-15,-2 0-1 16,0 1 0-16,-1 5 0 16,-3 3 0-16,1 0-1 0,-3 2 1 15,0 1-4-15,-2 0-10 16,-1 1-2-16,-1-2-4 15,0-1-2-15,0-1-3 16,0-3-24-16,0-6-58 16</inkml:trace>
  <inkml:trace contextRef="#ctx0" brushRef="#br0" timeOffset="214252.62">21357 12415 212 0,'0'0'15'0,"0"0"-11"0,0 0-4 0,0 0 0 15,0 0 1-15,0 0 1 16,5 28 0-16,-5-14 1 15,0 0 0-15,0 3-1 16,0-1-1-16,0-1 1 16,0 0-1-16,0-2 0 0,1 0-10 15,1-3-22-15,1-4-23 16,0-4-79-16</inkml:trace>
  <inkml:trace contextRef="#ctx0" brushRef="#br0" timeOffset="214594.26">21317 12505 205 0,'0'0'4'0,"0"0"-2"0,0 0-2 16,0 0 1-16,36 0-1 15,-24 0 0-15,0 0 0 16,0 0 0-16,2 0 1 15,0 0 4-15,-3 0 1 0,1-1-3 16,-3 1 1 0,-2 0-1-16,-2 0-2 0,-2 0-1 15,0 0 0-15,-1 1 0 16,-2 4 1-16,0 1 3 16,0 3-2-16,1 0 0 15,-1 1 1-15,1-1-1 16,3 1-1-16,1-3 1 0,0 1-1 15,2 0 0-15,3-3-1 16,0-2-1-16,0-3-16 16,0 0-53-16</inkml:trace>
  <inkml:trace contextRef="#ctx0" brushRef="#br0" timeOffset="214737.76">21506 12431 179 0,'0'0'103'16,"0"0"-101"-16,0 0-15 16,0 0-42-16,0 0 18 15,0 0-73-15</inkml:trace>
  <inkml:trace contextRef="#ctx0" brushRef="#br0" timeOffset="-214268.84">21566 12491 306 0,'0'0'4'0,"0"0"2"16,0 0-4-16,0 0 1 15,27-11 1-15,-17 11-3 16,-1 0 3-16,0 0-4 15,1 1 1-15,0 5-1 0,0 2 0 16,0 2 1-16,-2 1 1 16,1 3-2-16,-2 1-4 15,-3 0-9-15,-1 0-3 16,-3-1 0-16,0 0 0 0,0-3-1 16,-6-2-4-16,-3-1 0 15,-1-4-6-15,-2-1 3 16,1-3 6-16,0 0 11 15,1-2 11-15,1-3 9 16,4-1 4-16,2-1 6 16,3-1-2-16,0 0-4 15,3 0-7-15,4 1-8 0,3 0-2 16,0 4 2-16,1 1 2 16,1 2 8-16,0 0 5 15,2 0-10-15,0 0-2 16,-1 5-3-16,-1 0 0 0,1 0-1 15,-3 1 0-15,0-1-3 16,-3-1-16-16,2-1-14 16,-1-1-21-16,-1-2-73 15</inkml:trace>
  <inkml:trace contextRef="#ctx0" brushRef="#br0" timeOffset="-214020.92">21815 12394 248 0,'0'0'1'0,"0"0"-13"0,0 0 11 0,0 0 1 16,0 0 1-16,6 42 1 15,-6-24 3-15,0 0 7 0,2 4 4 16,0-1 2-16,1 2-9 15,2-1-5-15,2-2-2 16,0 0-8-16,4-2-38 16,2-5-11-16,4-3-87 15</inkml:trace>
  <inkml:trace contextRef="#ctx0" brushRef="#br0" timeOffset="-213678.14">22286 12563 249 0,'0'0'2'0,"0"0"2"16,0 0 0-16,-15-34-6 16,1 27-1-16,-1 0 0 0,-3 4 6 15,0 1 4-15,-3 2 6 16,3 0-9-16,1 2 1 15,-1 7-3-15,4 0-1 16,5 1-1-16,2 0 0 16,4 3-4-16,3-3-1 15,0 1 5-15,7-2 0 16,5 0 4-16,2-3 0 0,4 0 1 16,-1-3-3-16,1-2-1 15,2-1 0-15,-2 0-9 16,-3-5-10-16,-1-5-5 0,-2-4-7 15,-1-2-32-15</inkml:trace>
  <inkml:trace contextRef="#ctx0" brushRef="#br0" timeOffset="-213429.11">22296 12332 175 0,'0'0'2'0,"0"0"0"15,0 0-2-15,0 0-3 16,0 0 3-16,0 0 1 16,0 0 4-16,-18 38 1 0,15-20 7 15,0 0 2-15,2 2-3 16,1 0-5-16,0 1-3 16,0-1-3-16,3-2-1 15,1-1 1-15,2 1-3 16,-1-3-9-16,3 0-13 0,1-5-21 15,1-1-110-15</inkml:trace>
  <inkml:trace contextRef="#ctx0" brushRef="#br0" timeOffset="-212991.66">22475 12574 256 0,'0'0'13'15,"0"0"2"-15,0 0-9 16,0 0-3-16,0 0-2 0,0 0-1 16,0 0-1-16,-25-27 5 15,15 27-4-15,-2 0 0 16,0 0-2-16,1 3 5 16,1 3-3-16,0 1 0 15,3 0 0-15,5-1-4 0,-1 1-6 16,3-1 2-16,0 0 2 15,3-3 3-15,2 1 2 16,4-2 1-16,1-1 0 16,0-1 1-16,0 0-1 15,1 0 1-15,-1-3 3 0,-1-2 5 16,-2 1 7-16,0-2-2 16,-3 2 2-16,-1 1 1 15,-2 3-4-15,1-2-3 16,-2 2-7-16,1 0-3 15,1 0-2-15,1 0 1 0,-1 2-1 16,2 1 3 0,1 1-7-16,0 0-21 0,1-1-13 15,2-1-9-15,-2-2 6 16,2 0-45-16</inkml:trace>
  <inkml:trace contextRef="#ctx0" brushRef="#br0" timeOffset="-212682.4">22585 12313 17 0,'0'0'185'0,"0"0"-183"0,0 0-2 15,0 0 0-15,0 0 0 0,0 31 1 16,-1-15 0-16,-2 2 2 16,1 1 2-16,0 0 0 15,1 0 2-15,1 0 3 16,0-2-1-16,0 1-2 16,0-2-4-16,2-1-2 0,-1-3 0 15,1 1-2-15,-1-3-5 16,-1-3-10-16,0-3-12 15,0-2-30-15</inkml:trace>
  <inkml:trace contextRef="#ctx0" brushRef="#br0" timeOffset="-212505.1">22506 12492 69 0,'0'0'208'0,"0"0"-184"15,0 0-9-15,0 0-13 16,0 0-1-16,34-5 0 16,-19 5-13-16,2 0-22 15,-1 0 0-15,2 0-35 16</inkml:trace>
  <inkml:trace contextRef="#ctx0" brushRef="#br0" timeOffset="-211792.66">22710 12443 141 0,'0'0'24'0,"0"0"-11"15,0 0-3-15,0 0-3 0,30-17 1 16,-21 16 2-16,2 1 3 15,1 0 0-15,0 0 1 16,1 1-3-16,1 4-7 16,-2 0-2-16,1 3-1 15,-4 2-1-15,-1 0 1 0,-4 3-2 16,-2-1-1-16,-2 3-1 16,0 0-7-16,-2-2 4 15,-6 0 4-15,-1 0-3 16,0-3-1-16,-3-1 1 15,-1-3 1-15,1 0 0 16,-1-3-3-16,0-2-2 16,-3-1 4-16,4 0 5 0,0 0 1 15,2-3 0-15,2-2 0 16,4 0 5-16,2-2 4 16,2 1-7-16,0-1 4 15,5 0-3-15,4-1 0 16,-2 2-2-16,1-1 0 0,1 2 1 15,-2 0 2-15,1 2 2 16,-2 0-1-16,1 3-4 16,-2 0-2-16,1 0 0 15,-2 0-1-15,1 1-1 16,0 4-5-16,0 0-2 0,-2 2 0 16,2-1 7-16,-1 1 1 15,3 2 2-15,-2-1-1 16,2 0 1-16,-1-2-2 15,1 1 1-15,1-1 1 16,-1-1-1-16,2-3 0 0,-1 1 1 16,1-1 0-16,-2-2 1 15,0 0 1-15,1 0 3 16,-1 0-1-16,0-1 1 16,-2-3-4-16,0 2-1 0,1-3 0 15,-3 1 3-15,0 0 5 16,-2 1-2-16,1-1-5 15,-2 1-5-15,0-1-34 16,0-1-29-16</inkml:trace>
  <inkml:trace contextRef="#ctx0" brushRef="#br0" timeOffset="-211438.19">23027 12299 89 0,'0'0'83'16,"0"0"-51"-16,0 0-5 0,0 0 6 0,0 0-2 16,0 0-9-16,0 0-9 15,0 0-11-15,0 0 0 0,0 0-9 16,10 28-53-16,-7-25-22 15</inkml:trace>
  <inkml:trace contextRef="#ctx0" brushRef="#br0" timeOffset="-171379.16">10842 7860 52 0,'0'0'5'0,"0"0"10"0,0 0-8 0,-30-4 0 0,25 1-1 16,1 0 2-16,1 0-1 0,-3 1 0 16,3-1 0-1,0 1 0-15,1 0-3 0,1 2 0 16,0-2-2-16,1 2-2 16,0 0-9-16,0 0 7 15,6 0 2-15,1 2-4 16,3 2 5-16,3 0-1 15,2-1 0-15,5-1-1 0,4 3 4 16,1-2-2-16,3 1 1 16,4-1-1-16,2 0-2 15,4-2 4-15,1 1-5 16,4-2 7-16,2 0 0 16,4 0 2-16,1 0-3 0,4 0 5 15,1 0-4-15,4-2 0 16,0-2-1-16,3 1-1 15,4-1 0-15,2 1 0 16,1 0-2-16,1-1 0 0,4 2 0 16,1 0 0-16,-3 0 0 15,0 2-1-15,2 0 0 16,0 0 0-16,-1 0 0 16,3 0 0-16,1 0 1 15,-2 2-1-15,1 0 1 16,1 0-1-16,-1-1 1 15,1 0 3-15,-1-1 1 0,2 0 1 16,-1 0 1-16,2 0 1 16,-3 0-3-16,4 0 0 15,-3 0-2-15,0 2-2 16,3-1 1-16,-2 2-1 0,2 0 1 16,-3 1-1-16,2 1 0 15,1-1-1-15,-1 2 1 16,0-2-1-16,1 2 0 15,-2-4 1-15,-2 1-1 16,0 0 1-16,0-2-1 0,-1-1 2 16,-2 0-2-16,2 0 0 15,-1 0 0-15,-4 0 0 16,1 0 1-16,0 0-1 16,-4 0 1-16,0 3-1 15,-1 0 1-15,1 0-1 16,-2-1 1-16,1 1 0 0,-1-2-1 15,0 0 0-15,1-1 1 16,0 0 0-16,-1 0 1 16,3 0 0-16,-2-1 2 15,-1 0-2-15,-2 0-1 0,1 1-1 16,0 0 2-16,-2 0-2 16,0 0 1-16,0 0-1 15,-2 0 1-15,2 0-1 16,-2 3 0-16,0-1 1 15,2 1-1-15,0 2 1 0,0-2 0 16,0 2-1-16,-1 0 2 16,0-1-4-16,-1 0-4 15,-7-2-22-15,-2-2-64 16</inkml:trace>
</inkml:ink>
</file>

<file path=ppt/ink/ink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4-26T05:34:04.479"/>
    </inkml:context>
    <inkml:brush xml:id="br0">
      <inkml:brushProperty name="width" value="0.05292" units="cm"/>
      <inkml:brushProperty name="height" value="0.05292" units="cm"/>
      <inkml:brushProperty name="color" value="#FF0000"/>
    </inkml:brush>
  </inkml:definitions>
  <inkml:trace contextRef="#ctx0" brushRef="#br0">19316 3679 189 0,'0'0'-6'0,"0"0"21"0,0 0 4 0,-29-14-4 0,24 12-7 15,0 0-1-15,2 0-2 16,1 1-2-16,-2-1 0 15,2 2-2-15,1 0-1 16,0 0 0-16,0 0 0 16,1 0 0-16,0 0 0 0,0 0 0 15,0 0 0-15,0 0 0 16,0 0-3-16,0 0 0 16,0 0 2-16,3 0 0 15,3 0 1-15,2 3 0 16,1-2 0-16,1 0 2 0,0 1 0 15,3-2-3-15,-1 0 2 16,1 0-1-16,1 0 1 16,1 0 0-16,3 1 0 15,0-1-1-15,1 0 0 16,3 0 0-16,3 0-1 0,2 0 0 16,3 0 0-16,2 0 2 15,3 0 2-15,-1 0-1 16,2 0 2-16,0 0-1 15,2 0-2-15,-1 0 1 16,2 0 1-16,2 0-1 16,0 0-1-16,2 0 0 0,1 1 0 15,2 2 0-15,-1 0-1 16,3-1 0-16,3 1 0 16,1 0 0-16,1-1 0 15,1 1 1-15,2 0-1 16,-2 0 0-16,1-1 1 0,1 0-1 15,1 2-1-15,2-1 2 16,1-2-2-16,2 2 2 16,0-1-1-16,0 0 0 15,-2 1 1-15,0-1-1 16,-1 0 0-16,0-1 1 0,1 1 1 16,0-2 1-16,2 2-2 15,1-1 1-15,1-1-1 16,-1 2 1-16,-1-1 0 15,2 0-2-15,0 0 0 16,-1 1 0-16,1 1 0 0,1-1 1 16,1-1-1-16,0 0 0 15,-1 0 1-15,0-1 1 16,2 0 3-16,-3 0-1 16,1 0 3-16,2 0-1 15,-3 0 1-15,0 0-4 0,-1 0 0 16,-2 0-2-16,-3 0 0 15,-4 0 0-15,-2 0 0 16,-4 0 0-16,-4 0 2 16,-3 2-2-16,-3-2 3 15,-4 1-1-15,-3 1-2 0,-4 1 0 16,-4 1-1-16,-4 2 0 16,-4 2-1-16,-9-1-14 15,-6-3-51-15,-21-4-143 16</inkml:trace>
  <inkml:trace contextRef="#ctx0" brushRef="#br0" timeOffset="1725.73">2365 4550 64 0,'0'0'2'0,"0"0"-2"0,0 0 1 0,0 0 4 15,0 0-1-15,0 0-3 16,0 0 1-16,0 0 2 15,0 0-1-15,0 0-1 16,20 26 0-16,-14-23 0 0,1-1 3 16,2 0-1-16,1-1-1 15,3 0 1-15,2 0-1 16,-1-1-2-16,2 0 0 16,3 0-1-16,-1 0 1 15,2 0-1-15,1 0 1 16,2 0-2-16,-1 0 3 0,3 0 1 15,0 0-1-15,2-2 1 16,1 1-1-16,2-1 1 16,0 2-2-16,2 0 2 15,0-1-1-15,1 1-1 0,0 0-1 16,-1 0 2-16,1 0-1 16,0 0-1-16,1 0 0 15,1 0 1-15,3-1 0 16,-4-1 0-16,4-1 2 15,-2 0-2-15,1-1 1 16,0 0 0-16,2-1-1 0,1-1 1 16,2 0 0-16,0 0 1 15,2 0 1-15,1 0 0 16,0 1 3-16,0 1-2 16,2 0 3-16,0 2-2 0,-2-1 0 15,1 3-3-15,2 0 1 16,-1 0 0-16,1 0-2 15,0 0-1-15,-1 3 1 16,1-1-1-16,1 2 0 16,-3 0 0-16,0-2 1 15,-1 1 0-15,-2-1-1 0,2 1 1 16,-7-2 0-16,3 1 0 16,-3-1-1-16,-1 0 1 15,-4 1-1-15,-1-2 3 16,-2 0-2-16,-4 0 3 15,0 0 3-15,-4 0 0 0,-2 0 1 16,-1 0-2-16,-3 0-2 16,-2 0 0-16,-1 0 3 15,0 0-4-15,0 0-4 16,0 3 1-16,-3-3-1 16,-9-8-10-16</inkml:trace>
  <inkml:trace contextRef="#ctx0" brushRef="#br0" timeOffset="5010.47">2433 4482 120 0,'0'0'10'16,"0"0"23"-16,0 0-13 0,0 0-2 0,0 0-4 15,-30-15-11-15,22 10-2 16,-2-2 1-16,-1-1-1 0,-1-2-1 15,0 0 0-15,-3-3 0 16,-1-2 1-16,-2-1 1 16,1-4 4-16,-1-2 8 15,1-3-5-15,0-1 2 16,2-3-4-16,0 0-2 0,1 0-3 16,3 1 0-16,-1 1 3 15,4 2 0-15,0 2-1 16,1 1-2-16,2 2-1 15,0 1 0-15,3 4-1 16,1-1 2-16,1 4-4 16,0 0 1-16,3 1 0 15,2 2-1-15,4 1-1 0,2-1 2 16,2 1 1-16,4 1-1 16,0-1 1-16,5 1 0 15,1 2-1-15,4-2 1 16,2 1-1-16,2 0 3 0,3 0-3 15,1 0 0-15,2-1 3 16,2 1-3-16,1 0 2 16,2-1-1-16,1 1 1 15,3-2-1-15,2 2-1 16,2-2 0-16,4 2 1 16,-1-2 1-16,0 1-1 0,2-2 1 15,0 1-1-15,-3-1 0 16,1-1-1-16,2 0 3 15,-2 2-2-15,2-2 0 16,-1 3 1-16,-2-1-1 0,2 1 0 16,1 2 1-1,-2 1-2-15,1 0 2 0,-1 1-1 16,0 1 0-16,2 1 0 16,-1-2 0-16,0 0 0 15,3 0 0-15,-2 0 0 0,0-2 0 16,0 2 0-16,1-2 0 15,-1 0 1-15,-3 1-1 16,2 1 0-16,-4-2-1 16,0 2 2-16,-1 1-1 15,-1-1 0-15,-3 0 0 16,0 2 0-16,-4 0 2 16,0 0-4-16,-3-1 2 0,0 0 0 15,0 1 0-15,-2 0 2 16,-2-2-2-16,0 3 0 15,-4-1 0-15,-2 1 0 16,0 0 0-16,-4 0 0 0,-2 0 0 16,-3 1 0-16,0 3-2 15,-3 1 4-15,-2-2-4 16,0 3 4-16,-1 0-2 16,1 1-2-16,-4 0 2 15,0 0-1-15,-2 2 1 0,1 0-2 16,-5 0 2-16,2 0 0 15,0 1 2-15,-2 2-2 16,-1 1 1-16,0 0-1 16,3 0 0-16,-3 1 0 0,2 0 0 15,1 1 2-15,1 0-2 16,0 0 0-16,1 3 0 16,-1 0 0-16,0 2 0 15,-1 2 1-15,1 2-2 16,-1 0 1-16,1 3 0 15,0 1-2-15,0-1 2 16,-2 1 0-16,0 2-1 0,-2-2 0 16,-3 2-1-16,0 1 1 15,-5 2 0-15,-8 1-3 16,-6 1 3-16,-7 2 2 16,-11 3-3-16,-14 4 4 15,-11 7 1-15,-18 5-3 0,-16-1-24 16,-16-4-148-16</inkml:trace>
  <inkml:trace contextRef="#ctx0" brushRef="#br0" timeOffset="7420.33">19136 3688 86 0,'0'0'2'0,"0"0"18"0,-30-7 13 16,23 2 6-16,2-2-3 16,2-2-13-16,1 0-6 0,2-1-12 15,0-1-2-15,0-1-2 16,0-1-2-16,2-2 2 16,-2 0-5-16,0-1-2 15,0-1 5-15,0-2 0 16,0-3 2-16,-4 0 0 15,1-2 0-15,-2-2 2 0,2-1 0 16,2 0 0-16,0 0 1 16,1 0 2-16,0-2-1 15,2-1-2-15,6-1-1 16,4-2 1-16,-1-1 0 0,3 2-6 16,2 0 6-16,1 2-4 15,1 0 3-15,0 4-3 16,0 2 3-16,-3 1-3 15,2 0 2-15,-2 0-1 16,2 2 0-16,1 1 0 0,-1 0 0 16,2 0 0-16,2 2 0 15,0 2-1-15,2-1-1 16,2 2 4-16,-1 2-3 16,4 0 1-16,-1 1 1 15,1 1-2-15,3 1 1 16,0 2 0-16,1 1 0 0,0 2 0 15,1 1 0-15,1 1-1 16,1 2 2-16,6-1-1 16,0 2 0-16,6-2 0 15,0 2 0-15,4-1 1 16,3 1-1-16,3-2 0 0,3 1-1 16,2 0 0-16,3 1 0 15,3 0 1-15,-2 0 1 16,3 0-1-16,3 1 0 15,0 3 0-15,0 1 1 0,2 0-1 16,4-1 0 0,1 1-2-16,1-1 2 0,3 0-3 15,1-1 5-15,3 0-1 16,0 1-1-16,3-1-1 16,-2 3 3-16,0-2-1 15,1 1-1-15,-2 0 0 0,0-2 1 16,1 1-1-16,0-1-1 15,2 0 1-15,1 0 2 16,3 1-3-16,1 0 3 16,-1 1-2-16,-1 1 0 15,0-2 0-15,-5 1 0 0,-2 0 0 16,-3 0 0-16,-3-3-1 16,-2 1 2-16,-3 1-2 15,-3-3 2-15,-4 1-1 16,-1 1 0-16,-7 0 0 15,-2-1 1-15,-2 1-1 16,-3 1 0-16,-4-1 2 0,-4 0-2 16,-4 1 0-16,-5 0 0 15,-4 1 0-15,-4-2 0 16,-5 1 0-16,-2 2 0 16,-2 1 0-16,-2 0 0 15,0 3 0-15,-3 0 0 16,0 0 0-16,-2-1-2 0,-3 2 1 15,-1-1 1-15,-2 0-1 16,-1 1 1-16,-1 0 0 16,-3 0-1-16,1 3 1 15,-1 1 1-15,-1 1 3 0,0 1-4 16,0 3 1-16,0 0-1 16,0 3 0-16,0 0 0 15,0 3 1-15,-2 1-1 16,0-1 0-16,-1-1-1 0,0 2 1 15,-1 0-1-15,0-1 1 16,0 0 0-16,0 2 1 16,1 0-1-16,0 0 0 15,2 0 0-15,-2-1 1 16,1-1-1-16,-1-3 0 16,1 0 0-16,-5-1 0 15,-2-2-2-15,-6 2-2 0,-6 0 2 16,-12 0 1-16,-13 1 0 15,-18-1 0-15,-23 1-1 16,-27-4-7-16,-34-7-70 16</inkml:trace>
  <inkml:trace contextRef="#ctx0" brushRef="#br0" timeOffset="9797.89">14100 12866 35 0,'0'0'57'0,"0"0"-60"0,0 0 3 0,0 0 1 0,0 0-8 16,0 0-5-16,0 0 20 16,0 0 12-16,0 0 5 15,0 0-3-15,0 0-11 16,-1-7-10-16,1 5-8 16,0 2-5-16,0 0 1 0,1-1 7 15,-1 1 2-15,0 0 6 16,0 0 49-16,0 0 18 15,0 0-42-15,0 0-13 16,0 0-5-16,0 0-4 0,0 0-1 16,0 0-5-16,0 3-1 15,0 5-1-15,0 4 1 16,0 1 0-16,0 4 0 16,2 2-1-16,-1 1 2 15,1 2-2-15,-1-1 1 16,0-1 0-16,2-1 0 0,-3-2 0 15,4-2-2-15,-4-3-17 16,1-6-36-16,0-4-75 16</inkml:trace>
  <inkml:trace contextRef="#ctx0" brushRef="#br0" timeOffset="10310.04">14107 12870 238 0,'0'0'9'0,"0"0"3"0,0 0-12 15,0 0 0-15,0 0-3 16,0 0 8-16,0 0-4 16,0 0-1-16,0 0 2 15,31 33-2-15,-21-22 0 0,3 2 0 16,0 0 0-16,1 0 0 16,1 2 0-16,-1-2 0 15,2 0 0-15,-1-1 0 16,-1 1 0-16,2-1-2 15,1-1 2-15,-2-1 0 0,-1 0-1 16,0-1 1-16,-2-4 1 16,-1-1-15-16,0-4 13 15,-3 0 4-15,1-3 11 16,-5-7 2-16,0 0 8 16,-1-5 4-16,-1-3-1 0,-2-2-6 15,0-2-8-15,0-2-9 16,0 1-3-16,0 1-3 15,0 3-16-15,-2 4-4 16,2 3 4-16,0 4-13 16,0 4-23-16,0 1-125 15</inkml:trace>
  <inkml:trace contextRef="#ctx0" brushRef="#br0" timeOffset="10826.15">14555 13024 31 0,'0'0'2'0,"0"0"3"0,31 0 28 0,-22 0 12 15,-2-2-1-15,1-4 7 16,0 2-17-16,-1-2-24 15,-1-1-8-15,0-2-1 16,-2 1 3-16,-3 1-2 16,-1-1 2-16,0-1 9 0,0 3 5 15,-2-1-2-15,-4 0 0 16,-1 1-9-16,0 1-3 16,2 1 0-16,-3 0-1 15,1 2-4-15,0 0 1 0,2 2-1 16,-3 0-4-1,0 0 7-15,2 7-1 16,-2 1-1-16,3 1-1 0,-2 4 1 16,4-1-2-16,-2 0 2 15,3 2 0-15,2-3 0 16,0 1 0-16,0-1-1 0,0-1 1 16,3 0-1-16,4 0 1 15,0 0 1-15,0-3-1 16,2 2 3-16,1-3-6 15,0 1 3-15,2-2 1 16,0-1-2-16,0-1 0 0,1-3-8 16,0 0-25-16,-1-1-14 15,1-8-55-15</inkml:trace>
  <inkml:trace contextRef="#ctx0" brushRef="#br0" timeOffset="11817.82">14817 12935 147 0,'0'0'10'0,"0"0"-8"0,0 0-7 0,0 0 4 16,0 0 7-16,0 0 23 15,0 0 1-15,0 0-10 16,0 0-7-16,0 0-5 15,-9-3-3-15,9 5-4 16,0 2-2-16,0 3 1 0,0 1 2 16,0 0-2-16,0 2 1 15,0 1 0-15,3 1-1 16,1-2-1-16,0 0 1 16,1 0 1-16,0-1 0 15,0-2 0-15,1-1-1 0,1-2 0 16,1 0 5-16,-3-4-3 15,3 0 3-15,0 0-1 16,1 0-1-16,-1-5 0 16,1-3 0-16,-1-2-1 15,0-2 0-15,-3-1 1 0,0 1 1 16,-1 0 1-16,-1 3-1 16,0 1-2-16,-2 3 0 15,1 2 0-15,-2 1 0 16,1 2 1-16,1 0-3 15,-1 0-2-15,1 3-3 0,-1 4 4 16,3 1 3-16,1 2 0 16,0 0 0-16,2 1-2 15,-2-1-1-15,3 0 1 16,0-3-1-16,1 1 0 16,1-3-1-16,0-1 0 0,0-2 1 15,2-1 1-15,-1-1 0 16,0 0 1-16,0-1 2 15,1-5 0-15,-2-1 1 16,-1-3 2-16,-1-1 2 16,-4-1 2-16,0-1 3 15,-2 1 4-15,-2-1 0 0,0 0-5 16,-2 1-4-16,-2 2-3 16,0 1-2-16,-2 1 0 15,0 1-5-15,1 3 1 16,0 1 1-16,0 3-2 0,1 0-1 15,0 0-5-15,1 0 1 16,2 0 3-16,0 5 2 16,1-1-11-16,0 0 1 15,0 0 2-15,4-1 1 16,1 0 1-16,1-3 0 0,0 0 6 16,3 0 2-16,-1 0 1 15,-1 0 5-15,2-3-1 16,1-2-2-16,-2 2-1 15,2 0 0-15,-3 1-2 16,0 0 3-16,-1 2-3 16,-1 0 4-16,0 0-1 0,-1 2 0 15,0 5-2-15,-1 1 0 16,0 1 2-16,1 1 1 16,-2 2 1-16,2-1 0 15,0 0-3-15,0 0-1 0,0-1 1 16,2 0-2-16,1-2 2 15,0 1-5-15,2-3 2 16,1 1-1-16,2-4-13 16,0-1-22-16,3-2-16 15,-3 0-64-15</inkml:trace>
  <inkml:trace contextRef="#ctx0" brushRef="#br0" timeOffset="12210.29">15430 12923 307 0,'0'0'8'0,"0"0"-8"0,0 0-3 0,0 0-15 15,0 0 7-15,-29 16 11 16,21-5 0-16,0 1 0 16,2 1 1-16,2 0 0 15,2 0-1-15,2-1 1 0,0-1-3 16,0-2 0-16,4-1-1 15,2-2-1-15,2-1-2 16,1-1 11-16,1-3-1 16,-2-1-8-16,2 0 8 0,0-1 6 15,0-7-6-15,-2 0-1 16,-1-1 3-16,-2-1 1 16,-1-2 3-16,-4 2 6 15,0-1-2-15,0 1-3 16,-5 0-1-16,-3 4-4 15,2 0-2-15,-3 3-2 0,-1 2-4 16,1 1-7-16,-1 0-21 16,0 3-2-16,1 6 10 15,2-2-25-15,1 1-41 16,4-2-50-16</inkml:trace>
  <inkml:trace contextRef="#ctx0" brushRef="#br0" timeOffset="12693.15">15525 12939 231 0,'0'0'8'0,"0"0"-7"0,0 0 1 0,0 0 0 16,0 0-1-16,0 0-3 0,0 0 1 15,27-4-2-15,-24 14 4 16,0 0 1-16,1 3 3 16,-1 0-3-16,1-1-1 15,-2-1 1-15,1 1-1 16,0-4 0-16,-1 1-1 0,-1-3 1 16,1-1-2-16,-2-2 2 15,0 0-2-15,0-2-2 16,0 0 1-16,0-1 4 15,0 0 5-15,0-2-7 16,0-4-7-16,4-2 1 16,-1-4 10-16,1 1 1 0,3-2-1 15,0 2-1-15,2-1 3 16,-1 1 4-16,1 3 6 16,0 0 3-16,2 1-1 15,-1 2-9-15,0 1 0 0,0 2-5 16,-1 2-5-16,0 0-1 15,-4 5 0-15,2 3-6 16,-3 2-13-16,-1 0-2 16,-3 0-2-16,0-2-20 15,0-2-50-15</inkml:trace>
  <inkml:trace contextRef="#ctx0" brushRef="#br0" timeOffset="13028.73">15838 12663 78 0,'0'0'-28'0,"0"0"-9"0</inkml:trace>
  <inkml:trace contextRef="#ctx0" brushRef="#br0" timeOffset="13171.73">15838 12663 275 0,'20'0'-5'0,"-20"6"0"16,0 3-10-16,-1-3-94 0</inkml:trace>
  <inkml:trace contextRef="#ctx0" brushRef="#br0" timeOffset="13946.81">14014 12553 205 0,'0'0'14'0,"0"0"19"0,0 0-13 0,0 0-7 15,0 0-7-15,0 0-2 16,0 0-1-16,0 0-3 15,0 0-1-15,0 0-2 0,0 0-2 16,-6 7 0-16,6-1-11 16,0 0-15-16,0-2-33 15,0-3-49-15</inkml:trace>
  <inkml:trace contextRef="#ctx0" brushRef="#br0" timeOffset="14073.77">14014 12553 282 0,'27'20'3'0,"-30"-18"-4"16,2 1-11-16,1 2-34 15,0-2-64-15</inkml:trace>
  <inkml:trace contextRef="#ctx0" brushRef="#br0" timeOffset="17034.34">14196 12345 62 0,'2'0'75'0,"-2"-3"-74"0,1 0 3 0,0 1 1 16,-1 0 8-16,1 1 18 15,-1 1 18-15,0-2-17 16,0 2-13-16,0 0-12 16,0 3-8-16,0 4-1 0,0 5 1 15,0 2 5-15,0 1 0 16,0 3-2-16,0-1-2 16,0 0 0-16,2-2-1 15,-1-1 2-15,1-2-2 0,0 0-3 16,-1-2-5-16,0-2-19 15,0-2-44-15,1-1-2 16</inkml:trace>
  <inkml:trace contextRef="#ctx0" brushRef="#br0" timeOffset="17677.06">14168 12368 146 0,'0'0'-7'0,"0"0"12"15,0 0 16-15,31-29 5 16,-20 22 1-16,0 2-4 16,1 0-7-16,0 2-8 15,-1 1-3-15,1 1 0 0,-4 1-3 16,2 0 0-16,0 2-1 15,-1 4-1-15,-2 4-3 16,1 1 1-16,-3 2-4 16,0 1-4-16,-4-1 0 15,-1 0-7-15,0 0 3 0,-3-1 13 16,-5-2 3-16,-2 0 0 16,1-2 0-16,0-1-1 15,0-1-1-15,1-2 2 16,1-1 0-16,1-3-1 15,3 0 1-15,2 0-1 16,1 0 1-16,0 0-7 0,7-5 13 16,0 0-8-16,3 1-1 15,-1 0 9-15,1 1-1 16,0 1-4-16,-1 2 0 16,1 0-2-16,-3 0 2 15,-2 5 0-15,3 0-3 0,-4 1 0 16,0 3 1-16,-1 0-1 15,-2 3-1-15,-1-1 1 16,0 1-7-16,0 1 0 16,-5-1 1-16,-4-1 2 15,-1-1 9-15,-1-3-5 0,-2 1 3 16,0-2-1-16,1 0 1 16,-1-3-1-16,0 1 0 15,1-3-1-15,1-1 0 16,2 0 1-16,1 0 1 15,2-5-1-15,2-2-3 16,1-2-13-16,1-1-54 0,2-2-66 16</inkml:trace>
  <inkml:trace contextRef="#ctx0" brushRef="#br0" timeOffset="18002.38">14458 12456 200 0,'0'0'3'0,"0"0"-3"0,0 0 0 0,0 0 1 15,-2 28-1-15,1-20 1 16,1 1-1-16,0-2 1 16,0 1 3-16,0-2 5 15,0 1 1-15,0-2-2 16,3 0-6-16,3-2-2 0,-2 0 1 16,3-2 0-16,-1-1-11 15,1 0-56-15,0-4-66 16</inkml:trace>
  <inkml:trace contextRef="#ctx0" brushRef="#br0" timeOffset="18173.06">14464 12416 62 0,'0'0'227'0,"0"0"-222"16,0 0 2-16,0 0-7 15,0 0-11-15,0 0-26 16,0 0-25-16,0 0-6 16</inkml:trace>
  <inkml:trace contextRef="#ctx0" brushRef="#br0" timeOffset="18907.2">14613 12459 255 0,'0'0'4'0,"0"0"3"0,0 0 3 15,0 0-9-15,0 0-1 16,0 0 1-16,0 0-3 16,0 0 1-16,-6 30 0 0,6-20 1 15,0 0-3-15,0 1 2 16,0-1-1-16,1 0-9 16,5-3 8-16,-1-1-1 15,3-2-12-15,0-4 8 16,2 0 10-16,0 0 4 0,0-8 1 15,-1-1 7-15,-1-1 1 16,-1-1 0-16,-3-2 2 16,-1 1 5-16,-2 0 0 15,-1 1-3-15,-2 1-5 16,-4 3-9-16,-3 0-3 16,0 4-2-16,-2 2 5 0,-1 1 0 15,-1 0-10-15,3 8-7 16,2 0-11-16,1 2-12 15,4-2-21-15,3-4-75 16</inkml:trace>
  <inkml:trace contextRef="#ctx0" brushRef="#br0" timeOffset="19283.84">14813 12228 109 0,'0'0'100'0,"0"0"-74"0,0 0 5 0,0 0-3 16,0 0-1-16,0 0-10 15,0 0-8-15,0 0-6 0,0 0-6 16,0 0 3-16,-2 8 0 16,-1 5 4-16,2 3-4 15,-2 2 4-15,2 1-4 16,1 1 0-16,0 0 1 16,0 0-1-16,0 0-1 15,0-4 0-15,2 2 0 0,3-3-2 16,0 0-2-16,1-3-25 15,0-2-14-15,0-3-62 16</inkml:trace>
  <inkml:trace contextRef="#ctx0" brushRef="#br0" timeOffset="19659.77">14932 12425 259 0,'0'0'6'0,"0"0"-2"15,0 0-3-15,0 0-4 0,0 0-38 16,0 0 23-16,0 0 24 16,0 0-2-16,1 29-4 15,-1-20-2-15,4-1 1 16,0-3-3-16,3 0-3 16,2-3-5-16,1 0 12 0,0-2 1 15,2 0-1-15,-1-3 0 16,2-3-1-16,1-2 12 15,0-1 2-15,-3 0 2 16,-1-3-3-16,-1 3 1 16,-4-2 2-16,-2 1 5 15,-3 2 9-15,0 1-1 0,0 0-11 16,-8 3-13-16,-2 1-2 16,-2 3 4-16,-3 0-6 15,0 3-14-15,-1 5 2 16,2 3-1-16,2 2-9 0,2 0-11 15,5-2-54-15,2-3-47 16</inkml:trace>
  <inkml:trace contextRef="#ctx0" brushRef="#br0" timeOffset="20449.81">15195 12403 175 0,'0'0'3'0,"0"0"30"0,0 0 8 0,0 0-24 0,-5-30-7 16,1 28 0-16,1-1-2 16,-1 1-1-16,1 1-1 15,0 1-3-15,-1 0-3 16,0 0-3-16,-1 0 4 0,0 5-2 15,1 2 2-15,-1 0-1 16,2 1-1-16,-2 3 1 16,4 0-1-16,0 2-1 15,1-2-1-15,0 4-2 16,2-2 0-16,4-1 2 0,-2 1 3 16,3 0 0-16,-4-1 0 15,1 2 0-15,-3 2 2 16,-1 3-3-16,-2 1-5 15,-4 1-21-15,-6 1 11 16,2-4-14-16,-2-2 29 0,0-3 2 16,0-3 1-16,1-3 0 15,0-2-1-15,1-2-5 16,4-3-20-16,0 0-11 16,5-4 0-16,1-6-7 15,0-4 35-15,7-2 8 0,3-1 12 16,3-1 1-16,0 0 0 15,1 0-1-15,1 1 0 16,2 2 2-16,0 0-4 16,0 2-6-16,-3 0-1 15,0 3-1-15,0 0-3 16,-4 0 1-16,0 2 3 0,-4 1 2 16,0-1 4-16,0 0 1 15,-2 0 4-15,0 1 0 16,0 0-1-16,-2 1-6 0,1 0-5 15,-1 2-2-15,0-1 1 16,-1 2 6-16,-1 1-4 16,2 1-3-16,-2 1 0 15,0 0-1-15,0 0-1 16,0 0-12-16,1 4 13 16,1 3 1-16,-1 3 1 0,2 0-2 15,-2 0 2-15,1 1-4 16,0 0 2-16,0-1 1 15,-1-1 2-15,2-2-1 16,0-1-3-16,0-1 1 16,1-1-1-16,1-4-16 0,0 0-28 15,0-2-43-15</inkml:trace>
  <inkml:trace contextRef="#ctx0" brushRef="#br0" timeOffset="20599.11">15327 12324 281 0,'0'0'0'0,"0"0"1"16,0 0-6-16,0 0-41 0,0 0-49 0,0 0 28 16</inkml:trace>
  <inkml:trace contextRef="#ctx0" brushRef="#br0" timeOffset="20919.93">15435 12390 283 0,'0'0'16'0,"0"0"-14"0,0 0 6 15,0 0 3-15,0 0-9 16,0 0-5-16,0 0 9 16,0 0 0-16,-35-2-6 15,24 13 0-15,3 3 1 0,-1 2 1 16,3-1-2-16,2 1 0 16,3-2-1-16,1 0 0 15,0-1-1-15,0-4-2 16,2 1 1-16,6-3 2 15,0-2-4-15,4-1-15 16,0-4-34-16,0 0-82 0</inkml:trace>
  <inkml:trace contextRef="#ctx0" brushRef="#br0" timeOffset="21345.86">15515 12413 298 0,'0'0'6'15,"0"0"8"-15,0 0 4 16,0 0-15-16,0 0-1 16,0 0-2-16,0 0-1 15,0 0-1-15,-5-24-4 0,8 24 8 16,1 4-2-16,3 2 0 16,-2 2 0-16,1 2 0 15,0 2 0-15,-3-1-4 16,0 2-9-16,-3 0-6 15,0-1 4-15,0-1-2 16,-5-1 0-16,-2-3 10 0,-1-3 8 16,0 0 3-16,-1-4-1 15,2 0 0-15,0 0 2 16,2-3 3-16,2-3 4 16,1-2-4-16,2 0-1 15,0 0 2-15,0 1-6 0,3 0 0 16,1 1 0-16,1 2-1 15,2 1 1-15,-2 2-1 16,2 1-1-16,1 0-2 16,1 0 2-16,-2 4 0 15,3 0-1-15,-2 0-8 0,2 0-13 16,-2-2-31-16,1-2-48 16</inkml:trace>
  <inkml:trace contextRef="#ctx0" brushRef="#br0" timeOffset="21595.29">15636 12307 239 0,'0'0'-5'0,"0"0"19"0,0 0 6 0,0 0-10 0,0 0-7 15,0 0-4-15,0 0 6 16,0 0 5-16,7 41-1 16,-6-21-6-16,1 4 1 0,1 0 0 15,-1 3-4-15,-2 1-2 16,0 0-25-16,0-2-165 16</inkml:trace>
  <inkml:trace contextRef="#ctx0" brushRef="#br0" timeOffset="22646.23">15929 12350 110 0,'0'0'4'0,"0"0"30"0,0 0-8 0,0 0-16 0,0 0-3 16,0 0 3-16,0 0 4 16,0 0-1-16,0 0 1 15,14-26-1-15,-9 24-6 16,-1 2-5-16,3 0-2 15,-1 0 0-15,3 0 1 0,-1 2-1 16,1 2 0-16,0 3-1 16,-3 0-6-16,1 2-1 15,-3 0 3-15,0 3 4 16,-4-1 1-16,0 2-2 16,0-1 2-16,0 3 1 0,-5-1 5 15,0 2 0-15,-1-1-4 16,2-1 0-16,-2 1 1 15,3-1-3-15,0 0 1 16,3-1-2-16,0-1 1 16,0 0-3-16,0-1 3 15,4-2-3-15,3 0 4 0,-2-2-1 16,3-1-1-16,0-2 0 16,1 1 2-16,-2-4 5 15,-1 0-1-15,1-1-5 16,-3 0 3-16,0 0 0 0,0 0 0 15,-2 0-2-15,-1-1 1 16,-1 0 0-16,0 1 2 16,0 0 1-16,0 0-1 15,0 0-5-15,-1 0 10 16,-1 0-7-16,-3 4-1 16,2 3-1-16,0 2 1 0,0 1-2 15,0 1 1-15,2 2-1 16,0 1 1-16,1 0-1 15,0 1 1-15,0 0-1 16,0 0 1-16,1 1-2 16,3 0 4-16,1-1-1 0,-1 1 1 15,2 1-1-15,-2 2-1 16,2 1 1-16,0 2-1 16,-1 1 0-16,3 1 1 15,-3 3-1-15,1-1-1 16,0-1 2-16,-2 0-2 0,1-2-1 15,-1-1 0-15,-1-1-2 16,-1-5 3-16,-2-1 1 16,0-1 0-16,0-3-2 15,-5 2 0-15,-4-5-2 16,-2 1 8-16,-6-1-3 16,-2 0 0-16,-3 0 1 0,-2-3-5 15,-4-2-6-15,-2-1-12 16,1-2-27-16,0-2-33 15</inkml:trace>
  <inkml:trace contextRef="#ctx0" brushRef="#br0" timeOffset="23766.83">15911 12332 114 0,'-2'-3'-3'0,"2"-2"4"0,-2 3 1 0,2-1-3 15,0 0 7-15,0 1 9 16,2-1 1-16,2 0-9 0,3 2 1 16,0-2-3-16,3 3-3 15,-1 0 0-15,0 0-1 16,1 0-1-16,-1 5 1 15,-1 3 0-15,-1-1-1 16,-1 4 2-16,-1 1 1 16,-2 1-2-16,-1 2 1 0,1 0-1 15,-1 1 0-15,-2 1 0 16,0-2-1-16,0 4 0 16,0-2 0-16,0 1 1 15,0-1-1-15,0 1-1 16,0-1 1-16,0 1 1 0,0-2-2 15,0 0 2-15,0 0-1 16,1-3 0-16,4 0 0 16,1-2-1-16,2-2 0 15,-2-1 1-15,1-5-1 16,0-1-2-16,-2-2 4 0,2 0 0 16,-4 0 14-16,0 0-2 15,1-3 6-15,-4-1 0 16,0 0-2-16,0 0-3 15,0 2-7-15,0 0-2 16,-5 1 3-16,2 1-7 0,1 0-3 16,0 0 0-16,-1 5 0 15,2 5-1-15,0 0 1 16,1 4 1-16,0 0-1 16,0 3 1-16,0 1 1 15,0-2 0-15,2 2 0 0,1-1 0 16,0-1 0-16,-2 1 1 15,0-1-1-15,2 2 0 16,-1-1 1-16,0-2-1 16,-2 0 1-16,0 0-1 15,0-2 0-15,0-2 4 0,-2 0-2 16,-3-1-1-16,0-2 0 16,-2-1-1-16,-2 0 2 15,-1-3-2-15,-2-2-9 16,2-2-48-16,0-4-79 15</inkml:trace>
  <inkml:trace contextRef="#ctx0" brushRef="#br0" timeOffset="24448.6">16243 12724 109 0,'0'0'39'0,"0"0"-7"0,0 0-13 16,0 0-12-16,0 0-5 16,0 0-7-16,5 0 11 15,-2 0-9-15,4 0 3 16,-2 0 5-16,3 0 2 15,1 0 4-15,1 0 0 0,3 0-2 16,-1 0-3-16,3 0 3 16,0 0-3-16,4 0 2 15,-1 0-2-15,2 0 1 16,-2-1 1-16,3-2 0 16,-3 2 1-16,1-1-5 0,-1 0-1 15,-3 1-2-15,1 0 0 16,-3 1 0-16,-2 0 0 15,0 0-1-15,-2 0 3 16,-1 0-3-16,-4 0-4 16,1 0-11-16,-3 0-12 0,-1 0-23 15,-1 0-52-15</inkml:trace>
  <inkml:trace contextRef="#ctx0" brushRef="#br0" timeOffset="24854.17">16527 12616 154 0,'0'0'17'0,"0"0"10"0,0 0 0 0,0 0-5 0,0 0-3 16,0 0-6-16,0 0-6 15,0 0-4-15,0 0-6 16,0 0 0-16,0 4 4 16,6 0-2-16,1 0 0 15,3 2 0-15,1 1 1 0,0 0 2 16,1 1-1-16,0 1-1 15,0 0 1-15,-2 0-2 16,-3 0-7-16,-1 1-6 16,-3-2 0-16,-3 2-10 15,0-1 11-15,-4 2 0 0,-11-1 14 16,-4 3-2-16,-7 2-21 16,-4-1-46-16</inkml:trace>
  <inkml:trace contextRef="#ctx0" brushRef="#br0" timeOffset="26148.18">16568 12635 70 0,'0'0'13'0,"0"0"-6"0,1 0 7 0,-1 0 5 15,0 0 10-15,0 0-1 16,0 0-6-16,0 0-7 16,0 0 2-16,0 0-4 15,0 0-7-15,0 0 0 0,0 3-4 16,0 0-4-16,0 4 4 16,0 1 1-16,-1 5-3 15,-1 1 1-15,1 2 0 16,-1 1-1-16,1 0 0 0,1 0 1 15,-1-3-1-15,0-1 0 16,1-2 0-16,0-4 0 16,0-1 2-16,-1-1-1 15,1 0 0-15,0-3-1 16,-1-1 1-16,1 0 2 0,0-1 6 16,0 0 5-16,0 0-5 15,0 0-4-15,0 0-5 16,0 0-7-16,0-1-31 15,0-4-77-15</inkml:trace>
  <inkml:trace contextRef="#ctx0" brushRef="#br0" timeOffset="31179.5">17203 12631 189 0,'0'0'-2'0,"0"0"0"0,0 0-7 0,0 0 8 0,0 0 3 16,0 2 3-16,0-1 3 15,0 1 8-15,0 3 4 16,0 1-9-16,2 1-6 16,-1 5-2-16,-1 1 0 0,2 3-2 15,-2 3-1 1,0 0 1-16,0 0-2 15,0 0 3-15,0-2 0 0,-4-1-1 16,2-4-19-16,0-2-57 16,0-4-22-16</inkml:trace>
  <inkml:trace contextRef="#ctx0" brushRef="#br0" timeOffset="31620.38">17151 12650 152 0,'0'0'67'16,"0"0"-64"-16,0 0 12 0,0 0 2 15,0 0-4-15,0 0-5 16,0 0-3-16,29 6 4 15,-20 7-4-15,1 2-2 16,1 1 1-16,2 1-2 16,1 1-2-16,-1-3 1 0,0-2-1 15,3-2-1-15,-3-3 0 16,1-2 1-16,-1-1-1 16,-2-3 1-16,1 0 0 15,-3-2 0-15,-2 0 0 16,-1 0 0-16,1-3 5 0,-3-3 9 15,0-2 3-15,1-2-1 16,-3-3 2-16,3 0 0 16,-4-3-7-16,-1 1-3 15,2-1-3-15,-2 2-3 16,0 2-3-16,0 0-12 16,0 6-21-16,2 0-3 0,0 3-28 15,3 3-108-15</inkml:trace>
  <inkml:trace contextRef="#ctx0" brushRef="#br0" timeOffset="32061.95">17512 12758 186 0,'0'0'66'0,"0"0"-69"0,0 0 4 16,0 0-3-16,0 0 5 15,0 0-2-15,0 0 13 16,30 10 6-16,-24-13-1 16,0-3-9-16,1-1-7 15,0-1-2-15,-2-1-1 0,1-1-7 16,-4 0-3-16,-1 2 0 16,-1 0 3-16,0 0 1 15,0 2-3-15,-5 0 6 16,-2 3 1-16,-1 2 11 15,0 1-2-15,1 0-7 16,-2 1 1-16,0 5 0 0,2 1-1 16,0 3 0-16,1 1-1 15,2 1 2-15,0 1 0 16,2-1 3-16,0 1 0 16,2-2 2-16,0-1-2 15,0-3 0-15,0 1 1 0,5-3-3 16,1 2 0-16,1-4-2 15,1 0 2-15,3-3 1 16,0 0-10-16,3 0-24 16,1-3-60-16,0-5-79 15</inkml:trace>
  <inkml:trace contextRef="#ctx0" brushRef="#br0" timeOffset="32807.8">17701 12681 180 0,'0'0'20'0,"0"0"9"0,0 0-8 16,0 0-4-16,0 0-1 15,0 0-13-15,0 0-3 0,0 0 0 16,0 0-1-16,0 0-1 15,-3 21 2-15,3-11 0 16,3 0 0-16,-1 0 1 16,-1 1 1-16,1-2-2 15,1-1 3-15,1-1-4 0,-2-1-4 16,3-1 4-16,-1-2 0 16,1-1-1-16,1-2 3 15,2 0 2-15,-2 0-1 16,2 0-1-16,0-5 3 15,-3 0-3-15,1-3 0 0,-1 0 1 16,-1 0 1-16,0-1 1 16,-2 2-2-16,0 1 1 15,0 1 1-15,-1 2 5 16,-1 0 3-16,0 2-3 16,0 1-3-16,0 0-5 0,0 0-6 15,0 5-1-15,1 2 5 16,-1 1 1-16,2 3 1 15,0-1 0-15,0-2-1 16,1 1-1-16,0-1 1 16,1-2-1-16,0-1-1 0,-1 0-1 15,2-2 0-15,-1-1 0 16,2-1-3-16,-2-1 0 16,2 0 3-16,-2 0 3 15,1-2 0-15,1-2 2 16,-1-5-1-16,0 2-1 0,0-4 4 15,1-1 1-15,-1 1 1 16,-1-1 2-16,2 1-1 16,-2 1-2-16,2 3 1 15,-2 1 0-15,1 1-2 16,0 3-2-16,1 2-1 0,-1 0 1 16,3 0-2-16,-3 3 1 15,2 4-1-15,0 1 1 16,-1 2 0-16,1-1-1 15,-2 2-1-15,1 0 1 16,0-1-9-16,0-1-27 0,3-3-5 16,-3-1-60-16</inkml:trace>
  <inkml:trace contextRef="#ctx0" brushRef="#br0" timeOffset="33261.3">18172 12746 292 0,'0'0'24'0,"0"0"-22"0,0 0 1 15,0 0-5-15,0 0-4 0,0 0 3 16,0 0 16-16,0 0-6 16,-32-27-4-16,23 27-1 15,0 3-1-15,2 2-1 16,-2 3 0-16,1 0 0 0,2 1 0 15,1 0 0-15,3 0-1 16,0-1-1-16,2-1-1 16,0-1-3-16,0-2 1 15,5-1-4-15,2 0-4 16,-1-3 6-16,2 0 6 16,0 0 0-16,0 0 2 15,-1-1-1-15,0-2 1 0,-1-1 4 16,-2 0 5-16,0 2 1 15,0 0-2-15,-1 1-3 16,0 1-4-16,1 0-1 16,-1 0 0-16,2 0-2 15,-1 3 2-15,1-1 1 0,0 1-1 16,0-1-2-16,1-1-10 16,3-1-14-16,-2 0 0 15,1-1-60-15,1-8-48 16</inkml:trace>
  <inkml:trace contextRef="#ctx0" brushRef="#br0" timeOffset="33533.99">18266 12549 231 0,'0'0'23'0,"0"0"5"0,0 0-6 0,0 0-1 0,0 0-6 15,0 0-10-15,0 0-5 16,0 0-3-16,0 0 6 16,-1 31-2-16,1-13 1 15,0 3-2-15,0 3 0 16,1-1-1-16,2 0 1 0,-1 0-31 15,0-5-38-15,0-3-162 16</inkml:trace>
  <inkml:trace contextRef="#ctx0" brushRef="#br0" timeOffset="33826.97">18627 12634 369 0,'0'0'3'0,"0"0"-3"15,0 0-9-15,0 0 3 0,0 27 6 16,-3-13-2-16,0 3 2 15,2 2 0-15,-3 0 0 16,3-1-2-16,-1-3-10 16,2 0-16-16,0-5-4 15,0-3-30-15,-1-4-51 0</inkml:trace>
  <inkml:trace contextRef="#ctx0" brushRef="#br0" timeOffset="34175.14">18601 12656 135 0,'0'0'180'0,"0"0"-177"15,0 0-2-15,0 0-3 16,31-20 0-16,-20 20 3 16,-1 4-2-16,0 7-2 15,1 2 1-15,0 4 1 0,1 1 0 16,0-2-9-16,-1 1-3 15,-2-2-6-15,1-4 0 16,-2-2 3-16,0-3 10 16,1-3 3-16,-2-2 3 0,0-1 2 15,-1 0 15-15,-1-7 17 16,2-3 0-16,-4-2 4 16,1-2 1-16,-1-3-6 15,-1 0-14-15,-1-1-8 16,0 2-8-16,-1 2-3 15,1 1-8-15,1 5-16 0,2 1-27 16,2 4-19-16,1 2-78 16</inkml:trace>
  <inkml:trace contextRef="#ctx0" brushRef="#br0" timeOffset="34516.96">18950 12722 297 0,'0'0'1'16,"0"0"-2"-16,0 0 5 0,0 0 1 16,0 0-4-16,27-15 1 15,-22 8 8-15,-2-1 7 16,0 1-6-16,-1-2-8 16,0 2-2-16,-2-1-3 15,0 3-7-15,0 1 0 0,0 1 2 16,-7 3 6-16,0 0 8 15,1 3-6-15,-2 4 0 16,0 3-1-16,2 2 0 16,1-1 0-16,2 2-1 15,2-1-3-15,1 0 2 16,0-1 3-16,3-1 3 16,3-2-2-16,1-1-1 0,2 0-1 15,1-2 2-15,1-4-2 16,2-1-45-16,0 0-69 15</inkml:trace>
  <inkml:trace contextRef="#ctx0" brushRef="#br0" timeOffset="34765.24">19104 12547 382 0,'0'0'-4'15,"0"0"-5"-15,0 0-8 16,0 0 10-16,0 0 7 16,0 0-1-16,0 43 2 15,2-23 0-15,-2 1-2 0,0 1 2 16,1 0-1-16,-1-2-1 16,1-1-8-16,0-3-28 15,1-2-19-15,-1-6-57 16</inkml:trace>
  <inkml:trace contextRef="#ctx0" brushRef="#br0" timeOffset="35413.58">19035 12688 115 0,'0'0'96'15,"0"0"-96"-15,29 0 0 16,-18 0 0-16,3 0 1 16,0-2-1-16,0-1 0 0,0-1 2 15,2 1 8-15,-2-1-2 16,0 0-3-16,-3 0-3 16,-1 1-1-16,-3 1-1 15,-2 2 0-15,-2 0 2 16,-2 0-2-16,-1 5-2 15,0 2 4-15,0 3 0 0,0 1 6 16,0 3-3-16,-1 0-1 16,1-1-1-16,0 0-3 15,0-3 1-15,0-3-1 16,0 1 0-16,4-4 0 16,1-2-1-16,0-1 1 0,2-1 1 15,1 0 0-15,2-5 1 16,0-3 0-16,0-1 0 15,0-1 1-15,-2-1-1 16,0 1 2-16,-2 2 6 16,-3 3-4-16,-1 0 12 0,0 4 3 15,-2 0-8-15,1 1-8 16,1 0-8-16,-1 2-2 16,0 5 7-16,3 1-1 15,1 1 0-15,1 0-1 16,1 0-2-16,1-2 0 0,-1-1-3 15,1-3 2-15,1-1 0 16,-2-2 5-16,2 0-2 16,-3 0 1-16,0-4 6 15,-1-3 3-15,-2-2 14 16,-1-1 5-16,-2-2-8 0,0 1-11 16,0-1-5-16,0 0-4 15,-4 3-4-15,-1 1-5 16,0 3-10-16,1 1-7 15,1 3-21-15,2-3-25 16,1 3-119-16</inkml:trace>
  <inkml:trace contextRef="#ctx0" brushRef="#br0" timeOffset="35825.94">19538 12659 283 0,'0'0'1'0,"0"0"1"0,0 0 0 0,0 0-5 15,0 0 3-15,0 0 3 0,-28 8-1 16,23-1 0-16,-1 1-1 16,2 2-1-16,-1 3 0 15,4-2-1-15,0 1 1 16,1 0-4-16,0-2-3 15,0-2 5-15,2-2 2 0,3 0 1 16,2-4-1-16,1-2 0 16,2 0 2-16,0 0 0 15,0-4 0-15,1-3 3 16,-1-1 6-16,-1-2 17 16,-3-2 5-16,0 1 3 15,-6-2-3-15,1 2-13 16,-1 0-6-16,0 1-9 0,-3 1-5 15,-4 2 0-15,1 3 1 16,0 2-9-16,-1 2-14 16,1 0-23-16,0 1-17 15,2 1-16-15,2 1-88 0</inkml:trace>
  <inkml:trace contextRef="#ctx0" brushRef="#br0" timeOffset="36430.66">19652 12647 182 0,'0'0'68'0,"0"0"-77"16,30-3 6-16,-18 3 1 0,0 0 4 15,0 0 5-15,0 0 16 16,-1 0-5-16,1 7-1 15,0 0-5-15,-1 4-8 16,-1-1-3-16,-3 3-12 16,0 0-13-16,-3-3 0 15,0 0-11-15,-4 0 7 0,0-2 2 16,0-4 15-16,-5-3-38 16,0-1 62-16,-3 0 9 15,1-2-2-15,2-4-10 16,0-3-5-16,3 1 29 0,2-2 2 15,0 1-29-15,2-3 6 16,7 1 6-16,1-1-11 16,1 1-5-16,2 0-1 15,0-1-2-15,2 1-1 16,-1 0-3-16,0 2-3 16,0 0-5-16,0 1-3 0,-2 1 7 15,-4 2 6-15,-1 2 2 16,-2-1 2-16,-2 2 2 15,-2 0 7-15,0 1 3 16,-1 1-5-16,0 0-5 0,0 0 2 16,0 0-4-16,0 0 0 15,0 7-1-15,0 0 0 16,0 3 3-16,0 3 0 16,2 1 0-16,-1 1-2 15,1 1 0-15,-1 0-2 16,0-1 3-16,-1-1-3 15,0 0 0-15,0-3 0 16,0-1-6-16,0-1-13 0,0-3-29 16,0-6-44-16</inkml:trace>
  <inkml:trace contextRef="#ctx0" brushRef="#br0" timeOffset="36779.81">20052 12556 349 0,'0'0'1'0,"0"0"-1"0,0 0-1 0,0 0-1 16,0 0-3-16,0 0-6 16,0 0 0-16,0 0 4 15,0 0 5-15,-2 35-5 16,-10-21-15-16,-1-1 5 0,1 0-5 15,-2 0 3-15,3-3 5 16,1 0 9-16,3-2 4 16,1-1 1-16,4 0-1 0,2-1-2 15,0-1-5-15,0 0 12 16,6 2 16-16,3-2 4 16,-1 1-6-16,2 1-5 15,0 1-6-15,1-1-5 16,0 1-2-16,0-2-10 15,0 0-22-15,-2-3-55 16</inkml:trace>
  <inkml:trace contextRef="#ctx0" brushRef="#br0" timeOffset="37149.89">20244 12611 289 0,'0'0'10'16,"0"0"-6"-16,0 0-10 0,0 0-10 15,0 0 18-15,0 0 0 16,-32-7-2-16,20 14 1 16,1 1-1-16,-3 3 0 15,3 0 0-15,1 1-4 16,3-1-8-16,2 1 7 0,3-2-1 15,2-1-4-15,0-1 3 16,4-1 3-16,3-2 4 16,1 0 14-16,1 0-5 15,0 0 1-15,-1 0-1 16,-1 0-4-16,-2 1-1 16,-1-2-2-16,-3 3 0 0,-1-1-1 15,0 2 2-15,-6-2-3 16,-6-1-2-16,-5 1-8 15,-6-3-73-15</inkml:trace>
  <inkml:trace contextRef="#ctx0" brushRef="#br0" timeOffset="38878.82">17419 12476 161 0,'0'0'25'0,"0"0"2"0,0-2-19 15,0 2-7-15,0 0 1 16,0-1 0-16,0 0 1 0,0 0 2 16,0 1 6-16,0 0-3 15,0-2-3-15,-2 2-1 16,-1-2-2-16,-1-1 3 15,0 2 2-15,-1-1-2 16,-1-1-4-16,-3 0-1 0,2 2-2 16,-3 0-10-16,-1-1 1 15,-1 1 2 1,1-1 2-16,-1 2 5 0,1-1 4 16,-1 0 0-16,1 1 7 15,2 0 0-15,-1 0-2 0,1 0-1 16,2 0-6-16,1 0 1 15,-1 0 0-15,-2 0-2 16,1 2 0-16,-1 3 2 16,0-1-1-16,-2 2 0 15,-2 0 1-15,0 1-1 16,1 0 0-16,-1 1 1 16,1 0 0-16,0 2-1 0,1 0 0 15,0 1 0-15,1 1 0 16,-1 1 0-16,0 2 0 15,0 0 0-15,0 3 0 16,2-2 0-16,0 3 0 16,0-1-1-16,4 1 1 0,-2-1 0 15,4 1 0-15,0-1 0 16,0 1 0-16,1-1 0 16,1 0 0-16,0 0 0 0,-1-1 0 15,1-1 0-15,1 0 0 16,0-2 0-16,0 0-3 15,1-2-1-15,3 0 4 16,5 1 1-16,1 0 2 16,1-1-3-16,2 1 0 0,4 0 0 15,1 0 3 1,3-2-2-16,0 0 0 0,3-1 3 16,4 0-3-16,1-3 0 15,0 0 0-15,4-2 1 16,0 0-2-16,1-1 2 15,1-1 0-15,2 0 0 0,1-1-1 16,3 0 1-16,3 1 4 16,4-2-3-16,2 1-2 15,5 1-1-15,2-2 1 16,4 1-1-16,3-1 0 16,1-1 0-16,1 0-2 0,2 0-6 15,-1 0-12-15,0-7-105 16</inkml:trace>
  <inkml:trace contextRef="#ctx0" brushRef="#br0" timeOffset="40366.07">17257 12446 180 0,'-2'0'16'0,"2"0"0"0,0 0-18 0,0 0-5 15,2 0 14-15,2 1 2 16,3 0-1-16,0 2-4 15,3 0-1-15,1-1-3 16,3 0-2-16,0 1 2 0,5-1 0 16,2-1 2-16,3 1-1 15,2-1 1-15,3 0-1 16,1-1 0-16,2 0-1 16,0 0 1-16,1 0-1 0,-1 0 0 15,0-2 1 1,-1-1-2-16,-1-2 12 15,-1 0-1-15,0 0-3 0,-1 0-1 16,0 0-2-16,1 0 0 16,0 1 0-16,3 1 2 15,-2-2-3-15,3 2-1 0,2-2-2 16,2 2 0-16,4-1 1 16,-1-1-1-16,3 1-3 15,2 1 1-15,-1-1-2 16,2 2 3-16,1 0 1 15,-1-1 0-15,2 0 0 16,-2 2 0-16,1-1 2 0,1 0 2 16,-2 0-1-16,1 1-1 15,1 0 0-15,-3-1 0 16,1 1-1-16,-2 0 0 16,3 0-1-16,-3 0 0 0,1-1 1 15,3 1-1-15,1-1 0 16,-2 2 1-16,4-1-1 15,1 0 0-15,-1 0 0 16,1 1-1-16,0-1 0 16,-1 1 0-16,0 0 0 15,-1 0 1-15,1 0 1 0,-1 0-1 16,-1 0 2-16,1 2 1 16,1 0-1-16,1 1-1 15,-2 1 0-15,3 0 1 16,2-1-4-16,-1 2 0 0,-1-1-1 15,1 1 2-15,-1 0 1 16,-3 0 0-16,0 0 1 16,-3 2 0-16,-4 1 2 15,-5 0-2-15,-2 1 1 16,-5 0-2-16,-3 3-2 16,-3-1 2-16,-1 2 0 0,-1 0-1 15,-1 1 0-15,-2 1-1 16,0 2-1-16,-4 1-4 15,-3 1 5-15,0 1 0 16,-1 0 0-16,-4 2 2 16,0 1-1-16,-1 0 2 0,0 2-1 15,-3-3 0-15,-1 0 0 16,1 0-2-16,-4-4 3 16,0 0-2-16,0-1 1 15,0-1-3-15,-7-1 1 16,-3 1-2-16,-2-1 8 0,-4 0-2 15,-1 0-2-15,-2-1 1 16,-3 0 0-16,-2-1-1 16,-2-1 0-16,-2 1-1 15,-3-3 0-15,-3 0-1 16,-3 0 2-16,-1-2 0 16,-3-1 3-16,-4-1 2 0,-1-1 4 15,-3 0 3-15,-4-2 0 16,-2 1 3-16,-4-1 4 15,-3-1 1-15,-6 0-4 16,-4-1-7-16,-6 2-5 0,-10-1-1 16,-8 1-2-16,-11 1 0 15,-13 0-1-15,-12 2-1 16,-13 0-3-16,-8 1-19 16,-13 1-23-16,-6-1-2 15,-11-1-70-15</inkml:trace>
  <inkml:trace contextRef="#ctx0" brushRef="#br0" timeOffset="90647.92">15917 12288 42 0,'0'0'44'0,"2"0"-40"0,-1 0-2 16,1 0 0-16,2 0-1 15,-1 0-1-15,-1 0 1 16,3 0-1-16,-2 0 3 16,0 1-1-16,1 3 4 0,-2 1 1 15,0-1 2-15,-1 3 0 16,-1 1-5-16,0 2 2 16,0 2 2-16,0 3 1 15,0 0-3-15,0 4 1 16,-2-1-2-16,1 2-2 0,-1 1 0 15,0 0 0-15,2 0 0 16,0 0-1-16,0 1 0 16,5-2 0-16,1 0-2 15,1-1 1-15,3 0-1 16,-1-3 0-16,2-1 0 0,1-3 2 16,1-1-5-16,-3-6 3 15,3 1-2-15,-3-5 5 16,-3-1-4-16,-1 0 4 15,-1 0-3-15,-1-1 4 16,-2-2-1-16,-1 2-2 0,-1-1 2 16,0 2 1-16,0 0 2 15,0 0-4-15,0 6 0 16,0 4-2-16,0 4 0 16,-1 4 0-16,1 3 1 15,0 2-2-15,0 3 1 16,0 2 0-16,5 3-2 0,1 0-4 15,1 1-11-15,3 0 6 16,1-2 3-16,1-2 8 16,1-4 0-16,0-3 1 15,0 0 2-15,-3-4 0 16,-2-1 0-16,-3-2-1 0,-4 2-2 16,-1-2 0-16,-7 0 0 15,-6 2 1-15,-4-2-1 16,-2-1-2-16,-3-3-42 15,-1-2-26-15</inkml:trace>
  <inkml:trace contextRef="#ctx0" brushRef="#br0" timeOffset="91437">16341 12755 15 0,'6'0'22'0,"3"0"7"0,0 0-8 0,0-2-7 16,1 1-2-16,0-1-2 0,0-1-3 16,1 1-1-16,0 0 2 15,-1-1 0-15,0 2 5 16,0-1-4-16,1 0-5 16,1 0-2-16,-1-1 0 15,2 1-1-15,-2 1-1 16,1-1 1-16,-1 0-2 0,0 1 1 15,-1-1 0-15,-2 1-3 16,-1-1-5-16,0-1-18 16,-1 1-11-16,-1-1-59 15</inkml:trace>
  <inkml:trace contextRef="#ctx0" brushRef="#br0" timeOffset="91706.88">16593 12596 183 0,'0'0'1'0,"0"0"1"16,0 0 2-16,32 9-3 16,-26 1-1-16,-3 5-4 15,-3 3-11-15,0 3-25 0,-3 2-42 16</inkml:trace>
  <inkml:trace contextRef="#ctx0" brushRef="#br0" timeOffset="94049.28">18040 13082 70 0,'1'0'4'0,"1"0"18"0,-1 2 1 0,0-2-4 0,1 0 0 16,-1 0 0-16,-1 0-8 15,2 1-3-15,-1 0 2 16,2 1 1-16,-1 0-6 0,0 0-3 16,3 0-1-16,-2 1 0 15,1-2-1-15,1 1 1 16,0 0-2-16,4 1 2 16,1-3-1-16,3 3 0 15,2 1 1-15,3-2-1 16,4 1 2-16,1 0 0 0,6-1 1 15,3-2 1-15,5 0-1 16,1 0-1-16,1-9-69 16</inkml:trace>
  <inkml:trace contextRef="#ctx0" brushRef="#br0" timeOffset="99745.5">20897 12655 44 0,'0'0'18'0,"0"0"9"0,0 0-1 15,0 0 9-15,0 0-17 0,0 0-13 16,0 0-5-16,0 0-3 15,0 0 7-15,0 0-4 16,0 0 0-16,0 0 1 16,0 0-1-16,0 0-4 15,0 0 15-15,0 0 10 16,0 0-12-16,1 0-5 0,2 0-1 16,-2 0-1-16,2 0-1 15,1 0-1-15,0 0 0 16,2 0 0-16,1 0 1 15,0 0-3-15,1 0 3 0,-1 0 0 16,2 0 3-16,-1 0 0 16,2 0 6-16,1-1-1 15,1 1-1-15,0-1-1 16,3 1-3-16,-2 0-3 16,1 0 0-16,-1 0 0 15,-1 0-1-15,-1 0 0 0,-2 0 2 16,-2 0-2-16,-1 0 1 15,1 0 3-15,-1 0 0 16,0 0 1-16,0 0-2 16,-1 0-3-16,1 0 1 15,0 0 0-15,-1 0-1 0,-1 0 0 16,1 0 0-16,-2 0-5 16,-1 0-8-16,0 0-28 15,-1 0-46-15</inkml:trace>
  <inkml:trace contextRef="#ctx0" brushRef="#br0" timeOffset="100098.59">21206 12598 66 0,'0'0'3'0,"0"0"6"0,0 0 4 0,0 0 2 0,0 0 7 15,27 30 5-15,-25-23 1 16,-2 2-5-16,0 1-8 16,0 2-11-16,-3-1 2 15,-5 2-1-15,-1 2-2 16,-1-3-11-16,-3 0-40 0,0-4-57 16</inkml:trace>
  <inkml:trace contextRef="#ctx0" brushRef="#br0" timeOffset="100853.32">21665 12368 77 0,'0'0'34'0,"0"0"21"0,0 0-7 0,0 0-11 16,0 0-17-16,0 0-12 16,0 0-4-16,0 0-2 0,0 0-1 15,0 0 1-15,11-16-1 16,-11 14-1-16,0-1 1 16,0 0 0-16,0-2 5 15,0 4-1-15,0 0 2 16,0-1-4-16,-1 1-2 0,-3-1-4 15,-1 2 2-15,1 0 3 16,-2 0 2-16,0 0-7 16,0 3 7-16,-3 3-5 15,-1 3 4-15,-1 1-4 16,1 2 1-16,0 1 0 16,1 0 0-16,2 2 0 0,2-2 0 15,1-1-1-15,3 0 1 16,1-1-1-16,0-1 3 15,2 0 0-15,6 0-1 16,1-3 1-16,3 0 2 16,0 0 0-16,2-2-3 15,0 0 0-15,1-2-1 0,-2-2-2 16,1-1-29-16,1 0-56 16,-1-4-112-16</inkml:trace>
  <inkml:trace contextRef="#ctx0" brushRef="#br0" timeOffset="101244.47">21798 12443 153 0,'0'0'14'0,"0"0"12"0,0 0 5 0,0 0-20 0,0 0-5 15,0 0 0-15,0 0 2 16,0 0-1-16,-20 34-3 15,20-25-1-15,2-1-1 16,3-1 3-16,1-2-4 0,2 0 0 16,-1-2 2-16,2-2-6 15,-1 0 8-15,1-1-2 16,0 0 1-16,-2-1-4 16,0-4 3-16,1-1 2 15,0-3 3-15,-1 0-2 16,-1-3-2-16,-2 1-1 0,0-1 1 15,-4 2 4-15,0 2-6 16,0 1 7-16,-7 2 1 16,0 2-10-16,-3 3 1 15,-1 0-1-15,1 0-5 0,0 0 6 16,0 5-8-16,3 1-8 16,2-2-13-16,3 1-36 15,2-2-60-15</inkml:trace>
  <inkml:trace contextRef="#ctx0" brushRef="#br0" timeOffset="101919.87">21992 12420 127 0,'0'0'24'0,"0"0"-7"0,0 0 8 0,0 0-13 0,0 0-4 15,6 30-2-15,-6-22 0 16,1 0-4-16,1 0 0 16,-1-2 0-16,0 0-2 15,0-3 3-15,1 0-1 16,-2-1-1-16,0-1-3 15,0-1 4-15,0 0 4 0,0 0 9 16,0 0-8-16,0-1-4 16,0-4-2-16,0-2 2 15,3 1-6-15,1-2 1 16,2 1 1-16,1 1 2 16,0 1 0-16,0 1 0 0,0 2 0 15,0 1 0-15,2 1 0 16,-1 0 2-16,1 0-1 15,-1 0-3-15,0 3 2 16,1 2 0-16,-2 1-1 16,0 0 1-16,-3 0-2 0,-1 1 2 15,1-2-1-15,-4 2-1 16,0-1-3-16,0-2 1 16,0 0-2-16,-4-1 3 15,0-2 2-15,0-1-2 16,-1 0 10-16,1 0-9 15,3 0-1-15,-2-4 3 0,3-1 0 16,0-1 11-16,0-2-9 16,4 1 1-16,3 0 1 15,1-1-3-15,1 4 0 16,2 0 0-16,-1 2 1 16,1 1-2-16,0 1 0 0,0 0-1 15,-3 1-1-15,0 5 1 16,-2 1-4-16,-1 1 3 15,-2 1-4-15,-1-1-43 16,1-1-34-16,-1-2-2 0</inkml:trace>
  <inkml:trace contextRef="#ctx0" brushRef="#br0" timeOffset="102197.92">22340 12418 64 0,'0'0'189'0,"0"0"-172"0,0 0-16 0,0 0-3 16,0 0 4-16,0 28 2 15,0-13-3-15,0 0 0 16,0 2 0-16,0 0 1 15,0 2-2-15,0-3 1 0,0 2-2 16,0-1 2-16,0-1-13 16,0-2-40-16,0-4-32 15,0-2-10-15</inkml:trace>
  <inkml:trace contextRef="#ctx0" brushRef="#br0" timeOffset="102531.37">22361 12435 166 0,'0'0'-1'16,"29"-8"1"-16,-13 6 1 15,0 0 0-15,0 2-1 16,-3 0 3-16,0 0 5 15,-2 0 7-15,-2 3 2 0,-2 3-10 16,-1 0-7-16,-3 2-5 16,-3 0 3-16,0-1-16 15,-4 1 5-15,-5-1 10 16,-3-2 4-16,-2 0-1 16,-3-2 9-16,-1 0 8 15,1-1-4-15,0 1-4 0,3-3-3 16,0 2-3-16,6-2-3 15,1 0-22-15,5 0-42 16</inkml:trace>
  <inkml:trace contextRef="#ctx0" brushRef="#br0" timeOffset="102973.45">22578 12416 213 0,'0'0'16'15,"0"0"-4"-15,0 0-14 16,0 0 2-16,0 0 4 0,0 0-2 16,0 28 2-16,1-19-2 15,1-1 1-15,2-2-3 16,-1 1 0-16,1-2 3 15,2-2-3-15,1 0 1 16,0-2-2-16,2-1 9 0,0 0-4 16,3 0-3-16,-1-5 0 15,-1-1 0-15,0-1 2 16,-2-1-3-16,0-1 1 16,-1 2 0-16,-3 1-1 15,-1 1 1-15,0 3 0 0,-3 1 6 16,0 1 5-16,0 0-12 15,0 3-4-15,0 4 3 16,0 1 3-16,0 3 0 16,3-1-2-16,0 0 0 15,3-1 0-15,-1 0-4 16,3-4-10-16,0-1-34 0,0-4-56 16</inkml:trace>
  <inkml:trace contextRef="#ctx0" brushRef="#br0" timeOffset="103246.72">22856 12291 202 0,'0'0'22'0,"0"0"-22"0,0 0 0 0,0 0 1 15,0 0 2-15,0 0 1 16,18 35 6-16,-16-22 3 16,0 4-3-16,1-1-3 15,-1 1-3-15,1 0-1 0,0 0-3 16,0-3 1-16,0 0-1 16,-2-1-13-16,0-5-46 15,-1 0-55-15</inkml:trace>
  <inkml:trace contextRef="#ctx0" brushRef="#br0" timeOffset="103406.19">22829 12420 278 0,'0'0'5'0,"0"0"-10"15,0 0 6-15,34-5-6 16,-17 5-19-16,4 0-16 15,1 0-8-15,0-1-15 16</inkml:trace>
  <inkml:trace contextRef="#ctx0" brushRef="#br0" timeOffset="103750.1">23142 12398 199 0,'0'0'57'16,"0"0"-49"-16,0 0 7 0,-32-1-9 15,16 1-3-15,-1 4 0 16,1 3 0-16,1 1 0 16,2-1-3-16,5 3 0 15,2-3 0-15,3 1-3 16,2-2 0-16,1-1-7 16,3-3-6-16,6 0-5 0,3-2-2 15,1 0-14-15,2-4-12 16,-1-2 26-16,0-3 21 15,-2 1 8-15,-1 2 18 16,-3 1 18-16,-1 2-12 16,-3 1-8-16,0 2-1 15,1 0-12-15,-3 0-7 0,1 0-1 16,1 3-1-16,2 3 3 16,-3 0-5-16,1-3-19 15,2-1-42-15,-1-2-59 16</inkml:trace>
  <inkml:trace contextRef="#ctx0" brushRef="#br0" timeOffset="104014.82">23301 12255 223 0,'0'0'-9'0,"0"0"12"0,0 0 3 0,0 0 0 16,2 39 6-16,-1-24-4 15,1 0-5-15,-1 3-1 16,0-2-1-16,0-1-1 16,-1 0 1-16,0-5-2 15,0 0-25-15,0-2-21 0,-1-3-6 16,-3-4-52-16</inkml:trace>
  <inkml:trace contextRef="#ctx0" brushRef="#br0" timeOffset="104267.71">23219 12352 244 0,'0'0'1'16,"0"0"2"-16,0 0-3 0,34 0-3 15,-18 0 3-15,2 0 3 16,1 0 0-16,1 0 0 16,-3 2 1-16,1 2-1 15,-4 0-2-15,-2 3-1 16,-4 2-1-16,-1 1-7 16,-4-2-6-16,1 1 2 0,-4-1 8 15,2 2 3-15,-1-4-5 16,2-2-32-16,1-1-48 15</inkml:trace>
  <inkml:trace contextRef="#ctx0" brushRef="#br0" timeOffset="104417.85">23484 12292 331 0,'0'0'-15'0,"0"0"15"15,0 0-18-15,0 0-59 16,-34-13-42-16</inkml:trace>
  <inkml:trace contextRef="#ctx0" brushRef="#br0" timeOffset="104818.88">23561 12356 172 0,'0'0'52'0,"0"0"-51"16,-27 21 0-16,16-12-2 16,-1 1 0-16,2-1 0 15,2-1 3-15,6 2-9 16,2-4 6-16,0 1 5 15,4-2-2-15,6 0 4 0,2-1 0 16,4-3-2-16,0-1-5 16,0 0-2-16,0 0-1 15,0-5 2-15,-3-3 7 16,-3 0 11-16,-2-1 14 0,-3-1 6 16,-5 0-13-16,0-1-11 15,0 1-7-15,-8 2-5 16,-4 1-2-16,-1 2-2 15,-1 5 0-15,0 0-2 16,2 0-7-16,0 3-29 0,3 2-58 16,3-1-85-16</inkml:trace>
  <inkml:trace contextRef="#ctx0" brushRef="#br0" timeOffset="105209.59">23667 12380 135 0,'0'0'76'0,"0"0"-71"15,0 0 4-15,0 0-7 0,0 0-2 16,0 0 0-16,0 0 1 16,25 35 2-16,-23-27-2 15,-1-2 2-15,1 1-4 16,-2-2-2-16,0-2 3 15,0 0-3-15,0-2 2 0,0-1 5 16,-1 0 3 0,0 0 11-16,1-2-8 0,0-4 1 15,0 1 2-15,1-2-5 16,6-1 2-16,1 1-3 16,2 0-2-16,2 2-1 15,-1 0-2-15,1 4-2 0,-1 1 0 16,1 0 0-16,0 0 0 15,-5 5-1-15,1 2-1 16,-1 0 0-16,-1 2-7 16,-2-1-21-16,1-1-37 15,0 1-1-15,-2-3 18 0,2-2-47 16</inkml:trace>
  <inkml:trace contextRef="#ctx0" brushRef="#br0" timeOffset="105505.98">23912 12403 291 0,'0'0'26'16,"0"0"-4"-16,0 0-17 15,0 0-9-15,0 0 0 16,0 0 3-16,0 0 6 16,0 0-3-16,0 0-3 0,-29 0 0 15,23 7 0-15,2 1-1 16,1-1 0-16,3-2-2 15,0 1-2-15,0-1-4 16,1 0-1-16,5-3 15 0,0 0-4 16,1-1 0-16,2-1-3 15,1 0-5-15,0 0 2 16,-2 0 1-16,1 0 2 16,0-5 0-16,-1 0 0 15,0 0-23-15,0-1-29 0,1-1-34 16</inkml:trace>
  <inkml:trace contextRef="#ctx0" brushRef="#br0" timeOffset="105776.71">23995 12191 225 0,'0'0'6'0,"0"0"8"16,0 0-7-16,0 0-2 15,0 0 4-15,0 0-3 16,0 0 4-16,0 0-1 16,16 30-1-16,-13-13-2 15,0 4-3-15,-1 3-2 0,0 4 1 16,-2 0-3-16,0 1-12 15,0-2-72-15</inkml:trace>
  <inkml:trace contextRef="#ctx0" brushRef="#br0" timeOffset="107376.64">20873 12690 126 0,'-2'0'23'0,"-1"0"-9"0,1 0 5 0,1 0-16 0,0 0-3 16,1 0-5-16,0 0-3 16,0 0 1-16,0 0 5 15,0 0 2-15,0 0 8 16,2 0-3-16,0 0-7 16,1 0-2-16,1 0 0 0,3 0 12 15,0 0-7-15,5 0 0 16,0 0-3-16,1-1 2 15,4 0 0-15,-2-1 1 16,2 2-1-16,-1 0 4 16,0 0 0-16,-1-1-1 0,0 1 0 15,-1-1 0-15,-1 0 0 16,-2 0-2-16,1 0 1 16,-2-1 1-16,-1 0 4 15,1 0 0-15,1 0-4 16,1 0-2-16,0 0 1 0,3 0-2 15,2-1 0-15,-1 3-2 16,1-3 1-16,0 1 1 16,1-1-2-16,-4 3 2 15,-1-2 0-15,0 2-1 0,-3-1 1 16,-2 1 0-16,-1-1 0 16,-2 1-3-16,-1 0-14 15,-3 0-15-15,-1-1-30 16</inkml:trace>
  <inkml:trace contextRef="#ctx0" brushRef="#br0" timeOffset="107956.19">21195 12532 33 0,'0'0'111'0,"0"0"-88"0,0 0-14 0,0 0-8 16,0 0 1-16,0 0 1 0,0 0-2 15,0 0-1-15,0 0 1 16,0 0-1-16,28 6 1 15,-23-5 7-15,1 2 2 16,3-1-1-16,-1 1-4 16,1 0-1-16,1 2-2 15,0 0 1-15,0 1 0 16,0-2 4-16,0 1 6 0,-2 0-4 16,-1 0-2-16,-2 1-4 15,1 0-1-15,-4 0 3 16,0-1 2-16,-1 3-3 15,-1 2 2-15,0 0-1 0,0 2-4 16,-3 3-2-16,-3 0 5 16,0 2-6-16,-3 2-14 15,0-2-26-15,-2 0-63 16</inkml:trace>
  <inkml:trace contextRef="#ctx0" brushRef="#br0" timeOffset="114524.51">20913 12776 6 0,'0'0'152'0,"0"0"-156"0,0 0-5 0,0 0-11 16,0 0-16-16,0 0 20 15,0 0 32-15,0 0 21 16,0 0-2-16,0 0-6 16,0 0-16-16,0 0-6 0,-12-9-4 15,12 9-1-15,0 0 5 16,0 0-1-16,0 0-6 15,0 0-1-15,1 0 2 16,3 0 0-16,3 1-1 16,1 3-1-16,2-1 1 0,2 0 3 15,1 2-2-15,4 0 5 16,-1 1 0-16,4 0 0 16,0 0 0-16,2 2 2 15,1-1-3-15,1 0 3 0,1 1-2 16,2 2-1-16,2 0-4 15,0 1-1-15,0 2 0 16,2-2 1-16,0 0-1 16,-1 1 1-16,0-2 2 15,-1-2 6-15,0-1 1 16,-3-1 7-16,-1 0 1 0,-3-2-7 16,-1-1-5-16,-3-1-3 15,-3 0-2-15,-1 0-2 16,-4-2-17-16,-5 0-29 15,-3 0-122-15</inkml:trace>
  <inkml:trace contextRef="#ctx0" brushRef="#br0" timeOffset="115250.65">21954 12844 40 0,'0'0'-9'0,"0"0"24"0,0 0 30 0,0 0 9 15,0 0-21-15,-31-16-18 16,24 16-5-16,0 0-7 15,1 0 2-15,-1 3 1 16,1 0 1-16,0 3-3 16,0 0-1-16,0 1-3 15,1-1 0-15,1 2 0 0,2-1-2 16,1 0 1-16,1-1 0 16,0-1 2-16,1 0 10 15,2-2 0-15,4 0 7 16,1 0-3-16,1 0-1 15,2-2-8-15,-1 3-3 16,1-1-2-16,0 0 0 0,-2 0 0 16,0 2-2-16,-1-1 1 15,-1 2 0-15,0-1-1 16,-2 2-1-16,-1-1 1 16,0 2-1-16,-4-2-1 0,1 2 1 15,-1 0-2-15,0-2-4 16,0 1 1-16,-6-2 3 15,-1-1 5-15,-1-1 0 16,-5-1 14-16,-1-2-2 16,1 1-2-16,-2-1-5 0,1 0 3 15,1 0-3-15,2 0-4 16,2 0 0-16,3 0-2 16,2-2-5-16,2-1-15 15,2-2-40-15,0-3-147 16</inkml:trace>
  <inkml:trace contextRef="#ctx0" brushRef="#br0" timeOffset="115662.59">22145 12786 62 0,'0'0'39'0,"0"0"4"0,0 0 3 0,0 0-21 0,0 0-2 16,0 0-5-16,9 34-9 16,-7-23-4-16,0 0 0 15,0 2-3-15,0-1-1 0,0 1-1 16,1 1 1-16,0-2-1 16,-1 0 0-16,1 0 0 15,0-1 1-15,0 1-1 16,-2-2 0-16,-1 0-2 15,0-2-14-15,0 0-45 16,-2-4-66-16</inkml:trace>
  <inkml:trace contextRef="#ctx0" brushRef="#br0" timeOffset="115996.95">22024 12885 69 0,'0'0'99'0,"0"0"-96"15,0 0 1-15,0 0 5 0,30 0 7 16,-20 0 7-16,1 0 5 16,2 0-3-16,0-1-4 15,2-1-6-15,2 1-8 16,0 0-5-16,3 0-1 16,-2-1-3-16,2 0-35 15,-2 0-68-15,0 0-67 0</inkml:trace>
  <inkml:trace contextRef="#ctx0" brushRef="#br0" timeOffset="116381.97">22360 12868 158 0,'0'0'18'16,"0"0"-12"-16,0 0-2 15,0 0 2-15,-34 14 13 16,22-9-1-16,4 3-3 15,-2-1-6-15,3 2-7 0,3 0-2 16,1 1-2-16,2-1 2 16,1 1-1-16,0-2 5 15,7-1-3-15,0-1 3 16,2-1-1-16,1-2-1 0,2-1 0 16,0-1-1-16,0-1 1 15,1 0-1-15,-2 0 1 16,0-4-4-16,-3-1 2 15,-2-1 2-15,-2 0 0 16,-1-1 12-16,-1-1 1 0,-2 1-5 16,0-1-5-16,0 1 5 15,-3-1-8-15,-2 0-3 16,-3 3 0-16,1 0-2 16,-2 3 3-16,-1 1-10 15,0 1-24-15,1 0-35 16,2-2-46-16</inkml:trace>
  <inkml:trace contextRef="#ctx0" brushRef="#br0" timeOffset="116835.8">22486 12874 266 0,'0'0'14'0,"0"0"-4"0,0 0-2 16,31 0-3-16,-23 1-2 16,0 1-2-16,-2 2 1 0,1 0-2 15,-1 1 1-15,0 1-1 16,0 1 0-16,-1 1-1 15,1 2 0-15,-2 0-1 16,-2 0 1-16,1 0-1 16,-2 0-3-16,-1-1-4 15,0-3 0-15,0-1 1 0,0 0 3 16,0-3 0-16,-3-2 7 16,0 0 14-16,2 0 1 15,-2 0-3-15,0-4-2 16,3-2 2-16,-2-1 4 15,2-2-9-15,0 0-2 0,2-3-1 16,4 1-8-16,1-1-12 16,3 1 4-16,1 1-11 15,0 0 6-15,2 3-20 16,0-1-63-16</inkml:trace>
  <inkml:trace contextRef="#ctx0" brushRef="#br0" timeOffset="117363.29">22808 12877 90 0,'0'0'20'0,"0"0"-22"15,0 0 10-15,0 0 17 16,0 0 13-16,0 0 7 0,0 0-10 15,0 0-16-15,0 0-7 16,-25-13-4-16,19 13-7 16,0 3 1-16,-3 2-4 15,3 3 2-15,-1-1 0 16,1 3-1-16,2-2 0 0,0 1-1 16,2-1 1-16,1 0 1 15,1-1-1-15,0-2 3 16,3-1 0-16,3 1 4 15,2-3-5-15,1 0 1 16,1-2-1-16,2 0-4 16,0-2-4-16,1-4-7 0,1-1-3 15,-1-2 1-15,-2 1-3 16,-1-2 0-16,-2 1 17 16,-4 2 5-16,-1 1 11 15,-3 2 17-15,0 1-4 16,0 1-5-16,0 1-14 0,0 1-6 15,0 0 1-15,-4 0 1 16,3 4-5-16,0 1 0 16,1 2 0-16,0 1-2 15,0 0 0-15,0-1 3 0,4-2-7 16,3 1-3 0,3-3-16-16,2-2-28 0,1-1-54 15</inkml:trace>
  <inkml:trace contextRef="#ctx0" brushRef="#br0" timeOffset="117938.74">23115 12889 111 0,'0'0'186'0,"0"0"-176"0,0 0 9 0,0 0-9 15,0 0-14-15,-8-28-7 16,0 26 10-16,-4 1 6 0,-1 1-6 15,1 0 7-15,0 1-5 16,0 6-1-16,0-1 0 16,2 2 0-16,3-1-1 15,1 0 1-15,4-1-6 0,2-1-1 16,0 0-5-16,0 0 6 16,5-3 9-16,2 1-2 15,2-3-1-15,-1 0 0 16,2 0-1-16,2-1 0 15,-2-3 1-15,1-2 1 0,0 0-1 16,-1 0 1-16,-2 0 0 16,0 2 2-16,-1-1 2 15,-1 3 2-15,-1 1-2 16,0-1-2-16,-1 2 1 0,2 0-3 16,-2 2-1-1,2 3 1-15,-2 3 0 0,0 2 1 16,1 2 1-16,1 1-1 15,-2 2-1-15,-1 1 2 16,1-1-3-16,-1 2-1 16,-3-1 1-16,0 0-3 15,0-2-2-15,0-2 0 0,-4 0-2 16,-5-3 1-16,-2-2 3 16,-4-3 4-16,0 0 0 15,-3-4 3-15,1 0 1 16,-1 0 3-16,2-2-2 15,2-3 1-15,3-1-4 0,2-1-4 16,3-3-10-16,5-2-19 16,1-2-67-16,5-2-85 15</inkml:trace>
  <inkml:trace contextRef="#ctx0" brushRef="#br0" timeOffset="118459.16">23313 12894 96 0,'0'0'6'0,"0"0"-18"0,0 0 11 0,0 0-7 15,29 0 3-15,-21 0 15 16,1-2 17-16,0-1-3 0,1-2 4 15,-1 0-6-15,-1-2-10 16,-1 1-8-16,1-1-4 16,-2 1-2-16,-3-1-8 15,-1 1 11-15,-1 0 2 16,-1 3 7-16,0 0 7 0,-3 0-8 16,-4 1-5-16,-1 1-8 15,-1 1 9-15,-1 0-1 16,1 0-12-16,1 0 17 15,-1 0-9-15,0 1-1 16,2 4 4-16,1-1-4 0,-1 1 3 16,0 2 3-16,1 0-1 15,1 1 1-15,-1 1-2 16,2 0 0-16,1 1-1 16,0 0-1-16,2 0 0 15,1 0 3-15,0-2 0 16,0 1 2-16,7 0 2 0,0-1 5 15,1-1 4-15,2-1 0 16,3-2 0-16,1-1 0 16,0-1-5-16,2 0-8 15,2-2-4-15,-1 0-27 0,1-4-105 16</inkml:trace>
  <inkml:trace contextRef="#ctx0" brushRef="#br0" timeOffset="120859.09">21472 12881 74 0,'0'0'25'0,"0"-1"-12"0,0 1-6 16,0 0-5-16,0-1 0 16,0 1 7-16,0 0 6 15,0 0 0-15,0 0-3 16,0 0-2-16,0 0-1 15,0 0 2-15,0 0-2 0,0 0-4 16,0 0-4-16,0 0-1 16,1 0 2-16,0 0-4 15,0 0 4-15,0 0 0 16,0 0 3-16,1 0 8 16,-1 0-3-16,0 0-3 0,1 0 1 15,0 1-2-15,2 1-1 16,-1 1-2-16,1 1 0 15,1-1-2-15,-1 1 1 16,2 0 0-16,-2 0 0 16,3 1 0-16,-1-1 1 0,1 0 3 15,0 0-1-15,1 0-1 16,-1 1-1-16,0-3 0 16,0 4-2-16,-1-3-1 15,0 1 0-15,-3 1 1 16,1 0-2-16,-1-2 2 15,-3 2-2-15,0 0 2 0,0 0 2 16,0 3 6-16,-5 1 1 16,0 0 10-16,-4 1-15 15,-1 1 1-15,-2 0 2 16,-1 0-6-16,-1 1-7 0,-2-2-29 16,-4-5-70-16</inkml:trace>
  <inkml:trace contextRef="#ctx0" brushRef="#br0" timeOffset="122258.15">20747 12798 28 0,'0'0'76'0,"0"0"-65"0,0 0-7 0,0 0 3 0,0 0-1 15,0 0-2-15,0 0 4 16,0 0-2-16,0 0 4 16,0 0 4-16,0 0-1 15,0 0 2-15,0 0 5 16,0 0-7-16,0 0 0 16,0 0-9-16,0 0 0 0,0 0-1 15,0 0 0-15,0 0-1 16,0 0-2-16,0 0 1 15,0 2-1-15,0-1 1 16,0 0-1-16,0 1 1 0,0 2 1 16,0-1-1-16,0 0-1 15,0 2 0-15,0-1 0 16,0 4 1-16,-2-3 0 16,1 3-1-16,1 0 0 15,0-1 0-15,-2 3 0 16,2 0-1-16,0 0 1 0,0 0 3 15,0 0-1-15,0 1 1 16,0 0 1-16,0 0 1 16,2 2 2-16,3 0 2 15,0 3-6-15,2 1-3 16,1 1 0-16,1 2 1 0,0 1-2 16,3-1 1-16,-2 3 1 15,1-1-2-15,2-1 0 16,0 2 1-16,2-2 1 15,2 0-1-15,0-1 0 16,2 1 1-16,0-1-1 0,2 1 0 16,0 1 1-16,-1-4-1 15,1 2 0-15,-2-4 0 16,3 0 0-16,-4-2 0 16,4-2 0-16,-2-1 1 15,2-1 4-15,-1-1 5 0,1-1 2 16,1 0 5-16,-3 0-4 15,2-1-5-15,-4 1 0 16,0-1-2-16,-2 1-4 16,0-2-1-16,-3 0 0 15,-1-2-1-15,0 0 0 0,-2 2-1 16,0-3-2-16,-2-1-7 16,-1-1-10-16,-2 0-5 15,0-1 4-15,-3 0-23 16,-2-2-71-16</inkml:trace>
  <inkml:trace contextRef="#ctx0" brushRef="#br0" timeOffset="122755.51">21464 13409 69 0,'0'0'53'0,"0"0"-46"0,0 0 15 16,0 0 9-16,0 0 0 0,0 0-5 16,0 0 1-16,0 0-10 15,0 0-6-15,0 0-3 16,0 0-1-16,19 31-4 15,-17-22-2-15,-1-1 2 16,2 2-1-16,-2 0 0 16,-1 0 1-16,1 0 0 15,0-1 1-15,-1 0-1 0,0 0-5 16,0-1 2-16,-3 1 1 16,-3-2 0-16,-2 1 0 15,-4-2-5-15,-2-2-33 0,-3-1-123 16</inkml:trace>
  <inkml:trace contextRef="#ctx0" brushRef="#br0" timeOffset="123493.54">21884 13426 144 0,'0'0'91'0,"0"0"-35"0,0 0-30 0,0 0-16 16,0 0-5-16,0 0-5 15,0 0 1-15,0 0 5 16,0 0 0-16,0 0-5 0,0 0-1 15,4 29-1-15,-4-15-2 16,0 0 5-16,0 3-2 16,0 0 0-16,0 1 1 15,0-2-1-15,0 2 0 16,0-3 0-16,0 0-4 0,0-3-4 16,0-2-17-16,-3-2-29 15,0-3-56-15</inkml:trace>
  <inkml:trace contextRef="#ctx0" brushRef="#br0" timeOffset="124007.62">21964 13442 115 0,'0'0'23'0,"0"0"17"0,29-2 8 15,-20 2-18-15,0 0-15 16,1 0-7-16,-1 2-4 15,-2 2-3-15,2 2 0 16,-2-1 0-16,-1 3 2 16,-1-1-2-16,-1 1 4 0,0 3 3 15,-1-1 0-15,0 2-1 16,-3 0-6-16,0-1-1 16,0 1-1-16,0 0-1 15,-7 0-3-15,0-3-4 16,-1-1 5-16,-1 1 8 0,0-2-9 15,-2-1 9-15,0-2 8 16,-1 1 0-16,-2-1-2 16,2-1 0-16,-2 0-3 15,4-1 1-15,0 0-3 0,0-1-3 16,2 1 0-16,2-2-2 16,2 0-2-16,0 0-12 15,1 0-18-15,3 0-47 16,0-4-143-16</inkml:trace>
  <inkml:trace contextRef="#ctx0" brushRef="#br0" timeOffset="124670.47">22259 13517 167 0,'0'0'1'0,"0"0"-1"0,0 0-1 15,0 0-4-15,-29-11 9 0,23 11 21 16,1 0 8-16,-1 0-13 16,-1 2-7-16,0 5-4 15,0 1-6-15,-1-1-1 16,0 2 3-16,2 0-1 16,0 1 2-16,3 1 3 0,2-1-3 15,1 0-4-15,0 0-1 16,0-2-1-16,0 0 0 15,1-3 2-15,5-1-2 16,1 2 0-16,0-4-4 0,2-2-9 16,1 0-5-16,0 0 1 15,-1-5-12-15,1-2 0 16,-2-1 12-16,-1-1 16 16,-1-1 2-16,0 0 2 15,-2 1-1-15,0 0 4 16,-4 2 8-16,0 0 5 0,0 4 3 15,0 0-1-15,0 1 1 16,0 2-6-16,0 0-10 16,0 0-7-16,0 3 2 15,0 5 1-15,0 1 1 16,0 2-2-16,0-2 1 16,0 2-1-16,0-1 1 0,0-2-1 15,5 0-1-15,1-1-1 16,0-2 1-16,1-2-4 15,0-1-8-15,2-2-21 16,-2 0-39-16,0-5-88 16</inkml:trace>
  <inkml:trace contextRef="#ctx0" brushRef="#br0" timeOffset="125153.26">22402 13351 116 0,'0'0'120'0,"0"0"-114"0,0 0-1 0,0 0-2 16,0 30-1-16,0-20-1 15,0 1 1-15,0 1 7 16,0 1 4-16,1 0 0 0,1-1 1 15,1 2 0-15,-2 0-2 16,1-1-1-16,0 1-1 16,0 2 0-16,-1-3-4 15,1 2-2-15,-1 0-3 0,-1-2 1 16,0 1-1-16,0-3 0 16,0-1-1-16,0-2 0 15,0-1-1-15,0-3-5 16,0-2-12-16,0-2-13 15,0 0-13-15,0 0-34 0</inkml:trace>
  <inkml:trace contextRef="#ctx0" brushRef="#br0" timeOffset="125430.96">22357 13499 301 0,'0'0'21'0,"0"0"-17"16,0 0 0-16,0 0-3 15,0 0 2-15,0 0 0 16,0 0-3-16,36 0 0 0,-26 1 0 15,1-1 1-15,3 0-1 16,-1 0-12-16,2 0-50 16,-1-1-100-16</inkml:trace>
  <inkml:trace contextRef="#ctx0" brushRef="#br0" timeOffset="126243.49">22544 13480 102 0,'0'0'6'0,"0"0"19"15,0 0 12-15,0 0-5 16,0 0-7-16,0 0-8 16,0 0-6-16,32-20-4 15,-24 19 5-15,-2 1 3 16,2 0-3-16,-1 0-3 0,0 0-1 16,0 0-3-16,-1 0 2 15,-1 0-5-15,1 3 2 16,-1 0-2-16,0 1-1 15,-1 1-1-15,0 3-1 16,0 2 0-16,-1 1 0 16,0 1 1-16,0 1 0 0,-1 0-3 15,-1 0 3-15,-1-1-1 16,0-1-1-16,0-1-6 16,-4 0-4-16,-3-3-5 15,-2 0 2-15,0-2 7 0,-2-1 2 16,-3-2 6-1,2-1 0-15,0 0 2 0,0-1-1 16,1 0 3-16,2 0 4 16,3 0-1-16,-1-3 1 15,4-1-5-15,1 2-1 16,2-2-2-16,0 0-7 0,0-1-3 16,0 0 2-16,4 0 4 15,0 0 5-15,0 0 2 16,1 1-1-16,-1 0-1 15,0-2 1-15,0 2 1 0,0-1-1 16,1 2-1-16,0-2-1 16,1 4-1-16,0-1-1 15,-1 0 2-15,1 2-1 16,0 0 1-16,-1 0 1 16,2 0 1-16,1 0 3 15,-2 2-3-15,2 1-1 0,1 3-1 16,-3-2 0-16,1 1 1 15,0 0 1-15,0 0 2 16,1 1 3-16,-1-1-3 16,3 0-3-16,-1 0-1 15,-1 0 1-15,3-2-1 0,-2-1 1 16,1 0-1-16,1 0-1 16,0-2-6-16,1 0-21 15,-2-2-75-15</inkml:trace>
  <inkml:trace contextRef="#ctx0" brushRef="#br0" timeOffset="150084.82">24195 12312 48 0,'0'0'14'0,"0"0"3"0,0 0-1 0,0 0-8 0,0 0 2 16,2 0 2-16,-1-1-3 16,-1-1 1-16,0 2-2 15,1-1 3-15,-1 0-1 16,0 1 4-16,0 0-1 0,0 0-4 16,0 0-3-16,0 0 1 15,0 0-2-15,0 0-4 16,1 0-1-16,1 0 0 15,-1 4 0-15,0 1 4 16,1 0-1-16,1 1 0 16,-2 2-2-16,3-1-1 0,-1 0 1 15,0-2-1-15,2-1 0 16,-1-2 1-16,2 0 0 16,0-2 2-16,4 0 5 15,3-4 8-15,1-3-4 16,4-3 1-16,1-1 1 0,2-1-2 15,0-2-2-15,3 1-7 16,0 0 2-16,1-1-4 16,0 1-1-16,-1 2-3 15,-1 1-26-15,-5 2-25 16,-2 1-51-16</inkml:trace>
  <inkml:trace contextRef="#ctx0" brushRef="#br0" timeOffset="150790.24">23667 12815 141 0,'0'0'38'0,"0"0"-6"0,0 0-21 0,0 0-11 15,0 0 0-15,0 0 1 16,0 0-1-16,0 0 2 15,0 0-2-15,0 0 2 0,0 0 0 16,0 0 1-16,0 0 0 16,4 21-1-16,0-20 0 15,2 0 0-15,2-1-1 16,3 0 5-16,5-2 3 16,4-5 6-16,4-3-5 15,7-4-3-15,1-2-3 0,3-2-3 16,1-3-1-16,0-1 0 15,0 0-3-15,-3 1-33 16,-4 2-93-16</inkml:trace>
  <inkml:trace contextRef="#ctx0" brushRef="#br0" timeOffset="153451.78">22918 13579 4 0,'0'0'23'0,"0"0"-3"0,0 2-9 15,0-1-5-15,1-1 0 16,0 2 3-16,0 0-1 15,0-1 1-15,0 0 1 16,0 0 1-16,0-1 1 0,0 2 0 16,-1-1 2-1,2-1 3-15,0 0-9 0,1 0-5 16,-1 0-1-16,0 0-1 16,1 0-1-16,2 0-1 15,0-1 1-15,3-4 1 0,2-2 0 16,1 0 0-16,4-2 3 15,3-5 7-15,3-1 0 16,4-4-2-16,2-1-4 16,4-5-4-16,3 0-1 15,0-2-16-15,1 0-67 16</inkml:trace>
  <inkml:trace contextRef="#ctx0" brushRef="#br0" timeOffset="157016.9">18603 12474 66 0,'0'0'36'0,"0"0"-16"0,0 0-13 0,0 0-3 15,0 0-4-15,0 0 1 16,0 0 0-16,0-1 1 0,2-1 6 16,-2 2 5-16,0 0-5 15,1-2-1-15,-1 2-5 16,2 0-3-16,0 0 0 15,-1 0-5-15,-1 0-2 16,1 0 2-16,0 0 4 0,1 0 2 16,-1 0 0-16,0 0 0 15,2 0 0-15,-2 2 1 16,1 1 2-16,-1 0-1 16,2 1-1-16,0 0 0 15,-2-1-1-15,2 0 1 16,0 0-1-16,0-1 2 0,0-1 1 15,-1 0 5-15,2-1 3 16,1 0-3-16,-1 0 2 16,3 0-1-16,1-5-4 15,1-2-2-15,1-2 2 16,1-3-3-16,4-2-1 0,2-2 0 16,2-3 3-16,2-3-1 15,1-3-2-15,1 0-2 16,0-2-18-16,-2-1-88 15</inkml:trace>
</inkml:ink>
</file>

<file path=ppt/ink/ink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4-26T05:37:16.466"/>
    </inkml:context>
    <inkml:brush xml:id="br0">
      <inkml:brushProperty name="width" value="0.05292" units="cm"/>
      <inkml:brushProperty name="height" value="0.05292" units="cm"/>
      <inkml:brushProperty name="color" value="#FF0000"/>
    </inkml:brush>
  </inkml:definitions>
  <inkml:trace contextRef="#ctx0" brushRef="#br0">13346 5834 129 0,'0'0'6'0,"0"0"-3"0,0 0 4 0,0 0 0 0,0 0-5 16,0 0-1-16,0 0 1 0,0 0 0 15,0 0-6 1,-18 12 3-16,22-12 7 0,6 0-1 15,6-3 4-15,7-10 5 16,8-7 6-16,11-8-3 16,10-8-5-16,11-6-6 15,9-6 1-15,7 0-4 16,4-1 3-16,5 1-1 0,-4 5-8 16,-7 7-36-16,-14 1-61 15</inkml:trace>
  <inkml:trace contextRef="#ctx0" brushRef="#br0" timeOffset="570.8">12507 7483 212 0,'0'0'-41'0,"0"0"46"0,0 0-37 0,0 0 32 0,29-16 2 15,-6-3 9-15,5-8 3 16,12-6-6-16,7-11 3 0,12-4-2 15,11-8-4-15,12-6 0 16,9-3-2-16,2-3-5 16,1-1-76-16</inkml:trace>
  <inkml:trace contextRef="#ctx0" brushRef="#br0" timeOffset="1978.77">12045 9401 145 0,'3'3'-1'0,"-1"-2"-4"0,1-1-7 0,4 0 12 15,3-1 0-15,2-9 8 0,5-5 18 16,3-8-8-16,6-9-1 15,8-7 3-15,8-6-5 16,12-8-7-16,8-8-6 16,12-4-1-16,10-5 2 15,6-3 1-15,4 1-12 16,-1 2-45-16,-5 9-31 0</inkml:trace>
  <inkml:trace contextRef="#ctx0" brushRef="#br0" timeOffset="2668.96">12525 11595 248 0,'0'0'-17'0,"0"0"28"0,0 0-3 16,0 0-16-16,0 0-10 0,0 0 25 16,30-41-1-16,-3 10-3 15,8-7 1-15,14-12-4 16,11-8 1-16,12-8 3 15,6-8-12-15,5-7-76 16</inkml:trace>
  <inkml:trace contextRef="#ctx0" brushRef="#br0" timeOffset="3316.89">15245 10710 178 0,'0'0'10'0,"0"0"-5"0,0 0 3 0,0 0-3 16,0 0-7-16,0 0-13 16,0 0 6-16,0 0 8 15,0 0 5-15,0 0 11 16,-2 2 9-16,10-7-5 0,3-6-8 16,6-3 1-16,8-8-5 15,12-7 3-15,11-7 0 16,13-11-3-16,16-5-2 15,16-10-2-15,17-4 0 16,8-6-1-16,12-4-21 16,1-2-74-16</inkml:trace>
  <inkml:trace contextRef="#ctx0" brushRef="#br0" timeOffset="71592.94">14409 8093 29 0,'-7'-4'4'0,"-2"-1"0"0,2 2 0 0,-2 0-3 16,2 0 1-16,-2 0-2 16,-1 0 0-16,-1 0 0 15,-1 0-2-15,-1-1 2 16,0-1-1-16,-1-1 2 15,-1 3-1-15,0-1 0 16,-4-1 0-16,0 2 0 0,-1 0 0 16,-3-1-1-16,0 1-6 15,-2 1-3-15,-2-2-7 16</inkml:trace>
  <inkml:trace contextRef="#ctx0" brushRef="#br0" timeOffset="109381.92">16760 5709 158 0,'0'-2'-4'0,"-1"-1"15"0,0 3-6 0,1-1 1 16,-1 0 0-16,0 1-1 16,1 0 3-16,0 0 0 0,0 0-6 15,0 0-3-15,0 5 2 16,0 4 0-16,2 1-1 15,4 3 2-15,-3 2 0 16,2 2-1-16,-2 1-1 16,1 1 0-16,-1-1 0 15,-1 0 0-15,0-3 0 16,-2-3 1-16,0 0-2 0,0-3-11 16,0-2-24-16,0-2-10 15,0-5-29-15</inkml:trace>
  <inkml:trace contextRef="#ctx0" brushRef="#br0" timeOffset="109758.56">16766 5714 73 0,'0'0'13'0,"0"0"-2"0,0 0-6 0,0 0 4 16,0 0 1-16,0 0-1 0,28-8 2 15,-16 4-1-15,1-2 0 16,2 1-1-16,2-1 1 16,0 1-5-16,-1-1-2 15,0 0-1-15,1 2 0 16,-4-1-1-16,1 2-1 16,0 0 0-16,-4 1-1 0,-1 2-33 15,-4 0-41-15</inkml:trace>
  <inkml:trace contextRef="#ctx0" brushRef="#br0" timeOffset="110021.85">16768 5821 106 0,'0'0'32'0,"0"0"-30"16,0 0 3-16,0 0 0 16,0 0 10-16,42 0 2 15,-25-3-7-15,2-2-1 16,3 2-5-16,-2-1-3 16,0 0 1-16,-1 2-2 0,-1 0 0 15,-1 1-6-15,-2 1-37 16,-2-2-40-16</inkml:trace>
  <inkml:trace contextRef="#ctx0" brushRef="#br0" timeOffset="110249.81">17054 5780 203 0,'0'0'6'0,"0"0"-3"16,0 0-4-16,0 0 1 15,0 0 0-15,0 33 1 16,0-23 0-16,0 1 0 16,0 0 1-16,0-3-1 15,0 1 0-15,0-2-1 0,2-2 0 16,1 0 1-16,2-3-19 16,-4-2-49-16,2 0-67 15</inkml:trace>
  <inkml:trace contextRef="#ctx0" brushRef="#br0" timeOffset="110413.56">17038 5726 261 0,'0'0'3'0,"0"0"3"0,0 0-5 15,0 0-3-15,0 0-3 16,0 0-37-16,0 0-30 15,17-27-61-15</inkml:trace>
  <inkml:trace contextRef="#ctx0" brushRef="#br0" timeOffset="110911.92">17172 5821 159 0,'0'0'4'0,"0"0"15"16,0 0-8-16,0 0-3 15,0 0-3-15,30-8-1 16,-23 8-2-16,1 0-1 16,-1 0-1-16,2 2 2 0,0 2-1 15,0 3 0-15,0 1 0 16,-2 2 2-16,0-2-2 16,-1 0-1-16,-1 0 1 15,-1-3 0-15,-2-1 0 16,-1-1 0-16,0-1-1 0,-1-2 5 15,0 0 14-15,0 0 0 16,-2 0-16-16,0 0 2 16,-2-3-2-16,1-2 2 15,2-3 4-15,1 1-2 16,0-3-2-16,0-1-4 16,8 1 0-16,-1 1-1 0,3 2-3 15,3 0-17-15,1 2-17 16,0 0-28-16,1 3-12 15,1 1-7-15</inkml:trace>
  <inkml:trace contextRef="#ctx0" brushRef="#br0" timeOffset="111375.67">17497 5788 70 0,'0'0'26'0,"0"0"5"15,0 0-1-15,0 0-1 0,0 0-12 16,0 0-7-16,0 0-4 15,0 0 1-15,0 0-2 16,12-16-1-16,-13 16-7 16,-7 0 5-16,0 0-2 15,-2 4-3-15,-2 2 6 16,-2 2-2-16,2 0-2 0,-2 2 2 16,3-3-1-16,2 1 1 15,4-1 0-15,3-1-1 16,2-1-1-16,0-2 1 15,1-1 1-15,6 1-1 16,2-1 4-16,4-2 2 0,0 1-1 16,-1 0-2-16,3-1 0 15,-1 2 0-15,0-1-2 16,-2 2 1-16,-1-1-2 16,-1 3 0-16,-1-1 0 15,-3 2 0-15,-2 0 0 0,0 0 0 16,-4 0 0-16,0-1 0 15,0 0 1-15,-5-1-1 16,-2-1 7-16,-1 0 4 16,-4 2-6-16,2-3-3 15,-3 1-2-15,3-2 0 16,0 1 1-16,4-2-4 0,2 0-19 16,1 0-22-16,3-7-56 15</inkml:trace>
  <inkml:trace contextRef="#ctx0" brushRef="#br0" timeOffset="111836.94">17642 5689 115 0,'0'0'9'0,"0"0"0"0,0 0-8 0,0 0-1 15,0 0 0-15,0 0 1 16,0 0 2-16,4 35-2 16,-2-24 1-16,-1 1 1 15,2 1 0-15,-2-1 0 16,2-1 4-16,-1 0 3 0,1 0 2 16,-2-1-3-16,0 0-2 15,1-1-1-15,-2 0-4 16,0-1 0-16,0-1-1 15,0-1 1-15,0 0-1 16,0 0 1-16,0-1-1 16,-3 0-2-16,-1-2-18 0,0 0-40 15,1-3-67-15</inkml:trace>
  <inkml:trace contextRef="#ctx0" brushRef="#br0" timeOffset="112036.15">17589 5817 150 0,'0'0'67'16,"0"0"-60"-16,0 0 5 16,0 0-6-16,0 0-1 0,0 0-3 15,37-20 1-15,-19 17-3 16,6 0 1-16,1-1-2 15,2-3-51-15</inkml:trace>
  <inkml:trace contextRef="#ctx0" brushRef="#br0" timeOffset="112968.8">18199 5650 72 0,'0'0'31'0,"0"0"5"0,0 0 0 0,0 0-3 0,0 0-13 16,0 0-11-16,0 0-6 15,0 0-1-15,0 0-3 0,0 0-2 16,0 0 2-16,0 0 1 16,-6 14 0-16,5 3 0 15,0 1 0-15,1 1 1 16,0-1-1-16,0-2 0 16,0-4 1-16,3-1-1 0,2-2 0 15,0-3 0-15,2-1 2 16,2-1 5-16,1-1 0 15,2 0 2-15,2-2-3 16,2 1-1-16,-1-2-3 16,3 2-1-16,1-1-1 15,1 0-8-15,-1-1-66 0,-2 0-91 16</inkml:trace>
  <inkml:trace contextRef="#ctx0" brushRef="#br0" timeOffset="113434.28">18605 5755 141 0,'0'0'3'16,"0"0"-3"-16,0 0-5 0,0 0-9 16,0 0-4-16,0 0 19 15,0 0 0-15,0 0 4 16,-33-20 2-16,19 20-3 15,-1 0-2-15,-1 0-1 16,2 2 8-16,-1 3 3 0,1 2-3 16,1-1-1-16,2 2-1 15,3 0-2-15,1-1 4 16,3 0-4-16,4-2 2 16,0 0-5-16,1-2 2 0,6-1-1 15,5-1 8-15,0-1-4 16,3 0-2-16,1 0-2 15,1-4-2-15,1-1 0 16,-4-2 0-16,1 1-1 16,-2 0 1-16,-3 0-1 0,-3 1 0 15,-2 2 0-15,-1 0 0 16,-1 1 1-16,-2 1-1 16,-1 1 0-16,1 0-1 15,0 0-2-15,2 1 2 16,1 2 1-16,0 1-5 0,3 0-19 15,2 1-36 1,-2-2 12-16,3-1-49 16</inkml:trace>
  <inkml:trace contextRef="#ctx0" brushRef="#br0" timeOffset="113772.72">18821 5719 86 0,'0'0'13'0,"0"0"9"0,0 0-3 16,0 0-13-16,0 0-6 0,0 0-4 15,0 0 0-15,-33-10 5 16,22 13 0-16,-1 2 4 16,1 2 1-16,1 0 3 15,1 1 1-15,1 0 2 16,3 0-2-16,3 0 1 0,2 0-6 15,0-2-1-15,0 0 1 16,3-2 3-16,6-1 4 16,3-1 3-16,-1-2-5 15,5 0-7-15,2 0-1 16,0 0-1-16,1-2 0 16,-2-1-1-16,1-2-8 0,-1-1-15 15,-1-1-7-15,0-2-20 16,-4-1-9-16</inkml:trace>
  <inkml:trace contextRef="#ctx0" brushRef="#br0" timeOffset="114042.98">18970 5646 141 0,'0'0'17'16,"0"0"-1"-16,0 0-14 15,0 0-2-15,0 0 0 16,0 0 0-16,0 0 2 16,-2 30 3-16,6-20 1 15,0 3 1-15,2-2-3 16,-2 0 2-16,2-3-1 0,-1 0-3 16,1-1-1-16,0-1 1 15,1-2-2-15,1-1 0 16,0 0-16-16,-1-3-19 15,1 0-7-15,0 0-14 16</inkml:trace>
  <inkml:trace contextRef="#ctx0" brushRef="#br0" timeOffset="114285.16">19113 5668 97 0,'0'0'19'0,"0"0"0"0,0 0-10 16,0 0-8-16,-28 1-2 15,18 5 2-15,1 0-1 16,1-1 1-16,0 3 2 16,2 1 3-16,0-3 9 15,3 3 0-15,2-2-4 0,1 0-4 16,0 0-1-16,0-2-2 16,7 1 2-16,3-1 0 15,4 0 1-15,2-2-2 16,2 1-3-16,3-4-20 15,0 0-80-15</inkml:trace>
  <inkml:trace contextRef="#ctx0" brushRef="#br0" timeOffset="114848.37">19409 5727 212 0,'0'0'15'15,"0"0"-11"-15,0 0-7 16,0 0-11-16,0 0-22 16,-31-8 12-16,18 8 19 0,-1 0 7 15,0 3-1-15,0 1 2 16,3 2 1-16,2 1-3 16,2 0 0-16,1-1 0 15,3 1 2-15,3-2-2 16,0 0 1-16,0-2 0 15,5-2 0-15,3-1 22 0,1 0-7 16,4 0-6-16,-1-2-7 16,1-4-1-16,-1 0 1 15,1-3-2-15,-1 0 0 16,-2-3 0-16,-2-1-2 0,-1-2 0 16,-2-2-1-16,-1 1-8 15,-2-4-12-15,0 2-4 16,-1-2 0-16,-1 4 4 15,0-1 11-15,0 4 8 16,0 1 2-16,-2 2 2 16,-1 3 9-16,1 1 0 0,-3 3-1 15,2 1 2-15,1 1 1 16,2 1 0-16,-2 0-9 16,0 3-4-16,1 6 2 15,1 3 1-15,0 5 2 0,0 2-2 16,1 1-1-16,4 1 2 15,2 0-3-15,1-1 0 16,0-3 2-16,2-1-3 16,-2-3-1-16,2-2-19 15,0-4-23-15,0 0-4 16,1-4-5-16</inkml:trace>
  <inkml:trace contextRef="#ctx0" brushRef="#br0" timeOffset="115195.37">19567 5686 100 0,'0'0'26'0,"0"0"7"0,0 0-22 0,0 0-7 0,0 0-2 0,-27-5-2 15,17 10 1-15,0 3 1 16,2 1 1-16,2 0-2 16,3 0-1-16,2-1 3 15,1 0-1-15,0-1 1 0,1-1-3 16,5-3 1-16,5 0 5 15,-1-2-3-15,4-1 5 16,2 0-4-16,-1 0-2 16,4-4 0-16,-1-2-1 15,-3 1-1-15,0-2 1 0,-3-1 2 16,-2-1 0-16,-6-1 3 16,-2-1 2-16,-2 0-2 15,0 2-2-15,-6 0-4 16,-6 4 0-16,-3 1-5 15,0 4 4-15,-3 0 1 0,2 3-2 16,1 3-10-16,3 1-39 16,2-1-86-16</inkml:trace>
  <inkml:trace contextRef="#ctx0" brushRef="#br0" timeOffset="115771.4">19778 5660 95 0,'0'0'30'0,"0"0"-15"0,0 0-13 0,0 0 0 15,0 0 0-15,0 0 3 16,0 0 3-16,0 0-4 0,0 0-1 15,-28 28 2-15,26-20-3 16,2-1 1-16,0-1 0 16,0 1 0-16,0-2-2 15,4-2 3-15,2-1 7 16,4-1-1-16,0 1-2 0,1-2-5 16,-1 0 0-16,3 0-2 15,-2 0 1-15,0-2-2 16,-1-1 1-16,-3 1-1 15,-1 2 1-15,-2-1-1 16,-3 1 0-16,0 0 0 16,-1 0-5-16,0 1 5 0,0 2 4 15,0 1-3-15,2 1 0 16,1-2 0-16,0 2 1 16,2-3-4-16,3 0 4 15,0-1 1-15,2-1 1 0,4 0 2 16,-2 0-1-16,2-1-3 15,-3-3 1-15,0-3 0 16,-1-1 5-16,-4 0 8 16,-1-2 6-16,-2-2-8 15,-2 0-5-15,-1 2-4 16,0 0-6-16,-2 1 1 0,-3 4 0 16,-3 2-3-16,-3 3-11 15,1 0-22-15,1 0-20 16,1 2-41-16</inkml:trace>
  <inkml:trace contextRef="#ctx0" brushRef="#br0" timeOffset="116462.79">20050 5717 33 0,'0'0'69'0,"0"0"-64"0,0 0 2 0,0 0 0 16,0 0-1-16,0 0-3 16,0 0 1-16,0 0 0 15,0 0 10-15,0 0 9 0,12 18-8 16,-12-18-4-16,0 0-2 16,0-3-2-16,3-2 1 15,-2 1-1-15,0-2-4 16,1 0-2-16,1-1 0 15,2 0-6-15,0 0 4 0,1 1 1 16,1 2 1-16,0 1-1 16,1 0 0-16,1 2 2 15,-1 1-2-15,-1 0-2 16,2 0 2-16,0 1 0 16,1 4 0-16,1 1 0 15,-1 2 0-15,0 0 0 0,-1 0 0 16,-1-1 0-16,-4 1-1 15,-1-3 1-15,-1 1-2 16,-2-2-1-16,0-1 1 16,0-1 1-16,-1-2 1 15,-2 2 1-15,0-2 0 0,0 0 1 16,0 0 3-16,-1 0 1 16,3 0 0-16,0-2 0 15,1-2-1-15,0 0-2 16,1-3 0-16,4 1 2 15,2-1-3-15,2 0-1 0,0 0 0 16,2 0-2-16,-1 1 2 16,1 1-1-16,1 2-1 15,2 0 2-15,-1 3-2 16,-1 0 1-16,-1 0 0 16,0 0 0-16,-2 1 0 15,-1 4 0-15,-1 3 0 0,-1-1 0 16,-2 1-1-16,1 1 0 15,-4-3-1-15,0 1 3 16,-1 0-3-16,0-1-3 0,0-1-2 16,-1 0-16-16,0-4-51 15</inkml:trace>
  <inkml:trace contextRef="#ctx0" brushRef="#br0" timeOffset="116690.03">20629 5635 84 0,'0'0'92'0,"0"0"-89"0,0 0-3 16,0 0-2-16,0 0-17 0,0 0-32 16</inkml:trace>
  <inkml:trace contextRef="#ctx0" brushRef="#br0" timeOffset="116855.88">20651 5707 266 0,'0'0'6'0,"0"0"-13"16,0 0 10-16,0 0 1 15,0 0-2-15,0 0-11 0,0 0-102 16</inkml:trace>
  <inkml:trace contextRef="#ctx0" brushRef="#br0" timeOffset="120918.8">16690 6125 34 0,'-1'0'4'16,"-1"0"-2"-16,2 2-2 0,0-2-1 0,0 0-1 15,0 0 1-15,0 0 0 16,2 0 5-16,2 0 3 15,0 0-3-15,2 0-1 0,3 0 0 16,1 0-3-16,2-2 0 16,1 1-2-16,4-1 5 15,-2 0-3-15,4 1 1 16,0-1 7-16,1 0 2 16,-1 1 2-16,3-1-5 15,-2 1-1-15,2 0-1 0,-1-2-3 16,1 3-1-16,2-2 0 15,1 1 0-15,0 1 0 16,4-2-1-16,0 2 2 16,0 0 1-16,3-1 0 0,-2 1-3 15,3 0 1-15,0 0-1 16,4 0 0-16,-2 0 0 16,3 0 1-16,3-1-1 15,-3-2 0-15,2 0 0 16,1 2 1-16,2-2 0 0,1 0 3 15,-2 2 0-15,1-1-1 16,0 0-1-16,3-1 1 16,-2 1 1-16,0-1-2 15,4 1 1-15,-2-1 0 16,2 0 3-16,0 0-3 16,1 1 1-16,0 0-4 0,-1 2 1 15,1 0-1-15,1 0 1 16,1 0-1-16,1 0 3 15,0 0 3-15,3 0 0 16,0 0-3-16,2-2-2 16,2 1 2-16,-1-2 0 0,3 0 3 15,-1-1-1-15,2 2 3 16,0-2-2-16,-1 0 2 16,1 1-2-16,0 1 0 15,0-1-4-15,-1 1 0 0,-1-1-1 16,2 1-1-16,1 1 0 15,-1 1 0-15,1 0 0 16,1-2 1-16,-2 2-1 16,-1-2 0-16,-3-1 0 15,-3 1 1-15,-2 1-1 16,-1-1 4-16,-5-1-1 0,-1 3 1 16,-2-2 0-16,-2 2 1 15,-2-2-3-15,-4 2 1 16,-2-3-1-16,-3 1 1 15,-4 1-1-15,0-2 0 16,-2 1-2-16,-2 0 1 0,-1-1-1 16,-2 1 1-16,-5-1-1 15,-1 0 0-15,-4-2 0 16,-3 0 0-16,-3-2 1 16,-1-2 0-16,-1-2 1 15,-1 1 5-15,-1-3 4 16,1-2-3-16,-1 2-3 0,2 0-1 15,-1 0-3-15,1-1 0 16,-1 2-1-16,2 0 0 16,-2-1 0-16,-1-2 0 15,0 2 0-15,0-2 0 16,0-1-1-16,0-1 1 0,0 0 2 16,0 0 0-16,0 0 0 15,0 2-1-15,0-1 2 16,0 3-2-16,0 0-1 15,-1 0 0-15,-2 1 0 0,2 1-6 16,-4 0 5-16,2 1 2 16,-1 1 0-16,0-1 0 15,0 2 2-15,-2 0-3 16,0 1 0-16,0-1 1 16,-1 1-1-16,2-1-1 15,-5 1 2-15,2-1-1 0,-1 0 0 16,-1-1-1-16,0 0 2 15,-2 0-1-15,-1-1 0 16,-2 2-1-16,0 0-2 16,-3 1 3-16,-1 2 3 15,-2-1-3-15,-2 1 0 0,-3 0 0 16,-1 3 0-16,-3-1 0 16,-2 2 0-16,-3 0-5 15,-1 1 6-15,-2 0 0 16,-1 0-3-16,-3 0 2 15,-1 0 5-15,-2 0-5 0,-3 0 0 16,-3 0 0-16,-3 0-7 16,-3 0 6-16,-4 2 0 15,1-2 1-15,-4 1-2 16,0-1 0-16,1 0 1 16,1 0 1-16,-1 0-3 0,-3-1 3 15,-1-1 0-15,-1 2 2 16,-1-1-5-16,0 0-1 15,0 0-1-15,-2 1 0 16,1 0 5-16,-1 0 1 16,-1 0-1-16,0 0 2 15,1 0-2-15,1 0 0 16,0 0 0-16,0 2 1 0,2-1-2 16,0-1 2-16,0 0 0 15,2 0-1-15,-1 0 0 16,3 0 1-16,-1 0-1 0,2 0 0 15,1 0 0-15,-1 0 0 16,-4 0 0-16,3 0 0 16,0 2 0-16,2 1 0 15,-1-1 0-15,1 3-1 16,1 0-5-16,1 1 8 0,-1-1 0 16,1 1-4-16,3 1 1 15,1-1 1-15,5 0-1 16,6-1 1-16,1 2 0 15,4-2 0-15,3 1 0 16,3-1 0-16,3 3 0 0,-1-1 0 16,4 0 0-16,2 1 0 15,0 3 0 1,3-2-9-16,0 4-5 0,3-1 2 16,-2 1 6-16,2 0 4 15,2 4 2-15,-1-1 1 16,1 2-1-16,1 2-1 0,1 3 1 15,0 2 0-15,2 0 0 16,0 1 0-16,0 1 0 16,3 0 1-16,-1 3-1 15,2 0 1-15,2 2 0 16,2 2 0-16,2-1 2 0,4 0-2 16,0 0 1-16,9-2-2 15,9-2 0-15,11-3 0 16,10 1 0-16,7-4-15 15,12-6-26-15,6-8-76 0</inkml:trace>
  <inkml:trace contextRef="#ctx0" brushRef="#br0" timeOffset="121942.81">16253 6142 67 0,'-4'0'4'0,"-1"0"6"0,2 0 0 16,2 0-1-16,0 0-1 15,-1 0-3-15,2 0 3 16,0 0-4-16,0 0-3 0,0 0-1 16,0 3 1-16,0 0-1 15,3 1 0-15,5 1 0 16,2 1 0-16,2-1 0 16,6 2 1-16,4-2 1 15,2 0-2-15,5-2 0 0,4 0 0 16,6-1-1-16,5-2 2 15,4 0-2-15,5-2 1 16,7-3 1-16,2-3 1 16,0 0-38-16</inkml:trace>
  <inkml:trace contextRef="#ctx0" brushRef="#br0" timeOffset="125937.54">15665 5609 33 0,'0'0'13'0,"0"0"-2"0,0 0-5 0,0 0 0 0,0 0-6 15,0 0-2-15,0 0 1 16,0 0 1-16,0 0-2 15,0 0 2-15,0 0 3 16,0 0 0-16,3 21-2 16,-2-16 0-16,2 1 0 0,-1-2 1 15,2 1 0-15,-1-1 0 16,1-2 4-16,3 0 0 16,4-2 3-16,0 0 6 15,8-6 8-15,3-5 1 16,9-4-7-16,8-4-6 15,10-3-5-15,6 1-3 0,9-4 0 16,6-1 0-16,5-6-71 16</inkml:trace>
  <inkml:trace contextRef="#ctx0" brushRef="#br0" timeOffset="129059.35">20749 5668 36 0,'0'0'36'0,"0"0"-34"0,0 0-2 0,0 0-1 0,0 0 2 16,0 0 1-16,0 0 6 16,0 0 4-16,0 0 5 15,0-1 0-15,0 0-2 0,0 0-9 16,0 1 0-16,0-1-3 15,0 1-2-15,0 0-1 16,0 0-1-16,0 0-4 16,0 0 4-16,1 0-1 15,0 0 1-15,1 4 0 16,2-1 1-16,-3 1-1 0,2 0 1 16,0 1 0-16,0-3 1 15,-2 2-2-15,2-1 2 16,-2-2-1-16,1 1 0 15,1 0 1-15,-2-1 0 16,3-1 0-16,-1 0 1 16,1 0 2-16,0 0-2 0,3 0 2 15,2-1 1-15,-2-4-1 16,3-2 1-16,3 0 1 16,2-2 2-16,2-3 1 15,3-1 2-15,2-2 0 0,5-1 1 16,4-1-4-16,4-3-2 15,6 2-6-15,3-2 0 16,2-2-14-16,2-4-101 16</inkml:trace>
  <inkml:trace contextRef="#ctx0" brushRef="#br0" timeOffset="131034.35">17265 7076 61 0,'0'0'18'0,"0"0"22"0,0 0-15 0,0 0-4 16,0 0-9-16,0 0-3 0,0 0-3 15,0 0-6-15,0 0-3 16,0 0 1-16,0 0 2 16,0 0 3-16,1-9 6 15,-1 7 8-15,0 1-10 16,0-1-5-16,-1 0-5 15,-3 0 0-15,-2-1 2 0,1 0-3 16,-3 1 5-16,0 1 0 16,1 1 1-16,-1 0 1 15,1 0-6-15,-1 0 0 16,3 6 3-16,1 1-2 0,-1-1 0 16,1 3 0-16,3 0-1 15,-2 0 2-15,3-1-1 16,0-1 0-16,0 1 3 15,3-3-3-15,1 2 3 16,5-1 1-16,1-2 1 0,0 2 2 16,3-3-2-16,1 1 1 15,1 0-1-15,-4 0-1 16,0 1-1-16,0 0-1 16,-1 0 0-16,-1 0 0 15,-2 1 0-15,-2-2 1 0,1 1 0 16,-3 0-1-16,-2-1 0 15,-1 0-1-15,0-1 0 16,-2 2-2-16,-7-1 3 16,-2 0 5-16,-4 0 0 15,0 2-2-15,-2-3-2 16,3 1 1-16,-3-1 1 0,4-1-2 16,2 1 0-16,2-1 0 15,4-1-1-15,1 0 1 16,4-1-7-16,0 0-65 15,4-1-19-15</inkml:trace>
  <inkml:trace contextRef="#ctx0" brushRef="#br0" timeOffset="131676.57">17479 7161 7 0,'0'0'19'0,"0"0"-1"0,0 0-2 0,0 0-2 0,0 0-2 15,0 0 1-15,0 0 0 16,29-10-2-16,-24 8-4 16,0-1-2-16,0-2-2 15,1 2 1-15,-1-1-1 0,-1 1-1 16,-1 0-1-16,-1 0 0 15,-1-1 1-15,-1 3-2 16,0-1 3-16,0 0 4 16,0 1-3-16,-2 1-4 0,-3 0-3 15,-2 0 1-15,-1 0 2 16,1 1 2-16,-3 3-4 16,0 1-3-16,-2 1 5 15,4 1-3-15,-1-1 3 16,1 1 0-16,3 1 2 15,0 0 1-15,3-1 0 0,-1 1-1 16,3-1 1-16,0 0-1 16,0 1 2-16,0-2 0 15,0-1-3-15,3 0 0 16,-1-1 2-16,5-1 1 16,-1-1 0-16,5-1 3 0,-1 1 1 15,3-2 0-15,1 0-2 16,0 0 2-16,3 0-11 15,0 0-21-15,-2 0-35 16,2-4-24-16</inkml:trace>
  <inkml:trace contextRef="#ctx0" brushRef="#br0" timeOffset="132188.18">17792 7100 81 0,'0'0'25'0,"0"0"-10"0,0 0-11 0,0 0-3 0,0 0 0 16,0 0 0-16,0 0 3 16,-27 18-2-16,19-11 1 15,2 1 1-15,-1-1 2 16,1 1-2-16,2-1-1 0,1 0 1 16,1 1-2-16,1-2 1 15,1-1-1-15,0 1 0 16,1-3-1-16,5 1 1 15,2-1-1-15,3-1 6 0,2-1-11 16,1-1-30-16,3 0-31 16</inkml:trace>
  <inkml:trace contextRef="#ctx0" brushRef="#br0" timeOffset="132567.13">17921 7153 71 0,'0'0'28'16,"0"0"17"-16,0 0-21 15,0 0-7-15,0 0-16 16,0 0 1-16,0 0-5 16,0 0-2-16,-28-9 8 15,20 14-4-15,2 1 4 0,-2 3-2 16,4-2 0-16,1 1 0 16,3 0 0-16,0-2 0 15,0 0 0-15,5-3 0 16,5 1 5-16,0-3-3 15,0-1 2-15,3 0 0 0,1 0-4 16,1-1 4-16,-2-5 0 16,-1 0-4-16,1-1-1 15,-4-1 9-15,-1 0-3 16,-1 1-1-16,-4-1 4 16,-1 1-4-16,-2 1 2 0,0 1-6 15,-4 1 2-15,-6 3-5 16,-2 1 0-16,1 0-1 15,-1 1-7-15,-2 5-3 16,4 0-27-16,4-1-25 16,3-1-53-16</inkml:trace>
  <inkml:trace contextRef="#ctx0" brushRef="#br0" timeOffset="133036.04">18085 7146 106 0,'0'0'3'0,"0"0"-2"0,0 0-1 0,0 0 1 15,0 0-1-15,0 0-2 16,0 0 4-16,0 0 2 0,0 0 4 16,21 3-1-16,-21 2-1 15,1 0-2-15,0 2 0 16,0-2-1-16,0 1 1 15,1-1-1-15,-1 0 1 16,1-3-3-16,-2 1-1 0,0-1 0 16,0-1 0-16,0-1-2 15,0 0 10-15,0 0 18 16,0 0-17-16,0 0 2 16,0-4-4-16,0 0-2 15,0-1-5-15,0-1 1 0,2 1-1 16,4-2-3-16,1 1 0 15,2 1 0-15,1-1 2 16,2 2 1-16,-1 1 2 16,2 1-1-16,1 1 0 15,-1 1 3-15,-2 0-2 16,0 0 1-16,-1 6-2 0,-3-1 2 16,0 2-5-16,-3 2-3 15,0-2-6-15,1 0-12 16,-3 0-6-16,4-2-2 15,-1-1-16-15</inkml:trace>
  <inkml:trace contextRef="#ctx0" brushRef="#br0" timeOffset="133612.45">18435 7157 127 0,'0'0'17'0,"0"0"-9"0,0 0-5 0,0 0 1 0,0 0-2 16,0 0-4-16,10-27 0 16,-18 27-3-16,0 0 1 15,-2 0 1-15,-2 1 4 0,0 4-2 16,-3-1-2-16,2 2 2 16,2-1-3-16,2 1 5 15,3 0-1-15,1 0 0 16,4-1 0-16,1 0-1 15,0 0 0-15,3-1-1 16,4-1 6-16,2-2-1 0,2-1 1 16,0 0-1-16,2 0 0 15,-2 0-1-15,0-2 2 16,-1-1-1-16,0-3 2 16,-2 1 7-16,-2-2 0 15,0-1 3-15,-2-2-5 0,-1 0-2 16,-3-2-5-16,0-1-3 15,0 0-1-15,0-3-1 16,-3 2 2-16,-1 0-4 16,0-1-2-16,-2 0-2 15,2 0-8-15,-2 2 12 0,2 1-2 16,0 1 6-16,1 2 1 16,0 3-1-16,2 1 0 15,0 1-1-15,1 3 2 16,0 1-1-16,0 0-11 15,0 3 4-15,0 5 1 0,0 2 1 16,0 4 6-16,0 2-1 16,0 2 4-16,2 0 1 15,4 2 3-15,1 0 2 16,2 0-14-16,3-3-31 16,0-3-38-16</inkml:trace>
  <inkml:trace contextRef="#ctx0" brushRef="#br0" timeOffset="134135.12">18957 6991 104 0,'0'0'58'0,"0"0"-47"0,0 0-7 15,0 0-3-15,0 0 0 16,0 0-1-16,0 0-2 15,0 0-5-15,0 0 3 16,0 0 1-16,0 0 0 0,0 0 1 16,7 27 3-16,-4-11 2 15,-1 0 1-15,2 1 1 16,-2-1 1-16,0 1 0 16,3-4-2-16,-3 0-1 15,1-3-1-15,2 0 2 0,-3-5-2 16,3 1 1-16,-1-2-1 15,2-1 1-15,3-1 0 16,0-1 1-16,2-1-1 16,2 0-2-16,3 0 3 15,2 0-2-15,1 0-1 16,3-1 0-16,-1-1 0 0,2 1 0 16,-1-1-26-16,-1 0-36 15,0 0-54-15</inkml:trace>
  <inkml:trace contextRef="#ctx0" brushRef="#br0" timeOffset="134567.29">19417 7092 86 0,'0'0'6'16,"0"0"16"-16,0 0-2 15,0 0-10-15,0 0-9 0,0 0-1 16,-35-20-3-16,19 20 7 15,2 0-2-15,-2 0-1 16,2 3 0-16,1 2 1 16,1 2-1-16,5 2 0 0,-1-2 2 15,3 3-1-15,3-3 0 16,2 2 2-16,0-4-3 16,0 1 4-16,5-2-3 15,1-2 4-15,4-1 1 16,0-1-1-16,1 0 0 15,1 0-2-15,1-1-1 0,-1-5-2 16,-2 0 2-16,0-3-3 16,-3 0 1-16,1 1-1 15,-1 0 2-15,-4 1-1 16,2 0 7-16,-3 3 2 16,-2 1-6-16,1 2-1 0,0 1-3 15,-1 0-3-15,1 0-1 16,1 4 2-16,1 2 4 15,0 2 1-15,3-1-3 16,1 2-9-16,0-3-27 16,3-3-41-16</inkml:trace>
  <inkml:trace contextRef="#ctx0" brushRef="#br0" timeOffset="135114.65">19630 7068 95 0,'0'0'7'0,"0"0"13"0,0 0-1 0,0 0-6 16,0 0-8-16,0 0-4 15,0 0-6-15,0 0 5 16,0 0-1-16,-32-20-1 0,21 27 3 16,1 0 0-16,0 3 2 15,3 0-1-15,1 1 0 16,3-1-1-16,3 0 2 15,0 0-3-15,0-2 3 16,9-1 2-16,1-2 0 0,0-2 2 16,6-1-4-16,0-2 2 15,-1 0-3-15,2 0 2 16,1 0-1-16,-2-5-1 16,-2-1-1-16,0-1 2 15,-2-3-2-15,-2 0-1 16,-1 0 1-16,-2-3-2 0,-1 2 1 15,0-2-3-15,-4 2-1 16,0-1 0-16,-2 1-2 16,0 4 2-16,0-1 7 15,0 4 4-15,0 1 3 16,0 0-6-16,0 3-4 0,-2 0-1 16,2 0-2-16,-1 0-5 15,0 3-2-15,-1 4 3 16,1 1 2-16,-1 2 6 15,2 2 0-15,0-1 3 16,0 2 0-16,0-1 3 0,0-1 2 16,3 1-1-16,1-3-1 15,3 0-4-15,0-1-9 16,3-3-19-16,0-2-19 16,0-2-46-16</inkml:trace>
  <inkml:trace contextRef="#ctx0" brushRef="#br0" timeOffset="135392.54">19962 7014 106 0,'0'0'3'0,"0"0"-5"0,0 0-9 0,0 0 15 15,0 0-1-15,0 0-2 16,-32 25-2-16,20-16 4 15,1 1-2-15,1-3 6 0,1 2 5 16,3-3 2-16,0 1 0 16,4-1-3-16,1-2-4 15,1 2-3-15,2-3 2 16,8 2-1-16,3-1 1 16,5 1 2-16,2-2 0 15,2 3-13-15,2-4-37 0,0 0-44 16</inkml:trace>
  <inkml:trace contextRef="#ctx0" brushRef="#br0" timeOffset="135907.26">20262 7077 145 0,'0'0'14'15,"0"0"4"-15,0 0-18 16,0 0 0-16,-29-9 1 15,16 9-2-15,-1 5 2 0,0 1-3 16,2 1 2-16,2 0 2 16,2 1-1-16,2-1 0 15,4 0 2-15,2-1-3 16,0-1-1-16,4-2-7 16,6-2 10-16,2-1-1 0,0 0-1 15,2 0 3-15,1-4 0 16,1-3-3-16,-2 0 1 15,-2-2-1-15,-1-1 0 16,-2-3-1-16,-1 1 3 16,-3-1-2-16,-1-2 0 0,-2 0 0 15,0 1 0-15,-2 0 0 16,0-1 1-16,0 3-11 16,-5 1-4-16,1 1 9 15,-2 2 5-15,0 2 1 16,1 1 3-16,0 3-1 15,0 0-3-15,1 2-4 0,-1 0 4 16,0 2-1-16,2 5-1 16,-2 1 3-16,1 5 1 15,2 0-1-15,1 2 2 16,1 0-1-16,0 0 3 16,3 2 1-16,2-3 3 0,4-1 5 15,1 0-10-15,2-4-19 16,0-3-26-16,2-2-57 15</inkml:trace>
  <inkml:trace contextRef="#ctx0" brushRef="#br0" timeOffset="136252.68">20418 7028 138 0,'0'0'35'0,"0"0"-28"0,0 0-10 0,0 0 3 0,0 0 1 15,0 0-2-15,-31 27 0 16,26-17 2-16,5 2-1 16,0-2-1-16,0 0 1 15,0-2 1-15,7-1-1 0,2-2 0 16,1-2 3-16,2-2-3 16,1-1 0-16,2 0 5 15,-2 0-4-15,0-5 0 16,-1-3 1-16,-1-2 2 15,-2-1 8-15,-2-1 4 16,-3-1-3-16,-1 1-4 0,-3 1-4 16,0 1-4-16,0 1-2 15,-7 3-3-15,-2 3 3 16,-3 2-4-16,-1 1-2 16,-2 0-14-16,2 4-15 15,1 2-26-15</inkml:trace>
  <inkml:trace contextRef="#ctx0" brushRef="#br0" timeOffset="136835.96">20594 7017 129 0,'0'0'1'0,"0"0"2"15,0 0-3-15,0 0 0 16,0 0 1-16,0 0-5 16,0 0 1-16,0 0 3 15,0 0 1-15,-5 25-1 16,5-15 2-16,0-2 0 16,0-1 2-16,0-1-1 0,5-1-4 15,0-1 4-15,2-1 2 16,2-1-5-16,-1-2 2 15,0 0 0-15,0 0-2 16,0-1 1-16,-1-5 0 16,-2 2 0-16,0-2 1 0,-1-1 3 15,-1 1 0-15,1-1-5 16,-4 3 0-16,0 0 0 16,0 2 0-16,0 0 2 15,0 2-2-15,0 0-2 16,0 0-2-16,0 4 3 0,0 2 1 15,0 1 0-15,0 0 0 16,0-1 0-16,5-1-1 16,1 0 0-16,3 0 3 15,1-3 0-15,0 0-3 16,2-2 3-16,-1 0 0 0,2-2 12 16,-3-5 13-16,1-3-4 15,-2 0-12-15,-3-2-2 16,-1 0 1-16,-3 0-5 15,-2-1 1-15,0 3-4 16,0 1-3-16,-2 3-3 0,-3 1-7 16,-1 1-13-16,2 3-43 15,-2 0-45-15</inkml:trace>
  <inkml:trace contextRef="#ctx0" brushRef="#br0" timeOffset="136979.46">20844 7073 0 0,'0'0'19'0,"0"0"-18"0,0 0-13 16</inkml:trace>
  <inkml:trace contextRef="#ctx0" brushRef="#br0" timeOffset="137377.68">20844 7073 7 0,'0'0'34'16,"0"0"-11"-16,0 0-4 15,0 0-2-15,13-5-2 16,-16 2-2-16,0-2-5 0,3 2-5 16,-2-2-3-16,0 1 0 15,2 1 2-15,0 0-2 16,0 1-2-16,4 1-5 16,1 1 5-16,2 0 2 15,1 0 0-15,-3 1 3 0,1 4-2 16,0 2 0-16,-1 3 0 15,-1-1 1-15,0 0-2 16,-2 1 1-16,1 0-1 16,-1-3 1-16,-1-1 0 15,1-1 0-15,0-2-2 0,-2-3 1 16,0 0 0-16,1 0 8 16,1-3-4-16,0-4 5 15,3-1 1-15,0-2 1 16,2-1-3-16,2 1 4 15,1 0-7-15,0 0-8 0,1 2 11 16,0 1-4-16,1 2-3 16,-1 4 0-16,0 1-2 15,2 0 4-15,-1 3-3 16,0 5 2-16,-4 2 1 16,1 3-1-16,-1-2-35 0,-1-2-50 15</inkml:trace>
  <inkml:trace contextRef="#ctx0" brushRef="#br0" timeOffset="139298.56">21251 6842 97 0,'0'0'6'0,"0"0"3"0,0 0-5 0,0 0-5 0,0 0 1 0,0 0-1 16,-30 0 0-16,17 0 2 15,-2 0-1-15,-3 0-2 16,-3 2 2-16,-1-2 2 16,-5 0-1-16,-3 0-1 15,-4 0 6-15,-2 0 5 16,-5 0-2-16,-4 0-5 0,-3 0 1 16,-2 0-2-16,-3 0 1 15,0 0-2-15,-3 0 0 16,-1 0 2-16,0 0-2 15,-3 0-1-15,-2 0 3 16,-3-2-1-16,-4 1-2 0,-3-1 0 16,-1 0 1-16,-3 2 2 15,-1-2 0-15,-2 2-2 16,-1 0 0-16,-1 0 0 16,2 0 0-16,1 0-2 15,2 2 1-15,1 2-5 0,4-1 4 16,1-1-1-16,0 1 1 15,1-1 0-15,2 1 0 16,-2-1 0-16,2-1 0 16,-1 2 0-16,3 1 1 15,-1-1-1-15,0 0 1 0,-1-1-1 16,0 0 0-16,2 2 2 16,-3-2-2-16,3 0 1 15,-2 1-2-15,2-3 2 16,2 2-1-16,-2-1 0 15,-1 0-1-15,2 0 2 0,1 2-1 16,0-1-1-16,-1 1-1 16,1 0 4-16,2 1-2 15,-1-1 1-15,2 2-2 16,-2 0 2-16,2 0-1 16,3 0 0-16,3 0 0 15,2 3 0-15,2 0 0 0,3-1 0 16,-2 0 0-16,5 1-1 15,-1 0-1-15,3 0 2 16,2-1 0-16,3 1 0 16,-1-1-1-16,4 2 0 0,2 0 0 15,3 1 2-15,1 0 0 16,4 3-1-16,3 0 0 16,1 2 0-16,-1 2 1 15,2 1-1-15,2-1 2 16,1 2-1-16,0-1-2 15,3 0 2-15,2-1-1 0,2 1 0 16,3-1-1-16,0 2-1 16,4 0 1-16,2-1-1 15,0 0-2-15,0-1 0 16,1-1-2-16,4 1 2 16,2-2 4-16,2-1-2 0,1-1-1 15,1-2 2-15,2 0 0 16,3 0-1-16,-1-2 4 15,3-1-1-15,3-1 1 16,-1 0 3-16,5-3-1 16,3 1-1-16,3-2 0 0,2-1 1 15,4 1-2-15,-1-1 2 16,4 0 1-16,1 2-2 16,1 0 0-16,0 1-2 15,2 0-1-15,1 0 0 16,-3-2 1-16,3-2-1 0,2 0 2 15,2-1-2-15,0 0 0 16,2 0 1-16,1 0-2 16,4 0 2-16,-3-2-1 15,0-1 1-15,0-2-1 16,4 2-1-16,-1-2 1 16,3-1 1-16,0 0 0 0,3 1 1 15,2 0 1-15,2 0-1 16,-2 0-1-16,2 1 1 15,-2 0 0-15,3 0 0 16,0 1 0-16,2 0-1 0,0 0 0 16,3 0 1-16,1-1-2 15,-1-1 0-15,4 1 0 16,-2-2 1-16,2 0-1 16,1-1 0-16,0 1 0 15,1 1 2-15,-2-1-2 0,0 0 0 16,2 1 0-16,-1 1 1 15,-1-2-1-15,0 1 2 16,1-1-2-16,-3 1 1 16,-2 0-1-16,-2 0 0 15,3 0-1-15,-5 0 2 16,3 2-1-16,-2-1 1 0,1 2-1 16,-5-1 0-16,-2 2 0 15,-3-1 0-15,0 0 0 16,-4 1-1-16,2-1 1 15,-2 2 1-15,-1-2 0 16,-2 2 0-16,-1-1 0 16,-5-1-1-16,-2 2 1 0,-3 0 0 15,-5-2-1-15,1 1 0 16,-2-1 0-16,0 0 0 16,0-1-1-16,1 0 2 0,0 0-1 15,-2-1 1-15,-2-1 1 16,-4 1-4-16,-3-2-1 15,-4 0-2-15,-5-4-1 16,-3 0 3-16,-3 0 0 16,-1-2 2-16,-3-2 0 15,-2 0 2-15,-1-1 1 0,-3-2-1 16,0-2 0-16,-1-2-2 16,0-1 5-16,-6-2-1 15,-4-3-1-15,-5 1-2 16,-6-1-1-16,-8 2-2 15,-10 0-7-15,-11-1-37 0,-8-1-57 16</inkml:trace>
  <inkml:trace contextRef="#ctx0" brushRef="#br0" timeOffset="144810.73">21137 6883 69 0,'-3'0'3'0,"0"0"13"0,1-3-3 0,0 1-5 16,0 1-2-16,1-2-1 0,0 2-3 15,1 0-1-15,0 0-1 16,0 0 0-16,0 1-4 16,0 0-9-16,0 0 6 15,0 0 4-15,0 0 1 0,0 0 0 16,1 0 1-16,2 0 0 15,1 0 1-15,2-2-5 16,0-1-16-16,1 0-20 16</inkml:trace>
  <inkml:trace contextRef="#ctx0" brushRef="#br0" timeOffset="145089.18">21217 6847 36 0,'0'0'2'15,"0"0"0"-15,0 0 0 16,0 0 1-16,33 15-2 0,-26-13 0 16,1-1 1-16,0 2 1 15,0-1 2-15,-1 2 0 16,0 0-1-16,1 1 0 16,-1 2-1-16,1 0-1 15,0 1 0-15,1 0 3 16,0 2 0-16,1 2 0 0,0 1-2 15,1 2-1-15,-4 3 0 16,1 5-2-16,-3 4 0 16,-3 5 0-16,-2 5-2 15,0 1-5-15,-5 1-17 16</inkml:trace>
  <inkml:trace contextRef="#ctx0" brushRef="#br0" timeOffset="153588.5">21904 7134 52 0,'0'0'7'0,"0"0"0"0,0 0-2 0,0 0 5 15,0 0-1-15,0 0 2 16,0 0-1-16,0 0-4 0,0 0-1 16,0 0-3-16,0 0-1 15,0 0-1-15,0 0 1 16,0 0-1-16,0 0-1 15,0 0 1-15,0 2 0 16,0 0 1-16,0 0-1 16,0 1 0-16,0 0 0 0,0-2 0 15,0 1 0-15,0 0 0 16,0 1 1-16,0-2-2 16,0 1 1-16,0-1 1 15,1 0-2-15,0 1 1 16,0 0 0-16,1-1 1 0,-1 0 0 15,1 0-1-15,-2 0 0 16,0-1 0-16,1 1 0 16,-1-1 0-16,0 0 1 15,0 0-1-15,1 0-1 16,1 0 1-16,0 0 2 0,1 0 1 16,1 0-1-16,-1 0 0 15,2 0-1-15,-1 0 2 16,0-3 2-16,1-1 2 15,3 0 0-15,-2-2-2 0,3 1 1 16,1-3-1-16,2 1 1 16,1-1-2-16,0 1-2 15,1 0-1-15,1 1 0 16,-3-1 0-16,2-1 1 16,-1 2 0-16,1 1-1 15,-3 0 1-15,-1 1-2 16,0 0 1-16,-2 2-1 0,-2 0 0 15,0 2 0-15,-2 0 0 16,-1 0 0-16,-2 0-1 16,1 0-7-16,-2 4-17 15,0 0-8-15,-5 0 0 16</inkml:trace>
  <inkml:trace contextRef="#ctx0" brushRef="#br0" timeOffset="154550.44">21845 7168 39 0,'0'0'5'0,"0"0"0"0,0 0 0 0,0 0 0 16,0 0 2-16,0 0 6 16,0 0 4-16,0 0-6 15,0 0 3-15,0 0-5 16,0 0-5-16,0 0-3 0,0 0-1 15,0 0-2-15,1-10-2 16,-1 10 2-16,0 0 1 16,0 0 0-16,0 1 1 15,0 1 0-15,0 1 0 16,0 0 0-16,0 0 1 0,1-2-1 16,-1 2 0-16,1-1 0 15,1-1 0-15,-2 1 0 16,1-2 0-16,0 2 0 15,-1-1 0-15,1 1 0 16,0-2 0-16,-1 1 1 16,0-1-1-16,0 0 0 0,1 0 0 15,1 0 2-15,2 0-1 16,-1 0 1-16,1 0-2 16,2 0 1-16,2 0-1 15,-3 0-1-15,2 0 2 16,1-1-2-16,0-2 2 0,2 0-2 15,0-1 2 1,1 0 0-16,2-2 2 0,1-1 1 16,2-1 2-16,1-3-1 15,2 2 2-15,2-4 0 16,-1 2 5-16,1-1-6 0,-1 2-4 16,-2 1-1-16,-1 2-1 15,-2 0 1-15,-2 4-1 16,-1 1 0-16,-3 2-2 15,-1 0-11-15,-3 0-16 16,-1 4-28-16</inkml:trace>
  <inkml:trace contextRef="#ctx0" brushRef="#br0" timeOffset="157682.74">22256 5622 88 0,'0'0'18'0,"0"0"-11"0,0 0 2 0,0 0-5 16,0 0-3-16,0 0 0 15,0 0 0-15,-32-9-1 0,23 13 0 16,-1 2-5-16,0 2 10 15,0 2-2-15,-1 0-1 16,2 2 0-16,1 0 0 16,3-1-1-16,1 2 0 15,3-3 1-15,1-2 2 16,0-1 0-16,7-2 3 0,3-3-2 16,1-1 4-16,3-1 2 15,4 0-2-15,1-3-2 16,2-4-4-16,2-1-2 15,1 0-1-15,-2-4-4 16,-1 1-40-16,-6-4-77 0</inkml:trace>
  <inkml:trace contextRef="#ctx0" brushRef="#br0" timeOffset="158109.93">22233 5387 61 0,'0'0'24'0,"0"0"-10"0,0 0-14 0,0 0 1 16,0 0-1-16,0 0 1 15,0 0 1-15,0 33 2 16,0-17-1-16,0 1-1 0,2 0 0 16,0 0-2-1,3 0 1-15,-1 0 1 0,1-2 1 16,1-2 1-16,1 0 1 15,-3 0 1-15,2-1-3 16,-1-1 1-16,1-1 2 16,-2-1 0-16,2 2 0 0,-2-1 1 15,3 0 4-15,-4 3 0 16,4-3-23-16,-1-3-48 16</inkml:trace>
  <inkml:trace contextRef="#ctx0" brushRef="#br0" timeOffset="158736.06">22530 5613 10 0,'0'0'38'0,"0"0"-8"15,0 0-9-15,0 0-1 16,0 0-5-16,0 0-2 16,0 0-5-16,0 0 0 0,0 0-5 15,-10-24-1-15,9 22 1 16,-2 0-1-16,2 2 2 16,-2-1 4-16,-2 1-2 15,0 0-2-15,-2 0-4 16,-1 0-2-16,-2 3 1 0,1 4 2 15,-1-1-5-15,2 2 6 16,-2 1-1-16,4 0-1 16,2 0 1-16,3-1-1 15,0-1 0-15,1-1 0 16,0-2 0-16,2 0-1 0,5-3 4 16,-2-1 0-16,3 0-2 15,2 0 1-15,-3 0 1 16,1 0-2-16,1-4 0 15,-1-1 1-15,0-1-2 16,-2-1 1-16,2-1-1 16,-3 0 1-16,1-1 0 0,-2 1-1 15,-1 2 1-15,-1 0-1 16,-2 2 1-16,0 2 0 16,0-1 1-16,0 1 4 15,0 2-1-15,0 0-3 0,0 0-3 16,0 0 1-16,2 0 0 15,1 2-1-15,1 2 0 16,1-2 0-16,1 1 1 16,2-1 0-16,-1 1 0 15,3-1 0-15,-1-2-1 0,2 1-7 16,1-1-25-16,-2 0-56 16</inkml:trace>
  <inkml:trace contextRef="#ctx0" brushRef="#br0" timeOffset="159233.53">22634 5346 81 0,'0'0'5'0,"0"0"9"0,0 0-1 0,0 0 3 16,0 0-4-16,0 0-2 16,0 0-1-16,0 0-9 15,0 0-5-15,0 0 2 16,0 0 1-16,-4-2 0 0,8 14 0 15,0-1 4-15,1 2 0 16,0-1 0-16,0 1 0 16,0 0 1-16,1-3-1 15,0 2 2-15,0 1 0 16,-1-3 1-16,2 2 1 16,-1-2 0-16,0-1 0 15,0 0 3-15,0-1-4 0,0-1 0 16,-3-1-2-16,1-1-1 15,-1 0 0-15,-1-3 0 16,0 1 2-16,-2 0-2 16,1-1 0-16,0 1-4 0,-1-1-5 15,0-2-12-15,0 2-4 16,0-1-16-16,-2-1-20 16</inkml:trace>
  <inkml:trace contextRef="#ctx0" brushRef="#br0" timeOffset="159470.84">22656 5525 140 0,'0'0'8'0,"0"0"7"0,0 0-2 0,0 0-2 16,0 0-2-16,0 0-4 15,0 0-1-15,0 0-4 16,0 0 3-16,26-23-2 0,-15 22-1 16,2 1 0-16,0-1-11 15,1-1-33-15,-3 0-37 16</inkml:trace>
  <inkml:trace contextRef="#ctx0" brushRef="#br0" timeOffset="160024.62">22816 5435 90 0,'0'0'18'0,"0"0"-6"16,0 0 2-16,0 0-2 15,0 0-5-15,0 0-5 16,0 0-3-16,0 0 0 15,27-9 0-15,-20 9 2 16,0 0 3-16,-1 1-3 0,0 4 0 16,1-1-1-16,0 0 1 15,0 3 0-15,1-1-1 16,-1 1 1-16,-1 0 2 16,-1 1-3-16,-1-2 1 15,0 1 0-15,-3-1-1 0,0 0 1 16,-1 0-2-16,0-1 4 15,0-1-5-15,-5 0 6 16,-1 1-5-16,-1-3 7 16,1 0-3-16,-1-1 0 15,0-1 0-15,2 0-2 0,0 0 1 16,1 0 0-16,0 0-2 16,0-3 1-16,1 1-1 15,1-1 0-15,-1 1-1 16,2-1 0-16,0 1 0 15,1-1-2-15,0 2 2 16,0 0 3-16,3 0-3 0,2 0 0 16,3 1 2-16,-1-1-1 15,2 1 0-15,2 0 1 16,-1 0-1-16,0 0 1 16,2 0 0-16,-2 3-2 15,0-1 1-15,1 0 1 0,-2-2-18 16,1 0-29-16</inkml:trace>
  <inkml:trace contextRef="#ctx0" brushRef="#br0" timeOffset="160500.65">22947 5221 26 0,'0'0'74'0,"0"0"-51"0,0 0-18 0,0 0-8 0,0 0-5 15,0 0 2-15,0 0 6 16,0 0 2-16,0 0 0 16,0 0 0-16,0 0 0 15,0 0-1-15,17 19 1 16,-15-16 0-16,0 1 0 0,-1 0-2 16,1-2-20-16,-2 0-33 15</inkml:trace>
  <inkml:trace contextRef="#ctx0" brushRef="#br0" timeOffset="160714.65">23012 5219 103 0,'0'0'17'15,"0"0"13"-15,0 0-2 0,0 0-7 16,0 0-6-16,0 0-7 15,0 0-12-15,0 0-5 16,7-4 9-16,-4 9 3 16,1 3-3-16,-1-1-16 15,-2 0-35-15,0-4-24 16</inkml:trace>
  <inkml:trace contextRef="#ctx0" brushRef="#br0" timeOffset="161219.85">21864 5425 70 0,'0'0'18'0,"0"0"-15"0,0 0 0 0,0 0-1 16,0 0 1-16,0 0-3 16,0 0 1-16,0 0 0 15,0 0 0-15,18 28-11 0,-17-25-31 16</inkml:trace>
  <inkml:trace contextRef="#ctx0" brushRef="#br0" timeOffset="161348">21864 5425 141 0,'18'13'14'0,"-20"-14"16"16,2 1-17-16,0 0-19 15,0 0 3-15,2 3-16 16,0-1-62-16</inkml:trace>
  <inkml:trace contextRef="#ctx0" brushRef="#br0" timeOffset="161925.13">21648 5456 86 0,'0'0'3'15,"0"0"-2"-15,0 0 0 16,30-12 0-16,-15 6-1 15,3 0 0-15,1-1 2 16,4-1 3-16,2-1 5 0,-1 0 2 16,5 1-1-16,1-1 2 15,4-1-6-15,0 0-2 16,4 0-1-16,3-1-2 16,1 1 1-16,3-3 3 15,2 3 2-15,0-3 3 0,4 1 1 16,1 0-2-16,0 0-4 15,3 1-1-15,3 0-3 16,-1-1-1-16,1 0 0 16,0 1-1-16,-3 0 0 15,-1-1 0-15,-1 0 1 0,1 1 1 16,-2-1-4-16,-2 2 4 16,1 0-2-16,-5 2 0 15,-3 2 0-15,-7 4 0 16,-6 0 0-16,-6 2 0 15,-8 0 0-15,-10 2-23 16,-6 2-49-16</inkml:trace>
  <inkml:trace contextRef="#ctx0" brushRef="#br0" timeOffset="162764.51">21685 5450 39 0,'0'0'12'0,"0"0"14"0,0 0-21 0,0 0-13 16,0 0 15-16,0 0-3 0,0 0-3 16,8 27 1-16,-2-17 0 15,2 2-1-15,-2 2 0 16,1 2 1-16,0 2-1 15,-1 4 0-15,-1 1 0 16,0 0 1-16,0 2 0 16,0 0-2-16,0-2 2 0,1 0 1 15,1-2-2-15,2-1 1 16,0-1 0-16,0-1 0 16,1 1 1-16,2-1 4 15,0 0-1-15,1 1 0 16,-1 0-1-16,2 1 1 15,0-3 1-15,-3-1-2 0,0-1-4 16,0-2-2-16,-2-3 2 16,0-1 1-16,-1-2-1 15,0-1-1-15,1-3 0 16,-2-1 1-16,3-1 1 0,1-1-2 16,1 0 3-16,3 0-1 15,0-6-1-15,1 3 0 16,1-3-2-16,1 1 2 15,0-1-2-15,1 1 1 16,2 0 2-16,-1 0 0 0,1-3-2 16,3 2 1-16,1-1-1 15,2 0 1-15,1-1 0 16,3-1-2-16,4 1 3 16,2-3-4-16,3 1 2 15,0-2 1-15,2 2 4 16,2-2-1-16,3 0 0 0,-1 0-3 15,2 1 0-15,-1-1-1 16,1 0 2-16,-1-1-2 16,1 0 0-16,1 0 0 15,0-1 1-15,1 0-1 16,0 0 0-16,-1-2 3 0,-1 2 2 16,-2 0-3-16,-5 0-2 15,-3 1-7-15,-7 0-50 16</inkml:trace>
  <inkml:trace contextRef="#ctx0" brushRef="#br0" timeOffset="163826.68">23190 5129 11 0,'0'6'16'0,"0"1"-2"0,4 0-6 0,1 1-1 15,1 1-3-15,1-1-1 16,0 2-2-16,1 0 1 15,2 1-1-15,-2-1 1 16,1 0 1-16,0 3 0 16,0-1 0-16,0 1 0 0,-1 1-2 15,1 1 0-15,-2 2-1 16,-1-2 1-16,0 2 0 16,0 1 1-16,-1 0 0 15,0 0 0-15,2 0 1 16,-2-1-2-16,0 1 0 15,0-3 0-15,1 0 1 0,-3-2-2 16,0-1 1-16,0-1 0 16,-1-1-1-16,0 0 2 15,0-2-1-15,1 0 1 16,0 1-2-16,-1-3 1 0,1 1 0 16,-1-2 0-16,1 0 0 15,0 0 0-15,1 0 1 16,-2-2 0-16,-1 2 0 15,2 0 0-15,-2-1-2 16,0 0 2-16,1 1 0 0,-2 1-1 16,0 0 1-16,0-1-1 15,0 1 2-15,0 1-3 16,0-2 2-16,0 0-1 16,0 2-1-16,0-3 1 15,0 1-1-15,-4-1 0 0,3 0 1 16,-2-1-2-16,-3 1 0 15,-1-1 5-15,-3 1-1 16,-3 1 2-16,-5 0-4 16,-8 1 0-16,-3-2-21 15</inkml:trace>
  <inkml:trace contextRef="#ctx0" brushRef="#br0" timeOffset="175249.37">22719 6034 22 0,'-1'-1'0'0,"-1"-1"-1"0,1 1-3 0,-1 0 0 15,2-1 4-15,-1 1 1 16,1 0 2-16,0-1 14 16,0 2-2-16,0-1-7 15,0-1-5-15,0 2-4 0,0-2 1 16,0 0 0-16,0 1 2 15,0 1-2-15,0-2 2 16,0 2 1-16,0-1 5 16,0 1 3-16,0-1-1 0,0 1-5 15,0 0-1-15,1 0-4 16,2 0 0-16,0-2 2 16,1 1-5-16,1-1 3 15,-1 1 1-15,2-1-1 16,-2 1 3-16,2 0 0 0,-2-1 4 15,-1 1 0 1,1-1 3-16,-1 1-3 0,0 0 1 16,0 0 0-16,-1 0 6 15,1 0-7-15,0 1-1 16,2 0-4-16,-1 0 0 16,2 0-1-16,0 0 0 0,1 0 0 15,1 1-1-15,1 2 0 16,1 3 0-16,-2-1 0 15,2 2-1-15,-2 0 0 16,2 0-1-16,-2 2 1 16,2-1 1-16,0 0 1 0,-1 1-1 15,-1-1 1-15,1 1 0 16,0 2-1-16,1-1 0 16,-2 1 0-16,1 1-1 15,1 1 1-15,0 1 1 16,-1 2-1-16,-2 0 1 15,2 1-1-15,-1 2 0 16,-1 1 1-16,-1 0-2 0,0 0 1 16,-2 0 1-16,2 0 1 15,-3 0-3-15,0 0 2 16,1-1 1-16,-2 0-4 0,1 1 2 16,-3-1 2-16,3 1-1 15,-2-2 1-15,-1 2-2 16,1-2 2-16,-1 2 1 15,0-2-1-15,0 0 1 16,0-1 0-16,0-2 1 16,0 0-2-16,-1-2 2 15,-1 0-2-15,0-2-1 0,0 1 0 16,0-2 1-16,0 1 0 16,-1-2 0-16,1-1-2 15,-1 0 1-15,2-1 2 0,-1 1-1 16,0-3-1-16,0 2 0 15,2-2 0-15,-1-1-1 16,1-1 2-16,0 0-1 16,0 0 0-16,0-1 0 15,0-1 1-15,0 4-1 16,0-3 2-16,0 3-1 0,-2 0-8 16,-1-2-36-16,-2 0-28 15</inkml:trace>
  <inkml:trace contextRef="#ctx0" brushRef="#br0" timeOffset="176575.42">22914 6728 11 0,'0'0'37'0,"1"0"-15"0,-1 0-9 0,0 0-2 0,1 0-2 15,-1 0-6-15,0 0-2 16,2 0 0-16,-1 0-1 16,-1 0 0-16,0 0 0 0,0 0 1 15,0 0-1-15,0 0 1 16,0 0 0-16,1 0 1 15,-1 0-2-15,1 0 1 16,-1 0-1-16,2 0 1 16,-1 0-2-16,0 0 1 15,0 0 0-15,0 0 0 0,0 0 0 16,1 0 0-16,-2 0 0 16,2 1-1-16,-2 1 2 15,2-1 1-15,-2 0 1 16,0 1-2-16,1-1 0 0,0 1 0 15,0 0 0-15,-1-1 0 16,2 2 0-16,-1-1 0 16,0 0-1-16,0 1 0 15,1-1 1-15,-2 0-1 16,1-1 1-16,1 2-1 0,-2-1 0 16,1 0 1-16,1 0-1 15,-2 1 1-15,2-2 1 16,0 1-1-16,0 1 0 15,-1-1 1-15,0 1-2 16,2-1 2-16,-3 0-1 0,3 1 0 16,-2 0 0-16,1-1 2 15,-1 1-3-15,0-1 1 16,1 1 0-16,-2 0-1 16,2-1 1-16,-1 0 0 15,1 0 0-15,-1-1-1 0,0 2 1 16,-1-2-1-16,2 0 1 15,-2 1-1 1,1-1 1-16,-1-1 0 0,0 2-1 16,0-2 1-16,2 0-1 15,-2 1 0-15,2 0 0 16,-1-1 1-16,0 0 1 0,-1 1-2 16,1 1 0-16,-1-2 0 15,0 0 0-15,1 0 1 16,-1 2-1-16,1-2 0 15,-1 0 1-15,1 0-1 16,0 1 0-16,0-1 0 0,2 0 0 16,-2 0 0-16,1 0 6 15,-1 0-5-15,2 0 3 16,1-3-2-16,1-1-1 16,3-2 2-16,-1 0 1 15,4-2 4-15,0-1-1 0,2-1 0 16,3-3 0-16,1-1 5 15,4 0-5-15,1-3-1 16,3 1-5-16,3-1-1 16,0 1-4-16,0-2-42 15</inkml:trace>
  <inkml:trace contextRef="#ctx0" brushRef="#br0" timeOffset="177669.58">22392 7045 36 0,'-3'0'11'0,"2"0"-7"0,-2 0-2 0,-1 0-1 15,1 0 1-15,1 0-1 0,0 0 4 16,-1 0 5-16,2 0 5 15,0 0 1-15,0 0-3 16,1 0-4-16,0 0-7 16,0 0-5-16,0 0 3 15,5 0 0-15,0 0 2 0,5 0 6 16,1 0-6-16,1 0-1 16,5 0 0-16,2 0 0 15,5-1 1-15,2-1-1 16,6 0 5-16,3-1-1 15,6-2-1-15,4 0-1 16,4-1 2-16,4-1 0 0,4 2 1 16,3-2 2-16,5 2-2 15,3-1 0-15,1 2-3 16,4-1-1-16,-2 2 0 16,-1 1-1-16,-6 1-1 0,-2-1 2 15,-2 1 1-15,-8-1 1 16,-6 2-3-16,-6 0-24 15,-9 0-22-15,-9 0-79 16</inkml:trace>
  <inkml:trace contextRef="#ctx0" brushRef="#br0" timeOffset="178701.14">22337 7040 27 0,'0'0'11'0,"0"0"-11"0,0 0 1 0,0 0 0 0,-7 36 1 16,7-25 2-16,0 3 4 16,0 1 0-16,0 2 0 15,0 1-2-15,0 4 1 16,0 1-2-16,-1 3 4 16,-2 2-3-16,-1 2-1 15,0 1-1-15,2-3-1 0,-2 2 1 16,1-2-1-16,3 0 1 15,-1-1 3-15,1-1-2 16,0 0-1-16,0-2 1 16,1-1-3-16,6-2 2 15,0-1 0-15,2-5-2 16,3-1 2-16,2-3-1 0,4-4-3 16,4-1 5-16,2-4-1 15,6-2-1-15,2 0 1 16,6 0-3-16,2-2 1 15,3-1-1-15,3-1 1 0,2 1 0 16,1 1 4-16,3 0-1 16,0 1 0-16,2 1 1 15,4 0-5-15,1-2 2 16,5 1 0-16,0-2 1 16,0 0-1-16,-1-1 3 0,-1 0 1 15,-1-2-1-15,-1 1 4 16,-5 0-3-16,3-2-3 15,-2 1-1-15,-2-1-3 16,-4 2 1-16,-3-3 0 16,-5 2 0-16,-7-3-1 0,-4 1 2 15,-4-3-1 1,-7-1-1-16,-5-2 1 0,-2-2 0 16,-3-2 0-16,-3-2 2 15,-1-5 4-15,-4-3-2 16,-2 0-1-16,0-2-2 0,-1 0 1 15,-8 1-6-15,-3-1 1 16,-5 5-4-16,-3 4-20 16,-9 3-28-16,-6 3-66 15</inkml:trace>
  <inkml:trace contextRef="#ctx0" brushRef="#br0" timeOffset="179153.08">22893 7362 136 0,'0'0'-6'0,"0"0"10"0,0 0-1 0,0 0 5 15,4-32 4-15,-12 28-4 0,0 0 5 16,-4 3-6-16,0-1 6 16,-2 2 0-16,-2 0-5 15,1 2-4-15,0 6-1 16,2 2-2-16,1 5 0 15,2-1 2-15,4 2-3 16,4-3 1-16,2 2-1 16,0-5-3-16,8-2-2 0,4-3 7 15,4-3-2-15,0-2 3 16,3 0-1-16,3-4-5 16,0-5-10-16,1-2 0 15,-4-3-7-15,-2-2-16 16,-1-3-9-16,-5-1-30 0</inkml:trace>
  <inkml:trace contextRef="#ctx0" brushRef="#br0" timeOffset="179366.06">22904 7189 100 0,'0'0'10'16,"0"0"20"-16,0 0-8 15,-32-2-13-15,28 5-8 16,2 6-1-16,1 1 0 15,0 3 0-15,1 4 1 0,0 2 1 16,0 3-1-16,4 0 1 16,0 2 2-16,0-1 1 15,2 0 1-15,0-2-7 16,3-2-21-16,-1-6-25 16,1-3-16-16</inkml:trace>
  <inkml:trace contextRef="#ctx0" brushRef="#br0" timeOffset="179735.18">23058 7354 193 0,'0'0'5'0,"0"0"1"16,0 0 0-16,0 0-6 16,0 0 8-16,0 0-9 15,0 0-2-15,-35-23 2 16,22 26-3-16,2 4 5 15,0 3-2-15,2 0 1 0,1 0 0 16,4 0 0-16,2-2 2 16,2 0-2-16,0-1 0 15,6-4-3-15,3 0 4 16,1-3-2-16,2 0 1 16,1-1 3-16,-1-6-3 0,1 0 1 15,-1-1-1-15,-2 0-1 16,-2 1 3-16,0 2 6 15,-3 2 3-15,0 2-1 16,-1 1-5-16,-1 0-5 16,3 0 1-16,-2 3 1 0,1 0-9 15,0 2-18-15,0 0-3 16,-2-4-10-16,0 0-20 16</inkml:trace>
  <inkml:trace contextRef="#ctx0" brushRef="#br0" timeOffset="179997.52">23143 7238 163 0,'0'0'22'16,"0"0"4"-16,0 0-18 15,0 0-10-15,0 0-4 16,0 0 5-16,0 0 2 15,0 0 1-15,3 32 0 16,2-17 1-16,0 2 1 16,0 0 0-16,-2 1 1 0,0-1-2 15,-2-2-5-15,-1 1-11 16,0-4-13-16,0 1-2 16,-5-5-23-16,-2-2-28 15</inkml:trace>
  <inkml:trace contextRef="#ctx0" brushRef="#br0" timeOffset="180162.76">23082 7384 231 0,'0'0'17'0,"0"0"-3"0,0 0-14 16,0 0 2-16,0 0 1 15,32-21 2-15,-15 19-1 16,0-1-11-16,0 0-31 15,-1 0-55-15</inkml:trace>
  <inkml:trace contextRef="#ctx0" brushRef="#br0" timeOffset="180552.8">23281 7287 199 0,'0'0'6'0,"0"0"1"15,0 0-2-15,0 0-3 16,29-14 0-16,-21 14-1 16,-1 0-1-16,0 0-1 15,0 7 1-15,1 0 1 16,-4 4-4-16,2 1-6 0,-2 2-5 16,-1 0 0-16,-2 0 2 15,-1-2-4-15,0-2 6 16,0-1 6-16,0-3 3 15,-4-3 2-15,-3-2 4 16,0-1-3-16,-3 0 0 0,0 0-2 16,-1-1 0-16,3-4 0 15,0 0 0-15,3-1 2 16,1 1 9-16,3 1 3 16,1 1 5-16,1 1-6 15,7 1-5-15,2 1-2 0,4 0 1 16,4 0-1-16,3 4 0 15,5 2-2-15,-2-2-6 16,1-2-103-16</inkml:trace>
</inkml:ink>
</file>

<file path=ppt/ink/ink1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4-26T05:38:03.032"/>
    </inkml:context>
    <inkml:brush xml:id="br0">
      <inkml:brushProperty name="width" value="0.05292" units="cm"/>
      <inkml:brushProperty name="height" value="0.05292" units="cm"/>
      <inkml:brushProperty name="color" value="#FF0000"/>
    </inkml:brush>
  </inkml:definitions>
  <inkml:trace contextRef="#ctx0" brushRef="#br0">593 3467 179 0,'0'0'-2'0,"0"0"0"0,0 0-5 16,39-7 10-16,-26 0-2 15,2 0 1-15,3-4 1 0,2-6 4 16,6-6 1-16,3-5 0 16,7-10-2-16,11-7-1 15,8-7-2-15,12-6 0 16,8-5-3-16,7-3 0 15,8-5 1-15,3 0-2 0,4 0-61 16</inkml:trace>
  <inkml:trace contextRef="#ctx0" brushRef="#br0" timeOffset="898.33">556 7263 134 0,'0'0'7'0,"0"0"-1"0,0 0 4 0,0 0-2 16,0 0-6-16,0 0 1 16,0 0-3-16,0 0 0 15,0 0-2-15,0 0 2 16,0 0-1-16,0 0 2 15,49-28-4-15,-21 3 1 0,11-11 2 16,11-9 5-16,10-12-3 16,14-7-5-1,3-8-37-15,4-4-67 0</inkml:trace>
  <inkml:trace contextRef="#ctx0" brushRef="#br0" timeOffset="3820.99">664 11095 21 0,'-4'0'76'0,"2"0"-74"0,-1 0 6 16,3 0 1-16,-2-1 1 0,2 1-4 15,0 0-4-15,0 0 0 16,-1 0-2-16,1 0-1 0,0 0-1 16,0 0-3-16,0 0 3 15,0 5 2-15,0 0 0 16,5 2 0-16,-2-2-1 15,4 0 1-15,0-1 0 16,0-4 0-16,2 0 0 0,-1-3-1 16,6-9 9-16,4-8 2 15,8-8 1-15,4-7-3 16,10-6-3-16,8-7-1 16,6-1-2-16,5-6 0 15,0-3-1-15,0-2-48 0</inkml:trace>
</inkml:ink>
</file>

<file path=ppt/ink/ink1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4-26T05:40:44.485"/>
    </inkml:context>
    <inkml:brush xml:id="br0">
      <inkml:brushProperty name="width" value="0.05292" units="cm"/>
      <inkml:brushProperty name="height" value="0.05292" units="cm"/>
      <inkml:brushProperty name="color" value="#FF0000"/>
    </inkml:brush>
  </inkml:definitions>
  <inkml:trace contextRef="#ctx0" brushRef="#br0">10694 3907 113 0,'0'0'25'0,"0"0"-11"0,0 0-4 0,0 0-24 0,0 0 13 15,0 0 0-15,0 0 1 16,32 5 1-16,-19-2-1 16,4-2 1-16,0 2 0 15,1-1-1-15,3 0 1 0,2-1-2 16,4 2 1-16,1-1-2 16,6-1 1-16,0-1 0 15,4 2-2-15,4-2 1 16,2 0 1-16,4 0 1 15,4 2 0-15,2-1 1 0,7 1-2 16,4 0 3-16,4-1-2 16,2 0 4-16,5 1-3 15,5-2 0-15,3 0 2 16,5 0-2-16,3 0 1 16,3 0-1-16,5-3 0 15,1-2 2-15,3 2-2 0,0 0 0 16,1-1-1-16,0 3 0 15,3-1 0-15,1 2 0 16,5 0 0-16,-2 0 0 16,4 0 1-16,4 0-1 0,1 0 0 15,2 0 0-15,2 0 1 16,5 0-1-16,2 0 1 16,3-3 1-16,0-1 0 15,4-2 3-15,0 1-1 0,2 0 0 16,0 0 1-16,5 0-2 15,2 0 0-15,0 0 1 16,1-2-1-16,2 1-2 16,3 1 0-16,-3-1 0 15,3 2 1-15,3-1-1 0,0 2 3 16,2-2-1-16,1 3 0 16,3 0 0-16,0-1-1 15,0 1 2-15,2 0-1 16,-2 1 0-16,-1-2 2 15,-2 3-1-15,-2-2 1 16,-6-1-3-16,0 0 3 0,-2 3-3 16,-4-2 0-16,-7-1 0 15,-2 1 0-15,-6 1-1 16,-3 0 2-16,-11 1-1 16,-5 0-1-16,-7 0 1 15,-10 1-2-15,-13 2-26 0,-12-3-128 16</inkml:trace>
  <inkml:trace contextRef="#ctx0" brushRef="#br0" timeOffset="4346.74">12439 12251 78 0,'-1'0'8'0,"-2"0"0"0,3 0-5 15,-2 0-1-15,1-1-14 16,0-2 1-16,-1 1 11 15,1-2 7-15,-4 1 16 0,3-2 5 16,-3 2-9-16,-1-1-7 16,3 1-3-16,-1 2 4 15,1-1 8-15,0 0 0 16,2 2 0-16,-1 0 8 16,1 0-4-16,0 0-16 0,1 0-7 15,0 4-4-15,0 6 2 16,0 4 2-16,0 4-1 15,0 4-1-15,1 4 1 16,2 1-1-16,-3 2 1 16,0 0 1-16,0-1-2 15,0-2 1-15,-2-1-1 0,-1-4 0 16,1-4-17-16,-4-4-36 16,3-8-60-16</inkml:trace>
  <inkml:trace contextRef="#ctx0" brushRef="#br0" timeOffset="4745.18">12366 12202 123 0,'0'0'35'0,"0"0"-34"15,0 0-1-15,39-12 0 16,-23 12 1-16,-2 0-1 16,2 2 2-16,1 6 1 0,-1 2-2 15,1 2 5-15,-1 2 5 16,2 3-8-16,-4 3 1 16,2 0 8-16,-5 1 5 15,1 2-11-15,-3-1-3 16,-3-1 4-16,-2 0 9 0,-3 1-9 15,-1 1-1-15,-1-1-1 16,-9 1-2-16,-4-2 2 16,-3 2 2-16,-3-3 2 15,-2 0 1-15,1-2-3 16,-3-3 6-16,4-3-10 0,2-2 1 16,1-4-4-16,5-3 0 15,3-3-17-15,5-8-90 16</inkml:trace>
  <inkml:trace contextRef="#ctx0" brushRef="#br0" timeOffset="5222.75">12666 12505 87 0,'0'0'5'0,"0"0"14"0,0 0 6 0,27 6 2 0,-17-6-3 16,0 0-8-16,3-3-5 15,0-1-6-15,0-4 3 16,0-2 0-16,0-2-2 15,0 1 3-15,-1-4-2 0,-4 2 0 16,-2-1-4-16,-2 1-1 16,-2 2 0-16,-2 2 2 15,0 0 0-15,-3 2 5 16,-4 4-2-16,-2 1 0 16,1 2-4-16,-2 0-4 15,0 8 3-15,2 3 1 0,-1 2-2 16,2 4-1-16,3-1 0 15,0 0 1-15,3 1 0 16,1-1 0-16,0-2 1 16,0-3-1-16,5 0-2 15,2-1 2-15,2-2-2 0,2-3-2 16,2-1-17-16,0-3-46 16,0-1-98-16</inkml:trace>
  <inkml:trace contextRef="#ctx0" brushRef="#br0" timeOffset="5599.7">12931 12476 100 0,'0'0'91'16,"0"0"-89"-16,0 0-2 15,0 0-4-15,0 0 1 16,0 0-1-16,0 0 14 15,0 0 17-15,0 0-3 16,34 1-12-16,-23-12-3 0,-1-1-8 16,0-2 3-16,-4 1-4 15,-1 2 1-15,-2 0 0 16,-3 3-1-16,0 3 4 16,0 1 0-16,-3 4-2 15,-4 0 5-15,-1 4-6 16,0 6 4-16,1 3-4 0,-1 1 1 15,4 1-2-15,3 1 1 16,1-2-1-16,0-1 3 16,1-2-1-16,8-2-2 15,0-1-2-15,2-2 4 16,2-2 1-16,1-3-20 0,1-1-45 16,1-1-52-16</inkml:trace>
  <inkml:trace contextRef="#ctx0" brushRef="#br0" timeOffset="5834.6">13209 12360 285 0,'0'0'20'16,"0"0"-7"-16,0 0-15 16,0 0 3-16,0 0-2 15,-7 32 1-15,4-14 1 0,0 2 0 16,2 3-1-16,1 0 1 15,0 0 0-15,0 3-1 16,0-2 1-16,0 0 0 16,0-1-2-16,0-3-7 15,2-2 0-15,1-4-38 0,0-6-21 16,0-6-61-16</inkml:trace>
  <inkml:trace contextRef="#ctx0" brushRef="#br0" timeOffset="6104.77">13215 12411 225 0,'0'0'9'16,"0"0"-8"-16,0-28-1 16,4 20 2-16,3 3-1 0,2 0-2 15,1 2 1-15,-1 3-1 16,1 0 1-16,0 0-1 15,-3 9-2-15,0 2 2 16,-1 1-2-16,-3 2-2 16,-2 3 4-16,-1-2 2 15,0 0-3-15,-5-1 2 0,-4-1 1 16,-1-1 3-16,0-2-2 16,-2-5-20-16,-1-2-85 15</inkml:trace>
  <inkml:trace contextRef="#ctx0" brushRef="#br0" timeOffset="6602.05">13607 12114 39 0,'0'0'135'0,"0"0"-130"16,0 0 16-16,0 0-8 15,0 0-5-15,0 0-4 16,0 0-12-16,0 0 8 16,0 0-1-16,3 16 3 15,1 0 1-15,-1 3-2 16,1 1-1-16,1 3 1 15,-2-1 1-15,1 3-1 16,-1-1 0-16,0 1 0 0,-1-1 0 16,-2 0 1-16,0-2-2 15,0-2-2-15,0-3 2 16,0-2 2-16,0-5-1 16,0 0 2-16,0-5-1 0,0 1-1 15,0-3 3-15,4-2-2 16,-1 1 2-16,1-1 2 15,2-1 4-15,-1 0 6 16,3 0-4-16,1 0-3 0,3 0-4 16,-1-1-1-16,4-2-3 15,1 0-1-15,2 1 1 16,-1 0-2-16,-1-1-19 16,1-1-46-16,-3-1-64 15</inkml:trace>
  <inkml:trace contextRef="#ctx0" brushRef="#br0" timeOffset="7007.34">13904 12413 195 0,'0'0'13'0,"0"0"-23"0,0 0 1 16,0 0 11-16,0 0 2 15,0 0 4-15,0 0 5 0,0 0-1 16,34-31 0-16,-27 22 0 16,-4-1-6-16,4-1-3 15,-6 1-2-15,1-1 1 16,-2 1-2-16,0 2 0 16,-2 0 1-16,-4 2 4 0,1 3 11 15,-4 1 3-15,1 2-14 16,1 0-5-16,-1 0 3 15,-2 10-3-15,1 2-1 16,-1 3 5-16,2 2-3 16,0 0-1-16,4 1 1 15,2-1-1-15,2-1 0 0,0-3-1 16,0-1 0-16,6-2-3 16,2 0-4-16,2-2-7 15,1-1-5-15,5-3-12 16,-2-4-40-16,4 0-43 15</inkml:trace>
  <inkml:trace contextRef="#ctx0" brushRef="#br0" timeOffset="7680">14141 12348 250 0,'0'0'3'0,"0"0"15"16,0 0-15-16,0 0-3 15,-31-10-13-15,21 10 4 16,0 1 5-16,-1 7 7 0,1-1-1 16,-1 1-2-16,1 2 0 15,3 1 2-15,1 1-2 16,3-1 2-16,2 0 0 16,1-1 0-16,0-2-4 15,4 0 1-15,3-3 0 16,1 0 2-16,0-3 2 0,3 0-3 15,-1-2 3 1,0 0 0-16,0 0 2 0,1-4 0 16,0-5-3-16,-1 1-2 15,0 0 1-15,-2-2-1 16,0 0 1-16,-1 2-1 16,0 2 0-16,-4 0 0 0,-1 3 1 15,-2 0 5-15,2 3 1 16,-1 0-4-16,0 0-4 15,2 3-2-15,0 5 1 16,1 0 5-16,2 1-5 0,2 1 4 16,-2-3 0-16,3-1-2 15,0 1 0-15,1-1 0 16,0-2 1-16,0-3-1 16,2-1 0-16,0 0-1 15,1 0 1-15,-1-5 0 16,1-5 1-16,-2 0 0 0,-1-3-1 15,0 0 2-15,-1-1-2 16,-2 0 1-16,-1 0-1 16,1 3 1-16,-3 1 2 15,1 2 4-15,-1 3-1 16,-1 2-4-16,1 2-1 0,-1 1-2 16,1 0-1-16,-1 4 1 15,1 3-2-15,-1 3-1 16,0 1 6-16,1 0 1 15,-1 1-3-15,1 0-1 16,-1-2-5-16,1-1-18 16,0-2-30-16,-1-2-107 0</inkml:trace>
  <inkml:trace contextRef="#ctx0" brushRef="#br0" timeOffset="8080.01">14510 12344 311 0,'0'0'4'0,"0"0"-14"0,0 0-3 0,0 0 0 0,0 0-8 16,0 0 12-16,0 0 5 16,18 31 1-16,-15-18 3 15,0-3-1-15,-1 2 0 16,0-2 1-16,0-4 1 15,-1-1-2-15,1-1-1 0,-2-3 2 16,0-1 2-16,0 0 3 16,0 0 11-16,0-3-9 15,0-4-5-15,0-1 2 16,0-2 4-16,2-2-8 16,0 0 7-16,4-1-2 0,-1 1-2 15,3 2-1-15,2 2 1 16,-1 2-2-16,1 3 0 15,0 2-1-15,0 1 0 16,0 0-1-16,0 6 1 16,-1 2 0-16,-2 2-17 0,0 0-24 15,0-1-49 1,-1-1-36-16</inkml:trace>
  <inkml:trace contextRef="#ctx0" brushRef="#br0" timeOffset="8290.17">14759 12329 318 0,'0'0'0'0,"0"0"3"16,0 0-6-16,0 0 2 15,0 31 2-15,0-20-1 16,2 0-3-16,-2-1-15 15,1-1-4-15,0-2-2 16,1-4-39-16,-1-3-88 16</inkml:trace>
  <inkml:trace contextRef="#ctx0" brushRef="#br0" timeOffset="8425.84">14791 12233 326 0,'0'0'-1'0,"0"0"1"16,0 0-9-16,0 0-45 16,0 0-86-16</inkml:trace>
  <inkml:trace contextRef="#ctx0" brushRef="#br0" timeOffset="9023.95">14869 12342 180 0,'0'0'12'16,"0"0"-12"-16,0 0 3 16,0 0 0-16,0 0 2 15,0 0 9-15,0 0 6 0,0 0-10 16,14-26-7-16,-11 26-2 15,0 0-1-15,1 3-1 16,0 4-1-16,-1 1-11 16,2 2-5-16,-2-2-24 15,-2 0 21-15,1-1 22 0,0-2 1 16,0-2-1-16,-2-3 0 16,0 2 5-16,0-2 31 15,0 0 6-15,0-4-31 16,0-3 13-16,0-1-16 15,3-1-8-15,-1-1 0 16,1 1 1-16,2 0 0 16,0 2 0-16,1 0 3 0,2 3-1 15,0 2-3-15,2 2-1 16,0 0-1-16,2 0 1 16,0 6-1-16,-1 1 1 15,2 3 0-15,-2-3 0 0,0 1 1 16,0 0-1-16,-1-3 0 15,0-1 0-15,3-2 0 16,-4-2 0-16,0 0 0 16,1-4 1-16,-3-3 0 15,0-3-1-15,-3 0 1 0,-1 0 3 16,-3 2-2-16,0 0 3 16,0 1 5-16,-2 5-5 15,-6 2-8-15,-2 2-1 16,-2 8-3-16,-3 6-8 0,-3 3-16 15,-1 2-58-15</inkml:trace>
  <inkml:trace contextRef="#ctx0" brushRef="#br0" timeOffset="10189.85">15117 12314 116 0,'1'-2'9'0,"2"2"4"0,-1 0-4 16,-1 0-3-16,3 0 0 16,1 0-2-16,-2 4 7 0,2 2 5 15,2 3 0-15,0 4-3 16,1 2-1-16,0 3-7 15,1 3-4-15,0 4-2 16,0 0 1-16,0 4 1 16,-3 0 0-16,0 0-2 0,-3 0 2 15,-1 0 2-15,-2-2-5 16,0-2 6-16,-2-1 1 16,-5-3 1-16,-3-1 6 15,0-5-1-15,-3-1-6 16,0-6 1-16,1-3 8 15,0-5-7-15,1-2 3 0,3-11 1 16,3-5-11-16,2-7 0 16,3-5-11-16,0-3-42 15,0-1-104-15</inkml:trace>
  <inkml:trace contextRef="#ctx0" brushRef="#br0" timeOffset="10893.07">13763 12614 92 0,'0'0'29'0,"0"0"-35"0,0 0 0 0,0 0 5 16,0 0 0-16,32 4 2 16,-17-4 1-16,1 0-1 0,3 0 1 15,2 0 5-15,6 0 7 16,1-1 5-16,7-1 0 16,2-2-4-16,7 0 0 15,3 1 2-15,5-1-1 16,6 1-1-16,0 0-3 15,7 2-7-15,1 0-2 16,3 1-1-16,-1 0-3 0,1-1 2 16,-1 1 1-16,-1-2-1 15,-4 0 2-15,-4 0 7 16,-5-1-1-16,-5 1-2 0,-5 0-5 16,-6 1-1-16,-8 1 0 15,-5 0 0-15,-5 0-1 16,-6 0-10-16,-6 0-36 15,-5-4-73-15</inkml:trace>
  <inkml:trace contextRef="#ctx0" brushRef="#br0" timeOffset="11669.79">15367 12359 63 0,'0'0'21'0,"0"0"4"0,0 0-5 0,0 0 1 16,0 0-10-16,38-9-7 0,-23 4 1 16,3-1-2-16,2-1 0 15,4-1 3-15,1 1 0 16,5-3-1-16,2 0 3 16,5-1-4-16,1 0-1 15,7-1-1-15,1-1 0 0,4 1 2 16,0-1 2-16,4-1-4 15,-1-1-1-15,3 2 1 16,-3-2 0-16,1 1 5 16,-1-2-2-16,-2 2-1 15,-1 2 3-15,-3-1 0 0,-2 3 1 16,-4 0 2-16,-6 2-4 16,-3 2-1-16,-3-1-3 15,-6 4-1-15,-3-1-1 16,-3 1 1-16,-3 2-2 15,-4 0 2-15,-2 1-2 0,-2 0-9 16,-4-1-34-16,-1-1-66 16</inkml:trace>
  <inkml:trace contextRef="#ctx0" brushRef="#br0" timeOffset="12082.95">16546 11951 47 0,'0'0'13'0,"0"0"15"0,0 0-10 16,30-4-8-16,-22 4 2 16,1 0 1-16,1 0 0 0,0 2-7 15,-1 3-1-15,0 2 9 16,1-1-9-16,-1 4-3 15,-2 1-1-15,0 4 3 16,-1 0-3-16,-3 4 0 16,-2 2-2-16,-1 2 4 0,0 2-11 15,-10 1-14-15,-4-2-20 16,-6 0-19-16</inkml:trace>
  <inkml:trace contextRef="#ctx0" brushRef="#br0" timeOffset="13739.11">16941 11958 209 0,'0'0'7'0,"0"0"14"0,0 0-14 0,0 0-9 15,0 0-1-15,0 0 2 16,0 0 2-16,15 39-1 16,-10-24 0-16,0 1 1 15,1 1-1-15,-3-1 1 16,1 2-1-16,-1-3 1 16,-1-1-2-16,3-3-11 0,-4-3-28 15,-1-5-39-15</inkml:trace>
  <inkml:trace contextRef="#ctx0" brushRef="#br0" timeOffset="14089.37">16970 11969 243 0,'0'0'0'0,"0"0"-2"0,0 0 1 16,35 24 1-16,-22-8 0 15,2 3-2-15,1 1 4 16,1 0-1-16,1-2 0 16,-1 0-1-16,2-3 1 15,-1-3 0-15,1-3 0 16,-1-3 2-16,-1-2 0 16,1-4 1-16,-1 0 0 0,-3 0 5 15,-1-8 4-15,-2-1 5 16,-4-3 0-16,1-1-2 15,-6-3 1-15,0-1-7 0,-1-1-5 16,-1-1-3-16,0 2-2 16,0 1-3-16,0 2-11 15,0 2-5-15,0 3-14 16,0 2-36-16,0 2-100 16</inkml:trace>
  <inkml:trace contextRef="#ctx0" brushRef="#br0" timeOffset="14472.74">17391 12058 183 0,'0'0'7'16,"0"0"-6"-16,0 0 0 16,33 10 2-16,-24-10-2 15,-2 0-1-15,1-2 2 16,0-4 13-16,-2-3 7 15,0 0-3-15,-2-1-6 0,0 0-4 16,-2-2-3-16,-2 2 1 16,0 0-2-16,0 1-1 15,-2 2-1-15,-6 2-1 16,1 2 0-16,1 3-2 16,-3 0-1-16,-1 4 0 0,1 6 3 15,2 3 1 1,1 1-3-16,0 2 1 0,4 2-1 15,2-1 1-15,0 0-1 16,0-2-1-16,2 1 1 16,4-3-1-16,3-1 0 15,-2-3-4-15,6-1 0 0,-3-2-10 16,4-5-11-16,-2-1-28 16,4-4-60-16</inkml:trace>
  <inkml:trace contextRef="#ctx0" brushRef="#br0" timeOffset="15142.49">17590 11967 283 0,'0'0'7'16,"0"0"-6"-16,0 0-7 0,0 0-2 15,0 0 5-15,0 0 4 16,0 37 0-16,1-24-1 15,3 0 1-15,0 0-1 16,0 0 1-16,2-3-1 16,-2 0 0-16,3-2 0 0,-1-3 0 15,1 0-1-15,-1-3 1 16,-1-2 1-16,2 0-2 16,-2-2 2-16,1-6 3 15,0-2 0-15,1-3-1 16,0 0-2-16,0-1-1 0,-1 1 1 15,2 1-1-15,-4 1 0 16,2 3 0-16,-2 3 1 16,0 0-1-16,0 3 0 15,-1 2-1-15,2 0 0 16,-1 7-1-16,0 0-2 0,1 3 5 16,2 0 0-16,-2 1-1 15,2-1 2-15,-2-2-2 16,2 0 0-16,-1-1 1 15,0-2 0-15,1-2-1 16,2-1 1-16,-2-2-2 0,-1 0 1 16,1 0 2-16,-2-5 1 15,2-3 3-15,-5-2 0 16,1-2-3-16,0 0-1 16,-1-2-1-16,-2-1-1 15,1 0 2-15,0 2-1 0,1 1 0 16,1-1 2-16,1 4 0 15,1 2 1-15,1 2-1 16,4 0-2-16,-3 3-2 16,1 2 1-16,1 0 0 15,1 0-3-15,-1 7 2 16,0-1 0-16,3 4 1 0,-2 1 1 16,0-2-1-16,0 3-1 15,0-1-8-15,0-1-9 16,0-3-15-16,0-4-53 15,0-2-70-15</inkml:trace>
  <inkml:trace contextRef="#ctx0" brushRef="#br0" timeOffset="15499">18123 11878 293 0,'0'0'5'0,"0"0"-9"0,0 0-4 0,0 0-7 0,0 0-4 16,0 0 16-16,-27 35 5 16,24-24-3-16,-1 2 2 15,4-1 0-15,0-2-1 0,0-2 0 16,1-1-2-16,6-2 1 16,1-3 4-16,0-1-2 15,2-1-3-15,0 0 8 16,-1-5-2-16,0-2 1 15,-2-1 6-15,-3-2 7 16,-1-1 6-16,-1-1-9 0,-2 2-3 16,0 0 2-16,-2 0-9 15,-4 2-4-15,-1 2-2 16,0 2 3-16,-1 1-6 16,1 3-5-16,0 0-9 0,1 6-20 15,1 0-34 1,1 0-66-16</inkml:trace>
  <inkml:trace contextRef="#ctx0" brushRef="#br0" timeOffset="15995.98">18254 11870 226 0,'0'0'-3'0,"0"0"2"15,0 0 1-15,0 0 1 16,0 0-1-16,29-15-1 16,-26 15 0-16,2 6 3 15,-1 1 0-15,0 4-3 16,1 1 1-16,1 0 3 0,-3 0-4 16,0 0 3-16,2-2-4 15,-3-1 4-15,-1-1 1 16,1 0-7-16,-1-3 4 15,-1-1-2-15,0-1-2 16,0-3-2-16,0 0 5 16,0 0 11-16,0-7-9 0,0 0-8 15,0-4 12-15,0 0-1 16,1-1 4-16,4-1-1 16,-1 1 1-16,2-1-3 15,2 0 2-15,0 1-4 16,2 2 0-16,1 1-2 0,0 2 1 15,0 0-1-15,0 4 2 16,-1 0-2-16,1 3-1 16,-2 0 0-16,2 0 0 15,0 5 0-15,-1 3 1 16,-1 5 0-16,-1 0-1 16,1 5 0-16,-3 2-3 0,-4 5-5 15,-2 5-9-15,-13 5-31 16</inkml:trace>
  <inkml:trace contextRef="#ctx0" brushRef="#br0" timeOffset="19904.04">12717 11905 44 0,'-8'-9'20'16,"-2"1"5"-16,-2-2-4 0,1 2-10 0,-4 0 2 15,1 1-1-15,-1 2-6 16,0-1 3-16,-3 1 0 0,2 1-6 16,-2 2-2-16,-1-1 0 15,-2 3-1-15,0 0-1 16,-2 0 0-16,-3 0 0 15,0 2 0-15,-3 3 0 16,1 1-3-16,-2 1 5 16,2 1 4-16,-1 2-2 0,0 2 4 15,0 1-3-15,2 0-2 16,-1 4 0-16,2-1-2 16,1 2 1-16,1 0-2 15,-1 1 1-15,1 0-1 0,3 0 3 16,1 0-2-16,1 1 1 15,1 2 5-15,4-1-5 16,1 2 1-16,3 0-1 16,0 1-1-16,1 0 0 0,2 0 1 15,3 0-1 1,-2 1 0-16,2 1 1 0,1 1-1 16,-1 1-1-16,3 2 1 15,0-1 0-15,1 1 0 16,0 0 1-16,0 0-1 15,0 0 1-15,2-1 0 0,6 1 1 16,-1-1-2-16,3 0-2 16,3 1 4-16,0-1-1 15,5-1 0-15,0-1 0 16,2-1 0-16,2-1 0 16,3 1 0-16,1 2 1 15,1-1-2-15,2 3 0 0,4-1 0 16,2-1-1-16,3 0-1 15,3-3 4-15,4 0-1 16,-2-4-1-16,2-3 1 16,1-1-1-16,-1-4 0 0,0-3 0 15,3-3 2-15,0-5-2 16,1-2 2-16,1 0-1 16,1-8 1-16,2-4 1 15,0-4 1-15,1-2 3 16,-4-5-4-16,2-1 0 0,-2-5-2 15,-1 0 1-15,-2-2-1 16,-2-4 0-16,-3 0 0 16,0 0 0-16,-3-4-1 15,-1 0 1-15,-2-2-1 16,-5-1 0-16,-2 0 1 0,-7 1-1 16,-3 1 0-16,-7 1 1 15,-5 1 0-15,-3-2 5 16,-4 1 1-16,-2-1 1 15,-8 0-4-15,-4 1-1 16,-4 1 0-16,-8 0-1 16,-2 1-4-16,-4 1 4 0,-5 1-1 15,-2 0 1-15,-3 2-2 16,-3 4 0-16,-3 3 2 16,-2 1-1-16,1 6-4 15,-4 4 3-15,2 5-2 16,1 4-5-16,3 6-5 0,2 0-6 15,1 5-30-15,7 5-39 16</inkml:trace>
  <inkml:trace contextRef="#ctx0" brushRef="#br0" timeOffset="20203.46">12847 11835 115 0,'5'8'1'0,"-2"-1"0"0,7-3-1 0,0-3 0 0,3-1 3 0,4-2 3 16,5-9 9-16,2-6-4 15,5-5-6-15,4-2-2 16,2-6-51-16</inkml:trace>
  <inkml:trace contextRef="#ctx0" brushRef="#br0" timeOffset="21135.88">15391 12509 99 0,'0'0'4'0,"0"0"4"0,0 0-2 0,0 0-3 16,0 0-2-16,0 0 1 15,0 0 1-15,0 0 3 16,4 27 2-16,6-21-3 0,2 4-3 16,4 0-1-16,2 0 0 15,4 1 0-15,0 2-1 16,5-1-1-16,5 1 2 16,3 2 0-16,3 0-1 15,6 1 1-15,0 3 1 16,4 2 1-16,2-1-2 0,1 3 0 15,1-1-1-15,-2 0 1 16,1 0-1-16,1 1 0 16,-3-3 0-16,0 2 1 15,-3-3 0-15,1 1 3 16,-3-3 10-16,-3 1 4 0,0-2-8 16,-3 1-5-16,-4-2-3 15,-1 0 0-15,-2-2-1 16,-3 0-3-16,-5-5-59 15</inkml:trace>
  <inkml:trace contextRef="#ctx0" brushRef="#br0" timeOffset="21688.23">16930 12941 206 0,'0'0'11'0,"0"0"7"0,0 0-3 0,0 0-12 16,0 0-5-16,0 0-1 16,0 0 2-16,0 0 1 15,0 0 0-15,10 39 0 16,-6-23 1-16,2 1-1 0,-1 3-3 15,0 1-11-15,-1 2 8 16,0-2-17-16,0-1-18 16,-4-1-4-16,0-5-19 15</inkml:trace>
  <inkml:trace contextRef="#ctx0" brushRef="#br0" timeOffset="22058.89">16945 12958 151 0,'0'0'0'15,"0"0"1"-15,29-16 0 16,-17 12 0-16,1 3-1 0,0 1 1 15,-1 0 1-15,0 1-2 16,1 6 0-16,0 3-2 16,-1 3 0-16,-1 2 3 15,0 1 2-15,-1 1-7 16,-2 3 0-16,-2-4-4 0,-2 1 5 16,-1-2 3-16,-3 0 3 15,0-2 8-15,0 0 3 16,-9 0 6-16,-1-1-8 15,-2-1-8-15,0 1 2 16,-2-2-4-16,2-2 0 0,0-2-2 16,2-4-23-16,3-2-53 15</inkml:trace>
  <inkml:trace contextRef="#ctx0" brushRef="#br0" timeOffset="22508.57">17254 13117 114 0,'0'0'5'0,"0"0"12"0,28-9-7 0,-18 3-8 16,0-1-2-16,-2-1-7 16,-1 0-1-16,-2 0 7 15,-3-1 2-15,-1 1 1 16,-1-2 2-16,0 0 5 16,0 2-4-16,-5-2-5 0,-1 4-11 15,-2 1-12-15,-1 3-2 16,1 0 18-16,0 2 6 15,-1 0 14-15,2 8 9 16,2 1-5-16,0 1-8 16,1 2-1-16,1 0 2 15,2 1 1-15,1 0 3 0,0-1-4 16,0 0-2-16,0-1-1 16,6-1-1-16,2-2-4 15,1-1-1-15,3-5-3 16,-2 0-54-16,1-2-56 0</inkml:trace>
  <inkml:trace contextRef="#ctx0" brushRef="#br0" timeOffset="22915.96">17446 13072 9 0,'0'0'16'0,"0"0"21"0,0 0-7 0,27-15-11 0,-19 8-7 16,-2 0-8-16,2-2-2 15,-6 1 1-15,1 0 0 16,-1 1 11-16,-2 0 9 0,0 2-6 15,0 1 3-15,-6 2-14 16,-1 1 10-16,0 1-18 16,-2 1 1-16,1 6-1 15,-1 2 1-15,2 4 3 16,1-2 0-16,2 0 0 0,2 2-2 16,2-3 1-16,0 0 1 15,3-2-2-15,5-1-3 16,2-1 7-16,2-4-4 15,3 0 1-15,-1-2-14 16,2 0-5-16,-1-3-45 0</inkml:trace>
  <inkml:trace contextRef="#ctx0" brushRef="#br0" timeOffset="23190.72">17635 12941 165 0,'0'0'17'0,"0"0"-7"16,0 0-4-16,0 0-11 15,0 0 5-15,0 0 3 0,-3 29-1 16,3-15 0-16,0 3 3 16,0 1 1-16,0 2-3 15,3 1 1-15,1 0 0 16,0 2-1-16,-1-2-1 15,0 2 0-15,0-2 1 16,0-3-3-16,-1-1-5 0,2-4-11 16,-3-3-9-16,2-3-22 15,0-5-40-15</inkml:trace>
  <inkml:trace contextRef="#ctx0" brushRef="#br0" timeOffset="23560.97">17661 12950 145 0,'0'0'5'16,"0"0"13"-16,0 0 9 0,16-31-6 15,-11 25-3-15,-1 0-8 16,2 1-2-16,1 1-5 16,0 1-1-16,1 2-2 15,-1-1 0-15,0 2-1 16,0 0-1-16,1 2-3 0,-3 5-4 16,0 2 0-16,-2 1 7 15,-1 2-4-15,-1-1 0 16,-1 1 5-16,0-1 2 15,-2-1-2-15,-4 0 6 16,-4-3 1-16,-1 0-2 16,-2-1 0-16,0-3-14 0,0-2-64 15</inkml:trace>
  <inkml:trace contextRef="#ctx0" brushRef="#br0" timeOffset="24387.3">17763 12717 2 0,'0'0'188'0,"0"0"-179"15,-19-28 0-15,8 18-3 16,-2 0-8-16,-3-3-4 0,-2 1 11 16,-2 1 6-16,0-1 3 15,-2-1 0-15,-1 3 0 16,2-2-2-16,-4 1-4 16,0 0-2-16,0 2-1 15,-2-1-3-15,-2 0-2 0,-3 4 1 16,0 0-2-16,-2 3 1 15,-3 3-2-15,2 0 0 16,-3 2 0-16,2 7 2 16,-1 2 1-16,-1 3-1 15,1 2 0-15,-1 3 0 16,0 1-2-16,3 3 2 0,1 4 0 16,1 1-4-16,4 2 4 15,1 1 0-15,2 1 0 16,4 1 0-16,2 1 0 15,5-1 0-15,4 3 2 16,3 2-2-16,4 1 1 0,4 2-2 16,0 0 1-16,8 2 1 15,6 0 0-15,6 3 0 16,3-1 0-16,4-3 0 16,4-1-3-16,2-2 0 15,3-1 4-15,2-8-1 0,3-1-1 16,2-2-1-16,4-3 2 15,1-5 4-15,5-4-5 16,3-5 4-16,-1-4-2 16,2-6 1-16,-2 0 0 0,0-6 3 15,-3-8-3-15,-1-2 0 16,-3-5 1-16,0-3 4 16,-5-2-1-16,-1-2-2 15,-5-2 0-15,-3-3 0 16,-4-3 0-16,-4-2-2 15,-6-4-1-15,-2-4 1 0,-8 0 0 16,-3-5 11-16,-6-1-12 16,-1-2 2-16,-8-1-10 15,-9 2 11-15,-7-1 2 16,-5 2-2-16,-9 0 1 16,-9 1-10-16,-10 1 6 0,-11 4-6 15,-16 1-15-15,-14 6-17 16,-16 2-21-16,-17 3-110 15</inkml:trace>
  <inkml:trace contextRef="#ctx0" brushRef="#br0" timeOffset="77090.1">19535 12048 39 0,'0'-1'103'0,"0"0"-72"15,0 0 7-15,0 1-13 0,0-2-10 16,0 2 0-16,0 0-5 16,0 0-6-16,0 5-3 15,0 4 1-15,0 5-1 0,0 3 0 16,3 5 2-16,0 2-2 15,0 2-1-15,-2 1 1 16,-1-1 0-16,0-3-1 16,0-1 1-16,0-3-1 15,0-2 0-15,0-3-7 0,0-2-31 16,-5-4-44-16,-1-4-46 16</inkml:trace>
  <inkml:trace contextRef="#ctx0" brushRef="#br0" timeOffset="77483.03">19506 12096 102 0,'0'0'4'16,"0"0"15"-16,0 0 17 15,0 0 1-15,28-33-7 16,-22 30 1-16,1-1-7 16,-1 1-10-16,2 3-5 0,-1 0-4 15,1 2 1-15,1 6-5 16,2 5 3-16,0 3-3 16,2 1 6-16,1 4-5 15,-1-1-1-15,2 0 0 16,-2-1-1-16,-2 0 1 15,-2-2-4-15,-5-1 1 0,0 2 2 16,-4-1-3-16,0 1 1 16,-8 0 1-16,-3 0 7 15,-4-1-5-15,0-2 0 16,-2 0-1-16,0-3-5 0,1-1-12 16,2-4-36-16,0-6-89 15</inkml:trace>
  <inkml:trace contextRef="#ctx0" brushRef="#br0" timeOffset="77974.81">19820 12266 103 0,'0'0'4'0,"0"0"-3"0,0 0 1 0,0 0 2 0,0 0 8 16,0 0 11-16,0 0 5 15,0 0-4-15,0 0 1 16,38-7-13-16,-28-1-7 15,-3 0-1-15,0 1-1 0,-2-1-3 16,-2 2 2-16,-2 1-2 16,-1 0 2-16,0 0-1 15,0 2 8-15,-4 0 1 16,-2 2-4-16,-1 0 2 16,0 1-7-16,0 0-2 15,-3 5 1-15,0 3 1 0,4 2 0 16,-1 3-1-16,0-1 1 15,3 1-1-15,2 1 1 16,2-2 1-16,0-1 1 16,0-1 1-16,5-1-1 15,4-3-2-15,1-1 0 0,3-1-1 16,4-3-1-16,0-1-1 16,0-4-49-16</inkml:trace>
  <inkml:trace contextRef="#ctx0" brushRef="#br0" timeOffset="78415.53">20006 12233 179 0,'0'0'34'0,"0"0"8"0,0 0-4 16,0 0-20-16,0 0-8 16,0 0-10-16,0 0 2 15,0 0 5-15,0 33-3 16,0-14-1-16,-1 0-2 16,1 1 0-16,-1 1 0 0,1-1-1 15,0-1 2-15,-2-2-2 16,2 0 2-16,0-2-4 15,0 0 2-15,0-3-10 16,-1-4-58-16,1-5-57 16</inkml:trace>
  <inkml:trace contextRef="#ctx0" brushRef="#br0" timeOffset="78727.75">20043 12222 252 0,'0'0'2'0,"0"0"11"16,0 0-1-16,0 0-1 15,28-30-4-15,-21 28-3 16,1 1-2-16,1 1 1 0,-1 0 1 16,0 4-2-16,1 3-3 15,-1 3 2-15,-3 1 0 16,0 0-2-16,-3 2-5 15,-1-2-3-15,-1 1-2 0,-1-1-4 16,-6-3 11-16,-3-1 9 16,-2 1-3-16,-2-1 1 15,-1-2-2-15,1 0-1 16,0-2-8-16,4-3-8 16,3 0-38-16,2-5-76 15</inkml:trace>
  <inkml:trace contextRef="#ctx0" brushRef="#br0" timeOffset="79011.03">20261 12033 259 0,'0'0'5'0,"0"0"-5"0,0 0 0 16,0 0 0-16,-2 30 0 16,1-12 0-16,1 2 2 15,-1 0 1-15,1 4 3 16,-1-2-1-16,1-1 1 16,0-2-2-16,0-3-2 0,0 0-1 15,0-2 0-15,0-3-2 16,0-1-25-16,-1-3-76 15</inkml:trace>
  <inkml:trace contextRef="#ctx0" brushRef="#br0" timeOffset="79615.39">20193 12185 204 0,'0'0'40'0,"0"0"-41"0,0 0 2 16,40-11-1-16,-27 7 0 16,2-2 0-16,-1-1 0 15,0 2 1-15,1-2-2 16,-4 0 1-16,1 0 5 16,-3-3-3-16,-1 3-1 0,-3-1 0 15,0-2 0-15,-4 2-1 16,0-1 1-16,-1 1 0 15,0 0 1-15,0 1 1 16,-1 1-2-16,-1 1 1 16,0 2 2-16,1 2 4 0,1 1-2 15,0 0-4-15,0 2-7 16,0 7-4-16,0 4 6 16,0 3 4-16,2 4 0 15,0 0 1-15,-1 1-1 16,1-3 1-16,-1 2-1 0,1-5-1 15,-1-1 1-15,1-2-1 16,-1-1 0-16,0 0 1 16,-1-4-1-16,1-1 1 15,0-2-1-15,-1-2 1 16,1-2 1-16,1 0 0 0,1-2-3 16,2-7 4-16,0-1 0 15,2-2-7-15,2-2 3 16,-1 1 0-16,3-1 1 15,0 1 0-15,-1 2 1 16,1 1 2-16,0 3 5 0,0 4 0 16,0 1-4-16,-2 2-1 15,1 3-2-15,-2 7-1 16,-1 3 0-16,-1 1 2 16,0 3-2-16,-3-1-8 0,1-1-46 15,-1 0-75-15</inkml:trace>
  <inkml:trace contextRef="#ctx0" brushRef="#br0" timeOffset="80456.47">20774 12232 81 0,'0'0'28'0,"0"0"-4"0,0 0-9 0,0 0-8 16,0 0-4-16,0 0-3 0,0 0 0 16,0 0 0-16,0 0 0 15,0 0 0-15,0 0 1 16,0 0 5-16,0 0 5 16,0 0 5-16,-5 0 0 15,5 0-13-15,0 0-2 16,2 0 3-16,4 0 1 15,-1 0-4-15,4 0 0 0,2 0 2 16,3 0 3-16,3-2 4 16,2 0 0-16,4-1-1 15,3-1-1-15,2 0 1 16,2 0-2-16,4 0 0 0,-2 0-1 16,2-1 2-16,0 2-2 15,2 0-3-15,-3-1-1 16,1 2-1-16,2-1 0 15,-2 2-1-15,-1-1 0 16,-2 0 0-16,-4 2 0 0,-3-1 0 16,-4 0-1-16,-4 1-4 15,-6-1-19-15,-4-2-22 16,-5-1-86-16</inkml:trace>
  <inkml:trace contextRef="#ctx0" brushRef="#br0" timeOffset="81026.14">19746 12760 278 0,'0'0'1'0,"0"0"-1"0,-5 41 1 0,4-23-1 16,-2 1-2-16,2 0-8 0,-2 0 6 16,0-1 4-1,1-5 0-15,1 0-6 0,0-3-11 16,-1-5 0-16,2-3-20 15,-1-2-27-15,-1 0-15 16</inkml:trace>
  <inkml:trace contextRef="#ctx0" brushRef="#br0" timeOffset="81284.28">19759 12745 196 0,'0'0'2'0,"0"0"6"0,34-14 4 15,-19 14-2-15,-3 0 1 16,2 0-3-16,0 6 0 16,-1 3 4-16,-3 1-3 15,0-1-7-15,-4 4-1 16,-2 0-1-16,-4 1 0 0,0-1-2 16,-2-2 3-16,-7 2 4 15,-3-2 0-15,-1-1-5 16,-1-1 2-16,1 0-3 15,1-3-12-15,2-3-21 16,3-3-54-16</inkml:trace>
  <inkml:trace contextRef="#ctx0" brushRef="#br0" timeOffset="81637.42">19945 12825 184 0,'0'0'-9'15,"0"0"10"-15,0 0 0 16,33 4 0-16,-26-4-1 16,-1 0 0-16,0 0 1 15,1-3 0-15,-1-2 2 16,1-3-1-16,1-2-1 16,-1-1-3-16,0-1-36 0,-2 0-6 15,-3 3 19-15,-2 0 26 16,0 5 29-16,-5 1 29 15,-5 3-11-15,-1 0-21 0,-2 5-13 16,0 4-3-16,-2 2-3 16,2 2-3-16,3 0-1 15,1 1 0-15,5-3-1 16,1-1 0-16,3 0 1 16,0 0 1-16,4-2-3 0,6-1-3 15,2-2 0-15,6-3-13 16,-3-2-46-16,2 0-108 15</inkml:trace>
  <inkml:trace contextRef="#ctx0" brushRef="#br0" timeOffset="81993.25">20122 12816 259 0,'0'0'2'0,"0"0"-2"15,0 0 0-15,0 0-3 0,0 0 0 16,0 0 1-16,0 0 3 16,0 0 6-16,0 0-2 15,27-10-2-15,-17 2-1 16,1-2-3-16,-3 0 1 0,-3-1-1 16,-3 1 0-16,0 1 0 15,-2 3 2-15,-3 1-5 16,-5 5-3-16,-1 0 5 15,-3 1 1-15,1 8 9 16,0 1-5-16,2 3-1 16,4-1 1-16,2 1-2 0,3 0 2 15,0-3-1-15,4-3-1 16,7 0-2-16,2-5 0 16,5 0 0-16,1-2-6 15,1 0-20-15,-1-8-71 16</inkml:trace>
  <inkml:trace contextRef="#ctx0" brushRef="#br0" timeOffset="82228.05">20352 12710 332 0,'0'0'18'0,"0"0"-16"16,0 0 0-16,0 0-1 15,-4 33-1-15,2-18 0 16,0 3 0-16,-1 0 0 15,2 2 1-15,-2-2-1 16,2 2 1-16,-1 0-1 0,1 0 0 16,-3-2-4-16,2-1-18 15,0-4 8-15,1-3-14 16,0-5-2-16,1-5 2 16,0 0-37-16,0-10-53 15</inkml:trace>
  <inkml:trace contextRef="#ctx0" brushRef="#br0" timeOffset="82468.83">20349 12763 247 0,'0'0'10'0,"0"0"-6"16,20-34 5-16,-9 24-5 0,1 0-3 16,2 3 0-16,0 1-1 15,-1 2 1-15,-1 4-1 16,0 0 1-16,-4 5-2 15,-2 7-1-15,-4 2-2 0,-2 2-1 16,-2 1-12-16,-8-1 4 16,-4-1 6-16,-5-4 4 15,0 0 8-15,-1-4 1 16,2-3-5-16,4-4-13 16,2 0-84-16</inkml:trace>
  <inkml:trace contextRef="#ctx0" brushRef="#br0" timeOffset="82982.53">20696 12770 153 0,'0'0'21'0,"0"0"9"0,0 0-26 0,0 0 1 15,0 0 5-15,0 0 6 0,0 0 1 16,37 7-3-16,-19-6 0 16,2-1-6-16,6 0-3 15,0 0 0-15,4-1-3 16,2-4 1-16,1-2-1 0,2 0 1 15,-2-1 0-15,0 2-2 16,-1 0-1-16,-2-1 1 16,-4 3-2-16,-2-1 2 15,-2 2-2-15,-4-1 1 16,-1 1-3-16,-6 1-11 0,-2-1-13 16,-4 0-35-16,-5-2-64 15</inkml:trace>
  <inkml:trace contextRef="#ctx0" brushRef="#br0" timeOffset="83153.1">21177 12624 279 0,'0'0'5'0,"0"0"-5"16,29 0 5-16,-15 0 7 15,-1 4-8-15,-1 4-2 16,-2 3-1-16,-2 3-3 0,-5 1-10 15,-3-2-38-15,0-1-98 16</inkml:trace>
  <inkml:trace contextRef="#ctx0" brushRef="#br0" timeOffset="83636.14">21299 12028 265 0,'0'0'3'16,"0"0"1"-16,0 0-4 15,21 29 2-15,-10-21-1 16,3 1 1-16,-2-2-1 15,2 1 2-15,0-1 4 0,-1 1-2 16,-2 0-1-16,-2-3-4 16,-2 2 1-16,-2 0 0 15,-4 0 1-15,-1 2 0 16,-2 3 0-16,-7 3-2 16,-4 4 2-16,-3 5 0 15,-3 2-2-15,-1 7 0 16,0 2-5-16,1 1-29 0,0-1-65 15</inkml:trace>
  <inkml:trace contextRef="#ctx0" brushRef="#br0" timeOffset="85359.75">21505 11977 103 0,'6'0'9'0,"-1"0"1"0,4-3 8 0,1 0 5 15,2 1 3-15,-1 0-1 16,1 2-10-16,-2 0-10 0,2 0-3 16,-5 7-1-16,1 6-1 15,-1 4 2-15,-3 7 0 16,1 6 6-16,-2 4 2 15,-1 4-2-15,0 0-4 16,1-1-1-16,1-2-2 16,3-3 0-16,-1-5 0 0,1 0 1 15,2-5-1-15,0-5 1 16,-2-3-1-16,2-4-1 16,-2-3-1-16,-3-3 1 15,1-3 0-15,-3-1 0 0,-2 0 0 16,0 0 7-16,0 0-3 15,0 0 0-15,-1-1-3 16,-1 1-2-16,-4 0-1 16,2 7-1-16,0 7 8 15,0 5-5-15,-2 7 0 16,4 5 0-16,0 1 0 0,1 2 0 16,1 0 0-16,0-2 0 15,2-2 0-15,4 1 1 16,1-1 2-16,0 0-2 15,1-2 0-15,-4 2-1 16,1-4 0-16,-4-1 0 0,-1 0 0 16,0-2-1-16,-8 1 0 15,-2-3-2-15,-4-2 2 16,-3 0-1-16,-1-3 2 16,-3-6-21-16,-1 0-30 15,2-8-53-15</inkml:trace>
  <inkml:trace contextRef="#ctx0" brushRef="#br0" timeOffset="86021.62">23509 11694 176 0,'0'0'33'0,"0"0"11"0,0 0-8 0,0 0-18 0,0 0-7 15,0 0-5-15,0 0 0 16,0 0-6-16,0 0-4 0,0 0 4 16,0 0 0-16,-4 45 0 15,2-18 0-15,1 3 1 16,1 1-1-16,0 0 0 16,0-1 0-16,0 1-1 15,0-6-2-15,0-2-5 16,0 0-9-16,0-3-19 15,0-3-16-15,0-6-45 0</inkml:trace>
  <inkml:trace contextRef="#ctx0" brushRef="#br0" timeOffset="87323.29">23483 11713 154 0,'0'0'25'15,"0"0"1"-15,0 0-12 16,0 0-4-16,30-9-3 16,-17 6-3-16,4 1 0 15,1-1 2-15,6 1-1 0,1 0-2 16,3 0-3-16,1 0 1 16,0 0-1-16,1 0 0 15,-1-1 0-15,0 1 0 16,-1-1 0-16,-1 0 2 15,-1 0-2-15,-1 1 1 16,0-1-2-16,-5 1 1 16,0 1 1-16,-4-1-2 0,0 2 2 15,-5 0-2-15,-1 0 1 16,-3 0 0-16,-1 0 0 16,-1 0 0-16,-1 0-2 0,0 0 2 15,1 2-1-15,-3 0-1 16,1 1-1-16,0 0 2 15,0-2-2-15,-3 2-2 16,1-1 1-16,-1 1 1 16,0 0 3-16,0 1 1 15,0 1 0-15,0 2 2 0,0 1-1 16,0 2-1-16,0 2 2 16,0 2-1-16,0 1 0 15,0 2 0-15,0 2 0 16,0 1 0-16,0 2 1 0,2 4 0 15,0 0-3-15,2 2 0 16,-2 3 1-16,-2-1-1 16,0 1 0-16,0-1 1 15,0-2-1-15,0-4 1 16,0-1-1-16,0-5 0 16,0-4 1-16,0-2-1 0,0-2 1 15,0-2-1-15,-2-2 0 16,-1-1 1-16,0-1-1 15,0-2 0-15,0 1 0 16,-1-2 0-16,1 0 0 16,-1 1 0-16,1-1 0 15,0 0 0-15,1-1 0 0,2 0 1 16,-1 1-1-16,0-1 1 16,1 0-1-16,0 1 0 15,0-1 0-15,-1 1-2 16,-1-1 1-16,-2 1-1 0,-3 0 0 15,2-1 1-15,-5 0 1 16,-5 0 0-16,-1 0 0 16,-3 0-2-16,-5 0 4 15,-5 0 0-15,-2 0 0 16,-6 0-1-16,-2 0 0 16,-2 0-2-16,0 0 2 0,1 0-1 15,2 1-2-15,4 2 5 16,3-1-3-16,5 0 1 15,5 0-1-15,5 0 0 16,5-1 2-16,4-1-2 16,2 0 1-16,4 1 0 0,1-1-1 15,0 0-10-15,3 0 9 16,4 1 0-16,0-1 2 16,1 0-2-16,0 0-1 15,-1 0-3-15,-3 0 5 16,1-2 1-16,-2-1 2 0,-1 0 2 15,-1 1 1-15,-1-1 2 16,0 1 1-16,0-1-1 16,-1 1-1-16,-2-1-2 15,0 1-2-15,3 2 0 0,-2-2-2 16,0 1-1-16,2-1 1 16,-1 1-1-16,0 0 0 15,0-2-1-15,1-2 0 16,0-1-2-16,0-3 4 15,0-2 1-15,0-4-2 16,0-3 1-16,0 0-4 16,0-4-4-16,0-1-5 0,3-2-6 15,1-3-16-15,1-2-53 16</inkml:trace>
  <inkml:trace contextRef="#ctx0" brushRef="#br0" timeOffset="90114.57">22306 11996 175 0,'0'-3'0'0,"0"0"17"0,0 3 23 0,0 0-8 15,0 0-25-15,0 10-11 16,-2 4 8-16,2 5 0 16,-2 4 1-16,2 1-4 15,0 2 1-15,0-1-1 16,0-2 0-16,0-3 0 0,0-3-7 16,0-3-20-16,0-6-24 15,0-3-52-15</inkml:trace>
  <inkml:trace contextRef="#ctx0" brushRef="#br0" timeOffset="90446.22">22295 12002 168 0,'0'0'4'16,"0"0"1"-16,31-10 17 15,-19 9-2-15,2 1-14 16,0 0-4-16,-2 5 0 16,-2 3 3-16,1 3-2 15,-2 2-1-15,-5 2 0 0,0 3 0 16,-2 0 3-16,-2 1-1 16,0-1-3-16,-2-1 0 15,-5-1-1-15,0-1 2 16,-3-3-5-16,-3-3 7 15,2 1-3-15,-3-2 5 0,0-1-5 16,1-2 0-16,2 1-1 16,1-2-5-16,3-3-33 15,3-1-65-15</inkml:trace>
  <inkml:trace contextRef="#ctx0" brushRef="#br0" timeOffset="90796.65">22494 12051 117 0,'0'0'17'15,"0"0"-14"-15,0 0 9 16,0 0-2-16,-9 33 4 16,6-19-1-16,1-1-6 15,0-1-1-15,2-2-2 16,0-2 1-16,3-2-3 0,4-3 3 15,3-2-3-15,1-1-1 16,2-1 6-16,-1-7-4 16,1-1-2-16,1-3 1 15,-3-1 1-15,-3-1 2 16,-2-1 10-16,-4 2 0 16,-2-1 2-16,0 3 2 0,-2 1-5 15,-4 2-10-15,-3 5-3 16,0 1-8-16,-1 2-7 15,1 0-4-15,0 9-5 16,4-1-8-16,2 0-40 16,3-1-43-16</inkml:trace>
  <inkml:trace contextRef="#ctx0" brushRef="#br0" timeOffset="91181.58">22730 12022 137 0,'0'0'146'16,"0"0"-141"-16,0 0-2 16,20-32 0-16,-19 28 2 15,-1 0 4-15,0 1 2 16,-2 1-5-16,-4 2-6 0,2 0-1 16,-3 0 7-16,-1 8-5 15,2 1-1-15,-1 1-4 16,2 1-4-16,2 1 4 15,2-3-4-15,1 0-5 16,0-3-1-16,6 1 2 0,-1-4 8 16,3-1 1-16,0 0 4 15,-1 1 2-15,0 0 2 16,-1 2 1-16,-2 3-1 16,0 2-2-16,-3 2-1 15,-1 0 0-15,0 1-2 0,0-2 0 16,-2 1 1-16,-4-2 2 15,-1-3-2-15,-3 0 0 16,0-1-1-16,-2-3-12 16,-1-2-70-16,1-1-118 15</inkml:trace>
  <inkml:trace contextRef="#ctx0" brushRef="#br0" timeOffset="91851.31">22680 11731 84 0,'0'0'0'0,"-39"-20"15"0,21 13 2 0,0-1 7 0,-1 0-4 16,1 4 3-16,-1 0-6 16,-1 3-6-16,-2 1-6 15,-1 0-4-15,-1 4 0 16,-3 5-1-16,-1 4 0 15,1 3 1-15,-3 6-1 0,2 1 0 16,2 4 0-16,0 1-1 16,2 3 2-16,3 0-1 15,0 0 0-15,0 1 0 16,3 1 2-16,2-1-2 16,2 0 0-16,3 1 0 15,4 0 1-15,5-1-1 0,2 1 0 16,0-2 0-16,10 2 1 15,4-1-1-15,3-3 1 16,2 1 0-16,4-4-1 16,3-2 2-16,2-5-2 15,3-4 5-15,4-5 5 0,0-4-5 16,4-6 1-16,1 0-1 16,1-4-1-16,0-8 0 15,1-4 1-15,-1-4 2 16,-2-5 0-16,-2-3 2 0,-2-4-1 15,-6-1-3-15,-5-4 5 16,-5-1-3-16,-7-1-1 16,-7 2-1-16,-5 0-2 15,0 4 0-15,-4 5-4 16,-7 5-1-16,-4 3-20 0,-2 5-26 16,-3 5-47-16</inkml:trace>
  <inkml:trace contextRef="#ctx0" brushRef="#br0" timeOffset="93774.81">22585 12379 104 0,'2'4'3'0,"2"1"-1"0,0 0 1 16,3 0-1-16,3 2 3 0,2-1-2 15,1 1 7-15,6 1 7 16,1-1 10-16,3 1 3 15,3 1-14-15,3 0-2 16,2-1-5-16,2 1-2 16,1 0-5-16,0-2-1 0,1 0 0 15,-2 0 0-15,-1-1-1 16,-4-2 0-16,-2 0 2 16,-5-2-2-16,-4 1 2 15,-4-1-2-15,-5 0 0 16,-3-1-2-16,-3 0-15 0,-2-1-33 15,0 0-42-15</inkml:trace>
  <inkml:trace contextRef="#ctx0" brushRef="#br0" timeOffset="94084.53">23217 12426 250 0,'0'0'32'15,"0"0"-17"-15,0 0-6 0,0 0-9 16,0 0-2-16,0 0 2 15,0 0 1-15,8 30 0 16,-7-18 0-16,1 1-2 16,-1 2 2-16,-1-1-5 15,0 1-13-15,0 1-22 16,-1-2-4-16,-4-4-42 0</inkml:trace>
  <inkml:trace contextRef="#ctx0" brushRef="#br0" timeOffset="94390.35">23190 12463 154 0,'0'0'65'0,"0"0"-60"16,0 0 5-16,40-33 3 16,-29 29-1-16,3 1-3 0,-1 3-5 15,0 0 2-15,1 0-1 16,-4 0-2-16,-2 6 0 15,0 2-3-15,-3 2 0 16,-1 4-1-16,-2-1-2 16,-2 4-2-16,0-3 0 15,0 1 4-15,-6-1-4 0,-2-1 1 16,-2-1 4-16,-2-2-1 16,1-2-4-16,-4-2-3 15,2 0 0-15,2-4-4 16,1 0-16-16,2-2-40 15,4-2-56-15</inkml:trace>
  <inkml:trace contextRef="#ctx0" brushRef="#br0" timeOffset="94726.97">23405 12481 275 0,'0'0'2'15,"0"0"-14"-15,0 0 11 16,0 0-10-16,-16 35-1 16,14-26 9-16,0-3 3 0,2-2 0 15,0 0-1-15,4-2-5 16,2-2-4-16,3 0-2 16,-1-1 5-16,1-4 3 15,-1-3 2-15,-2 0 15 16,-1-2 22-16,-2 0-11 15,-3 0 5-15,0-1-5 0,0 2-11 16,-2 1-3-16,-3 0-10 16,-2 2-3-16,-1 3-7 15,1 3-8-15,2 0 8 16,-2 0-9-16,4 4-23 0,-1 2-33 16,4-1-53-16</inkml:trace>
  <inkml:trace contextRef="#ctx0" brushRef="#br0" timeOffset="95123.38">23556 12438 225 0,'0'0'1'16,"0"0"1"-16,0 0-1 15,0 0 4-15,0 0 8 16,0 0 11-16,1-28-17 0,-7 26-1 15,0 2 0-15,1 0-5 16,0 0 0-16,1 0-1 16,-1 3 0-16,3 3 0 15,1 0-1-15,1 0-1 0,0 1-3 16,1 1 2-16,5-1 2 16,0 1 2-16,1 0-1 15,0-1 1-15,0 1 0 16,-1 1-2-16,-1 1 2 15,-2-1 0-15,0 1-2 0,-3-1-1 16,0-1 1 0,0-1 0-16,-4-1 1 0,-2 1 2 15,-2-2-1-15,-1 0 2 16,-2 0 1-16,-2 0-1 16,-1-1-1-16,-2 2-2 15,-3 0-2-15,-1-3-53 0,-1-2-180 16</inkml:trace>
  <inkml:trace contextRef="#ctx0" brushRef="#br0" timeOffset="96439.74">23146 12715 128 0,'0'0'0'0,"0"0"-6"0,30 7 1 0,-18-4-12 0,2-1 4 15,0 1 13-15,0-1 4 16,0 1 19-16,0 0 7 16,3-1 2-16,0 1-8 15,0-2-16-15,3-1-4 16,1 0-3-16,0 0 0 0,2-4 0 16,-1-3 0-16,0-1-1 15,-1-1 9-15,-2 0 2 16,1-2 3-16,-3 1-7 15,1-2-3-15,-5 1-3 16,1-1-1-16,-2-1 2 16,1 0-4-16,-3-1 4 15,-3 0-2-15,1-2 0 0,0 1 1 16,-1-2 0-16,-2 0 1 16,-2 0 0-16,0 0-1 15,-2 0 0-15,-1 0-1 16,0-1 0-16,-5 1-4 0,-2-1 1 15,-3 2 7-15,0 0-1 16,-4 0-3-16,-1 1 0 16,-1 2-3-16,-1 0 4 15,-3 3 0-15,1-1-3 0,-2 1 3 16,-1 0-1-16,1 3 1 16,-2-1 3-16,0 2-1 15,1 0-2-15,0 3 0 16,-2 1-1-16,-1 2-1 15,0 0 1-15,-1 0-1 16,-1 5 0-16,-2 4-4 0,1 1 1 16,0 4 4-16,2 2 0 15,2 2 1-15,3 2-1 16,3 1 0-16,4-1 0 16,3 1-1-16,3-1 1 0,2 1-2 15,3-1 0-15,2-2 0 16,1 2 2-16,0-1 0 15,3-1 0-15,5 0 2 16,3-2 3-16,1 1 0 16,4-2 0-16,2-2 0 0,1 0 1 15,2-3 2-15,-1 0 0 16,0-3-1-16,0 1 0 16,-2-3 3-16,-2-1-5 15,-1-1-1-15,0-2-3 16,-2-1 1-16,-1 0 0 15,-1 0-1-15,0 0-1 0,-1-3 0 16,-4-1 0-16,1 0-5 16,-2 0-19-16,-1-4-40 15,-2 1-88-15</inkml:trace>
  <inkml:trace contextRef="#ctx0" brushRef="#br0" timeOffset="100125.86">22219 12868 102 0,'0'0'97'16,"0"0"-93"-16,0-2-2 0,0 2-3 0,0-2-2 15,0 2 4-15,0 0 0 16,0 0 2-16,0 0 4 16,0 0 2-16,0 0-5 0,0 0-3 15,0 0-1-15,0 0-4 16,0 6 4-16,0 1 0 15,0 1 1-15,0 2 0 16,0 2 0-16,0 0 1 16,0 1 2-16,3 1 4 0,-3 2-1 15,2 1-3 1,0 0-3-16,-2-1-1 0,1 0 0 16,0-2 0-16,-1-2-3 15,0-2-9-15,0-2-14 16,-1-3-46-16</inkml:trace>
  <inkml:trace contextRef="#ctx0" brushRef="#br0" timeOffset="100480.69">22212 12891 76 0,'0'0'9'0,"0"0"16"16,0 0 0-16,0 0 0 0,0 0 7 16,30-14-12-16,-23 14-4 15,2 0-3-15,1 4 0 16,0 2-1-16,1 4-2 16,0 0-6-16,-2 4-2 15,0 2-1-15,-1 2-1 0,-3 0 0 16,0 0 0-16,-3 0-3 15,-2-1 4-15,0-3-3 16,0-2 2-16,-4 0-1 16,-3-3 1-16,-2-2 1 15,-2 1 0-15,0-1 0 16,0 0-1-16,0-1-7 0,1-4-18 16,0 0-44-16,6-2-17 15</inkml:trace>
  <inkml:trace contextRef="#ctx0" brushRef="#br0" timeOffset="100821.81">22412 12994 157 0,'0'0'11'0,"0"0"-9"0,0 0-1 15,0 0 0-15,-2 30 3 16,0-21 7-16,0-1 1 15,2 0-3-15,0-1-4 16,0-2-2-16,0-2-2 16,5 0-1-16,2-3 2 0,-2 0-2 15,3 0 3-15,1-3-1 16,-5-4 2-16,2-3 4 16,-2 2 7-16,-3-4 4 15,-1 1 2-15,0-1-3 16,0 2-6-16,-3 0-6 15,-2 2-3-15,-2 3-10 0,2 2 5 16,0 3-6-16,0 0-10 16,2 2-12-16,1 4-12 15,2 3-18-15,0-2-13 16</inkml:trace>
  <inkml:trace contextRef="#ctx0" brushRef="#br0" timeOffset="101185.09">22575 12973 284 0,'0'0'17'16,"0"0"-6"-16,9-28-4 15,-9 20-5-15,0 1 0 16,0 1 0-16,0 2-1 16,-5 1-1-16,0 3 7 15,-1 0-8-15,0 1 0 0,-2 6 1 16,3 3 1-16,1 1-2 15,1 1 0-15,3 1-2 16,0 0-2-16,0-2-1 16,3-1 3-16,4 0-1 15,2-1 0-15,-1-2 2 16,2 1 2-16,-1-3 0 0,-2 3 0 16,-1 0 0-16,-2-1-5 15,-3 1-11-15,-1 1 8 16,0-1 4-16,0 0 2 15,-7-1-1-15,0 0 3 16,-1 0 1-16,-1-3-3 16,-2 3-17-16,0-2-28 15,0-2-61-15</inkml:trace>
  <inkml:trace contextRef="#ctx0" brushRef="#br0" timeOffset="101459.02">22327 13288 147 0,'0'0'0'0,"0"0"3"0,0 0 13 0,39 0 21 0,-17-3-8 16,5-3-9-16,2-1-8 0,3 1-12 16,1 1 1-16,0-1-2 15,-1-2-14-15,-2 2-36 16,-4-1-50-16</inkml:trace>
  <inkml:trace contextRef="#ctx0" brushRef="#br0" timeOffset="101640.08">22475 13331 251 0,'0'0'3'16,"0"0"-5"-16,0 0-1 15,0 0 2-15,0 0 1 16,47 23 0-16,-27-23-32 15,2-8-68-15</inkml:trace>
  <inkml:trace contextRef="#ctx0" brushRef="#br0" timeOffset="102130.97">23192 13041 165 0,'0'0'36'0,"0"0"-33"16,0 0 7-16,-29 0-3 15,19 1 3-15,-2 7 0 16,2 3 4-16,-1 3-3 0,1 2-1 16,0 3-7-16,2-1-1 15,3 0-1-15,1-1 0 16,2-3-1-16,2-2 0 16,1-3 0-16,8-3-1 15,2-2-1-15,6-3-6 16,1-1-32-16,2-2-73 0</inkml:trace>
  <inkml:trace contextRef="#ctx0" brushRef="#br0" timeOffset="102479.72">23316 13125 242 0,'0'0'22'16,"0"0"12"-16,0 0-6 16,0 0-7-16,4-27-2 15,-7 26-6-15,-4 1-8 16,-1 0-6-16,-1 2 2 15,1 5 0-15,-3 2-1 16,4 4 0-16,1-3 0 0,3 1-2 16,2-2-1-16,1-1-5 15,0-1-3-15,3-4-3 16,4 0-3-16,1-3 0 16,2 0 7-16,1-1 2 0,-1-4 4 15,0-2 4-15,-3-2 1 16,0 2 2-1,-1 0 6-15,-2 2 4 0,0 2-5 16,0 1-1-16,-1 2-5 16,1 0-1-16,0 0-2 15,1 3 1-15,0 1-1 16,0 2 1-16,1 1-6 0,1-1-10 16,-2-2-28-16,2-2-62 15</inkml:trace>
  <inkml:trace contextRef="#ctx0" brushRef="#br0" timeOffset="102714.7">23453 12996 268 0,'0'0'20'0,"0"0"-3"0,0 0-10 16,0 0-6-16,0 0-2 15,0 0 7-15,18 30-1 16,-15-14-4-16,1 2 0 0,1 0-1 16,-2 1 0-16,-1-2 0 15,-2 0-13-15,0-2-21 16,0-4-38-16,-4-2-68 16</inkml:trace>
  <inkml:trace contextRef="#ctx0" brushRef="#br0" timeOffset="102857.43">23442 13113 284 0,'0'0'-6'0,"0"0"4"15,0 0 1-15,36-23 0 16,-22 20-4-16,1 1-9 0,-2 1-10 16,0-3-42-16,-3 1-88 15</inkml:trace>
  <inkml:trace contextRef="#ctx0" brushRef="#br0" timeOffset="103509.92">23519 12981 216 0,'0'0'9'0,"0"0"-2"15,-10-30 3-15,8 20 0 16,0 1-6-16,-1 0 1 0,0-1 3 15,-2 0 0-15,-1 1-2 16,-1-1-1-16,-1-2-2 16,-1 2 3-16,-1 1-2 15,-1-1-4-15,0 1 1 0,-2 3-2 16,-1-1-1-16,-2 1 1 16,0 2 2-16,-2 1-2 15,-1 1 1-15,-4 2-1 16,0 0 2-16,-3 0-2 15,-1 4 3-15,-1 5 0 0,1 3-1 16,-1 4-1 0,1 3 0-16,2 5 1 15,0 4-1-15,2 3 0 0,2 1 0 16,1 2 0-16,3 1 0 16,3-1 0-16,4 0-2 15,5 1-1-15,2-1 3 0,3 1-1 16,1 0-3-16,10 0 1 15,1-2-15-15,4-2 16 16,4-1 1-16,2-5-1 16,3-4 1-16,3-3 0 15,-1-4 3-15,5-5-1 0,2-5 6 16,2-4 0-16,1 0 5 16,2-7-1-16,0-4-1 15,-3-4-4-15,-1-3-2 16,-3-1 1-16,-2-4-5 15,-4-1 2-15,-4-3-1 0,-1 0 3 16,-5-2 0-16,-3-1 3 16,-4 1 1-16,-2 0-4 15,-5 1-1-15,-2 3 0 16,0 1-2-16,-7 2-1 0,-4 3-8 16,-5 2-6-16,-2 4 0 15,-6 3-16-15,0 5-22 16,-2 0-36-16,1 0-69 15</inkml:trace>
  <inkml:trace contextRef="#ctx0" brushRef="#br0" timeOffset="109284.51">22915 11878 61 0,'-1'0'27'0,"1"0"7"0,0 0-10 0,0 0-8 15,0 0-4-15,0 0-3 16,0 0 0-16,0 0 3 16,0-2 7-16,0 1-5 15,0 1-6-15,0 0 3 16,0 0-2-16,0 0-6 0,0 0-4 15,0 0 0-15,0 3-1 16,0 2 2-16,0 0 1 16,2 1 0-16,0-1 0 15,-1 0-1-15,4-3 1 16,-3 1 1-16,3-3 2 0,2 0 8 16,2 0 7-16,2-9 0 15,4-3-5-15,3-5-3 16,4-4-6-16,6-4-4 15,3-3-1-15,3-4-4 16,0-2-59-16</inkml:trace>
  <inkml:trace contextRef="#ctx0" brushRef="#br0" timeOffset="115973.69">19660 13030 166 0,'-1'1'1'0,"0"1"0"0,1-1-2 0,0-1-7 16,0 3 4-16,0-1 4 15,0 0 0-15,1-1 4 16,5 1-1-16,-2 0 0 16,2-1-1-16,1-1-1 0,0 0 1 15,1 0-2-15,1 0 0 16,1 0 0-16,0 0 0 15,1 0 0-15,-1-1 0 16,3-2 0-16,2 1-4 0,1 0 0 16,1-1 4-16,3 1-1 15,0-1 1-15,0 2-1 16,-1-1 0-16,1 0 1 16,0 2 2-16,0-2 5 15,1 1 2-15,0 0-4 16,3 1-2-16,-3-1-2 0,2 0-1 15,0 1 0-15,0-1 1 16,-1 1-2-16,0-1-1 16,-1-1 3-16,0 2-1 15,-1-3 0-15,-1 2 1 16,0-2 8-16,1 0 7 0,-1 0-2 16,0-1-1-16,0 1-11 15,-3 0-1-15,-1 0 0 16,0 1 0-16,0 0 4 15,-3-2 2-15,0 1-1 16,1-1-3-16,-2 0-3 0,1 0 0 16,0-1 0-16,-2-1 1 15,-2 0-2-15,2-2 2 16,-1 0 1-16,-1-1-2 16,1-2 0-16,-1 0 0 15,-1 0 1-15,0 0-1 0,0-1 1 16,-1 1-1-16,-1 0 1 15,0 0 0-15,0 0 2 16,0 0 0-16,0-1-3 16,-3-1 1-16,1 1-1 15,-1-2 0-15,-1-1 0 16,1 2 1-16,-2-2-1 0,0 1 0 16,0 1 1-16,0 1 12 15,0-1 0-15,0 0-4 16,-3 1-8-16,1 0 0 15,-1 0-2-15,1 0 1 16,-3 2-1-16,2-1-3 0,-2 2 5 16,0 0-3-16,-1 1 4 15,1 1-3-15,-1-1 5 16,-1 1 2-16,-1 1-2 16,0-1-4-16,-2 1-2 15,-1 1-5-15,0 0 3 0,-2 0 3 16,-1 2 2-16,0-1 0 15,1 0-1-15,-2 2 3 16,2-1 3-16,1 2-3 16,0 0-3-16,-1 0 0 15,1 1-3-15,-1 0-3 16,1 0 2-16,-2 0 2 0,-1 0 1 16,-3 2-2-16,1 0 5 15,-5 0-5-15,-1 1-3 16,-1 0 6-16,0-1-1 15,0 1 2-15,0 0-1 0,2-1 2 16,0 2-6-16,0-1 6 16,2 0-2-16,1 0 2 15,1-1-2-15,0 1 0 16,2-1 2-16,-1 1-1 16,1-1-1-16,0 0 0 0,0-1 1 15,0 1-1-15,2-1 0 16,-2 1 0-16,2 0 0 15,-1 0-1-15,1-1 2 16,-1 1-2-16,1 1 1 16,0 2-1-16,0-2 0 0,0-1 1 15,0 2-1-15,-1-1-2 16,0 0 0-16,0 0 1 16,0-1-5-16,-1 0 7 15,2 1 2-15,0-3 0 16,1 3-1-16,0-1-1 0,1-1 0 15,2 2 1-15,1-2 0 16,1 1 0-16,3-1 2 16,0 2 2-16,4-2-3 15,-1 0-1-15,0 2-1 16,2 0-2-16,0 1-2 16,0 3 3-16,0-1 0 0,0 4-1 15,0 0 1-15,0 3 1 16,0 0-1-16,0 2 1 15,0 0 1-15,0 2-2 16,0-1 0-16,0 1 1 0,-2-2-1 16,-2-1 1-16,1 1 1 15,2-3-1-15,-1 1 1 16,0 0-1-16,1 1 1 16,1 0-1-16,0 1 3 15,0 0-3-15,0 2 0 0,3 2 1 16,-1-2-1-1,3 1 1-15,0 0-2 0,0-2 1 16,1-2 0-16,1-1 0 16,1-2-1-16,1-2 1 15,3-4 0-15,4-2-3 16,3-3 1-16,3 0-11 0,1-10-43 16,4-4-118-16</inkml:trace>
  <inkml:trace contextRef="#ctx0" brushRef="#br0" timeOffset="137274.54">7215 12033 76 0,'-6'0'8'0,"1"0"0"0,2-1-1 15,-1-2-6-15,3-1 1 16,-2 1 4-16,0-1 5 0,3 1 2 15,-1 1 3-15,-1 0-2 16,2 1-3-16,-1-1-1 16,1 1-3-16,0 1 1 15,0 0-3-15,0 0 1 16,0 0-6-16,0 0-3 16,0 0-2-16,0 2 4 0,0 4 1 15,3 4 1-15,1 0-1 16,0 3-1-16,0 2 0 15,1 1 1-15,-2 1-4 16,-1 0 4-16,-1 1-4 16,0 0 5-16,-1-2 2 0,0-1-2 15,0 0 1-15,0-2-2 16,0-3 1-16,-1 0-1 16,0 0 0-16,1-3 0 15,0-1 1-15,0-1-2 16,0-1 0-16,0-1 1 0,0-2-6 15,0 0 5-15,1-1-1 16,2 0 6-16,0 0 1 16,0 0 7-16,2 0 0 15,0 0-5-15,0 0-4 16,1-2 2-16,1 2-4 0,0 0 1 16,0 0-1-1,3 0 1-15,-2 0-1 0,2 0 2 16,0 5-5-16,0 1-20 15,-1-1-42-15,-1 0-56 16</inkml:trace>
  <inkml:trace contextRef="#ctx0" brushRef="#br0" timeOffset="137844.13">7414 12180 67 0,'0'0'3'0,"0"0"8"0,0 0 3 16,0 0-2-16,0 0-7 15,0 0 5-15,-31 0 3 0,25 9-7 16,-1 1 7-16,0 1-8 16,2 0-2-16,3 1 0 15,1 1-1-15,1-3-2 16,0 0 3-16,1 1 0 16,6-4-2-16,0-2 1 15,0-2-1-15,3-2-1 0,-2-1 10 16,2-1 4-16,-1-5-1 15,1-3-5-15,-2-2-5 16,0 0 0-16,-1-1 0 16,-2-1-2-16,0 0 2 0,-3 1-1 15,0-1-1-15,0 2 1 16,-2 2-1-16,0 2 0 16,0 2 0-16,0 2 10 15,0 3-1-15,0 0-10 16,0 6-8-16,0 1 6 15,0 3 3-15,0-1 2 0,3 2-2 16,1-1-2-16,2-2 0 16,-2-1 0-16,2 1-6 15,0-1-7-15,3-2-12 16,-2-2-11-16,-1-2-22 16,1-1 2-16</inkml:trace>
  <inkml:trace contextRef="#ctx0" brushRef="#br0" timeOffset="138364.26">7573 12141 42 0,'0'0'27'0,"0"0"10"0,0 0 10 0,0 0-8 16,0 0-16-16,0 0-30 16,0 0 1-16,0 0 3 15,0 0 9-15,0 0-5 16,8 34-3-16,-1-27-2 15,2-2 0-15,1-2 3 0,-2-2-5 16,2-1 2-16,0 0 11 16,0-2-3-16,0-6-1 15,-3-1 1-15,-3-2 1 16,2 0 3-16,-5-2 5 16,1 0-7-16,-1 3-3 0,-1 1 1 15,0 1-3-15,0 4 0 16,0 0 2-16,0 3 6 15,0 1-1-15,0 0-10 16,0 8-8-16,3 2 6 0,0 1 6 16,2 4 0-16,2 0-2 15,0 1-1-15,-1-1 0 16,2-1 1-16,-1 2 0 16,0-1-1-16,-1 1 0 15,0-1-2-15,-3 1-3 16,-1 0 2-16,-2-1 1 0,0 1 2 15,-2-1 2-15,-5 0 2 16,-2-4 7-16,-1-2-6 16,0-2 5-16,-1-3-2 15,1-3-2-15,0-1 2 16,2-4-3-16,2-7-4 0,2-4 0 16,2-4-11-16,2-4-19 15,0-3-66-15</inkml:trace>
  <inkml:trace contextRef="#ctx0" brushRef="#br0" timeOffset="139025.51">7841 12096 19 0,'0'0'34'0,"0"0"-6"0,11-34-12 0,-8 23-2 16,-3 1-4-16,0 0-5 15,0 1-2-15,0 2 0 16,-4 0 2-16,-1 3 5 0,0 1 1 15,0 2-4 1,1 1 1-16,1 0-8 0,0 3-1 16,-2 4 6-16,4 1-4 15,0 5-3-15,1-1 2 16,0 3 0-16,0 0-1 16,0 0 1-16,2 0 1 15,2-1 0-15,0 0 4 0,2-1-3 16,0-2-2-16,1 1 0 15,0-4-2-15,0 0 2 16,2-2-3-16,0-3 3 16,-1-1-1-16,1-2 3 0,1 0 1 15,-3-1-2-15,2-7 2 16,-2-3-1-16,2-3 1 16,-4-2 0-16,3-1 0 15,-4-2 0-15,3 0 2 16,0 1 6-16,-2 2-6 15,2-1 0-15,0 6 2 0,-1 1-4 16,0 3-1-16,0 2 0 16,1 5 0-16,-3 0-4 15,2 2-2-15,-1 6 3 16,1 2 3-16,0 2-1 16,0 1 2-16,1 0-1 0,0-1-1 15,1-1 1-15,2-2-4 16,4-3-8-16,1-2-24 15,0-4-32-15,1 0-3 16</inkml:trace>
  <inkml:trace contextRef="#ctx0" brushRef="#br0" timeOffset="139411">8260 11977 83 0,'0'0'13'0,"4"-35"25"0,-4 20 4 15,0 4-13-15,-4 1-15 16,-2 3-7-16,-1 1-5 0,-1 2 1 15,1 3-3-15,-1 1 0 16,1 0-3-16,1 0 3 16,2 0-7-16,0 5-1 15,2 2 4-15,2 2 1 16,0 1-1-16,0 0 2 16,0 0 0-16,3 2-1 0,1-1 1 15,1-2 1-15,2 1-1 16,0 0 1-16,-2-1 2 15,2-2 1-15,-1 0-3 16,1 0 2-16,0-1 0 16,-3-1-1-16,0 1 0 0,-1-1 3 15,-3 2 0-15,0 0-1 16,0 1 2-16,0 1 6 16,-4 1 2-16,-2 1-10 15,-1 0 4-15,-1-1-5 0,2-2-2 16,-1-1-7-16,2-4-4 15,0-3-13-15,3 0-18 16,2-11-46-16</inkml:trace>
  <inkml:trace contextRef="#ctx0" brushRef="#br0" timeOffset="139596.82">8257 11921 178 0,'0'0'17'0,"0"0"4"0,0 0-9 0,0 0-14 16,0 0-12-16,0 0 4 16,-12 30 10-16,10-10-6 15,-1 3-12-15,0 3-3 16,-2 2-15-16,0 0-9 16</inkml:trace>
  <inkml:trace contextRef="#ctx0" brushRef="#br0" timeOffset="140092.65">7385 12448 79 0,'0'0'18'16,"0"0"13"-16,0 0-8 0,0 0-9 15,0 0-13-15,0 0 1 16,0 0 0-16,0 0-4 16,39-22 2-16,-19 19-2 15,5 0 2-15,5 0 0 16,6-1-1-16,2-1-1 0,6 0 1 15,2-3 2-15,3-1-2 16,5-2 0-16,-2 0-8 16,3-1 8-16,2-1 3 15,3 4 0-15,-1-1 1 16,0 1-1-16,-4 0-10 16,-4 1-95-16</inkml:trace>
  <inkml:trace contextRef="#ctx0" brushRef="#br0" timeOffset="161449.24">7246 12368 0 0,'0'1'22'0,"0"-1"13"0,0 1-11 0,0-1-6 16,0 0-18-16,-4 0 3 0,3 0 8 15,-2 0 4-15,-2 0-4 16,3 0-4-16,-1 0-5 16,-4-1-1-16,4 0-1 15,-4 0 0-15,-1-1 0 16,-1-1 1-16,-1-3 0 0,0 0 3 16,-2-3 3-16,-1-2-4 15,1-2-2-15,0-4-2 16,1-2-2-16,-2-2-8 15,1-1-1-15,0-4 2 16,2-1 6-16,1-1 4 0,3 0 0 16,-1-3 1-16,5 0 0 15,2 2 2-15,0-1 5 16,3 2-8-16,7 0 4 16,4 2-2-16,3 1-5 15,4 1 7-15,1 2-4 0,4 1 4 16,2 2-2-16,6 3-1 15,1 1-1-15,7 2 0 16,5-1-1-16,1 3 0 16,4-1 1-16,3 1-3 15,0-1 2-15,1-1 1 0,2 1 0 16,3-1 0-16,-2 0 1 16,0 2-1-16,-4 1-1 15,-2 1 2-15,-4 1-2 16,-7 4 1-16,-7 1-1 15,-6 2 2-15,-8 1 1 0,-5 0-1 16,-8 1 0-16,-5 8-2 16,-3 4 5-16,-6 6-3 15,-8 5-5-15,-4 2-64 16</inkml:trace>
  <inkml:trace contextRef="#ctx0" brushRef="#br0" timeOffset="161883.7">8879 12124 17 0,'0'0'0'0,"0"0"-5"0,0 0-6 0</inkml:trace>
  <inkml:trace contextRef="#ctx0" brushRef="#br0" timeOffset="162565.57">8904 11997 12 0,'0'0'29'0,"0"0"-11"15,0 0 2-15,0 0-4 16,0 0-3-16,0 0-4 16,0 0 1-16,0 0-3 15,-25-13-6-15,23 13-1 16,0 0-2-16,0 2-4 0,1 2 4 16,-1 3 0-16,1 1 2 15,-4 2 0-15,3 3 0 16,-3 2 0-16,0 3 1 15,2 1-1-15,-1 3 1 16,1 0-6-16,3 0 9 0,0 0-3 16,0-1-1-16,0 0 0 15,0-3 0-15,5 0 0 16,0-4 0-16,-1-1 0 16,-1-5 0-16,1-1 0 0,0-3 0 15,-1-2 0-15,2-2 2 16,2 0 1-16,-2-3 5 15,2-4-1-15,1-1-4 16,-1-4 1-16,0 1 3 16,-1-3-1-16,0 0 0 15,-2-2-3-15,-1-1-1 16,0-1 0-16,-2-2-1 0,-1 0 0 16,0 0-1-16,-3 0 2 15,-1 0-1-15,-3 2-1 16,0 1 0-16,-2 3 0 15,1 3 0-15,-1 2 1 0,0 3-1 16,0 2-2-16,2 2 2 16,2 2-2-16,-1 0-18 15,0 0-31-15</inkml:trace>
  <inkml:trace contextRef="#ctx0" brushRef="#br0" timeOffset="163320.29">8887 12199 64 0,'0'0'8'0,"0"0"3"0,0 0-5 0,0 0-5 0,0 0-1 15,-24 29 1-15,21-19-1 16,-1-1 0-16,0 2 0 16,2 1 1-16,-1 1-1 15,0 3 0-15,1 1 0 0,-2 1 0 16,3 2 0-16,-1 1 0 15,-1 1 0-15,1 2 0 16,-1-1 0-16,-2 1 0 16,1-3 0-16,1 0 2 15,-1-2-2-15,1-3 0 0,2-2 0 16,-1-3 0-16,2-1 0 16,0-1 0-16,0-3 0 15,2-4 1-15,3-1-2 16,3-1 3-16,0 0 6 15,1-7 3-15,1-2-3 16,0-1-4-16,0-2 2 0,0-3-4 16,0 0 3-16,-2 0-1 15,1-2-1-15,-2 0 1 16,-4-1 2-16,2-1-2 16,-2 0 1-16,-3 0 0 15,0 0-3-15,0 0 1 0,-3 1-1 16,-4 0-2-16,1 5 2 15,-1 1-2-15,0 2-1 16,0 3 1-16,1 2-2 16,0 1-3-16,0 4-15 15,2 0-3-15,1 0-21 0</inkml:trace>
  <inkml:trace contextRef="#ctx0" brushRef="#br0" timeOffset="163895.49">8873 12505 59 0,'0'0'4'0,"0"0"4"0,0 0-3 0,-6 37-2 15,2-24 1-15,0 0-3 16,-2 2 0-16,2 2 1 16,-2 0-1-16,1 4-1 15,-1 2 1-15,1 5 0 0,-2 0-1 16,1 1 1-1,2 0-1-15,-1 0 1 0,4-1 1 16,1-3-2-16,0-1 0 16,3-1 0-16,3 0 0 15,2-2 0-15,2-3 0 16,1-3 0-16,-3-5 0 16,4-5 0-16,-4-5 0 0,1 0 20 15,1-3 1-15,-4-6-9 16,1-2-6-16,-2-1 6 15,-1-3-9-15,-1 0 2 16,-3-2-1-16,0-1-1 0,0-1 0 16,0 1-2-1,-5-1-1-15,0 2 0 0,-2 2 0 16,-1 1-2-16,1 3 0 16,-1 4 1-16,3 2 1 15,-1 1-4-15,0 4 1 0,1 0-6 16,3 0-8-16,-3 5-10 15,2 1-17-15</inkml:trace>
  <inkml:trace contextRef="#ctx0" brushRef="#br0" timeOffset="164380.24">8845 13082 61 0,'0'0'5'0,"-7"49"-1"0,6-24-1 0,-1 2-1 16,2 2-1-16,0-1 0 15,0-3 0-15,3-2 0 0,4-6 2 16,0-4-2-16,4-6 3 16,-1-5 5-16,0-2 2 15,2 0 3-15,2-7 0 16,-1-5-11-16,-1-3 6 15,-1-1 1-15,-2-4-2 0,-2 0 2 16,-2 0-1-16,-2-3 5 16,-3 2-6-16,0-2-1 15,-5 4 3-15,-3 0-2 16,-3 4-4-16,-2 0-1 16,0 8-1-16,-2 5-2 0,0 2-5 15,0 7-2-15,0 7-35 16,-2 4-31-16</inkml:trace>
  <inkml:trace contextRef="#ctx0" brushRef="#br0" timeOffset="167125.6">8797 11817 12 0,'1'1'19'0,"-1"0"-8"0,2 0 4 0,-2-1-8 16,0 0-5-16,1 0-1 0,-1 0 3 15,4 0 1-15,-1-2 5 16,4-7 1-16,3-4-4 16,5-4-1-16,5-5-4 15,4-4-1-15,4-4-3 16,2-5-48-16</inkml:trace>
  <inkml:trace contextRef="#ctx0" brushRef="#br0" timeOffset="168988.43">9204 11918 34 0,'0'0'10'0,"0"0"6"0,0 0-9 0,-1 0-1 0,0 0-5 16,-1-2 1-16,1 1 0 16,-1-1 4-16,0 1 2 15,1 0 3-15,-1-1-1 16,0 2-7-16,1 0-2 16,-1 0-2-16,-1 6-1 0,1 3-1 15,-3 3 2-15,-2 3 1 16,1 4 0-16,1 4-1 15,-2 2 2-15,2 3 0 16,0 2 0-16,3-3 0 16,2-1-1-16,0-5 1 15,0-4-1-15,0-4 0 0,0-5 0 16,3-4 1-16,3-4 1 16,-3 0 2-16,4-3 4 15,-3-6 9-15,2-6-4 16,-2-2 0-16,2-2-3 15,-5-2-3-15,-1-1-1 16,0 3-1-16,-1 0 1 0,-6 2 1 16,-2 1 1-16,-1 5-3 15,1 2-4-15,0 2 0 16,-1 5 0-16,3 2-6 16,-1 1-31-16,3 10-20 0,0 3-2 15</inkml:trace>
  <inkml:trace contextRef="#ctx0" brushRef="#br0" timeOffset="169354.86">9130 12277 73 0,'0'0'40'0,"0"0"-23"0,0 0-15 0,0 0-2 15,0 0 1-15,0 0-1 16,0 0 0-16,0 0 1 0,0 0-1 15,2 32 1-15,-2-20-1 16,0-1 1-16,5 4-1 16,-2-4 1-16,2-1 0 15,1-3-1-15,0-2 1 16,1-2 1-16,1-3-1 0,-1 0 5 16,1-1-2-16,-1-7 4 15,2-1-3-15,-1-2 1 16,-1-4-1-16,-2 2 3 15,0-2-2-15,-4 0 0 16,-1 0-4-16,0 3-2 0,0 1 1 16,-5 3 0-16,-1 4-3 15,-1 3-3-15,-4 1 3 16,3 5-28-16,-2 7-8 16,0 2-12-16</inkml:trace>
  <inkml:trace contextRef="#ctx0" brushRef="#br0" timeOffset="169674.19">9189 12466 63 0,'0'0'1'0,"0"0"1"15,0 0-1-15,0 36 1 16,1-23-2-16,1 1 0 15,2-1 1-15,0 0 0 16,0-1 2-16,3-3-1 0,-3-2 3 16,3-2-3-16,-4-3 0 15,3-2 2-15,-3 0 4 16,-2-7 15-16,2-6-1 16,-3-1-9-16,0-4 4 15,0-3-10-15,0 1-1 16,-7 0-3-16,-1 2-1 0,-1 2-2 15,0 4 0-15,0 4-8 16,-1 5-22-16,-3 3-9 16,3 6-14-16</inkml:trace>
  <inkml:trace contextRef="#ctx0" brushRef="#br0" timeOffset="170122.14">9241 12671 91 0,'0'0'-3'16,"0"0"3"-16,11-32 1 16,-9 21-1-16,-1-1 1 0,-1 3-1 15,0 2 4-15,-6 3 4 16,-1 4 7-16,-3 0-7 15,1 4 0-15,-1 9-4 16,1 5-4-16,-1 4 1 16,5 4-1-16,-1 2 0 0,3 0 0 15,2 0 0 1,1-5 0-16,0-3-1 0,1-4 1 16,6-4 0-16,0-3-1 15,3-5 1-15,-1-2 1 0,2-2-2 16,0-2 2-1,-1-6 1-15,0-5 6 0,-1-2 4 16,-2-1 7-16,-2-3-8 16,-1 0 0-16,-4 0 0 15,0 1-5-15,-4 1 1 16,-3 3 0-16,1 4-7 0,-5 4-2 16,3 5-12-16,-4 1-18 15,2 9-38-15,0 2-43 16</inkml:trace>
  <inkml:trace contextRef="#ctx0" brushRef="#br0" timeOffset="170519.8">9246 12930 157 0,'0'0'-15'0,"0"0"12"0,0 0 3 0,0 0-6 0,0 0-32 16,0 0-8-16,0 0 10 16,0 0 31-16,0 0 21 15,12 18 10-15,-16-1-2 16,1 6-7-16,-2 5-8 0,3 3-7 16,0 2 0-16,1-1-2 15,1-2 0-15,0-6 0 16,1-5 0-16,5-7-1 15,0-6 0-15,3-5-2 0,1-1 0 16,-2-10 4-16,1-3 3 16,-2-2 4-16,0-5 4 15,-3-1 5-15,-2-1 4 16,-2 0-6-16,0 1-7 16,-4 1-3-16,-5 2-4 15,-1 4 0-15,0 4-1 0,0 5-3 16,0 4-18-16,1 1-11 15,-1 4-32-15</inkml:trace>
  <inkml:trace contextRef="#ctx0" brushRef="#br0" timeOffset="170868.22">9280 13365 87 0,'0'0'-17'16,"11"43"17"-16,-5-22 0 15,3-4 0-15,-1-1-13 16,-2-8 6-16,0-2 8 0,-3-4 1 16,-1-2 21-16,0-2 17 15,-2-5 6-15,0-2-25 16,0-2-14-16,-6-2-4 15,-1 1-1-15,-3 0-1 16,-3 1 1-16,0 3-4 16,-2 3-8-16,1 2 0 0,1 3 10 15,2 3 0-15,1 10 0 16,1 3-2-16,4 6 0 16,1 1-9-16,4 1-18 15,0-3-6-15,1-3-24 16</inkml:trace>
  <inkml:trace contextRef="#ctx0" brushRef="#br0" timeOffset="171473.61">9597 11899 79 0,'0'0'4'0,"0"0"7"0,-34 34-5 0,23-15-4 0,0 4-2 16,2 2 0-16,2 2 1 15,4-3-1-15,2-3 0 16,1-4 0-16,4-4 1 16,4-6 1-16,4-7 1 0,2 0 2 15,1-10 4-15,1-5 4 16,-2-6-2-16,0-1 0 15,-1-4 1-15,-4 1-3 16,-3-1-3-16,-3 1-2 16,-3 5 2-16,0-1-3 15,-3 4-1-15,-3 4-2 16,-3 5-2-16,-1 3-8 0,-1 5-36 16,-2 6-13-16</inkml:trace>
  <inkml:trace contextRef="#ctx0" brushRef="#br0" timeOffset="171866.66">9610 12290 133 0,'0'0'25'0,"0"0"-26"15,0 0 4-15,0 0-3 16,0 0 1-16,0 0-1 15,0 0 0-15,27 17-1 16,-22-17-2-16,-4-2 4 16,1-5 6-16,-1-3 2 15,-1 0 0-15,0-3-1 0,0 1-1 16,-4 2-6-16,-5-1 2 16,1 2-2-16,-3 3 2 15,0 1 2-15,1 2-5 16,-2 3-1-16,2 0-5 15,0 8-11-15,1 4 3 0,5 5 6 16,-1 3 1-16,5 3-1 16,0 1 4-16,6-2 0 15,7 0-3-15,3-4-9 16,1-3-4-16,2-5-4 16,2-7 11-16,-1-3 2 0,-2 0-1 15,-2-11-27-15</inkml:trace>
  <inkml:trace contextRef="#ctx0" brushRef="#br0" timeOffset="172257.37">9610 12147 57 0,'0'0'6'0,"-17"30"8"0,8-9 0 0,-1 3-1 0,1 2-3 16,3 1-1-16,2 0-4 15,4-2-3-15,0-2 0 16,0-5 0-16,7-3-2 15,2-3 1-15,0-6 0 16,-2-4 2-16,3-2 3 16,-1 0 1-16,0-5 7 0,1-5-1 15,-2-6-2-15,1 0-2 16,-5-3-3-16,2-1-5 16,-5-1 2-16,-1 2-4 15,0 1-7-15,0 4-44 0,-1 4 3 16,-4 5-50-16</inkml:trace>
  <inkml:trace contextRef="#ctx0" brushRef="#br0" timeOffset="172705.6">9646 12597 140 0,'0'0'2'0,"0"0"1"0,0 0-2 16,0 0 0-16,0 0 0 16,0 0-4-16,27 19 6 15,-25-25 0-15,-2-3 6 16,0-1-3-16,0 0 0 16,-2 2 5-16,-2 2-4 15,-2 2 1-15,0 1-8 0,1 3 2 16,-2 3-4-16,0 7-4 15,2 6 2-15,2 3 4 16,0 3-1-16,3 1 0 16,0 1 1-16,1-2-3 15,7-2-3-15,1-4-4 16,1-5 6-16,1-7 3 0,0-4 1 16,2 0 0-16,-3-7-1 15,0-8 11-15,-2-2-4 16,-2-3 4-16,-2-2 1 15,-4 0-7-15,0-1-1 0,-3 0 1 16,-5 2-3-16,-2 4-2 16,0 1-3-16,-4 7-24 15,3 5-1-15,-2 2-3 16,0 2-33-16</inkml:trace>
  <inkml:trace contextRef="#ctx0" brushRef="#br0" timeOffset="173103.99">9699 12818 165 0,'0'0'-6'0,"0"0"5"0,0 0 0 0,0 0-10 16,0 0-34-16,0 0 20 0,0 0 15 15,0 0 11-15,0 0 16 16,0 0 5-16,-19 26-1 16,14-7-4-16,2 4-8 15,-1 2-4-15,2 2-3 16,2 0-2-16,0-2 1 16,0-5-1-16,0-4 0 15,6-5 0-15,-2-8 0 0,5-3-1 16,0-7 1-16,-1-10 6 15,2-3 7-15,-3-5-1 16,1-4-5-16,-1 1-2 16,-4 1-3-16,-2 2-7 0,-1 6 3 15,0 4-8-15,-4 6-11 16,-3 5 1-16,-3 4 7 16,0 1-9-16,-2 8-28 15</inkml:trace>
  <inkml:trace contextRef="#ctx0" brushRef="#br0" timeOffset="173409.96">9727 13120 148 0,'0'0'-24'0,"15"40"25"15,-6-21 1-15,0 0 0 16,1 1-2-16,-1-4-1 15,-2-3-17-15,-2-5 18 16,0-4 0-16,-4-4 0 16,-1-7 32-16,0-6 6 0,0-4-17 15,-5-1-4-15,-3-2-4 16,-2 1-6-16,-2 0-3 16,-1 1-4-16,-5 5 1 15,4 3-5-15,-3 6-4 0,4 4-9 16,-1 1 11-16,6 10-9 15,1 7-23-15,4 1 0 16,1 3-1-16</inkml:trace>
  <inkml:trace contextRef="#ctx0" brushRef="#br0" timeOffset="174516.71">8892 13782 38 0,'0'0'23'0,"0"0"-13"0,0 0-3 0,0 0 4 16,0 0 0-16,0 0 0 16,0 0-1-16,3-32-2 15,-1 28 0-15,-2-1-3 16,2 0-1-16,0 2-3 0,-1-1-1 16,4 0 1-16,2 0-1 15,5-1 0-15,3 0 1 16,2-1-2-16,5 2 1 15,2-2 1-15,1 3-1 16,4 1 0-16,-2 0 0 16,2 0 0-16,-3 1 0 0,1-1 0 15,0 0 0-15,0-1 1 16,0-2-1-16,-2-1 0 16,-1-3 0-16,2-2 1 15,-2-1-1-15,1-3 1 16,-2 0-1-16,-1-4 0 0,-2 1 1 15,-1-2 3-15,-2 2 1 16,-1 0 6-16,-1 3-6 16,0 3-1-16,-1 2-4 15,2 5 1-15,0 5-2 0,2 0-1 16,0 0 5 0,1 8 0-16,1 2-1 0,2-1-1 15,1 0-1-15,-1-3 1 16,0-1-1-16,3-4 1 15,-3-1-1-15,1 0 0 16,-1-3 2-16,0-6 1 0,-1-4 1 16,-1-2 7-16,-1-3 4 15,-2-2-3-15,-2-2 1 16,0-2-2-16,-3-1-4 16,-4 2-2-16,-1 0-3 15,-1 2-1-15,-2 3-1 0,-4 4-3 16,0 5-39-16,-7 5-71 15</inkml:trace>
  <inkml:trace contextRef="#ctx0" brushRef="#br0" timeOffset="175026">9666 13736 58 0,'0'0'8'0,"0"0"-4"0,0 0 2 0,0 0-1 0,0 0-3 16,10 30-1-16,-6-20 0 15,3 0-1-15,-2 3 0 16,1 2 1-16,1 1-2 15,0 1-2-15,-1-1-29 16</inkml:trace>
  <inkml:trace contextRef="#ctx0" brushRef="#br0" timeOffset="175366.96">9672 13795 119 0,'0'0'5'0,"0"-29"5"0,4 15 1 16,5 0-6-16,1 0-1 16,0 2 0-16,2 3-3 15,-1 2 5-15,2 3 1 16,0 4 1-16,0 0 1 15,-1 1-3-15,-1 7-3 16,0 2 2-16,-1 0-6 16,0 4 0-16,-3 0 1 0,-4 2-1 15,-1 1-1-15,-2 1-4 16,0-1-3-16,-2 3-9 16,-7 0-3-16,-1-2-3 15,-1-1-1-15,0-3-46 16</inkml:trace>
  <inkml:trace contextRef="#ctx0" brushRef="#br0" timeOffset="175820.61">9883 13802 44 0,'0'0'38'0,"0"0"-31"16,0 0 5-16,0 0-1 0,0 0-7 15,0 0-4-15,27-29 1 16,-24 18-1-16,-3 1 0 15,0 1 2-15,0-1-2 16,0 2 0-16,-2 1 0 16,-1 4 1-16,-2 1 6 0,0 2-1 15,0 0-3-15,2 8-2 16,-2 3 0-16,3 3 0 16,-1 2 0-16,3 2 0 15,0-1 0-15,0-2 1 16,4-2-1-16,5-1-1 0,-1-4 0 15,4-2 1-15,-2-4-1 16,2-2 0-16,3 0 0 16,-2-5-1-16,0-5-4 15,-2-3-23-15,-1 0-53 16</inkml:trace>
  <inkml:trace contextRef="#ctx0" brushRef="#br0" timeOffset="176053.66">10002 13698 134 0,'0'0'8'0,"0"0"7"16,0 0 2-16,0 0-14 15,0 0-5-15,0 0 3 16,0 0-1-16,0 35 0 16,5-19 1-16,-1 0-1 15,2 1 1-15,-1 2 0 16,1 0-1-16,1 1 0 0,-1 1 0 15,0 3-3-15,-1-3-22 16,-1-3-74-16,-1-3 101 16,-3-3-7-16</inkml:trace>
  <inkml:trace contextRef="#ctx0" brushRef="#br0" timeOffset="176355.68">9987 13746 153 0,'0'0'-23'0,"0"0"29"16,0-38-1-16,0 23-4 16,3 3 2-16,2 2 3 15,0 2 2-15,2 2-2 0,-3 4-6 16,2 2 1-16,-1 0-1 15,1 0 0-15,3 3 5 16,-2 5-5-16,0-1 0 16,1 2 0-16,0 1-13 15,-4 1-4-15,1 0 11 0,-5 0 3 16,0 2-5-16,-2-1 7 16,-6 1-5-16,-2 0-45 15</inkml:trace>
  <inkml:trace contextRef="#ctx0" brushRef="#br0" timeOffset="177209.91">10111 13564 147 0,'0'0'13'0,"0"0"-7"0,0 0-4 0,0 0 0 0,0 0-2 16,0 0-3-16,0 0 1 15,0 0 3-15,0 0 1 16,0 0 4-16,20 38-3 16,-10-21-2-16,-2 1 0 15,1-2-2-15,-1 1-1 0,-1-3-25 16,-2-2-26-16</inkml:trace>
  <inkml:trace contextRef="#ctx0" brushRef="#br0" timeOffset="177850.85">10106 13645 73 0,'0'0'29'16,"0"0"-25"-16,0 0-4 0,0 0 1 15,0 0 0-15,0 0-1 16,32-10 1-16,-24 8-1 15,1-2 3-15,1-1 2 16,-1-2 2-16,0-1-2 16,1-2-4-16,-2-3-1 0,-1-1-3 15,-1 0-10-15,-2-1-2 16,-1 0 0-16,-1 2 4 16,-2 1 11-16,0 2 2 15,0 3 7-15,-5 1 8 16,1 3 5-16,1 1-3 15,-2 2 9-15,2 0-18 16,0 4-11-16,1 5 1 0,1 3 0 16,0 2 0-16,1 3 0 15,0 0 1-15,1-1-1 16,3 1 0-16,2-1-1 16,0-2-1-16,1-1-4 0,-3 0-16 15,2-2 0-15,-1-2-2 16,-2 0 3-16,1-2 1 15,-4-5 18-15,0 1 2 16,0-3 3-16,0 0 17 16,0-1-6-16,0-5-9 0,0-2-6 15,0 0-1-15,0-2 0 16,0 2 2-16,0-2 0 16,0 0 2-16,1 2 8 15,1 1 8-15,-1-1-1 0,3 1-2 16,1 2-4-16,0 2-6 15,1-1-4-15,1 3-1 16,2 1 1-16,-2 0 2 16,0 3-1-16,1 4 4 15,-2 4-5-15,1 0-2 16,-3 3-4-16,-1 1-27 0,-3 1-4 16,0 0-22-16</inkml:trace>
  <inkml:trace contextRef="#ctx0" brushRef="#br0" timeOffset="178148.38">10156 13863 34 0,'0'0'88'0,"0"0"-86"0,0 0-6 0,0 0 4 0,0 0 1 16,0 0 1-16,27-14 1 16,-15 7 8-16,1-4 0 15,0 0-4-15,2-2-1 16,2-3-2-16,2 1-3 0,-1 0 0 16,1 0 0-16,0 0-1 15,1 2 2-15,-2 1-5 16,0 1-14-16,-3 4-11 15,-1 1-10-15,-3 2-33 16</inkml:trace>
  <inkml:trace contextRef="#ctx0" brushRef="#br0" timeOffset="178397.65">10260 13947 94 0,'0'0'10'0,"0"0"9"16,0 0 8-16,33-37-5 16,-17 18-11-16,4-4-5 15,3-3 0-15,2-1-3 16,7-3-3-16,0-1-5 15,5-3-48-15,0-2-61 0</inkml:trace>
  <inkml:trace contextRef="#ctx0" brushRef="#br0" timeOffset="184370.57">12697 7273 76 0,'0'-3'11'0,"0"0"22"0,0 0-2 0,0 2 1 15,0 1-17-15,0 0-14 16,2 7 0-16,-1 4-2 16,3 4 3-16,2 5-1 15,0 3-1-15,-1 1 1 0,0 2-1 16,0-1 0-16,-3 0-1 16,-2-3 0-16,0-2-9 15,0-5-34-15,-2-5-25 16</inkml:trace>
  <inkml:trace contextRef="#ctx0" brushRef="#br0" timeOffset="184619.89">12669 7277 119 0,'0'0'-7'0,"0"0"12"15,0 0-3-15,0 0 0 16,22-32 1-16,-13 26 2 16,1-1 2-16,1 0-4 15,2 1 2-15,1 1-2 0,-1 0-2 16,-1 2-1-16,3 1 0 16,-3 0 0-16,-2 2-15 15,-3 0-21-15,-3 4-38 16</inkml:trace>
  <inkml:trace contextRef="#ctx0" brushRef="#br0" timeOffset="184826.26">12703 7395 218 0,'0'0'5'0,"0"0"3"16,0 0-10-16,0 0 5 15,0 0-1-15,0 0-4 16,36-13 1-16,-22 8-8 16,2-1-12-16,0-1-8 15,2 2 1-15,-4 1-2 0,0 1-18 16</inkml:trace>
  <inkml:trace contextRef="#ctx0" brushRef="#br0" timeOffset="185018.59">12917 7330 176 0,'0'0'39'16,"0"0"-31"-16,0 0-9 15,0 0 2-15,4 28-1 16,-1-15 1-16,-2 0-1 16,1 0 0-16,-1 0-1 0,-1-3-5 15,1 0-9-15,0-3-20 16,-1-6-11-16,0-1-55 15</inkml:trace>
  <inkml:trace contextRef="#ctx0" brushRef="#br0" timeOffset="185161.3">12902 7228 258 0,'0'0'19'16,"0"0"-13"-16,0 0 0 0,0 0-6 15,0 0-5-15,0 0-79 16,0 0-21-16</inkml:trace>
  <inkml:trace contextRef="#ctx0" brushRef="#br0" timeOffset="185495.81">13064 7337 142 0,'0'0'-21'0,"0"0"23"0,28-36 0 15,-22 27 1-15,-4 0 6 16,-2 2 7-16,0 1 23 16,0 2-4-16,-5 2-12 15,1 2-18-15,-4 2-6 16,3 9 0-16,-2 2 2 0,-1 5-3 15,4 0 3-15,1 2-1 16,3-2 0-16,0-2 1 16,2-2-1-16,3-3 2 15,5-4-1-15,3-4 0 16,1-1-2-16,1-2-2 0,3 0-12 16,-1-8-19-16,-2-4-17 15,0-3 7-15,-2-3-24 16</inkml:trace>
  <inkml:trace contextRef="#ctx0" brushRef="#br0" timeOffset="185697.26">13255 7136 142 0,'0'0'10'0,"0"0"14"15,0 0-22-15,0 0-1 0,-11 35 2 16,8-16-2-16,1 3 0 15,2 1 0-15,0 1 1 16,0 2-1-16,0 0 0 16,0 2-1-16,-2-1-17 15,-1-4-30-15,-3-5-5 0</inkml:trace>
  <inkml:trace contextRef="#ctx0" brushRef="#br0" timeOffset="185936.98">13180 7307 250 0,'0'0'0'0,"0"0"3"16,27-25-4-16,-12 20 4 16,-2 1-3-16,-1 2 1 0,-1 2-1 15,0 0 0-15,-1 8-1 16,-1 1-1-16,-1 4 3 15,0 2-2-15,-3 0 0 16,0 0-2-16,-2 0-5 16,-1-4-29-16,-2-3-30 15,0-3-28-15</inkml:trace>
  <inkml:trace contextRef="#ctx0" brushRef="#br0" timeOffset="186065.83">13316 7236 114 0,'0'0'5'16,"0"0"23"-16,0-34-14 16,0 30-10-16,0 2-8 15,0 2-88-15</inkml:trace>
  <inkml:trace contextRef="#ctx0" brushRef="#br0" timeOffset="186421.87">13457 7243 213 0,'0'0'-3'0,"0"0"15"15,0 0-6-15,0 0-8 16,0 0-7-16,0 0 5 16,0 0 2-16,-26 30 1 15,16-15 1-15,3-1 1 16,3-1-1-16,2-2 1 15,2 0-1-15,0-4 1 0,3 0 1 16,6-4-1-16,1-3-1 16,3 0-2-16,-1-5 3 15,3-6 0-15,0-2 0 16,0-2 1-16,-3-2 4 16,-2 1 3-16,-3-1 8 15,-2 0-4-15,-5 2-7 0,0 3 3 16,0 3-5-16,-5 4-2 15,-2 2-4-15,-3 3-5 16,-2 3-27-16,-1 5-22 0,1 2-17 16</inkml:trace>
  <inkml:trace contextRef="#ctx0" brushRef="#br0" timeOffset="186806.83">13604 7212 161 0,'0'0'-20'0,"0"0"21"15,0 0-1-15,0 0 2 0,0 0-4 16,0 0-2-16,0 0 2 16,0 0 7-16,0 0-1 15,27 33-2-15,-27-22-1 16,2 1-1-16,-1 0 0 15,-1-4 0-15,2-3 0 0,-2-1-3 16,2-3-6-16,-2-1 1 16,2-2 13-16,0-6-3 15,2-3 7-15,0-3 6 16,2 1 1-16,1-2-2 16,2 2-2-16,1 3 0 15,1 0-9-15,3 4-1 0,-3 2-1 16,2 4-1-16,0 0 0 15,-2 3-1-15,0 8 0 16,-3 2-2-16,-2 6-27 16,-6 0-19-16,0 3-41 15</inkml:trace>
  <inkml:trace contextRef="#ctx0" brushRef="#br0" timeOffset="187211.66">12810 7723 175 0,'0'0'4'0,"0"0"6"0,0 0-13 0,0 0-4 0,0 0 5 16,35 1 2-16,-8-1 0 15,6 0 1-15,6-5-1 16,7-2-1-16,5-4 4 0,9-4-4 15,1-3 1-15,4-5 4 16,5-1 6-16,2-1 0 16,0 0-2-16,-1 1-7 15,0 3 1-15,-5 3-3 16,-5 1-34-16,-9 1-57 16</inkml:trace>
  <inkml:trace contextRef="#ctx0" brushRef="#br0" timeOffset="187545.55">13941 6878 158 0,'0'0'24'15,"0"0"-24"-15,0 0-2 16,0 0 1-16,0 0 1 15,19 40 0-15,-17-18-1 16,-1 4-18-16,-1 0-24 0,0-2-31 16</inkml:trace>
  <inkml:trace contextRef="#ctx0" brushRef="#br0" timeOffset="188830.16">12672 7698 137 0,'0'0'-9'0,"-34"-26"20"0,20 10-8 15,-2-2-3-15,1-2-7 16,1-3-17-16,0-3 9 16,-2-4 7-16,2 0 8 0,-1-3 3 15,0-3 13-15,3 1-6 16,0-1-5-16,2 3-4 16,2 1-8-16,3 2-2 15,-1 3 2-15,3 2 4 16,2 2 3-16,1 1 0 0,0-1 3 15,3 0 4-15,5 2-3 16,2-1 1-16,5 3 3 16,4 2-5-16,3 2-2 15,6 2-1-15,4 3 1 16,2 1-2-16,6 3 2 0,1 0-1 16,8 0 1-16,5 0 1 15,6 2 3-15,5-3-1 16,7 0-1-16,3-3-2 15,0-3-1-15,-3-1 0 16,-2-4 1-16,-3 1-1 0,-5-2 0 16,-7 0 1-16,0-2-1 15,-6 1 3-15,-1-1 4 16,-5 2 1-16,-2 2-3 16,-3 3-1-16,-5 2-2 15,-4 6-2-15,-5 5 0 16,-4 1 0-16,-2 7-1 0,-3 12-2 15,-4 7 5-15,0 9 2 16,-3 9-4-16,-1 8 0 16,-3 12 1-16,-2 4-2 15,-1 8-11-15,-1 1-31 0,0 1-3 16</inkml:trace>
  <inkml:trace contextRef="#ctx0" brushRef="#br0" timeOffset="191917.52">14161 7250 57 0,'-3'-1'6'0,"1"-1"7"0,1 2-2 16,1 0-4-16,-1 0-1 16,1 0 0-16,0 0-2 0,0 0-2 15,0 0 0-15,0 0 1 16,0 0 0-16,0-1 1 16,-2 1 8-16,1-1-2 15,1 1-1-15,-2 0 1 16,1 0-3-16,1 0-1 0,0 0-2 15,0 0-7-15,0 0-3 16,0 0 8-16,3 0-2 16,1 0 1-16,2 0-1 15,-1 0 1-15,3 1-1 16,1-1-1-16,2 0 3 16,1 0-1-16,2 0 0 0,4 0-1 15,2 0 2-15,1 0-1 16,5 1-1-16,0-1 0 15,3 2 1-15,1-1-1 16,-1-1 0-16,3 0 0 0,-2 0 0 16,3 0 0-1,1 0 0-15,0-3 1 0,-1-1-1 16,2 0 0-16,-3 0 0 16,-1-2 0-16,-2 2 0 15,0 0 0-15,-5 0 0 16,-1-1 0-16,-3 2 0 0,-1 0-1 15,-3 1-1-15,-4 0-15 16,-4 2-21-16,-4-1-18 16</inkml:trace>
  <inkml:trace contextRef="#ctx0" brushRef="#br0" timeOffset="192287.77">14791 7148 73 0,'0'0'11'0,"0"0"-9"0,0 0-1 16,0 0 2-16,27 6 1 15,-18-2 1-15,1 1-2 0,-1 0 1 16,0 1-2-16,-1 2 0 16,-3 2-1-16,0 2 1 15,-5 0 2-15,0 4 1 16,-5 1-1-16,-7 1-2 15,-4 3 4-15,-3-1-5 0,-2 1-2 16,2-4-37-16</inkml:trace>
  <inkml:trace contextRef="#ctx0" brushRef="#br0" timeOffset="192935.68">15220 6969 85 0,'0'0'9'0,"0"0"-3"0,0 0 2 0,0 0-4 0,0 0 4 16,0 0 0-16,0 0-4 16,0 0-3-16,0 0-2 15,0 0 1-15,0 0 0 16,0 2 0-16,0 3 0 0,0-1 1 16,-1 3-1-16,1 0 1 15,0 1 0-15,0 1 0 16,0 1 1-16,0-2-2 15,0 2 1-15,1-3 0 16,1-1 0-16,1 1-2 0,-1-4-7 16,-1-1-16-16,2-2-51 15</inkml:trace>
  <inkml:trace contextRef="#ctx0" brushRef="#br0" timeOffset="193105.65">15277 6975 137 0,'0'0'8'16,"0"0"13"-16,0 0-7 15,0 0-15-15,0 0 0 16,0 0-1-16,0 0 2 0,17 34-1 16,-14-21-25-16,-1 0-49 15</inkml:trace>
  <inkml:trace contextRef="#ctx0" brushRef="#br0" timeOffset="193939.43">16412 6899 23 0,'0'0'93'0,"0"0"-76"0,0 0-18 0,0 0-2 15,0 0 3-15,0 0 1 16,0 0-1-16,0 0 2 0,0 0-2 15,0 0 0-15,0 0 1 16,0 30-1-16,0-27-1 16,0 0-9-16,0-2-20 15,0-1-42-15</inkml:trace>
  <inkml:trace contextRef="#ctx0" brushRef="#br0" timeOffset="194052.69">16412 6899 162 0,'24'13'22'15,"-24"-13"7"-15,0 1-36 16,-2 6 1-16,-3 5 6 0,0-1-45 16,-1-1-51-16</inkml:trace>
  <inkml:trace contextRef="#ctx0" brushRef="#br0" timeOffset="214523.28">13886 7820 75 0,'0'0'3'0,"0"0"18"0,0 0-1 16,0 0 1-16,0 0 9 16,0 0 2-16,0 0-8 0,0 0-8 15,0 0-11-15,0 0-8 16,0 0 3-16,0 0-2 16,2 8 1-16,4 7 1 15,-1 2 0-15,0 2 0 16,-3 1-5-16,-1 0-26 0,-1-2-17 15,0-3-20-15</inkml:trace>
  <inkml:trace contextRef="#ctx0" brushRef="#br0" timeOffset="-214618.13">13886 7804 155 0,'0'0'3'0,"0"0"-4"16,0 0 1-16,27-11-2 0,-19 11 0 15,2 9-2-15,1 4 3 16,2 2 2-16,-2 2 1 16,2 1-1-16,0 0 0 15,-1-4 0-15,-1-2 0 0,-2-2-1 16,0-3 0-16,-2-3 4 15,-3-3 9-15,0-1 8 16,-2 0 4-16,0-7 16 16,-2-3-9-16,0-2-24 15,0-2-4-15,0-2-2 16,0-1-2-16,0 2-1 0,-4 3-1 16,3 2-5-16,0 5-11 15,1 2-7-15,0 3-29 16,0 0-93-16</inkml:trace>
  <inkml:trace contextRef="#ctx0" brushRef="#br0" timeOffset="-213980.07">14189 7823 231 0,'0'0'-18'0,"0"0"20"16,0 0-2-16,0 0 0 15,0 0-11-15,0 0-3 16,0 0 16-16,0 0-3 16,0 0 1-16,-27-1 1 15,21 9 2-15,2 4 0 16,0 1-3-16,1 1 0 0,2 0 1 16,-1 0-1-16,2-2-1 15,0-2 1-15,0-2-9 16,3-3-4-16,0 0-1 15,1-5 15-15,-1 0-3 0,3 0 6 16,-2-3-2-16,2-5 2 16,-1-2-1-16,2-2-1 15,-3 2-1-15,3 0 4 16,-3 1 2-16,2 0 2 16,-3 4 2-16,3 0-3 0,-3 2-3 15,2 0-3-15,1 2-1 16,0 1-1-16,-1 0-1 15,2 0 1-15,0 2-1 16,-1 4 1-16,1 0 0 16,-1 1-1-16,1 1 2 0,-3-2 0 15,0 1 0-15,-1-1-1 16,0-2 1-16,0-1 0 16,-3-1 0-16,1-2 0 15,-1 0 1-15,2 0 2 16,-2-5 4-16,0-5-8 15,0 0 1-15,1-3 0 0,1-2 3 16,2 2-3-16,-1 1-1 16,0 2 0-16,3 1 1 15,-2 3-1-15,2 2 1 16,-1 3-1-16,1 1 0 0,1 0 0 16,-1 4-1-16,1 5 1 15,-2 3-2-15,1 4-5 16,-3 3-17-16,-3 0-44 15,0 0-37-15</inkml:trace>
  <inkml:trace contextRef="#ctx0" brushRef="#br0" timeOffset="-213779.94">14472 7870 264 0,'0'0'0'0,"0"0"7"0,0 0-4 0,0 0-1 0,0 0-1 15,29-32-1-15,-16 27 1 16,0 2-13-16,3-2-53 0,-3-1-136 16</inkml:trace>
  <inkml:trace contextRef="#ctx0" brushRef="#br0" timeOffset="-213046.4">14709 7607 126 0,'0'0'0'0,"0"0"9"16,0 0 9-16,0 0-4 16,11-27-8-16,-7 27-3 15,3 0-3-15,-2 3-1 16,1 10-1-16,-2 5-4 15,2 6 7-15,-2 5 1 16,2 5 1-16,-1 4-2 0,0 0-2 16,-1 2 5-16,1-2-3 15,0-2 0-15,0-3-1 16,0-5 3-16,2-6-2 16,-2-4 2-16,1-5 3 15,1-5 3-15,0-1-2 0,-1-4 2 16,-1-3-1-16,2 0 3 15,-3-6 2-15,-1-5 0 16,0-5-9-16,-3-2-2 16,0-4-3-16,0-1-4 15,-8 2-14-15,-2 0-1 0,-1 2 10 16,-2 6 0-16,-2 0 2 16,2 3 5-16,2 2 3 15,1 1 6-15,4 0-3 16,2 1 4-16,4-1-3 15,0 1 0-15,6-2-4 0,4-1-1 16,1 1 2-16,3-2-1 16,3 2 0-16,-1-1 0 15,1 2-1-15,-3 1 1 16,-1 4 1-16,-1-1 1 16,0 3-1-16,-1 0 1 0,-2 2-4 15,-1 4 4-15,-2 1-2 16,1 1 1-16,-2-1-1 15,0 0-5-15,-2 0 11 16,3-3-6-16,-3 1 2 16,1-1-1-16,-1 0 1 0,0-3-7 15,-1-1-41-15,-1 0-32 16</inkml:trace>
  <inkml:trace contextRef="#ctx0" brushRef="#br0" timeOffset="-212904.3">14939 7620 184 0,'0'0'38'0,"0"0"-32"0,0 0 5 0,0 0-10 16,0 0-9-16,0 0-83 0,0 0 44 16</inkml:trace>
  <inkml:trace contextRef="#ctx0" brushRef="#br0" timeOffset="-212354.88">15066 7703 180 0,'0'0'11'0,"0"0"20"16,0 0-24-16,0 0-7 16,0 0 0-16,-34 6 0 15,26 5 3-15,-1 0-3 16,4 2 4-16,2-1-2 15,3-2-1-15,0-1 0 0,4-3-2 16,5-2 2-16,2-2 2 16,2-2 2-16,2 0-6 15,2-5-4-15,1-5-10 16,1-2-13-16,-4-3-13 16,1-3 8-16,-4-3 5 15,-1-1 2-15,-3-2 15 0,-2 0 4 16,-2 2 7-16,-2 2 4 15,-2 3 17-15,0 7 12 16,0 2 11-16,0 3 11 16,0 3-23-16,-1 2-18 15,1 5-18-15,0 5 5 16,0 5-4-16,0 3 5 0,3 3 0 16,3 3-1-16,-2-1-1 15,2 0 1-15,-2 0-5 16,-1 3-20-16,-2-5-45 15,-1-2-9-15</inkml:trace>
  <inkml:trace contextRef="#ctx0" brushRef="#br0" timeOffset="-212136.16">15179 7717 229 0,'0'0'-3'15,"0"0"8"-15,19-35-1 0,-7 24 0 0,2-2-2 0,1 3-1 16,3 1 0-16,-2 3-1 16,1 4 0-16,-1 2 0 15,-2 2-1-15,-3 8-1 0,-4 4-1 16,-4 2-17-16,-3 2 1 16,0-1-29-16,-2-3-11 15</inkml:trace>
  <inkml:trace contextRef="#ctx0" brushRef="#br0" timeOffset="-211487.43">15492 7595 111 0,'0'0'8'0,"0"0"-2"16,0 0-3-16,0 0 3 15,0 0 7-15,-27 36-9 16,20-25 0-16,0 1 0 0,1-1-2 15,2 0-1-15,0-1 0 16,1 0-1-16,2-2 2 16,1-2-1-16,0-2 3 15,0 0-4-15,2-2 0 16,4 0-2-16,0-2 5 0,2 0-1 16,-1-3-1-16,-1-5 1 15,1-1-1-15,0-2 2 16,-3 1 9-16,-1 0-6 15,1 1 5-15,-1 2 5 0,0 2-9 16,0 2-2-16,0 1-2 16,-1 2-3-16,1 0-1 15,0 5 1-15,1 2-2 16,-1 2 1-16,1 0 1 16,-1 1 0-16,1-1 2 15,-1-2-1-15,-2-2-1 16,-1 0 1-16,2-3-1 0,-2-2 2 15,1 0-2-15,0 0 5 16,1-2 1-16,2-4 2 16,-1-3-8-16,0-1 1 15,3 3 1-15,-1-1 0 0,2 3 0 16,-2 2-2-16,3 3 0 16,1 0-1-16,0 6 1 15,0 4-9-15,-2 2-17 16,-3 3-47-16,-4 2-23 15</inkml:trace>
  <inkml:trace contextRef="#ctx0" brushRef="#br0" timeOffset="-211206.71">15201 7985 47 0,'0'0'111'0,"0"0"-107"0,0 0 23 0,0 0-23 0,30-25-1 0,-10 15-1 16,5-1 0-16,1 0 1 15,3 2 0-15,-1-1 0 16,2 5-3-16,-2 0 0 15,-1 4-1-15,-3 1-31 0,-6 0-28 16,-5 1-28-16</inkml:trace>
  <inkml:trace contextRef="#ctx0" brushRef="#br0" timeOffset="-211074.19">15441 7969 159 0,'0'0'33'0,"0"0"-6"16,0 0-35-16,0 0 20 15,45-9 0-15,-4-4 3 16,11-5-17-16,10-7-22 0,5-2-59 16</inkml:trace>
  <inkml:trace contextRef="#ctx0" brushRef="#br0" timeOffset="-198486.1">16208 6842 59 0,'-5'0'14'0,"-1"-1"-3"0,0-2 11 0,2 2-7 0,3-2-3 16,-3 1-3-16,3-1 0 15,0 0-2-15,1-2-2 16,0 3-1-16,0-4 2 16,0 2-3-16,0-2 3 0,0 2-1 15,1-1 0-15,2 2-1 16,1-1-2-16,1 2 0 16,0-1-3-16,3 2 0 15,-1-1-1-15,1 2 1 16,1 0-2-16,0 0 3 0,0 0-1 15,-2 0-1-15,1 1-1 16,1 3 0-16,0 2 2 16,0 2 1-16,2 0 0 15,-2 3 0-15,-1 1 0 16,-1-1-2-16,-1 2 1 0,-3 0 1 16,1 1 0-16,-2 1-1 15,-2 2 1-15,0-1 0 16,0 1 1-16,0 0 0 15,0 0-1-15,-3 0 2 16,0 1-1-16,3 0 1 16,0 2-1-16,0 3 0 0,0-1 0 15,1-1 0-15,5 1 0 16,1-3 0-16,2-1 1 16,-1-4 0-16,2-1-1 15,1-5-2-15,-1-1 1 0,0-4 0 16,1-3 4-16,-1 0 6 15,-1 0-3-15,-1 0-5 16,-3 0-1-16,0 0 1 16,-3 0-2-16,-2 0 1 15,0 0 1-15,0 0-1 16,-6 0-1-16,-2 5-2 0,-2 2 1 16,-2 2-4-16,0 3 6 15,1 3-1-15,0 3 0 16,0 5 0-16,0 0 0 15,1 2-1-15,0 0 1 16,4-3 0-16,0-1 0 16,2-5 0-16,2-1 1 0,1 0 0 15,1 0-1-15,0 0 0 16,0 1 0-16,5 1 0 16,0 2 0-16,2 1 2 0,1 1-2 15,0 1 0-15,-1 1 0 16,0-1 1-16,-3 0-1 15,2-1 1-15,-3-3-1 16,-2-1 1-16,0-4-1 16,-1 0 1-16,0-3 1 15,0-2-2-15,-2-1 0 0,-4 0 4 16,-1-1 4-16,-3 2-3 16,-1-2 1-16,-2 1-4 15,-2 2-2-15,-3 2 1 16,-4-3-5-16,-1-2-79 15</inkml:trace>
  <inkml:trace contextRef="#ctx0" brushRef="#br0" timeOffset="-194287.65">17272 7055 121 0,'0'0'17'0,"0"0"-8"0,0 0 6 15,0 0-6-15,0 0-1 0,0 0 17 16,0 0-2-16,0 0-12 15,0 0-11-15,0 0-4 16,0 0 5-16,0 0 0 16,0 27 0-16,0-16 1 15,0 3-9-15,0-2-29 0,0-1-16 16,0-3-13-16</inkml:trace>
  <inkml:trace contextRef="#ctx0" brushRef="#br0" timeOffset="-194145.52">17319 7087 147 0,'0'0'18'0,"0"0"7"16,0 0-7-16,0 0-2 15,0 0-8-15,0 0-12 16,0 0 2-16,0 0-1 16,8 10-18-16,-8-4-73 15</inkml:trace>
  <inkml:trace contextRef="#ctx0" brushRef="#br0" timeOffset="-192740.74">17596 7235 112 0,'0'0'22'0,"0"0"-3"0,0 3-19 0,3-2-1 0,-2 2 7 16,1 2 1-16,0 1 1 16,3 3-3-16,-2 0 2 15,2 3-4-15,0 0 1 16,-2-1 2-16,1 2-3 16,-1-1 1-16,-1 1 2 0,0-2-7 15,-1-1-17-15,-1-1-9 16,0-3-31-16</inkml:trace>
  <inkml:trace contextRef="#ctx0" brushRef="#br0" timeOffset="-192386.16">17621 7250 120 0,'0'0'42'0,"0"0"-6"15,0 0-16-15,0-31-7 16,6 24-7-16,1 1-2 16,1 2-1-16,2 0 0 15,0 2-2-15,0 2 1 16,2 0-1-16,0 0-4 0,-2 6 2 16,1 1 5-16,-2 1-2 15,-1 2 1-15,-2 1-1 16,-1 0-1-16,-2 0 4 15,-1-1-4-15,-1 0-1 16,-1 0 2-16,0 0 0 16,-1-2 3-16,-5 0-4 0,-3 1 3 15,-1-1-4-15,-1 0 1 16,1-1-4-16,-1-1-12 16,3-1-15-16,0-2-22 15,4-3-42-15</inkml:trace>
  <inkml:trace contextRef="#ctx0" brushRef="#br0" timeOffset="-191938.47">17840 7280 177 0,'0'0'-3'0,"0"0"-4"15,0 0 7-15,0 0 1 16,0 0 1-16,0 0 1 0,0 0 2 16,0 0 3-16,32-5-4 15,-23 0-3-15,-1-1 0 16,2 0 0-16,-2 0-4 16,1-1-8-16,-2 0-2 0,-1 1 5 15,-3-1 7-15,-1 2 3 16,-2 1-1-16,0 0 1 15,0 3 4-15,0 0-3 16,-5 1 6-16,-4 0-7 16,-1 2-1-16,-1 5-2 15,1 2 1-15,0 1 2 0,0 1 0 16,3 0 0-16,3 1 0 16,3-3 0-16,1 0 2 15,0-1-1-15,0-1 0 16,7-3 1-16,2 0 0 15,4-2 2-15,0-1 1 0,2-1-4 16,1 0 0-16,2-3-5 16,-3-4-35-16,-3-1-65 15</inkml:trace>
  <inkml:trace contextRef="#ctx0" brushRef="#br0" timeOffset="-191678.68">18035 7207 245 0,'0'0'6'0,"0"0"-14"0,0 0 0 0,0 0 11 16,0 0-2-16,0 0 1 16,4 36 1-16,-2-24 0 15,0 3-1-15,-2-2 0 16,1 2 0-16,-1 0 0 15,1-2-1-15,-1 0-2 16,1 0-3-16,0-3-12 0,-1-1-7 16,0-3-2-16,0-2-16 15,0-4-32-15</inkml:trace>
  <inkml:trace contextRef="#ctx0" brushRef="#br0" timeOffset="-191375.81">18079 7226 130 0,'0'0'23'0,"0"0"-8"0,0 0 0 15,0 0-10-15,0 0-4 16,34-22-1-16,-28 20 1 16,2 2-2-16,-1 0 2 15,0 0 1-15,0 0 4 0,-1 4-2 16,-1 2-1-16,-1 1-2 15,0-1 5-15,-3-1-5 16,-1 2 0-16,0-2 1 16,-3 0 3-16,-5 1 5 15,-2-1-2-15,-2 0-4 0,-1 2 0 16,1-3-3-16,2 1 0 16,3-1-2-16,-1-1-12 15,3-1-24-15,2-2-40 16</inkml:trace>
  <inkml:trace contextRef="#ctx0" brushRef="#br0" timeOffset="-191070.12">18261 7121 165 0,'0'0'5'0,"0"0"11"15,0 0-23-15,0 0-4 0,0 0 14 16,0 0 3-16,0 0 3 16,0 34-2-16,0-21-1 15,0-2 0-15,0 1 2 16,0 1-3-16,0-2 3 15,0-1-3-15,0 2-4 0,0-2-12 16,-2-1-21-16,-3-2-20 16,0-2-85-16</inkml:trace>
  <inkml:trace contextRef="#ctx0" brushRef="#br0" timeOffset="-190185.05">18207 7216 200 0,'0'0'5'0,"0"0"-1"0,0 0-12 15,0 0 15-15,0 0-5 16,0 0-1-16,0 0-1 16,0 0 1-16,34-14-1 15,-24 13 1-15,0-1 1 16,1-1-1-16,-1 2 0 15,1-3 0-15,1 0 0 0,-1 1-4 16,0-2-12-16,-1 0 2 16,-1-1 9-16,-1 0 3 15,-1 0 1-15,-3-1 0 16,-1 2-1-16,2-2-1 16,-3 1 1-16,-2 1-1 15,0 0 1-15,0 2-1 0,0 1-5 16,0 1 6-16,-2-1 3 15,-1 2-2-15,1 0 2 16,-1 0-2-16,1 0 1 16,0 0-4-16,-1 3 3 0,3-1-2 15,-1 3 1-15,-1 1 1 16,2-1 1-16,0 2 3 16,0 0-2-16,0 0 1 15,0 2-1-15,0-1 3 16,0 1-2-16,0-1 0 15,0 0-1-15,0 0 0 0,2-1 1 16,-1 0 0-16,-1-2-2 16,1 0 1-16,-1 1 0 15,0-2-1-15,0 0 1 16,0-2 1-16,0 0-2 0,0 0 0 16,0-1 0-16,0-1 1 15,-1 0 0-15,0 0-1 16,-1 0 1-16,1 0 0 15,-2 0 0-15,3 0 0 16,-1-1 0-16,0-1 0 16,1 0 0-16,0-3 3 0,0 3-5 15,0-2 0-15,0-1 2 16,2 1-2-16,2 1 0 16,0-2 0-16,1 2 0 15,-1-1-1-15,3 1 1 16,-2 0-1-16,2-1 1 0,-1 1 0 15,0 1 1-15,0 0 1 16,-1 1 0-16,0 1 0 16,0 0-2-16,0 0 0 15,-2 0 0-15,3 1 1 16,-3 2 0-16,0 3-2 0,0-1 2 16,1 0 1-16,-2 0 0 15,1 0-1-15,0 0 0 16,0-2 1-16,1 1 0 15,2-3 0-15,3 2 0 16,-1-3 3-16,5 0-4 16,2 0-14-16,2-3-28 0,-1-5-36 15</inkml:trace>
  <inkml:trace contextRef="#ctx0" brushRef="#br0" timeOffset="-189495.39">18587 6951 101 0,'-1'-3'50'0,"0"-1"-14"0,0 3 4 0,0-1-23 0,0 2-11 15,1 0-11-15,-1 2 3 16,1 3 1-16,0 2 3 16,0 1-1-16,0-2-2 15,0 2-15-15,0-3-32 16,0 0-22-16</inkml:trace>
  <inkml:trace contextRef="#ctx0" brushRef="#br0" timeOffset="-189374.56">18627 6943 245 0,'0'0'6'16,"0"0"-12"-16,0 0-10 15,0 0-38-15,0 0-88 16</inkml:trace>
  <inkml:trace contextRef="#ctx0" brushRef="#br0" timeOffset="-188842.12">19282 6806 146 0,'0'0'62'0,"0"0"-61"0,0 0-7 16,0 0 1-16,-18 35-1 15,11-16 3-15,-3 4 5 16,1 5-2-16,-1 4 4 16,2 4-1-16,-4 6 1 15,0-1-2-15,-1 3 2 0,0-2 0 16,1-3-1-16,0-4-1 16,-1-3 0-16,2-6 2 15,2-1-3-15,3-7 2 16,1-4-1-16,2-3-3 0,3-4-5 15,0-4-25-15,7-3-40 16</inkml:trace>
  <inkml:trace contextRef="#ctx0" brushRef="#br0" timeOffset="-188549.97">19368 7068 130 0,'0'0'9'0,"0"0"11"16,0 0-14-16,0 0-5 16,0 0 9-16,0 0 0 15,-10 38-4-15,8-24-3 16,0 0 0-16,2-2-1 0,0-1 1 15,0 0-2-15,0-2-12 16,0-2-11-16,0-3-2 16,0-1-10-16,-2-2-7 15,2-1 11-15,-1 0 25 16</inkml:trace>
  <inkml:trace contextRef="#ctx0" brushRef="#br0" timeOffset="-188263.68">19347 7106 53 0,'0'0'36'15,"0"0"-8"-15,0 0-4 16,19-31 0-16,-11 25-2 16,0 1-5-16,2 1-5 0,1 1-3 15,0 1-5-15,-1 2-1 16,-1 0-3-16,0 0 2 16,0 5-2-16,-1 2 1 15,-1 3-1-15,-1 0 1 0,-3 2-3 16,-2 0 5-16,-1 0 1 15,0 0-3-15,-3-1 2 16,-4-3 0-16,-3 1-1 16,-2-1 4-16,-1-3-1 15,0 0-2-15,-1 1-1 0,-1-3-2 16,1 1 1-16,3-1-2 16,1-1-15-16,1-2-84 15</inkml:trace>
  <inkml:trace contextRef="#ctx0" brushRef="#br0" timeOffset="-187827.05">19509 7133 155 0,'0'0'2'0,"0"0"-2"16,0 0 1-16,0 0 1 15,33 0-2-15,-28 0 2 16,0-2-1-16,1 1 1 16,-1 0 0-16,2-3 1 15,0 0-1-15,0 0-1 0,1 0 1 16,-2-1 1-16,-1-1-2 16,-1 0 0-16,-1-1-1 15,-1 1 0-15,-2 1 0 16,0-1 0-16,0 2-1 15,-2 1 4-15,-4 3 6 0,-1 0-9 16,-2 0-2-16,-1 0 4 16,0 7-2-16,-1 1-1 15,-1 1 6-15,3 1-1 16,1-1 3-16,1 0 3 16,4-1-3-16,0 0-2 15,3-3 2-15,0 1-3 0,0-1-1 16,6 0 0-16,3-2 0 15,1 1 1-15,2-3-7 16,1-1-46-16,0 0-45 16</inkml:trace>
  <inkml:trace contextRef="#ctx0" brushRef="#br0" timeOffset="-187431.25">19658 7123 81 0,'0'0'67'0,"0"0"-70"0,0 0-2 15,0 0 3-15,0 0 3 16,0 0 1-16,0 0 3 16,33 8-1-16,-22-13-2 0,1-1 5 15,2-1-1-15,-1 0-5 16,2-1 1-16,-3 0 1 15,-2 0-2-15,1 1 0 16,-4 0 0-16,-3 2 0 16,-2 2-1-16,-2 1 5 0,0 2 7 15,-2 0-6-15,-6 0-5 16,-3 4 0-16,-2 6-2 16,1 0 0-16,-1 3 1 15,4-1 2-15,1-1 1 16,3 0 0-16,4-2 2 0,1-1-2 15,0-3 1-15,4 0 1 16,5-2-1-16,2-3 3 16,3 0-10-16,3 0-35 15,0-1-32-15</inkml:trace>
  <inkml:trace contextRef="#ctx0" brushRef="#br0" timeOffset="-186984.3">19891 7052 102 0,'0'0'33'0,"0"0"-2"16,0 0 3-16,0 0-15 16,0 0-15-16,0 0-6 15,0 0 2-15,0 0 2 16,0 0 1-16,-1 34 0 16,1-20 0-16,0-1 1 15,0 3 1-15,0-4-2 0,0 1 2 16,0-1-5-16,0-2-9 15,0-2-3-15,0-3-1 16,0 0-6-16,0-3-2 16,0-2-15-16,0 0 1 15,1 0 17-15,1-6-23 0,0-3-4 16,-1-1 45-16,0-3 31 16,0-1-20-16,1-1 7 15,0-1-8-15,0 1 14 16,3 2 3-16,-1 0-13 15,3 3 5-15,-1 0-1 0,2 3-4 16,0 1-7-16,1 2 2 16,-2 0 2-16,1 2 2 15,0 2-5-15,-2 0-5 16,0 2-2-16,-2 5-2 16,0 4 1-16,-4 2 4 15,0 3-1-15,-6 1 0 0,-7 1-7 16,-9 2-23-16,-7-4-67 15</inkml:trace>
</inkml:ink>
</file>

<file path=ppt/ink/ink1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4-26T05:46:28.917"/>
    </inkml:context>
    <inkml:brush xml:id="br0">
      <inkml:brushProperty name="width" value="0.05292" units="cm"/>
      <inkml:brushProperty name="height" value="0.05292" units="cm"/>
      <inkml:brushProperty name="color" value="#FF0000"/>
    </inkml:brush>
  </inkml:definitions>
  <inkml:trace contextRef="#ctx0" brushRef="#br0">7734 3433 135 0,'0'0'-14'0,"0"0"29"0,0 0-3 16,0 0-9-16,0 0-15 15,0 0 13-15,0 0 17 16,0 0 8-16,24-30-7 15,-2 9 2-15,8-4-13 0,9-6-4 16,10-9-2-16,13-3 0 16,9-10 0-16,4-7-43 15</inkml:trace>
  <inkml:trace contextRef="#ctx0" brushRef="#br0" timeOffset="2871.53">10133 4236 89 0,'0'0'12'0,"0"0"4"0,0 0 0 0,0 0-7 16,0 0 0-16,0 0-5 15,0 0-4-15,0 0-1 16,0 0-3-16,0 0 7 15,0 0-2-15,0 0-1 16,0 0 0-16,3 15 0 0,0-8-1 16,0 2 2-16,1-2-1 15,-1 1 0-15,0-3 3 16,1 0 1-16,-1-2 1 16,1-3 0-16,2 0 3 15,6-5 23-15,5-9 8 0,9-8-18 16,10-8-6-16,11-6-5 15,12-8-8-15,14-7-4 16,14-6 5-16,15-5-2 16,10-10-11-16,5-10-92 15</inkml:trace>
  <inkml:trace contextRef="#ctx0" brushRef="#br0" timeOffset="6045.55">8928 4782 120 0,'0'0'-21'0,"-34"-16"11"0,19 8-60 15</inkml:trace>
  <inkml:trace contextRef="#ctx0" brushRef="#br0" timeOffset="11502.68">8883 4700 88 0,'0'0'6'0,"0"0"9"0,0 0 1 0,0 0-5 16,0 0-1-16,0 0-3 15,0 0-5-15,0 0 2 16,0 0-1-16,0 0-6 0,0 0 9 16,-31-10-8-16,24 10 4 15,0 0 3-15,0 0 0 16,1 0 2-16,-2 0-4 16,-1 0 0-16,2 2-2 0,-4-1 2 15,1 1 1-15,0 0-2 16,0 1-1-16,-1-3-1 15,-2 3 1-15,0-3-1 16,-2 2 0-16,1-2 0 16,0 2 1-16,-2-2-1 0,1 1 0 15,0-1 0-15,-1 2 1 16,-1-2 0-16,-1 2-1 16,-1-1 1-16,2 2 0 15,-2-1 0-15,-1 2 2 16,2-1-1-16,-2 3 0 15,0-1 0-15,0 2-1 0,3 1 0 16,-2-1 0-16,2 3-1 16,-1 0 0-16,3 1 1 15,-1-1-2-15,2 2 1 16,-1-1 1-16,1 1-1 0,2 1 0 16,1-2-1-16,-1 1 1 15,2 2 0-15,-2-2 0 16,2 0 0-16,-1 3 0 15,-1-2-1-15,0 1 1 16,1 2 0-16,-2-1 0 16,0 1 0-16,3-1 0 0,-1 2-1 15,0-1 0-15,3 2 0 16,0-1 0-16,1 1 0 16,2 0 0-16,0-1 0 15,2 0 0-15,1 0 0 0,0-1 2 16,1-1-4-16,-1-1 3 15,2 1-1-15,0 0 0 16,0-1-2-16,3 1 1 16,3-2 1-16,1 1 1 15,2-1 1-15,1 0-1 16,2 0 0-16,-1-2 0 0,0 0 1 16,2-1-1-16,2 0 0 15,-1-1 1-15,2 0-1 16,-2 0 1-16,2 0 1 15,0-1 0-15,0-1 1 16,0 1-1-16,2-1-1 0,-1 0 1 16,1-1 1-16,0-1 1 15,2 0-2-15,0 0 1 16,2 0-2-16,2-2 1 16,-1 3 0-16,1-2-2 15,-1 1 1-15,1-1-1 0,1 0 2 16,-2-2-1-16,3 1-1 15,-1-1 0-15,1 0 1 16,-1-1-1-16,1 2 2 16,-1-1-1-16,2 1 2 15,-2 1-1-15,0-1 1 16,0 0-2-16,1 1 0 0,1-1-1 16,1 0 1-16,0 0 0 15,1-1-1-15,1 0 1 16,0-2-1-16,0 2 2 15,0-1-1-15,0-1 1 16,-1 2-1-16,1 0 0 0,-2-1-1 16,2 1 2-16,0 0-2 15,0-1 1-15,1 2-1 16,-1-1 2-16,2-1-2 16,-2 0 1-16,2-1 0 15,-1 1 0-15,2-1 1 0,1 0-1 16,1 0 1-16,-1 0 0 15,2 0-1-15,0 0 1 16,0 0-1-16,1 0-1 16,-2 0 1-16,1 0-1 15,-1 0 0-15,-2 2 0 16,-1 1 0-16,1-1 0 0,0 3 0 16,2-3 0-16,0 0 0 15,0 0 1-15,2 0-1 16,-3 0 1-16,2 0-1 0,-2 0 0 15,1 1 1-15,-1-1-2 16,0 1 2-16,2 0-2 16,-1 0 1-16,2-2 1 15,-1 1 0-15,3 0 0 16,0-2-1-16,3 1 1 16,0 0 0-16,1-1-1 0,-1 1 2 15,2-1-2-15,0 2 0 16,1-2 1-16,-2 3-1 15,1 0 0-15,0-1 0 16,1 0 0-16,-2 1 0 16,3-1 0-16,-1 1 0 15,1 2 1-15,2-2-1 0,0 2 1 16,0-1 0-16,1-1-1 16,-1 3 1-16,-1-2-1 15,1 2 0-15,2-2 1 16,1-1-1-16,-1 0 1 0,4-1 1 15,-1 0-2-15,1-1 0 16,1-1 1-16,0 0 0 16,-3 0-1-16,0 0 2 15,0 0-2-15,0 0 1 16,-1 0-1-16,-1-3 0 0,0 2 0 16,1 0 0-16,-2 1 0 15,0-2 0-15,2 1 1 16,-4 0-1-16,2 0 0 15,-1 0 0-15,1 1 0 16,-4 0 0-16,3 0 0 16,0 0 0-16,0 0 0 0,-3 3 0 15,3 1 0-15,-2 0 0 16,2 0 0-16,-2 2 0 16,0 0 0-16,0-1 0 15,0 2 0-15,1-2 0 16,-1 0 0-16,-1 2 0 0,1-1 0 15,0-2 0-15,2 1 0 16,0-1 1-16,0 0 0 16,4-1-1-16,-1-1 2 15,1 1-1-15,4-1-1 0,-3 0 1 16,2-1-1-16,2-1 1 16,0 0 0-16,2 0 0 15,-2 0-1-15,0 0 1 16,-1 0-1-16,0 0 0 15,1 0 0-15,0 0 0 16,0 0 2-16,2-3-2 0,1 1 0 16,1 0 0-16,-1 0 0 15,-2 0 0-15,2-1-2 16,0 1 4-16,0 0-2 16,1-1 0-16,-1 1 0 15,0-1 0-15,2 1 0 0,0 1 0 16,-3 0 0-16,1 1 0 15,-1-1 0-15,1 1-2 16,1 0 4-16,-1 0-2 16,2 0 0-16,0 0 0 15,1 0 0-15,-2 0 1 16,-1 0-2-16,-1 0 1 0,2 0 0 16,-1 0 0-16,-1 0 0 15,3 1 0-15,1-1 0 16,0 0 0-16,0 0 1 15,-1 0-1-15,2 0 0 0,1 0 0 16,-2 0 0-16,2 0 0 16,1-1 0-16,1-1 0 15,0 0 0-15,-3 0 1 16,0 0-2-16,1 0 2 16,1-1-1-16,-3 1 0 15,1 0 1-15,2-1-1 0,1 0 0 16,-2 0 0-16,0 1 0 15,0 0 0-15,-1 0 0 16,1-1 0-16,-2 1 0 16,2-1 1-16,-1 1-1 15,0-1 0-15,-1 2 1 16,-2 0-2-16,0 0 1 0,0 0 0 16,0 0 0-16,0 1 0 15,-1 0 0-15,3 0 1 16,-1 0-1-16,-5 0 0 15,1 3 0-15,0-2 0 0,0 2 0 16,0 0-1-16,0 0 2 16,1 0-1-16,0 0 0 15,0-1 1-15,0 2-1 16,-1-2 0-16,1 1 1 16,0-1 0-16,2 1-1 0,1-1 0 15,-1 1 0-15,2-1 1 16,0-1-1-16,2 2 1 15,-3-3-1-15,2 1 0 16,1 0 1-16,3-1-1 16,-1 2 0-16,1-2 0 0,0 0 1 15,1 0-1-15,-1 0 0 16,-2 0 0-16,0 0 3 16,0-3-6-16,1-1 6 15,0 1-3-15,-2-2 0 16,2 0 0-16,-2-2 0 15,0 1 0-15,-3-1 0 0,2-3 1 16,-1 0-1-16,0-1 0 16,-2 1 0-16,-1-3 1 15,-2 0 0-15,-4-1-1 0,-3-1 1 16,-4-1 0-16,-5 0-1 16,-2-2 1-16,-2 1 1 15,-3-2 0-15,-2 0-1 16,-1-2 0-16,-1 0 2 15,-3-2-2-15,-2-1-1 16,-4 0 0-16,-5-2 1 16,-1 1-2-16,-4 1 2 0,-2-2 1 15,-5 0-2-15,0 1 0 16,-2-1 1-16,-2-2-3 16,-1 0 2-16,0-2-1 15,0 2-1-15,-2 0 1 0,-5-2 2 16,0 2-1-16,-3 2 2 15,-2-1-1-15,-2 1 0 16,-3 1 2-16,0-1-2 16,-4 1-1-16,0 0 0 15,-3 2-1-15,-1 1 1 16,-1 1-3-16,-2 2 0 0,-1 0 2 16,-1 3-3-16,-3-1 2 15,1 3 3-15,-3 1-3 16,-1-1 3-16,-1 4-3 15,-3-1 4-15,1 1-2 16,-3 1-1-16,-1 1-1 0,-2 1 2 16,-3 1-1-16,1 1-2 15,-2 0 2-15,0 1 1 16,-3 1-6-16,0 2 5 16,-1 0 3-16,-2 1-3 15,-2 0 0-15,2 0 0 0,-4 0 0 16,4 0 1-16,-2 0-7 15,0 0 4-15,0 1 7 16,1-1-5-16,0 1 3 16,-3-1-2-16,-1 2 0 15,0-1 0-15,-2 0 0 0,0 0 0 16,-2 0 0-16,1 0-1 16,-1-1 2-16,0 0-1 15,0 0 0-15,0 0-1 16,-3 0 3-16,3 0-2 15,-2 0 0-15,-1-1 2 0,0-1-2 16,-1 0-1-16,1 0 4 16,-3-1-3-16,-1 1 1 15,1-1 0-15,1 0 0 16,-2-1-3-16,2 1 4 16,1-1-1-16,1 1 0 0,-2-1 2 15,2 0-3-15,-1 2 1 16,2-1 1-16,-3 0-1 15,2 1 0-15,-1-1-1 16,0 1 0-16,0 0-2 16,-3 1 2-16,1-1 0 0,3 1-1 15,-4-1 1-15,2 0-1 16,-1-1 1-16,0 1 1 16,0-1-1-16,-3 0-1 15,4 1 3-15,-1 0-2 16,-1 0-1-16,3-1 1 0,-2 1 0 15,1-2 0-15,-3 1 0 16,-1-1 1-16,1 0-1 16,-1 0 1-16,-1-1 1 15,0 2 0-15,-1-2-2 16,-1 2 3-16,0-1-4 16,-2 1 2-16,2-2-2 0,-3 3 3 15,1 0-4-15,-1-1 3 16,-1 0-2-16,-2 1 0 15,0 1 4-15,0-1-3 16,1 0 0-16,-1 0 0 0,0 1 0 16,0-1-1-16,0 1 2 15,0-1-1-15,0 1 0 16,0 0 0-16,0 0 3 16,1 1-1-16,-1 0 0 15,-1 0-1-15,2 0 1 0,0 0 1 16,0 1-2-16,2 1-1 15,0 0 1-15,3 0-1 16,-3-1-1-16,6 2 2 16,-1-1 2-16,2 0 0 15,0 0-2-15,1-1-2 16,2 2 4-16,0-2 1 0,-1 1-2 16,2 0 0-16,0 0-2 15,0-2 3-15,0 3-6 16,1-1 5-16,0 0-2 15,-1-1-1-15,1 1 1 16,-1-2 0-16,0 2 1 0,1-1-3 16,-3 0 3-16,4 0 1 15,-2 2-3-15,0 0 1 16,-1-1-1-16,0 2 2 16,3 0-1-16,-3-1 0 0,2 1 1 15,-1 1-1-15,2-1-1 16,0 0 0-16,1 1 3 15,-2-1-2-15,2 0-1 16,2 3 1-16,0-3 1 16,1 2-1-16,0-1-1 15,1-2 2-15,0 2-3 16,1-1 4-16,-2 0-2 0,3-1 0 16,0-2-2-16,-1 2 3 15,0-1 0-15,2-1-1 16,-1 0 1-16,0 0 1 15,1 2 0-15,-1-1 9 0,1 1-8 16,2 0-2-16,1 1 1 16,-2-1-1-16,0 2 0 15,2-2 0-15,1 2-1 16,-1 0 0-16,-1-1 1 16,3 0-1-16,1 1 1 0,0-3 1 15,2 0-2-15,5 1 0 16,-3-1 1-16,3 0-1 15,-1-1 0-15,2 1 0 16,0-1 0-16,1 1 0 16,-1 0 0-16,1-2 0 0,0 2 0 15,1-1 0-15,1 2 0 16,-3 0 1-16,4-1 0 16,-3 0-2-16,1 1 1 15,-3 0 0-15,2 1 1 16,-2-1-2-16,-1 1 1 0,1 0 1 15,0 1-2-15,-2 0 2 16,2 0-2-16,-2 0 2 16,0 0-1-16,0 0-1 15,1 2 3-15,0-1-2 16,-1 1 0-16,2-1 0 0,-3 1 0 16,2-2 1-16,1 2-2 15,0-2 1-15,1 0 2 16,0-2-2-16,4 2 2 15,0-1 1-15,-1-1-2 16,5 3-1-16,-3 2 0 0,2 2-7 16,-4-5-49-16,-2-5-90 15</inkml:trace>
  <inkml:trace contextRef="#ctx0" brushRef="#br0" timeOffset="12866.58">15229 4690 17 0,'0'0'70'0,"0"0"-62"0,0 0 7 0,0 0 10 16,0 0-10-16,0 0-12 16,0 0-3-16,0 0 0 15,0 0-9-15,0 0 10 16,2-4-2-16,-1 8 1 16,2 2-3-16,-1 1 1 0,0 0 1 15,4-1-1-15,-3 1 0 16,3-2-2-16,-1 0 0 15,1-2 1-15,1-3 4 16,1 0 2-16,1 0 11 16,3-3 12-16,0-5 7 0,4-4-9 15,1-3-9-15,2-3 0 16,2-4-3-16,4-3-2 16,-1-1 0-16,1-5-3 15,0 0-2-15,-1 1-1 16,-1 0-2-16,0 2 0 15,-1 4 0-15,2 3 0 0,4 2-2 16,-2 4-13-16,1 0-55 16,-4 1-127-16</inkml:trace>
  <inkml:trace contextRef="#ctx0" brushRef="#br0" timeOffset="13464.04">17103 4704 124 0,'0'0'9'0,"0"0"17"0,0 0-3 16,0 0-10-16,0 0-5 16,0 0-7-16,0 0-3 0,0 0 1 15,0 0-1-15,0 0 1 16,0 0-2-16,14-16 0 15,-5 14 1-15,-1-1 1 16,4-2 2-16,-1-3 5 16,4-4 10-16,2-4-1 15,3-4 0-15,-1-3-3 16,3-5 2-16,0-2 1 0,0-2-5 16,1 0-2-16,-1 2-5 15,0 2-1-15,1 2 0 16,-2 1 0-16,-1 5-5 15,-1 0-28-15,-3 4-63 0</inkml:trace>
  <inkml:trace contextRef="#ctx0" brushRef="#br0" timeOffset="13966.95">18898 4745 20 0,'0'0'58'0,"36"-25"-34"0,-14 8 23 0,4-3-6 0,1-1-12 16,1-2-10-16,0-2-2 15,-2 0-3-15,-3-3-4 16,0 0 1-16,-2 0-3 16,-1 0-3-16,0 2-2 15,0 2-1-15,-1 3-1 16,-1 6-6-16,-1 3-28 0,-4 3-29 15,-2 2-81-15</inkml:trace>
  <inkml:trace contextRef="#ctx0" brushRef="#br0" timeOffset="14369.54">20182 4660 79 0,'0'0'22'0,"0"0"19"0,0 0 2 0,12-27-19 0,-7 18-6 16,0-3-5-16,3-1 0 15,1-2 5-15,2-2-4 16,1-1-8-16,5-1-4 15,0-3-1-15,7 1 0 0,4 0 1 16,5-3-2-16,3-2-26 16,2-10-107-16</inkml:trace>
  <inkml:trace contextRef="#ctx0" brushRef="#br0" timeOffset="20543.91">6125 2188 6 0,'0'0'16'0,"0"0"-7"0,0 0-1 0,0 0-1 15,0-1-1-15,0 1 0 16,0-1 2-16,-2 1 0 16,2-1 2-16,-1 1-3 0,1-1 2 15,-3 0 1-15,2 1 0 16,1-1-3-16,0 0-1 16,0 1-4-16,-2-1 0 15,2 0 0-15,0 0-1 16,0 1-1-16,0 0 4 0,-1 0-3 15,1 0 0-15,0 0-1 16,0 0 0-16,0 0-2 16,0 0-4-16,0 0 3 15,0 0 2-15,0 0 0 16,3 0 0-16,-2 0-2 16,3 0 3-16,1 4-1 0,-1-1 1 15,0 0-1-15,2 2 1 16,-2 0-1-16,2-2 1 15,-2 1-1-15,2 0 1 16,0 0 0-16,-1-1-1 16,0 0-1-16,1 1 0 15,-2-3-1-15,2 1 1 0,-2-1 0 16,2 1 1-16,-2-2 0 16,3 0 2-16,0 0 0 15,1 0 0-15,-1-3 1 16,2-2 2-16,1-3 1 0,0-1 4 15,1-3 2-15,3-2 1 16,0-3-2-16,7-4 1 16,6-6-3-16,7-5-2 15,7-5 0-15,11-6-5 16,10-6 3-16,10-9 5 0,7-12-8 16,5-12-136-16</inkml:trace>
  <inkml:trace contextRef="#ctx0" brushRef="#br0" timeOffset="26320.07">11606 5999 102 0,'-3'0'8'0,"1"0"10"0,-1 0 13 16,2-1-10-16,1 0-5 0,-1-1 4 15,1 2 0-15,0 0 2 16,0-2-1-16,0 1-10 15,0-3-11-15,5-1 0 16,7-3 1-16,3-7-1 16,7-5 1-16,10-7 1 0,7-6-2 15,7-6 1-15,8-5-1 16,8-4 2-16,1 0-2 16,2 1 1-16,0 3 0 15,-8 6-3-15,-7 4-58 16,-19 3-119-16</inkml:trace>
  <inkml:trace contextRef="#ctx0" brushRef="#br0" timeOffset="27215.11">9422 6846 48 0,'0'0'4'0,"0"0"17"0,0 0-5 0,0 0-6 0,0 0 1 15,0 0-1-15,0 0-4 16,0 0 0-16,0 0-3 16,0 0-2-16,0 0 0 15,0 0-1-15,0 0 0 16,-21-25-5-16,21 25-1 0,0 0 3 15,0 0 1-15,0 0-4 16,0 0 6-16,3 0-2 16,0 0-3-16,4 0-3 15,-1-5 12-15,6-8 14 0,5-4 9 16,5-9-8-16,10-8-5 16,7-8-5-16,13-8-2 15,10-9-4-15,11-6 0 16,9-3 4-16,8-4-4 15,4-4-25-15,-3-2-83 0</inkml:trace>
  <inkml:trace contextRef="#ctx0" brushRef="#br0" timeOffset="30945.48">10071 9084 66 0,'0'0'20'0,"0"0"-5"0,0 0-5 16,0 0 0-16,0 0-4 0,0 0-1 15,0 0-3-15,0 0 0 16,0 0 3-16,0 0 3 15,0 0 0-15,0 0 0 16,-24-19 5-16,22 19 0 0,2 0-2 16,-1 0-7-16,1 0 0 15,0 0-4-15,0 0-5 16,0 0 5-16,1 0 0 16,3 1-1-16,3 2 1 15,-2 0 1-15,4-1-1 16,1 2 1-16,0 0-1 0,2-1 2 15,2 2-2-15,-1 0 1 16,1-2-1-16,1 1 0 16,0-2-1-16,0-1 2 15,1-1-2-15,1 0 2 16,0 0 0-16,1 0 0 0,-1-3 0 16,2 0-1-16,-2 0 1 15,2 0-1-15,1 0 0 16,-1 1 0-16,1-1 0 15,-1 0 1-15,1 1-1 16,-2-1 0-16,0 0 0 0,0 1 1 16,-1-1-1-16,-1 1 0 15,-1 0-1-15,0-1 1 16,1-1 1-16,0 1 0 16,1-1 0-16,2 1 0 15,-2-1 2-15,4 1-1 0,3 1-1 16,-3-1 0-16,4 0 0 15,-1 2-1-15,2 0 1 16,-2 0-1-16,4 0 0 16,0 1 0-16,-1 0 0 15,4-2 0-15,0 2 0 0,2-1 1 16,0 0-1-16,2 0 0 16,1-1 1-16,0 2-1 15,1-1 0-15,0 1 2 16,2-2-2-16,-1 1 0 0,0-1 1 15,0 2-1-15,2-2 0 16,-1 0 2-16,-1 1-2 16,1-1 1-16,2 1-1 15,-2 0 0-15,1-1 0 16,-1 0 1-16,0 0-1 16,2 0 1-16,-1 1-1 15,-1 0 0-15,0 1 0 0,-3 0 0 16,0 0 0-16,-2 0 0 15,-1 0 0-15,0 2 1 16,-1-2-1-16,-1 0 0 16,-1 0 0-16,-1 0 0 0,1 0 1 15,-1 0-1-15,3-3 1 16,-2 0 0-16,1 0-1 16,0 0 1-16,1 1 0 15,-1 1 0-15,2 1 0 16,-2 0-1-16,1 0 0 15,1 0 0-15,0 0 2 16,-1 0-4-16,0 3 4 0,2 1-2 16,-1-3 0-16,0 1 0 15,1-2 0-15,-2 0 0 16,2 0 1-16,2 0-1 0,0-1 1 16,0-3 0-16,1 1 1 15,0 1-1-15,2-1 0 16,-1 3-1-16,3-2 0 15,0 2 1-15,0 0-1 16,2 0 2-16,-1 0-2 16,0 0 0-16,1 2 0 0,-1 1 0 15,2-1 1-15,1 0-1 16,-1-2 0-16,-1 0 0 16,1 0 0-16,-1 0 1 15,1-2-1-15,0-3 2 16,-2 4 1-16,0 0-2 0,0 1 0 15,-2 0-1-15,1 0 1 16,0 1-1-16,-3 3 0 16,0 1 0-16,1-2-1 15,1 0 2-15,-1-2 0 16,2-1-2-16,-1 0 2 0,0 0 0 16,-1-3 0-16,0-1 0 15,0 1 0-15,-2 1 1 16,2-1-1-16,1 0-1 15,1 0 1-15,0 1-1 16,-1 0 0-16,0 2 0 0,-1 0 0 16,0 0 1-16,0 0-1 15,-1 2 0-15,-1-1 0 16,-1-1 0-16,2 0 0 16,-1 0 1-16,2 0-1 15,0 0 1-15,1-3 0 0,2 3-1 16,-1-3 2-16,-1 1 0 15,0 0 2-15,0 1-3 16,-2 1 0-16,0 0 0 16,-3 0-1-16,0 0 1 15,2 0-1-15,-3 0 0 16,1 1 0-16,0 4 1 0,3-1-1 16,-1-1 0-16,4 1 0 15,1-2 0-15,3 0 4 16,-1-1-3-16,2 0 3 15,1 0-3-15,-3 1-1 16,3 0 0-16,-4 1 0 16,1 0 1-16,-2-1-1 0,1 2 0 15,-1-1 0-15,2-2 0 16,-2 0 0-16,-1-1 1 16,2 0-1-16,0-3 0 15,1-1 4-15,-1-1 0 0,1 0 1 16,-2 2 0-16,3 0-3 15,-1-1 3-15,1 2-3 16,-3-1-1-16,3 1-1 16,0-1 1-16,-1 0-1 15,1-1 0-15,0 0 2 0,1 0 2 16,3 1 4-16,0-1-2 16,-1 1 0-16,0 0-1 15,1 1 0-15,-1 1-3 16,-1 1 0-16,-2 0-4 15,1 0 4-15,-4 0-5 0,-1 0 3 16,-2 0 0-16,-2 0 0 16,1 0 1-16,-2 0 1 15,1 0-1-15,0 0 0 16,-1 0 0-16,0-2 2 16,-1-1-2-16,-1 0 2 0,-1-1 3 15,-2 1 0-15,0 0 0 16,-1-1-1-16,-1 2-4 15,-1 1 0-15,-1-1-1 16,-1-1 0-16,-2 2 0 16,-1-1-5-16,-3 2 7 0,-2-1-1 15,0 1-5 1,-6 0 5-16,1-1-3 0,-3 1-1 16,-2 0-13-16,-2 0-15 15,-6 2-28-15,0-2-26 16,-8 0-8-16</inkml:trace>
  <inkml:trace contextRef="#ctx0" brushRef="#br0" timeOffset="36625.91">18861 7896 81 0,'0'0'2'0,"0"0"6"0,0 0 9 0,0 0-8 0,7-28-3 0,-5 23-4 16,0 1-1-16,1 1 0 15,0 0-1-15,-3 1 1 16,1 1 1-16,-1 0 7 16,0 1 0-16,0 0-10 0,0 7 5 15,0 3 4-15,0 7-2 16,-4 4 3-16,-1 5-6 15,-2 4 3-15,-1 7-1 16,-1 5 5-16,-1 5-3 16,-5 5-3-16,1 3 4 15,-2 5-3-15,-1 4 0 0,-2 2 4 16,-1 0-1 0,0 5 6-16,-2-2-2 0,3-1-2 15,0-5-1-15,4-4-7 16,0-7 1-16,3-6 0 15,2-6-1-15,0-4 2 0,2-5-1 16,2-2-3-16,2-5-18 16,0-6-36-16,4-8-64 15</inkml:trace>
  <inkml:trace contextRef="#ctx0" brushRef="#br0" timeOffset="38173.67">19126 8403 10 0,'-5'1'10'15,"2"0"5"-15,1 0-8 0,0-1-3 0,1 2-4 16,-1 0 0-16,0 1-2 16,1-1-3-16,-1 1-1 15,-1 0 2-15,1-1 3 0,0 1 4 16,1 0-1-16,0-1 1 15,0-1-2-15,1 0-1 16,0 0 0-16,0-1 1 16,0 0 7-16,0 0 9 15,0 0 4-15,0 0 4 16,0 0-4-16,0 0-5 16,0 0-8-16,0 0-3 0,0 0-4 15,0-2-1-15,2 1 1 16,0-1-1-16,1 1 0 15,1-1 0-15,-2 1 0 16,3-1 0-16,0 2 0 0,2 0 0 16,-2 0 0-16,2 0-1 15,2 0 2-15,0 0-2 16,1 0-11-16,-1 0-16 16,1 0-14-16,0 0-29 15</inkml:trace>
  <inkml:trace contextRef="#ctx0" brushRef="#br0" timeOffset="43054.38">19470 8421 39 0,'3'-6'2'0,"2"-3"1"15,-3 4-2-15,1-2-1 0,0 1 1 16,-1 1 0-16,-1 0 2 0,-1 0 3 16,0 2 2-16,1-2 5 15,-1 3-4-15,0-1-3 16,0 2-2-16,0 0-3 15,0 0-2-15,0 1-3 16,0 0-5-16,0 0 5 16,0 0-1-16,0 0 3 0,0 0 1 15,0 0 2-15,-1 0-2 16,1 1 4-16,-1 0-3 16,1 0 1-16,0-1-4 15,0 3-33-15</inkml:trace>
  <inkml:trace contextRef="#ctx0" brushRef="#br0" timeOffset="43420.96">19433 8426 33 0,'0'0'18'0,"0"0"-8"0,0 0-8 16,0 0-1-16,0 0-1 0,0 0-15 16,0 0-32-16</inkml:trace>
  <inkml:trace contextRef="#ctx0" brushRef="#br0" timeOffset="46828.45">19597 8307 20 0,'-5'0'28'0,"-2"2"-19"0,2-2-3 0,0 0-3 16,2 1-3-16,1 0 0 0,-1 0-4 16,1-1 0-16,-1 0 2 15,1 1 0-15,0 0 4 16,-1 0-2-16,1-1-10 15</inkml:trace>
  <inkml:trace contextRef="#ctx0" brushRef="#br0" timeOffset="50335.16">19572 8286 189 0,'0'0'22'0,"0"-2"5"0,0-3-3 0,0 0-3 0,-2 0-3 15,-4-2-8-15,0 1-3 16,-4-1-5-16,-2-1 2 15,-4 2 5-15,-4-1-4 16,-2 3-3-16,-5 1 0 16,-3 3-2-16,-3 0 2 0,-5 4-2 15,-3 7 2-15,-1 6-2 16,-2 5 1-16,0 6-1 16,-1 7-1-16,7 7 1 15,1 4-1-15,7 4 1 16,7 2-4-16,9-2-2 0,7-4-2 15,7-5-2-15,7-6 3 16,9-7 3-16,6-4 2 16,6-8 2-16,3-4 0 15,3-6 3-15,1-6 1 16,5 0 7-16,-1-6-2 16,1-7-4-16,-1-4 3 0,-1-3 0 15,-3-3 3-15,-3-4 4 16,-5-2 6-16,-5-2-2 15,-4-1 13-15,-7-1-14 16,-6-1 1-16,-5 0-3 16,-1 0 0-16,-10-1-7 15,-7 2-4-15,-6 3-2 0,-5 1-1 16,-3 3 1-16,0 5 0 16,-3 3-4-16,-2 5 3 15,0 6-5-15,-1 7-17 0,-2 3-44 16,-1 11-41-16,-1 5-8 15</inkml:trace>
  <inkml:trace contextRef="#ctx0" brushRef="#br0" timeOffset="50838.59">18937 8581 119 0,'0'0'5'0,"0"0"-1"0,0 0 3 16,0 0 2-16,38-3-1 15,-24 2 3-15,3 1 6 0,4-1 1 16,2 1 0-16,4 0-3 16,3 0 1-16,3 0-6 15,2 3-3-15,3 1-5 16,-1 4-1-16,2 0 0 16,-2 2 0-16,1 0 0 0,-3 0-1 15,-1 2 1-15,1-1 0 16,-4 1-4-16,0-1-40 15,-3-1-76-15</inkml:trace>
  <inkml:trace contextRef="#ctx0" brushRef="#br0" timeOffset="51350.23">19714 8632 70 0,'0'0'4'0,"0"0"12"16,0 0 2-16,0 0 0 16,0 0-6-16,0 0-10 0,0 0 7 15,0 0 14-15,0 0-2 16,0 14-9-16,0-6 0 15,4 0-1-15,1 1-2 16,0 0-4-16,1-2 0 16,1-1-3-16,2 0-1 0,0-2 0 15,2-2 0-15,1 0 2 16,-1-2-1-16,4 0 0 16,-2-7 1-16,1-1-1 15,-1-2-1-15,-1 0 2 16,-2-2-2-16,-2 1 0 0,-4 1 0 15,-1 0 2-15,-1 0 2 16,-2 4 11-16,0 1 4 16,0 1-9-16,0 1-7 15,-2 3-4-15,-1 0 0 16,2 0-4-16,0 1 8 16,1 5-9-16,0 2-1 0,0 0-1 15,0 1 0-15,4-1-1 16,4 2-3-16,3-3-7 15,3 0-14-15,2-2-41 16,2-2-71-16</inkml:trace>
  <inkml:trace contextRef="#ctx0" brushRef="#br0" timeOffset="51792">20202 8599 129 0,'0'0'88'0,"0"0"-83"0,0 0 10 0,0 0 9 0,0 0-16 16,-19-29-8-16,7 27 3 15,-1 2-1-15,-1 0 3 0,0 0-5 16,0 5 1-16,2 3 0 16,2 0 0-16,2 2-1 15,2 0 1-15,4 0-1 16,2 0 0-16,0 0-1 15,1-3 0-15,7-2 2 16,3 1-3-16,1-3 0 0,1-2 2 16,3-1 2-16,0 0-2 15,2 0-2-15,-1-5-4 16,-1-2 1-16,-2-1 0 16,-1 1 1-16,-3 1 5 15,-2-1 1-15,-3 2-2 0,-2 0 1 16,-1 0 1-16,-2 3 2 15,0-1 2-15,0 3-2 16,0 0-2-16,0 0-1 16,0 0-2-16,0 2 0 15,0 3-4-15,2 1-10 16,3 1-12-16,2 1-3 0,0-1-25 16,2-2-22-16</inkml:trace>
  <inkml:trace contextRef="#ctx0" brushRef="#br0" timeOffset="52261.54">20411 8606 218 0,'0'0'9'15,"0"0"-4"-15,0 0 1 0,0 0-3 0,0 0 0 16,0 0 0-16,0 0-3 15,0 0 0-15,0 0 0 16,28-7-2-16,-22 13 4 16,1 2-2-16,-1 0-2 15,0 1 2-15,-1 0 0 16,0-1 0-16,-1-1 2 0,-2-1-4 16,0-2 1-16,-2 0 0 15,0-1-1-15,0-2 0 16,0-1 4-16,-2 0 10 15,-1 0-7-15,1-5 1 0,1-1-1 16,1-3 1-16,0 1-1 16,0-2-3-16,4 0-1 15,3 0 2-15,1-1 1 16,2 2-1-16,2-2-2 16,2 6 2-16,0-1-3 0,1 2 0 15,2 4 0-15,-1 0 0 16,0 0 0-16,0 3 0 15,-3 5 0-15,-1 1 0 16,-2 1 1-16,-2 1-2 16,-1 1-7-16,-3 1-25 0,-3-1-19 15,-1-4-31-15</inkml:trace>
  <inkml:trace contextRef="#ctx0" brushRef="#br0" timeOffset="52610.21">20843 8322 239 0,'0'0'3'0,"0"0"6"0,0 0-3 0,0 0-6 0,0 0-1 15,0 0 1-15,0 0 2 16,-10 28 1-16,13-10 0 16,3 2-1-16,1 0 0 15,1 5 0-15,1-1-1 16,0 0 0-16,-2-1-2 0,0 0-6 15,-1-3-19-15,-4 0-4 16,0-4-17-16,-2 1-13 16</inkml:trace>
  <inkml:trace contextRef="#ctx0" brushRef="#br0" timeOffset="53193.42">20735 8571 245 0,'0'0'3'15,"0"0"-9"-15,0 0 8 16,27-11-4-16,-9 8 7 16,3-1-4-16,1 2 0 15,2 0 0-15,0 1-1 16,0-2 1-16,-1 1 0 0,2 1 0 15,-4-1 0-15,1 0 0 16,-2-1 0-16,-1 0-1 16,-5 1 1-16,-1 0-1 15,-4 1 0-15,-3-1 1 16,-3 2-1-16,-2 0 1 0,-1 0 1 16,0 0 2-16,-3 0-2 15,-4 4 0-15,1 2-2 16,0 2 1-16,2 2-1 15,-1 1 1-15,4-2 0 16,1 1 1-16,0 0-1 0,5-2-2 16,3-2 1-16,3 0 0 15,3-3-2-15,-1 0 4 16,4-3 0-16,-1 0-1 16,2 0-4-16,1-8 1 15,0 1-4-15,-4-2 6 0,-1-3-1 16,-3 4 2-16,-4 0 0 15,-2 1 4-15,-3 0 5 16,-2 3 9-16,0 0 3 16,0 4-15-16,-2 0-7 0,-3 0 4 15,2 0-3 1,-2 3-3-16,2 5 0 0,0 1-3 16,3-1-6-16,0 0-14 15,0 1-10-15,6-1-30 16,2-3-52-16</inkml:trace>
  <inkml:trace contextRef="#ctx0" brushRef="#br0" timeOffset="53849.33">21354 8565 205 0,'0'0'9'0,"0"0"5"0,0 0-1 0,0 0-1 0,0 0-7 15,28-13-4-15,-23 13 1 16,-1 5-1-16,0 2-1 16,0 0 3-16,-1 3-1 0,1 1-3 15,-1-1-1-15,-1-1-5 16,0-1-1-16,-1-1-3 16,0-1 8-16,-1-2 2 15,0-1-1-15,0-3 1 16,0 0 7-16,1 0 15 0,0-6-13 15,1-3-6-15,0 1-1 16,2-3 0-16,1-1-1 16,-1 0 0-16,2-1-1 15,1 3 3-15,-1-1 3 16,2 1 0-16,1 2 0 0,0 2-2 16,1-2-2-16,0 5-1 15,0 2 0-15,-1 1 0 16,1 0 0-16,0 4 0 15,1 4 0-15,0 1 1 16,-1 4 0-16,-2-1-1 16,0-1-1-16,-2 2 1 0,-3-2-7 15,0-1-13-15,-2-2 3 16,-1-2 11-16,0-2 4 16,0-2 0-16,0-2-1 15,0 0 23-15,1-2 1 0,1-5-17 16,0-3-1-16,3-1-2 15,0-2-1-15,2 0 1 16,1-1-1-16,0 2 2 16,3 0 5-16,1 1 1 15,0 1-1-15,2 3-3 16,1 2 2-16,0 2 0 0,-2 2 0 16,1 1-2-16,0 1-3 15,-2 7 0 1,-2 1 0-16,-1 3-2 0,-3 1 2 15,-2 1-13-15,-3-1-36 16,-1-1-37-16</inkml:trace>
  <inkml:trace contextRef="#ctx0" brushRef="#br0" timeOffset="54774.01">21114 8926 210 0,'0'0'19'0,"0"0"9"0,0 0-15 0,0 0-9 15,-34-14-6-15,21 14-2 16,-4 0 6-16,-2 5 3 15,1 3 0-15,0 3 0 0,1 2 0 16,4 1-2-16,3-1 1 16,4 1-3-16,4-2 3 15,2 1-1-15,0-2-3 16,10-1-1-16,2-1 0 16,5-2 0-16,3-2-9 0,1-3-18 15,3-2-18-15,-1 0-39 16,1-1 21-16,-2-7 29 15,-2 0 34-15,-3-1 4 16,-2 0 24-16,-2 0 9 16,-5 1 3-16,-3 2 8 0,-4 1-4 15,-1 0-10-15,0 2-11 16,0 1-4-16,-7 2-15 16,0 0-3-16,0 0-3 15,-2 3 6-15,2 4-1 16,2 1-1-16,2 0 0 0,3 2 0 15,0-3-1-15,3 1-1 16,5-1-1-16,3-2 1 16,4-2-1-16,-1-3-2 15,2 0 3-15,4 0 1 16,-4 0 1-16,2-6 5 16,-3-1 5-16,-2-1-1 0,-4-1 1 15,-4-1 1-15,-3 1 2 16,-2 0 1-16,-3 1-6 15,-7 0-4-15,-6 3-5 16,-1 3-8-16,-2 2 2 16,0 0-1-16,3 0-8 0,2 5-4 15,2 3-15-15,4-1-33 16,4-1-83-16</inkml:trace>
  <inkml:trace contextRef="#ctx0" brushRef="#br0" timeOffset="55385.46">21388 8969 148 0,'0'0'1'0,"0"0"2"0,0 0 17 0,0 0 16 0,0 0-9 15,0 0-20-15,0 0-8 16,0 0 4-16,0 0-3 15,0 0-2-15,27 22 2 16,-25-14 0-16,0 2-2 0,-1-1-10 16,0-1 7-16,-1-2 4 15,0-1 1-15,0-2 1 16,0-1-3-16,0-2 0 16,0 0 6-16,0 0 9 0,0-5-6 15,1 0-5-15,0-3 1 16,3-4 1-16,-1 2 2 15,1 0 3-15,2-1-6 16,1 3 6-16,0-1 1 16,2 3-5-16,1 2-2 15,0 0-3-15,2 3 0 0,-1 1 0 16,1 0 0-16,-1 1 1 16,1 5 2-16,-2 2-1 15,0-1 1-15,-3 3-2 16,-1-1 1-16,-1-1-3 15,-1-2 1-15,-3-1-2 0,0-1-6 16,-1-2 1-16,0-2 1 16,0 0 9-16,0-6 0 15,0-2 0-15,3-2-6 16,4-5 2-16,4 2 3 16,0-1-3-16,2 0 0 0,2 2 4 15,-1 2 1-15,0 3-4 16,1 3 1-16,-1 4 0 15,1 0-1-15,-3 0 2 16,-1 8-2-16,0 2-2 16,-2 3 0-16,-3 0-14 0,-2 2-25 15,-3-1-49-15</inkml:trace>
  <inkml:trace contextRef="#ctx0" brushRef="#br0" timeOffset="55778.61">21820 8837 184 0,'0'0'14'0,"0"0"-3"0,0 0 11 16,31 7 1-16,-25 1-5 15,2 2-4-15,0 0-2 16,1 5 0-16,-4 1-7 15,1 4-4-15,-2 0-1 0,-1 3 1 16,-1 0-2-16,-2 0 0 16,0 2-12-16,-7-3-27 15,0-1 18-15,1-4-42 16,0-6 9-16,1-3 19 0</inkml:trace>
  <inkml:trace contextRef="#ctx0" brushRef="#br0" timeOffset="56027.38">21937 8842 252 0,'0'0'0'15,"27"-5"2"-15,-10 4 1 0,0 1 7 16,1 0-3-16,-2 1-4 15,-1 6-2-15,-4 0 0 16,-4 1-2-16,-4 2-3 16,-3 2-12-16,-4-1-7 15,-10 2-3-15,-3 0-17 0,-5-1 5 16,-1-2-5-16</inkml:trace>
  <inkml:trace contextRef="#ctx0" brushRef="#br0" timeOffset="56454.56">22145 8798 336 0,'0'0'4'16,"0"0"-3"-16,0 0-4 15,0 0-3-15,0 0-6 16,0 0 10-16,5 31-1 16,-5-16 0-16,0-1-1 0,0 0 1 15,0 1 3-15,2-3 1 16,7-2 0-16,1-2-2 16,3-3 0-16,2-4 1 15,1-1 0-15,1 0 0 16,-2-4-12-16,2-5-6 0,-3-1 0 15,-1 0 15-15,-3-1 4 16,-2 1 0-16,-3 3 2 16,-2 0 5-16,-1 4 1 15,-2 0 4-15,0 3-4 16,0 0-10-16,0 3 1 16,0 2-3-16,0 2 4 0,0 1 1 15,4-1-11-15,0-1-15 16,2-2-29-16,0-1-77 15</inkml:trace>
  <inkml:trace contextRef="#ctx0" brushRef="#br0" timeOffset="56712.18">22422 8680 228 0,'0'0'-3'0,"0"0"9"0,0 0-9 0,0 0 4 15,0 0 1-15,1 43-1 0,1-23 1 16,2 2-2-16,0 0 1 16,3 0-1-16,0 0 1 15,0-4-1-15,0-2-2 16,-2-1-8-16,0-4-36 15,-3-3-68-15</inkml:trace>
  <inkml:trace contextRef="#ctx0" brushRef="#br0" timeOffset="56988.48">22383 8824 271 0,'0'0'-4'15,"0"0"-1"-15,0 0 7 16,0 0-2-16,42-16 5 16,-23 12-2-16,3 1 2 15,0 1 0-15,0 2 1 0,0 0-2 16,-4 0-3-16,-2 0-1 16,-2 8 1-16,-4-1-1 15,-2 3-1-15,-4 0 2 16,0 2 2-16,-1-1-3 15,-1-2 2-15,2 0-2 16,-1-2 0-16,2-2-31 0,0-4-45 16</inkml:trace>
  <inkml:trace contextRef="#ctx0" brushRef="#br0" timeOffset="57123.25">22648 8686 228 0,'0'0'90'0,"0"0"-100"16,0 0-45-16,0 0-89 0</inkml:trace>
  <inkml:trace contextRef="#ctx0" brushRef="#br0" timeOffset="57556.51">22680 8791 266 0,'0'0'4'16,"0"0"-4"-16,0 0 0 16,0 0 0-16,0 0 2 0,0 0-2 15,0 0 0-15,0 0 2 16,8 13-1-16,-7-8 0 15,2 3 0-15,-3-1 0 16,2-2-1-16,0 0 0 0,-1 1 1 16,0-4-1-16,0 0 0 15,-1 0-1-15,0-2 3 16,0 0 10-16,0 0 9 16,2-2-4-16,-1-5-17 15,3-3 0-15,-1 1 1 16,3-1-6-16,0 1-2 0,1 0 1 15,2 3 8-15,0 3-2 16,1 2 0-16,2 1 2 16,0 0-1-16,-1 7-1 15,1 2 0-15,1 1 0 16,-3 0 0-16,2 0-5 16,-3 0-17-16,0-2-10 0,-1-3-29 15,0 1-68-15</inkml:trace>
  <inkml:trace contextRef="#ctx0" brushRef="#br0" timeOffset="58139.68">23039 8766 218 0,'0'0'5'0,"0"0"1"15,0 0 1-15,0 0-12 0,-13-28-8 16,0 27 14-16,0 1-2 15,0 0 2-15,0 1 2 16,2 4 0-16,0 3-2 16,4 0-1-16,3 2-1 15,3 0-11-15,1-1-14 16,3-1 6-16,6-2 3 0,4 0-1 16,1-3 11-16,2-1 12 15,-2-2 13-15,3 0 0 16,-3 0 2-16,0-4-5 15,-3-1-3-15,-1-2-2 0,-1 0-4 16,-4 0-4-16,-2 0-1 16,-1 2-1-16,-2 0 3 15,0 2 3-15,0 1 7 16,0 2-5-16,0 0-6 16,-2 0-2-16,2 9-2 15,-3 1-1-15,2 3 2 0,1 3 2 16,0 2-4-16,0 2-6 15,0 2 2-15,0 1 6 16,1 0 1-16,4 0 0 16,0 2 2-16,1-1 2 15,0-2 2-15,0 1-2 0,0-4-2 16,-3-1-1-16,-2-4-1 16,0-2-2-16,-1-4-3 15,0-4-2-15,-5-3 4 16,-2-1 11-16,-2-3 12 0,1-8 9 15,-3-5-2-15,1-2-16 16,3-5-6-16,2-3-2 16,3-4-5-16,2 1-13 15,4-4-17-15,6-2-44 16</inkml:trace>
  <inkml:trace contextRef="#ctx0" brushRef="#br0" timeOffset="59307.61">19506 8940 214 0,'-4'1'2'0,"0"-1"3"0,2 0 5 0,2 0-5 0,0 0-4 16,0 0-24-16,3 0 1 15,4 0 7-15,2-1 4 0,4-1 11 16,-1 0 1-16,3-1-2 15,2 2 5-15,1-1 1 16,2-1 2-16,2 0 2 16,3 0 1-16,2 0-3 0,1 0-3 15,4-2-3-15,4 1 2 16,3 0 0-16,3-2 1 16,2 1 0-16,3-1 1 15,1 0 0-15,3-1 1 16,0 2-1-16,2 0-2 0,2 0-1 15,1-1-1-15,1-1-1 16,-2 3 1-16,2-2-1 16,0 1 0-16,2 0 2 15,-2-1-2-15,0 2 0 0,0-1 1 16,-1 2-1-16,-4 3 1 16,-3 0-3-16,-7 0-32 15,-5 0-68-15</inkml:trace>
  <inkml:trace contextRef="#ctx0" brushRef="#br0" timeOffset="61243.99">21039 9257 120 0,'0'0'3'0,"45"-6"6"0,-18 2 0 0,3 2 4 0,3-2 3 15,5 0 5-15,3-1-4 16,4-1 2-16,4 0-4 16,2 1-1-16,4-1-3 15,1 1-2-15,-1 2-2 0,4 0 2 16,-1 1 1-16,1 0-5 15,1 0-2-15,2 1 3 16,2-1 1-16,-1-1 1 16,0 1-3-16,-2 0-2 15,0-1-2-15,-2 2-1 0,-3-1 1 16,-1 0-1-16,-1-1-1 16,-2-2 3-16,-2 0 0 15,0 1-1-15,0-2 1 16,-2 1-2-16,-1 0 1 15,-4 0-1-15,-3 2 1 16,-4-2-1-16,-3 2 0 0,-4 1 1 16,0 0 0-16,-3-1 3 15,0 1 1-15,-3-4-2 16,0 2-2-16,1-2 0 16,-1-1 0-16,1-2-1 15,-2-1 1-15,0-1-1 0,-1-2 0 16,-3 0 0-16,-2 0 0 15,-3-3 0-15,-2 2 2 16,-3-2-1-16,-1 2 1 16,-3-2 5-16,3 0 3 0,-6 0-5 15,1 0 0-15,0 0 0 16,-1-1 5-16,0-1-3 16,-1 1-4-16,0-3 12 15,0-1-12-15,0 0-1 16,0-1 1-16,0-1-2 15,-4 0-1-15,1 2 0 0,-2-1-4 16,-1 2 3-16,-3-1-3 16,1 2-10-16,-2 1 13 15,-1 1 0-15,-2 0-2 16,-1 0-1-16,-2 2 2 0,-1 2 2 16,-2 1-6-16,-2 2 0 15,0 2 4-15,-1 1-2 16,0 0-2-16,-1 1 1 15,-2 2 4-15,1 0-1 16,-4 2 0-16,1 2 1 0,-3 0-2 16,0 0 3-16,-1 0 0 15,-1 0-2-15,-1 2 2 16,-1 0 0-16,-1 0-2 16,-3-1 1-16,-1-1-1 15,-2 0 1-15,-3 0 1 16,1 0-2-16,-3 0-1 0,-1 0 0 15,2 0 0-15,1 0 1 16,1 0 2-16,1 0 1 16,4 0-2-16,-1 0-3 15,-1 4-8-15,-2-1-11 16,1 3 2-16,0-1 3 0,1 0 6 16,1-1 2-16,4-1 6 15,4-2 1-15,3-1-1 16,2 0 4-16,6-3-1 15,4-3 9-15,3-3 0 16,5 0-1-16,2-4 2 0,4 1-2 16,2-4-3-16,0-3-1 15,6-1-4-15,3-1 5 16,3-4 6-16,-1 0-1 16,1 0 1-16,-2-2 1 15,-1 0-5-15,-3-1-2 0,-3 1 3 16,-3-1-2-16,0 2 1 15,-5-2-3-15,-5 2 1 16,-5-1 3-16,-2 2-3 16,-3-1 1-16,-6 1-5 15,-2 0-5-15,-6 2 6 0,-4 1 1 16,-5 0-4-16,-5 2 0 16,-5 1-6-16,-4 3 4 15,-4 1-4-15,-5 1 3 16,0 3 3-16,-6 0 1 15,2 2 1-15,-1 1-1 16,1 2 3-16,-1-1-3 0,1 2 1 16,1 0-3-16,-2-2-6 15,-2 1 4-15,0-1 0 16,-2-1-3-16,-3 3 0 16,-1-1 2-16,0 2 0 15,0 3 5-15,0-1 2 0,3 2-1 16,0 0 2-16,4 7-2 15,0 1 0-15,1 2 0 16,4 1-2-16,1 0 2 16,0 2 2-16,4 1-2 15,1 1 1-15,2 2 0 0,0 1-1 16,4 2 1-16,3 1-2 16,3 4 1-16,3 1-1 15,4 2-4-15,4 2-4 16,3-2 4-16,3 2 3 0,3 1 1 15,1 1-7-15,1 2-3 16,2 3-2-16,1 2-4 16,-1 1-2-16,1 0 6 15,1 1 4-15,2 3-3 16,-1-2 5-16,3-1 7 16,4-1 4-16,4-1 4 0,5-1 5 15,3-2-4-15,3-1-3 16,1 0-1-16,8-2-3 15,1 0-1-15,5-2-1 16,1-1 0-16,1-5-1 16,3-2-6-16,2-3 0 0,2-4 3 15,4-2 2-15,3-3-1 16,3-1 3-16,2-5 3 16,4 0 2-16,3-4 3 15,4-1 5-15,4 0-1 16,6 0-1-16,4-1-3 0,4-2 1 15,4-1-8-15,3-2 0 16,1 1-3-16,2-2-36 16,-2-2-65-16</inkml:trace>
  <inkml:trace contextRef="#ctx0" brushRef="#br0" timeOffset="63132.97">21734 7185 238 0,'0'0'2'0,"0"0"6"0,0 0-1 0,0 0-8 0,0 0 0 16,0 0 1-16,0 0 1 16,0 0 0-16,0 0 2 15,0 0-2-15,0 0 2 16,0 0-1-16,-6 4 0 16,6 12 2-16,-5 4-2 15,-1 9 2-15,-4 7-1 16,-1 4-2-16,0 4 1 0,-1 2-1 15,0 1-1-15,0 2 1 16,-1 2 0-16,-1 0 0 16,-2 2-1-16,2-3 0 15,-3-2 0-15,1-2 2 16,1-5-1-16,-1-3 0 0,1-1 0 16,0-3 0-16,-2-2 0 15,0-3-1-15,2-1 1 16,-3-2-1-16,2-2 0 15,0-1-1-15,1-2-4 16,-1 0-11-16,0-4 1 0,1 0-5 16,1-5-15-16,-2-1-25 15,2-3-22-15</inkml:trace>
  <inkml:trace contextRef="#ctx0" brushRef="#br0" timeOffset="63360.56">21211 8243 99 0,'0'0'24'0,"0"0"15"16,-30-2-3-16,20 0-2 15,5-1-12-15,1-1-1 16,2 3-3-16,1-2-5 16,1 3-3-16,0-2-6 0,0 2-3 15,0 0-1-15,2 0 2 16,5 2-2-16,0 5 3 16,2-1 4-16,0 1-4 15,4 1 0-15,0-1-1 16,3-3-3-16,3 0 2 0,4-4-2 15,5-5-4-15,2-13-8 16,1-9-62-16,1-13-134 16</inkml:trace>
  <inkml:trace contextRef="#ctx0" brushRef="#br0" timeOffset="76281.61">9150 10344 77 0,'0'0'4'0,"0"0"6"0,0 0 5 0,0 0 2 15,0 0 1-15,0 0 3 16,0 0 0-16,0 0-5 15,0 0-6-15,0 0-4 16,0 0-4-16,0 0-2 16,0 0 0-16,-3-10 0 0,3 10 0 15,0 3 0-15,0 3-1 16,0-1 0-16,0-1 2 16,2 4 1-16,-1-3-2 15,0 2 1-15,4 0 1 0,-2-1-1 16,0-1-1-16,2-2 1 15,0-1 0-15,0-1 0 16,1-1 0-16,3 0 2 16,1-4 0-16,2-4 4 15,5-5-3-15,1-1 1 16,4-4-1-16,2-2-2 0,2-2 3 16,2 0 2-16,1-2-1 15,1-3 2-15,3 1 2 16,2-2-3-16,-2 2 0 15,0 1-4-15,-2 3-1 16,-3 3-1-16,-4 5-1 0,-3 2 0 16,-1 4 1-16,-3 4-2 15,0 2 0-15,0 2-4 16,-6 0-37-16,-2 0-63 16</inkml:trace>
  <inkml:trace contextRef="#ctx0" brushRef="#br0" timeOffset="77690">12228 11239 57 0,'0'-2'3'0,"-3"1"10"0,2-1 4 0,0-1-3 0,-1 1 5 16,-1 1 5-16,2 0-5 15,1 0-5-15,0 0-2 16,-1 1-6-16,1 0-6 16,0 0-3-16,0 0-4 15,0 2 6-15,0 2 1 16,0 0 0-16,2 1 1 0,1-1-1 16,2-1 0-16,0 0 0 15,1-1 1-15,2-2 0 16,2 0-1-16,3-5 2 15,4-5 4-15,3-3 1 0,3-4 1 16,4-4-2 0,1 1 1-16,2-2-2 0,0-1-1 15,-1 2-2-15,0 1-2 16,-3 1 1-16,-1 2-1 16,-2 5 0-16,-5 4 0 15,-4 3-3-15,-6 5-40 0,-8 2-61 16</inkml:trace>
  <inkml:trace contextRef="#ctx0" brushRef="#br0" timeOffset="78224.05">11274 12009 19 0,'0'0'10'0,"0"0"13"0,0 0-1 0,0 0-6 0,0 0-7 15,0 0-1-15,0 0-3 0,33-1 6 16,-14-11 10-16,8-8 0 16,8-7 7-16,9-6-9 15,9-7-8-15,7-3-10 16,6-3 2-16,2 3-2 15,0 0-3-15,-5 2-9 16,-7 3-68-16</inkml:trace>
  <inkml:trace contextRef="#ctx0" brushRef="#br0" timeOffset="78951.03">6779 13112 149 0,'0'0'1'0,"0"0"-2"0,0 0 3 0,0 0-1 0,0 0 1 16,0 0 1-16,0 0-1 0,0 0 9 15,0 0 7-15,26-31-7 16,-4 4-7-16,7-11-2 16,11-10 2-16,8-7-2 15,16-12-2-15,15-11 2 16,14-8-2-16,10-10-66 0</inkml:trace>
  <inkml:trace contextRef="#ctx0" brushRef="#br0" timeOffset="79683.38">13221 13645 127 0,'0'0'3'0,"0"0"9"0,0 0 20 0,0 0-7 0,0 0-20 0,0 0-3 16,0 0 2-16,0 0 2 16,0 0 0-16,0 0 4 15,28-36 7-15,-5 6-10 16,6-8-4-16,9-10-3 16,6-9 2-16,4-10-6 0,0-8-36 15,-2-7-88-15</inkml:trace>
  <inkml:trace contextRef="#ctx0" brushRef="#br0" timeOffset="80859.67">13730 9926 214 0,'0'0'-15'0,"0"0"19"0,0 0 1 0,-28-31 4 0,24 25-3 15,-2 1-1-15,4 2 4 16,0-2 1-16,2 2-2 15,0-2-5-15,0 3-3 0,5-3-1 16,5 1 3-16,2 0 1 16,4-1-3-16,3 0 2 15,1 2-2-15,2-1 0 16,2 2 0-16,1 2 0 16,-2 0 0-16,1 2 0 15,-2 7 0-15,-1 1 0 0,-1 3-5 16,-3 5 1-16,-4 0-2 15,-2 4 0-15,-1 2 1 16,-2 1 5-16,-3 3 1 16,-2 4-1-16,-3 6 0 15,0 2-1-15,0 6 3 0,-7 3-3 16,-2 7 3-16,-3 6-1 16,0 3-2-16,-1 4 2 15,-4 6 0-15,3 4-1 16,1 1 1-16,2 1-1 15,5 0 0-15,5-4 1 0,1-4 1 16,3-5-2 0,8-6 1-16,8-6 0 0,4-7-1 15,6-5 2-15,3-7-2 16,0-5 3-16,-1-5-2 0,0-6-1 16,-6-3 3-16,-5-1-2 15,-5-4 2-15,-6 4-3 16,-6 2-1-16,-3 4-3 15,-10 6 11-15,-5 8-9 16,-5 7 5-16,-4 8-2 16,-1 6-1-16,-2 7 1 0,3 4-1 15,3 7 1-15,3 2-1 16,4 1 0 0,5 3 1-16,5 0-1 0,4-1 0 15,0-2 0-15,7-2 1 16,4-1-2-16,6-3 1 0,4-4 1 15,0 0 0 1,3 0 3-16,2-2 2 0,-2 2 1 16,1 2-1-16,-2 2-1 15,-3 2-1-15,-4 0-1 16,-2 0-2-16,-4-1 1 16,-6 0-1-16,-4-4 0 0,-2-3 0 15,-11-4 0-15,-7-3-1 16,-11-6-2-16,-9-4-1 15,-8-7-10-15,-6-7-15 16,-10-10-21-16,-4-13-35 16</inkml:trace>
  <inkml:trace contextRef="#ctx0" brushRef="#br0" timeOffset="81983.95">13784 9728 86 0,'-9'-6'2'0,"-1"0"10"0,1-1 27 0,3-1-6 16,-3 1-13-16,2 1-9 15,1-1-6-15,-1 1-4 16,0 0 1-16,1 0 0 16,0 1 3-16,4 0 3 15,0 0 4-15,2-1-6 0,5-1-1 16,10 0-4-16,5-1 1 15,4 0-2-15,3 2 0 16,3 2 0-16,0 4 0 16,1 0-1-16,-2 12 0 15,-2 4-1-15,-3 7-1 0,-5 7-1 16,-4 5 0-16,-5 6-1 16,-4 8 5-16,-6 3 0 15,0 4 2-15,-6 3-1 16,-5 7-1-16,-2-1 1 15,-1 4 0-15,-2 2 0 0,0 4 0 16,0-1 1-16,4-2-1 16,2 0 0-16,3-4-1 15,5-4 1-15,2-8 0 16,7-3-1-16,5-7 2 16,3-7-2-16,5-7 2 0,-1-6-1 15,0-4 1-15,0-5 1 16,-3-1-1-16,-5-1-1 15,-2 0-1-15,-6 1 0 16,-3 4 0-16,0 3 4 16,-10 7-1-16,-3 4-1 0,-3 5 0 15,0 5-2-15,2 4 1 16,-2 5-1-16,5 3-1 16,0 2 2-16,3 3-1 15,3 0 1-15,5 0-1 16,0 0 0-16,3-1 0 0,6-1-1 15,7 1 2-15,-3 1 0 16,5 6-1-16,0 1 0 16,2 4 3-16,0 2-2 15,1 2 0-15,3 2 2 16,-1 0-1-16,1 4-1 16,4 5 0-16,2 1-1 0,3 6 1 15,2 4-1-15,1 6 0 16,-1 2 0-16,-3 3 0 15,-5 3-3-15,-10 1-13 16,-16 0-23-16,-11-4-34 16</inkml:trace>
  <inkml:trace contextRef="#ctx0" brushRef="#br0" timeOffset="150570.9">4449 6391 90 0,'0'0'9'0,"0"0"-8"0,0 0 0 0,0 0-1 0,0 0-1 15,0 0 0-15,0 0 1 16,0 0 0-16,0 0 0 16,0 0 1-16,-27 0-1 0,22 0 1 15,1 0-1-15,1 0 1 16,-2 0 0-16,1 0 6 15,0-1 5-15,-2-1 6 16,0 0 1-16,-1 1-2 16,0 0-10-16,-1-1-4 15,-1 1-1-15,0 0 2 16,0-1 2-16,-2 2-2 0,-2-2-2 16,-1-1 0-16,-4 3-2 15,1-2 4-15,-2 1 0 16,-1 0 0-16,-3 1 0 15,0 0-4-15,0 0 0 16,-2 1 0-16,0 4-1 0,-3 1-1 16,0 1 5-16,1 1-7 15,-3 2 8-15,1 1-3 16,0 1-2-16,0 1 2 16,2 2-1-16,2 0 0 15,1 0-1-15,1 2 2 0,3-1 1 16,-2 2-2-16,2 0-1 15,0 0 1-15,0 1 0 16,2-1 0-16,-1 0 0 16,1 2 0-16,3 1 0 15,1-1-1-15,2 2 1 0,2 3 0 16,2-1 0-16,0-1 0 16,4-1 0-16,3-1 0 15,-1-1 1-15,2-1-1 16,0-1 1-16,3-1-1 15,3 2 0-15,1-1-1 0,2 0 1 16,1 2-1-16,0-2 1 16,4 0-1-16,1 1 1 15,2-1 0-15,1 1 0 16,2-2 1-16,2 1 0 0,0-3-1 16,1 3 1-1,0-3 0-15,3 1-2 0,-1-2 2 16,4 1-1-16,1 1 0 15,0 0 0-15,2-1 0 16,3 1-1-16,-1 0 0 16,2-3 3-16,1 0-2 0,2-3 1 15,5 0-2-15,-1-3 2 16,2-2 0-16,1-1-1 16,0 0 0-16,3-2 1 15,-2 1-1-15,4 0 0 16,0 0 0-16,-1 0 0 0,4 0 2 15,-2 1-2-15,2-2 0 16,1 0 0-16,1 0 0 16,3-1 0-16,0-1 0 15,2 0 0-15,2 0 0 16,4 0 0-16,1-2 0 0,-2-1 1 16,2 1-1-16,-1-2 2 15,3 0-2-15,-3-1 0 16,2 1 1-16,3 0-1 15,-2-2 0-15,1 2-1 0,1 2-2 16,-2 2 3-16,1 0-2 16,-1 0 4-16,0 4-2 15,1 1 0-15,2 0 0 16,-1 0 0-16,0-1 1 16,3-1 1-16,0 0-4 15,2 0 4-15,0-1-1 0,3 0-1 16,2-1 1-16,1 0-1 15,0-1 0-15,3 0 1 16,0 0-1-16,0 0 0 16,0 0-1-16,0 0 2 15,-1 0 1-15,-1-4-1 0,3 0 0 16,-3-1 0-16,1 0 0 16,-1-1 0-16,-1-3 2 15,0 3-2-15,-2-3 1 16,1 1 0-16,-2-3 0 15,-1-1-1-15,-2 1 1 16,-3-3-1-16,-1 1 0 0,-2-2 1 16,-4-1-1-16,-3 1 1 15,-4-2-2-15,-2-1 3 16,-3-2-1-16,-6 2 0 16,-3 0 3-16,-4-2-1 0,-6 1 0 15,-1 0 0-15,-7 1-2 16,0 1-2-16,-5-2 1 15,-3 2-1-15,-4 1 1 16,-3-1 0-16,-2 1 0 16,-3-1 2-16,-4-1-2 0,0 1 2 15,-4-2-1-15,0 0-1 16,0-2 1-16,0 1-2 16,-4 0 2-16,-3-1-2 15,-2 4 0-15,-1-1-2 16,-3 1 0-16,-3 1 0 15,-2 1 3-15,-2 2-1 0,0 0 1 16,-2 2-2-16,-1 2-3 16,-5 1 7-16,0 1-3 15,-3 2-4-15,-3 0 5 16,0 1-2-16,-1 1 0 16,-2 0 1-16,-2 2 0 0,-1-2 0 15,-2 2 0-15,0 1-2 16,-3 0 2-16,0-1 0 15,1 0 0-15,-2 0 2 16,0-1-2-16,1 1-2 0,0 0 2 16,-1-1 0-16,1 0 2 15,2 0-2-15,-3 0 0 16,3 0 0-16,-1 0 0 16,1-1 0-16,0 1 0 15,1-2 0-15,0 1 0 16,-1 0 1-16,1-1-1 0,1-1 0 15,-1-1 0-15,-2 1 0 16,1-2 0-16,-2 1 0 16,1-1 0-16,-1 1 0 15,-1 1 1-15,0 0-1 16,-2 1-1-16,3-1 2 0,-4 3-2 16,1-2 2-16,3 1-1 15,-4 1-1-15,-1-3 2 16,1 4-1-16,-1-2 0 15,0 2 0-15,1-1 0 16,-3 2 0-16,2 0 0 0,3-1 0 16,-2 1 0-16,2-2 0 15,0 2 0-15,2-2 0 16,-2 1 0-16,1 0 0 16,0 0 0-16,-2 0 0 0,2 0 2 15,1 0-4-15,-1-3 2 16,3 2 0-16,-2-1 2 15,2-1-2-15,-2 0 0 16,2-1 0-16,0 1 0 16,1 0 1-16,-2 0-1 15,2 0 1-15,0 0 0 0,1-1-1 16,4 1 0-16,-2 0 1 16,0 1-1-16,-1-2 1 15,2 2-2-15,-3 1 1 16,1 0 0-16,0-1 1 15,1 1-1-15,0 0 0 0,-2 0 0 16,2 1 0-16,-1 0 0 16,0 1 0-16,-1 0 0 15,0 0 0-15,-1 0 0 16,0 0 0-16,-2 0 0 16,1 0 0-16,0 1 0 15,0 1 0-15,-2 0 0 0,1-1 1 16,-1 1-2-16,-2 1 1 15,2 1 0-15,-2-1 1 16,0 2-1-16,-5 0-1 16,0 1 2-16,-3 1-2 15,-4 0 1-15,-3 1 0 0,-2 3 0 16,-4 3 0-16,-6 1-1 16,-4 6 2-16,-4 4-1 15,-6 3-5-15,-4 0-47 16,-4 0-72-16</inkml:trace>
  <inkml:trace contextRef="#ctx0" brushRef="#br0" timeOffset="156117.54">9320 6850 20 0,'0'-3'15'0,"0"0"1"0,0-2-1 0,0 2-5 16,0-1-7-16,1 2-1 0,3 1-1 16,-3-1-1-16,1 1 1 15,-1 1-1-15,3-2 0 16,-1 2 0-16,1 0-1 15,1 0 1-15,2 0 0 16,-1 0 0-16,2 0 0 0,-1 0 0 16,0 0 0-16,1 0 0 15,-1-3 1-15,0 1 5 16,0-5 4-16,2-1 1 16,1-2 1-16,3-2-1 15,3-4-4-15,4 1-2 16,6-4-2-16,5-2-1 0,6-1 0 15,3 0 0-15,5-3 1 16,7-1-1-16,0-5-6 16,1-4-65-16</inkml:trace>
  <inkml:trace contextRef="#ctx0" brushRef="#br0" timeOffset="161362.79">9347 6789 3 0,'1'0'9'0,"0"0"2"0,-1 0-8 0,1 0-1 0,1 0 3 16,-2 2 1-16,1 3-3 16,1 0 2-16,-1 0-2 15,0 1 1-15,1-2-1 16,1-1-1-16,0-1 3 0,1-1 3 16,2-1 2-16,4-1 7 15,4-8-4-15,9-7 0 16,11-7-3-16,10-6-6 15,14-6-2-15,9-5 1 16,13-7-2-16,5-5-13 0,8-7-102 16</inkml:trace>
  <inkml:trace contextRef="#ctx0" brushRef="#br0" timeOffset="170612.08">16142 10501 165 0,'0'1'14'0,"0"-1"0"0,0 3-15 0,0 2 2 16,0-1 1-16,0 1-2 0,0 1 1 15,0 1-4-15,0-1-8 16,0 0-25-16,0-2-10 16</inkml:trace>
  <inkml:trace contextRef="#ctx0" brushRef="#br0" timeOffset="171601.94">16390 10553 62 0,'0'0'57'0,"0"0"-52"16,0 0 11-16,0 0-3 15,0 0 0-15,0 0-5 16,-28-24 3-16,20 22 0 16,-1 2-1-16,-1-2-2 0,-1 2-3 15,-2 0 0-15,0 0-2 16,-3 0-1-16,2 0 0 16,-1 2-1-16,2 1 2 15,-1 2-3-15,-1 0 0 16,4 0 0-16,-1 2-3 0,1 1 5 15,0 0-2-15,3 1 0 16,1 0 0-16,1 1 0 16,3 0 0-16,-1 0-2 15,3 2 2-15,1-2 2 16,0 1-1-16,0 0-1 0,0 1 1 16,5-2 0-16,-1 2-1 15,1-1 0-15,3 2 0 16,2-2 0-16,1 2 1 15,2-2-2-15,1 1 3 16,0-1-1-16,4-1 0 16,-1-2-3-16,0-1 3 0,2-3 0 15,0-1 0-15,0 0 0 16,-1-3 1-16,0 0-3 16,-1 0 2-16,0 0 1 15,-1 0-1-15,0 0-1 0,-3-3 0 16,0-2 2-16,-2 0-2 15,1-2 2-15,-3 2-1 16,-1-3 1-16,0 0 0 16,-4 0 5-16,2-1-4 15,-3 0 2-15,0 1 1 0,-1-3-4 16,0 2-1-16,-2-1 1 16,0-1-1-16,0 1 0 15,0 0 0-15,0-1-1 16,-5 1 2-16,1 2 0 15,-2-1 3-15,1 0-1 16,-3 0 2-16,1 1 1 16,0 2 1-16,-2-2-4 0,-1 0-2 15,2 2 2-15,0-1 0 16,-1 1-2-16,1-1 2 16,-2 2-2-16,0-1 0 15,0 1-2-15,-3 2-2 0,-1 2-1 16,1 1 1-16,-1 0-5 15,0 2-16-15,2 4-23 16,2 0-44-16</inkml:trace>
  <inkml:trace contextRef="#ctx0" brushRef="#br0" timeOffset="172157.08">16615 10553 133 0,'0'0'7'0,"0"0"1"0,0 0-5 15,0 0-2-15,0 0-1 16,0 0-1-16,0 0 2 15,0 0 0-15,0 0 0 0,9 32 0 16,-5-17-1-16,-1 1 2 16,0 4-1-16,3 0 0 15,-2 1-1-15,2 2 1 16,-2-1-1-16,0 0 1 16,0 1-1-16,-4 1 1 0,0-1 2 15,0 1 5-15,0 0-3 16,0 1-3-16,0-2 1 15,-2 0-1-15,-1-1 0 16,1-3-2-16,0-1 1 16,0-3 0-16,1-2-1 0,1-4 1 15,0-2 0-15,-2-4-7 16,2-3-42-16,-2 0-54 16</inkml:trace>
  <inkml:trace contextRef="#ctx0" brushRef="#br0" timeOffset="172685.24">16645 10601 57 0,'0'0'6'0,"0"0"4"0,0 0 16 0,37-33-10 0,-27 27 5 15,0-1-8-15,1 2-1 16,2 0 6-16,-2 2-9 16,1 1-2-16,-1 1-3 15,0 1-3-15,-1 0 0 16,0 0-1-16,0 1 0 0,0 4-1 15,0 0-1-15,-1 0 5 16,-2 2-3-16,0 0 0 16,-2 0-1-16,-1-1 2 15,-1 0-1-15,-1 0-1 0,-2-1-1 16,0-1 3-16,0 2 1 16,0-2-2-16,-7-1 1 15,0 1 3-15,-1-1 3 16,-2 1-3-16,-3-2 5 15,-1 2-1-15,-1-2-4 16,-2 1-1-16,0 0-1 0,1 0-1 16,-1 1 6-16,2-1-5 15,2 0-2-15,1 1 0 16,3-1 0-16,3-2-4 16,2 1-8-16,3-2-10 15,1 0-33-15,0-3-65 0</inkml:trace>
  <inkml:trace contextRef="#ctx0" brushRef="#br0" timeOffset="173164.86">16977 10611 101 0,'0'0'19'0,"0"0"15"15,0 0 0-15,0 0-19 0,0 0-5 16,0 0-4-16,0 0 1 16,0 0-2-16,0 0 2 0,0 0-1 15,29-30-1-15,-28 26-3 16,1 0 2-16,-2 1 2 15,0 1-1-15,0 0-3 16,0 0-2-16,-6 2-1 16,0 0-2-16,-1 0 1 0,-1 0 2 15,-1 1 0-15,1 3-1 16,1 2 2-16,1-1-1 16,1 1 0-16,1 1 0 15,2 1 2-15,-1 0-2 16,3-1 0-16,0 0 1 0,0 0 1 15,2 0 1-15,2-1-1 16,3 0 0-16,2-1-1 16,-1-2 1-16,4 1-2 15,0 1 0-15,-1-4 0 16,2 1-21-16,-1-2-36 16,1 0-39-16</inkml:trace>
  <inkml:trace contextRef="#ctx0" brushRef="#br0" timeOffset="173680.52">17152 10595 53 0,'0'0'72'0,"0"0"-65"16,0 0 0-16,0 0-1 16,0 0-2-16,0 0-3 15,30-9 0-15,-24 9 0 16,-2 6 5-16,0-2 1 0,0 2-4 15,2 0 2-15,-2 0-3 16,1 0-1-16,-1 0-1 16,0-1 1-16,0 1-5 15,-3-2 6-15,1 0-1 16,-2-2-2-16,1 0 1 0,-1-2-1 16,0 0 1-16,0 0 13 15,0 0 6-15,0 0-12 16,-1-3-3-16,0-2 8 15,0-2-3-15,1 1-3 16,0-2-1-16,0-1-1 0,0 1 7 16,2 1-9-16,5-2 1 15,-2 2-4-15,3 0 2 16,0 2 0-16,1 0-1 16,0 1 1-16,4 2-1 15,-2 0-1-15,1 0 1 16,0 2 1-16,-1 0-2 15,0 0 1-15,0 4 0 0,0 2 0 16,-3 1 0-16,1 1-1 16,-2 2 1-16,-1 0-1 15,-1 1 1-15,-3-1 0 16,0 1 0-16,1 0-3 0,0-1-11 16,0 0-18-16,2-4-42 15,2-4-44-15</inkml:trace>
  <inkml:trace contextRef="#ctx0" brushRef="#br0" timeOffset="174336.68">18113 10413 176 0,'0'0'4'0,"0"0"24"0,0 0 0 0,18-32-12 15,-18 25 2-15,0 1-7 16,0 1 1-16,-4 2-11 16,-3-2-1-16,0 4-2 15,-3-1 0-15,-3 2 0 16,-2 0 0-16,-2 0 0 15,-2 6 0-15,0 1 1 16,-2 2 1-16,1 2 1 0,2-1-2 16,0 2 2-16,4 1-1 15,4-2-1-15,1 1 0 16,5 0-1-16,2-3 0 0,2 1 0 16,2-2-1-1,5 0 0-15,4-1 1 0,4-2 2 16,0-1 3-16,3 0-2 15,2 0 0-15,1-1 0 16,-3-1 1-16,2 3-2 16,-2-1 1-16,0 0-1 0,0 0 1 15,-5 0-2-15,1 3 2 16,-2-1-1-16,-3 1 0 16,-1 1 0-16,-1 0-1 15,-3 1 0-15,-1-1-1 16,-1 0 4-16,-2 0-2 0,0-3 0 15,-3 2 1-15,-3-2-2 16,-1-2 4-16,-3 1 0 16,-1-2 2-16,-2 0 3 15,-3-1-4-15,1 0 1 16,-2-1-4-16,-1 0 1 0,4 0-1 16,0 0-1-16,-1 0 1 15,4-1-1-15,1-3-4 16,5 0-14-16,1-2-17 15,4 0-65-15</inkml:trace>
  <inkml:trace contextRef="#ctx0" brushRef="#br0" timeOffset="174813.07">18346 10516 96 0,'0'0'5'0,"0"0"3"0,0 0 0 15,-33 23-1-15,28-17-2 0,0 3 1 16,5-1 0-16,0-1 1 15,0 0-3-15,0-1 1 16,8-1 3-16,2 0 2 0,2-2 7 16,0-1-3-16,4-1-5 15,-2-1-3-15,3 0-2 16,-3 0 0-16,2 0 1 16,-3-5-1-16,0 1 1 15,-3-2 2-15,0 1-1 0,-3-1 0 16,-3-1 6-16,-1 0-1 15,-3-3 9-15,0 2-6 16,-1 0-10-16,-8 0 0 16,0-1-5-16,-3 4 2 15,-2-1-1-15,-1 4 0 16,-1 2-1-16,0 0-2 0,1 0-1 16,3 5-13-16,0 0-20 15,5 1-24-15,4 0-53 16</inkml:trace>
  <inkml:trace contextRef="#ctx0" brushRef="#br0" timeOffset="175783.01">18571 10484 203 0,'0'0'3'0,"0"0"-8"0,0 0-4 0,0 0 6 0,0 0-1 0,0 0 1 16,7 31 3-16,-6-22 0 15,2-1 0-15,0 0 1 16,1 0 0-16,0-1 0 15,2 0 1-15,0-1-1 0,2-3 2 16,1 1 2-16,0-2 5 16,3-1 3-16,-2-1-1 15,0 0-3-15,1 0-4 16,-2 0 0-16,1-3-2 16,-1-2-1-16,-2 0 1 0,-1-2 1 15,-2 0-1-15,0 0 0 16,-2 0-2-16,0 2 0 15,-2 0 1-15,0 2 0 16,0 0-4-16,0 2 1 16,0 1 2-16,0 0-7 15,0 2-1-15,0 5 5 0,0 0 2 16,0 0 0-16,2 2 0 16,3-1 0-16,0 0 0 15,3-1 0-15,1-1-1 0,2-1 1 16,1 0 2-1,1-1-1-15,1-1-1 0,0-2 2 16,-1-1-1-16,1 0 1 16,-1 0 2-16,-1-2 2 15,-2-4-1-15,1-2 1 16,-1 1-1-16,-2-3-2 16,1-1-2-16,-4-1 0 0,1 1 1 15,-3-3-2-15,-2 1 0 16,-1 2 0-16,0-1-2 15,0 2 1-15,-3 4 1 16,-4 1-3-16,-2 3-10 16,-1 2-9-16,0 0 2 0,-1 2 7 15,4 3 5-15,1 0 8 16,3-2-1-16,3 2-1 16,0-2-2-16,0 0 1 15,6-1 0-15,2-2 9 0,5 0 1 16,1 0 1-16,-2 0-4 15,3 0 0-15,0 0 1 16,0-3 0-16,-2 2-2 16,0 0 0-16,-1 1-2 15,-2 0 1-15,-1 0-2 16,1 4 0-16,-5 2 0 16,1 1 0-16,-4 1-1 0,1 0-1 15,-2 1 5-15,2-1 0 16,-3 0-2-16,0 0 2 15,1 2 1-15,1-2 0 16,1-1 0-16,2 0-2 0,1-1 1 16,3 1-2-16,2-2-1 15,2 0 3-15,0-3-6 16,3-1-40-16,2-1-114 16</inkml:trace>
  <inkml:trace contextRef="#ctx0" brushRef="#br0" timeOffset="176507.43">19293 10481 141 0,'0'0'3'0,"0"0"-20"0,0 0-3 0,0 0 7 0,0 0 13 16,0 0 3-16,0 0 8 16,0 0 10-16,0 0 2 15,0 0-2-15,0 0-7 0,0 0-11 16,0 0-2-16,0 0-2 15,25-20 1-15,-21 20-1 16,-2 0 0-16,1 0 1 16,0 0-1-16,1 0 1 15,-2 3 0-15,-1-3 0 0,1 3 0 16,-1-3 1-16,1 1-1 16,-2-1 1-16,0 1 0 15,0-1 5-15,0 0 3 16,2 0 0-16,-2 0-1 15,0 0-4-15,0 0-2 0,0 0-1 16,1 0 1-16,0 0-2 16,-1 0 3-16,0 0 0 15,0 0 3-15,0-1 3 16,0 0-3-16,0-2 0 16,-2 3-2-16,-3-1 0 0,0-1 1 15,0 2-4-15,-1 0 0 16,0 0 0-16,1 0-1 15,-2 6 0-15,1-1 0 16,-1 2 0-16,0 2 0 16,2 0 0-16,-1 1 0 15,-1-1 0-15,2 2 1 0,1-2-1 16,1 0 0-16,2-1 1 16,1-1-1-16,0 1 0 15,0-3 0-15,4 2-1 16,3-2 1-16,3 0 3 0,1-1 2 15,3 0-3-15,1-1-1 16,4-1 1-16,-1 0-4 16,1-2-21-16,1 0-40 15,0-2-99-15</inkml:trace>
  <inkml:trace contextRef="#ctx0" brushRef="#br0" timeOffset="177085.87">19561 10527 151 0,'0'0'12'0,"0"0"-14"0,0 0 2 0,0 0 0 16,0 0 0-16,0 0 4 16,0 0 10-16,34 5 3 15,-24-5 1-15,-1-2 0 0,1 0-6 16,0-2-2-16,0-1-5 16,-4 0-3-16,0-1 1 15,-3 0-3-15,0 0 3 16,-3-2 5-16,0-1-4 15,0 2 1-15,-4-1-3 16,-2 1-4-16,-2 1 4 0,0 1-3 16,-1 2-2-16,-2-1 2 15,1 4-1-15,-2 0-5 16,0 0 4-16,1 0 2 16,1 3 0-16,-1 1 2 15,1 3-1-15,0 1-1 0,0 1 2 16,3 0-1-16,0 2-1 15,2-2 2-15,2 0 0 16,-1 1-1-16,2-1 3 16,2-2-1-16,0 1 0 15,0-2 1-15,4 1 1 0,4 1-1 16,1-2 0-16,4 0 5 16,1-1-7-16,0-2 3 15,3 2-3-15,2-4-2 16,1-1-26-16,0 0-38 15,2 0-94-15</inkml:trace>
  <inkml:trace contextRef="#ctx0" brushRef="#br0" timeOffset="177611.18">19927 10396 82 0,'0'0'27'0,"0"0"9"0,0 0-13 0,0 0-3 15,0 0-6-15,0 0-7 16,0 0-4-16,-31-24-1 16,25 24-2-16,-3 0 0 15,2 0 1-15,-2 0 0 16,2 0-1-16,0 0 1 15,-1 0-1-15,0 5 1 16,2 0-1-16,0 1 0 0,3 1 3 16,1 1-5-16,2-1 1 15,0 4 2-15,0-3-2 16,0 1 1-16,4-1 1 16,3-2-3-16,2 1 2 15,1-3 7-15,0 1-2 0,0-1 0 16,2 0 2-16,-2-1-1 15,-1 0-2-15,-1 2 0 16,0-2-1-16,-1 0 1 16,-3 0-2-16,0 0 0 15,-2-1-1-15,-1 1-1 0,0 0 0 16,-1-1 2-16,0 0-1 16,0-1 0-16,-4 2-2 15,-1-1 3-15,0 0 2 16,-3 1-5-16,0-1 2 0,0 1-8 15,-1-1-15-15,2-1-11 16,-2 1-27-16,3-2-23 16</inkml:trace>
  <inkml:trace contextRef="#ctx0" brushRef="#br0" timeOffset="177873.93">19907 10426 91 0,'0'0'58'0,"0"0"-46"0,0 0-7 0,0 0 1 15,0 0 7-15,0 0-5 0,0 0-3 16,-30 13-2-16,23-1 2 15,-1 1-2-15,0 2 0 16,2 0-3-16,-2 1 1 16,2-4-14-16,3-2-68 15</inkml:trace>
  <inkml:trace contextRef="#ctx0" brushRef="#br0" timeOffset="178329.64">20158 10094 259 0,'0'0'5'0,"0"0"-8"0,0 0 3 0,0 0 1 16,0 0-1-16,0 0 0 15,4 28-4-15,-2-23-22 16,1-1-39-16,1-3-38 15</inkml:trace>
  <inkml:trace contextRef="#ctx0" brushRef="#br0" timeOffset="178435.92">20195 10122 281 0,'0'0'1'0,"0"0"-5"15,0 0-23-15,-25 28-76 16</inkml:trace>
  <inkml:trace contextRef="#ctx0" brushRef="#br0" timeOffset="179148.27">15913 10219 231 0,'0'0'8'0,"0"0"17"0,0 0-7 0,0 0-9 16,0 0-3-16,0 0-5 0,0 0-2 16,0 0-1-16,0 0 4 15,0 0-20-15,0 0-37 16,9 24-62-16</inkml:trace>
  <inkml:trace contextRef="#ctx0" brushRef="#br0" timeOffset="179276.07">15913 10219 268 0,'20'6'3'0,"-26"-13"-2"16,-1 4 2-16,4 0-6 0,-1 3-5 15,1 0-15-15,2 1-51 16,-1 3-53-16</inkml:trace>
  <inkml:trace contextRef="#ctx0" brushRef="#br0" timeOffset="179811.63">15875 10202 165 0,'0'0'31'0,"0"0"11"0,0 0-35 0,0 0-8 0,0 0 0 16,0 0 1-16,0 0 0 15,7 38-12-15,0-26-64 0</inkml:trace>
  <inkml:trace contextRef="#ctx0" brushRef="#br0" timeOffset="181567.31">20361 10505 78 0,'-5'0'30'0,"1"0"-8"0,0 0 7 15,0 0-17-15,0 0-7 0,0-1-1 16,1-2-2-16,-2 0 5 16,2-1 5-16,1 2 1 15,-1-2-4-15,2 0-4 16,-1 0-1-16,1 0-1 0,1-1-1 16,-1 0-2-1,1-2 0-15,0 1 1 16,0-3 0-16,1 1-1 0,6-2 3 15,-1-1-4-15,2-2 5 16,2 1-5-16,2-1 5 16,0-1-1-16,3 1 0 0,1-1 0 15,2 0 1-15,2 1-1 16,0 0-3-16,2 0 0 16,0 2 2-16,1-2-3 15,1 3 2-15,2-1-2 16,1 1 2-16,3 2-1 0,0-1 0 15,4 0 0-15,1 0 0 16,1 0 0-16,1 1 0 16,1-1 1-16,2 2-2 15,1 1 1-15,-1 1 1 16,2 0-1-16,-1 1 0 0,2 1 0 16,-1 2 0-16,0-1 0 15,-2 0 0-15,-1 1 0 16,0-1 0-16,-3 0 0 15,-3 0 0-15,-1-1 1 16,-3 2-1-16,-2-1 0 0,-2 1 0 16,-4 0 0-16,-1 0 0 15,-2 1 0-15,-1 0 0 16,-4 0 0-16,-1 0 0 16,-3 0-1-16,-1 0-2 15,-3 0-17-15,-3 0-28 0,-1 0-32 16</inkml:trace>
  <inkml:trace contextRef="#ctx0" brushRef="#br0" timeOffset="182029.9">21640 9977 42 0,'0'0'6'0,"0"0"5"0,0 0 0 0,0 0-9 15,0 0 0-15,28 7-1 16,-21-5 5-16,-1 0 2 15,2 2 2-15,0-1-7 0,1 2-2 16,-2 3 0-16,-1 0-1 16,1 2 2-16,-3 1-4 15,-1 3 2-15,-3 2 0 16,0 2-1-16,-3 3-13 16</inkml:trace>
  <inkml:trace contextRef="#ctx0" brushRef="#br0" timeOffset="185711.48">16879 10119 27 0,'-4'-4'0'0,"-3"1"2"0,1-1-2 0,-1 0 2 0,-4-1 8 16,1 1 23-16,-2 0-10 16,0-1-5-16,0 1 4 15,0-2 1-15,-2 1-7 0,1 2-6 16,0-2-1-16,-1 0-6 16,-1 0 0-16,0 0 0 15,-1 2 1-15,0-1-2 16,-1 0 3-16,0 0-2 15,-1 2 5-15,-1-1-5 0,0 2-1 16,-1 0-1-16,-2 1 1 16,1 0-2-16,-2 0 0 15,-3 0 0-15,3 2 0 16,-3 3 0-16,0-3-2 16,1 3 4-16,-2 0-2 0,1 0 0 15,0 1 0-15,0 2 0 16,0-1 0-16,0 3 0 15,2 1-2-15,-1-1 2 16,0 2 2-16,1 1-2 16,-3 2 0-16,1-2 0 15,-1 1 0-15,-1 0 0 0,1-2 0 16,-1 1 0-16,2 0 0 16,2-1 0-16,2 1 0 15,2 0 0-15,0 0 0 16,2 1 0-16,1-1 0 0,1 0 0 15,1 2 0-15,0-2 0 16,1 2 0-16,1 0 0 16,-2 2 0-16,3 1 0 15,1 0 0-15,1 2 0 16,1 1-2-16,1 0 2 16,2 1 2-16,0 0-2 0,1 0 0 15,0-1 0-15,3 3 0 16,0 0 0-16,2 1 1 15,0 1-2-15,0-1 1 16,2 1-2-16,5-4 1 16,0-1 1-16,3 0 0 0,3-3 0 15,1-1 0-15,1 1-2 16,5 2 4-16,0 0-2 16,3-1 0-16,3 2 1 15,2 0-2-15,-1 1 2 16,3 0-1-16,2-1 0 0,1 0 0 15,-1-3 2-15,1-2-2 16,0-1-2-16,2-1 1 16,1-1 2-16,0-3-2 15,4 1-4-15,2-1 5 16,1-1 2-16,3 0 1 16,0 0-2-16,3 0 2 0,-1 1-2 15,1 0 0-15,-1 1-1 16,2 0 1-16,1-1-1 15,2 0 0-15,1 0 0 16,2-1 0-16,0-1 1 0,0-1-1 16,1 0 0-16,-1-1 0 15,-4-2 1-15,1-1 2 16,0 1 3-16,0-1-2 16,1 0-2-16,1 0 1 15,1 0 1-15,2 1-2 0,-2-2 1 16,2 0 0-16,-4 1 1 15,0 0-2-15,0-1-1 16,-2 1-1-16,-1-1 0 16,-1 1 1-16,1-3-2 15,-1 0 1-15,0 0 1 16,2 0 0-16,-2 0-1 16,0-5 2-16,2 2 0 0,0-2 1 15,2-2 0-15,-3 0 0 16,2 0-1-16,-1-2-1 15,-1 1-2-15,-1-2 2 0,-2 1-1 16,-1 1 2-16,-3-2-2 16,-3 1 0-16,0 0 4 15,-1 0 1-15,1 1 0 16,1-1 0-16,1 2-4 16,2-1 0-16,-1-1-1 0,2 1 0 15,-1-1 0-15,-1 1 1 16,-2-3-1-16,-1 1 1 15,-2 0 0-15,-1 0 1 16,-4 0 2-16,2-2 4 16,-1 0-4-16,2-1-1 15,0-1-1-15,1-1-1 0,-2-1 0 16,-2-1 0-16,2-2 2 16,-4 0 7-16,0-1 0 15,0-1 2-15,-1 1-8 16,0 1-4-16,-2-1 1 15,-2 0-1-15,-4 3 0 0,-1-2 0 16,-3 0 0-16,-3-1 2 16,0 1-2-16,-4-3 2 15,2 1-1-15,0-1 1 16,-2 1 0-16,0 0-1 16,0 0-1-16,-2 0 1 0,-2 1-1 15,0 0 0-15,-2 0 2 16,-2-1-1-16,-1 1 4 15,-1-2-2-15,-1 1-1 16,0-2 0-16,1 2-3 16,-2 1 2-16,0-1-2 15,0 1 1-15,-1 1-3 16,-3 1 0-16,-3 0-2 0,-1 1 3 16,-2 1 3-16,-2 0 3 15,-1 1-4-15,-3 0 0 0,-1-1 0 16,-1 2 2-16,-2-1-5 15,-1 0 2 1,0 1 1-16,-3 0-1 0,-2 3 0 16,0 1-2-16,-3-1 3 15,0 3-1-15,-2 0 1 16,0 1 0-16,-2 0-5 0,0 1 3 16,-4 0 2-16,1 2-2 15,-5 1 4-15,0 0-1 16,1 0-1-16,-2 3 0 15,1-1 1-15,-1 1-12 16,0-1 18-16,1 1-7 0,-1 0 2 16,1 0-2-16,-1 0 1 15,1 0-1-15,-1 0 0 16,0 1 0-16,2 0-1 16,-2 1 2-16,1-1-1 15,2 2-1-15,-1-1 2 0,1 1-2 16,0-1 1-16,-1 2 1 15,-1 0-2-15,0 1-3 16,-3-1-3-16,1 0-3 16,-2 1 5-16,1-1 3 15,-2-1 1-15,1 0 0 0,1 1 2 16,-1 0 0-16,2-1-1 16,0 1 0-16,-2-1 0 15,2 1 0-15,0-1 0 16,-1 1-1-16,2 0 2 15,-2 0 1-15,-1-1-2 0,3 0-2 16,0-1 4-16,1 1-2 16,0-1 0-16,0 1 0 15,-1-1 0-15,1-1 0 16,-1 1 0-16,1 0 1 16,-1 0-1-16,0-1-1 0,1 2 2 15,0-2 0-15,0 1-1 16,0-1-1-16,1 0 2 15,-1-1-1-15,1 0 0 16,-2 0 0-16,-2 0 0 16,2 0 0-16,-3 0 1 0,-2 2-1 15,2-2 1-15,-4 3-1 16,1 2 0-16,-4 0 0 16,0 1-1-16,-2 1 2 15,-3 1-2-15,0 2-2 16,-1 0-30-16,0-1-41 15,0-2-50-15</inkml:trace>
  <inkml:trace contextRef="#ctx0" brushRef="#br0" timeOffset="186525.78">17518 9924 12 0,'0'0'33'0,"0"0"0"0,0 0-1 0,1 0-5 16,-1 0-10-16,0 1-10 15,0 0-6-15,0 1-3 0,1-1 3 16,-1 2-2-16,0 1 1 16,0-1 1-16,1 0-1 15,0-1 0-15,-1 1 0 16,1 0 0-16,-1-1 1 15,0 2-1-15,0-1 0 16,1 0 1-16,2-1-1 0,-3 1 0 16,1-1 2-16,1 1-2 15,2-2 1-15,0 1 1 16,1-2 5-16,0 0 2 16,2 0 0-16,0 0 6 15,2 0 2-15,0-5-1 0,2 0-1 16,2-2-2-16,3-4 0 15,3-2 0-15,1-2-3 16,5-3-4-16,4-4-2 16,2-1-3-16,8-4-1 15,5-1 0-15,4-3-17 0,1-5-51 16,3-4-163-16</inkml:trace>
  <inkml:trace contextRef="#ctx0" brushRef="#br0" timeOffset="195453.34">20230 10146 69 0,'3'0'2'0,"0"0"1"0,-1 0 0 0,0 0-2 15,0 0-1-15,-1 0-1 16,-1 0 0-16,0 3 0 16,0-1 3-16,0 1 7 15,0 0 0-15,0-3 3 0,1 3-4 16,-1-1-2-16,2 0-3 15,-1-2 1-15,1 1 1 16,1-1 0-16,-2 0 7 16,2 0 6-16,-1 0 0 15,3-3-3-15,-1-2-3 16,1-1-1-16,2-1-3 0,3-1 0 16,1-3-1-16,4-4-1 15,5-2-3-15,6-5-3 16,4-6-6-16,3-8-87 15</inkml:trace>
  <inkml:trace contextRef="#ctx0" brushRef="#br0" timeOffset="202259.51">17471 9879 70 0,'1'0'36'0,"-1"-1"-27"0,3-3-8 0,-2 1 0 16,0 0 1-16,-1 1-2 15,2 1 1-15,-2-1 0 0,0 0 3 16,0 1 11-16,0 0-1 16,0 1-5-16,0-2-1 15,0 2-2-15,0-1-1 16,0 1-7-16,0 0-2 0,2 0 3 16,0 0 0-16,1 0 1 15,-1 0 0-15,0 2-1 16,3 0 0-16,-4 2-1 15,2-2 0-15,-1 2-1 16,2 0 3-16,-1 0 0 0,-2 1 1 16,3-2-1-16,0 2 0 15,-2-2 1-15,2 2-1 16,0 0 0-16,-2 0-2 16,1 1 2-16,-1-2 1 15,2 0-1-15,-2-1 1 16,1-3 0-16,2 0 1 0,0 0 1 15,3 0 1-15,3-2-1 16,1-5 0-16,3-3-2 16,0 0 0-16,4-2 0 15,0 0-1-15,2-2 1 0,1-2 0 16,0-1 2 0,4-1 4-16,-2-2-1 15,1 0 3-15,2 0-1 0,1 1-3 16,-3 0-2-16,2 2-1 15,-3 2-2-15,-1 2 0 16,-4 3 0-16,-3 2 0 16,-5 4 0-16,-2 3 0 0,-7 0-20 15,-2 1-81-15</inkml:trace>
  <inkml:trace contextRef="#ctx0" brushRef="#br0" timeOffset="206922.17">17247 11721 137 0,'0'-3'8'0,"0"-1"4"0,0-1-9 0,0 1-5 0,0 2-17 16,1-2-9-16,1 1 19 15,-1 1 9-15,-1-1 1 16,0 2 10-16,1-1 8 0,-1 0-1 15,0 1-7-15,0 0-8 16,0 0-3-16,0 1 1 16,0 0-1-16,0 0 0 15,0 0-3-15,1 1 5 16,0 5 5-16,0 2 3 16,1 3-5-16,-2 3-1 15,0 2 3-15,0 4-1 0,0 2 0 16,0 0-2-16,0 0 0 15,0-1 0-15,0-2-3 16,0-3 1-16,0-1-1 16,0-2 0-16,1 0 1 15,1-1 3-15,-2-2-3 0,0-1-4 16,0-1-8-16,0-3-14 16,1-4-18-16,2-1-29 15</inkml:trace>
  <inkml:trace contextRef="#ctx0" brushRef="#br0" timeOffset="207243.18">17417 11696 139 0,'0'0'15'0,"0"0"16"0,0 0-8 16,0 0-14-16,0 0-9 0,0 0-3 16,0 0 3-16,0 0 7 15,0 0 0-15,6 33-1 16,-5-16-4-16,0 4-1 16,1 1 1-16,1-1-1 15,0-1 1-15,0 1 0 16,-2-4 1-16,0 0-2 0,-1-4 2 15,1-2-1-15,-1 1 2 16,0-4-9-16,-1-1-28 16,-4-2-67-16</inkml:trace>
  <inkml:trace contextRef="#ctx0" brushRef="#br0" timeOffset="207740.89">17257 11866 121 0,'0'0'26'0,"0"0"-11"16,0 0-6-16,0 0-5 16,32-4-2-16,-18 2-2 15,2-3 1-15,-1 3 0 0,3-1-1 16,1-1 0-16,1 1 1 15,-1 0 1-15,-1 0 1 16,2 0 1-16,-2 1 0 16,-4-1 1-16,1 1-3 15,-4 0 2-15,1 1 2 16,-3 0 0-16,-2-1 2 16,-2 2-3-16,0 0-2 0,-1 0-3 15,-4 0 2-15,1 0 0 16,-1 2 3-16,1 3 2 15,-1 0-4-15,0 2-1 16,1 1 0-16,-1 1-1 16,0 0-1-16,1 1 1 0,-1 0-1 15,2-1 0-15,-2 0 1 16,1-1 2-16,2-1 1 16,-2 0 1-16,1-3 0 15,4 0 0-15,-2 1-2 0,2-3-1 16,1-1 1-1,1-1-1-15,0 0-1 0,2 0-3 16,0-5-20-16,-1-3-31 16,-1-5-95-16</inkml:trace>
  <inkml:trace contextRef="#ctx0" brushRef="#br0" timeOffset="207912.37">17616 11709 163 0,'0'0'4'0,"0"0"22"0,0 0-6 15,0 0-18-15,0 0-2 16,0 0-12-16,0 0-51 16,0 0-63-16</inkml:trace>
  <inkml:trace contextRef="#ctx0" brushRef="#br0" timeOffset="208304.26">17847 11867 78 0,'0'0'3'0,"0"0"12"0,0 0 19 15,0 0 1-15,3-30-10 16,-8 26-2-16,-1 1-5 16,-1 0-10-16,0 3-5 15,-1 0-4-15,0 0 0 16,-1 0 2-16,1 1-1 16,-1 4 1-16,2 4-2 0,-2 0 0 15,3 1 0-15,0 1 2 16,2 2-1-16,1-2 0 15,3-2 0-15,0 0 1 16,0-2-1-16,1-1 0 16,4-2 0-16,2-1-1 15,0-1 3-15,3-2 0 0,1 0 1 16,0 0-1-16,4-3-1 16,-3-6-6-16,0-2-40 15,0-4-93-15</inkml:trace>
  <inkml:trace contextRef="#ctx0" brushRef="#br0" timeOffset="208584.93">17889 11632 151 0,'0'0'1'16,"0"0"5"-16,0 0 1 15,0 0-7-15,0 0-3 16,0 0 2-16,0 0-1 0,0 0 5 16,-7 31 5-16,6-14-3 15,-1 3-2-15,2 1-2 16,-2 4-1-16,2 0 0 16,0-1 0-16,0-3 1 15,0 0 1-15,0-3-1 0,2 1-1 16,1-5-21-1,2-2-58-15</inkml:trace>
  <inkml:trace contextRef="#ctx0" brushRef="#br0" timeOffset="208915.98">18103 11842 229 0,'0'0'8'0,"0"0"-7"15,0 0 1-15,0 0-2 16,7-29-1-16,-11 29-7 0,-3 0 0 16,-3 0 4-16,0 1 2 15,0 5-1-15,0 2 7 16,1 2-3-16,2 0 1 16,-1 2-1-16,4-1 0 0,0 0-1 15,3-1 3-15,1-1-3 16,0-2-1-1,1-2 2-15,5 1-2 16,1-3 1-16,0-2 0 0,1-1 4 16,3 0-1-16,0-2-1 15,-1-6 0-15,0-2-4 16,2-3 0-16,-4-3-8 0,2-3-36 16,-4-3-86-16</inkml:trace>
  <inkml:trace contextRef="#ctx0" brushRef="#br0" timeOffset="209172.02">18151 11600 150 0,'0'0'63'0,"0"0"-55"16,0 0 12-16,0 0-14 16,0 0-3-16,0 0-5 0,0 0-5 15,0 0 0-15,0 0 8 16,-14 15 0-16,10 4 0 15,1 1-1-15,0 4 0 16,-1 1 1-16,2-2-1 16,0 2 0-16,0-1 1 0,2-2-1 15,0 1 1-15,0-4 0 16,0-1-1-16,5-4-16 16,0-4-65-16</inkml:trace>
  <inkml:trace contextRef="#ctx0" brushRef="#br0" timeOffset="209582.87">18278 11851 237 0,'0'0'-8'0,"0"0"-3"0,0 0 3 15,0 0 3-15,0 0 6 16,0 0 2-16,0 0 9 15,0 0 4-15,18-7-9 16,-11 0-3-16,-4 0-2 16,4 0-2-16,-4-2 1 0,1 0 0 15,-3 1 1-15,-1 0 2 16,0 1 6-16,0 1 1 16,-1 1-4-16,-4 1-2 15,1 3-6-15,-2 1-7 16,0 0 0-16,0 3 5 0,-1 4 1 15,2 2 2-15,-1 1 1 16,2 2-1-16,0 1 0 16,2 0 0-16,2 0 4 15,0-1-4-15,0 1 1 16,1-1-1-16,5-1 2 16,-2-1-1-16,3-1-1 0,1-1-6 15,0-3-5-15,-1-3-12 16,3-2-40-16,2 0-96 15</inkml:trace>
  <inkml:trace contextRef="#ctx0" brushRef="#br0" timeOffset="210005.42">18425 11795 231 0,'0'0'13'15,"0"0"2"-15,0 0-3 16,0 0-6-16,0 0-4 0,0 0-2 15,0 0-5-15,0 0 2 16,0 0 2-16,7 24 2 16,-4-11 0-16,-1 1 1 15,2-2-2-15,0 0 1 16,-1-1-4-16,0-3 0 0,1-1 0 16,-1 1-1-16,0-4-2 15,-1-2-1-15,0 0 0 16,0-1-3-16,-1-1 3 15,1 0 8-15,0-5 0 16,1-2-1-16,0-2 1 0,0-1-2 16,1-1 2-16,0 0 3 15,3-1 2-15,-1 1-1 16,2 1 1-16,2 0 3 16,-1 3 0-16,2 0-1 0,0 3 2 15,1 2-4-15,0 2-3 16,1 0-2-16,0 8 1 15,-2 5-2-15,-1 4 0 16,-2 3 1-16,-3 3-1 16,-3 3-4-16,-2-1-26 15,-6-2-50-15</inkml:trace>
  <inkml:trace contextRef="#ctx0" brushRef="#br0" timeOffset="211065.43">18679 11470 165 0,'0'0'0'0,"0"0"5"0,0 0-3 0,-26-13-1 15,13 9 0-15,-3 1 1 16,-2-1 11-16,-3 0 9 16,-3 2-6-16,0-1-5 0,-3 1-7 15,-1 1-1-15,-1-1 0 16,-3 2-3-16,0 0 0 15,-4 0 0-15,-4 0 0 16,-2 3 0-16,-7 1-4 16,-3-1 7-16,-3 1-2 15,-6 2-1-15,-2-1 0 0,-2-1 0 16,-2 0-1-16,-3 1 2 16,-2 2 0-16,-1-2 0 15,2 1-1-15,0-1 1 16,2 0-2-16,2-1 1 15,6-1 0-15,3 0 1 0,0-1-1 16,6 1 0-16,3-1-1 16,3-1-1-16,3 3 1 15,2-1-3-15,3 1 4 16,4 0-1-16,-1 1 1 16,4 3-1-16,0-1 1 0,1 3-2 15,5 0-2-15,-1 0-3 16,5 1 2-16,4 1 3 15,2-1-1-15,3 2 1 16,2-1 0-16,2 3 0 0,3 2 3 16,2 1-2-16,-1 3 1 15,4 4-1-15,0 0 0 16,0 3 0-16,0 1 1 16,0 3 0-16,4 0-1 15,-1 1 1-15,1 1 0 16,0-1 1-16,2 0-2 15,0 0 1-15,1-1-2 0,1 0 1 16,2-4 1-16,1-2 1 16,3-3-1-16,1-2-1 15,4-5-3-15,1-3 1 16,3-3 5-16,4-3 3 0,5-3 2 16,0-2-2-16,6-2-1 15,4 0-2-15,2 0 0 16,7-4-1-16,2-1-1 15,4 1 0-15,4 1 0 16,5 0 1-16,5 0-1 0,2 1 1 16,10 0 0-16,4 1 1 15,5-2 1-15,7 1-2 16,5-2 0-16,2 1-2 16,2 0 2-16,4-2-2 15,2-1-7-15,-1-3-30 0,-1-3-65 16</inkml:trace>
  <inkml:trace contextRef="#ctx0" brushRef="#br0" timeOffset="212126.05">18622 11407 172 0,'1'-1'17'0,"1"-1"9"0,3 1-23 16,3 0-3-16,1 1 0 15,4 0 0-15,1 0 0 16,1 0-1-16,3 0 1 16,1 0 1-16,1 2 0 0,2 1 1 15,2 0-2-15,1 1 0 16,0-2 1-16,1 0-4 16,-4 0-5-16,-1 0 2 15,-2 0 4-15,-5-1 0 16,-1 1-1-16,-5 0 3 0,-1 1 0 15,-4 0 0-15,-1 1 0 16,-1 2-2-16,-1 2 1 16,0 2 2-16,0 2 1 15,-3 3-2-15,1 1 2 0,1 1-1 16,-1 4 0-16,1-1 0 16,1 1-1-16,0 1 1 15,0-1-1-15,3 1 1 16,0 0-1-16,0 0 0 15,3 2 0-15,-1 0 0 16,-1 1 0-16,2 2-1 16,-2-1 2-16,1 1-1 15,0-1 0-15,-2 0 1 0,0-1-1 16,0-3 0-16,-2 1 0 16,-1-2 0-16,1-1 0 15,0-1 2-15,0 0 1 0,-1 1-2 16,0-2 1-16,0 1-2 15,0-3 1-15,0 0 0 16,0-2 0-16,-2-1-1 16,1-5 1-16,-2-1-1 15,2-3 1-15,-2-2 3 0,0 0 5 16,-3-1 2-16,1 0-1 16,-5-1-2-16,-3 1-2 15,-2-1 1-15,-5 0-3 16,-3 1 3-16,-5 0 3 15,-6-1-1-15,-6 3-6 0,-7-1-2 16,-9 3-2-16,-10 0 1 16,-9 0-16-16,-8-2-47 15</inkml:trace>
  <inkml:trace contextRef="#ctx0" brushRef="#br0" timeOffset="-209031.72">17661 11553 33 0,'0'0'14'0,"0"0"10"0,0 0-1 0,0 0-1 16,0 0 3-16,0 0-3 16,0 0 2-16,0 0-3 0,0 0-11 15,0 0-3-15,0 0-4 16,0 0-2-16,5 1 1 16,-3 3-2-16,3 1 0 15,0 2 0-15,0 1 0 16,3 2 1-16,0 2-1 15,3 0 0-15,-1 3 0 0,3-2 2 16,1 3-2-16,2-1 0 16,-2 1 1-16,4 1-2 15,-3 0 3-15,2 0-2 16,-2 1 1-16,1 1 2 16,-2 1 1-16,1 2 2 0,-1 1-3 15,1 1-1 1,-1 1-1-16,1 1 0 0,1 0 0 15,-2-1-1-15,2 1 1 16,-1-3-1-16,0 0 0 16,-1-3 0-16,-1-3 2 15,-1-3-1-15,0 0 1 0,-4-4-2 16,0-2 1-16,-1 0-1 16,-3-1 0-16,0-2 1 15,-1-1 0-15,-1 0-2 16,-1-2-9-16,0-1-11 15,-1-1-19-15,0-1-4 0</inkml:trace>
  <inkml:trace contextRef="#ctx0" brushRef="#br0" timeOffset="-208156.44">18122 11453 81 0,'0'0'18'0,"0"0"-1"0,0 0-6 0,0 0-5 16,0 0-2-16,0 0 3 16,0 0-2-16,0 0 1 15,0 0 0-15,0 0 3 0,0 0-3 16,0 0 1-16,-22-16-4 15,21 16-2-15,1 0-1 16,-1 1 0-16,-1 1-1 16,1 3 0-16,-2 2-2 15,-1 0 0-15,1 1 3 16,-3 1-2-16,2 1 0 0,-4 2 1 16,0 1 0-16,0 2 0 15,-2 2 2-15,2 2-1 16,-4 2-1-16,-1 1 3 15,1 1-1-15,-1-1-1 16,1 3 0-16,-4-1 0 0,3 1 1 16,-2 3-1-16,-1-1 0 15,2 1 0-15,-2 0 0 16,-1 2 0-16,1-1 0 16,0-1 0-16,1 1 0 15,-2 0 0-15,2 0 0 0,0 1 0 16,0 0 0-16,1-1-1 15,1-3 1-15,0-1 1 16,2-4-1-16,0-3 0 16,0-2 0-16,3-3 0 15,0-2 0-15,3 0 1 0,-1-1-1 16,3-3 0-16,0 0 0 16,0-1 0-16,1-2 0 15,1 0 0-15,0-2 0 16,1 0 1-16,0 0-2 15,0-2-17-15,0 0-47 0</inkml:trace>
  <inkml:trace contextRef="#ctx0" brushRef="#br0" timeOffset="-206491.28">19953 10631 108 0,'-1'0'5'0,"0"0"7"0,1 0-8 0,0 0 3 16,0 0-6-16,0 0-1 0,0 0-1 16,0 0 2-16,-2 0-1 15,2 0 0-15,0 0-2 16,0 0-1-16,-1 0-1 15,1-1 3-15,0 0 3 16,0 0-1-16,0 1-1 16,0-1 5-16,0 0-3 0,0-1 1 15,0 2-1-15,0 0 2 16,0 0-2-16,0 0-1 16,0 0-3-16,0 0 2 15,0 0-1-15,3 4 0 16,-2 1 0-16,0-1-3 0,1 0 5 15,1 1-1-15,-1-2 0 16,1 2 1-16,-1-2 1 16,1 0-2-16,-1 1 1 15,0-2-1-15,1 1 0 16,0 0 1-16,-1-1-1 0,2-1 0 16,-3 0 0-16,2-1 1 15,0 0-1-15,1 0 4 16,0-2 13-16,2-3-5 15,3-1-4-15,1-1-3 16,3-2-2-16,1 0-3 16,3-2 2-16,2 0-2 0,0-2 0 15,3 1 0-15,-1-2 1 16,2 0 2-16,1-1 1 16,0 0 1-16,0-2 0 15,-1-1-2-15,0-1 0 16,0 1-2-16,-3 0-1 0,-5 2 0 15,1 2 0-15,-4 3-1 16,-3 2-4-16,-5 1-2 16,-1 5-14-16,-3 2-17 15,0 1-41-15</inkml:trace>
  <inkml:trace contextRef="#ctx0" brushRef="#br0" timeOffset="-205925.8">19986 10649 49 0,'0'0'5'0,"0"0"3"0,0 0 16 0,0 0-4 0,0 0-3 15,30 11 6-15,-21-11-2 16,2-3-2-16,2-2-2 16,4-1-4-16,3-4-5 0,4-2-4 15,6-2 2-15,4-3 1 16,5-4 1-16,5-3-5 16,6-5-2-16,7-3 0 15,2-6-6-15,7-4-35 16,1-3-86-16</inkml:trace>
  <inkml:trace contextRef="#ctx0" brushRef="#br0" timeOffset="-203629.2">20328 10865 154 0,'0'-3'6'0,"0"0"20"0,0 0-8 0,0 1-4 0,0 0-1 16,0 1-2-16,0 1 2 16,0-2-4-16,0 2-1 15,0 0-6-15,0 0-7 16,0 7 4-16,1 0 0 16,0 2 0-16,3 1 0 0,-3 0 1 15,1 0 0-15,1-2-1 16,0 0 1-16,-1-1-9 15,1-2-5-15,2-1-8 16,-1-2-38-16,-1-2-22 16</inkml:trace>
  <inkml:trace contextRef="#ctx0" brushRef="#br0" timeOffset="-203430.31">20417 10855 138 0,'0'0'1'0,"0"0"12"16,0 0 15-16,0 0-7 16,0 0-18-16,0 0 1 15,0 0 0-15,0 0-1 16,13 28-1-16,-10-11-1 0,4 1 2 16,0 2-8-16,-2 0-44 15,0-1-43-15</inkml:trace>
  <inkml:trace contextRef="#ctx0" brushRef="#br0" timeOffset="-202683.68">20693 11156 116 0,'0'0'1'0,"0"0"2"0,0 0-3 0,0 0 1 0,0 0 0 16,0 0-1-16,0 0 16 16,0 0 49-16,0 0-19 15,0 0-31-15,0 17-12 16,2-24 0-16,2-4-2 15,2 0-1-15,-2-2-3 0,2-2-8 16,-2 0 1-16,2-2 5 16,-2-1 3-16,4-2 2 15,-3 1 0-15,3-1 0 16,0 1 1-16,1 1-1 16,-1 4 0-16,-1 3-2 15,1 3 2-15,-1 3 0 0,-2 3 1 16,2 2 0-16,-2 0 0 15,1 6 0-15,0 3 0 16,2 3 0-16,0 2 1 16,1 1-2-16,-1 2 0 15,0 0 1-15,0 0-1 0,-1-2 1 16,-1 0-1-16,-2-1 0 16,-1-1-6-16,-2-2-14 15,-1-2-45-15,0-2-27 16</inkml:trace>
  <inkml:trace contextRef="#ctx0" brushRef="#br0" timeOffset="-202486.24">20791 11093 226 0,'0'0'2'0,"0"0"14"0,0 0 1 0,0 0-16 16,0 0 1-16,0 0-2 15,0 0 0-15,0 0 0 16,0 0 1-16,39-23-2 16,-23 23-6-16,1-3-21 15,1 1-43-15,-4-3-35 0</inkml:trace>
  <inkml:trace contextRef="#ctx0" brushRef="#br0" timeOffset="-202181.29">21010 10893 149 0,'0'0'6'0,"0"0"28"0,0 0-14 15,0 0-15-15,0 0-4 16,0 0 0-16,0 0-1 15,0 0 1-15,-5 39 0 16,2-24-1-16,3 1 3 16,0 1-2-16,-2-1 0 0,2 1 1 15,0-1 0-15,-1-3-1 16,1-1 0-16,0-1 1 16,0-2-2-16,0-1 1 15,0-2-5-15,1 0-23 0,2-5-45 16</inkml:trace>
  <inkml:trace contextRef="#ctx0" brushRef="#br0" timeOffset="-201902">21106 10885 179 0,'0'0'6'16,"0"0"1"-16,0 0-10 0,0 0 3 16,0 0 1-16,0 0 2 15,0 32 5-15,0-17 4 16,0 1-6-16,0 2-2 16,0 2-3-16,0-2 1 0,1 0-1 15,-1-2 1-15,0-2 0 16,0-1-2-16,0-3-5 15,0-2-32-15,-5-4-46 16</inkml:trace>
  <inkml:trace contextRef="#ctx0" brushRef="#br0" timeOffset="-201680.18">20950 11026 189 0,'0'0'16'0,"0"0"-20"16,0 0 5-16,0 0 3 16,42 0 1-16,-25 0-4 15,3 0 0-15,2 0-1 16,-1 0 0-16,4 0 0 16,-1 0-1-16,1 0-15 0,0 0-22 15,3 0-20-15,-5-4-42 16</inkml:trace>
  <inkml:trace contextRef="#ctx0" brushRef="#br0" timeOffset="-201124.52">21217 11046 107 0,'0'0'78'0,"0"0"-68"0,0 0-7 0,0 0 2 16,0 0 0-16,0 0-3 16,0 0-1-16,32-11 0 15,-24 5 3-15,-1 0 7 0,-3-1 2 16,2-2 0-16,-3 2-2 15,-2-1-6-15,-1 1 3 16,0 0-3-16,0 2-3 16,-7 1-3-16,0 3-3 15,-3 1 1-15,0 0 2 16,-2 6 1-16,2 4-1 0,1 2 2 16,2 3-1-16,2 0 0 15,3-2 1-15,2 0 1 16,0 0-2-16,6-4 0 15,2-1-1-15,3-2 1 16,2 0 1-16,4-3-10 0,-3-3-31 16,3 0-72-16</inkml:trace>
  <inkml:trace contextRef="#ctx0" brushRef="#br0" timeOffset="-200720.33">21355 11006 106 0,'0'0'81'15,"0"0"-51"-15,0 0-5 16,0 0-17-16,0 0-7 16,0 0-4-16,0 0 0 15,0 0 3-15,0 0-1 16,4 23 2-16,-2-13-1 0,1 3 2 16,-2-3-2-16,2-2 1 15,-2-1-1-15,1-2 0 16,-2-2-1-16,1-1-1 15,-1-2 1-15,1 0 2 16,1 0 2-16,0-4-4 0,-1-4-1 16,3-2 0-16,1-1 1 15,0-2 1-15,3 0-1 16,1-1 1-16,2 3-1 16,0 2 2-16,2 0 0 0,2 3-1 15,-1 4 1 1,-1 2-1-16,3 0 1 0,-3 2-1 15,-2 8 0-15,0 0 1 16,-1 3-1-16,-3 1 2 16,0-1-2-16,0 0 1 15,-1 0-5-15,-2-3-15 16,1-3-44-16,-2-4-39 0</inkml:trace>
  <inkml:trace contextRef="#ctx0" brushRef="#br0" timeOffset="-200456.49">21676 10857 195 0,'0'0'0'0,"0"0"6"0,0 0-3 0,0 0-2 0,0 0 3 15,4 30 3-15,-4-13-1 16,0 2-4-16,0 1 0 0,0-1-1 16,0 0 1-16,0 2 0 15,0-4-2 1,0-1-7-16,0-4-24 0,0-5-28 16,0-2-29-16</inkml:trace>
  <inkml:trace contextRef="#ctx0" brushRef="#br0" timeOffset="-200178.03">21617 10981 232 0,'0'0'-11'0,"0"0"9"16,0 0 4-16,34-16 0 15,-21 13-2-15,-1-1 0 16,1 2 0-16,0 0 3 15,2 1 7-15,-2 1 1 16,-1 0-3-16,0 0-5 16,-2 1 0-16,-1 6-2 0,-2 0 1 15,-1 2-2-15,-1 0 0 16,-1 1 1-16,-1-2-1 16,1 1 1-16,0 0 0 15,0-2-2-15,1-4-22 0,0-1-48 16</inkml:trace>
  <inkml:trace contextRef="#ctx0" brushRef="#br0" timeOffset="-200034.6">21757 10872 236 0,'0'0'-31'15,"0"0"34"-15,0 0-1 16,0 0-26-16,0 0-100 15</inkml:trace>
  <inkml:trace contextRef="#ctx0" brushRef="#br0" timeOffset="-199652.5">21936 10960 205 0,'0'0'-1'0,"0"0"-3"16,0 0-3-16,-27 10 1 15,15-2 6-15,0 0 0 16,1 2 2-16,5 1 0 0,5 1 0 16,1-2 1-16,0 0-1 15,7-3-7-15,3-1 1 16,1-5 1-16,2-1 4 15,0 0 0-15,2-1 0 0,-1-7 8 16,1 0 16-16,-2-2 2 16,-2-2-8-16,-1-1 2 15,-3-2 0-15,-4 2-1 16,-2 0-12-16,-1 1-3 16,-2 2-5-16,-7 4-5 0,-3 3 1 15,-1 3-1-15,-2 0-10 16,1 4-2-16,1 4-24 15,3-1-33-15,3 0-74 16</inkml:trace>
  <inkml:trace contextRef="#ctx0" brushRef="#br0" timeOffset="-199246.34">22116 10960 144 0,'0'0'5'0,"0"0"3"16,0 0 2-16,0 0-10 15,0 0 0-15,0 0 1 16,0 0 1-16,0 0-2 16,22 35 2-16,-22-24-2 0,0-1 1 15,0 0-1-15,0-4 0 16,-1-1-1-16,-2-1 2 15,-1-3 5-15,-1-1 5 16,2 0 7-16,0-4 5 16,2-3 5-16,-1-3-4 0,2 0-10 15,0-3-4-15,3 1 2 16,3-1-6-16,2 2-1 16,2 2-3-16,1 1-2 15,0 6 1-15,2 0-1 16,1 2 0-16,0 0-1 0,-3 10 1 15,1 0-1-15,-2 5 0 16,0 2-11-16,-2 1-23 16,-1-3-26-16,0-2-37 15</inkml:trace>
  <inkml:trace contextRef="#ctx0" brushRef="#br0" timeOffset="-197757.18">22800 10928 198 0,'0'0'2'0,"0"0"20"0,0 0 3 16,0 0-8-16,0 0-4 0,0 0-4 15,0 0 0-15,0 0-5 16,-13-28 0-16,6 26-6 15,-3 2 0-15,-2 0 1 16,-3 0 2-16,1 7-1 16,-2 3 2-16,2 2-1 15,1-1-1-15,3 4 0 0,2-3-1 16,6 1-3-16,2-2-13 16,0-1-5-16,3-3 5 15,6-1 5-15,4-2 5 16,1-4 0-16,0 0 5 15,0 0 1-15,-1-4 1 0,-1-5 0 16,0 0 0-16,-4-2 3 16,-1 0 0-16,-2 0 4 15,-2 3-4-15,-2 0 6 16,-1 3 1-16,0 1 0 16,0 2 0-16,0 2-6 0,0 0-5 15,0 3 0 1,0 4 0-16,0 2 0 0,1 0 0 15,5 2 0-15,-1-3 0 16,3 0 1-16,1-1-3 16,1-3 0-16,-1-1 3 15,1-3-2-15,0 0 2 0,0 0-1 16,-1-7 1-16,-1-1 3 16,2-5 10-16,-2-2-2 15,1-4-2-15,0-2-5 16,-2-1-2-16,1-4-4 0,-1 3-8 15,-2-5 2-15,0 3 0 16,0 2 5-16,-1 0 2 16,-2 5 0-16,0 2 1 15,-1 4 0-15,-1 3 0 16,0 6 0-16,0 3-3 16,-3 0-4-16,-2 10 1 0,-1 6 2 15,-2 3 4-15,3 4 0 16,-1 2 1-16,3 1-1 15,2-1 2-15,1 1-2 16,0-3 1-16,2-3-1 16,4-1 0-16,2-5-1 0,2-1-1 15,1-6 2-15,1-2 2 16,2-4 1-16,0-1 2 16,1-2 4-16,-1-7-1 15,0-3 0-15,-1-6-5 16,-1-1 0-16,0-3-1 0,-2-4-2 15,-1-1-4-15,-1-1-3 16,0 1-1-16,-2 1 7 16,-2 3 1-16,-2 6 1 15,0 3 0-15,-2 6 9 16,0 4-1-16,0 4-5 0,-6 7-5 16,0 7 2-16,-1 5-2 15,1 5 2-15,2 1-1 16,2 1 2-16,2 1-2 15,0 0-1-15,3-2-13 16,7-1-12-16,1-4-40 16,3-5-72-16</inkml:trace>
  <inkml:trace contextRef="#ctx0" brushRef="#br0" timeOffset="-197188.57">23412 10778 217 0,'0'0'-7'0,"0"0"6"0,0 0 2 0,0 33 0 16,2-21-1-16,1-1 0 15,2 0-2-15,2-3-1 16,-2-2 3-16,2 0 0 15,2-3 3-15,-1-3 1 0,2 0 5 16,0-1 0-16,0-7 3 16,0 1-1-16,-1-3-4 15,-1 0-3-15,0-1-2 16,-3 3 2-16,0 0 1 16,-3 2 3-16,-1 2 0 0,1 2-3 15,-1 2-3-15,0 0-4 16,2 6-1-16,-3 6 3 15,3 2-1-15,-2 5 2 16,0 3 0-16,1 3 1 16,1 2-4-16,-2 0 4 15,0 3-2-15,1-3 0 16,-2-3-2-16,0-3-1 0,0-3 0 16,0-6-1-16,0-2 2 15,-7-3 0-15,0-6-1 16,-3-1 3-16,0 0 1 15,-1-3 9-15,-2-8-4 0,5-1 0 16,2-5-2-16,4 0-3 16,2-4-1-16,0 1 1 15,8 0-1-15,4-1-3 16,4 4-6-16,5 1-8 16,0 1-12-16,1 1-17 0,0 2-36 15,0 0-20-15</inkml:trace>
  <inkml:trace contextRef="#ctx0" brushRef="#br0" timeOffset="-196303.91">23695 10817 96 0,'0'0'28'0,"0"0"32"0,0 0-23 0,0 0-24 15,0 0-12-15,0 0 1 16,0 0-2-16,-35-3 1 16,26 10-1-16,2 4 0 15,3 1 1-15,1-3-1 16,2 0 0-16,1-1-1 0,0-1 1 15,3-1 1-15,2-4 0 16,1 0 0-16,1-2 0 16,-3 0 0-16,2 0 1 15,-1-4 0-15,0-4-1 16,-2-1-1-16,0-1 1 0,1-1 0 16,-3-2 0-16,0 0-1 15,1 2 0-15,1-1 1 16,1 2 0-16,0 2-1 15,3 3 0-15,-1 2 0 16,2 0 0-16,0 3-1 16,0 0 1-16,-1 0 0 0,0 3-1 15,-1 3 1-15,-1 3-1 16,0 0 1-16,-1 3-1 16,0-1 1-16,0 1 0 15,0-2 0-15,-1 0-1 16,2-2 2-16,1-1-1 15,0-3 1-15,2-2-1 0,1-2 1 16,-1 0 0-16,0-1 0 16,2-6 3-16,0-1 4 15,-1-1 1-15,-2-2-3 16,2 0 0-16,-4-1-1 0,-1 2-3 16,-1 0-1-16,-2 3 0 15,0 1 1-15,-1 2-2 16,0 3 0-16,0 1 2 15,0 0-2-15,0 0 0 0,0 5 0 16,-2 3 0-16,2 1 0 16,0-1 2-16,0 0 0 15,0 0-2-15,1 0 0 16,3-1 1-16,1-2-1 16,0 1 1-16,1-2-1 15,1-1 0-15,1-1 1 16,1 0-1-16,1-2 1 0,1 1-1 15,-1-1-1-15,0 0-3 16,-3 0-13-16,-1 0 1 16,-3 0 3-16,-2 0 8 15,-1-1 3-15,0-1-7 0,0 0-9 16,-1-1 9-16,-2 2 5 16,0-1 4-16,0 0 1 15,2 0 0-15,-1 2-1 16,1-3 1-16,-1 3 5 15,2-1 7-15,-1 1 4 0,1 0 4 16,0 0-6-16,0 0-8 16,-1 0-7-16,1 0 0 15,0 6-1-15,0 1 2 16,1 1-2-16,3 1 1 16,3 2 1-16,2 0-1 0,2-1-22 15,1 0-30-15,4-2-95 16</inkml:trace>
  <inkml:trace contextRef="#ctx0" brushRef="#br0" timeOffset="-195658.23">22940 11391 85 0,'14'-5'69'0,"-1"0"-48"0,1 2 27 0,0 2-32 0,-2 1-10 16,1 0-1-16,-3 3-3 16,0 4 0-16,-1 3 2 15,-3 0-1-15,0 3-2 0,-2-1 1 16,0 1-2-16,-2-1 0 16,-2-2 0-16,1-2-2 15,-1-2-4-15,0-2 0 16,0-3 4-16,0-1 10 15,0 0 12-15,0-7-3 16,3 0-8-16,2-3 0 16,3 0-3-16,3-2-3 0,-2 3-2 15,3 2 0-15,0 0-2 16,2 2 3-16,1 3 0 16,-2 2-1-16,2 0 0 15,2 0-1-15,0 7 0 0,-2 1-1 16,1 2-14-16,-3-1-39 15,-2-1-69-15</inkml:trace>
  <inkml:trace contextRef="#ctx0" brushRef="#br0" timeOffset="-195303.18">23319 11467 154 0,'0'0'-13'0,"0"0"13"0,0 0-1 16,31-18-7-16,-20 9 5 15,-2 0 9-15,0 0 13 16,-2 1 17-16,-1-2-8 16,-1 1-7-16,-1 1-10 15,-3 1-3-15,-1 0 4 0,0 3 2 16,0-1-1-16,-3 4-6 15,-5 1-4-15,-1 0-2 16,1 0 1-16,-1 5-2 16,1 1 1-16,1 3 1 0,4 0 0 15,-1 0 0-15,4 1 0 16,0 1-1-16,4 1 0 16,4-1-2-16,5-1 1 15,3 0-16-15,2-2-38 16,2-4-82-16</inkml:trace>
  <inkml:trace contextRef="#ctx0" brushRef="#br0" timeOffset="-194954.63">23519 11437 157 0,'0'0'-8'16,"0"0"8"-16,0 0 0 15,0 0 1-15,0 0 0 16,0 0 7-16,0 0 15 16,0 0 8-16,0 0-9 0,32-16-13 15,-24 12-5-15,-1-1-4 16,-1 1 1-16,-1 0-1 16,-3-2 1-16,-1 2 1 15,-1-1 7-15,0 0 4 0,-5 3-3 16,0 1-4-16,-2 1-5 15,1 0 0-15,0 1 1 16,2 6-1-16,2 1-1 16,2 2 0-16,0 0-3 15,4 1-5-15,4 0-7 16,4-1-4-16,2-2-26 16,2-1-34-16,2-3-47 0</inkml:trace>
  <inkml:trace contextRef="#ctx0" brushRef="#br0" timeOffset="-194633.8">23769 11437 213 0,'0'0'16'16,"0"0"37"-16,0 0-29 15,8-30-13-15,-8 26-7 16,-3 1-5-16,-4 2-1 16,0 1 2-16,-2 0 0 15,1 5-2-15,-1 2 3 0,4 2-1 16,0 0-4-16,4 0-4 15,1 0-8-15,0-1-8 16,1-1 7-16,6-2-7 16,1-2 2-16,0-3-17 15,0 0 6-15,-1-2 24 0,-1-7 9 16,0-4 14-16,-4-1 23 16,0-3 7-16,-2-1-11 15,0-2-6-15,0-1-6 16,0 1-14-16,-3 3-6 15,1 1-2-15,0 4 0 16,2 4-8-16,0 2-21 0,0 1-51 16</inkml:trace>
  <inkml:trace contextRef="#ctx0" brushRef="#br0" timeOffset="-194398.29">23935 11217 221 0,'0'0'14'0,"0"0"-7"0,0 0-7 0,0 0 0 0,0 0 0 15,0 0 0-15,8 29-11 16,-5-20-17-16,0-2-5 15,1-1 1-15,0-3-9 16,1-2-16-16</inkml:trace>
  <inkml:trace contextRef="#ctx0" brushRef="#br0" timeOffset="-193445.38">20752 11348 106 0,'0'0'-11'0,"0"0"13"0,0 0-2 0,0 0-2 0,0 0-9 16,0 0 10-16,0 0 2 15,0 0 4-15,0 0 2 16,0 0-3-16,0 0 0 16,45 4-1-16,-22-4-2 15,4 0 0-15,7 0 1 0,1-4-1 16,7-1-1-16,2 0 0 15,1 0-1-15,7 0 2 16,3-1 16-16,7 0 1 16,5-2-8-16,7 1-7 15,9-1-1-15,3-1-2 0,9 0 1 16,4-2-1-16,6 1 0 16,3 0 2-16,3-2-2 15,3 1 2-15,2-1 23 16,-2-1-2-16,0 0-10 0,0 1-4 15,-1 1-6-15,-2-1-1 16,-3 2-2-16,-2 1 0 16,-5-1-1-16,-6 2 0 15,-6 0-1-15,-8 0 0 16,-8 3 0-16,-9 2-10 16,-6 3-21-16,-11 0-23 0,-10 0-65 15</inkml:trace>
  <inkml:trace contextRef="#ctx0" brushRef="#br0" timeOffset="-193014.06">22740 11656 190 0,'0'0'-3'0,"0"0"7"0,45 0 5 0,-22 0-3 0,5 0 0 15,4 0-1-15,4-2 3 0,4 1 2 16,4-2 0 0,6 0-1-16,5-1-1 0,6-2-4 15,4 1-2-15,4-3-2 16,3 0 1-16,1 1-1 16,0-1 1-16,-2 1-1 15,-1 0-1-15,-7 2-1 16,-6 2-1-16,-8 1-10 0,-11 1-4 15,-11 1-12-15,-13 0-26 16,-11 0-7-16</inkml:trace>
  <inkml:trace contextRef="#ctx0" brushRef="#br0" timeOffset="-192091.97">20417 10838 218 0,'0'0'9'0,"0"0"13"0,0 3-19 0,-4 3-4 0,2 3 0 16,-2 4 1-16,2 3 0 16,-2-1 0-16,3 4-6 15,1-2-16-15,0-2-18 16,0-5-21-16,6-3-25 0</inkml:trace>
  <inkml:trace contextRef="#ctx0" brushRef="#br0" timeOffset="-191971.26">20459 10887 223 0,'0'0'-4'0,"0"0"23"16,0 0-12-16,0 0-7 15,0 0-31-15,0 0-12 16,0 0-44-16</inkml:trace>
  <inkml:trace contextRef="#ctx0" brushRef="#br0" timeOffset="-190609.71">20657 11312 6 0,'0'0'60'0,"0"0"-59"0,0 0 3 0,0 0-4 0,-20-33 0 16,19 27 0-16,-1-2 2 15,-1 1 8-15,0-2 16 16,-1 0 10-16,3-1 3 0,-4 0-14 16,3-2-13-16,-1 0-9 15,-1-2-2-15,2 1-1 16,-2-4 0-16,2 0 0 15,0-2 0-15,1-2-1 16,1-2 1-16,0-2 0 16,0 0 1-16,0-3 0 0,4 0-2 15,3 0 4-15,0 0-3 16,4-1-2-16,0 0-1 16,1 0 1-16,1 1 2 15,2 2-2-15,2 0 4 16,0 2-4-16,1 0 2 15,4 4 0-15,0-1 0 0,1 5 0 16,1 2 0-16,1 4-1 16,0 2 0-16,1 2-5 15,1 2-1-15,2 1 6 16,-2 1 0-16,3 2 1 16,0-1 0-16,4 0 0 0,1 0 0 15,5-1 0-15,2-1 1 16,4-2-2-16,3 0 1 15,4-2-1-15,3-1 2 16,3-2 0-16,1 2 1 16,2-2 2-16,1-1-1 0,4 2 0 15,0-1 1-15,2 0 0 16,3-1-2-16,4 1-1 16,2 0 0-16,1 1-1 15,3 1 0-15,1-1 0 16,0 2 1-16,0 1-2 0,1 1 2 15,-3-1-1-15,-4 0 0 16,-1 2 0-16,0 0-1 16,-4 1 1-16,0-1 1 15,0 1-2-15,1 1 1 16,-3-1 1-16,-1 0-2 0,0 0 1 16,-4 1 0-16,-2-1 0 15,-5 2 1-15,-3 1-1 16,-4 0 0-16,-5 0 0 15,-2 0 1-15,-2 0 1 16,-2 0 5-16,-3 0-2 0,-2 2 0 16,-1 2-2-1,-6 1-1-15,-3 1 0 0,-1 2-3 16,-4 0 2-16,-3 1-1 16,-1 4 0-16,-3 0-1 15,-1 3 1-15,-1 0 0 16,-2 2 0-16,-1 0 1 0,1 3-1 15,-4-1 1-15,2 4-1 16,1 0 0-16,-1 3 1 16,1 1-2-16,-1 1-2 15,-2-1-1-15,2 2 2 16,-1-4 0-16,0-1 2 0,-2 0 2 16,0-1-4-16,-2 0 4 15,-2 0-4-15,0-1 0 16,0 1 2-16,-7 1 1 15,-4 0-2-15,-4 1 2 16,-4 0-3-16,-5-1 0 0,-4 1-16 16,-3-2-9-16,0-3-34 15,-1-4-29-15</inkml:trace>
  <inkml:trace contextRef="#ctx0" brushRef="#br0" timeOffset="-190034.74">24061 11281 114 0,'12'7'-4'0,"-2"0"5"0,-1 0 1 0,-3-1 0 15,0-1 3-15,-1-1 1 16,-2-1 6-16,0 2 2 16,-2-2 1-16,2 2-3 15,0 2-8-15,-2 2-3 0,1 1 0 16,-1 2 0-16,-1 1 0 15,0 3-2-15,0 1 1 16,0 0 0-16,1-1 1 16,0-1-1-16,0 1 0 15,-1 0 0-15,0-2 0 16,0 1 0-16,-1 0 0 16,-5 2 0-16,-4-3-3 0,-4 1 2 15,-5-2 3-15,-6-1 2 16,-3 0-3-16,-6-2-11 15,-4-4-38-15</inkml:trace>
  <inkml:trace contextRef="#ctx0" brushRef="#br0" timeOffset="-188517.63">21923 11282 51 0,'1'0'7'0,"1"0"-1"0,-1 0 3 0,1 0-5 0,-1 0-2 16,-1 0 0-16,0 0 16 0,0 0 4 16,0 0-4-16,0 0-9 15,0 0-6-15,0 0-3 16,0 0 0-16,0 0 0 16,0 0-1-16,0 0 0 15,0 0-1-15,0 0 3 16,0 1-1-16,0-1 0 0,1 2 0 15,1-2 1-15,-2 1-1 16,0 1 1-16,0-2-1 16,0 3 1-16,1-2-2 15,-1 1 2-15,1-1-1 16,-1 1 0-16,1-1 0 0,-1 1 2 16,0-1 3-16,0 1 2 15,1 2-2-15,-1 0-1 16,0 0-3-16,0 1 0 15,2 1-1-15,-2 1 0 16,0 1 0-16,1 1 0 0,-1 0 0 16,0 1 1-16,0 2-2 15,2-2 2-15,0 1-1 16,0 1 0-16,0 2 0 16,0 0 0-16,2 2 0 0,-1 2 0 15,-1-1 0-15,0 3 0 16,-2 3 0-16,3-2 1 15,-3-1-2-15,0 2 1 16,0-2 1-16,0 0-1 16,0-1 2-16,0 1 2 15,0 0 0-15,0 1 3 0,2 1-4 16,0 0-2-16,-1 2 0 16,1-1 0-16,-1 0-1 15,1-1 0-15,-1-2 1 16,0 0-1-16,-1-2 0 0,0-2 1 15,0-2-1-15,0-1 0 16,0-2 1-16,0-2 1 16,-1 0 5-16,0-2 1 15,-2 0-2-15,1-1-2 16,0 0 0-16,0-2-2 16,1 3-1-16,-1-2 0 15,1-1 0-15,1 0 0 0,-1 0-1 16,1 0 0-16,0 1-4 15,0-2-15-15,-1 1-23 16,-2-4-31-16</inkml:trace>
  <inkml:trace contextRef="#ctx0" brushRef="#br0" timeOffset="-187552.78">21764 12056 1 0,'4'-1'-1'0,"-4"-1"1"0,1 0 4 0,-1 1 38 15,0-1 0-15,0 1-13 16,0 0 1-16,0 0 1 0,1 1-17 16,-1-2-8-16,0 2-6 15,0 0 0-15,0 0 0 16,0 0-3-16,0 0-4 16,0 0 10-16,0 0 4 15,0 0-5-15,1 0-2 16,0 0 1-16,2 0-1 0,0 0 1 15,-1 2-1-15,1 1 0 16,3-1 1-16,-2 2 1 16,3 0 1-16,0 1-2 15,2 1-1-15,-2-1 1 0,1 2-1 16,2 1 0 0,-1 2-1-16,-1-1 2 0,1 1-1 15,1 1 0-15,-2-1 0 16,0 0-1-16,1 0 1 15,-5-1 0-15,2-2 1 16,-2-1-1-16,0-2 1 0,0 0-1 16,-1-1 0-16,-1-2 1 15,-1 1-1-15,1-2-1 16,-2 0 4-16,1 0 7 16,-1 0 10-16,0 0-7 15,0 0-4-15,0-4-6 0,2 0-3 16,0-1 1-16,1-1-2 15,1-1 2-15,-1-2 1 16,4 0 0-16,-2-2 0 16,4 0 1-16,1-4 1 15,3 0-1-15,3-4 2 0,3-1 5 16,2-4-8 0,3-1-2-16,3-1-1 0,-2 0-4 15,2-1-17-15,-5 1-30 16,-2 2-72-16</inkml:trace>
  <inkml:trace contextRef="#ctx0" brushRef="#br0" timeOffset="-185717.75">21139 12383 251 0,'0'0'5'0,"0"0"10"0,0 0 0 15,0 0-12-15,0 0-6 16,0 5-3-16,0 1 5 15,0 5 1-15,0 2 1 0,0 2 0 16,0 5-1-16,0-2 1 16,0 5-1-16,0-2-6 15,0 0-17-15,-2-1-21 16,1-6-24-16,-1-4-52 16</inkml:trace>
  <inkml:trace contextRef="#ctx0" brushRef="#br0" timeOffset="-185317.37">20943 12387 62 0,'0'0'41'15,"0"0"-45"-15,27 1 6 16,-12-1 0-16,1 0 3 15,2 0-3-15,0 0 4 16,2-5 11-16,0-1 12 16,0-2-3-16,3-1-3 0,1-1-10 15,1-1-6-15,0 1-2 16,2 1-4-16,-2 0 3 16,-1 1-4-16,-1 2-37 15,-3 0-40-15</inkml:trace>
  <inkml:trace contextRef="#ctx0" brushRef="#br0" timeOffset="-184848.92">21307 12447 211 0,'0'0'40'16,"0"0"-35"-16,0 0 6 16,0 0-4-16,0 0-3 15,32-9 0-15,-24 9-3 0,0 0-1 16,-1 0 1-16,2 8-1 15,-2 1 1-15,-1 2 0 16,-1 2-3-16,-2 1-5 16,0 0-4-16,-3 1-1 15,0-2 3-15,0-1 2 16,-7-1 6-16,-1-3-2 16,-1-1 1-16,-1-3 5 0,1-3-2 15,2-1 1-15,2 0-2 16,1-2 3-16,3-7-5 15,1-3 5-15,0-1 4 16,4-4-1-16,4-1 1 0,6 0-2 16,2 0-4-16,2 1 0 15,1 0-15-15,2 3-52 16,-2 1-82-16</inkml:trace>
  <inkml:trace contextRef="#ctx0" brushRef="#br0" timeOffset="-184387.61">21621 12425 39 0,'0'0'187'16,"0"0"-184"-16,0 0-1 16,0 0 1-16,0 0-1 15,-28 1 4-15,19-1 1 16,0 0-3-16,0 4-1 0,-1 3-1 15,1 2-1-15,0 4-1 16,2-1 2-16,1 3 1 16,2-3-3-16,3 0 0 15,1-1-7-15,0-2-2 16,0-2-3-16,6-2-8 0,1-2-10 16,4-3 24-16,-1 0 5 15,1-1 1-15,-1-5 1 16,2-2 2-16,-2-2-1 15,-1 0 1-15,1 1 0 16,-3-1 2-16,-2 1-3 16,-1 1 3-16,-1 2 7 0,-2 2 8 15,0 1-1-15,-1 0 10 16,0 2-7-16,0 1-19 16,0 0-8-16,0 4-1 15,0 2 2-15,0 4 6 16,1 0 1-16,0 1-6 0,0 0-15 15,3 0-8-15,-3-2-10 16,1-2-30-16,-1-3-25 16</inkml:trace>
  <inkml:trace contextRef="#ctx0" brushRef="#br0" timeOffset="-184170.87">21738 12441 167 0,'0'0'-13'0,"0"0"26"0,0 0 2 0,0 0-4 0,0 0-8 15,0 0-1-15,0 0 3 16,0 0 7-16,31 9-5 16,-30 0-3-16,0 1-5 15,-1 2-7-15,0-1-20 0,0-1-14 16,0-3-31-16</inkml:trace>
  <inkml:trace contextRef="#ctx0" brushRef="#br0" timeOffset="-184038.6">21766 12514 81 0,'0'0'34'15,"0"0"-3"-15,18-30-7 0,-7 17-3 16,3-1 6-16,2 1-18 16,1 4 1-16,2 0-5 15,0 6-2-15,0 0-1 16,-1 3-1-16,-1 0-26 15,-2 3-79-15</inkml:trace>
  <inkml:trace contextRef="#ctx0" brushRef="#br0" timeOffset="-175643.51">20685 10707 71 0,'-3'1'7'0,"1"0"7"0,0 2-9 0,0 2-3 16,1 0-2-16,-1 5 0 0,-2 0 0 16,1 1 0-16,1 1 0 15,-1 1 0-15,1 0 0 16,0 4 0-16,-1-1 0 16,-1 4 0-16,0 0 1 15,-2 3-1-15,1 1 0 0,-2 2 1 16,2-2-1-16,-2 0 1 15,4-3-2-15,-1-1 2 16,1-3-1-16,2-1 0 16,-1-3 0-16,2-1 1 15,0-1-1-15,0-1 0 16,0-1 1-16,0 0-1 0,0 0 2 16,2 0 0-16,1 0 0 15,0 0 1-15,-1 2-1 16,1 0 0-16,0 0 1 15,1 0-1-15,-2 0 0 0,1-2 0 16,2 0 0-16,-2-1-1 16,1-2 2-16,2 0-2 15,-1-1 0-15,1-2-1 16,1 2 3-16,2-1 0 16,0-1 1-16,4-2 2 0,7 0 2 15,4-1 4-15,8-1-4 16,8-5-3-16,10-4-1 15,5-2-1-15,4-2-21 16,5-3-41-16</inkml:trace>
  <inkml:trace contextRef="#ctx0" brushRef="#br0" timeOffset="-174392.13">22435 10548 77 0,'27'-18'4'0,"5"-5"-1"0,3-5-1 16,2-5-28-16</inkml:trace>
  <inkml:trace contextRef="#ctx0" brushRef="#br0" timeOffset="-156602.85">20052 10013 26 0,'0'0'15'0,"0"0"14"0,0 0-14 16,0 0-4-16,0 0-5 16,0 0 2-16,0 0-2 0,0 0 0 15,0 0-3-15,0 0-2 16,17 28 0-16,-10-23 1 15,-1-3-1-15,1 1 3 16,4-3-3-16,2 0 3 16,4 0-1-16,3-8 2 15,4-7-4-15,2-3-16 0,2-5-89 16</inkml:trace>
</inkml:ink>
</file>

<file path=ppt/ink/ink1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4-26T05:51:45.469"/>
    </inkml:context>
    <inkml:brush xml:id="br0">
      <inkml:brushProperty name="width" value="0.05292" units="cm"/>
      <inkml:brushProperty name="height" value="0.05292" units="cm"/>
      <inkml:brushProperty name="color" value="#FF0000"/>
    </inkml:brush>
  </inkml:definitions>
  <inkml:trace contextRef="#ctx0" brushRef="#br0">6393 12204 95 0,'0'0'4'0,"0"0"-1"0,0-1-1 0,0-1 0 15,0 1 1-15,0-2 0 16,0 1-3-16,1-1 1 16,2 0-1-16,1-1-3 0,-1 0-24 15</inkml:trace>
  <inkml:trace contextRef="#ctx0" brushRef="#br0" timeOffset="611.95">6384 12193 106 0,'0'0'4'0,"0"0"-2"0,0 0 0 0,0 0 6 0,0 0 14 16,0 0 0-16,0 0 1 16,0 0-8-16,0 0-7 15,0 0-15-15,-8-19 7 16,8 28 0-16,1 2 0 15,5 2-2-15,-2 1 2 0,2 1 2 16,-1 0-2-16,1 0 1 16,0 0 1-16,-3 1-1 15,1-1-1-15,-1 0 1 16,-1 0-6-16,-2 1-39 16,0-2-17-16</inkml:trace>
  <inkml:trace contextRef="#ctx0" brushRef="#br0" timeOffset="902.56">6367 12441 94 0,'0'0'14'16,"0"0"8"-16,0 0 2 15,0 0-1-15,0 0-8 16,0 0-9-16,0 0-3 15,0 0-1-15,0 0 0 0,34-25 1 16,-24 23 0-16,-1-1-1 16,1 0-1-16,0 1 1 15,2-1-2-15,-2 0 1 16,0 0 0-16,-2 2-1 16,1-1 1-16,-1 1 1 0,-4 0-2 15,2 1 1-15,-3 0-2 16,-2-2-27-16,-1 0-41 15</inkml:trace>
  <inkml:trace contextRef="#ctx0" brushRef="#br0" timeOffset="1194.74">6272 12268 141 0,'0'0'6'16,"0"0"36"-16,0 0-25 0,0 0-2 16,0 0-2-16,0 0-6 15,0 0-6-15,0 0 0 16,0 0 1-16,14-15 0 15,-4 9-1-15,3 0 0 16,6-2 0-16,1 0-6 16,-2-2-38-16,6-1-70 0</inkml:trace>
  <inkml:trace contextRef="#ctx0" brushRef="#br0" timeOffset="1995.58">6544 12260 168 0,'0'0'36'16,"0"0"-32"-16,0 0 1 15,0 0 1-15,0 0 0 16,0 0-5-16,0 0-4 0,0 0 3 16,7-6-1-16,-1 11 0 15,0 2 1-15,1 3-2 16,2-1 1-16,-2 0 2 16,1 2 1-16,0 0-2 0,-1-1 0 15,-2-1-2-15,0 0 2 16,-1-1 0-16,-1-4 2 15,0 0-2-15,-1-1 2 16,-2-2-1-16,0-1 1 16,0 0 3-16,0-4 3 15,0-4-8-15,1-2 0 0,-1-2 1 16,0-2-1-16,2 0 0 16,0 0 0-16,1 0-1 15,0 2 1-15,1 0 0 16,1 3-1-16,2 0 0 15,-1 3 1-15,1 1 0 0,2 3-1 16,1 1-1-16,0 1 0 16,1 0 1-16,1 5 1 15,0 2-2-15,-1 3 1 16,0-1 0-16,1 1 0 16,-3-1 0-16,0 1 0 0,-1-1-1 15,-2-2 2-15,-2 0 0 16,-1-1-3-16,0-2 1 15,-2-1 2-15,1-1 1 16,-2-2-1-16,0 0 3 16,0 0 2-16,0-2 0 15,0-5-4-15,0-3 1 0,-2 0-2 16,2-3-2-16,0-1 2 16,0 0 0-16,0 1 2 15,2 1-4-15,2 1 4 16,0 2-1-16,2 3-1 0,1 2 1 15,0 3-2-15,1 1-2 16,1 2 2-16,-1 7-1 16,1 3 1-16,-1 0-1 15,0 4 2-15,2-1-2 16,-1 2-7-16,-1-1-18 16,1 1-29-16,1-3-26 15</inkml:trace>
  <inkml:trace contextRef="#ctx0" brushRef="#br0" timeOffset="2496.77">7065 12247 119 0,'0'0'-6'0,"0"0"7"0,0 0 0 0,-23-32-1 16,17 25 0-16,0 1 0 0,1 1 2 15,0 2 11-15,0 2 12 16,0 1-7-16,2 0-14 16,0 5-6-16,2 4 6 15,-1 2-4-15,2 1 0 16,0 1 1-16,0 0-1 0,3 0 3 16,1-3-3-16,3-1-1 15,1-3-2-15,1-1 3 16,-1-5 6-16,2 0-3 15,0 0-1-15,0-3 1 16,-1-5 0-16,-1-1-1 0,0-2-1 16,-3 0 0-16,-1 0 0 15,-1 0 0-15,-3-1 0 16,0 4-1-16,0-1 1 16,0 3 3-16,0 0 6 15,-3 2 4-15,1 2-1 0,0 1-4 16,1 1-1-16,1 0-12 15,0 1 0-15,0 4 8 16,0 3-3-16,2 1-1 16,2-1 0-16,2 1 0 15,1 0 2-15,2-2-4 0,1 0 0 16,2-3-4-16,0-2-10 16,3-2-19-16,-1 0-42 15</inkml:trace>
  <inkml:trace contextRef="#ctx0" brushRef="#br0" timeOffset="3036.89">7303 12102 128 0,'0'0'11'0,"0"0"16"0,0 0-18 16,0 0-7-16,-30-6-1 0,23 14-6 15,2 1 8-15,0 1-1 16,2 1-3-16,3-1 2 15,0-2 0-15,3-1 0 16,4-2-5-16,3-4 12 16,0-1-6-16,3 0 1 0,-1-4 0 15,1-3-3-15,-1 0 1 16,-2-3 2-16,0 2-1 16,-3-3-2-16,-2 2 4 15,-1 0 0-15,-1 1-1 16,-3 2-1-16,0 0 0 15,0 2 0-15,0 3 1 0,0 0 4 16,0 1-4-16,0 0-5 16,0 0-3-16,0 5 6 15,1 2-1-15,1 5 0 16,1 2 3-16,2 0-2 16,0 2-1-16,2 2 1 0,0-1 0 15,0 0-1-15,1 1 0 16,-1-2 1-16,-3 2-1 15,2-1-1-15,-3-1 1 16,-1-1-3-16,-2 2 1 0,0-4 3 16,0 0 0-1,-7-2 2-15,-3-2 4 0,0-1-2 16,-3-4 0-16,-1-1 6 16,1-3 0-16,-2 0 1 15,3-7-3-15,-1-6-9 16,4-2-7-16,4-5-20 0,2-1-17 15,3-2-45-15</inkml:trace>
  <inkml:trace contextRef="#ctx0" brushRef="#br0" timeOffset="3450.74">7493 12163 60 0,'0'0'6'0,"0"0"10"16,18-30-3-16,-13 17-2 0,0-1 0 0,-5 2 9 15,0-2-3-15,0 2 2 0,0 2-3 16,0 0-1-16,-7 3-2 15,1 1-4-15,-1 3-8 16,2 0 0-16,-2 3 3 16,2 0-1-16,1 0-4 15,1 9 5-15,0 1-4 0,2 3 0 16,1 4 0-16,0 1 0 16,0-1 0-16,1 1 0 15,5-2 1-15,1 0-1 16,2-3-1-16,-1-2 0 15,4-3 0-15,1 0 0 0,0-4-10 16,3-3-8-16,-1-1-28 16,2-1-4-16,-2-8-49 15</inkml:trace>
  <inkml:trace contextRef="#ctx0" brushRef="#br0" timeOffset="3811.39">7675 12043 82 0,'0'0'20'0,"0"0"6"15,-12-29 4-15,4 23-20 16,-1 3-11-16,2 2 4 16,-2 0-3-16,2 1 4 0,1 0-4 15,0 0-1-15,3 2 2 16,2 3 0-16,-2 2-1 16,3 3-1-16,0-1 0 15,0 3 1-15,6 0 1 16,-1-1-2-16,3-1 0 15,1 1 3-15,1-2-4 16,-2-1 4-16,2-1 1 16,-3-2-1-16,1 3-1 0,-3-3 2 15,1 1-3-15,-3-1 1 16,0 2-1-16,-1 0-1 16,-2 1 3-16,0 0 3 15,-2 0 3-15,-3 0-5 0,-2 1-1 16,0-1 4-16,0 1-4 15,0-4 0-15,1 0-4 16,-1-4-35-16,4-1-38 16</inkml:trace>
  <inkml:trace contextRef="#ctx0" brushRef="#br0" timeOffset="3941.65">7649 12094 159 0,'0'0'44'0,"0"0"-46"15,0 0 6-15,0 0-3 16,-3 42-1-16,3-27-24 16,0-1-43-16</inkml:trace>
  <inkml:trace contextRef="#ctx0" brushRef="#br0" timeOffset="4703.71">6225 11820 96 0,'0'0'6'0,"0"0"8"0,-31 8 7 0,18-3-4 16,5-1-11-16,1 1-1 15,1-1-5-15,2-2 2 16,3 0-1-16,1-1 3 0,0 1-6 16,1-2-3-16,9 0 6 15,5 0 1-15,8 0-2 16,4-3 3-16,8-4-1 15,3-3-2-15,9-3 2 16,2 0-1-16,3-2 0 0,1-1-1 16,4 1 0-16,3 0 0 15,-1 0-1-15,3 2 1 16,2 1-3-16,0 1 4 16,3 1 0-16,-4 1 0 15,1 1-1-15,-4 0 0 0,1 0 0 16,-5-1 0-16,-4 2 0 15,-1-1-1-15,-8 0 2 16,-3 0-1-16,-4 1 0 16,-9 0-1-16,-6 1-28 15,-7-2-54-15</inkml:trace>
  <inkml:trace contextRef="#ctx0" brushRef="#br0" timeOffset="5792.49">6086 11899 82 0,'0'0'7'0,"0"0"6"0,0 0-3 0,0 0 1 15,0 0 0-15,0 0 2 16,0 0-2-16,-26-31 1 15,22 29 0-15,2-1-2 16,-1 1 1-16,1 2-5 16,2 0-4-16,0 0-1 0,0 0 0 15,0 0-2-15,0 0-1 16,0 4 2-16,0 3-1 16,2 3 1-16,1 2-1 15,-1 3-4-15,2 3 0 0,-1 4 5 16,0 1-3-16,1 5 6 15,-1 4-3-15,0 1 0 16,1 4 1-16,-3 0-1 16,2 2-1-16,0 1 2 15,0 1-1-15,0-1 0 16,0 0 1-16,1 3-1 0,0-2 0 16,2-3 1-16,0 2 0 15,0-2 0-15,0 1-1 16,1-1 0-16,0 1 1 15,-3-2 0-15,3-2-1 16,-1-4 1-16,0-2-1 0,-1-2 0 16,0-5 0-16,0-1 0 15,-1-3 0-15,-1-2 0 16,1-2 0-16,0-2 0 16,1-4-1-16,-1-1-1 15,-1-1 4-15,1-2-4 0,0-1 2 16,1 1 2-16,0-1-2 15,0-2 0-15,0 2 0 16,2 1 1-16,0-1-2 16,3 1 0-16,0 0-2 15,0 1 3-15,2-1-1 16,1-3 1-16,4 2-2 0,1-3-3 16,2 0 5-16,5 0-1 15,4-4 2-15,3-3-3 16,2-1 1-16,5-2 2 15,2-3 0-15,4-1-1 0,5-4 9 16,2 2-1-16,4-2-2 16,1 1-2-16,4 4-2 15,2 1-5-15,2 4 9 16,2 1-6-16,2 3 1 16,2 0-1-16,-3-1 0 0,-1 2 0 15,0-2 1-15,-3-2-1 16,0-3 0-16,-5-4 1 15,-1-6-12-15,-5-5-56 16</inkml:trace>
  <inkml:trace contextRef="#ctx0" brushRef="#br0" timeOffset="7009.05">7521 11581 58 0,'5'0'8'0,"4"-2"-8"0,1-1 6 0,1-2-1 0,3-2 0 15,-1 2-1-15,4-3-1 16,-2 2 3-16,2-1 0 16,-2 0 2-16,1-1-2 15,-2 1 1-15,3 0-3 0,-3 1-2 16,2-1-1-16,-2 2-1 15,2 1 1-15,-1 1-1 16,-1 3 0-16,-1 0 0 16,0 0-1-16,-1 6-1 15,-1 2 0-15,2 4-2 0,-3 1-2 16,0 4 4-16,0 1 1 16,-2 1-1-16,2 0 1 15,-2 1 1-15,2 0-1 16,-3 0 2-16,0 1-2 15,1-1 2-15,-1 4 0 0,-2 1-1 16,3 4 1-16,-1 1-1 16,-1 2 0-16,1 2 1 15,-1 1-1-15,1 0 1 16,-1 1 0-16,-2 0 2 16,1 2 1-16,-2 0-2 15,0-1 2-15,-1 1-1 0,1-3-1 16,-1-2 1-16,-1-2 0 15,0-3 0-15,1-1-2 16,1-3 2-16,-3-1-2 16,1-2 3-16,1-2-1 15,-2-1 1-15,0 0-1 0,0-1 2 16,1-1-3-16,-1 1 2 16,2-2-1-16,-1 1-1 15,3 1 0-15,-1 0-1 16,1 0 2-16,1 0-2 15,-1 1 0-15,2-1 0 0,-2-1-1 16,1-3 1-16,-2 0-1 16,-1-2 2-16,1-2-2 15,-3-2 1-15,2 1 0 16,-2-3 0-16,0 2 0 16,0-2-1-16,0 0 1 15,-2-1-1-15,-2 0 0 0,0-1 5 16,-3 0-5-16,-2-1 2 15,-1-2 0-15,-3 2 1 16,-2-1 3-16,0 0-3 16,-3 1 1-16,-2 0 3 0,1 0 0 15,-4 1 0-15,1 1-3 16,0 0-2-16,0 0 0 16,-1 3-4-16,1-1-6 15,-2-1-36-15,1 0-53 0</inkml:trace>
  <inkml:trace contextRef="#ctx0" brushRef="#br0" timeOffset="8985.06">6939 11754 1 0,'3'3'3'0,"0"-1"2"0,0 1-3 0,0 1 1 16,1 1-3-16,0-2 7 0,-2-1-3 15,1 1 2-15,1 0 3 16,-2-2 3-16,-1 0-1 15,2-1-4-15,0 1-1 16,0-1 0-16,0 0 4 16,-1 0-2-16,3 0 0 0,-1-3 0 15,2-1 2-15,-1-2 2 16,1-1-1-16,3 0-1 16,-3-2-2-16,3-1 1 15,1-2-3-15,-2 0-2 16,2-2 0-16,2-1-2 0,0-1 1 15,-1-2 0-15,1-2-3 16,0-1 3-16,1-3 2 16,1 1 1-16,0-3-4 15,0 1 0-15,1 1-1 16,2 0 0-16,-3 3-2 16,2 1 1-16,-2 0 1 15,3 3-1-15,-4 1 0 16,-1 1 0-16,-1 5 0 0,-2-2 1 15,-1 4-1-15,-3 2 0 16,0 1 2-16,-3 2-1 16,2 2-1-16,-3 0 0 0,1 1 0 15,1 0-1-15,-2 0-5 16,0 0-26-16,-1 0-70 16</inkml:trace>
  <inkml:trace contextRef="#ctx0" brushRef="#br0" timeOffset="12292.71">6902 11746 15 0,'0'0'2'0,"0"0"2"0,0 0 4 0,0 0 12 0,0 0 3 16,0 0 1-16,0 0-8 16,0 0-4-16,0 0-6 15,0 0-2-15,0 0-3 0,0 0 0 16,0 0-2-16,-9-15 1 15,9 15-2-15,0 0-2 16,0 0 4-16,0 0 0 16,0 0 0-16,0 0 1 15,0 0 5-15,0 0-3 16,0 0-1-16,0 0-2 16,0 0 1-16,0 2 1 0,1 1-2 15,1 0 0-15,-1 0 0 16,3-1 0-16,-3 0 0 15,1 1 0-15,0 2 0 16,0-3 0-16,1 1 1 0,-2 1-1 16,0 2 0-16,2-1 0 15,-1 0 0-15,1 1 1 16,-2 0-2-16,2-1 2 16,0-1-1-16,0-1 0 15,-1-1-1-15,1 0 0 0,2-2-1 16,-2 0 0-16,2-3 3 15,1-4 2-15,2-3-1 16,-1-3 1-16,1-3-1 16,4-3 0-16,-1-2 2 15,4-3 4-15,2-3 2 16,3-4 6-16,0-4-6 0,2-2-6 16,1-1 0-16,0-1-4 15,2 4 1-15,-2 3-1 16,-1 6-1-16,-1 3-8 15,-2 5-30-15,-5 4-34 16</inkml:trace>
  <inkml:trace contextRef="#ctx0" brushRef="#br0" timeOffset="18629.37">8183 12132 84 0,'-2'0'3'0,"1"0"-2"0,1 1-1 0,-2 0 0 15,0-1 0-15,2 2 0 16,-1-2 0-16,1 1 1 16,0-1 1-16,0 0 10 15,0 0 2-15,0 0-3 16,0 0-3-16,0 0-4 0,0 0 2 15,0 0-4-15,0 0-1 16,0-1 1-16,3-1-1 16,0 0 0-16,3 1 0 15,-3 0-1-15,4 0 0 16,-2 1 0-16,3 0 0 0,0 0 0 16,2 0 0-16,1 0 0 15,0 0 0-15,2 0 0 16,0 0 1-16,3 2-1 15,1-1 0-15,0 1 0 0,3 0 0 16,1-1 0 0,0 1 0-16,2 0 0 0,1-1 0 15,0-1 0-15,0 0 2 16,1 0-2-16,-1 0-2 16,3 0 2-16,-2 0 2 15,2 0-4-15,-2 0 4 16,3-1-2-16,-1-1 1 0,0 1 0 15,0 0-1-15,-4 0 1 16,-1 1-1-16,0 0 0 16,-2 0 1-16,-2 0-1 15,1 2 0-15,-5 1 0 16,0 0 0-16,-2 1 0 0,0 0 1 16,-2-1-1-16,-2-1-1 15,-5 0-36-15</inkml:trace>
  <inkml:trace contextRef="#ctx0" brushRef="#br0" timeOffset="19370.08">8892 11977 9 0,'0'0'3'0,"0"0"1"0,0 0-1 0,0 0-2 15,0 0 1-15,0 0 0 16,32 18 5-16,-25-16 1 0,-1 2-1 15,2 0-3-15,-1-1-1 16,2 2 0-16,-2-3-1 16,1 3 3-16,-3-2 2 15,1 2 0-15,-2-2 1 16,1 1-2-16,-3-1 2 16,1 2-5-16,-1 0 2 0,-1 1-2 15,-1 0 2-15,0 0 4 16,0 0-1-16,0 1 2 15,-4 2 3-15,-2 0-5 16,-2 3 3-16,-2 0 2 16,-1 3-4-16,0 1-4 15,-2 2-2-15,-2 0-2 0,3 0 0 16,-1 2 1-16,-1 2-2 16,2 0-25-16,1-4-71 15</inkml:trace>
  <inkml:trace contextRef="#ctx0" brushRef="#br0" timeOffset="19905.59">8929 11996 100 0,'0'0'14'0,"0"0"5"0,0 0-13 0,0 0-5 0,0 0 6 15,0 0-8-15,0 0 1 16,-7 32-1-16,3-14 2 16,0 7-1-16,-1 2 1 15,0 2 0-15,-2 1-5 0,2-2-13 16,0-4-11-16,0-5-12 15</inkml:trace>
  <inkml:trace contextRef="#ctx0" brushRef="#br0" timeOffset="20307.64">8925 12025 53 0,'0'0'11'0,"0"0"-2"15,0 0-1-15,0 0-7 16,0 0 0-16,0 0 0 16,0 0 1-16,0 36-1 15,-1-24 2-15,-1 1 3 0,1 4-1 16,1-1 0-16,-2 1-3 15,2-1 0-15,0-1 0 16,0-4-8-16,0-4-83 16</inkml:trace>
  <inkml:trace contextRef="#ctx0" brushRef="#br0" timeOffset="20536.57">8969 12035 1 0,'0'0'126'0,"0"0"-118"15,0 0 1-15,0 0-11 16,0 0 1-16,0 0 0 16,0 0 6-16,-3 38-4 15,3-25 0-15,0 1 0 0,0-1-1 16,2-2-15-16,1-3-19 15,0-3-53-15</inkml:trace>
  <inkml:trace contextRef="#ctx0" brushRef="#br0" timeOffset="20750.03">8986 12046 14 0,'0'0'88'15,"0"0"-88"-15,0 0 2 16,0 0-2-16,0 32 0 16,0-24 2-16,0 2-9 0,0-2-25 15</inkml:trace>
  <inkml:trace contextRef="#ctx0" brushRef="#br0" timeOffset="22422.8">6929 11718 59 0,'0'0'14'0,"0"0"-2"0,-1 0 2 0,1 0-6 15,-2 0 0-15,2 0 1 0,0 0 2 16,-1 0-2-16,0 0-5 16,1 0 0-16,-1 0 1 15,1 0-1-15,0 0 0 16,0 0-4-16,0 0-2 16,0 2 4-16,0 1-2 0,0 0 0 15,2 2 0-15,1-1 0 16,0 0 0-16,2 0 0 15,-2-1 0-15,1 0 0 16,1-1 0-16,0-1 0 16,0 1 0-16,0-2 1 0,2 0 3 15,-2 0 0-15,3 0-1 16,-1-6-2-16,1 1 1 16,1-2 0-16,1-3-2 15,0 0 2-15,2-1-2 0,1-4 1 16,0-1-1-16,1-3 2 15,2-2-2-15,3-4 0 16,-1-3 0-16,2-2 2 16,2-1-2-16,1-1-1 15,1 2 3-15,1 0 1 16,0 2 2-16,0 2-1 16,0 2 0-16,-1 2 0 0,-2 0-1 15,-2 4-2-15,1 3 0 16,-5 2-1-16,-1 3 1 15,-2 4-2-15,-2 3-13 16,-7-1-83-16</inkml:trace>
  <inkml:trace contextRef="#ctx0" brushRef="#br0" timeOffset="27953.9">8952 12042 20 0,'0'0'2'0,"2"0"3"0,-2 0 1 15,2 0-5-15,-1 0 0 16,1 0-1-16,-2 0 1 0,2 0 0 16,-2 0 12-16,0 0 13 15,0 0 5-15,0 0-3 16,0-1-17-16,0-2-10 16,0 2-1-16,0 0 2 15,0 0 1-15,0 1 2 0,0 0-3 16,0 0-1-16,0 0-2 15,0 3 0-15,0 4 1 16,0 3-1-16,-2 1-10 16,-1 2-12-16,2 0-4 0,-2-2-21 15</inkml:trace>
  <inkml:trace contextRef="#ctx0" brushRef="#br0" timeOffset="28146.92">8959 12063 133 0,'0'0'-10'16,"0"0"6"-16,0 0-8 0,0 0-3 15,0 0 0-15,0 0-4 16,-2 31-6-16</inkml:trace>
  <inkml:trace contextRef="#ctx0" brushRef="#br0" timeOffset="28302.99">8959 12063 218 0,'28'26'-2'0,"-31"-23"-3"0,2-1-45 16,1-2-29-16</inkml:trace>
  <inkml:trace contextRef="#ctx0" brushRef="#br0" timeOffset="36729.96">9231 12154 45 0,'0'0'47'0,"0"0"-44"0,0 0 13 0,0 0-1 16,-6-30 0-16,6 27-4 16,0 1-2-16,0 2-2 15,0 0-3-15,0 0-4 16,0 0 0-16,0 5-1 0,0 7 4 16,3 4-1-16,-2 4 2 15,1 6 1-15,-1 2-7 16,2 4 9-16,0 0-5 15,0 2-2-15,0-3 1 16,-2 2-1-16,-1-4 2 16,0-2-2-16,0-3-2 0,1-3 2 15,1-5-1-15,-2-5-5 16,3-5-30-16,-2-6-28 16</inkml:trace>
  <inkml:trace contextRef="#ctx0" brushRef="#br0" timeOffset="37029.58">9335 12132 135 0,'0'0'0'0,"0"0"3"16,0 0 0-16,0 0 0 15,0 0-5-15,0 0 0 16,0 0 10-16,0 0-1 0,17 38 3 16,-13-16-3-16,-1 3-2 15,1 1-4-15,1-1 1 16,0 1 0-16,0 0-2 16,0-1 1-16,-1-2-1 15,-1-3 0-15,1-2 0 16,-4-3-3-16,0-3-18 0,0-4-26 15</inkml:trace>
  <inkml:trace contextRef="#ctx0" brushRef="#br0" timeOffset="37542.56">9257 12396 48 0,'0'0'-23'0,"0"0"23"16,37-31 2-16,-20 21-1 15,-1-1 0-15,2-1 5 16,0 2-5-16,-1 2 0 16,1 0 0-16,-4 1-2 15,-1 2-7-15,0 3-8 0,-4 1 16 16,0 1 0-16,-4 0 2 15,0 0 10-15,-4 3 2 16,1 4 2-16,-2 4 0 16,0 3-1-16,0 2-2 15,0 2-1-15,0 1-6 0,2-2-3 16,3-2-1-16,-1-3-1 16,2-3 0-16,2-3 1 15,0-3 0-15,2-3 1 16,0 0 2-16,0-3 1 15,0-4 4-15,0-3-2 16,0-3 6-16,-1-1-5 0,-4-1-3 16,-1 0 1-16,-4 1-3 15,0 2 0-15,-5 1-2 16,-5 3 2-16,-3 2-7 16,-1 2 8-16,-2 4-6 0,0 0-2 15,1 2 3-15,3 7-2 16,3 3-5-16,2 0-5 15,4-1-38-15,2-4-67 16</inkml:trace>
  <inkml:trace contextRef="#ctx0" brushRef="#br0" timeOffset="38124.98">9633 12307 39 0,'0'0'2'0,"0"0"7"0,0 0 1 0,0 0-1 16,0 37-2-16,2-27 2 15,0-1-3-15,1 2 0 16,2 0 0-16,-3-1 3 15,3-2-6-15,-2-3 1 16,1 0-1-16,0-2 2 0,0-1 2 16,1-2-3-16,-2 0 2 15,0 0 7-15,1 0-2 16,1-5 5-16,-4-1-8 16,3-1-2-16,-1-1-1 15,-1 1-2-15,3 1 0 0,0 0-2 16,-1 2 0-16,2 2-1 15,-2 1 0-15,3 1-1 16,0 0 1-16,2 5 1 16,-2 2 1-16,1 0 1 15,2 0-1-15,-2-1-1 0,1-1 1 16,-2-1-2-16,0-3 1 16,0-1 0-16,0 0 0 15,0 0 6-15,-3-5 7 16,0-1-2-16,-2-3-1 15,-1 0-1-15,-1-1-3 0,0-1 0 16,-1 1-2-16,-6-1 0 16,-1 0-3-16,-2 1-1 15,-2 1 1-15,1 1-3 16,-1 3-1-16,1 2-11 16,1 2-19-16,1 1-26 15,2 0-71-15</inkml:trace>
  <inkml:trace contextRef="#ctx0" brushRef="#br0" timeOffset="38537.83">10126 11998 144 0,'0'0'67'0,"0"0"-67"0,0 0 0 0,0 0 0 15,0 0-2-15,0 0 1 16,0 0 1-16,13 31 0 16,-9-14 0-16,2 4 1 0,-1 1-1 15,2 2 0-15,0 0 1 16,-2-1-1-16,2 0 0 16,-3-1 0-16,2-4-2 15,-3 0-1-15,-1 1-10 0,-2 0-14 16,0-2-4-1,0-2-17-15,0-2-10 0</inkml:trace>
  <inkml:trace contextRef="#ctx0" brushRef="#br0" timeOffset="39091.8">10114 12277 132 0,'0'0'1'15,"0"0"8"-15,0 0-3 16,0 0-6-16,0 0 4 16,0 0-4-16,35-23 2 15,-22 19-2-15,3-1 0 0,1-1 1 16,-1-1-1-16,1 0 0 15,0 1 0-15,-3 0 0 16,-1 1 0-16,-2 2 3 16,-2 0-1-16,-1 2-1 15,-3 1 0-15,-1 0-1 16,-1 2 3-16,-3 5 0 0,0 2 1 16,0 2-1-16,0 2-2 15,0 0 1-15,0 0 2 16,2-1-3-16,2-2 1 15,3-2 1-15,0 0 0 16,1-4 1-16,1-1-4 0,1-3 3 16,0 0 0-16,0 0 1 15,0-5 7-15,-3-3 2 16,0-1 0-16,-1-2-1 16,-2 0-2-16,-3-3-6 15,-1 1-2-15,0 0 4 0,-2 4-2 16,-6-2 0-16,-2 1-3 15,-4 3 5-15,1 3-11 16,-2 4 9-16,-2 0-8 16,0 6-8-16,1 7-6 15,1 2-16-15,3 2-31 16,2-4-50-16</inkml:trace>
  <inkml:trace contextRef="#ctx0" brushRef="#br0" timeOffset="39691.91">10669 11927 195 0,'0'0'3'0,"0"0"0"0,0 0-6 0,0 0 1 16,0 0 2-16,-5 32-1 15,5-15 1-15,4 3 1 16,2 2-1-16,0 3 0 15,1 3 0-15,0-1 0 0,-1-1 2 16,1 1-2-16,0-2-2 16,-2-3 1-16,0-3-2 15,-1-3 2-15,-2-3 1 16,-1-1-1-16,1-4 1 0,0-1 0 16,-2-3 0-16,1-2 0 15,-1-2 1-15,2 0-5 16,-1 0 6-16,1-7 7 15,2-2-11-15,0-3-11 16,0 1 0-16,2-1 8 0,1 2 3 16,-1 0 2-1,2 2 8-15,0 0-5 0,-1 3 1 16,2 3-4-16,-2 2 6 16,2 0-6-16,-1 0-1 15,2 5 0-15,-3 5 1 16,1 0 0-16,1 1 1 15,-2 1-5-15,0 1-5 0,0-2-11 16,2 0-3-16,-1-1-7 16,-1-4-27-16</inkml:trace>
  <inkml:trace contextRef="#ctx0" brushRef="#br0" timeOffset="40068.55">11000 12157 127 0,'0'0'8'0,"0"0"8"0,0 0-10 0,-27-2-9 15,18 12 9-15,-3 2-4 16,2 1-1-16,3 3 2 16,0 0 1-16,4-2-3 15,2 0 0-15,1-3 0 0,0-2-1 16,5-3 2-16,2-3 0 15,2-3-2-15,0 0-1 16,1 0 5-16,-1-6-4 16,-1-4 3-16,1 0 1 15,-2-2-2-15,0 1 0 0,-3 1 0 16,-1 1 3-16,0 3-4 16,-1 1 0-16,-2 3 1 15,1 0-1-15,-1 2 0 16,1 0-5-16,1 4 6 15,1 1 0-15,2 1-2 16,-1 1 0-16,3-2-12 16,0 0-22-16,2-1-15 0</inkml:trace>
  <inkml:trace contextRef="#ctx0" brushRef="#br0" timeOffset="40488.78">11138 12126 33 0,'0'0'1'16,"0"0"0"-16,0 0 3 16,0 0 7-16,19 37-2 15,-14-28-1-15,-3 1-2 16,3-1-2-16,-4 0 0 0,1-2-2 15,-1-1 2-15,-1-2 0 16,1-2 1-16,-1 0-2 16,1-2 1-16,0 0 20 15,-1-4 25-15,3-3-43 16,-2-3-6-16,2-3 4 0,3-2-4 16,-2-2-3-16,3 0 6 15,2 0-4-15,1 2 4 16,-1 4-3-16,4 2 1 15,-3 3-1-15,0 5 0 16,2 1-1-16,-4 0-2 16,-1 7-3-16,1 5 7 0,-1 2-2 15,-3-2-10-15,2 4-9 16,-1-2-5-16,1-2-2 16,0-3-36-16</inkml:trace>
  <inkml:trace contextRef="#ctx0" brushRef="#br0" timeOffset="41029.05">11457 12089 173 0,'0'0'1'16,"0"0"-3"-16,0 0 1 15,0 0-9-15,-37 7 2 16,25 5 7-16,2 0 3 15,-2 4-1-15,4-2 3 16,1 1-3-16,4-1 0 16,1-4-1-16,2-1 0 0,2-4 0 15,5-3-1-15,1-2 0 16,4 0 1-16,0-5 1 16,-2-5 9-16,1 0-1 15,1-5-1-15,-2-1-3 0,0-3-1 16,-1-3 0-16,-5-2-1 15,2-2-2-15,-5 0 0 16,-1-2-2-16,0-1-8 16,-1 1-13-16,-5 0 3 15,2 0 19-15,-3 2 1 16,2 1 1-16,0 5-1 0,1 2 2 16,0 5 4-16,2 5 3 15,0 4-3-15,2 4-6 16,0 0-5-16,0 9 4 15,0 5-3-15,0 6 2 16,0 6 2-16,0 2 0 0,0 3-1 16,4 2 2-16,0 1-1 15,2 1 0-15,0-3-1 16,3 0 1-16,-3-4-1 16,2-3 0-16,-1-4 1 15,2-6-1-15,1-3 1 0,0-5-1 16,-1-6-21-16,0-1-25 15</inkml:trace>
  <inkml:trace contextRef="#ctx0" brushRef="#br0" timeOffset="41350.26">11561 11694 40 0,'0'0'21'0,"0"0"-12"0,0 0 3 0,-3 29 1 0,3-9 0 16,0 3 2-16,0 6-1 0,0 1-3 15,0 3-2-15,3 0-1 16,2 0-1-16,0 0-3 15,0-3 0-15,2 0 0 16,0-1-4-16,0-2 2 16,0-2 0-16,2-4-1 0,-2-2-2 15,3-6-3-15,-2-5-36 16,2-4-25-16</inkml:trace>
  <inkml:trace contextRef="#ctx0" brushRef="#br0" timeOffset="41673.46">11717 12114 155 0,'0'0'31'0,"0"0"-30"16,0 0 0-16,0 0 0 15,0 0-1-15,0 0 0 16,0 0 0-16,0 0 0 0,28-4 0 16,-23 0 0-16,-1-3-1 15,1-3 3-15,-3 1 4 16,-1-2-1-16,0 0-2 15,-1 1-1-15,0 0 0 16,-3 3 0-16,-4 3-1 0,1 1 4 16,-3 3-3-16,1 0-3 15,0 9 2-15,1 6-1 16,0 2-1-16,2 2 2 16,2 1 0-16,3-1-1 15,0-1 2-15,2-4-2 16,7-2 1-16,5-5-1 0,1-3-9 15,0-4-11-15,3-4-39 16</inkml:trace>
  <inkml:trace contextRef="#ctx0" brushRef="#br0" timeOffset="42077.62">11914 11801 79 0,'0'0'24'0,"0"0"-14"0,0 0 6 0,6-34 8 0,1 24-9 0,2-1 2 15,0 4-3-15,1-1-5 16,0 3-3-16,0 0-3 16,0 5-2-16,-2 0-1 15,1 0 1-15,-2 5 1 16,-1 8-1-16,-3 2 2 0,-1 4-5 16,-2 2 2-16,0 2 2 15,0 0-2-15,-3-2 2 16,-2 2-4-16,1-3 4 15,1 0-1-15,-1 0-1 16,3-1 0-16,1 0-2 0,0-1-20 16,0 0-32-16,7 0-5 15</inkml:trace>
  <inkml:trace contextRef="#ctx0" brushRef="#br0" timeOffset="42203.66">12031 12164 78 0,'0'0'22'0,"0"0"18"16,0 0 0-16,0 0-10 15,1 29-14-15,2-24-11 16,-1-1-2-16,1-1-1 16,0 0-19-16,-1-1-42 15,0-2-35-15</inkml:trace>
  <inkml:trace contextRef="#ctx0" brushRef="#br0" timeOffset="43671.66">9774 12812 109 0,'0'0'15'0,"0"0"26"0,0 0-18 0,0 0-15 0,0 0-6 0,0 0-1 16,0 0 0-16,0 0-3 15,0 0 0-15,0 0 1 16,-5-1 4-16,15 1-5 16,2-2 1-16,6 1 2 15,4-3-4-15,6 1 2 0,4-2 4 16,4 0-3-16,6-1-6 15,4-1-8-15,3 0-1 16,6-1 9-16,2-2 6 16,9 0-1-16,0-3 1 15,6 0 0-15,6-2 0 16,2-2-2-16,3-2-1 0,2 0 6 16,1-3 11-16,2 2 3 15,-1 1-1-15,2 3-2 16,-3 1-8-16,3 2-2 15,-4 3-3-15,-1 0-1 16,0 2 1-16,-2-1-1 0,-2-2 1 16,-4-2-1-16,-2-2 2 15,-4-3 7-15,-5-1 5 16,-5-4-5-16,-6 0-1 16,-6-1-4-16,-3 0 0 15,-9 1-2-15,-6 0 0 0,-4 2 0 16,-8 0 0-16,-3 0 0 15,-5 0 6-15,-4-4 2 16,-5 0-2-16,-1-3-2 16,0-1-4-16,-4-3-1 15,-5 1-2-15,-1-1 1 16,-2-1-1-16,-3-1-2 0,-1 0 1 16,-1-1 4-16,-2-2 0 15,-2 2-3-15,-1-1 3 16,-3 1-3-16,-4 1 0 15,-1 2-2-15,-4 4 2 0,-1 0-1 16,-4 3 9-16,-1 4-3 16,-2 1-3-16,-4 3 1 15,0 3-3-15,-2 2 2 16,-1 3-1-16,-3 2 0 16,-2 2 1-16,0 2-2 15,-6 3 1-15,-1 0 0 0,-4 4-1 16,-2 5-2-16,-2 5 1 15,-3 1 2-15,-1 4-1 16,-4 0 1-16,1 3 0 16,-3 1-1-16,1-2 1 15,1-1-1-15,2-1 2 0,0 0-1 16,2-1-4-16,0 0 7 16,1-2-2-16,-2 1-1 15,1-3 1-15,2 1 0 16,-1-2-1-16,-1-1 2 15,2 2-2-15,1-1 0 16,-2 1 0-16,0 2 0 0,-1 2-1 16,6 0 1-16,-1 2-1 15,0 0 2-15,3 2 0 16,6-1-1-16,3 3 0 0,1 1 0 16,5 2-1-16,7 4 2 15,2 2-2-15,5 4-1 16,4 3 1-16,4 6 2 15,6 2-1-15,5 4 0 16,7 5 0-16,7 1-1 16,3 2 2-16,7 0-1 15,10-1 0-15,9-6 0 0,7-4 1 16,6-5-1-16,6-8-1 16,5-8-5-16,6-8-8 15,5-6-1-15,4-7-2 16,3-7-5-16,4-3 5 15,1-10-10-15,1-7-22 0,-3-3-68 16</inkml:trace>
  <inkml:trace contextRef="#ctx0" brushRef="#br0" timeOffset="45261.34">9962 13109 76 0,'0'0'41'0,"0"0"14"0,0 0-23 15,-17-29-13-15,12 22-8 16,0 1-6-16,1 1 0 16,0 2 1-16,0 1 1 0,1-1 0 15,-3 1-1-15,3 2 0 16,0 0-6-16,-1 0-4 15,1 9 4-15,0 1-3 16,2 3 2-16,-1 3 1 16,2 2 1-16,0 1-1 15,0 0 0-15,5 3 0 16,0-1 1-16,4 1 0 0,2-1-1 16,-1 1 1-16,5-3-1 15,-2-2-1-15,0 0 0 16,1-4-2-16,0-3 4 15,-4-2-2-15,0-3 1 0,-2-4-1 16,-1-1 0 0,-1 0 1-16,-1-8 2 0,1-5 1 15,-3 0-2-15,-1-4 2 16,1 2-3-16,-1-1 0 16,-1 2 1-16,1 1-1 0,0 2 1 15,1 1-1-15,3 2 0 16,1 1 0-16,0 2 0 15,3-1 0-15,2 4 0 16,0 2-1-16,-1 0 0 16,2 3-1-16,0 6 1 15,0 0 0-15,-1 1 2 0,-1 0-2 16,-1-2-1-16,0-2-9 16,-1-2-5-16,1 0-19 15,-5-4-34-15,2 0-12 16</inkml:trace>
  <inkml:trace contextRef="#ctx0" brushRef="#br0" timeOffset="45567.52">10259 13168 139 0,'0'0'1'0,"0"0"1"0,0 0-5 0,0 0 2 0,-6 30 1 15,6-15 1-15,3 0-1 16,3-1 1-16,-2-1 3 15,5-4-2-15,-2-3 0 16,1-1 0-16,2-3 1 0,-2-2 1 16,2 0 1-16,-1-5 1 15,-1-5 11-15,-1-3 1 16,-2-2-5-16,-3-1-1 16,-2 0-2-16,0 0-4 15,0 1-1-15,-1 0-3 0,-3 4-1 16,-3 1-1-16,-1 3-2 15,3 4-12-15,-2 3-8 16,1 0-29-16,2 6 7 16,1 2 4-16</inkml:trace>
  <inkml:trace contextRef="#ctx0" brushRef="#br0" timeOffset="45893.62">10409 13138 165 0,'0'0'-7'0,"0"0"7"15,0 0 1-15,11 35-1 16,-8-27 1-16,2-1-1 16,-1-2 0-16,3-4 0 15,-3-1 0-15,4 0 0 0,-3-1 11 16,1-6 8-16,0-3 0 15,-3-1-9-15,-2-2-2 16,0-1 0-16,-1 1 0 16,-1 0 3-16,-5 0-1 15,-2 1-2-15,-1 3-1 0,-1 3-7 16,0 4-3-16,0 2 1 16,2 5-11-16,3 10-17 15,-1 3-11-15,3 1-4 16,3 0-15-16</inkml:trace>
  <inkml:trace contextRef="#ctx0" brushRef="#br0" timeOffset="46764.09">10597 13125 178 0,'0'0'0'0,"0"0"1"16,9-38 0-16,-9 28-1 15,-4 2-1-15,-5 3-3 16,-1 1 5-16,-1 1 7 16,-1 3 6-16,2 0 0 15,0 0-5-15,1 2-8 0,2 4 0 16,3 2-1-16,-1-1 0 16,4 4 0-16,1 0 0 15,0-1 0-15,6 0-1 16,2-1 2-16,2 0-1 15,2 0 1-15,1-2 1 16,2 3 0-16,0-2 1 0,1 3 0 16,0 1-1-16,-3 2-1 15,-1 1 0-15,-4 3 0 16,-2 0 0-16,-4 1 0 16,-2-2 0-16,-2 0-1 0,-5-4 1 15,-3 1-1-15,-2-3 2 16,-1-3-2-16,0-3 0 15,2-2-3-15,2-3 0 16,2-1 1-16,2-10-3 16,4-4-19-16,1-6 1 15,0-2 6-15,4-5 6 0,2-1 8 16,3-3 4-16,0-1-1 16,-1-3-1-16,1 1 2 15,-3 0 1-15,-1-1-1 16,0 3 6-16,-5 0 7 0,0 4 7 15,0 3 1-15,0 5-4 16,-3 3-5-16,-3 5-8 16,2 4-1-16,-2 3-2 15,0 4-2-15,1 2 5 16,2 0-7-16,1 3-1 0,0 6 4 16,2 4-2-16,0 3 1 15,2 4-3-15,3 3 1 16,3 4 2-16,2-1 0 15,2-1 0-15,0 0 2 16,3 0-2-16,-1-6 0 16,2-2-2-16,-1-4 4 0,-1-3-4 15,1-4 2-15,-2-2-1 16,0-4 1-16,-1 0 4 16,0-3-2-16,0-5-2 15,-4-3 1-15,-1-2 1 16,-2 0-2-16,-1-2 1 0,-4-1-1 15,0 1 0-15,0 3 0 16,0 2 0-16,-4 4-1 16,-2 4-1-16,2 2-1 15,1 4-7-15,-1 7-5 16,3 4 13-16,1 1 1 0,0 1-6 16,8-1-11-16,2-1-24 15,1-2-9-15,2-3-48 16</inkml:trace>
  <inkml:trace contextRef="#ctx0" brushRef="#br0" timeOffset="47059.8">11056 12603 242 0,'0'0'2'0,"0"0"2"0,0 0-5 0,-8 45 1 15,8-14 1-15,1 5-1 16,6 5-1-16,3 1 2 0,4 3-5 15,3 2-6-15,-1 3-21 16,1 2-32-16,0-1-8 16</inkml:trace>
  <inkml:trace contextRef="#ctx0" brushRef="#br0" timeOffset="47661.42">11262 13010 92 0,'0'0'3'16,"0"0"2"-16,0 0 4 15,0 0-3-15,0 0-1 16,0 0-2-16,0 0 1 0,0 0 3 15,2 26 5-15,-2-26 35 16,0-5-4-16,0-3-38 16,0-3-3-16,0-5-1 15,0-1-1-15,0-2-2 16,0-2-2-16,0 2-5 0,2 1 1 16,0 3 3-16,-1 2 3 15,4 6 2-15,-3 3 0 16,3 4-3-16,0 0-3 15,2 4-4-15,-1 5 5 0,2 2 6 16,1 2 0 0,1-1-1-16,0 0 1 0,-1-2-1 15,-1-3 0-15,0-2 0 16,0-2 0-16,-2-3-1 16,0 0 0-16,-1-6 3 15,-1-5 9-15,1 0 0 0,0-4-5 16,-2-1-3-16,1-2-2 15,0 2-1-15,0-1 0 16,1 4 0-16,0 2 0 16,1 4 0-16,1 2 0 15,0 5-1-15,2 0 0 0,-1 6-6 16,2 6 6-16,0 1 2 16,-2 5-2-16,1-1-6 15,-2 0-3-15,1-1-13 16,-1 0 2-16,-2-2-5 15,0-3-10-15</inkml:trace>
  <inkml:trace contextRef="#ctx0" brushRef="#br0" timeOffset="47963.74">11620 12924 26 0,'0'0'62'0,"0"0"-43"0,16-32 4 0,-11 22-5 0,-1-1-8 15,-3 1-3-15,-1 2 1 16,0-1-4-16,0 4 9 16,-3 0 2-16,-2 3-4 15,0 2-11-15,-2 0 3 0,0 2-4 16,1 7 0-16,0 4 1 16,3 1 1-16,0 1-1 15,3 2 0-15,0-2 0 16,0 0 1-16,6-4-1 0,1 1 0 15,2-5 0-15,-1-3-3 16,4-2-7-16,0-2 3 16,-1 0-4-16,1-6-23 15,-2-5-7-15,0-3-25 16</inkml:trace>
  <inkml:trace contextRef="#ctx0" brushRef="#br0" timeOffset="48163.66">11721 12653 142 0,'0'0'9'0,"0"0"7"0,0 0-16 15,0 0 4-15,-3 41-2 16,3-19 0-16,3 1-1 16,4 0 1-16,2-2-1 15,1-1 0-15,0-1-1 16,-1-3-4-16,0-2-22 0,-1-4-7 15,-4-2-33-15</inkml:trace>
  <inkml:trace contextRef="#ctx0" brushRef="#br0" timeOffset="48329.64">11731 12833 281 0,'0'0'0'15,"0"0"-13"-15,0 0 19 16,0 0-8-16,0 0-8 16,12-28-17-16,-1 21-26 0,1 1-21 15</inkml:trace>
  <inkml:trace contextRef="#ctx0" brushRef="#br0" timeOffset="48733.83">11859 12765 95 0,'0'0'5'0,"0"0"18"15,0 0 7-15,0 0-18 16,0 0-6-16,12-31 2 15,-2 25-1-15,0 2-5 0,0 3-1 16,2 1-2-16,-2 1 2 16,0 7-3-16,-2 4 0 15,-1 0 2-15,-2 0 3 16,-3 1-4-16,-2 0-3 16,0-1-2-16,-7-3 5 15,0-1-1-15,1 0 3 16,-3-6 2-16,2-1-1 0,4-1 5 15,1 0-1-15,2-3-4 16,0-2-6-16,2 1 9 16,6 0-5-16,3 1-1 15,2 2 1-15,2 1-4 0,1 0-16 16,2 0-25-16,-3 1-47 16</inkml:trace>
  <inkml:trace contextRef="#ctx0" brushRef="#br0" timeOffset="49678.63">11803 12484 103 0,'0'0'3'0,"-53"0"4"0,23 0 1 0,-1 1-7 15,0 3-2-15,-4 1-3 16,-2 0 1-16,-4 0 3 0,0 0 3 16,-3 1 8-16,-1 0 8 15,-2 0-9-15,-3 1 5 16,0 0-4-16,-1-1-3 15,0 3-1-15,-4-2-3 16,0 2-3-16,-1-1 2 0,-2 1 1 16,-1 0-1-16,-2-1 0 15,-1 1 0-15,-1 0 2 16,3 0-2-16,-2 1 1 16,-2-1 0-16,4 2 1 15,-1-1-3-15,3 3 0 16,1 1-1-16,0 2 1 0,2 2-2 15,3 0 0-15,2 1 0 16,3 0 0-16,1 0 0 16,5 1 0-16,4 0 0 15,1 3 1-15,5 0-2 16,4 2 1-16,3 1 0 0,6 1-2 16,2 0 2-16,3 1 0 15,5 1 0-15,2-1-1 16,2 1 1-16,2 2-1 15,2 1 1-15,0 2 0 16,2 2-1-16,3 1 0 16,2 0 1-16,3 0-1 0,0-1 0 15,3 0 1-15,1-1-2 16,-1-3 1-16,1-1 0 16,2-2 1-16,1-3 0 15,2 0-1-15,5-3 2 0,4-2-2 16,3-1 1-16,7-3 0 15,6-3 0-15,5-3-2 16,3-3 1-16,5-5 1 16,1-1-2-16,5-2-1 0,5-4 0 15,5-6 3 1,11-3-1-16,2-5 4 0,4-2-4 16,4-2 2-16,5-3 0 15,2-5 1-15,3-2-1 16,1-4 1-16,6-3-1 15,3-3-1-15,2 0 0 16,-7 0-46-16,-4-2-58 0</inkml:trace>
  <inkml:trace contextRef="#ctx0" brushRef="#br0" timeOffset="50361.05">11923 12480 79 0,'0'0'3'0,"0"0"1"0,0 0 1 0,0 0 3 16,0 0 3-16,0 0 3 16,0 0-4-16,33-29 3 0,-20 24 5 15,1 0-8-15,1 2-5 16,0 1-2-16,2 1-2 16,1 1 0-16,1 2-1 15,-3 7 0-15,1 3 0 0,2 4-1 16,-3 4 1-16,1 3 0 15,0 7 2-15,-1 6-1 16,0 5 1-16,0 4 0 16,0 1-1-16,-1 2-1 15,0-3-1-15,-3-4 2 16,-1-3-1-16,-2-1 0 0,-5-1 0 16,-3-1 1-16,-1-2-1 15,0-1 0-15,-5-5 2 16,-5-4-8-16,-6-2 10 15,-1-6-4-15,-9-1 5 16,-4-1 8-16,-5-2-3 0,-9 1-4 16,-6 1 1-16,-7 2-2 15,-8 6-2-15,-11 3 2 16,-8 5-5-16,-11 3-9 16,-7 3-79-16</inkml:trace>
  <inkml:trace contextRef="#ctx0" brushRef="#br0" timeOffset="62873.47">12876 11452 89 0,'0'-3'22'0,"0"-1"-4"0,0 1-11 0,1 1-6 16,1 1 0-16,-2-1-1 0,3 0 0 16,0 1 1-16,1-2 0 15,2 1 4-15,-1 0 1 16,3 0-3-16,1-1 0 15,2 1-2-15,0-1 0 16,1 1-1-16,1 1 0 0,-1 1-1 16,-1 0 0-16,1 0-2 15,-2 1 3-15,0 5-1 16,-1 0 0-16,-1 1-1 16,0 1-1-16,0 0 1 15,-2 2-3-15,-1-2 0 16,0 2-2-16,-2 2-8 0,-1-1-2 15,-1 1 20-15,-1 3-2 16,0 0 3-16,0 3 3 16,-2-1-1-16,-1 2-3 15,-3 1-3-15,1 2 1 16,-1-1 1-16,2 1 0 0,-3 1-2 16,4 0-1-16,-4 3-3 15,5-1 11-15,-1 1 3 16,1-1-5-16,1 3-2 15,0 0-2-15,1-1-1 0,0 1 1 16,0 0 0-16,2 0 0 16,3 0 0-16,2-3 0 15,0-1 0-15,4-2-1 16,0-6 0-16,2-4 1 16,-1-4-1-16,-1-3 1 15,2-3 2-15,-3-2 0 0,-3 0 0 16,-1 0 0-16,-2 0 1 15,-2 0 0-15,-2-1 6 16,0 1 14-16,0 0-14 16,-2 0-11-16,-2 4 3 15,-2 6-3-15,1 2 0 0,-1 4 0 16,0 3 0-16,2 3-5 16,-3 4 2-16,4 4-5 15,-4 2 0-15,5 1 7 16,-1 3 2-16,1 0 0 15,2 1 0-15,0 0 0 0,0 0 0 16,2 0 0 0,3 1-1-16,2 1 1 0,-2 1 0 15,3 0 0-15,-1 1 0 16,-1 0 1-16,1 2-1 16,-2 2 2-16,1-2-2 0,2 0 1 15,-4 0-1-15,3-2 1 16,-1-3 0-16,0-2 0 15,-3-1-1-15,-1-1 1 16,-2-2-1-16,0-1 0 16,0-1 0-16,-5-2 1 0,-3-3-2 15,1 0 2-15,-1-4-1 16,-3-3 2-16,1-3-2 16,-1-1 3-16,-2-3-2 15,1-4 5-15,-1-1 5 16,0-4-2-16,0 1-3 0,-1-3 1 15,1 0-1-15,-2 0 2 16,0 0-1-16,-3 0 1 16,1 0 0-16,-2 0-3 15,2 0 5-15,1 0-5 16,1 0-3-16,3 0-2 0,2 0-4 16,0 0-38-16,0-4-55 15</inkml:trace>
  <inkml:trace contextRef="#ctx0" brushRef="#br0" timeOffset="63833.23">13343 12363 4 0,'3'-1'3'0,"-1"1"9"0,-1-2 10 16,1 2-1-16,1-1-5 15,1 1 0-15,0-1-10 16,3-1-3-16,0 2-2 0,1 0 1 15,1 0-2-15,3 0 1 16,1 0 0-16,3 0 2 16,2 0 1-16,0 0 4 15,1 0 2-15,2 2-5 16,-1-1-1-16,1-1 3 16,0 1 1-16,-1-1-2 0,0 0-2 15,0 0-1-15,0 0-1 16,-2 0-1-16,0-3 0 15,-2 0 0-15,0-1-1 16,-2 1 0-16,-2 0 0 16,0-2-1-16,-3 3-18 15,-2-3-23-15,-2 2-25 0</inkml:trace>
  <inkml:trace contextRef="#ctx0" brushRef="#br0" timeOffset="64047.83">13774 12258 170 0,'0'0'2'16,"0"0"12"-16,0 0 3 15,0 0-8-15,32 20-5 16,-26-9-2-16,-4 7-1 15,-2 2 1-15,-4 5-27 16,-12 1-79-16</inkml:trace>
  <inkml:trace contextRef="#ctx0" brushRef="#br0" timeOffset="65705.99">13752 12218 74 0,'0'0'23'0,"0"0"-10"0,0 0-1 15,0 1 7-15,0 0-12 16,2 1-7-16,0 1 1 16,2 0-1-16,-2 2 0 15,2 2 1-15,0 0-2 0,0 2 1 16,-1 1 0-16,0 2 0 15,0-1 0-15,0 4 0 16,-2 0-1-16,1 3-3 16,-2 0-8-16,0 2-13 15,-7 0-67-15</inkml:trace>
  <inkml:trace contextRef="#ctx0" brushRef="#br0" timeOffset="80486">6953 11734 41 0,'3'-3'6'0,"0"0"0"0,1 0 0 0,-1-1-3 15,2 1-2-15,-2 0-1 16,1-1 1-16,1 2-1 15,-2-1 0-15,1 1 0 16,-1-1 2-16,-1 0-2 0,1 1 0 16,0-1 0-16,0 0 1 15,3-1 2-15,-3 1 0 16,4-2 0-16,-2 0-2 16,3-2-1-16,-1-1 1 15,2 0-1-15,-1 1 1 0,2-4 1 16,0-1 1-16,0-1 2 15,0 0 2-15,1-3-2 16,-1 2 0-16,0-1-3 16,1 0-1-16,-1 2 0 15,0 2-1-15,-2 1 1 0,-1-2-1 16,1 2 0 0,0 0 0-16,-1 2 0 0,0 0 1 15,0-2-1-15,-2 3-1 16,0 1 2-16,-2-1-1 15,2 2-1-15,-2 0 2 0,1 1-1 16,-1 0 0-16,-1 2 1 16,-1 0-1-16,0 1-1 15,-1 0 1-15,0 0-2 16,0 1-7-16,0 0-4 16,0 0-11-16</inkml:trace>
  <inkml:trace contextRef="#ctx0" brushRef="#br0" timeOffset="82775.1">15052 11459 9 0,'0'0'-7'0</inkml:trace>
  <inkml:trace contextRef="#ctx0" brushRef="#br0" timeOffset="82995.89">15052 11459 29 0,'0'0'25'0,"0"0"-12"16,11-14-5-16,-10 13-6 0,0-1-1 16,-1 2-1-16,0 0 4 15,0-2 11-15,0 2 14 16,0 0 2-16,0 0-2 15,0 0-5-15,0 0-2 16,0 0-9-16,0 0-10 16,0 0-8-16,0 5 11 0,-1 0-4 15,-1 3-1-15,2-1-1 16,-1 3-1-16,-1-1-16 16,2 0-19-16,0-4-28 15</inkml:trace>
  <inkml:trace contextRef="#ctx0" brushRef="#br0" timeOffset="83229.55">15115 11452 125 0,'0'0'17'0,"0"0"18"0,0 0-11 16,0 0-17-16,0 0-7 16,0 0 0-16,0 0 0 15,-4 33 0-15,4-23-10 16,0 0-22-16,0-2-48 16</inkml:trace>
  <inkml:trace contextRef="#ctx0" brushRef="#br0" timeOffset="83891.77">15673 11622 72 0,'0'0'27'0,"0"0"-13"0,0 0 8 15,0 0-7-15,0 0 0 16,2-30-5-16,-2 26 1 0,0 1 6 16,0 0 9-16,0 0-2 15,0 2-3-15,0 0-15 16,0 1-4-16,0 0-7 15,-2 2-1-15,1 6 4 16,1 2 3-16,0 2 0 0,0 1-1 16,0 2 1-16,0 0-1 15,0 1 2-15,-1 1-2 16,-1 1 0-16,-1 0-12 16,0 0-21-16,1-1 19 15,-4-1-28-15,3-6-7 0,0-3-22 16</inkml:trace>
  <inkml:trace contextRef="#ctx0" brushRef="#br0" timeOffset="84717.74">15465 11574 70 0,'0'0'26'0,"0"0"-8"0,0 0 1 0,0 0-5 16,0 0-9-16,0 0 0 15,0 0 4-15,0 0-1 16,0 0-3-16,0 0 2 15,-6-4-4-15,5 4-2 0,1 0-2 16,0 0 1-16,0 0 1 16,0 0-1-16,0 0 0 15,0 0 0-15,0 0 0 16,0-1-1-16,0 1 3 16,0 0-2-16,0 0 0 0,0 0 1 15,0 0 0-15,0 0-1 16,0 0 0-16,0 0 0 15,0 0 0-15,0 0 0 16,0 0 0-16,0 0 0 16,0 0 0-16,1 0 0 0,0 0 2 15,1 0-1-15,-1 0 2 16,1 0 0-16,0 0-2 16,1 0 0-16,2 0 1 15,-2 0 2-15,2 0-1 16,1 0-1-16,0 0-1 0,1 0 0 15,1 0 0-15,0-1-1 16,2 0 1-16,1 0-1 16,1-1 0-16,0 1 0 15,4-1 2-15,-2-1-2 16,3-1-2-16,2 1 1 0,-3-1 2 16,3 1 1-16,-1 0-2 15,0 0 1-15,-4 1-1 16,2 0 0-16,-3-1 0 15,-3 2 1-15,0 0-2 16,-4-2 2-16,0 3-1 0,1 0 0 16,-4 0-1-16,-1 0-6 15,0 0-22-15,-2 0-37 16</inkml:trace>
  <inkml:trace contextRef="#ctx0" brushRef="#br0" timeOffset="85526.46">15803 11690 59 0,'0'0'5'0,"0"0"3"16,0 0 14-16,0 0 0 0,0 0 8 15,0 0 1-15,0 0-2 16,0 0-8-16,0 0-6 15,0 0-5-15,0 0-1 0,0 0-6 16,0 0-3-16,12-24 0 16,-7 24-2-16,2 0 2 15,1 0-1-15,1 0 1 16,2 0 0-16,-1 0 0 16,2 2 1-16,-2 2-2 15,1 0 1-15,1 1 1 0,-3 0-2 16,-1 1-1-16,1 1 2 15,-2 0-1-15,-1 2-1 16,-2-1-3-16,-1 0-2 16,0 3-2-16,-3-2 1 15,0 1 7-15,0-2 0 0,0 1-5 16,0-2-1-16,-4-2-9 16,0 1 18-16,1-3-10 15,-3 0 19-15,3-2-9 16,0-1 3-16,-1 0 3 0,2-1 7 15,-1-4-8-15,2-1-4 16,-1-2 0-16,2-1 2 16,0-2 1-16,0 0-2 15,0-2 3-15,5 0-5 16,2-1 0-16,0 1-2 16,3 1-1-16,2 1 0 0,1 1-3 15,0 1-9-15,1 2-7 16,1 0-25-16,-2 1-32 15</inkml:trace>
  <inkml:trace contextRef="#ctx0" brushRef="#br0" timeOffset="86219.76">16227 11670 99 0,'0'0'36'0,"0"0"5"0,0 0-4 0,0 0-6 0,0 0-11 16,0 0-17-16,-6-30 0 15,2 27-3-15,0 1 4 16,-1-1-2-16,-1 1-3 15,1 2 0-15,-2 0 3 16,1 0-4-16,-1 0-1 0,-1 4 0 16,1 2 0-16,-1 2 5 15,-1 1-1-15,2 1-1 16,3 1 0-16,-3 1 0 16,4 1 1-16,-1-2-3 15,3-1-3-15,1 2-5 0,0-3 2 16,0-2 1-16,0 0 1 15,5-3-1-15,0 0 1 16,2-2 7-16,1-2 2 16,0 0-1-16,2 0 2 15,-1 0 2-15,0-6-3 16,-1 1 0-16,1-2 0 0,-2 0 1 16,-2-2-2-16,0 0 0 15,-1 1 0-15,0-2 0 16,0 1-1-16,-2 0-1 15,0 2 1-15,-2 0 0 16,1 1 5-16,-1 2-3 16,0 0-2-16,0 0 0 0,0 2-1 15,0 0 0-15,1 1 0 16,0 1-1-16,0 0-3 16,1 0-2-16,-1 5 1 15,1 2 1-15,-1 0 6 0,0 1-1 16,2 0-1-16,-1 0 1 15,1 0-1-15,2-1 1 16,0 1 1-16,0-1-2 16,0 0-9-16,2-1-17 15,-1-2-25-15,-2-3-6 0,2-1-35 16</inkml:trace>
  <inkml:trace contextRef="#ctx0" brushRef="#br0" timeOffset="86741.69">16328 11674 106 0,'0'0'53'0,"0"0"-52"0,0 0 0 0,0 0 0 16,0 0 0-16,18-29-1 16,-14 27 2-16,-1 2-2 15,1 0 2-15,1 0 2 16,-2 0-1-16,4 2-2 0,-4 5 0 15,2-1-1-15,0 3 1 16,0 0-1-16,-2-1 1 16,1 0 0-16,1 1-1 15,-3-3 0-15,0 1 0 0,0-1-1 16,-1-2 0-16,-1 1 1 16,0-3-2-16,0 1 2 15,0-2 2-15,0-1 6 16,0 0 12-16,0 0-8 15,-1-2-2-15,1-4-5 16,0 0 5-16,0-3-5 0,0 1-4 16,4-1 0-16,1 0 0 15,2-1 0-15,3 1 0 16,0 0-1-16,0 1 1 16,1 3 1-16,0-3 4 15,1 5-1-15,0-1 0 0,-1 3-2 16,-1 1-3-16,-1 0 1 15,-1 0-1-15,2 5 0 16,-5 1 0-16,0 1-1 16,0 1 1-16,0 0 0 15,-3 0-5-15,1 0-6 0,2-1-5 16,0-3-18-16,1 0-28 16,1-2-6-16</inkml:trace>
  <inkml:trace contextRef="#ctx0" brushRef="#br0" timeOffset="87195.7">16748 11605 160 0,'0'0'-1'0,"0"0"2"0,0 0 0 0,0 0 3 0,-2-27-1 16,-2 25 11-16,-1 1-3 15,-2 1-6-15,1 0-5 16,-3 0 2-16,1 4-2 0,0 3 2 16,1 1-3-16,-1 0 2 15,1-1-1-15,2 1-1 16,1-1 1-16,1-1 0 16,3 0 0-16,0-2 0 15,0 1-2-15,0-1 2 16,5 0 1-16,0-1 0 0,3-1 8 15,1 2-2-15,-1-1 1 16,2-1-4-16,-3 1-2 16,2 0-2-16,-1 1 1 15,-2-1-1-15,-1 1 2 16,-1 0-1-16,-1-1-1 0,-3 2 0 16,0-2-3-16,0 1 3 15,-8-1 2-15,0 0 1 16,-4 0-1-16,1 0 1 15,-2 0-2-15,1-2 0 16,1-1 0-16,4 0-9 16,-1 0-59-16,6-3-68 0</inkml:trace>
  <inkml:trace contextRef="#ctx0" brushRef="#br0" timeOffset="88554.12">16892 11486 163 0,'1'-8'14'0,"-1"2"1"0,0-1 9 0,0 0-9 15,0 1-9-15,0-1-4 0,-3 2-1 16,-1 0 1-16,0 2 1 16,1 0 0-16,0 2 1 15,-1 0 1-15,1 1-5 16,2 0 0-16,-2 5 2 16,0 5-2-16,3 3-1 15,-1 2 1-15,1 5 0 16,0 0 0-16,0 4 1 0,1 0 1 15,3 0-2-15,-1-1 1 16,0 1-1-16,1-3 0 16,-1-1 2-16,-1 0-2 15,-1-2 0-15,0-2 0 0,-1 1 0 16,0-4 0-16,0 0 0 16,0 0 0-16,-3-3 0 15,-3 0 0-15,-2-1 0 16,0-2 0-16,-2-1 0 0,0-1-8 15,2-3-11-15,-2-2-36 16,2 0-11-16</inkml:trace>
  <inkml:trace contextRef="#ctx0" brushRef="#br0" timeOffset="88845.09">16813 11658 78 0,'0'0'79'0,"0"0"-56"0,0 0-2 16,29-8-6-16,-18 8-9 0,1-1-4 15,1 1-2-15,-2 0 0 16,0 0-1-16,2 0-3 16,-1 0 0-16,1 0 2 15,-1 0-8-15,0-2-28 16,-2-2-39-16</inkml:trace>
  <inkml:trace contextRef="#ctx0" brushRef="#br0" timeOffset="89699.98">17037 11643 69 0,'0'0'7'0,"0"0"-6"16,0 0-1-16,0 0 1 16,0 0 0-16,0 0 2 15,31 2 9-15,-25-5 10 0,-4 0 4 16,1-1-7-16,2 1-9 16,-4-1-3-16,0 0 7 15,0 0 2-15,0-1-8 16,-1 1 3-16,0 0-7 15,0 1 0-15,-3-1 1 16,0 2-2-16,-1 0 1 0,1 2-2 16,2 0-3-16,-2 0 2 15,0 0 0-15,1 1-1 16,0 4-1-16,-1 3 1 16,0-1 0-16,0 1-1 15,0 2 0-15,0-2-1 0,1 1 1 16,1-1 0-16,1-1 0 15,0-1-2-15,0 0-5 16,0-2 0-16,5-1 3 16,0-1 2-16,1-2 1 15,0 0 5-15,1 0 0 0,0 0 2 16,1 0-1-16,-1-2 0 16,2-2 1-16,-2-1-2 15,-1 0-1-15,1-1 1 16,-2 0 1-16,0-1-1 15,-1 2 1-15,0-1-1 16,-1 1 0-16,-1 0 0 0,0 2-2 16,0 2 0-16,0-2 0 15,-1 2-1-15,1 1-1 16,1 0-1-16,1 0-1 16,-1 0 0-16,0 5 2 0,1 0-3 15,1 0 2-15,0 1 3 16,-1 1-1-16,2-1 0 15,1 0 0-15,-1 0 0 16,0-2 0-16,2-1 0 16,-1 0 0-16,1-2 0 15,-1-1 1-15,0 0-1 0,0 0 2 16,0-1 3-16,-1-4 3 16,-1 0 4-16,0-2 6 15,0 0-1-15,-2-1-2 16,-1 0-4-16,-1 0 1 15,-1 0-3-15,0-1-9 0,0 1 0 16,0 1-8-16,0 1-13 16,0-2-22-16,0 0-50 15</inkml:trace>
  <inkml:trace contextRef="#ctx0" brushRef="#br0" timeOffset="90446.55">17889 11600 116 0,'0'0'8'0,"0"0"18"0,25-28-2 0,-19 17 4 16,-2-1-4-16,-2 0-1 15,1-2 3-15,-3 1-13 16,0-2-4-16,0 0-2 16,1-1-4-16,-1-2-2 15,1 1 0-15,2 0 0 0,-1-1-2 16,1 2 1-16,-1 0 0 15,0 0 0-15,-1 0 0 16,-1 2-4-16,0-1 3 16,0 2 0-16,0 0-3 15,0 2 3-15,-3 2 4 16,1 1-2-16,-3 3-1 0,4 2-5 16,-2 1 1-16,2 0-13 15,-2 2 2-15,1 0 5 16,0 0 7-16,0 4 3 15,-1 4 1-15,0 2-1 0,1 1 0 16,1 2 0-16,0 1 0 16,0 2 0-16,1-1 0 15,0 2 0-15,0-1 0 16,0 2 0-16,0-1 0 16,1 1 0-16,2 1 1 0,1 2 0 15,0-3 0-15,1 3 0 16,-1-2 0-16,1 1-1 15,1-1 1-15,2-1 0 16,-1-1-2-16,2-4-2 16,0-1-32-16,-1-6-74 15</inkml:trace>
  <inkml:trace contextRef="#ctx0" brushRef="#br0" timeOffset="90955.39">18088 11587 92 0,'0'0'5'0,"0"0"1"0,0 0 3 0,34 2-7 0,-23-2-1 15,-1-2 0-15,0-2 16 16,-1-2 11-16,0 0 10 16,-1-1-6-16,-2 0-13 0,0-1-7 15,-2-1-5-15,-2 0-1 16,0 1-2-16,-2 0-1 16,0 0-2-16,0 1-2 15,-7 0 7-15,2 2-3 16,-1 2-2-16,0 0-3 0,-2 2-2 15,-1 1 6-15,1 0-5 16,-1 0 2-16,-2 6 0 16,2 3 1-16,1-1-1 15,0 4 2-15,2 0-1 16,0 0-1-16,2 1 1 0,2-2 1 16,2 2 0-16,0-1-2 15,1-1 1-15,6-2-1 16,0 0 3-16,2 0-2 15,2-2 0-15,4-2-2 0,-1-1-12 16,3-2-14-16,2-1-46 16,1-1-89-1</inkml:trace>
  <inkml:trace contextRef="#ctx0" brushRef="#br0" timeOffset="91919.84">18423 11538 77 0,'0'0'-3'0,"0"0"3"0,0 0-5 15,-3-27-1-15,-1 22 12 0,-2 1 10 16,-1 0-2-16,-1 2-5 16,-1 2-2-16,0 0 4 15,-1 0-1-15,0 0 1 16,1 1-3-16,-1 5 2 15,1 2-7-15,1 2-1 16,0 0-1-16,5 3-1 0,-3-1 0 16,5 0 0-16,1-1-1 15,0-1-2-15,0-1 2 16,4-2 0-16,3 0 1 16,2-2 3-16,1-2 2 15,-2-1 2-15,2-2 2 0,0 0 2 16,1 0 10-16,-2 0-7 15,1 0-9-15,-2-5-3 16,0 0 3-16,0-2 0 16,-3-2 4-16,0 1 0 15,-3 1 0-15,0 0-4 0,0 0 0 16,-1 2-2-16,-1 2-1 16,0 1-3-16,0 1-4 15,0 1-1-15,0 0 0 16,0 0 5-16,0 3 1 0,0 2 0 15,0 3 1-15,0 1-2 16,2-1 1-16,1 0-3 16,4 0 6-16,-1-1-2 15,1-2-6-15,-2 0 5 16,3-2 1-16,0 0-1 16,-1-2 2-16,4-1-2 0,-1 0 1 15,-1 0 2-15,1 0 0 16,-1-5 4-16,1-2-1 15,-2 0 2-15,0-1 3 16,-2-2-2-16,-1-1-4 16,-1-1 0-16,-3 0-3 0,0-1 0 15,-1 2-1 1,0 1-3-16,0 0 0 0,-4 0 2 16,0 5 1-16,-2 0-2 15,1 2-5-15,-1 1 3 16,1 2 0-16,2 0-1 0,0 0 3 15,1 2-2-15,0 1 2 16,2 0-1-16,0-1-4 16,0 0-1-16,2-1 3 15,3-1 6-15,2 0 0 16,1 0-2-16,2 0 0 16,0 0 4-16,0-3-3 0,2 1 0 15,-1-1 0-15,1 1 0 16,1 1 1-16,0 1-1 15,-2 0-1-15,0 0 0 16,-4 0 0-16,-1 2 0 16,-1 3 0-16,-2 1-1 0,-2 2 0 15,-1 1-1-15,0 0 2 16,0 0 1-16,0 1 1 16,0 0-2-16,0-2 2 15,0 0 0-15,0-1 0 16,2-1-5-16,4-1-15 0,-2-2-22 15,3-3-28-15,0 0-40 16</inkml:trace>
  <inkml:trace contextRef="#ctx0" brushRef="#br0" timeOffset="92410.62">18804 11500 147 0,'0'0'15'0,"0"0"25"0,0 0-15 0,0 0-15 0,0 0 6 16,0 0-8-16,0 0-5 0,0 0-8 16,0 0 4-16,0 0-1 15,0 0 3-15,0 0-2 16,0 0 1-16,12 31 2 16,-11-21-1-16,-1 0-1 0,2-2 2 15,-1-1-1-15,-1-2-2 16,1-1 2-16,-1-2-1 15,0 0-6-15,0-2 5 16,0 0 3-16,0 0 10 16,0 0 1-16,0-2-7 0,0-3-3 15,0-1-1 1,0-2-4-16,0-1 2 0,3 1 1 16,3 0 2-16,1-2-4 15,-1 0 1-15,2 3-2 16,2-1 3-16,0 2-2 15,1 1 2-15,1 0-1 16,0 1 2-16,2 3 1 0,-1 0 2 16,-1 1-3-16,0 0-2 15,-2 0 0-15,-2 5 1 16,-1 2-2-16,-6 1 1 16,0 1-3-16,-1 1-5 0,0-1-3 15,0 1-6 1,0-3 2-16,0 1-21 0,0-4-33 15,0-1-24-15</inkml:trace>
  <inkml:trace contextRef="#ctx0" brushRef="#br0" timeOffset="92660.28">19151 11472 117 0,'0'0'4'0,"0"0"4"0,0 0 4 0,0 0-7 0,0 0-4 15,0 0 11-15,0 0 0 16,0 0 0-16,0 0-4 16,2 32-1-16,-2-23-3 0,0 1-2 15,0-2 0-15,1-1 0 16,1 0-20-16,-2-1-38 15,0-4-17-15</inkml:trace>
  <inkml:trace contextRef="#ctx0" brushRef="#br0" timeOffset="92845.41">19148 11381 276 0,'0'0'-2'0,"0"0"-3"16,0 0 4-16,0 0 1 15,0 0-14-15,0 0-38 16,0 0-51-16</inkml:trace>
  <inkml:trace contextRef="#ctx0" brushRef="#br0" timeOffset="93501.37">19267 11513 203 0,'0'0'22'16,"0"0"0"-16,0 0-13 15,0 0-3-15,0 0-4 0,0 0-8 16,0 0 4-16,0 0 7 16,9-22-5-16,-3 18 1 15,2 2-2-15,-2 0 2 16,2 1-2-16,-2 0 2 15,0 1-1-15,0 0 0 0,-1 0-1 16,2 6-1-16,-2 0 2 16,0 1-1-16,-2 1-1 15,4 0-3-15,-5 0 3 16,0 1 2-16,-1-2 0 16,1 0 0-16,-2-1 0 0,0 0-1 15,0-3 1-15,0-1-1 16,0 1-2-16,-2-3 4 15,1 0 1-15,-1 0 3 16,1-3-2-16,1-2 6 16,0-3-4-16,0-2 3 0,0 2-1 15,3-2 0-15,3-1-1 16,0 1-2-16,2 1-1 16,0 1 1-16,2 1 0 15,0 2 0-15,0 1-3 16,-2 3-1-16,1 0 1 15,-1 1-1-15,0 0 0 0,-1 3-1 16,-3 5 0-16,0 1 2 16,-2 0-3-16,0 1-1 15,-2 0 2-15,0 2-6 16,1-2-11-16,2-1-13 16,0 0-9-16,1-4-37 0,3-2-27 15</inkml:trace>
  <inkml:trace contextRef="#ctx0" brushRef="#br0" timeOffset="94257.32">19618 11511 200 0,'0'0'24'0,"0"0"-1"0,14-27-3 16,-13 18-6-16,-1 1-6 15,0 2 0-15,0-1-3 16,-1 2-1-16,-4 1-5 0,0 3 1 15,-3-1-1-15,0 2 2 16,0 0 0-16,-2 3 0 16,0 5 0-16,2 1 0 15,-1 1-4-15,2 0-2 0,3 3-3 16,0-3-1-16,2 0 2 16,2-2-4-16,0 0 3 15,1-1 2-15,4-4 7 16,2 0 0-16,0-1 0 15,1-2 1-15,2 0 3 0,0 0 0 16,-2-2-2-16,-1-4-1 16,1-1 1-16,-1 0 1 15,-3 0 0-15,0 0-1 16,-1 1 3-16,-2 2-1 16,0 0-1-16,0 1-1 15,-1 1 0-15,0 1-6 0,0 1 1 16,0 0-1-16,0 0-1 15,0 3 0-15,0 4 4 16,0 1 0-16,0 1 0 16,0 3 0-16,0 0 1 15,0 3 0-15,0 0-1 16,0 1 1-16,0 1 0 0,0 1 1 16,1-1-2-16,-1 1 0 15,1 0 0-15,-1 0 0 16,0 1 0-16,0 0 0 15,0-1 0-15,-1 0 0 16,-2 0 1-16,2-1-1 0,-2-2 0 16,0-2 1-16,0 0-1 15,1-3 0-15,-3-1 0 16,1-1-1-16,-2-3-2 16,1-2 1-16,-3 0 3 15,1-3-3-15,2 0 8 0,-2-3 0 16,3-5 2-16,0-2-2 15,2-2-2-15,-1-1 1 16,2 1-2-16,1-1-2 16,0-2-1-16,0 2 3 0,0-2-1 15,0 4-2-15,3-1 3 16,3-1-2-16,0 3-8 16,2-2-23-16,2-1-35 15,0 1-103-15</inkml:trace>
  <inkml:trace contextRef="#ctx0" brushRef="#br0" timeOffset="94794.65">19811 11289 147 0,'2'0'5'0,"1"-1"8"0,-1 1-1 0,-2-1 13 15,0 1 4-15,0 0-25 16,0 0-1-16,0 4 4 16,0 3 1-16,0 1-6 15,-2 2 0-15,1 0-1 0,-1 0-1 16,2 0-2-16,0 0-19 15,0-3-47-15,0-3-5 16</inkml:trace>
  <inkml:trace contextRef="#ctx0" brushRef="#br0" timeOffset="94980.13">19878 11305 73 0,'0'0'168'0,"0"0"-167"16,0 0-1-16,0 0 1 16,0 0-3-16,0 0 1 15,12 35 2-15,-12-22 0 16,0-1-28-16,0 0-73 16</inkml:trace>
  <inkml:trace contextRef="#ctx0" brushRef="#br0" timeOffset="98509.77">15547 12060 73 0,'0'0'24'0,"0"0"-11"0,0 0 5 0,0 0 3 0,0 0-5 16,0 0-4-16,0 0 0 16,0 0-9-16,0 0 5 15,0 0-3-15,0 0-2 0,0 0 0 16,0 0-3-16,5 0 1 15,4 0-1-15,0 1 0 16,3 1 0-16,3-2 0 16,2 2 0-16,2-1 0 15,3-1 0-15,2 0-1 0,2 0-2 16,2 0-2-16,1-1 0 16,-2-2 3-16,3-1-1 15,0 0 3-15,0 0 0 16,3 0 3-16,1 0-1 15,1 0 1-15,1 1 1 16,2-1 0-16,1 1-3 0,3 0-1 16,2 1 1-1,3 1-1-15,-1-1 0 0,3 0 0 16,1 1 0-16,-2-2-1 16,-1 1 1-16,2 0-1 0,-3-1 1 15,2 0 0-15,-2 2 0 16,2-2 0-16,2 0 0 15,-2 2 0-15,1-1 0 16,1 0 0-16,0 0 0 16,1 1 0-16,-2-1 0 15,-1 1 0-15,2-1 1 0,0 0-1 16,1 0 0-16,-2 2 0 16,3-1 1-16,-3-1-1 15,4 2 0-15,-1 0 0 16,0-1 1-16,0 1-1 0,-2 0 1 15,2 0-1-15,-2 0 0 16,-1 0 0-16,0 0 0 16,1-1 0-16,-1 1 0 15,-1-1 1-15,2-1 1 16,0 1 3-16,2 0-1 0,-3-2-3 16,3 2 0-16,-1-1 0 15,-2 1-1-15,2 0 0 16,0 1 1-16,-1 0-1 15,0 0 0-15,-1 0 0 16,-1 0 2-16,1 0-4 16,-1 0 4-16,0 0-2 0,1 0-2 15,1 0 2-15,-1-2 0 16,-1-1 0-16,-1 2 2 16,1-1-1-16,-4 0 9 15,1-1-2-15,0 1-5 16,-1 1-1-16,-3 0-2 0,0-1 1 15,-1 1-1-15,-3 1-1 16,0 0 1-16,-2 0 1 16,0 0-2-16,-3 0 2 15,0 0-1-15,-2 0 0 16,-1 0 0-16,-1 0 0 16,-1 0 1-16,-1 0-1 0,0-1-1 15,-2 1 1-15,-2-2 0 16,-1 2 0-16,-2-1 1 15,-2 0 0-15,-3 0 3 16,-2 1 2-16,-1-2 0 0,-2 1-3 16,-1 0-2-16,-1-2 0 15,-2 1-1-15,0-1 0 16,-1 1 0-16,1-1 0 16,-2-1 1-16,0-1-1 15,1 0 1-15,-1-2 0 16,0 0-1-16,2-1 0 0,-2-4 2 15,1 1 0-15,1-2 7 16,-1-1 4-16,2-2-4 16,-2-1-2-16,2 1-5 15,-2-2-1-15,3 1 2 0,-2-1-3 16,2 1 0 0,0-1 0-16,-1 0 2 0,0-2 0 15,-1 1 0-15,0-3 1 16,-1 1-2-16,1-3 1 15,-2-1-2-15,1 1 0 16,0-1 2-16,0 0-2 16,-2 2 0-16,-1 0 0 0,0 2 0 15,-1-1 1-15,0 3-1 16,0 0 2-16,-1 2 1 16,-2 0-1-16,-2 0 0 15,-1 2-1-15,2 2-3 0,-4 0 1 16,2 3 0-16,-1 0 3 15,2 2-1-15,-1 1-1 16,0 2 3-16,2 1 0 16,-1 0-4-16,1 2-2 15,-3 1 1-15,1 1 0 0,-1 0 2 16,-3 0 0-16,0 0-1 16,-5 3 2-16,0 1-2 15,0-1-1-15,-2 1 0 16,-4-1 5-16,0 0-2 0,-1 1 0 15,-2-1-1-15,-1-1 1 16,-2 0-2-16,-1 0 0 16,-2-1 2-16,-2 1-1 15,-2-1 0-15,0-1 0 16,-3 2 0-16,2-2 0 16,-1 3 0-16,1-1-2 0,-2 0-4 15,0-1-1-15,0 2 1 16,-1-3 1-16,-1 1 2 15,-2 0 2-15,1-1 0 16,-1 1-2-16,-1 0 4 16,-1-1-9-16,1 1 1 15,-3-1-2-15,1 1 0 0,1-1 0 16,-1 1 6-16,-2-1 1 16,1 1-4-16,-2 0 7 15,2 1-4-15,0 1 7 16,-2 0-4-16,1-1 1 0,1 1-1 15,1-1-1-15,-1 0 1 16,0 1 2-16,1 0-1 16,1 0-1-16,-3-1 0 15,1 1 0-15,0-1 0 16,0-1 1-16,-1 1-1 16,1 0 2-16,0-2-1 0,1 1 2 15,-1-1-2-15,0 0 2 16,1 0 1-16,-2 0 0 15,0 0-2-15,-1 0-1 16,0 0 0-16,-2 0 0 0,-1 0 1 16,2 0-2-16,-3 0 1 15,3 0-1-15,0 0 3 16,2 0-2-16,-1 0 0 16,1 0-1-16,2-1 1 15,-3-1-1-15,1 1 0 0,-1-1 1 16,2 1-1-16,-1-1 0 15,1 0 0-15,1 0-1 16,0-1 3-16,2 2-2 16,2-1 0-16,1-1 0 15,-1 2 0-15,0 0 0 0,0-1 0 16,0 0 0-16,0 2 0 16,1 0 0-16,0 0 0 15,-1 0 0-15,-1 0 0 16,1 0-1-16,0 0 1 15,2 0 0-15,0 0 0 16,-2 2 1-16,0 1-2 0,0-1 1 16,-2 1-1-16,1-1 1 15,0 1-1-15,1 1 0 16,1-1-2-16,-1 0 1 16,0 1-3-16,1-1-3 15,-2 1 0-15,2 0 0 0,2-1 4 16,-2 1 1-16,0-1 0 15,2 2 3-15,1-2-1 16,1 2 1-16,1-1 1 16,2 0-1-16,2 2 0 15,2-2 0-15,1 1 0 16,0-1 0-16,4 0 0 0,0 0-1 16,2-1 1-16,2 1-1 15,1 0 0-15,3 0 1 16,1-1 0-16,2 2 0 15,1-2 0-15,1 1 0 0,2-1 1 16,2 2 0-16,0-2-1 16,2 2 0-16,3-1 0 15,-1 2 0-15,1-2-1 16,0 3 0-16,1 0 1 16,0 2 1-16,-1 0-1 0,1 2 0 15,-1 1 0-15,1 0 0 16,-2 1 0-16,1 2 1 15,1-1-2-15,-1 2 1 16,1 0 0-16,-2 1 0 16,2 0 0-16,-2-1 0 0,1 2 0 15,-1-1 0 1,2 1 1-16,-2-2-1 0,1 2 0 16,1 0 0-16,-2 1 0 15,-1 0 0-15,2 1 0 16,0-1 0-16,1 1 0 15,0-1 0-15,0-1 0 0,0 0 0 16,0-1 0-16,0-1-3 16,0-1 1-16,3 0-1 15,-1-1-2-15,0 0 2 16,0 0 1-16,0-1 2 0,2 1 0 16,-2-2 0-16,1 1 0 15,1-3-1-15,0 1 1 16,2-2-2-16,-1 1 2 15,4-3-1-15,2 1 0 16,0-2 1-16,2 1 2 16,4-2 1-16,4 0 0 0,3-1-1 15,4-1 2-15,4-1 0 16,8-2-1-16,2 0-1 16,8 0-1-16,4 0-1 15,6-6-23-15,4-5-137 16</inkml:trace>
  <inkml:trace contextRef="#ctx0" brushRef="#br0" timeOffset="100040.16">20227 11521 57 0,'0'2'9'0,"0"-2"-9"0,0 0 3 0,0 3 10 16,0-1 0-16,2 0-6 0,-1 1-1 15,0 0-2-15,0-1 1 16,0 3-1-16,-1-3 0 15,1 2-3-15,1 0-1 16,-1-1 1-16,2-1-1 16,-1-1 1-16,0 1 0 15,1-2 0-15,1 0 6 0,0 0 5 16,3 0 9-16,2-5 7 16,1-3-3-16,4-2-11 15,4 0-8-15,3-5-2 16,6 0-3-16,4-3-1 0,4-3-11 15,0-4-109 1</inkml:trace>
  <inkml:trace contextRef="#ctx0" brushRef="#br0" timeOffset="119546.91">18607 12121 20 0,'0'-5'24'0,"0"-2"15"0,0 2-11 0,0 0 5 16,0-1-4-16,0-1-13 0,1 2-6 15,2 0-8-15,-2 0-1 16,2 0-5-16,2 1 4 16,-3 0 0-16,-1 2 0 15,3 0 1-15,-3-1-1 16,1 3 1-16,-1-1-1 0,-1 1 1 16,0 0 3-16,0 0-3 15,0 0-2-15,0 0-4 16,1 0-4-16,1 0 6 15,-1 0 3-15,1 0 1 16,2 3-1-16,-1 0 2 16,0 2 3-16,1-1 1 15,2 3-2-15,0 1 1 0,0 2-1 16,2 2 0-16,1 0 1 16,2 3-1-16,1 0 3 15,-1 1-3-15,3-1 0 16,-1 2 2-16,1-1 1 15,2 1-2-15,-3 1-2 0,3 1-2 16,-3-2 0-16,1 2 0 16,-1 0-1-16,-1-2 1 15,-1-1 0-15,-2-2-1 16,-2-1 0-16,0-2 0 0,-1-2 0 16,-1-1 2-1,-2-3-3-15,1-1 2 0,-3-1-1 16,0-2 0-16,-1 1 0 15,0-1-17-15,0-1-32 16,0 0-29-16</inkml:trace>
  <inkml:trace contextRef="#ctx0" brushRef="#br0" timeOffset="119826.1">18820 12431 69 0,'0'0'118'0,"0"0"-94"0,0 0-21 0,0 0 6 16,0 0-3-16,0 0 3 15,0 0-6-15,0 0 1 16,0 0 0-16,31 5-2 15,-23-3 0-15,1 0-1 0,1 1-1 16,0-2 0-16,1-1-14 16,0 0-50-16,-1 0-46 15</inkml:trace>
  <inkml:trace contextRef="#ctx0" brushRef="#br0" timeOffset="119989.22">18982 12369 297 0,'0'0'10'16,"0"0"-4"-16,0 0 1 16,0 0-8-16,0 0-8 15,0 0 3-15,0 0 3 0,-9 39-1 16,4-20-24-16,0 0-32 16,0 0-90-16</inkml:trace>
  <inkml:trace contextRef="#ctx0" brushRef="#br0" timeOffset="120686.78">19116 12623 264 0,'0'0'2'0,"0"0"1"0,0 0-2 0,0 0-1 0,0 0 0 16,-9 30 0-16,9-17 1 15,0 0 0-15,1 3-1 16,5-1 2-16,1 0-2 0,2 0 1 16,-1-3-2-16,2-1 1 15,2-2 0-15,-1-1 0 16,0-3-2-16,0-2 0 16,2 0-3-16,1-3-1 15,-2 0 3-15,1-3-1 0,-1-7 0 16,1-1 1-16,-1-3 5 15,-2-2 0-15,-3-1 3 16,-1 1 6-16,-1 0-8 16,-2 3 1-16,0 3 5 15,-2 1 4-15,-1 6 2 0,1 1 2 16,0 1-4-16,0 1-11 16,1 1-6-16,0 6 2 15,1 2 4-15,2 3 0 16,0 1-2-16,3 0-2 15,1-1-9-15,1-1-14 16,1-2-23-16,2-4-38 0,0-4-65 16</inkml:trace>
  <inkml:trace contextRef="#ctx0" brushRef="#br0" timeOffset="121077.58">19561 12614 210 0,'0'0'1'16,"0"0"6"-16,0 0 2 0,0 0-2 0,0 0-4 0,0 0 1 15,0 0-4-15,0 0 2 16,-31-14-2-16,23 21 0 16,4 1 1-16,-1 3-1 15,1-1-1-15,3 1 1 16,1-2-2-16,0 1-1 0,0-2 1 15,3 0 0 1,6-2 0-16,-1-1 5 0,2-1 0 16,-1 1 1-16,1-2-1 15,0-1 0-15,-2 2-2 16,0-1 0-16,-1 0 0 16,-1 2-1-16,-3 0 1 0,-2-1-2 15,-1 2-1-15,0 0 4 16,-3-1-1-16,-4 1 0 15,-3 0-1-15,0-1 1 16,-2 0-2-16,-1-1-11 16,2 0-21-16,2-4-3 15,2 0-15-15</inkml:trace>
  <inkml:trace contextRef="#ctx0" brushRef="#br0" timeOffset="121290.96">19576 12641 223 0,'0'0'3'15,"0"0"2"-15,0 0-5 0,0 0-5 16,0 0 1-16,0 0 0 16,-31 32 4-16,22-16 1 15,0 1-1-15,0 1 2 16,0-2-2-16,2 1-10 15,1-4-59-15,3-5-21 16</inkml:trace>
  <inkml:trace contextRef="#ctx0" brushRef="#br0" timeOffset="121683.23">19684 12706 146 0,'0'0'-24'0,"0"0"22"15,0 0 3-15,0 0-1 16,0 0 3-16,27-7 2 0,-20 2 19 16,-1 0 7-16,-1-1-10 15,0-1-5-15,-1 0-6 16,0-1-2-16,0 0-3 15,-3 1 3-15,-1 0 2 0,0 2-4 16,0 0 2-16,-1 2-6 16,-4 2 5-16,0 1-7 15,-3 0 0-15,1 4 1 16,0 5 1-16,-1 1-1 16,2 3-1-16,2 0 0 15,3 1 1-15,1-2-1 0,0 0 1 16,1-1-1-16,9-2-3 15,0-1 0-15,4-1-11 16,3-5-23-16,1-2-78 16</inkml:trace>
  <inkml:trace contextRef="#ctx0" brushRef="#br0" timeOffset="122159.04">20102 12728 113 0,'0'0'10'0,"0"0"15"16,0 0 4-16,0 0-1 0,0 0-10 15,0 0-3-15,0 0-3 16,26-29 3-16,-22 19 2 16,2 0-2-16,-2 0-3 0,1 0-2 15,-3 0-3-15,1 1-2 16,-1 0-3-16,-2 0 0 16,1 2 0-16,-1 2 0 15,0 0-2-15,0 3 0 0,0-1-1 16,0 3 1-16,0 0-5 15,0 0-7-15,2 4-1 16,-1 2 10-16,2 2 6 16,1 3-1-16,-1-1-2 15,0 2 1-15,1-2 0 16,2 0-1-16,-2-2 0 0,2 1-2 16,0-4-3-16,0-1-2 15,1-2-3-15,-1-2-13 16,2 0-2-16,-2-3-40 15,-2-5-69-15</inkml:trace>
  <inkml:trace contextRef="#ctx0" brushRef="#br0" timeOffset="122309.64">20147 12497 90 0,'0'0'101'0,"0"0"-106"15,0 0 8-15,0 0-4 16,0 0-42-16,0 0-20 16</inkml:trace>
  <inkml:trace contextRef="#ctx0" brushRef="#br0" timeOffset="122586.28">20302 12494 217 0,'0'0'6'16,"0"0"-6"-16,0 0 0 16,0 0 1-16,0 0 6 15,2 31 1-15,0-18 1 0,0 2-5 16,3 0-3-16,-3 0 1 15,1 2-2-15,2-4 1 16,-3 0-1-16,1-1 0 16,-1-1-3-16,1-2-12 15,-2-1-25-15,-1-5-45 0</inkml:trace>
  <inkml:trace contextRef="#ctx0" brushRef="#br0" timeOffset="122785.89">20323 12621 167 0,'0'0'16'0,"0"0"-14"16,28-2-1-16,-15-2-2 15,1-1-31-15</inkml:trace>
  <inkml:trace contextRef="#ctx0" brushRef="#br0" timeOffset="133033.28">19344 12431 136 0,'-5'-2'8'0,"0"-1"14"0,-2 0-5 16,3 0-10-16,-2 1-1 15,1 0-1-15,0-1 5 0,0 0 3 16,-1 0-2-16,0 1-4 16,-2 0-4-16,1 0-1 15,-1 1-1-15,1-1-5 16,-2 1-1-16,-1 1 3 16,1 0-3-16,-1 0 4 0,-1 0-1 15,-1 0 1-15,-1 0 1 16,0 3-1-16,-2-1 1 15,-2 1 0-15,-1 0-1 16,-2 2 1-16,1 0 0 16,-4 0 1-16,0 3-2 0,0-1 1 15,1 3 1-15,1 1-1 16,-1-1 1-16,0 2-1 16,4 1 0-16,-1 0 1 15,1 2-1-15,3 2 2 0,-3-1-2 16,1 1 1-16,2 0 4 15,0-1-1-15,3 0-1 16,1 1 0-16,2-1-1 16,3-1-1-16,2 2-1 15,0 1 0-15,3 0 0 16,0 0 0-16,1 1 0 16,0 0 0-16,0-1-1 0,4 0 1 15,3 0-1-15,2 1 1 16,1 0-1-16,4 1-1 15,3 3 0-15,1-2 3 16,4 2-1-16,2-1-2 16,4 0 1-16,1 0-1 0,4-2 0 15,3 1 1-15,3-3 0 16,0 3 3-16,4-2-2 16,0 1 1-16,3-1-2 15,2-1-7-15,3-2 2 0,3-2 4 16,4-2 0-16,3-4 5 15,1-1 2-15,2-2-1 16,2-1 12-16,1-2-4 16,0-2 0-16,0 0 6 15,0 0-6-15,2-2-6 16,0-5-5-16,-3-1 0 0,1-1 0 16,-4-5 0-16,1 0-1 15,-3-3 1-15,0-3-1 16,0 0 1-16,-4-3-1 15,0 0 0-15,-5-5 0 16,-2 0 2-16,-6-2-2 0,-4-1 0 16,-8-2 1-16,-5 0-1 15,-8 0 2-15,-7 0 0 16,-6-2 3-16,-6 1 5 16,-2 0 2-16,-10-2 0 15,-7 1-5-15,-5-1-3 0,-5 3-3 16,-7 0-1-16,-3 2 1 15,-5 2 3-15,-2 2-3 16,-5 2 5-16,-5 2-3 16,-4 1-4-16,-4 4 2 15,-5 3 2-15,-6 2-1 16,-4 5 0-16,-4 3-2 0,-6 5 0 16,-5 0-3-16,-4 3-8 15,-4 10-11-15,-6 4-10 16,-3 4-11-16,0 4-53 15,-4 1-90-15</inkml:trace>
  <inkml:trace contextRef="#ctx0" brushRef="#br0" timeOffset="133951.78">20856 12501 86 0,'0'1'0'0,"0"1"-3"0,-1 0 3 0,0-1 1 15,-1 2 2-15,1-1 2 16,-1 0 3-16,2 1 1 16,0 0-2-16,-2-1 1 15,2 0-2-15,0 0-2 0,0-1-2 16,0 1-1-16,2-2 1 16,1 0 12-16,2 0 19 15,2-2 3-15,4-5-1 16,3-3-10-16,5-3-8 15,7-3-4-15,8-4-4 16,6-4-8-16,7-5 2 0,5-6-7 16,2-3-42-16,0-5-192 15</inkml:trace>
  <inkml:trace contextRef="#ctx0" brushRef="#br0" timeOffset="196763.53">12676 8846 35 0,'0'0'6'0,"0"0"-1"0,0 0-4 0,0 0 3 16,0 0 4-16,0 0-5 0,0 0 1 15,0 0-1-15,0 0-10 16,0 0 2-16,0 0 18 16,0-7-11-16,-4 7 0 15,3 0 1-15,-1 0 5 16,2 0-1-16,0 0 0 15,-2 0-3-15,2 1-1 16,0 0-3-16,0 0-3 0,0 3 3 16,0-1-1-16,0 3 0 15,2 0 0-15,0 2 0 16,-1 2 2-16,3 2 1 16,-4 4 3-16,1 3 0 0,1 4-2 15,-2 3 4-15,4 5-2 16,-1 2-3-16,0 2 3 15,-1 5-4-15,0 2 0 16,1 1 2-16,-2 5-2 16,-1-1 3-16,0 0-2 15,0-2 2-15,0-1 0 0,0-2 0 16,0-3-1-16,-3-1 1 16,1-1 1-16,0-1 1 15,-1-3 0-15,2-2-5 16,-1-4 1-16,1-2-1 0,1-4 0 15,0 2-1-15,0-6 0 16,0-1 0-16,0-1 2 16,0-2 0-16,-2-3 5 15,0 1-1-15,2-2-1 16,-2-1-3-16,2-1 1 0,-1-1 0 16,1-1-4-16,-4-3-11 15,1 1-33-15,-2-3-33 16</inkml:trace>
  <inkml:trace contextRef="#ctx0" brushRef="#br0" timeOffset="197597.25">12547 9846 9 0,'0'0'74'0,"0"0"-73"0,0 0-3 0,0 0 4 0,0 0 2 15,0 0 4-15,0 0-2 16,0 0 0-16,0 0-2 15,0 0 0-15,28 25 4 16,-24-17-4-16,0-1 1 0,-1 0-2 16,1 1-2-16,1-1 1 15,-3 2-2-15,1-2 3 16,2 1 1-16,-3-1-1 16,1 1 0-16,2-1-1 0,-3-1-2 15,1-1 3-15,1-1-1 16,-3 0-1-16,2-2 4 15,-1 0-7-15,2 1 5 16,-3-2 1-16,1 0 0 16,-1-1-2-16,-1 0 9 15,1 0-6-15,-1 0 1 16,1 0 1-16,0 0-1 0,-1 0-2 16,3 0-2-16,-2 0 3 15,2-5-2-15,1 2 0 16,1-5 0-16,2-2 0 15,-1-4 0-15,3-3 1 0,2-4-1 16,1-3 2-16,3-5-2 16,2-3-1-16,7-5 1 15,1-1-2-15,3-6 2 16,1-4-86-16</inkml:trace>
  <inkml:trace contextRef="#ctx0" brushRef="#br0" timeOffset="207003.35">20242 11533 42 0,'0'0'24'0,"0"0"-11"0,0 0-7 0,0 0-4 16,0 0 2-16,0 0-1 15,0 0 4-15,0 0 12 16,0 0-2-16,0 0-7 0,0 0-4 16,0 0-5-16,0 0-2 15,0 0-1-15,0 0 0 16,0 0 1-16,0 0-2 15,0 0 2-15,0 1 1 16,1 1 0-16,0 0 1 16,-1-2 0-16,2 3 0 0,-1 0-1 15,0-1 0-15,2 0 0 16,-2-1 0-16,1 1 0 16,0 1 0-16,0-1 0 15,1 0 0-15,-2 1 0 0,0-1 0 16,0 1 0-16,1-1 0 15,-1 1-1 1,0 0 2-16,2-1-1 0,-2-1 0 16,0 1 0-16,0 0 0 15,0-2-1-15,1 0 0 16,0 0-2-16,1 0 1 0,-2 0 3 16,1 0 3-16,1 0 1 15,-2 0-3-15,2 0 1 16,-3 0-1-16,3 0-1 15,-2 0 0-15,2-2-1 16,2 0 1-16,-2 0-1 0,4-2 1 16,-1 0-1-16,2-2 1 15,1-1-1-15,0 0 0 16,2-2 0-16,-1 1 0 16,1-2 3-16,1-1 10 15,3-2-1-15,-1 1-1 0,4-2-3 16,-3 1-1-16,1-2-4 15,-1 4 2-15,-1 0-3 16,-2 2-1-16,-2 2 0 16,-2 0-1-16,1 2 1 15,-2 0-1-15,1 2 2 0,-2 1-2 16,0-1 0-16,-1 2-2 16,-1 1-16-16,-2 0-27 15,-1 0-21-15</inkml:trace>
  <inkml:trace contextRef="#ctx0" brushRef="#br0" timeOffset="212123.78">20389 11735 36 0,'0'0'10'0,"0"0"-3"0,0 0 6 0,0 0 2 16,0-2-2-16,0 0 0 16,0 0 3-16,0-1 5 0,0 1-5 15,0-1-9 1,0 1-2-16,0-1-3 0,0 1-1 16,0-1-1-16,0-1-1 15,0 1 0-15,1-2 0 16,4 0 2-16,-1 1-1 15,2-2 2-15,-1 0 1 0,5-1 1 16,-1 1-2-16,2-1-1 16,1-1-1-16,4 3 0 15,-2-3 1-15,3 1-1 16,-2-1 0-16,1 2 0 16,1-1 0-16,0 0 0 0,1 1 1 15,2-2 2-15,1 2-2 16,0 0 0-16,0 0 0 15,2 0-1-15,-1 0 0 16,3-1 0-16,-2 2-1 16,0 0 2-16,1 0 1 0,1 2-2 15,-1-1 1-15,3-1 1 16,-3 2 0-16,2 1 0 16,0 0 0-16,-1 1 2 15,0 0-2-15,0-1 0 16,0 2-1-16,-4 0-1 15,0-2 0-15,0 2 1 0,-2-1 0 16,-3 1-1-16,2-1 1 16,-2 1-1-16,-2 0 1 15,-1 0-1-15,-3 0 0 16,-1-1 1-16,0 0-3 16,-3 0-13-16,-2-2-36 15,-1-2-42-15</inkml:trace>
  <inkml:trace contextRef="#ctx0" brushRef="#br0" timeOffset="212792.01">21179 11389 15 0,'0'0'19'16,"0"0"10"-16,0 0-3 0,0 0-6 0,0 0 1 16,0 0 12-16,0 0-9 15,0 0-10-15,0 0-4 16,0 0-6-16,0 0-4 0,0 0-2 16,0 0 0-16,2 4 0 15,-1-2 1-15,1 2 2 16,2 0-1-16,0 0-3 15,0 3 2-15,2-2-2 0,1 1 1 16,0 1 1-16,2 1 0 16,-1 1 1-16,2-1 0 15,-4 2 0-15,1-1 0 16,-2 0 0-16,-1 1 0 16,-1-2-5-16,-3 2 3 0,0 0 7 15,0 3 4-15,-7 0-3 16,-7 2-3-16,-7 6-11 15,-9 1-41-15,-13 3-102 16</inkml:trace>
  <inkml:trace contextRef="#ctx0" brushRef="#br0" timeOffset="-202876.62">14845 2725 129 0,'0'1'1'0,"0"2"-4"0,0 1 0 0,0 3 1 15,0 1 3-15,0 2-1 16,-2 3 3-16,-1 3 3 15,0-1-1-15,0 4-1 16,0 0 0-16,-1 1-1 0,1 0 0 16,2-2 1-16,-1 0 0 15,2-3-1-15,-2-1 1 16,0 0-2-16,-1-2-8 16,-3-2-21-16,2-2-23 15</inkml:trace>
  <inkml:trace contextRef="#ctx0" brushRef="#br0" timeOffset="-202407.28">14752 2751 199 0,'0'0'4'0,"0"0"-7"0,0 0-9 16,0 0 11-16,0 0-2 15,0 0 2-15,35 41 0 16,-21-21 1-16,1 0 0 16,3 3 1-16,1-1 1 15,0-1-1-15,0 0 1 0,0-2 0 16,0-3 0-16,-1-1-1 15,-2-3 2-15,0-1-3 16,-2-4 0-16,0-1 0 16,-1-2 2-16,-2-3-2 15,-1-1 2-15,-5 0 4 0,1-1 2 16,-2-7 9-16,1-2 10 16,-3-4-8-16,0-1-7 15,0-6-2-15,-1-2 1 16,0 0-1-16,-1-4 1 15,0 3-8-15,0 1-1 0,0 4 0 16,0 4-2-16,0 5 1 16,2 4-2-16,0 4-12 15,0 2-74-15,-1 0-48 16</inkml:trace>
  <inkml:trace contextRef="#ctx0" brushRef="#br0" timeOffset="-201902.08">15310 2901 216 0,'0'0'0'0,"0"0"-10"15,0 0 8-15,0 0 0 0,-16 35 1 0,11-24 1 16,0 1 1-16,2 0-1 16,1 0 0-16,2-1 0 0,0-3 0 15,0 1-1-15,2-2 1 16,6-1-2-16,0-3-1 15,2 0 0-15,2-3 8 16,0 0-5-16,1 0 3 16,2-3 2-16,-2-4-1 0,0-2-3 15,-2-1 0-15,-2-1 0 16,-3 0 0-16,-3-1 2 16,-1 0 11-16,-2-2 3 15,0 3-1-15,-3-1-9 16,-5 0 3-16,-1 2-2 15,-1 2-4-15,0 1 0 0,0 4-3 16,-1 2-1-16,-1 1-3 16,0 3-2-16,0 7-10 15,2 1-17-15,1 2-29 16,2-4-32-16</inkml:trace>
  <inkml:trace contextRef="#ctx0" brushRef="#br0" timeOffset="-201239.31">15513 2662 99 0,'0'0'145'0,"0"0"-142"0,0 0-14 0,0 0 11 16,0 0-1-16,4 34-2 0,-1-19 2 16,2 3 1-16,-1 1 1 15,2 1-1-15,-3 1 2 16,1-1-2-16,1 0-2 15,-3-2 1-15,1 1-1 16,0-2-1-16,-1-2-2 16,-2 0 2-16,1-4 2 0,-1-1 1 15,0-3-1-15,0-1 1 16,0-2 0-16,0-3 0 16,0 1 0-16,0-2 2 15,1 0 8-15,-1-6 2 16,2-3-18-16,-1-1 4 0,1-1 5 15,1-1-2-15,-1 2-3 16,1 1-1-16,2 2 11 16,0 0-4-16,0 2-2 15,2 2 1-15,0 1-2 16,1 1-1-16,0 1 1 0,2 0-1 16,2 0 0-16,0 0 1 15,2 4-1-15,-1 2 0 16,-2 0 0-16,1 2-1 15,-3 0 0-15,-2 1 0 16,-3-1-6-16,-2 1-11 0,-2-1 4 16,-3 0 11-16,-7-3-1 15,-4 2 8-15,0-2-1 16,-2-2 4-16,-1 0 5 16,2 2-9-16,1-3-3 15,3 1-2-15,2-3-44 0</inkml:trace>
  <inkml:trace contextRef="#ctx0" brushRef="#br0" timeOffset="-200791.57">15821 2907 103 0,'0'0'17'0,"0"0"-3"0,0 0 9 0,0 0 3 0,30 7-16 15,-22-7-2-15,0 0-3 16,-1-1-2-16,0-5 0 16,0 0-1-16,-1-2-2 15,-1 1-1-15,-2-2 0 0,-2 0 1 16,-1 3 1-16,0 0-1 15,0 2-2-15,-2-1 4 16,-2 3 14-16,-2 2-7 16,-2 0-8-16,0 2-3 0,0 6 0 15,-1 1-2-15,1 4 4 16,2 0-3-16,0 0 2 16,3 0 5-16,2-1-3 15,1-2 2-15,0-1-1 16,7-2-1-16,3 0 0 0,3-3 4 15,2 0 2-15,3-4-1 16,4 0-2-16,-1 0-3 16,1 0-14-16,-2-5-34 15,-1-5-97-15</inkml:trace>
  <inkml:trace contextRef="#ctx0" brushRef="#br0" timeOffset="-200459.85">16058 2564 235 0,'0'0'0'0,"0"0"3"0,0 0-12 0,0 0 8 16,-3 32-1-16,3-14-3 16,0 2 6-16,3 2 0 15,2 2-1-15,1 3 1 0,0-1 1 16,1 0-1-16,-2 2 0 16,1 0 2-16,-1 0-3 15,-1-1-6-15,0 1-15 16,0-4-21-16,1-5-11 15,0-4-34-15</inkml:trace>
  <inkml:trace contextRef="#ctx0" brushRef="#br0" timeOffset="-200143.74">16507 2772 124 0,'0'0'21'0,"0"0"-19"16,13 29 2-16,-7-15 7 15,-1 3 0-15,2 3-5 16,-1 1 0-16,0 2-2 15,0 1-2-15,-2 0 0 0,-1 0 0 16,0-3 1-16,-3 1-3 16,0-3-7-16,0-3-18 15,0-2 0-15,-5-6-2 16,2-3-3-16,-2-4-38 16</inkml:trace>
  <inkml:trace contextRef="#ctx0" brushRef="#br0" timeOffset="-199814.93">16553 2855 176 0,'0'0'-2'0,"3"-33"17"15,-1 20 17-15,0 3-15 16,3 2-3-16,0 3-9 16,4 0-3-16,0 3-2 15,2 0 0-15,2 2-1 16,0 0 1-16,2 0-1 0,-3 1 1 15,1 5-2-15,2 1-1 16,-3 1-1-16,-1 3 1 16,-1-1 0-16,-1 1 1 15,-1 0 4-15,-2-1-3 16,-1-2-2-16,-2 0 2 16,-3-1-1-16,0-2-2 0,-2 1 2 15,-8 0 5-15,-3 0 4 16,-3 1-2-16,-3 3-5 15,0-2-5-15,-1 0-19 16,3 0-32-16,2-4-9 16</inkml:trace>
  <inkml:trace contextRef="#ctx0" brushRef="#br0" timeOffset="-199345.07">16811 2787 102 0,'0'0'61'0,"0"0"-58"16,35-6 6-16,-22 6 3 0,0 0-6 15,1 0-3-15,-2 0-1 16,0 6-2-16,0 1 0 15,-1 4 0-15,-2-1-3 16,0 4-2-16,-3-1 4 0,-1 0 3 16,-1-1-1-16,-2-1-1 15,2-2 1 1,-4-2 1-16,0-1-5 0,0-1-2 16,-2-2 4-16,-5 2 2 15,-1-3 7-15,1-1-3 0,-1-1 1 16,-1 0 12-16,2-1 5 15,3-6-1-15,-1 0 2 16,2-2-9-16,1-3-5 16,2 0-7-16,0-1-4 15,0 1 12-15,8-1-9 16,1 2-1-16,0 3-2 0,5 1-1 16,0 1-11-16,2 2-12 15,0 1-24-15,1 1-11 16,0 0-14-16,-1 2-28 15</inkml:trace>
  <inkml:trace contextRef="#ctx0" brushRef="#br0" timeOffset="-199145.66">17168 2794 79 0,'0'0'10'0,"0"0"9"15,0 0-2-15,0 0-2 0,0 0 5 16,8 36-3-16,-8-23-5 15,0 0-5-15,0 1-1 16,0-1-3-16,0-2 0 16,0 0 0-16,3-2-1 15,0-2 1-15,3-2-6 16,1-3-21-16,-1-2-39 0</inkml:trace>
  <inkml:trace contextRef="#ctx0" brushRef="#br0" timeOffset="-198973.89">17196 2711 305 0,'0'0'-7'0,"0"0"13"16,0 0-1-16,0 0-5 0,0 0-14 15,0 0-64-15,0 0 14 16,0 0-44-16</inkml:trace>
  <inkml:trace contextRef="#ctx0" brushRef="#br0" timeOffset="-198351.89">17261 2777 66 0,'0'0'188'15,"0"0"-164"-15,0 0-7 16,0 0-8-16,0 0-2 16,0 0-5-16,0 0-3 0,0 0 2 15,9 0-1-15,1 0-1 16,0 0 0-16,2 0 0 15,2 0 1-15,0 0-2 16,0 2 2-16,-2 4-2 16,-2 3-1-16,-1 2-6 0,-3 1 1 15,-5 3-8-15,-1 2 5 16,0-1 5-16,0 1 4 16,-5-3 0-16,-1 1 3 15,-1-3-1-15,1-1 0 16,3-1-1-16,0 0-6 0,2-3-11 15,1-2-3-15,0 0 8 16,0-1-14-16,5 0 25 16,2-1 6-16,2 1 9 15,1-1 12-15,0 3-7 16,2 0-7-16,-1 2-5 16,1 0-3-16,1 2-2 0,-3 0-1 15,-1-1 1-15,-1 0-1 16,-3-1 0-16,-2-1 1 15,-3 0-2-15,0-1 0 16,-2 2 1-16,-5-1 5 16,-4-1-1-16,-4 1 0 0,-1-2-2 15,-1 0 5-15,2 0-4 16,0-1 0-16,1-1-2 16,3-2 2-16,0-1-2 15,2 0-10-15,1-1-34 0,4-11-83 16</inkml:trace>
  <inkml:trace contextRef="#ctx0" brushRef="#br0" timeOffset="-197801.9">17548 2900 128 0,'0'0'5'0,"0"0"7"0,29-4 6 0,-19 4-2 0,-1-3-8 16,1 0-6-16,0 1 0 15,0-3-1-15,-2 0 0 16,2-3-3-16,-2 1-3 16,-1-1-3-16,-1-2 6 15,0 0 1-15,-2 2 2 16,-2 0-1-16,-1-2 3 0,-1 3 10 15,0 1 4-15,0 1 2 16,-2-1 2-16,-2 2-1 16,-2 4-14-16,-2 0-10 15,-1 0 2-15,-1 0-3 0,-2 2 2 16,-1 4 3-16,2 0 0 16,2 1-3-16,2 3 2 15,0-1 0-15,0 1 1 16,2 1 0-16,2 0-1 15,0 0 1-15,2 1-1 16,0 0 0-16,1-2 1 16,0-2-1-16,0 1-1 0,1-3 1 15,3 1 0-15,1-2 1 16,0 0 4-16,2 0-3 16,1 0 0-16,1-1 1 15,-2-2 0-15,3 0-1 0,3 0 1 16,-1-2 1-16,2 0-2 15,3 0 1-15,3-2 0 16,1-3-2-16,0-5-24 16,1-6-102-16</inkml:trace>
  <inkml:trace contextRef="#ctx0" brushRef="#br0" timeOffset="-194588.31">18003 2849 89 0,'0'0'27'0,"0"0"3"0,0 0-11 0,0 0-16 0,0 0-1 16,0 0-1-16,0 0-1 16,0 0-1-16,0 0-1 15,31-2 2-15,-22 2 0 0,2 2 0 16,3-1 0-16,3 1-1 15,3-1 0-15,0-1 2 16,4 0 2-16,2 2 1 16,1-2 4-16,1 0 2 15,1 0 1-15,-2 0 0 16,1 0-1-16,1-2-3 0,0-1 1 16,-3 0 0-16,1 0-3 15,-1 1-2-15,0 2-3 16,-4 0 0-16,-2-2-15 15,-6 0-92-15</inkml:trace>
  <inkml:trace contextRef="#ctx0" brushRef="#br0" timeOffset="-192914.39">19183 2729 126 0,'3'9'8'0,"1"1"-8"0,1 3 0 15,0 4 2-15,1 2-1 16,0 3 0-16,2 1-1 15,-5-1 1-15,4 0-1 0,-3-3 1 16,-1 0-1-16,1-4 0 16,-3-1-5-16,-1-5-11 15,0-2-17-15</inkml:trace>
  <inkml:trace contextRef="#ctx0" brushRef="#br0" timeOffset="-192563.92">19189 2736 182 0,'0'0'8'0,"0"0"13"15,0 0-5-15,0 0-8 16,33-24-7-16,-23 23 0 15,0 1 0-15,2 0-1 0,0 1-1 16,2 4 1-16,-2 3 0 16,-1 1-1-16,-1 3-4 15,-1-1-3-15,-4 1 2 16,0 0-2-16,-3 0-2 16,-2-3 3-16,0-1 1 0,0-1 5 15,-7-2-5-15,-3-1 9 16,-3 0 2-16,-1 1-1 15,-3-2 3-15,-1 1-17 16,3-3-59-16,-1-1-50 16</inkml:trace>
  <inkml:trace contextRef="#ctx0" brushRef="#br0" timeOffset="-192045.9">19347 2571 236 0,'0'0'4'0,"0"0"0"16,0 0-4-16,0 0-1 15,0 0 0-15,0 0 0 16,31 39-1-16,-25-21 2 15,-1 1 0-15,2 1 0 16,-4-1-1-16,2 0 0 0,-3-2-1 16,1-1-1-16,-1-1 2 15,-2-2-2-15,0 0-1 16,0-3 2-16,0 0 3 16,0-1 1-16,0-2-2 15,0-2-4-15,0-1-11 0,-2-3 7 16,2-1-4-16,0 0 13 15,0-3 2-15,0-7 2 16,0 0-2-16,4-1 2 16,1-1 4-16,3-1-5 15,-1 2 5-15,1 2 0 16,2 1 0-16,1 3-2 0,0 1-2 16,2 3-1-16,0 1 1 15,0 0-5-15,3 1 0 16,-3 6 1-16,2 3-1 15,0-2 0-15,-1 2 0 16,-2 2 1-16,0-1-2 0,-1 2-12 16,-4-2-16-16,0-3-49 15</inkml:trace>
  <inkml:trace contextRef="#ctx0" brushRef="#br0" timeOffset="-191099.18">19707 2730 243 0,'0'0'7'0,"0"0"0"0,0 0-15 0,0 0 4 16,0 0 6-16,0 0-4 15,0 0 2-15,13 31 2 16,-9-23-2-16,2 0-5 15,2-2 6-15,0-2 1 0,0 0 0 16,3-3-6-16,-1-1 0 16,1 0 2-16,-1-3 1 15,0-2 3-15,0-2-2 16,-1-2 2-16,-1 0 3 16,-1-1 3-16,0-1-4 0,-2 3-2 15,1 0 0-15,-3 2-1 16,1 1 1-16,-1 2-1 15,-1 2 0-15,0 1-1 16,2 0-1-16,1 5 0 16,-1 4-2-16,2 5 0 15,0 2 2-15,1 6 1 0,1 2 1 16,0 1-1-16,-1 3 0 16,0 0 1-16,1-2-1 15,-4 0 0-15,1-2 0 16,-3-2 0-16,-1-2 2 15,-1-4-4-15,0-1 0 0,-2-2 3 16,-4-3-3-16,-1-2 2 16,0-1 0-16,-1-4-2 15,0-1 7-15,2-2-7 16,0 0 11-16,2-9-3 16,0-3 1-16,1-2-1 0,2-4 0 15,0 0 0-15,1-4 0 16,0 1-3-16,0-2 0 15,0 1 1-15,3-1 1 16,3 0 0-16,0 1-3 16,3 1-1-16,2 1 0 15,0-1-1-15,0 1 3 0,2 3-3 16,-2-1 0-16,-1 5 0 16,-3 0 0-16,-2 2 0 15,-1 4 0-15,-3 0 1 16,0 4-1-16,-1 1 2 0,0 0-1 15,0 2-5-15,0 0 1 16,0 0-9-16,-1 5 13 16,-1 2-1-16,1 1 1 15,1 1-2-15,0 0-4 16,0 1 2-16,5-1 2 0,2 0-1 16,1 1 1-16,3 0 2 15,-1-1-1-15,1-1 1 16,-1 2-1-16,1-4 0 15,-2 1 1-15,-1 0-1 16,-2-2 0-16,-2 1 0 0,-1-3 0 16,-3 1-1-16,0-1-1 15,0 2-1-15,-5-2-1 16,-1-1 4-16,-1 3-2 16,-1-2 5-16,0 0-4 15,-1 0 3-15,0-2-19 16,2 1-22-16,1-2-56 0</inkml:trace>
  <inkml:trace contextRef="#ctx0" brushRef="#br0" timeOffset="-190907.08">20112 2734 155 0,'0'0'97'15,"0"0"-88"-15,0 0-8 0,0 0 1 0,28 9-2 0,-20-1 0 16,0 5 0-16,1 0 0 16,-3 1 0-16,-1 1 0 15,-1-2-27-15,-2-5-60 16</inkml:trace>
  <inkml:trace contextRef="#ctx0" brushRef="#br0" timeOffset="-190742.84">20190 2624 266 0,'0'0'-30'0,"0"0"29"16,0 0-12-16,0 0-63 15,0 0-1-15</inkml:trace>
  <inkml:trace contextRef="#ctx0" brushRef="#br0" timeOffset="-190458.33">20373 2693 275 0,'0'0'-6'0,"0"0"7"0,0 0 3 16,0 0-4-16,0 0 1 15,0 0 6-15,0 0-10 16,9-18-11-16,-18 23 15 16,0 3-5-16,-1 1 7 0,-1 4-1 15,3-3-2-15,3 1 1 16,2 1 0-16,3-4 0 16,0 2-3-16,1-2-1 15,7 1 4-15,2-1-2 16,4-2-5-16,2 0-8 0,1-2-22 15,2-4-45-15</inkml:trace>
  <inkml:trace contextRef="#ctx0" brushRef="#br0" timeOffset="-190095.62">20645 2617 182 0,'0'0'6'0,"0"0"2"0,0 0-6 16,-36 3-1-16,28 4-1 15,-1 3 0-15,2 0 0 16,3 0-1-16,-1 2 1 16,4-1-2-16,0-1 2 15,1 1-3-15,0-1-2 16,4-2 0-16,4 1 10 0,2-1-2 15,1 0 2-15,0 1-1 16,1-1-2-16,-2 0-1 16,-2-1-1-16,-1 0 1 15,-2-1-1-15,-4-1 0 16,-1 0 0-16,0 0-2 0,-7-2 5 16,-3 2 2-16,-5-2-4 15,-1 1 1-15,-2-1-4 16,2-3-48-16,2 0-38 15</inkml:trace>
  <inkml:trace contextRef="#ctx0" brushRef="#br0" timeOffset="-189931.33">20592 2683 267 0,'0'0'7'15,"0"0"-5"-15,0 0-11 16,0 0 8-16,0 0-4 15,0 38 3-15,0-21 2 16,0 4-23-16,-1-2-28 16,1-3-35-16</inkml:trace>
  <inkml:trace contextRef="#ctx0" brushRef="#br0" timeOffset="-189610.58">21192 2579 280 0,'0'0'-3'15,"0"0"-3"-15,0 0 5 16,9 37 0-16,-8-19 1 16,2 1 0-16,-1 3 0 15,-1-2 1-15,0-1-2 0,-1-2-3 16,0 0-11-16,-3-4-7 16,-2 0-18-16,-3-2-8 15,-1-4 18-15,0-2-11 16</inkml:trace>
  <inkml:trace contextRef="#ctx0" brushRef="#br0" timeOffset="-189297.9">21130 2547 222 0,'0'0'-18'0,"0"0"33"16,16-27-3-16,-7 20 0 15,1 2-5-15,2 1-2 16,2 1-4-16,-3 2-1 0,2 1 1 16,2 0-1-16,-1 0-1 15,-1 5 1-15,0 2-1 16,-2 3 0-16,-3 1-1 16,-2 1-2-16,-2 2 0 15,-4-2 1-15,0 3-1 16,-2-2-1-16,-6-1 0 15,-3-1 4-15,-2 1-2 0,-1-1-3 16,-1-1-6-16,0-2-14 16,1-2-32-16,3-3-35 15</inkml:trace>
  <inkml:trace contextRef="#ctx0" brushRef="#br0" timeOffset="-188580.38">21339 2611 237 0,'0'0'2'16,"0"0"0"-16,35-7 0 16,-24 7 0-16,-1 0-2 15,-1 3 0-15,1 4 0 16,-2 0 0-16,1 4 0 0,-1 1-1 15,-3 0 1-15,0 1-1 16,-3 0-1-16,-2-2-7 16,0 1-4-16,0-4 7 15,0-2-2-15,0-2 4 0,-2-1 5 16,-2-2-5-16,-1-1 7 16,-1 0 11-16,0 0-7 15,-1-2-6-15,0-5 2 16,2 0 0-16,1-1 4 15,2-2 7-15,1-1-2 0,1-2-6 16,0-1 3-16,7 0-7 16,1 0-2-16,2 1-1 15,0 3-5-15,2 3 1 16,0 2-3-16,0 3-6 16,0 1-3-16,1 1-3 0,-2 0-16 15,-2 0 3-15,-2 4 18 16,0-1 14-16,-2 0 1 15,-1 2 1-15,-1-2 4 16,-2 2 5-16,1 2 1 16,-2 1 1-16,0 2-3 15,0 2-3-15,0 1 1 16,0-3-5-16,0 3 1 0,0-5 0 16,2 2 1-16,3-5-2 15,2-2 0-15,0-1 2 16,2-2 1-16,-1 0 7 15,2-3 3-15,1-4-3 0,-2 0 6 16,-1-2 0-16,-1-1-1 16,-1-2-1-16,-4-1-3 15,0 0-8-15,-2 3-3 16,0-2-3-16,-2 4-5 0,-4 1 6 16,-2 3-9-16,0 2-3 15,1 0 1-15,1 2-10 16,0 0-2-16,4 2-25 15,2 1-28-15,1-3 3 16</inkml:trace>
  <inkml:trace contextRef="#ctx0" brushRef="#br0" timeOffset="-188124.16">21850 2478 24 0,'0'0'23'0,"0"0"7"0,34-34 1 0,-30 27-2 15,-2 1 0-15,0 1 5 16,-2 0-22-16,0 1-5 16,0 3-3-16,-2-1-3 15,-2 2-3-15,0 0 1 16,-1 2-1-16,-1 3 2 0,-1 5-1 16,0 1 1-16,0 2 0 15,-1 2 0-15,1 3-1 16,0 2 1-16,2 0 0 15,2 1 0-15,0 1-1 0,3 1 2 16,0-3-1 0,0 1-1-16,0-1 1 0,3-2 1 15,1-1 0-15,0-1-1 16,0-3 1-16,-1-1-1 16,-1 0 2-16,-1-4-2 15,-1 0 1-15,0-1-1 0,0-1 1 16,-2 0 1-16,-4-2 2 15,-1 1-1-15,-1-1-1 16,-3-1 3-16,0-1-2 16,-1-1-3-16,0 1 5 15,-1-2-3-15,-1 0-1 16,1 0 0-16,0 0 0 0,-1 0-13 16,3-3-51-16,-1-4-24 15</inkml:trace>
  <inkml:trace contextRef="#ctx0" brushRef="#br0" timeOffset="-187925.25">21726 2635 62 0,'0'0'87'0,"31"-13"-71"0,-10 5 19 0,1 3-18 0,4 0-11 0,3-1-3 16,4 2-3-16,2-1-1 16,1 0-26-16,0-1-57 15</inkml:trace>
  <inkml:trace contextRef="#ctx0" brushRef="#br0" timeOffset="-183674.81">21382 3067 64 0,'0'-2'18'0,"0"0"0"0,0 2-8 15,0-1-4-15,0 0-1 16,0 0-3-16,0 1-1 0,0 0 1 15,0-2 2-15,0 2 5 16,0 0 1-16,0 0-7 16,0 0-1-16,0 0-2 15,0 0 1-15,0 0-2 16,0 0 1-16,0 0-1 0,0 0 1 16,0 0 1-16,3 2-1 15,-1 1 1-15,0-1-1 16,0 1 2-16,0 0-2 15,0 1 0-15,1-1 0 16,-2 2 1-16,1 0-1 0,0 1 0 16,0 0 0-16,0 0 1 15,0 0 0-15,0 0-1 16,0-1 0-16,-1 1 0 16,2-1 1-16,-2 0-1 15,1-1 0-15,1-1 1 16,-2 0-1-16,2-1 0 0,0-1 1 15,0 1 1-15,1-1-1 16,-2-1 3-16,3 0-1 16,0 0 3-16,0 0 2 15,1-3 0-15,1-1-1 16,0-1 1-16,1-2-3 0,1 0 2 16,2-3-2-16,3-3 0 15,2 0-1-15,5-4-1 16,3-2 0-16,3-4-1 15,4-1-1-15,2-3 1 0,1-2-1 16,2 0 0-16,2 0 1 16,-1 1 1-16,-2 2 0 15,-1 1 1-15,-3 2-1 16,-5 3-3-16,-1 1 0 16,-5 2 0-16,-2 2 0 15,-2 2 0-15,-1 3 0 16,-4 0 0-16,-1 4 0 0,-3 2 0 15,0 1 0-15,-7 3-2 16,0 0-10-16,-3 3-53 16,-11 7 5-16,-7 3-45 15</inkml:trace>
  <inkml:trace contextRef="#ctx0" brushRef="#br0" timeOffset="-183120">21430 3070 128 0,'0'0'2'0,"0"0"7"0,0 0-2 0,0 0-6 0,0 0-3 16,0 0 3-16,0 0-1 16,0 0 1-16,0 0-1 15,0 0 1-15,-17 29-1 16,17-27 1-16,0 0 0 15,0-1 1-15,0-1 0 16,4 0 9-16,3-4 15 16,5-3-5-16,2-3-10 0,4-2-7 15,2-4 0-15,3 1-1 16,4-2-1-16,3-1-1 16,1-3-2-16,1-2-23 15,0-3-180-15</inkml:trace>
  <inkml:trace contextRef="#ctx0" brushRef="#br0" timeOffset="-179192.36">21678 3258 196 0,'0'0'2'0,"0"0"5"0,0 0 10 0,0 0-5 15,0 0-7-15,0 0-3 16,0 0 4-16,0 0 2 16,0 0-1-16,0 0-5 15,0 0-5-15,-16-10-1 0,15 17 4 16,1 3 0-16,-1 1 0 16,0 2 0-16,1 2 0 15,0 1 0-15,0 1 0 16,0 0 0-16,0 0-3 15,0 1-11-15,-1-2-15 0,0-2-28 16,1-4-8-16</inkml:trace>
  <inkml:trace contextRef="#ctx0" brushRef="#br0" timeOffset="-178766.6">21642 3268 227 0,'0'0'-1'15,"0"0"0"-15,0 0 3 16,0 0-1-16,0 0-1 15,0 0-1-15,33 14 1 0,-26-5 1 16,3 3-1-16,0 1 0 16,1 0 0-16,1 0 1 15,-1-1-1-15,0-2-1 16,-1-1-2-16,-1-2 1 0,0-3 1 16,-1 0 0-16,1-3-1 15,-2-1 4-15,1 0-2 16,1-1-4-16,-1-7 5 15,0-2 3-15,0-3-1 16,-1-2 0-16,0-3 0 16,-1 0-3-16,-1 1 1 0,1 1-1 15,-1 1-1-15,1 4-5 16,-4 2-43-16,-1 1-24 16</inkml:trace>
  <inkml:trace contextRef="#ctx0" brushRef="#br0" timeOffset="-178310.95">22009 3302 122 0,'0'0'2'0,"0"0"9"0,0 0 11 0,28-6-4 0,-22 3-4 16,-2-2-2-16,0 0-1 0,-1 0-7 15,0 0-2-15,-3 0-1 16,0-1 1-16,0 2-2 16,0-1-3-16,-3 2 3 15,-2-1 0-15,-2 3-2 16,-2-1 7-16,2 2 0 0,-3 0 1 15,2 0 0-15,-1 2-4 16,2 4-2-16,0 1 1 16,1 0-1-16,2 1 0 15,-1 1 1-15,3-1 0 0,0 1-1 16,2-2 2-16,0 1 1 16,0 0 0-16,0-3-1 15,5 2 1-15,2-1 0 16,0 0-3-16,1-1 0 15,3-2 0-15,1 0-1 0,-2-1-17 16,3-2-44 0,-1 0-69-16</inkml:trace>
  <inkml:trace contextRef="#ctx0" brushRef="#br0" timeOffset="-177526.98">22164 3228 187 0,'0'0'9'0,"0"0"12"0,0 0-11 0,0 0-8 15,0 0-2-15,0 0-2 16,0 0 2-16,0 0 0 15,0 0 1-15,-10 30-1 0,10-22 0 16,0-1 0-16,0 1 0 16,0 0 0-16,1-1-1 15,4-2 2-15,-2 2-1 16,2-2-2-16,1-2 2 16,0 0 1-16,0 0 0 0,1-3 0 15,-1 0 1-15,1 0-2 16,0-6 0-16,-1 1 0 15,-1-4-2-15,1 1 1 16,-2 0 1-16,-1 2-1 16,0-1 1-16,1 3 1 0,-4 1 0 15,0 2 2-15,0 0 5 16,0 1-6-16,0 0-2 16,0 0-6-16,0 4 1 15,0 3 8-15,0 1-2 16,0 0 0-16,2 1 0 0,1 0-1 15,2-2 0 1,2 0-1-16,2-1 1 0,0-1-1 16,1-2 2-16,0-1 0 15,0-2-1-15,-1 0 0 16,0 0-6-16,-2-2 2 0,-1-4 3 16,0 1 1-16,-2-3 0 15,2-1 1-15,-4-1-1 16,2 0 0-16,0-3 0 15,0 2-1-15,0-1-4 16,0 0-2-16,-1 1 6 16,0 3 2-16,1 1 4 0,-4 2 7 15,3 2-1-15,-1 0-5 16,0 2-4-16,2 1-2 16,0 0 0-16,2 0-1 15,-1 4 1-15,1 2-1 16,0 0 2-16,0 2-1 0,2 0-1 15,-4 0 1-15,2 0-1 16,-3-1 2-16,1 1-4 16,-1-1-4-16,1 1-10 15,-1-3-15-15,1-2-16 16,2-3-18-16</inkml:trace>
  <inkml:trace contextRef="#ctx0" brushRef="#br0" timeOffset="-177150.93">22532 3207 23 0,'0'0'157'0,"0"0"-152"0,0 0-4 0,0 0-1 0,0 0 0 0,0 0 0 0,-24 36 1 15,21-24-1-15,2-2 1 16,1 1-1-16,0-1-1 15,3-3 2-15,4-1-2 16,1 0-1-16,-1-4 6 16,1-1-2-16,2-1 7 15,-1 0 3-15,-1-5 3 0,2-2 0 16,-3-1-4-16,-1-2 1 16,-2-2 1-16,0 1-5 15,-4 1 1-15,0 0 2 16,0 0-1-16,0 2 0 15,-4 1-6-15,-2 4 1 16,-3 1-7-16,0 2 0 0,-1 0-6 16,-1 7-8-16,0 1-9 15,2 2-16-15,2-1-17 16,2-3-29-16</inkml:trace>
  <inkml:trace contextRef="#ctx0" brushRef="#br0" timeOffset="-176601.7">22659 3184 219 0,'0'0'5'15,"0"0"-2"-15,0 0-6 16,0 0 4-16,0 0-1 0,0 0-3 15,0 0 3-15,0 0-1 16,0 0 2-16,14 33 0 16,-11-23-1-16,-1-2 1 15,1 2 0-15,2-3 0 16,-3-1-1-16,1 1 1 0,-2-2-1 16,2-2 0-16,-2 0 0 15,-1-1-1-15,1-1 1 16,-1-1 0-16,0 0 2 15,0 0 9-15,0-4-11 16,0-1 0-16,0-1 1 16,0-1-1-16,2 0-2 0,1 0 3 15,0-1-2-15,1 1 0 16,1 0 0-16,1 0 2 16,2 1-2-16,0 2 0 15,0 0 2-15,2 0-1 16,-2 2 1-16,1 0-2 0,-2 2 1 15,1 0 1-15,0 0-1 16,-1 2-1-16,-2 4-1 16,1 1 0-16,-2 1 1 15,0-1 1-15,-2 3 0 16,-1-2 0-16,1 0 0 16,-1-1-2-16,0-1-2 0,0-1-3 15,1 0-5-15,-1-3-31 16,1-2-1-16</inkml:trace>
  <inkml:trace contextRef="#ctx0" brushRef="#br0" timeOffset="-175936.97">23026 2928 190 0,'0'0'18'0,"0"0"9"0,0 0-9 0,0 0-16 0,0 0-3 16,0 0-2-16,0 0 0 15,0 0 0-15,0 0-5 16,-7 31-39-16,0-21-143 16</inkml:trace>
  <inkml:trace contextRef="#ctx0" brushRef="#br0" timeOffset="-175568.59">21574 3170 155 0,'0'0'55'0,"0"0"-46"16,0 0 6-16,0 0 1 15,0 0-5-15,0 0-7 16,0 0-3-16,0 0-1 15,0 0-1-15,32 9-3 0,-26 10-30 16,-1 0-83-16</inkml:trace>
  <inkml:trace contextRef="#ctx0" brushRef="#br0" timeOffset="-174508.53">21431 3549 272 0,'0'0'-8'15,"0"0"19"-15,0 0-16 16,0 0 4-16,0 0 2 15,0 0-3-15,26 29 1 16,-8-20 1-16,3 2 1 16,5 1-1-16,3-2 1 15,4 3-2-15,2-1 0 0,3-1 1 16,3 0 1-16,2-1-1 16,4-1 2-16,2 0-2 15,3-1-2-15,3-2 1 16,0-1 3-16,3-3-3 15,-2 0 3-15,1-2-4 0,-1 0 2 16,0 0-1-16,0-4 3 16,-2-3 0-16,1-2 1 15,0-3 1-15,-3 0 1 16,-1-3 1-16,-3-1-4 16,-2-1-1-16,-5-3-1 0,-1-1 1 15,-6-2-1-15,-1-2 0 16,-2-1 1-16,-1-2-1 15,-3-2 1-15,1 0-1 16,-5 1 4-16,-3-1 5 16,-4 3-2-16,-5 1 2 15,-6 1 3-15,-4 0-4 16,-1 0-3-16,-2-2-3 0,-10-1-4 16,-3-1 0-16,-3-2 0 15,-3 2 4-15,-4 0-3 16,-2 3-4-16,0-1 5 15,-3 3 0-15,-1 0-1 0,0 1 2 16,-2 2-2-16,-3-1-1 16,-2 5 3-16,-2 1-1 15,-4 3-2-15,-1 3 3 16,0 2-2-16,-3 4 0 16,-1 2 0-16,-1 1 2 0,4 1-1 15,-5 0-1 1,0 2 1-16,2 3 0 0,-2 3 1 15,1 1-1-15,-3 2 0 16,1 5 0-16,0 1 0 16,1 1 0-16,1 2 0 15,2 1-1-15,1 0 2 0,4 2-2 16,2 0 1-16,1 1 0 16,0 1 1-16,3 4-2 15,-1 0 1-15,1 2 0 16,3 1 0-16,4-1 0 0,3 0 0 15,4-1 1-15,7 0-2 16,1 0 1-16,7-1 0 16,3 1 0-16,5-2 0 15,0 1 0-15,1-2 1 16,7 0 0-16,2-4-1 0,1 1 0 16,2-2 3-16,3-1-4 15,1-1 1-15,2 0 0 16,3-1 2-16,2-1-3 15,2-2 0-15,3-1 1 16,3-3 0-16,1-2 0 0,2-1 1 16,-2-3 0-1,2-2 2-15,0-2-5 0,1-2-6 16,1 0-23-16,3-7-20 16,1-6-73-16</inkml:trace>
  <inkml:trace contextRef="#ctx0" brushRef="#br0" timeOffset="-173975.13">23077 2923 53 0,'5'1'8'0,"1"0"2"0,-1 0 0 0,1-1-6 0,1 0 2 0,1 0 5 16,1-2 4-16,1-3 4 16,3-1-1-16,2-4 3 15,1-3-3-15,5 0-2 16,4-4-8-16,3-3-3 16,6-1-3-16,4-4-2 15,7-4 0-15,3-3-1 0,2-4-24 16,2-4-58-16</inkml:trace>
  <inkml:trace contextRef="#ctx0" brushRef="#br0" timeOffset="-164189.52">13924 8012 99 0,'-3'1'9'0,"0"-1"13"0,1 0 2 15,0 0-3-15,-1 0-11 16,-1 0-4-16,1 0 1 0,-1 0-7 15,-2 0 0-15,0 0 0 16,1 0 0-16,-4 0 0 16,-1 2-2-16,0-1 2 15,-2 1 0-15,-3 0 0 16,2-1 0-16,-6 1 2 16,3-2-2-16,-3 0 0 0,0 2 1 15,0-2 0-15,0 0-2 16,0 0 2-16,-2 0-1 15,1 0 0-15,-2 0 1 16,0-2 2-16,0 0 6 16,-3-3 6-16,0 2-2 0,0 0-6 15,-2 0-3-15,0 1-3 16,1 0 0-16,0 2 0 16,1 0-1-16,0 0 1 15,2 0-1-15,0 0 1 0,0 0-1 16,1 0 0-16,-1 0 0 15,0 0 0 1,1 0 0-16,0 0 0 0,0 0 0 16,2 0 1-16,-2 0-1 15,0 0 0-15,2 0 1 16,-1 0-1-16,0 0 0 16,3 0 0-16,-4 0 0 0,2 0 0 15,0 0 2-15,0 2-2 16,-1-2-2-16,0 1 2 15,-1 0 0-15,2 0 0 16,0 1 0-16,-2 0 0 0,2-1 0 16,1 0 0-16,0 1 0 15,2 2 0-15,-2-3 0 16,1 1 0-16,-4 1 0 16,2-1 0-16,-2 1 0 15,-3-1 0-15,1 2 0 0,1 0 0 16,0-1 0-16,-1 1 0 15,2-1 0-15,3 2-1 16,-1-2 1-16,2 1 0 16,0-1 0-16,-1 2 0 0,-1 0 0 15,-1 0 0 1,0 3-1-16,1 0 2 0,-1 0-2 16,1 1 1-16,1 1 1 15,2 1-2-15,0 3 1 16,3 1 0-16,-1 1-1 15,2 2 0-15,2 1 0 0,1 0-1 16,-2-1 1-16,4 0 0 16,-3-1 0-16,3-1 1 15,-2-1-1-15,1 0 1 16,2 3-1-16,-3-3 1 16,1 3-2-16,0 0 2 0,-1 0 0 15,-1 0 0-15,1 1 0 16,0 0 0-16,0 0 0 15,-2-2 0-15,2 1-1 16,0-2 1-16,0 2 0 16,0-1-1-16,1 0 2 0,0-1-1 15,2 0 0-15,0-1 0 16,1 0 0-16,0 0 0 16,2-1-1-16,1 0 0 15,2-1-1-15,1-1 0 16,0-2-1-16,0 1 0 15,0-2 2-15,2 0 1 0,3-2 0 16,1 1-2-16,-1-1 2 16,1 1 2-16,3-1-2 15,1-1 0-15,0 1 1 16,1-1 1-16,3 0-1 16,1 0 0-16,3-1 0 0,-2-1 0 15,2-1 0-15,1 0-1 16,1 2 2-16,-2-3 2 15,1 1-1-15,2-1 1 16,-1 0-1-16,1 0-1 0,0 0 0 16,3 0 3-16,1-2-3 15,1 2 0-15,-1-1 1 16,2-1 0-16,-2 0 0 16,2 2-2-16,-2-1 0 15,3 0-1-15,-2 1 1 16,2-1-1-16,-1 1 0 0,-1-1 1 15,4 0-1-15,-1 0 0 16,0-1 1-16,1 0-1 16,-1 0 2-16,1 0-1 15,0 0 0-15,0 0-1 16,0 0 2-16,1 0-2 0,0 0 1 16,0-1-1-16,1 0 0 15,0-2 1-15,2 3 0 16,1-2 0-16,-1 2 0 15,3-1 0-15,-1 1-1 0,1 0 1 16,0-1-1-16,0 0 2 16,-3-1-2-16,-1-1 0 15,1-2 1-15,-3 0 0 16,2 0 1-16,1-3-2 16,0 1 2-16,1-1 0 15,-1-1 0-15,1-1 1 0,-2-1-2 16,0-2 1-16,0 0 0 15,1-2-2-15,-6 1 1 16,2 0 0-16,-3-3 0 16,-2 1 0-16,0-1 1 15,-1 0 0-15,-4-1 0 0,1 0 3 16,0 0-3-16,-1-1 2 16,0 1-2-16,-4-1 0 15,0 1 0-15,-2 0 1 16,-1-2-2-16,-5 1 1 15,0-2 0-15,-3 1 0 16,-1-1-1-16,-1-1 1 0,-3 1 3 16,0 0 0-16,0-1-1 15,-3 2 1-15,-5-5 0 16,-1 0-2-16,-1 0-2 16,-3-1 0-16,-1-1-2 15,-6 0 3-15,-2 4 4 0,-4 1-6 16,-6 4 0-16,-7 5-1 15,-11 6-11-15,-11 5-20 16,-11 2-31-16,-13 1-97 16</inkml:trace>
  <inkml:trace contextRef="#ctx0" brushRef="#br0" timeOffset="-163001.22">12618 8889 61 0,'3'-4'3'0,"1"0"2"0,-1-2 0 0,3 2 5 15,-3-1 3-15,-1 1 2 16,0 0 1-16,1 1-2 16,-2 0-3-16,-1 0-1 15,2 3 0-15,-2-2 0 0,0 2-3 16,0 0-1-16,1 0-4 15,0 0-4-15,0 0-2 16,1 0 0-16,1 0-1 16,-1 4 1-16,0 2 5 0,0 2-1 15,1 2 3-15,-3 4 0 16,0 2-1-16,0 2 0 16,0 4 0-16,0 2 1 15,0 3 0-15,0 2-3 16,0 4-5-16,0 2 10 15,0 3-4-15,0 4-1 16,3 1 0-16,1 3 0 0,2 0 1 16,-1-1-1-16,-1-1 1 15,-1-2 0-15,-1-3-1 16,0-4 1-16,-2 0-1 16,0-4 1-16,0-1 4 0,0-4 0 15,0 1 0-15,0-1-2 16,0 0 0-16,0 2-1 15,0-1-1-15,0 1 0 16,0 1 1-16,-1-2-1 16,-1-2 2-16,-1-5-2 15,0-3 0-15,1-4 0 0,0-4 0 16,2-4 0-16,0-4-4 16,-1-1-44-16,-1-1-70 15</inkml:trace>
  <inkml:trace contextRef="#ctx0" brushRef="#br0" timeOffset="-162501.62">12595 9874 69 0,'0'0'3'0,"0"0"10"0,34 30-3 15,-22-20-3-15,-2-2-2 16,-2-1-1-16,0 0-1 0,-2-4 2 16,0 0 1-16,-2-2 4 15,2-1 3-15,-1 0 2 16,2-6-4-16,3-7-3 16,0-4-5-16,0-6-50 15</inkml:trace>
  <inkml:trace contextRef="#ctx0" brushRef="#br0" timeOffset="-161605.17">12714 8862 42 0,'0'0'-1'0,"0"0"0"0,0 0-2 0,0 0-5 15,0 0 3-15,0 0 9 16,0 0-1-16,0 0-1 15,0 0-2-15,7 31 0 16,-7-26 2-16,0 0-1 0,-2-1 0 16,2-1 0-16,0 2-1 15,0-3 0-15,0-1 1 16,0 0-1-16,0 0 2 16,0 0 3-16,0 1 2 15,0-2 4-15,0 4-1 16,0-1-1-16,-2 3-2 0,2 1 2 15,-3 2 3-15,2 3 0 16,-1 3 2-16,1 3-1 16,0 1-3-16,-1 5-5 15,2 3-3-15,0 1-1 16,-1 2 1-16,-1 5-1 0,-1 1 1 16,2 5-2-16,-3 2 1 15,-1 1-1-15,1 1 1 16,-1 3 0-16,0 2 0 15,0-3 1-15,2 0 2 0,1-3-1 16,-1-4 1-16,3-4 1 16,0-4-2-16,0-4 0 15,0-5-2-15,0-2 1 16,0-4-1-16,0 0 0 16,0 0 3-16,0-1-2 15,-3-1-3-15,1-3-55 16,-3-5 2-16</inkml:trace>
  <inkml:trace contextRef="#ctx0" brushRef="#br0" timeOffset="-159639.93">12238 8868 100 0,'-3'0'7'0,"-1"0"15"0,2-1-6 0,-1 0-7 0,0 0-4 15,-2 1-3-15,1-1-1 16,-3-1-2-16,3 2-1 15,-4 0-2-15,3 0 3 16,-1-2 1-16,1 0 0 0,2-1-2 16,-1-1-15-16,3-3-5 15,-4 0-3-15,1-2 3 16,0-2 1-16,-2-4-12 16</inkml:trace>
  <inkml:trace contextRef="#ctx0" brushRef="#br0" timeOffset="-158944.16">12129 8710 14 0,'0'0'23'0,"-5"-43"-3"15,5 20-16-15,0 5-1 16,0-2 6-16,0 5 1 16,4 1-3-16,0 2 5 15,-1 2 2-15,3 0 0 0,-1 0-2 16,3 3-3-16,1-1-3 16,2 1-4-16,1 1-1 15,2 0 0-15,-1 2-1 16,2 1 0-16,2 0 0 15,0 2 0-15,2 1-1 16,4 0 1-16,-2 0 0 16,5 0-1-16,0 1 1 0,3 3-1 15,3-1 2-15,-1 0-1 16,5-1 0-16,0-2 1 16,2 0-1-16,1 0 0 15,0-1 1-15,1-4-1 0,1 0 1 16,-1 0 2-16,3 0 3 15,1-3-3-15,-1 3 1 16,3-2-2-16,-3 1 2 16,1-1-2-16,-3 1-1 0,-2 1 0 15,0 1 1-15,-3 1 0 16,-3 0 1-16,0 1 0 16,-2 2-2-16,-1 0-1 15,-1 0 1-15,-2 0-1 16,2 0 1-16,-3 2-1 15,0 1 0-15,-4 0 0 0,-2 1 1 16,-3 0-1-16,-2 0-1 16,-4 2 1-16,0 1-2 15,-2 0 1-15,0 1-2 16,-3 5 1-16,1-2 0 16,-1 3 0-16,-2 1 0 0,2 0-1 15,-2 0-1-15,-1-1 9 16,0 0-4-16,-2-1-1 15,1-2 2-15,-2-1-1 16,0-1 5-16,-2 0 0 16,-5-2 1-16,-2 3 4 15,-2-2-2-15,-5 3-1 0,-6-2-2 16,-3 3-3-16,-7 1 3 16,-5-1-2-16,-6 2 0 15,-3 1-1-15,-6 0-1 0,-7 2-2 16,-4 0 2-16,-9 1-1 15,-9 1-1-15,-8-2-29 16,-8-4-96-16</inkml:trace>
  <inkml:trace contextRef="#ctx0" brushRef="#br0" timeOffset="-157519.12">12686 8885 84 0,'0'-1'8'0,"0"0"13"0,0 0-9 0,0 1-8 15,0 0-3-15,0 0-2 16,0 0 0-16,0 0-1 16,0 2 2-16,0 3 0 15,0 4-1-15,3 1 1 16,-2 5-1-16,0 5 1 0,1 3 1 16,-2 5-1-16,0 3 1 15,0 3 1-15,-2 5-1 16,-2 1 0-16,-2 4 1 15,2 0 0-15,3 2-2 0,-3-2 1 16,4-1-1-16,0-3 1 16,0-2 0-16,0-4 1 15,4-2 0-15,-3-2 2 16,-1 0 1-16,0-3 3 16,0-2 1-16,0-1 0 0,0-1-3 15,-5-2-1-15,2 0-1 16,-2-1-2-16,0-1 1 15,1-3-1-15,-1 1-1 16,2-2 1-16,0-3-1 16,0 0 0-16,0-2-8 15,2-5-17-15,-2-1-21 0,-2-3 4 16</inkml:trace>
  <inkml:trace contextRef="#ctx0" brushRef="#br0" timeOffset="-156858.7">12399 9881 88 0,'0'0'6'0,"0"0"12"0,0 0-3 0,0 0 4 15,0 0-13-15,0 0 2 16,0 0-1-16,0 0 1 0,0 0 2 16,0 0-4-16,0 0-5 15,-5-10-1-15,5 10-5 16,0 0-3-16,0 0 3 15,2 0 2-15,-1 0-3 16,2 0 1-16,0 0 0 0,1 6 3 16,0 1 0-1,4 1 1-15,-3 3 2 0,3 0-1 16,2 1 0-16,-1 1 1 16,1 0 0-16,1-1-2 15,0-1 2-15,-1-3-1 16,0-1 1-16,-2-2-1 0,1-1 1 15,-3-3 3-15,3 0 5 16,-3-1 9-16,1 0 1 16,2-4 1-16,0-5 4 15,2-4-7-15,1-4-4 16,1-6-6-16,2-6-2 0,0-4-2 16,2-7-3-16,5-3-2 15,0-6-28-15,1-7-66 16</inkml:trace>
  <inkml:trace contextRef="#ctx0" brushRef="#br0" timeOffset="-154531.79">12709 8954 77 0,'0'0'5'0,"0"0"7"0,-5 27-3 0,4-11-2 0,1 5-3 16,0 6-2-16,0 6-1 15,0 6-1-15,0 8 2 16,0 8-1-16,0 7 2 0,0 3 1 16,0 4 4-16,0-1 2 15,0-2 3-15,0-7-11 16,-1-4 3-16,-1-2-5 15,-1-8 2-15,-1-3-1 16,0-2 2-16,-2-6-3 0,2-4 1 16,1-2 1-16,-1-4-9 15,1-7-27-15,-2-5-23 16</inkml:trace>
  <inkml:trace contextRef="#ctx0" brushRef="#br0" timeOffset="-154310.2">12541 9867 99 0,'0'0'-4'0,"0"0"4"16,12 31 0-16,-6-21-23 16</inkml:trace>
</inkml:ink>
</file>

<file path=ppt/ink/ink1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4-26T05:58:19.633"/>
    </inkml:context>
    <inkml:brush xml:id="br0">
      <inkml:brushProperty name="width" value="0.05292" units="cm"/>
      <inkml:brushProperty name="height" value="0.05292" units="cm"/>
      <inkml:brushProperty name="color" value="#FF0000"/>
    </inkml:brush>
  </inkml:definitions>
  <inkml:trace contextRef="#ctx0" brushRef="#br0">5337 5293 48 0,'0'0'15'0,"0"0"9"0,0 0-10 0,-36-25-2 0,25 20 2 16,-1 0 8-16,-3 2 0 15,1 0-3-15,-2 0-4 16,1-1-5-16,-2 2 3 0,2-1-6 15,-2-2-3-15,1 0-1 16,-1 0 3-16,0 0-4 16,-3 0-2-16,0 0 1 15,-3 3-1-15,-1 1-1 16,-1 1 1-16,-1 0-2 0,1 0-5 16,0 5 6-16,-3 3 1 15,-1 2 2-15,1 4-5 16,-1 0 5-16,1 1-2 15,1 1 0-15,4 1 1 16,1 1-2-16,5 2 0 16,0 1-1-16,4 3 1 0,1 2 1 15,2 0 0-15,3 1 0 16,1 3 0-16,2-2 1 16,2 2 0-16,2-2-1 15,0 1 0-15,3-1 0 16,6-1-1-16,3-2 1 0,2 1-1 15,3-3 0-15,2-1 0 16,3-3 0-16,5-1 1 16,3-1 0-16,0-1 2 15,2-2-6-15,3-2 7 16,1-2-3-16,0-1 3 0,3-4 0 16,1 0-3-16,0-4 1 15,2-1 0-15,0 0 1 16,0 0-2-16,1-5 0 15,-1-4 2-15,1-1-1 16,-2-1-1-16,-1-2 0 16,-3-3 1-16,0-2 0 0,-1 0-2 15,-3-5 4-15,-3 0-2 16,-1 0 0-16,-4-3-1 16,-4 0 2-16,-5 0 1 15,-6 1 2-15,-4 1 1 0,-4 0 7 16,-2 1-1-16,-3 1 0 15,-9-2-3-15,-3 1-3 16,-3 1-3-16,-4-1-1 16,-4 0 2-16,-3 1 1 15,-3 1-3-15,-2 2 0 16,-6 0 0-16,-2 4 3 16,-5 0-5-16,-3 4 0 0,-5 3 0 15,-3 4-1-15,-2 4-3 16,-5 7 4-16,-3 11-12 15,-8 9-30-15,-8 2-79 0</inkml:trace>
</inkml:ink>
</file>

<file path=ppt/ink/ink1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4-26T06:06:09.084"/>
    </inkml:context>
    <inkml:brush xml:id="br0">
      <inkml:brushProperty name="width" value="0.05292" units="cm"/>
      <inkml:brushProperty name="height" value="0.05292" units="cm"/>
      <inkml:brushProperty name="color" value="#FF0000"/>
    </inkml:brush>
  </inkml:definitions>
  <inkml:trace contextRef="#ctx0" brushRef="#br0">1679 4600 109 0,'0'0'14'0,"0"0"18"0,0 0-12 0,0 0-12 16,0 0-6-16,0 0-1 15,0 0 0-15,0 0-1 0,0 0 1 16,0 0-1-16,0 0-1 16,-20-16 2-16,15 16-2 15,0 0 0-15,-1 0 1 16,-3 0 0-16,1 0 0 0,-1-1 2 15,-1-1 1-15,0 0 5 16,0 0 1-16,0 0-3 16,-2 1-1-16,0 1-2 15,-1 0-3-15,-1 0 1 16,0 0-1-16,-3 3 0 16,-4 1 0-16,1 3 0 15,1-1-1-15,-4 1 1 0,2-1 2 16,-1 1 2-16,2 1 0 15,0-1 0-15,2 3-4 16,-1 0 1-16,1 0-1 16,-1 3 1-16,0 0-1 15,-1 2-1-15,2 0-1 0,0 1-2 16,-2 3 7-16,0 2-6 16,1 0 4-16,-1 3-1 15,1 0-1-15,0 1 4 16,0 0-3-16,2 1 0 15,0-1 1-15,1 0-1 0,0 1 0 16,2 0 0-16,-1 1-1 16,4 0-1-16,1 2 2 15,0-2 0-15,2-4-1 16,3 2 1-16,0-4 0 16,2-3 0-16,2-1-2 0,1-2 1 15,0-2-4-15,0 3-2 16,2-4 2-16,5 1 2 15,0 1 0-15,3-1 2 16,3 0 2-16,0-3 0 16,3 1-1-16,2-1 3 0,2 0-1 15,0-1-1-15,2-1-1 16,3 0 1-16,1-1-1 16,0-1 0-16,-1 0 0 15,3-2 0-15,1 1-1 16,1-3 2-16,2-1-3 0,1-1 1 15,2 0 3-15,3 0-3 16,-1 0-1-16,-1 0 2 16,0-1 1-16,3 1-2 15,-3 0 2-15,1 0-1 16,2 0 0-16,0 0 1 16,2 0 0-16,1 0 0 15,0 0 0-15,0 0 0 0,0 0 0 16,1 0 0-16,2 0-1 15,1 0 0-15,1 0 1 16,0 0-1-16,1 0-1 0,-1 0 1 16,0 1 0-16,0 1 0 15,-2-1 0-15,1 1-1 16,-1 1 1-16,-1-1 0 16,1 1 0-16,1-1 1 0,2 1 0 15,-2 1-1 1,3-1 1-16,0 0-1 0,0-1 2 15,-1 0 0-15,2-1-1 16,-1-1-1-16,-2 0 1 16,3 0-1-16,-1 0 0 15,1 0 0-15,0 0 1 0,2 0-1 16,0 0 0-16,0 0 0 16,0 0 1-16,2 0-1 15,-1 0 1-15,1 0 0 16,-2 0 1-16,2-3-2 15,-1 1 0-15,-1-1 0 16,2 0 0-16,-2-2 0 0,0 0 0 16,-2 1 0-16,-1-2 0 15,-1 1 1-15,-1-3 1 16,-2 3 0-16,-1-2 0 16,0 0 1-16,-4 0-1 15,0-2 0-15,1 1 1 0,-3-4 0 16,0 2-1-16,-2-2 1 15,-3-1-1-15,1-1 1 16,-6 0 0-16,0-2-1 16,-2 0 2-16,-3-1 1 15,0 2-1-15,-2-2-1 0,-1-1 0 16,-5 2 1-16,-2-1 0 16,-3-1 1-16,-1 2 4 15,-4-1 3-15,-1 0 3 16,-4-1-7-16,0 0 0 15,0 2-3-15,0-2 1 0,-4 1-4 16,-1 0-1-16,-2 1-1 16,-1-1 1-16,0 1-2 15,-1-1 3-15,-1-1-3 16,-1 0 0-16,0 0 1 16,-2-1 1-16,1 0-2 15,-1-1 2-15,-3 2 0 0,3 1 1 16,-3 0 0-16,0 0-1 15,-2 3 0-15,-3-2 1 16,1 4-2-16,-3-2 1 16,1 1-2-16,-1 0 1 0,-2 1 1 15,1-1-1-15,1 1 0 16,-3-1 0-16,3 1 0 16,-2 1 0-16,0-1 0 15,-3 1 0-15,-1 0 0 16,1 0 1-16,-4 2-1 15,-2 1 0-15,2 0-1 16,0 1 2-16,-1 1 0 0,-2 1-2 16,-1-1 1-16,0 3 0 15,-1-1 1-15,-2 2-2 16,1 1 1-16,-1 0-1 16,-1 0-2-16,-1-1 2 0,0 2 2 15,-3-1-2-15,1 1 0 16,1 0-1-16,-2 0 2 15,2 0-1-15,-2 0-1 16,1 1 0-16,1 3 2 0,-1-1 0 16,1 0-2-16,-1 1 2 15,1 0 2-15,-1-1-4 16,1 1 2-16,0-1 0 16,0-1 0-16,1 0 0 15,-3-1 0-15,-2 1 0 16,1 1 2-16,-2-2-2 15,-1 3 0-15,-4-1 0 0,-3 2 0 16,-1 0 0-16,-3 2 0 16,-4 1 0-16,-6 1 0 15,-5 2 0-15,-6 4 1 16,-7 3-5-16,-7 7-34 0,-8 1-43 16,-9 4-103-16</inkml:trace>
  <inkml:trace contextRef="#ctx0" brushRef="#br0" timeOffset="3238.35">8418 4591 113 0,'0'0'0'0,"0"0"3"0,0 0 11 0,0 0 19 15,0 0-16-15,0 0-4 0,0 0-1 16,-21-28-2-16,14 26-3 16,-2 1-4-16,1 1-2 15,-2 0 0-15,-2 0 1 16,-1 0-2-16,-1 0 2 16,-1 0-2-16,0 0 0 0,-5 0-2 15,2 0 2-15,-3 0 2 16,-2 0-2-16,1 0-2 15,-3-2 4-15,-1 2-2 16,-2 0 0-16,0 0 0 16,1 0 0-16,-4 3-2 0,2 2 4 15,-3 2-2-15,1 0-2 16,-2 0 2-16,1 1-1 16,-1 1 1-16,1-1-1 15,-1 2 1-15,2 1-1 16,0 0 1-16,-1 0-1 0,1 3 1 15,-1-1-2-15,0 0 0 16,2 2-1-16,0 0-2 16,0 4 5-16,3 0 0 15,0 2-1-15,1 4 1 16,0-1 1-16,1 3-2 0,4-2 1 16,-3 2 0-16,4-1-3 15,3 0 5-15,0 1-1 16,2-1-1-16,2 1 0 15,3 1 0-15,2-1 0 16,1-2 0-16,0 0 0 0,3-3-1 16,3-1 1-16,1-2-2 15,0-1-1-15,1-2-1 16,6 1 2-16,0-1 2 16,3-1-1-16,1 1 0 15,1-1 1-15,3-1 0 0,3 0 0 16,-1 1 0-16,2-2 1 15,1 2-1-15,0-2 0 16,2 2 0-16,-2-1-1 16,2-1 1-16,0 0 0 15,2-3 0-15,-1 1 0 0,2-4-2 16,3 3 2-16,1-3 0 16,1 0 2-16,2 0-2 15,1 0 2-15,1 0 0 16,3-1-1-16,-1-1-1 15,4 2 2-15,1-2-1 16,-2 1-1-16,1 1 0 16,0-3 0-16,1 0-3 0,-1 1 1 15,-1-3 2-15,4 1-1 16,-1 0-1-16,-2-1 2 16,4 1 0-16,-2-1 0 15,1 0 2-15,0 1-1 0,3-1 1 16,1 1 0-16,-2 0 1 15,2 0-1-15,2-1-1 16,-2 2 0-16,1-3-1 16,1 2 1-16,-2-3-1 15,1 0-1-15,1 0 0 16,-2 0 0-16,3 0 0 0,-1-1 0 16,0-2-1-16,1 1 6 15,-1 0-2-15,2 1 1 16,-1 0-1-16,-1 1 2 0,2 0-3 15,1 0 1-15,1 0 0 16,1 0 0-16,3 0-1 16,-1 0-1-16,3 0 2 15,-1 0-2-15,1 0 1 16,0 0 1-16,0 0-4 16,-1 0 2-16,0 0 0 0,-1 0 0 15,1-1-1-15,1-1 2 16,-1-1-1-16,1 0 3 15,3-1-1-15,2 1-1 16,-1-3 1-16,-1 0-1 16,1 0 1-16,-2-1-1 0,-1-1 2 15,-3 0-2-15,-2-2 1 16,-5 3 0-16,2-1 1 16,-5-2-1-16,1 0 0 15,1 0 0-15,-5 0 1 0,3-3-3 16,-4 2 1-1,1-3 1-15,-2 0-1 16,-1-2 0-16,1-1 0 0,-1 0 0 16,0-1 0-16,-3 0 2 15,-3 0-2-15,-3 1 0 16,-2-1 0-16,0 1 0 0,-6-1 0 16,-1 1 0-16,-1-2 1 15,-4 2 3-15,-2-1 2 16,-3 0 0-16,-1 1 0 15,-4-1 1-15,-2 0-3 16,-4 1 3-16,-2-1-6 16,0-1 0-16,0 2-1 0,-6-1 2 15,-1 1-1-15,-2 1-2 16,-1 0 1-16,0 0-2 16,-2 0 2-16,1-1-1 15,-1 2 0-15,-2-3 0 16,0 2 1-16,0-2-1 0,-1 1 0 15,-2 1 0-15,1-1 0 16,-1 1 2-16,0 1-2 16,0-1 1-16,-1 0-1 15,1 2 1-15,-1 0-2 16,-2 1 1-16,-1 0 1 0,1 1 0 16,-3 2-1-16,0 2-1 15,-3-2 2-15,1 2-2 16,-2 0 1-16,-2 1 0 15,0 1-2-15,-1 0 3 16,-2 0-4-16,-1 1 3 0,-1 1 0 16,-3 0-1-16,1 2 1 15,-1 0 0-15,-2 1 0 16,2 0-1-16,-2 0 1 16,-2 1 0-16,2 0 0 15,-2 0 0-15,1 0 0 0,-3 0 0 16,1 0 0-16,1 0 0 15,-2 0 0-15,1 0 0 16,-2 3 0-16,1-3-2 16,-2 2 3-16,-1 0-1 15,-1-2 1-15,-3 3-2 0,-2-2 1 16,-2 0 0-16,-4 2 1 16,1-1-1-16,-4 1 0 15,-2-3 0-15,-6 2-1 16,-1-1 2-16,-3 1-1 15,-4 1 1-15,-3-1-2 0,-4 1 2 16,-5 2-1-16,-1 0 0 16,-2 3 0-16,-5 2-3 15,2 2-9-15,0 4-10 16,1-1-26-16,5-2-47 16</inkml:trace>
  <inkml:trace contextRef="#ctx0" brushRef="#br0" timeOffset="6163.5">14256 4579 108 0,'2'0'2'0,"-2"0"-1"0,0 0 3 0,0 0 14 0,0 0 2 16,0 0-8-16,-5-1-1 15,-2-2-10-15,-3 2-2 16,-3-2 2-16,-1 1-1 16,-1 1 0-16,-3 0 0 15,0 0-2-15,-3 1 1 0,-2 0 0 16,-1 0-5-16,-4 0 4 15,-1 0 4-15,-1 0-2 16,-2 0 0-16,0 0 1 16,0 0-2-16,1 0 2 15,-1-2 1-15,-2 1-1 0,0-1 1 16,-2-1 1-16,-1 3 4 16,-3 0-2-16,1 0-1 15,-4 0-1-15,0 0 0 16,-1 2-3-16,0 2 0 0,1 0 0 15,1 2 0-15,3-1 0 16,0 0 0-16,0 0 0 16,0 2 1-16,2-2-1 15,-1 3 0-15,-1-1 0 16,2 1 0-16,-1 1 0 16,0 0-1-16,1 1 1 0,-1 1 1 15,0 1 0-15,2-2-1 16,0 3 0-16,0-1-1 15,1 1 2-15,0 2-1 16,3-2 0-16,0 0 0 16,2 2 0-16,1-2 1 0,2 2-1 15,1-2 0-15,4 1 0 16,-2 1 1-16,3-2-1 16,2 0 1-16,0 0-1 15,3-1 1-15,2 0 0 16,1 0-1-16,0-1 0 0,1 2 0 15,2-1 1-15,2 1-1 16,-1 0-1-16,2 0 1 16,0-1 0-16,3 1-1 15,-3-2 2-15,4 2-1 16,1-1-1-16,-1 1-2 16,2-1 3-16,1 1 1 15,0-1 0-15,0-1 0 0,1 2 0 16,3-1-1-16,1-1 1 15,2 0 1-15,2 0-1 16,2 0 0-16,1 1 1 0,3-2-1 16,2 0 2-16,2 0-1 15,0 0 1-15,2-1-2 16,-1-2 0-16,0 1-1 16,2 1 1-16,1-1-1 15,1 1 1-15,1-1 0 16,2 2 0-16,0-2-1 15,-1 0 0-15,1 0 1 0,1-1 0 16,-2-1-2-16,0 1 2 16,3-2-1-16,0 0 0 15,-2 0 0-15,5 0 2 0,-1 1-2 16,3-1 1-16,-1 1 1 16,0 0-2-16,0-1 0 15,2 3 0-15,-3 0 0 16,2-1 0-16,1 1 1 15,-1-1-1-15,-1 3-1 16,1-4 2-16,0 1-1 0,1-3-1 16,-2 0 2-16,3-1 1 15,0-1 0-15,2 0 0 16,-2 1-1-16,1-1 0 16,1 0 1-16,-3 1 0 0,2 0-2 15,-1-1 1-15,1 1-1 16,-3 0 0-16,1-1 1 15,2 1-1-15,-2-1 0 16,2 0 0-16,2-1 0 16,2-1 1-16,1 1 0 0,2 0-1 15,-2-1 1 1,3 0-1-16,0 2 2 0,-1-2-2 16,-3 1 0-16,2 0 0 15,1 1 0-15,0-2 1 16,1 2-1-16,3 0 1 15,0-2 1-15,2 0-1 0,1 0 1 16,3 0-1 0,-1 0 1-16,-1 0-2 0,2 0 0 15,0 0 1-15,1 0 1 16,2-2-1-16,0 0 0 16,1-1 0-16,3 0 0 0,-4 0 0 15,0-1-1-15,-3 0 2 16,-3 0-2-16,-1-1 3 15,-1 0 2-15,-3 0-1 16,0 0 1-16,0 0-3 16,-1-1 0-16,-1-1 0 0,-3-1-1 15,1 0 0-15,-5-1 3 16,2 1-2-16,-2-1-1 16,-2-1 0-16,0 1 0 15,0-1 0-15,-2 1 0 16,0-2 0-16,-1 1-1 15,1 0 1-15,0-3 2 0,-2 2-1 16,-1-1 1-16,-3 1-2 16,-1 0 0-16,-2 1 0 15,-2-1 1-15,0 1-2 16,-1-1 1-16,-2-1 0 0,0 2-1 16,-1-2 3-16,-6 1-2 15,1 0-2-15,-3 1 2 16,-1-1-1-16,-2 0 1 15,-1 0 0-15,-1 1 1 16,-3-2 4-16,-1-1 0 16,-1 1-2-16,0-1-3 0,0 0 6 15,0-2-3-15,-3-1-2 16,-2 2-1-16,-1-2-1 16,-1 3 0-16,0-2 0 15,-2 1 0-15,-1 0 1 16,0-1 0-16,-3 2 0 0,0-2-2 15,2 0 3-15,-1 0-2 16,1 0 0-16,-1 0 0 16,-2 2 0-16,2 0-1 15,-2 1 2-15,-2 1-1 16,0-1-3-16,-2 1 5 0,1 2-2 16,0-1-1-16,-2 0 1 15,0 2 0-15,0 0 0 16,-2-2-2-16,1 2 2 15,-2 1-1-15,-2-1 1 16,2 0 0-16,-1-1 1 0,1 1-2 16,0 0 1-16,1-1 2 15,1 1-3-15,-2 0 1 16,1 0 0-16,-2 1 1 16,1-1-1-16,-2 1-2 15,0 1 3-15,1-1-1 16,-1 2 0-16,0-2 0 0,-1 1-1 15,-2 0 2-15,3 0-1 16,-4-1 0-16,1 1 0 16,0 1-1-16,-1-1 1 15,0 2-1-15,0-1 1 0,0 1 0 16,-2 0 1-16,-2-1-1 16,-2 2 0-16,-1-2 0 15,-4 0 0-15,0 2 0 16,-5-1 0-16,-1 0-1 15,-1 0 1-15,0 2 1 0,-3 1-2 16,0-1 0 0,-4 2 1-16,-5 0 1 0,-7 0-1 15,-7 0 0-15,-12 1 0 16,-12 5 0-16,-11 0-1 16,-14 3 1-16,-13 2-7 0,-11 4-4 15,-11 3-9-15,-15 2 1 16,-5 3-25-16,-7-1-59 15</inkml:trace>
  <inkml:trace contextRef="#ctx0" brushRef="#br0" timeOffset="11042.19">4975 4822 4 0,'0'-3'11'0,"0"3"-2"0,0-2 5 0,0 0 0 0,0 0 5 16,-2 0-12-16,2 0 4 16,-2-1 4-16,1 1-3 15,1 0-4-15,-2-1-4 16,2 2-2-16,-1 0 0 0,1 0-1 16,0 1-1-16,0-1 1 15,0 1-1-15,0 0 1 16,-2-1 1-16,2 1 2 15,0 0-1-15,0 0-3 16,0 0-3-16,0 0 0 0,0 0-1 16,0 0 2-16,0 0 2 15,2 0-3-15,-1 1 1 16,1 1 0-16,-1 0 1 16,-1 2 0-16,2-1 0 15,0 0 1-15,0 0 2 16,-1 1-3-16,1-1 1 0,-1 0 0 15,1 0 0-15,0 1 0 16,0-3 0-16,-1 1-1 16,-1 0 1-16,2 0 0 15,-1-1 0-15,1 1 1 16,0-1-1-16,0 1 1 0,-1-2-1 16,2 2 1-16,-1-2-1 15,0 1 0-15,1-1 0 16,0 0 2-16,3 0 1 15,-1 0 2-15,3-5-1 16,1-3 3-16,2-2-1 0,4-3 1 16,-1-2-4-16,2-3 0 15,1 0 0-15,2-2 1 16,1-2 0-16,0-1 0 16,2-1 1-16,1-1 0 15,2-3 0-15,-1 1-1 16,2-1 0-16,3 0 2 0,-2-1-3 15,-1 2 1-15,-1 1-2 16,-1 2 1-16,-2 3 0 16,-3 1 0-16,-2 1-1 15,-1 4 1-15,-3 1-1 0,0 1 0 16,-3 3-1-16,-2 3 1 16,0 1 0-16,-1 2 0 15,-2 3 0-15,0 1 2 16,0 0-4-16,-4 0-20 15,-1 0-81-15</inkml:trace>
  <inkml:trace contextRef="#ctx0" brushRef="#br0" timeOffset="12894.5">11822 4824 73 0,'0'0'3'0,"0"0"-1"0,0 0 1 0,0 0-3 0,0 0 1 16,0 0-1-16,0 0 0 16,0 0 0-16,0 0 2 15,0 0 3-15,0 0 0 0,0 0 0 16,0 0-3-16,-15-27 1 15,15 26-3-15,0 1-1 16,0 0 0-16,3 0 0 16,0 0 0-16,0 0 0 15,2 3 1-15,-3 0 0 0,2 3 0 16,1-1 0-16,-2 1 0 16,1 0 0-16,1-1 0 15,-2 1 0-15,1 0 0 16,-1-1-2-16,1 1 2 15,-1-2 0-15,0-1 0 16,1 1 0-16,1-1 0 16,-2-3 0-16,4 0 2 0,-2 0-1 15,2-3 1-15,4-4 9 16,0-3-4-16,1-3-2 16,4-2 2-16,-1-2-6 0,3-1 3 15,2-1-2-15,0 0-2 16,0-2 1-16,2 1 4 15,-1-1-1-15,1 2 1 16,-2-1 3-16,-1 1 2 16,0 0-3-16,-4 1 1 15,0 3-5-15,-2 2-1 0,-3 3-1 16,-1 2 2-16,-2 3-1 16,-1 0-2-16,1 3 0 15,-2 1-10-15,0-1-49 16</inkml:trace>
  <inkml:trace contextRef="#ctx0" brushRef="#br0" timeOffset="14439.85">16300 4897 71 0,'1'0'0'0,"0"0"-2"0,0 0 2 0,2 1-2 0,-1-1 2 16,0 0-3-16,-1 2 5 16,1-1-1-16,0 1 4 15,1 0 1-15,-1-1-1 0,2 1-1 16,-1 1-3-16,0 0-1 15,-1 1 1-15,2-2 0 16,1 1 0-16,-2-1 0 16,0-1 1-16,1-1 1 0,0 2 1 15,1-2-1-15,-1 0 2 16,2 0-1-16,-1-2 4 16,3-3-1-16,1-1-1 15,1-2-1-15,0-3 2 16,3-1 4-16,2-4-1 15,3-2 2-15,3-2 1 0,1-3-1 16,4-1 1-16,0-1-1 16,0 2-1-16,-2-2-2 15,1 2-1-15,-2 1-6 16,0 2 1-16,-1 1-1 0,-1 0-1 16,1 3 0-16,-2 0 0 15,-1 4-1-15,-1 0 1 16,-4 4 0-16,-2 3-1 15,-2 3-5-15,-4 2-27 16,-4 0-39-16,-2 0-40 0</inkml:trace>
  <inkml:trace contextRef="#ctx0" brushRef="#br0" timeOffset="15193.58">16437 4823 10 0,'0'0'18'16,"0"0"0"-16,0 0-2 0,0 0-3 0,0 0-5 15,0 0-4-15,0 0-1 16,0 0 1-16,0 0 1 15,0 0-3-15,0 0 0 0,0 0-1 16,0-1 2-16,0 4-3 16,0-2 1-16,0 2-1 15,0-1 0-15,2 0 0 16,-1-1 0-16,1 2 0 16,1 0 0-16,0-1 0 0,3-1 0 15,-2 0-1-15,2-1 3 16,0 0-1-16,3 0-1 15,0-2 2-15,2-4-1 16,3-1 1-16,0-3 4 0,2 0 0 16,2-4 4-16,0 0 2 15,1-4 2-15,1 1-1 16,2-4-1-16,-2 1-5 16,2 0-3-16,-1 0-1 15,1-1 0-15,1 1 0 16,-2 3-1-16,-1 1-1 15,-1 3-1-15,-5 5-10 0,-4 4-17 16,-6 2-32-16,-4 2-41 16</inkml:trace>
  <inkml:trace contextRef="#ctx0" brushRef="#br0" timeOffset="15621.47">16400 4860 39 0,'0'0'5'0,"0"0"-3"0,0 0-1 0,0 0 4 0,0 0 6 16,0 0-2-16,0 0 8 15,0 0-6-15,0 0-5 16,0 0 5-16,0 0-1 15,20-6-1-15,-8-1-3 16,2-4 5-16,5-1-3 0,4-4-3 16,5-3-1-16,0-2-4 15,4-2 4-15,2-2-3 16,1 0 2-16,2-4-43 16,-5-1-98-16</inkml:trace>
  <inkml:trace contextRef="#ctx0" brushRef="#br0" timeOffset="18250.23">15900 4029 94 0,'3'-1'2'0,"0"1"2"0,-2 0 0 0,1 0 2 0,-2 5 0 16,1 3 3-16,-1 1 1 15,2 3-5-15,-1 0-1 16,2 1-3-16,0 2-1 16,-1 0 1-16,1 2 0 15,0-3-1-15,-1 1-1 0,-1-3-5 16,1-4-10-16,0 0-9 16,-2-4-34-16</inkml:trace>
  <inkml:trace contextRef="#ctx0" brushRef="#br0" timeOffset="18947.57">15858 4021 74 0,'0'0'55'0,"0"0"-47"16,-1-28 16-16,1 18-5 15,7 2-10-15,0-2-5 16,3 2 1-16,2-1-2 16,1 1-1-16,0 0 0 0,1 0 1 15,1 3-1-15,-1-2 0 16,2 2-1-16,-2 2-1 16,0 2 0-16,0 0 0 15,-3 1 0-15,1 0 0 16,-2 0 0-16,-1 3-1 0,-3 1 0 15,0 3-1-15,-2-1-2 16,0 2 1-16,-2 0-1 16,-1 1-1-16,-1 2 2 15,0-1-2-15,0 0 3 16,-2 2-4-16,-4-1 14 0,1-2-8 16,-2-1-5-16,-1-1 10 15,2-1-4-15,-1-2-2 16,1 0 5-16,1-2-2 15,-1 1-1-15,2-1 0 16,1 1 1-16,-2 0-4 16,2 1-1-16,-1-1 0 0,1 0 1 15,1-2 1-15,1 1 0 16,0-1 0-16,1-1-1 16,0 0-2-16,0 0-2 15,0 0 10-15,0 0-2 16,0 1 0-16,0 0 2 0,2-1-1 15,3 1 3-15,-1-1 1 16,1 0-5-16,2 0 1 16,0 0-1-16,0 0 3 15,-1 0-4-15,1 2 2 16,-1-1-3-16,0 1 0 0,-1 0 0 16,1 1 1-16,-1 0-1 15,1-1 0-15,1 1 1 16,-2 1-1-16,3-1 1 15,-3 0 0-15,2 0-1 16,1-3-12-16,1 0-36 16,-3 0-24-16</inkml:trace>
  <inkml:trace contextRef="#ctx0" brushRef="#br0" timeOffset="19411.47">16184 4010 99 0,'0'0'2'0,"0"0"-1"0,0 0 5 0,0 0 0 0,0 0 2 15,0 0 2-15,27 6 4 16,-18-6 1-16,2-5-3 15,-1 0-3-15,0-2-5 16,0 0 0-16,0 0-1 0,-1-3 0 16,0 3 0-16,-2-1 0 15,-1 0-1-15,-2 0 0 16,-2 2 0-16,-2 2-1 16,0 0 2-16,0 1-2 15,-5 3-2-15,-3 0-1 0,-2 0 0 16,-2 2-6-16,0 4 8 15,0 2 4-15,-1 2-3 16,3-1-5-16,0 2 6 16,2-1-3-16,4 1-1 15,1-1 3-15,3-1 0 0,0 2-1 16,0-4 3-16,6 1-2 16,3-1 3-16,1-1-3 15,1 0-4-15,3-3-21 16,1-2-26-16,-1-1-32 15</inkml:trace>
  <inkml:trace contextRef="#ctx0" brushRef="#br0" timeOffset="20052.34">16536 3894 109 0,'0'0'5'0,"0"0"11"15,0 0 7-15,7-32 0 0,-7 27-17 16,-7 2 4-16,-2 0-6 16,-1 3-2-16,0 0-4 15,-1 0-3-15,-3 2 6 0,2 4 8 16,0 1-10-16,2 4 3 16,2-1-2-16,3 2 0 15,0-1 1-15,2 1-2 16,3-2 2-16,0-1-1 15,1-2-2-15,6-2 7 16,0-1 0-16,3-3-1 0,2-1-1 16,-1 0 2-16,2-1-1 15,0-4-4-15,0-2 4 16,-3 1-4-16,0-1 1 16,-2-1 1-16,-2 1 0 0,-3-1-1 15,0 0 1-15,-1 2 2 16,-2 0 1-16,0 3 2 15,0 0 0-15,0 2-3 16,-3 0-4-16,0 1-1 16,1 0 0-16,0 0 1 0,-1 5 0 15,0 2-3-15,2 1-1 16,1 1 2-16,0 3 1 16,0 0 0-16,1 1 1 15,3 0 0-15,0 0 0 16,-1 0 0-16,4-1 0 0,-5 0 0 15,1-1 0-15,2-1 0 16,-4-2 0-16,2-1 0 16,-3 0 0-16,1-1 0 15,-1 0 0-15,0-2 1 16,0-1-1-16,-3 1-1 0,-3-1 2 16,0 0 0-16,-4-1 3 15,0-1-2-15,0 0-9 16,2-1-8-16,-1 0-14 15,2 0-30-15,0-3-18 16</inkml:trace>
  <inkml:trace contextRef="#ctx0" brushRef="#br0" timeOffset="20521.16">16613 3907 89 0,'0'0'38'0,"0"0"-36"0,0 0 7 0,0 0-2 15,31-25-6-15,-25 22 0 16,-1 3-1-16,2-1 0 0,-1 1 0 16,0 0 2-16,2 0 1 15,-3 1 0-15,2 4-1 16,-1 2-2-16,0 1-3 15,0-1 2-15,-3 1-1 16,1-1 3-16,-1-1-2 0,-1-1 1 16,0-2-2-16,-2 0 0 15,0-1 2-15,0 1 5 16,0-2 18-16,-4-1-2 16,-1 0-13-16,1 0 4 15,0 0 3-15,0 0 2 16,1-4 1-16,0-1-4 0,0-1-1 15,2-1-7-15,1-3 0 16,0 1-2-16,0 0-1 16,0-2 0-16,1 1-1 15,3 1-1-15,1 1-1 16,0 0 1-16,2 1-1 0,0 4-10 16,1-1-20-16,-1 2-20 15,0 2-33-15,1 0-11 16</inkml:trace>
  <inkml:trace contextRef="#ctx0" brushRef="#br0" timeOffset="20899.93">16839 3861 38 0,'0'0'19'0,"0"0"-2"0,0 0-4 0,0 0 2 0,0 0 4 0,0 0-3 15,0 0 2-15,0 0 2 16,29-8-7-16,-26 1-1 16,-1 1-1-16,1-2-3 15,-1 1-3-15,-2 0-2 0,0-1-1 16,0 2 0-16,0-1 5 16,-4 2-2-16,-1 1 4 15,1 1 0-15,-3 3-5 16,-2 0-5-16,1 0-2 15,-2 6 1-15,1 3 2 0,1 1-2 16,0 1 0-16,3-1 1 16,2 0-1-16,1 0 1 15,2 0 1-15,0-2 1 16,2 2-1-16,4-2 2 16,0-1-1-16,4 0-7 0,0-3-25 15,1 0-30-15,0-4-8 16</inkml:trace>
  <inkml:trace contextRef="#ctx0" brushRef="#br0" timeOffset="21424.61">17010 3800 90 0,'0'0'9'0,"14"-27"15"15,-10 14 3-15,0 1-3 16,-2 1 0-16,-2 3-5 15,0 1-10-15,0 1 1 0,0 2 3 16,-2-1-8-16,-2 4-6 16,0-1 0-16,-2 2 0 15,1 0 1-15,-2 0-1 16,1 3 3-16,-1 4-10 0,0 0 14 16,1 1-6-16,0 2 0 15,2 0-1-15,1-2 2 16,1 2-2-16,2-2-1 15,0-1-2-15,0-2 6 16,5-1-2-16,1 0 3 16,0-1-2-16,4-1 1 0,-2 1-1 15,0-1 0-15,1-1 0 16,0 0 0-16,-1 0-1 16,0 1 1-16,-1-1-2 15,-1 1 1-15,0 1 0 16,-2 2-1-16,0-2-1 0,-1 1 0 15,0-1 0-15,-1 2 1 16,-1 0-2-16,-1-2 1 16,0 2 0-16,0-1 1 15,-4 0 1-15,-4 1 2 16,-1-1-3-16,-4 1 5 0,1-2 0 16,-2 2-13-16,1-2 19 15,1 0-16-15,1-1 0 16,4-2 1-16,4 0-11 15,1 0-28-15,2-4-22 16</inkml:trace>
  <inkml:trace contextRef="#ctx0" brushRef="#br0" timeOffset="22180.26">17195 3695 69 0,'0'0'15'0,"0"0"10"0,9-30-1 0,-8 21-6 0,-1 3-2 15,0-1 2-15,0 3-8 0,-3 1-9 16,-1 0 3-16,1 2-1 16,-3 1-1-16,2 0-9 15,-2 0 8-15,-1 3 5 16,0 3-8-16,-1 1 3 15,1 3-14-15,-1 1 23 0,2-2-10 16,1 2-3-16,2-1 4 16,2 0-2-16,1-3 1 15,0 1-2-15,0-1-2 16,7-1 8-16,0-1 0 16,1 0-2-16,1-2 1 0,1 2-2 15,0-1 2-15,0 2-3 16,-3-1 0-16,1 0 0 15,-1 2 0-15,0-1-1 16,-4 1-1-16,1 0 0 0,-1-1 0 16,-3 1 0-16,0-1 0 15,0-2 2-15,0 1 0 16,-3-1 2-16,-3 0-4 16,0-1 14-16,0-1-20 15,-1-1 14-15,3-1 0 16,-2 0-3-16,3 0 2 0,2-1-6 15,-1-6 1-15,2 2-9 16,0-3 13-16,0 0-8 16,5 0 0-16,2-1 1 15,0 1 0-15,1 0 2 16,2 0 0-16,-1 2 1 0,2 0 0 16,-1 1 0-16,0 2 1 15,0 1-1-15,0 0 0 16,0 1 1-16,0 1-1 15,-1 0 1-15,-2 0-2 16,0 4 0-16,-2 0 1 16,1 2 0-16,-2 0 1 0,0-1-1 15,-2 1-1-15,1 1 1 16,-2-2 0-16,-1 0-1 16,3-2 1-16,-3 2 0 15,0-3 1-15,1 1 0 16,-1-1 1-16,2 0-1 0,-1-1-28 15,0-1-40-15,1 0-37 16</inkml:trace>
  <inkml:trace contextRef="#ctx0" brushRef="#br0" timeOffset="22359.09">17355 3664 173 0,'0'0'-1'0,"0"0"12"0,0 0 1 0,0 0-9 16,0 0-8-16,0 0-13 15,0 0-40-15,0 0 30 16,0 0-44-16</inkml:trace>
  <inkml:trace contextRef="#ctx0" brushRef="#br0" timeOffset="23218.84">17496 3691 107 0,'0'0'2'0,"0"0"6"16,0 0-1-16,0 0-4 15,0 0 3-15,0 0 0 16,0 0 1-16,0 0-3 0,-33-16-7 16,26 17 2-16,-2 4 6 15,2 0-2-15,0 2-3 16,1 1 0-16,0 0-1 16,2-1-1-16,2 2 2 15,1-2 1-15,1 1-2 0,0 0 0 16,0-2-4-16,4-1 10 15,2 1-5-15,-2-1-1 16,4-2-2-16,-4-1-1 16,0-2 3-16,2 0 1 0,-1 0 3 15,-2 0 0-15,0 0 3 16,1-5 2 0,-3 0 1-16,0 0-5 0,0-1-2 15,0-1 1-15,0-1 3 16,1 1-4-16,-2-2-2 15,3 2 1-15,-2-2-1 16,-1 3 0-16,3-2 1 0,-2 2-1 16,2 0 0-16,0 1 1 15,0 0 0-15,3 0-1 16,-1 2 1-16,1-2 0 0,3 3 1 16,-2-1-1-16,1 1-1 15,1 2 0-15,-1 0-1 16,-1 0-1-16,0 0 0 15,-1 6-1-15,-1 1-2 16,0 0-2-16,-2 1-1 0,-1 0 5 16,0 1 3-16,0-1-2 15,-1 0 4-15,-1-1-2 16,0-1 0-16,0-2 1 16,0 1-1-16,0-4-1 15,0 1-1-15,0-2 5 16,-2 0 3-16,0-1-6 0,1-4-5 15,1-1-1-15,0-2 6 16,0 0 2-16,0 0 0 16,5-2 1-16,0 1 1 15,4 1 3-15,0-1-3 16,2 1 2-16,0 1 3 0,0 0-3 16,2 3 2-16,-1 1 1 15,2 0-4-15,-1 3-3 16,-2 0 1-16,1 2-3 15,-3 6-3-15,-2 3 0 16,-4 3-3-16,-2 4 1 0,-1 2-5 16,-1 3-20-16,-7 0 1 15,-4 1-15-15</inkml:trace>
  <inkml:trace contextRef="#ctx0" brushRef="#br0" timeOffset="23638.09">16628 4215 115 0,'0'0'12'0,"0"0"-2"0,0 0-6 0,0 0-4 0,0 0 4 16,28-15 3-16,-12 8 4 16,4-1 2-16,1 0-2 15,5-1-3-15,3 1-4 0,2-1-1 16,3 2-2-16,1 1 0 16,1 0-1-16,2 1-6 15,0-1-53-15</inkml:trace>
  <inkml:trace contextRef="#ctx0" brushRef="#br0" timeOffset="27161.62">10118 4635 11 0,'0'0'14'0,"0"0"-12"0,1 0 2 0,-1 0-2 15,2 1-1-15,-2 0-1 16,1 1 0-16,0 1 0 16,0-1-1-16,3 1 3 0,-3-1 0 15,1 0 5-15,-2-1 0 16,2 2-1-16,-1-3 0 16,1 3 3-16,0-3-4 15,-1 2-1-15,1 0-1 16,0-1-1-16,1 0 1 0,2 0-2 15,-3-1 3-15,4 0-2 16,0 0 1-16,2-3 4 16,0-7 1-16,4 0 1 15,3-3 0-15,1-5-1 0,5-4 3 16,4-1 1-16,2-6-3 16,5 0-4-16,1-4 0 15,4 2-2-15,-5-2-1 16,3 0-9-16,-6-2-49 15</inkml:trace>
  <inkml:trace contextRef="#ctx0" brushRef="#br0" timeOffset="34615.22">17341 3449 88 0,'-3'0'11'0,"2"0"3"0,1 0-1 16,-1 0 0-16,1 0-2 0,0 0-6 16,0 0-1-16,0-1-3 15,1-1-1-15,3-1 1 16,-2 2 0-16,1-1-1 15,0 2 0-15,0-2 0 16,1 2 0-16,1-2 0 16,1-1 0-16,1 1 0 0,1-2 0 15,2-1-2-15,1-2 3 16,1-1 0-16,1-1 3 16,2-1 0-16,1-2 1 15,2 0-3-15,2-2 1 16,1 0 0-16,0 0-2 0,2-2-1 15,2 1-1-15,1 0 5 16,0 0 0-16,1-1 3 16,-1-2-3-16,0 0 3 15,0 0 3-15,-2 0 0 16,0 0-1-16,1 2-4 0,-1 0-1 16,-3 3-2-16,1 1-1 15,-2 0 1-15,-1 4-1 16,-1 0 0-16,-5 1 0 15,-1 4-1-15,-2-2 2 16,-1 4-2-16,-5 0 0 16,-1 1 1-16,0 0-3 0,-3 0-6 15,0 0-22-15,0 2-3 16,0 0-12-16,-4-1-10 16</inkml:trace>
  <inkml:trace contextRef="#ctx0" brushRef="#br0" timeOffset="35005.82">17887 2995 102 0,'0'0'13'0,"0"0"16"0,0 0-12 0,0 0-17 0,0 0-1 16,0 0 7-16,0 0-2 15,0 0 1-15,0 0-1 16,0 0 0-16,32-2-4 16,-22 2 1-16,0 0-1 15,-1 0-1-15,0 1 1 0,-1 2-3 16,0 2 1-16,0 2-1 15,-2-2 1-15,0 4 1 16,0-2 0-16,-1 2 1 16,-1 0 1-16,-1 1 1 0,-1 0 1 15,-2 3-2-15,0 0 0 16,0 1 2-16,0 0-5 16,0 0-20-16,0-4-28 15</inkml:trace>
  <inkml:trace contextRef="#ctx0" brushRef="#br0" timeOffset="35539.32">18209 2811 104 0,'0'0'13'0,"0"0"12"0,0 0-2 16,0 0-16-16,0 0-7 15,0 0-4-15,0 0-2 16,0 0-2-16,0 0 4 16,0 0 3-16,28 31 4 0,-22-20-2 15,2 0-1-15,2 0 1 16,-2 0 0-16,1-1 1 16,-2-1-1-16,0 2 0 15,-1-1 0-15,-1 0-7 16,-3-1-20-16,-1 0-14 0</inkml:trace>
  <inkml:trace contextRef="#ctx0" brushRef="#br0" timeOffset="36531.44">18220 2825 85 0,'0'0'3'0,"0"0"-2"0,0 0-1 0,0 0-2 15,0 0-8-15,29-26 4 16,-25 24 4-16,2-1 3 16,-2 1 2-16,2-1 6 15,-2 1 1-15,2 2 0 16,0-3 1-16,0 2 0 15,-1 0-5-15,0 1-4 0,0 0-1 16,2 0-1-16,-3 1-1 16,2 3-1-16,-1 0 2 15,1 1 0-15,-1 0 2 16,0 0-1-16,1 1-1 16,-1-1 0-16,0 0 1 15,-1 0-1-15,-1-2 0 0,0 1 0 16,0-2 0-16,-1 0 0 15,-2 0 0-15,0-2 1 16,2 2-1-16,-1-2 1 16,0 0 2-16,-1 0 0 15,0 0 7-15,0 0 5 0,1 0 2 16,-1 0-5-16,1-4-10 16,-1-2-2-16,2 1 0 15,-2-2 0-15,2 1 0 16,-2-2 1-16,1 1-2 15,1 2 1-15,0-2 0 0,1 1-2 16,-1-1-1-16,0 2 3 16,0-1 0-16,-1 1 0 15,1 1 0-15,-1 0 2 16,1 0-2-16,0 1 1 16,1-2-1-16,0 3 0 15,-1-3 0-15,0 3-1 0,0 0 2 16,-1 1-1-16,-1 0 0 15,3-1 0-15,-3 2 0 16,2 0 0-16,0 0 0 16,0-1-1-16,3 1-2 0,-4 0 1 15,1 0-2-15,2 0 0 16,2 0 0-16,-2 1 2 16,0 4 1-16,1-2 0 15,0 2 1-15,1 0 0 16,0 0 1-16,-2 0-1 15,2 1 0-15,-1 1 0 0,0 0 1 16,-1-1 0-16,2 1-1 16,-1 0 1-16,0-1 0 15,0 2 0-15,0-1 1 16,1 0 0-16,0-2 0 16,-1 1 1-16,0-1-2 0,-1 2-12 15,1-4-24-15,-4-1-6 16,1-2-35-16</inkml:trace>
  <inkml:trace contextRef="#ctx0" brushRef="#br0" timeOffset="37157.57">18606 2637 99 0,'0'0'17'0,"0"0"-7"0,0 0 4 0,0 0-5 16,0 0-8-16,0 0 0 0,0 0 0 16,0 0 1-16,0 0-3 15,0 0-3-15,0 0-4 16,0 0 11-16,0 0 1 16,5 10-1-16,-4-1-2 15,1 0 1-15,0 1-1 16,2 0 1-16,-3-2-1 15,1 2-1-15,1-1 0 0,-1-1 1 16,1 1-1-16,0 0 0 16,0-1 0-16,0-1 0 15,0-1 0-15,0-1 0 0,1-1 0 16,0-1 2-16,0-1 2 16,1-1 2-16,0-1 0 15,2 0 3-15,1 0 0 16,1-3-2-16,1-3 0 15,-1 0-1-15,3-2-2 16,0 3 2-16,0-4-3 16,2 1 0-16,-3 0 2 0,2 1-4 15,-2 1 1-15,0 1-2 16,-2 0 1-16,-1 2-1 16,1 1 0-16,-2 0-3 15,0 2-8-15,-3 0-24 0,-2 0-21 16,-1 2-30-16</inkml:trace>
  <inkml:trace contextRef="#ctx0" brushRef="#br0" timeOffset="37716.86">18497 3065 66 0,'0'0'33'0,"0"0"-23"0,0 0-9 16,0 0 0-16,0 0 1 16,0 0 0-16,29-13-1 15,-18 6 2-15,2-1 0 16,1-2 3-16,4-1 4 15,-1 0 2-15,4-3 1 0,0 0-2 16,1 1-3-16,0 0-4 16,3-2-1-16,-1 3-1 15,-2-1 0-15,1 2 1 16,-1-1-1-16,-2 2-1 0,-2 0 0 16,-4 2 0-16,-1 3 0 15,-1 0-1-15,-5 2 1 16,0 1-1-16,-1 2 0 15,-3 0-4-15,-1 0-8 16,-2 5-24-16,0 2 7 16,-2 2 19-16,-6 3-6 15,-1-2-33-15</inkml:trace>
  <inkml:trace contextRef="#ctx0" brushRef="#br0" timeOffset="38139.1">18601 3098 74 0,'0'0'35'0,"0"0"-18"0,0 0-8 0,0 0-8 16,0 0 2-16,0 0-2 0,31-20 0 16,-18 13 0-16,0-1 1 15,2 0-1-15,1 0 2 16,1-1 2-16,0 1 1 16,2-2 0-16,0 2-4 15,0 0 1-15,0 0 1 0,-1 1 1 16,-1 1-1-16,-1-1-1 15,-1 2 1-15,0-2-1 16,1 2 2-16,-2 0-4 16,-2 2 0-16,1-1 0 15,-4 0 0-15,1 2-1 16,-2 0 1-16,-2 2-1 0,1 0 0 16,-3 0-5-16,-1 0-35 15,-3-1-55-15</inkml:trace>
  <inkml:trace contextRef="#ctx0" brushRef="#br0" timeOffset="45208.37">20007 4547 60 0,'0'0'4'0,"0"0"6"0,0 0 3 0,0 0-3 0,0 0 0 15,0 0-3-15,0 0-2 16,0 0-1-16,0 0 2 15,0 0 0-15,0 0-3 16,0 0-3-16,0 0-2 0,-18-20-1 16,14 19 3-1,-2 0 1-15,1-1 0 0,-1 1 1 16,0-1 3-16,0-1 6 16,1 1-6-16,-4-1 0 15,1 0-1-15,0 2 3 0,-1-2-3 16,1 0 0-16,-4 1-1 15,1 1-2-15,-1-1 1 16,-1 0-1-16,0 0 5 16,-1 1-3-16,-1 1-3 15,0-1 1-15,0 0-2 16,-1 1 3-16,0 0-2 0,-1 0 0 16,1 0 0-16,-4 0-1 15,1 0 1-15,-1 0 1 16,-1 0 0-16,-1 0 3 15,2 0 2-15,-2 0-1 16,3 2 1-16,2 0-4 0,1 0-1 16,-1 1 0-16,2 0-1 15,1 1 0-15,0 0 0 16,-1 1 0-16,1 0 0 16,-1 1 0-16,-1 1 0 15,-2 0 1-15,2-1-1 0,-4 3 0 16,1-3 0-16,0 3 0 15,1-2 0-15,2 0 0 16,-2 1 0-16,2 0 0 16,0 0 0-16,2-1 0 15,-2 0 0-15,2 0 1 0,-1 1-2 16,0 0 1-16,3-1 1 16,-3 1-1-16,4-1 0 15,-2 3 0-15,2-1 0 16,-1 0 0-16,-1 1 0 15,0 1 1-15,1-2-2 0,0 4 2 16,0-3-1-16,0 0 0 16,1 2 0-16,2-1 0 15,1 0 0-15,-1 0 0 16,1 0 2-16,3 1-2 0,-3-1 0 16,3 2 0-16,0-1 0 15,0-1 0 1,1 1-3-16,1 1 3 0,-1-3 0 15,1 0 0-15,1 0 0 16,-2 0 0-16,2 0 1 16,-1-2-1-16,2 2 2 0,-3 0-2 15,2-2 0-15,0 1 0 16,1-1 0-16,0 2 0 16,-1-1 0-16,2 0 0 15,0 1 0-15,0-1 0 16,0 0 0-16,0-1 0 15,0 0 0-15,3 1 0 0,-2 0 0 16,2-2 0-16,1 1 1 16,-2-1-1-16,1 0-1 15,2-1 1-15,-3 1 0 16,2 0 0-16,0-1 0 16,0 2 0-16,-1 1 1 0,2-1-1 15,0 0 0-15,0 2 0 16,1-2 2-16,0 2-4 15,2-2 4-15,-2 0-4 16,1 1 4-16,1-2-5 0,-2 1 3 16,1-2 0-16,0 0 0 15,2 0 0-15,-2 0 0 16,1 0 0-16,1 0 0 16,1-2 0-16,0 2 0 15,2 0 0-15,-1-1 0 16,2 2 1-16,-2-2 1 0,2 2-2 15,-3-1 0-15,2-1 1 16,-2 2-1-16,2-2 0 16,-1-1 0-16,-1 0 0 15,1 0-1-15,0-1 1 16,-1 0 1-16,1 0-1 0,-1-2 0 16,1 0 2-16,1 1-3 15,1-1 3-15,-3 2 0 16,3-2-2-16,-2 1 0 15,1 0 0-15,-1 0 0 0,1 0 1 16,0-1-1 0,1 1 0-16,-2-1 0 0,0 0 0 15,2-1 0-15,0 1 1 16,1-1 0-16,1 1 0 16,2 0-1-16,0-1 0 15,0 1 1-15,1 1-1 0,0-2 0 16,-1 1 0-16,0-1 0 15,1 0 0-15,-2 0 2 16,1 0-4-16,-1 0 4 16,-1 0-2-16,0 0 0 15,1 0 0-15,-2 0 0 16,1 0 0-16,-1 0 1 0,2 0-1 16,-2 0 0-16,0-1 0 15,3 1 0-15,-3-2 1 16,2 1-1-16,-1 1 0 15,2-2 0-15,0 0 0 16,-2 1 0-16,2-1 0 0,-1-1 0 16,1 3 0-16,-3-2 0 15,1 0 1-15,-1 0-2 16,-1 0 2-16,2 0-2 16,-3 2 1-16,2-1 1 15,0-1-1-15,0 2 0 0,-1-1 0 16,2 0 0-16,-2 1 0 15,1 0 0-15,1 0 0 16,-1 0 0-16,2 0 0 16,-2-1 0-16,0 1 0 15,1 0 0-15,0-1 0 0,0 1 0 16,-1 0 0-16,2 0 0 16,-2 0 0-16,2 0 0 15,-1 0 0-15,2 0 0 16,-1 0 0-16,2 0 0 15,0 0 0-15,-1 0 1 16,1 0-2-16,2 0 1 0,-2 0 0 16,-1 0 0-16,0 0 0 15,0 0 0-15,-1 0 0 16,0 0 0-16,0 0 0 16,1 0 0-16,1 0 0 0,1 0 0 15,0 0 0 1,-1 0 1-16,2 0-1 0,-1 0-1 15,0 0 2-15,1 0-1 16,-1 0 0-16,-1 0 0 16,0 0 0-16,1 0 0 15,0 0 0-15,-2 0 1 0,1 0 0 16,1-1 0-16,-1 0 0 16,-1 0-1-16,0 0 0 15,1 1 1-15,-1-2-1 16,0 2 0-16,1 0 0 0,-1 0 0 15,-1-1 0-15,1 0 0 16,-1-2 0-16,0 3 1 16,-1-3-2-16,0 1 2 15,-1-1-1-15,2 1 0 16,-1-1 0-16,2-1 0 0,-1-1 0 16,1 1 0-16,0-1 0 15,0 0 1-15,1-2 2 16,-1 2 1-16,0-2 0 15,0 1-2-15,-1-1-1 16,-1-1 1-16,1 2-2 16,-2-3 0-16,-1 3 1 0,0-2-1 15,-2 1 0-15,0-3 0 16,0 1 0-16,0-1 0 16,0-1 1-16,1-1-2 15,-1-1 1-15,0 0 0 16,0-2 1-16,0 1-2 0,0-1 1 15,-2 1 0-15,1-1 0 16,-2 1 0-16,0 0 0 16,-1-1 0-16,1 2 0 15,-1-1 0-15,0-1 0 16,0 1 0-16,0-2 0 16,-1-1 0-16,1 1 0 0,-3-1-1 15,0 0 1-15,-1 1-2 16,-3 0 4-16,0-1-2 15,0 2 0-15,-1-1 0 16,-5 1 0-16,2 0 1 0,-3 2 0 16,2 1 1-16,-3-1 0 15,1 2-2-15,0 0 0 16,-2 0 1-16,1 0-1 16,-3 1 1-16,1-1 1 15,0 0 0-15,-2 1 0 0,-1-1 0 16,0 1-1-16,-1 0 1 15,2 1-1-15,-3 0 0 16,1-1-2-16,0 3 2 16,-1 1-4-16,-1-1 2 15,0 2 2-15,0 0-2 0,-1 0 1 16,0 2 0-16,-2-1-1 16,3 0 1-16,-3 1 2 15,2 0-3-15,0 0 1 16,0 0 0-16,0 1 1 15,1 1-2-15,-2-1 2 16,1 2-3-16,1-1 0 0,-2 0 4 16,0 1-3-16,1 0 2 15,-2-1-3-15,1 1 3 16,0-1 0-16,-1 1-1 16,-1-2 0-16,0 1 1 15,0 0-1-15,0-1 0 0,2 0 1 16,-2 1-1-16,1-1 0 15,-1 1 0-15,-2 0 0 16,-3 0 0-16,-2-1-1 16,-2 2 2-16,-4 0-3 0,0 0 3 15,0 0-4-15,-3 0 5 16,1 0-3-16,-4 0 2 16,-1 0-6-16,-4 0 9 15,-3 3-4-15,-3-1 1 16,-4 2-1-16,-4 0 1 15,-2 2-1-15,0 2 0 0,-3 2 0 16,0 1-1-16,2 4-21 16,3-4-35-16,5-4-79 15</inkml:trace>
  <inkml:trace contextRef="#ctx0" brushRef="#br0" timeOffset="46812.24">21625 5014 22 0,'0'0'11'0,"0"0"0"0,0 0 1 0,1 0-2 16,-1 0 9-16,1 0-4 15,-1 0-4-15,1 0 2 0,0 0-8 16,-1 0-2-16,1 0-3 16,-1 0 0-16,0 0-2 15,1 0 2-15,-1 0 0 16,0 0-1-16,1 0 0 16,0 0 2-16,-1 0 0 0,0 0 2 15,0 0-1-15,0 0-1 16,2 2 1-16,-1 0 0 15,0 2-2-15,1-1 1 16,-1-1 0-16,1 3-1 16,0-2 0-16,0 1 0 15,0-1 2-15,1 2-2 0,0-2 0 16,-1 2 0-16,1-1 1 16,-1 0-1-16,2 0 1 15,-1-1-1-15,0 2 0 16,1-3 1-16,-2 1-1 15,0-1-1-15,1-2 2 0,-1 1-1 16,1-1 1-16,-1 0 2 16,1 0-1-16,1 0 6 15,1 0-2-15,1-3-1 16,1-2-3-16,1 0-1 0,1-2 0 16,1 1-1-16,2-3 1 15,-1-2 0-15,3 1 0 16,0-3 3-16,1 0 0 15,3 0 2-15,-1-2-1 16,3 1-2-16,0 0 0 0,-3 0-2 16,3 0 0-16,-2 0 2 15,-1 0 2 1,0 0 2-16,0 1-2 0,1 0 0 16,-5 0-1-16,1 2 0 15,0 0-1-15,0 2 0 16,-1 1-1-16,-2 2-1 0,2 0-1 15,-2 3-1-15,-4-3-21 16,-5 0-84-16</inkml:trace>
  <inkml:trace contextRef="#ctx0" brushRef="#br0" timeOffset="55639.96">4915 4825 56 0,'0'0'2'0,"0"0"-1"0,0 0-1 0,0 0-1 16,0 0 2-16,0 0 0 15,0 0 0-15,0 0 1 16,0 0 16-16,0 0 1 16,0 0-4-16,0 0-5 15,0 0-2-15,-10-3-2 0,8 0 1 16,2 1-4-16,0-1 1 16,-2 1 3-16,2-1 3 15,0-2-5-15,0 3 0 16,0-1-3-16,0 0-5 15,0 0 4-15,0 1 1 0,0 0-4 16,0 0 2-16,0 1 2 16,0 0-1-16,0 0 1 15,0 1-1-15,0-1-1 16,0 1 1-16,0-1-2 16,0 0 1-16,0-2-1 15,2 1 3-15,1 0-2 0,0 0 1 16,-1 0 1-16,2 1-1 15,-3 1-1-15,1 0 1 16,-1 0-2-16,2 0 1 16,0 2 2-16,-2 1 0 0,2-1-1 15,0 1 1-15,1 0-2 16,-1 1 0-16,3-1 0 16,-2 0 0-16,0 0 0 15,1 1 0-15,-1-1 0 16,1 1 0-16,-1-1 0 0,0 0 1 15,1 1-1-15,-2 0 0 16,1 1 0-16,0-3 0 16,-1 2 0-16,1-1 1 15,-1-1-1-15,0-1 0 16,1 1 0-16,-2-1 0 16,1 1 1-16,1-2-1 0,-1 0-1 15,2 0 1-15,0 0-1 16,2 0 1-16,-1-5-4 15,3 0 4-15,1-2 4 16,0-2-2-16,3-2 2 16,1-2 2-16,1-1-2 0,0-3 0 15,2-2 0-15,1-3-1 16,2 1-1-16,2-3-1 16,2-4 2-16,2-3 0 15,5 0 0-15,-1-3 2 16,2 0 1-16,-1-1-2 0,0 2 0 15,0 0 1-15,-2 0-1 16,0 3-2-16,-1 4-1 16,-3 0 0-16,0 5-1 15,-3 1 0-15,-2 6 0 16,-3 2 0-16,-2 4 0 16,-3 6-1-16,-3 2-13 0,-6 0-57 15,-3 7-80-15</inkml:trace>
  <inkml:trace contextRef="#ctx0" brushRef="#br0" timeOffset="56429.99">4931 4720 6 0,'0'0'-6'0</inkml:trace>
  <inkml:trace contextRef="#ctx0" brushRef="#br0" timeOffset="57205.83">4931 4720 12 0,'0'0'21'16,"0"0"-12"-16,0 0-5 15,0 1-4-15,0 1 0 16,0-2 0-16,0 2 0 15,0-2-1-15,0 0 1 16,0 0 0-16,0 0 2 0,0 0 0 16,0 0 3-16,0 0 7 15,0 0-3-15,0 0-2 16,0 0-2-16,1-2 2 16,-1 2-2-16,0-1-2 15,0 0 1-15,0 1 0 0,0-1 2 16,0 1 7-16,0 0-2 15,0 0-3-15,0 0-3 16,0 0-3-16,0 0 0 16,0 0-2-16,0 0-3 15,0 0 0-15,0 0 2 16,0 0 1-16,0 0 4 0,0 0-4 16,0 0 1-16,0 3 1 15,0-2-2-15,0 0 1 16,0 1 0-16,0-1 0 15,0 1-1-15,0-1 0 16,1-1 1-16,-1 0-1 0,2 2 1 16,-2-2 2-16,0 1-3 15,1 0 0-15,-1-1 0 16,0 1 1-16,2-1-1 16,-2 0 1-16,0 0-1 15,0 0 0-15,1 0 0 0,-1 0 0 16,0 0 1-16,0 0-1 15,0 0-1-15,0 2 2 16,0-2-1-16,2 0 2 16,-2 0-2-16,1 0 0 15,0 0 0-15,1 1-2 0,-2-1 4 16,1 0-2-16,-1 1 0 16,0-1 1-16,0 0-1 15,0 0 0-15,0 0 1 16,0 1-1-16,0-1 0 15,0 0 2-15,0 0 0 16,0 0 5-16,0 0 0 0,0 0 1 16,0 0 2-16,0 0-3 15,0 0-1-15,0 0-2 16,0 0 2-16,0 0 0 16,0 0-3-16,0 0-2 15,0 0-1-15,0 0-1 0,0 0-1 16,0 1-1-16,2 0 2 15,-1 0-2-15,-1 1-3 16,2 0-10-16,-1 1-23 16,-1 1-7-16,0-1-43 15</inkml:trace>
  <inkml:trace contextRef="#ctx0" brushRef="#br0" timeOffset="58067.33">4938 4738 62 0,'0'-3'9'0,"0"1"10"0,0 0-2 0,0 2 1 0,0-1 3 16,0 1-4-16,0-2-6 0,0 2-11 16,0 0-6-16,0 0 3 15,0 0 3-15,0 0 1 16,0 5-2-16,0-2 2 16,1 2 0-16,2 0-2 0,0 2 1 15,0 0 0-15,1 1 0 16,0 0 0-16,1-1 0 15,1-1 1-15,-2 1-1 16,3-2-1-16,2 0 0 16,-1-2-2-16,1-3-1 15,4 0 1-15,-1 0 3 16,-1-2 0-16,4-6 2 0,-1 1-4 16,1-4 4-16,0-2 0 15,0-2-1-15,2 0 0 16,-1-3 3-16,1-2-1 15,3-3 1-15,0-2 0 0,4-1-1 16,1-4 0-16,3 0-5 16,2-4 11-16,1 0-6 15,0 0 3-15,0 1 2 16,-1 1-1-16,-1 1-2 16,-5 4 1-16,2 1-2 0,-4 3-3 15,-2 3 1-15,-2 2-2 16,-3 5 0-16,-2 6 0 15,-3 2-2-15,-3 4-10 16,-5 1-45-16,-2 1-62 16</inkml:trace>
  <inkml:trace contextRef="#ctx0" brushRef="#br0" timeOffset="59044.48">4963 4693 52 0,'0'0'12'0,"0"0"13"0,0 0-6 0,0 0-5 0,0 0-2 15,0 0-2-15,0 0-1 16,0 0-1-16,0 0-4 16,0 0-4-16,0 0 0 15,0 0-4-15,0 0 1 16,4-3 2-16,-1 3-1 0,0 0 1 15,1 0 1-15,0 3 0 16,2-1-1-16,0 3-3 16,-1 0-1-16,1 0-2 15,1 1 0-15,0 0 2 16,-2 0 1-16,1 1 2 0,-2-1 2 16,2 1-2-16,-2-2 4 15,0 0-1-15,-1-2-1 16,2 2-1-16,-3-2 2 15,3 0-1-15,-2-1 1 16,2-2 0-16,1 0 0 16,2 0 1-16,0-1 3 0,1-5-2 15,-1-1-2-15,2-2 1 16,-1 0 0-16,2-3-1 16,1-1 1-16,1-1-1 15,2-4 2-15,0 0-3 0,4-2 3 16,0-3-2-16,4-3-1 15,-1-2 5-15,4-1 0 16,0-2-2-16,2-2-3 16,-1 0 3-16,0 3 0 15,-1-3 2-15,0 1-1 0,-3 1-1 16,-1 3 4-16,-1 0-5 16,-1 5-1-16,1 3-2 15,-3 2 2-15,1 4-3 16,-4 2-8-16,-2 5-17 15,-2 1-9-15</inkml:trace>
  <inkml:trace contextRef="#ctx0" brushRef="#br0" timeOffset="60025.2">4980 4686 12 0,'0'0'29'0,"0"0"-4"0,0 0-2 0,0 0-5 0,0 0-6 16,0 0-2-16,0 0-6 15,0 0-4-15,0 0 3 16,0 0 1-16,0 0 2 15,0 0-3-15,0 0-1 16,0 0-1-16,-5 1-1 0,7 2 0 16,1 0 2-16,0 2-2 15,2 0 1-15,0 0 2 16,2 0-3-16,0 0 0 16,1 0 1-16,4 0-1 15,-2 0 0-15,3-2 0 16,-1-1 0-16,1 1 0 15,-1-1 0-15,0-1 0 0,1-1-1 16,-1 0 0-16,1 0-1 16,-1-6 2-16,2-1 0 15,-1-1-1-15,1-2-3 0,2-3 5 16,1-2 2-16,1-1-2 16,-1-3-1-16,3-2 3 15,0-1-2-15,2-4-3 16,0 0 5-16,2-4 0 15,1-3 4-15,-1 0 0 0,5-2-2 16,-2-3-2-16,2 0 1 16,0 1-1-16,0 2 3 15,-2 3-5-15,-2 4 2 16,-2 4-1-16,-3 7-1 16,-4 3-1-16,-3 5 1 0,-3 5-1 15,-8 3-5-15,-2 1-62 16</inkml:trace>
  <inkml:trace contextRef="#ctx0" brushRef="#br0" timeOffset="63589.34">4918 4731 14 0,'0'0'3'0,"0"0"2"0,0 0-2 0,0 0-2 16,0 0 1-16,0 0-2 0,0 0 1 16,28 14 1-16,-25-11-2 15,1-1 0-15,1 1 2 16,-1 0-2-16,1-1 3 16,1 1-1-16,-1 1-1 15,4-1 1-15,-2-1-2 16,2-1 1-16,1-1 1 0,0 0 0 15,2-2 1-15,0-4 2 16,1-2 3-16,0-1 3 16,1-2 1-16,1-3-2 15,2 0 1-15,0-3-5 16,0-1 3-16,0-4 8 0,2 0-10 16,0-2 3-16,1-4 6 15,1 1 0-15,0-1-4 16,0 1-3-16,1 2 0 15,-1 2-2-15,-1 4-3 16,1 6-3-16,-2 2-1 0,-2 4 0 16,-4 2-8-16,-3 0-86 15</inkml:trace>
  <inkml:trace contextRef="#ctx0" brushRef="#br0" timeOffset="64703.81">10217 4561 45 0,'0'0'11'0,"0"0"9"0,0 0-1 16,0 0-8-16,0 0-3 15,0 0 0-15,0 0 0 16,0 0 1-16,0 0 1 0,0 0 1 16,0 0 1-16,-4-9 2 15,4 8-2-15,0-1-1 16,0-1-4-16,1-2-8 15,6-3 2-15,3 0 0 0,4-4-1 16,6-1 0-16,2-4-1 16,0-4-32-16</inkml:trace>
  <inkml:trace contextRef="#ctx0" brushRef="#br0" timeOffset="66870.78">18817 2426 0 0,'0'0'1'0,"0"0"0"0,0 0-1 0,0 0 0 15,0 0-1-15,0 0 3 16,0 0 10-16,0 0-5 16,0 0-9-16</inkml:trace>
  <inkml:trace contextRef="#ctx0" brushRef="#br0" timeOffset="68784.12">18817 2426 46 0,'-38'16'14'0,"37"-16"13"16,1 0-11-16,0 0-8 15,0-1-6-15,0 0 1 0,0-1-2 16,0 1-1-16,0 0 5 16,0-1 0-16,0 2 4 15,0-2-3-15,0 1 6 16,0 0-6-16,0 0 2 0,0 1-1 15,0 0-5-15,0 0-1 16,0-2 0-16,0 2 0 16,0 0 1-16,0 0-2 15,0-1 1-15,0 1 4 16,-1-2 2-16,-1 0 1 0,0 1-2 16,0-1 0-16,-1-1 2 15,0 1 0-15,-1 0-3 16,1-1 1-16,0 1-4 15,-1 1 1-15,1-1-1 16,0 0-1-16,-1 1-1 0,0 1-1 16,1 0 1-16,-4 0-2 15,0 0 2-15,2 0 0 16,-3 0-2-16,1 0 4 16,1 0-2-16,-1 0 0 15,3 0 1-15,-2 0-1 0,2 0 1 16,-2-1-1-16,2 0 0 15,-1 1 0-15,0-1 1 16,-1 0-2-16,0 0 2 16,-2 1-1-16,-1-1 0 15,0 0 1-15,0 0-1 16,-1 1 1-16,0 0-1 0,0-1 1 16,2 1-1-16,-2 0 2 15,1 0-1-15,1 0 0 16,0 0 1-16,-2 0-2 15,0 0 2-15,-1 2-2 16,-2 1-2-16,1 1 2 0,-3 1 0 16,1 1 0-16,0-2 0 15,-3 1 0-15,2 1 0 16,0-2 0-16,1-1 2 16,-1 1-4-16,3 0 4 0,0 1-2 15,1 1 0 1,-1-2 1-16,-1 3-1 0,0-1 0 15,1 1 0-15,0-1 0 16,0 0 0-16,0 1 0 16,1 0 0-16,2-2 0 15,-1 2 0-15,2 1 2 16,1-1-2-16,0 1 0 0,1-2 0 16,2 3-2-16,-1 0 2 15,2-2 0-15,0 3 2 16,0-1-4-16,0 2 4 15,2-1-2-15,-1 1 0 0,-1-1 0 16,2 1 0-16,0-2 0 16,0 1 0-16,0 1 0 15,1-2 0-15,-1 2 0 16,1 1 0-16,0-2 0 16,-2 3 1-16,2-1-1 0,0 0-1 15,0-1 2-15,0 2-1 16,0 0 0-16,0-1-1 15,0 1 2-15,0 0-1 16,2 0 0-16,0-1 0 16,0 1-1-16,2-1 1 15,0 1 0-15,0 0 1 0,1 1-2 16,-1-1 1-16,3-1 1 16,-4 2-1-16,4-4 0 15,-2 2-1-15,0 0 1 16,2-1 0-16,-1-1 0 0,1-1 0 15,-2 0 0-15,3 1 0 16,1-2 0-16,-1 0 0 16,0 2-2-16,0-2 2 15,0-1 2-15,1 3-2 16,-2-1 0-16,0 0 0 0,0-1 1 16,1 1-1-16,0-1-1 15,0 0 1-15,0 0 0 16,1 0-3-16,0-1 0 15,1 1 3-15,0-1 0 16,2 0 0-16,-1 0 0 16,0 1 3-16,0-1-2 0,0 0 1 15,-1 0-2-15,0-2 0 16,0 2 0-16,0-1 0 16,0-1 0-16,2-1 0 15,0 0-6-15,2 0 6 16,-1 1-2-16,1-1 0 0,2-2 4 15,-1 2-2-15,1-1-1 16,-3 0 2-16,0-1 0 16,1 1-1-16,-1-2 0 15,0 0 1-15,2 1-1 16,-2-1 0-16,2 1-1 16,1-1 2-16,2-1-1 0,-2 0 0 15,3 0 0-15,0 0 1 16,0 0-1-16,0 0 2 15,-1 0-2-15,-1 0 0 0,0 0 0 16,-2-3 1 0,2 0-1-16,-3 0 0 0,2-2 0 15,0 1-3-15,1-2 5 16,-1-1-1-16,2 0-1 16,0-2 2-16,1 0-2 15,-2-2 2-15,0-1-2 0,1-1 1 16,-3 0 0-1,1-1 0-15,-2-1 0 0,1-1 0 16,-2-1 0-16,0 1 1 16,-2-2-1-16,0 1 0 15,1-1 1-15,-3-1-1 0,1-1 0 16,-1 0 0-16,-1-1 1 16,0 1-1-16,-2-2 0 15,1-1 3-15,-2 2-2 16,-1-1 0-16,-4 1 0 15,0-1 2-15,0 2 3 16,0 2-3-16,-5-2 3 0,-2 2-3 16,0-2-1-16,-1 2 0 15,0-1 0-15,-2 1-3 16,1-3 1-16,-1 2-1 16,-3-1 0-16,0 0 1 15,0 2-1-15,-1 0 0 0,-1-1 0 16,-2 4 2-16,1-1-2 15,-3 1-2-15,-1 2 3 16,0 1 2-16,-3 1-3 16,0 1-1-16,-4 1 3 15,3 1-3-15,-1 1 1 0,2 1 0 16,0 0 1-16,2 1-1 16,-1 3 0-16,-1 0 0 15,1 2-2-15,-1 0-9 16,-1 2-31-16,-1 1-65 15</inkml:trace>
  <inkml:trace contextRef="#ctx0" brushRef="#br0" timeOffset="70158.45">21699 4954 25 0,'-1'0'22'0,"-1"0"16"0,2 0-17 16,0 0 2-16,0 0-8 16,0 0-9-16,0 0-4 0,0 0 0 15,0 0 1-15,0 0-3 16,1 0 0-16,1 0 0 16,0 0 0-16,-1 0 0 15,1 0 0-15,0 0 0 16,-1 2 0-16,0 0 0 15,0 0 0-15,0 0-2 0,0 0 1 16,-1 0 0-16,0 1-1 16,0-1 4-16,0 0-2 15,1 0 0-15,0-1 0 16,0 2 0-16,2-3-2 16,-2 2 0-16,0-1 0 0,1 0 2 15,0 0 0-15,-1-1 0 16,0 0 1-16,1 0 0 15,0 0-1-15,-1 0 1 16,2 0-2-16,-1 0 2 16,1-3-1-16,1-2 0 0,1 0 3 15,-1-2 10-15,3-3 8 16,1-1-2-16,2-1-3 16,3-3-2-16,4-3-7 15,7-5-5-15,2-2 0 16,6-6-11-16,3-6-92 0</inkml:trace>
  <inkml:trace contextRef="#ctx0" brushRef="#br0" timeOffset="82725.92">17049 4499 122 0,'0'0'3'0,"0"0"-3"0,0 0 1 0,0 35 0 0,0-19 0 15,0 2 0-15,0 2-1 16,3 0 0-16,-1-2 0 15,1 1 0-15,1-4 0 16,-1-1-1-16,-1-5 0 16,0-3 0-16,-2-5-1 0,0-1-9 15,0 0 6-15,-4-5-52 16</inkml:trace>
  <inkml:trace contextRef="#ctx0" brushRef="#br0" timeOffset="83233.94">17086 4484 96 0,'0'0'1'0,"0"0"1"16,0 0 0-16,28-20 6 0,-22 20-5 16,0 0-1-16,-1 1 0 15,1 5-1-15,1 2 2 16,-1 3-2-16,0 1 0 15,-3 1 0-15,3-1 0 16,-3-1-1-16,1-1 1 0,2-2-1 16,-4 0 0-16,3-4 0 15,-2-1 1-15,-1 0 0 16,0-3 1-16,1 0 1 16,-3 0 11-16,1-3 19 15,-1-2-26-15,2-5-6 16,-1-1 1-16,1-1-1 0,1-1 0 15,2-2-2-15,0 0 3 16,1 0-3-16,2-1 1 16,-1 4 1-16,1 1-1 15,-1 2 3-15,-3 3 1 16,0 2-1-16,0 1 1 0,-1 3-2 16,-1 0-1-16,1 2 2 15,-2 5 0-15,0 3 0 16,1 1 0-16,0 4-2 15,2 0 0-15,-2 0-2 16,2 1 1-16,0-2 0 0,2 0 0 16,-2-1-3-16,1-3 1 15,0-2-13-15,0-4-28 16,0-4-13-16</inkml:trace>
  <inkml:trace contextRef="#ctx0" brushRef="#br0" timeOffset="83517.09">17423 4382 165 0,'0'0'1'0,"0"0"-12"0,0 0 13 0,1 31-1 15,-5-13 0-15,0 3 0 16,1 1 1-16,0-1-1 15,3 0 1-15,0-2-2 16,3-4 0-16,7-1 0 0,4-4-2 16,5-4-1-16,4-2 9 15,6-2 3-15,3-2-7 16,2 0 3-16,-1 0-3 16,-1-2-1-16,-6-1-4 15,-8 2-34-15,-8 0-64 0</inkml:trace>
  <inkml:trace contextRef="#ctx0" brushRef="#br0" timeOffset="84047.96">16558 4941 94 0,'0'0'7'0,"0"0"-6"0,0 0 4 0,0 0 0 0,36 12-2 16,-18-6 2-16,1 1-2 16,5 0-1-16,3 2-1 15,6 1 0-15,6-1 0 16,1 2-1-16,2-1 1 0,2 1-1 16,0-3 0-1,-1 1 3-15,-2-2-3 0,-1-1 1 16,-3-1 0-16,-5 0-1 15,-6-3-35-15</inkml:trace>
  <inkml:trace contextRef="#ctx0" brushRef="#br0" timeOffset="84556.85">17217 5031 114 0,'0'0'8'0,"0"0"-8"0,0 0 2 0,0 0 2 15,0 0-2-15,0 36 2 0,0-22-3 16,0 2 0-16,0 0-1 16,1 2 1-16,0 0-1 15,0-3 0-15,-1 0 1 16,0-3-1-16,0-1-1 15,0-4-2-15,0-1-18 0,0-4-32 16</inkml:trace>
  <inkml:trace contextRef="#ctx0" brushRef="#br0" timeOffset="84983.8">17150 5067 33 0,'0'0'76'0,"0"0"-70"16,0 0 0-16,0 0-4 15,0 0-1-15,0 0-1 16,35-28 4-16,-28 24 0 15,2 2-6-15,1 0 8 0,1 1-5 16,-1 1-1-16,2 0 0 16,-1 0 1-16,1 5 0 15,0 0-1-15,-1 2 0 16,1 1 1-16,-2-1 0 16,-2 1-1-16,-2-1 0 15,-2 1 1-15,-2-1-1 0,-2 1 3 16,-2 0 0-16,-6 1 2 15,-2 3-3-15,-3-2 0 16,0 2-1-16,-1-1-1 16,3-1-1-16,1-1 1 0,3-1-4 15,1-2-8-15,2-1-16 16,4-4-36-16</inkml:trace>
  <inkml:trace contextRef="#ctx0" brushRef="#br0" timeOffset="85619.56">17396 4998 95 0,'0'0'8'0,"0"0"6"0,0 0 3 16,0 0-7-16,0 0-2 16,0 0-1-16,0 0-3 15,0 0-1-15,0 0-2 16,0 0-2-16,0-5 0 0,0 5 1 15,0 1 0-15,0 3 1 16,1 1-1-16,1 2 0 16,-2 0 0-16,4 1 0 15,-3 1 0-15,0-1 0 16,1 2 1-16,-1-2-1 0,1 0 0 16,-2-1 0-16,0 0 0 15,1-1 0-15,-1 1 1 16,2-1-1-16,-1 1 0 15,0-2 0-15,0 0 0 0,1 0 0 16,0 0 0 0,1-2-1-16,-2 0 1 0,2-1-1 15,0 0 0-15,1-2 1 16,2 0 6-16,0 0 2 16,3 0 0-16,-3 0-4 15,3-4 0-15,0 0-1 0,1 0-2 16,2-2 1-16,0 2-1 15,2-2 1-15,-1 1 2 16,2 0-2-16,1 0 0 16,0 1-2-16,0-1 1 15,1 4 0-15,4 0 0 16,-4 1 0-16,2-1-16 0,-1-2-74 16</inkml:trace>
  <inkml:trace contextRef="#ctx0" brushRef="#br0" timeOffset="126562.01">17549 4257 66 0,'2'-3'3'0,"-1"0"0"0,1 1-1 0,-2-1 0 16,0 1 3-16,0 1-2 16,0-1 5-16,0 0 1 15,0 0-1-15,0 1-5 0,0-1 0 16,0-1 1-16,-2 0-1 15,0 1 1-15,0-1 2 16,-1 0-2-16,-1 0 0 16,1 0 0-16,-1 0-1 15,0 1-1-15,-2-2 0 16,1 0 0-16,1 2-1 0,-2-1 0 16,-1-1-1-16,1 3 2 15,-2-2-1-15,1 1-1 16,1-1 1-16,-3 1 0 15,1-1 0-15,1 0 0 0,-1 0 0 16,-2-1 1-16,0 3-2 16,0-1 1-16,-3 0 0 15,0 2-1-15,0 0 1 16,-3 0-2-16,2 0 1 16,-2 0 0-16,2 2 3 0,0 0-8 15,0 1 10-15,1 0-5 16,1-1 1-16,1 1-1 15,-1 0 0-15,1 1 1 16,-3 0-2-16,3 0 2 16,-2 2-1-16,-3 0 0 15,0 2 0-15,-2-2 0 16,2 3 0-16,-3-1 0 0,0 0 0 16,2 2-1-16,1-3 0 15,1 2 2-15,2 0-1 16,1-1 0-16,2 2-1 15,0 0 1-15,0-1 0 0,2 2 0 16,1 0-2-16,0 1 2 16,1-1 0-16,0 1-1 15,-1 1 2-15,0 2-1 16,1 2 0-16,-2-1 0 16,1 2 2-16,0 0-2 0,0 0 0 15,1 1 0-15,2 0 0 16,-2-2 1-16,2 1-1 15,-2-1-1-15,2 1 2 16,1-3-1-16,-1 0 0 16,2 1 0-16,0 0 0 0,0 1-1 15,2-2 1-15,-1 2 1 16,1 1 0-16,0 1-1 16,0-2 0-16,-2 3 1 15,1-2-2-15,0 0 1 16,0 1 1-16,-1-1-1 0,0 0 0 15,-1 0 0-15,-2 0 1 16,1-1-2-16,0 0 1 16,0 0 0-16,-1 0 1 15,2 1-1-15,2-1 0 16,0 1 0-16,1-2 0 0,0 2 0 16,0-1 0-1,1-1 0-15,1 0 0 0,0 0 0 16,1-2 0-16,-1-2 0 15,-1 1 0-15,2-2 0 16,1 0 0-16,-1 0-1 16,1-2 1-16,1 3 0 0,0-1 0 15,0 0 0-15,1-1-1 16,0 0 1-16,1 2-1 16,-1-3 2-16,1 0-1 15,1 1 0-15,-1 0-1 16,0-2 2-16,3 0-1 15,-2 0 0-15,1-1 0 0,-1 1 1 16,2-2-3-16,0 0 3 16,0-1-1-16,2 2 1 15,0-1 0-15,-2-1-2 16,1 0 1-16,1 0 1 0,0 0-3 16,2-2 2-16,-2 1 0 15,2 1 1-15,-2-1-1 16,2 0 0-16,2 0 1 15,-3 0 0-15,0-1 0 16,1 0 0-16,-2-1-2 16,-1 0 3-16,0-1 0 0,1 1 1 15,0-2-1-15,-1 1-1 16,2 1 0-16,-1 0-1 16,-1 0 1-16,0-1-1 0,1 1 1 15,1 1-1-15,0 1 0 16,0-2 0-16,0 1 0 15,3-2 0-15,-1 1 0 16,2 0 1-16,-1 0-2 16,1-1 2-16,0-1-1 15,-3 1-1-15,3-1 2 0,-3 0-1 16,0 0 0-16,1 0 1 16,-2 0-1-16,3 0 0 15,-1-2 0-15,3-2 0 16,1-3 1-16,1-1-1 15,3-3 1-15,0-1 1 16,0 0-1-16,0-2-1 16,0-1 0-16,-3 0 0 0,1-2 0 15,-4 1 0-15,0-1 0 16,1 0 2-16,-4-1-2 16,2 2 0-16,-4-2 0 0,1 1 2 15,0-1 0-15,-1 0 0 16,0-1-1-16,-1 0 0 15,0-3 1-15,0-1-2 16,0 0 0-16,-2-1 0 16,-2 0 1-16,-1 0-1 15,-2 1 1-15,-1 1-1 0,-2 1 0 16,0-1 1-16,-1 2-1 16,0-1 1-16,0-1-1 15,0 0 0-15,0 0 0 16,-1-2-1-16,-1 0 1 15,-4 0 0-15,0 0 0 0,-1-1 0 16,0 0 0-16,-2 0 1 16,2-1-1-16,-1 1 0 15,-3-1 1-15,4 3 1 16,-3 0-1-16,1 1 0 16,0 2 5-16,1 2-2 0,-2 0-3 15,0 2 2-15,0-1 0 16,0 2-3-16,-2 1 1 15,0 0 0-15,-1-1 1 16,0-1 0-16,-1 1-1 16,-1 0-1-16,1 0 0 15,-3 2 0-15,-2 0 1 0,0 1-2 16,-2 1 3-16,-1 1-2 16,0 0-1-16,-2 3 2 15,1-1-2-15,-3 3 0 16,-1 2 2-16,-1 3-3 0,-2 0 1 15,-2 3-12-15,1 7-23 16,-1 0-27-16</inkml:trace>
  <inkml:trace contextRef="#ctx0" brushRef="#br0" timeOffset="127914.11">17592 4436 47 0,'0'-3'3'0,"0"1"1"0,0-2 2 0,0 2-3 16,0 1 3-16,0-1-3 16,0 1 0-16,0-1 0 0,-1 2 3 15,0-1-1-15,1 1-2 16,0-1-1-16,0 1 0 15,0 0-1-15,0 0 1 16,0-1-2-16,0 1 0 16,0 0 1-16,2 0 0 0,0 0 0 15,0 0 0-15,2-2 2 16,-3 2-1-16,1 0 0 16,1 0-1-16,0 0 0 15,-1 0-1-15,2 0 0 16,0 0 0-16,0 0 1 0,0 0-2 15,0 0 2-15,-1 2-1 16,2-2 0-16,-1 2 0 16,-1-2 0-16,2 1 0 15,-1-1 0-15,0 0 0 16,0 0 0-16,1 0-1 0,1 0 1 16,-1 0 0-16,0 0 1 15,0-1 1-15,-1-3 2 16,1-2 0-16,1 2 6 15,0-1-6-15,0-3 0 16,2 0 2-16,-1-4 2 16,3-1 2-16,2-4-2 0,0-4-1 15,3-2 1-15,3-2-3 16,3-3 5-16,2 0-3 16,3 0-2-16,5 0-3 15,1 0-2-15,6 1 1 16,4-1-3-16,-2-2-23 0,2-2-67 15</inkml:trace>
  <inkml:trace contextRef="#ctx0" brushRef="#br0" timeOffset="128853.3">17703 5022 91 0,'0'1'8'0,"0"-1"-7"0,0 1 0 0,0-1 0 16,0 1 1-16,0-1 4 16,0 0-1-16,2 0 4 15,-1 0 2-15,4-1 3 0,-1-4-1 16,4-3-3-16,-1-2-3 15,2 0 1-15,5-5 3 16,0 0-4-16,7-3-1 16,6-2-5-16,7-5-1 15,6-3-1-15,4-5-8 0,2-5-59 16</inkml:trace>
  <inkml:trace contextRef="#ctx0" brushRef="#br0" timeOffset="144867.93">19509 12418 27 0,'0'0'6'0,"0"0"2"0,0 0 12 16,0 0-4-16,0 0 1 15,0 0 4-15,0 0 10 16,0 0-2-16,-9-28-3 0,8 26-5 16,0 1-7-16,-1-1-2 15,2 1-1-15,-1 0 2 16,1 1-6-16,0 0-8 16,0 7-3-16,0 4 1 15,0 4 3-15,4 2 1 0,-1 6 1 16,0 2-2-16,1 1 0 15,-1 2-2-15,0 0 1 16,0 0 4-16,-1-3-2 16,-1-1 0-16,0-5 0 15,0-1-2-15,-1-5-11 0,0-3-21 16,0-4-20-16,0-6-21 16</inkml:trace>
  <inkml:trace contextRef="#ctx0" brushRef="#br0" timeOffset="145344.29">19458 12489 66 0,'0'0'0'0,"0"0"6"15,0 0 6-15,0 0 1 16,3-32-1-16,4 23-4 15,-2 2 2-15,3-1 3 16,0 0-3-16,1-1 1 16,1 1-6-16,0 2 1 15,0 0-3-15,0 0-3 0,2 4 1 16,-2-1-1-16,1 3 0 16,0 0 0-16,-1 3-1 15,1 4 1-15,-2 1-1 16,-1 3 1-16,-2 1 0 15,0 2 1-15,-1 0-2 0,0 1 1 16,-2 1 1-16,0-2 1 16,1 1-1-16,-2 0 0 15,-2-2-1-15,2 2-1 16,-2-2 2-16,0 2 0 16,0 1 1-16,0-2-2 0,0 2-2 15,-5-2 6-15,-2 0-5 16,0 2 2-16,-2-2 0 15,-1 2 1-15,-1-4 1 16,0 0-2-16,-1-1 1 16,1-4 0-16,1-1-2 0,1-2-24 15,0-4-44-15</inkml:trace>
  <inkml:trace contextRef="#ctx0" brushRef="#br0" timeOffset="146391.76">19750 12342 66 0,'0'0'6'0,"0"0"-2"0,0 0 6 0,0 0-4 0,0 0 10 16,0 0-1-16,0 0 7 15,0 0-7-15,0 0-8 16,0 0-4-16,0 0-3 16,0 0-2-16,0-3 2 0,0 6-1 15,0 2 1-15,1 0 0 16,2 1-1-16,-1 1 2 15,-1 2 0-15,0 1-1 16,1 0 2-16,-1 1-2 16,-1 0 0-16,2 0 0 15,0 0 1-15,-1-1-1 0,1 3 0 16,-1-3 1-16,1-1-1 16,0 0 0-16,0 0 1 15,1-1-1-15,-3 1 0 16,2-2 0-16,0 1 0 15,-2 0 0-15,1-2 1 16,1 2-1-16,-1 0 0 16,-1-1 0-16,2 1 0 0,-2-1 0 15,1 1 1-15,-1-2-1 16,0-1-1-16,0 0 2 16,0 0 0-16,0-1-1 0,0-1 0 15,1 0 0-15,-1-1 1 16,1 0 0-16,0 1-1 15,1-2 0-15,0 1-1 16,0-2 0-16,1 2-1 16,0-2-2-16,2 0 4 0,-1 0 0 15,2 0 1 1,-1 0 0-16,1-3 0 0,2-1 2 16,-1 0-2-16,2 1 1 15,-2-1 1-15,2 0-3 16,-1 1 1-16,1 0-1 0,0 0 0 15,-1 1 0-15,1-1 1 16,0 0-1-16,-3 1 1 16,1 0-1-16,-2 1 7 15,0-1-1-15,1 1-6 16,-3 1 0-16,0 0 0 0,-1 0 0 16,1 0-2-16,-3 0-33 15,0 0-32-15</inkml:trace>
  <inkml:trace contextRef="#ctx0" brushRef="#br0" timeOffset="147237.84">19470 12964 110 0,'2'0'2'0,"2"-2"-1"0,-2-2 1 0,3 1-1 16,1-1 2-16,0-1-1 15,1 2 1-15,0-1 5 0,2 0 8 16,3 0-10-16,-2 0-1 16,3-2-2-16,2 0 0 15,0-2-2-15,4 3 0 16,-1-3-1-16,0 1 1 16,2 0 1-16,-2-1-2 0,2-1 0 15,0 2 0-15,-2-2 1 16,1 1-1-16,0 0 0 15,1 0 1-15,0 1 0 16,-1-1 0-16,1 0 10 16,-1 1 3-16,1-1-9 0,-1 1 6 15,-1-1 2-15,-1-1-3 16,2 1-4-16,-1 0 0 16,-1 0-1-16,0 1-4 15,-2 0 0-15,2 1-1 16,-3 2 1-16,0 0-1 0,-3 1 0 15,1 2 0-15,-2-2 0 16,-2 2 0-16,-2 0 0 16,0 1 1-16,-1 0-1 15,0 0-1-15,-3 0-4 16,0 0-29-16,-2 0-46 16</inkml:trace>
  <inkml:trace contextRef="#ctx0" brushRef="#br0" timeOffset="148554.41">19297 13016 94 0,'0'0'9'0,"0"0"14"0,0 0-1 15,0 0-8-15,0 0 3 16,0 0 2-16,0 0-4 15,0 0 0-15,-19-30-5 0,14 23-3 16,-3-1-3-16,3 1-3 16,-4-2 0-16,2-3-1 15,-2 1 1-15,1-2-1 16,-1-2 0-16,-1-2 0 16,1 0 0-16,-1-2 0 15,1-1 1-15,0-3-1 0,0-2 1 16,1 0 0-16,1-2 0 15,0 1-2-15,0-2 3 16,1 1-1-16,2 1 0 16,-1 0 2-16,1 2-1 15,2 0-1-15,1 1-1 0,1 0 0 16,0 0 0-16,0-1 0 16,5 0 0-16,0-1-1 15,4 1 1-15,-1 0 0 16,3 3 0-16,0 2 0 0,-1 2 0 15,2 2 0-15,0 1 0 16,3 2 0-16,0 1-2 16,4 0 1-16,2 0-4 15,5 2 0-15,0 0-5 16,4 0-3-16,0-1-3 16,0 2 12-16,1 0 1 0,0 0 3 15,-3-1 1-15,1 1-1 16,0-1-1-16,-1 1 2 15,0 0-1-15,-2 1 2 16,-3 0-1-16,-2 0-1 16,-2-1 1-16,-2 3 0 0,-2-1 0 15,-2-1 0-15,-1 3 0 16,0 0 0-16,-2-1 0 16,1 2-1-16,-1-2 1 15,0 3-2-15,1 0 1 16,-1-2 1-16,0 2-1 0,4 0 0 15,-2 1 0-15,0-1 0 16,1 2 0-16,-2 0 0 16,3 0-1-16,-3 0 1 15,-1 5 0-15,1 3 0 16,-1-1-1-16,0 4 1 16,0 0 0-16,-2 3 0 0,1 1 0 15,1 3 0-15,1 1 1 16,0 0-1-16,2 0 0 15,1 0 1-15,-1 1-1 16,0 0 0-16,0 1 0 0,3 2 1 16,-3 2-1-16,2 2 3 15,-4 1-2-15,0-1 0 16,-2 1-2-16,-3-1 1 16,-2-4 0-16,-4-1-1 15,0-1 3-15,0-2-2 16,-7-1 1-16,-2-2 0 0,-1 1 0 15,-2-2-8-15,-1-2-58 16</inkml:trace>
  <inkml:trace contextRef="#ctx0" brushRef="#br0" timeOffset="148909.87">20288 12245 107 0,'2'0'1'0,"2"0"8"0,1 0 25 0,2-5 0 0,3-3-2 15,4-3-8 1,3-5-8-16,4-4-4 0,6-5-5 16,3-4-4-16,4-5-1 15,6-1-2-15,1-2-1 16,3-1-31-16,0 0-56 0</inkml:trace>
  <inkml:trace contextRef="#ctx0" brushRef="#br0" timeOffset="149593.28">18985 12628 100 0,'0'0'16'0,"0"0"12"0,0 0-11 0,0 0-12 16,0 0-3-16,-35-2-5 16,17 7 3-16,-2 2-6 15,0 0 2-15,-4 1 10 16,-1-2 3-16,-1 3-3 0,0-1 4 16,-1 0-6-16,-1 0-3 15,-1 0-1-15,1-1-1 16,0 1-1-16,-2 0-1 15,1-1 2-15,0 2 1 0,0-1 0 16,2 1 0-16,-1-2 0 16,4 1 0-16,3-3-16 15,0-1-38-15</inkml:trace>
  <inkml:trace contextRef="#ctx0" brushRef="#br0" timeOffset="149819.95">18345 12723 124 0,'0'0'2'0,"0"0"-2"15,0 0-1-15,0 0 0 16,10 27-2-16,-2-20-1 0,-2-1 2 15,3-1 2-15,-1-1-1 16,1 0-4-16,-5-2-38 16</inkml:trace>
  <inkml:trace contextRef="#ctx0" brushRef="#br0" timeOffset="150447.9">17034 13018 163 0,'0'0'9'0,"0"0"17"0,0 0-8 16,0 0-6-16,0 0-5 16,0 0-2-16,0 0 0 15,0 0-3-15,0 0-5 0,0 0 3 16,-14 21 0-16,20-9 0 16,0 4 0-16,3 1 0 15,-2-1 0-15,1 1 0 16,0-1 1-16,-1-1-2 15,0-3-5-15,-1 0-7 0,-2-3-10 16,-2-2-31-16,1-4-22 16</inkml:trace>
  <inkml:trace contextRef="#ctx0" brushRef="#br0" timeOffset="151092.95">17038 13013 99 0,'0'0'2'16,"0"0"4"-16,0 0 3 15,0 0-1-15,24-27-2 16,-18 24 1-16,1 2-3 15,2 1 1-15,0 1-1 0,2 6-1 16,1 1-1-16,0 2 1 16,1 1-2-16,-2 1-1 15,2-1 1-15,-5-1 0 16,1 0 0-16,0-1-1 16,-2-2 0-16,-2-1 1 0,0 0-1 15,-1-1 2-15,-1-1-2 16,-1-2 0-16,-1 0 0 15,0-1 1-15,-1-1-1 16,0 0 4-16,0 0 3 16,0-2-4-16,0-3-1 0,-1-2-1 15,0-2-1-15,-3 1 0 16,3-4 1-16,-1-1-1 16,1-1 1-16,1 1 1 15,0-2-2-15,0 0 1 16,1 2-1-16,2 0 0 0,3 1 0 15,-1 2 1-15,1 1-1 16,-1 2 0-16,1 0 0 16,0 2 0-16,-1 3 1 15,1 0-1-15,0 2-1 16,1 0 1-16,1 1 0 16,-2 4 0-16,0 3 0 15,2 1 1-15,-1 0-1 0,0 3 1 16,-1-1 0-16,1 1-1 15,-1-1 0-15,0 0 1 16,0 0-1-16,2-1 0 16,-2-2-9-16,-1-3-18 0,0 0-18 15,-1-5-67-15</inkml:trace>
  <inkml:trace contextRef="#ctx0" brushRef="#br0" timeOffset="151622.15">17427 12852 48 0,'0'0'2'0,"0"0"-1"0,0 0 1 15,0 0 3-15,0 0 3 0,0 0 1 16,0 0-1-16,29 20 3 16,-27-12-4-16,1 1-2 15,2 2-2-15,-3-1-1 0,1 1-1 16,1 0 0-16,-3 0 0 15,2 1-1-15,-2-2 1 16,2 0 0-16,0 1 0 16,0-1-1-16,0-1 2 15,1-1-2-15,0 0 0 0,1-3 0 16,-2 0 1-16,1-2 0 16,2 0-1-16,-2-1 2 15,1-2-1-15,0 0 5 16,2 0 6-16,1 0 6 15,-3-6-3-15,4 0 1 0,0 1-4 16,0-3 8 0,1 2-11-16,0-1-6 0,0 2-1 15,1 0-2-15,1 0 0 16,-1 0-3-16,-2-1-43 16,-2-3-60-16</inkml:trace>
  <inkml:trace contextRef="#ctx0" brushRef="#br0" timeOffset="153264.46">17589 12515 7 0,'0'0'41'0,"0"0"-13"0,0 0-4 0,0 0-4 15,0 0 1-15,0 0 0 16,0 0-7-16,0 0-5 15,0 0-4-15,-30-6 1 16,26 4-1-16,1 1-3 0,-1 0 0 16,-1 0-1-16,0-1 3 15,-3 1-1-15,1-1-2 16,1 0 1-16,-3 1-1 16,0-1 1-16,-1 0 0 15,-2 1-1-15,1 1 0 0,0-2 0 16,-3 2 1-16,0 0-1 15,-2-1-2-15,1 1 2 16,-2 0 0-16,0 0-1 16,-2 0-1-16,0 0 1 15,1 0 1-15,-1 0-3 16,0 0 2-16,1 4-1 16,-2 1 1-16,1-1 0 0,-1 0 1 15,-1 0-1-15,-1 1 0 16,0 1 1-16,-3 0-1 15,0 2 0-15,1 0 0 16,-1 0 0-16,4 2-1 0,1 0 1 16,2-2 0-16,1 1-3 15,0 0 4-15,3 0-1 16,0 2-1-16,-1 2 1 16,2-1-1-16,0 3 0 15,-2 0-3-15,1 2 8 0,1 0-6 16,0 2 4-16,-1 0-2 15,2 1 1-15,-1-1-1 16,0 1 0-16,1 0 0 16,0 0 0-16,2 0 0 15,-2 2 0-15,2 1 0 0,1 1 1 16,0 0-1-16,2 0 0 16,2 0 0-16,0 1 0 15,2-2 0-15,1 1 1 16,2-1-1-16,0-1 0 0,0 0 0 15,0 1 1-15,1-2-1 16,6 1 0-16,-1-1-1 16,4 1 2-16,1-1-1 15,4 0-2-15,0-1 2 16,2 0-1-16,3-3 0 16,-2-1-2-16,3-1 1 0,0-1 1 15,-1-2 1-15,-1 0-1 16,0-2-2-16,-1 1 2 15,2-1 1-15,-2-1 1 16,1-1-4-16,1-1 3 16,2-1 2-16,-3 0-2 0,4-2 1 15,0 0 0-15,1 1 1 16,2-2-1-16,0 1 1 16,2-2-1-16,2 1-1 15,0 0 1-15,3-3 1 16,0 0-1-16,3 0 0 15,-1 0 2-15,1 0-2 0,-1-4 1 16,-2-2 0-16,0 0-1 16,-2-2-1-16,-2-2 0 15,-1-2 2-15,-1-1-1 16,-1-2 2-16,-1-1 6 16,0-3-2-16,-1-1 0 0,-3-1-3 15,2-1-1-15,-3 0-1 16,-1-2 0-16,-1 0 2 15,-2 1 0-15,-2 0 4 16,-3-1 3-16,-2 1 2 16,0-1-5-16,-4 0-2 0,0 1 0 15,-5-1-1-15,0-1 2 16,0-1 0-16,-3 0-1 16,-2 0 0-16,-6 0-3 15,1-1-2-15,-1 1 0 16,-2 1 0-16,-3 0 0 0,-2 1-2 15,0 0 2-15,-3 1-2 16,-3 0 0-16,0 2 0 16,-3-1 1-16,-1 4-1 15,0 2-1-15,2 3-2 16,2 1 0-16,2 7 2 16,2 2-11-16,1 3-16 0,1 0-29 15,0 6-48-15</inkml:trace>
  <inkml:trace contextRef="#ctx0" brushRef="#br0" timeOffset="181212">17591 12492 17 0,'0'0'32'0,"0"0"-11"0,0 0-4 0,0 0-7 16,0 0-5-16,0 0 1 0,0 0 1 15,0 0 4-15,0 0-3 16,0 0-3-16,0 0-2 15,0 0-1-15,0 0-2 16,0 0-4-16,0 0 3 16,1 0 1-16,3 0 0 15,0 4 0-15,0-1 0 0,2 2 0 16,0 1 0-16,2 1 0 16,-1 1-1-16,1 2 0 15,0 0 1-15,0 2-1 16,2 1-1-16,-1 1 1 15,2 4-2-15,-1 3 2 0,0 4 0 16,-1 6-3-16,0 2 0 16,-4 1-19-16,0-2-34 15</inkml:trace>
  <inkml:trace contextRef="#ctx0" brushRef="#br0" timeOffset="186698.96">20021 12846 37 0,'0'0'4'0,"-1"-2"0"0,0 1 4 0,0 0 2 0,-1-1-4 15,2 0 0-15,-1 1 1 16,1 0 2-16,-1-1 2 15,1 2 2-15,0-1-1 16,0 1 0-16,0-1-6 16,0 1-5-16,0 0-1 0,0 0 1 15,4 0-1-15,2 0 0 16,0 2 0-16,2 2 0 16,1 2 0-16,2-1 0 15,1 2 0-15,1-2 0 16,2 1 0-16,0-1 1 0,2 2-1 15,1-2 0-15,0 0 1 16,1 0-1-16,0 1 1 16,-1 1-1-16,0-1 0 15,-2 1 0-15,-1 0 0 16,-3-2 0-16,1 1 1 0,-1-2-1 16,-3 0 0-16,1 0 1 15,-3-2 0-15,0-1 1 16,-1 1 0-16,0 1-2 15,-2-3 0-15,0 4 0 16,-1-1 0-16,-2 0-4 16,-1 1-37-16</inkml:trace>
  <inkml:trace contextRef="#ctx0" brushRef="#br0" timeOffset="186962.27">20390 12947 57 0,'0'0'9'0,"0"0"8"0,0 0-3 0,0 0-5 15,0 0-5-15,23 28 0 16,-19-17-3-16,-1 2 0 0,-3 4 0 16,0 4-4-16,-3 0-60 15</inkml:trace>
  <inkml:trace contextRef="#ctx0" brushRef="#br0" timeOffset="187913.35">20764 12857 107 0,'0'0'16'0,"0"0"19"0,0 0-4 15,0 0-14-15,0 0-12 16,0 0-7-16,0 0 2 0,0 0 0 16,0 0 0-16,8 28 0 15,1-13 1-15,-1 0-1 16,2 0 1-16,0-2-1 16,-3-1 0-16,-1-2 1 15,-2-4-1-15,0-2 1 16,-1-1-1-16,-3-3 1 0,0 0-1 15,0 0 2-15,0-2 11 16,0-6-6-16,0-3-5 16,-2-3-1-16,-3-4-1 15,1 0 0-15,-1-2 0 16,1-1 0-16,0 1 0 0,2 0 0 16,1 3-1-16,1 0 1 15,0 3-2-15,0 3 0 16,3 2-3-16,-1 1 4 15,3 5 0-15,1 2 1 16,2 1-1-16,1 0 0 0,-1 6 0 16,4 3 0-16,0 3 2 15,2 1-1-15,-1-1 0 16,0 2 1-16,1-1-1 16,-2 1 0-16,-2-1 1 15,-1 1-1-15,-2 2-1 0,-3 2-16 16,-4 0-38-16,0-4-8 15</inkml:trace>
  <inkml:trace contextRef="#ctx0" brushRef="#br0" timeOffset="188072.2">20830 12932 161 0,'0'0'-25'0,"0"0"19"0,0 0-11 0,41-23-22 0,-24 14-35 16</inkml:trace>
  <inkml:trace contextRef="#ctx0" brushRef="#br0" timeOffset="188305.19">21035 12797 142 0,'0'0'0'16,"0"0"3"-16,0 0-4 15,0 0 1-15,6 34 0 0,0-18 0 16,1 1 1-16,0 3 0 16,0 1 0-16,0 2 0 15,-1 4 0-15,-2-2 0 16,0-1-2-16,-1-2-7 0,-2-5-10 15,0-4-9-15,0-7-18 16</inkml:trace>
  <inkml:trace contextRef="#ctx0" brushRef="#br0" timeOffset="188612">21026 12843 107 0,'0'0'1'16,"0"0"10"-16,0-35 4 16,4 25-7-16,3 1-3 0,1 1-2 15,1 0 1-15,-1 2 1 16,1 2-2-16,1 1-2 16,-2 2 1-16,2 1-2 15,-2 2 1-15,0 5 1 16,-2 3 2-16,-1 1-2 0,-2 2 1 15,-2 0-2-15,-1 1 0 16,0-1 0-16,0-1 1 16,-5-2 0-16,1 0 0 15,0-3-2-15,1-1 1 0,0-3-34 16,2-3-62-16</inkml:trace>
  <inkml:trace contextRef="#ctx0" brushRef="#br0" timeOffset="189294.91">21179 12757 159 0,'0'0'2'0,"0"0"0"16,0 0-6-16,0 0-1 0,0 0 4 15,0 0 2-15,0 34-1 16,2-27 1-16,2 1 1 15,0-1-1-15,2-1 0 16,1-2-1-16,0-2 1 16,-2-1-2-16,2-1-1 15,-3 0 2-15,2 0-2 16,-3-6 4-16,0 0-1 0,1-3 1 16,-2 1 0-16,-2-1-2 15,0 2 0-15,-2-1-1 16,-6 2-8-16,-1 2 2 0,0 3 7 15,-1 0 1-15,0 1 4 16,0 0 5-16,4 0-4 16,0 0 1-16,4 0-2 15,2 0-4-15,0 0-5 16,0 0 2-16,4-2 1 16,4-5 1-16,1-3 0 15,1-2 1-15,1-3-1 0,0 0 2 16,-1-2-2-16,0 0 1 15,-1-1 1-15,-4 1 4 16,0-1 2-16,-2 0 2 16,-1-1-3-16,-2 3-5 15,0-2 0-15,0 5-1 0,0-1 0 16,0 4 2-16,-2 2 6 16,0 4-2-16,1 0-1 15,-1 3-2-15,2 1-2 16,0 0-2-16,0 1-5 15,0 7 3-15,6 4 2 16,0 4 1-16,1 3 0 0,1 3-2 16,2 2 2-16,-1 0 0 15,0 0-1-15,0-3 1 16,-4 1-1-16,2-3 1 0,1-2-1 16,-2-3 0-16,0-1 2 15,0-4-2-15,1-3-4 16,0-4-13-16,0-2-17 15,-2-7-28-15</inkml:trace>
  <inkml:trace contextRef="#ctx0" brushRef="#br0" timeOffset="189593.25">21387 12430 6 0,'0'0'118'0,"0"0"-102"16,0 0 14-16,0 0-12 0,0 0-2 16,0 0-6-16,0 0-7 15,0 0-4-15,0 0 0 0,0 0 1 16,0 0 0-16,-21 29 0 16,27-8 0-16,1 1 1 15,2 5-1-15,-2-3 0 16,1 3 0-16,0-2 1 15,-1-2-1-15,0-2 0 16,1-2 1-16,-1-3-1 0,0-1-2 16,0-5-16-16,0-3-39 15,1-4-12-15</inkml:trace>
  <inkml:trace contextRef="#ctx0" brushRef="#br0" timeOffset="189913.47">21551 12590 168 0,'0'0'12'16,"0"0"-2"-16,0 0-9 0,0 0 0 15,-10 31-1-15,8-18 1 16,2 0-1-16,0-1 2 16,2 0-4-16,4-4 4 15,1-3-2-15,0 0 0 16,1-3-2-16,0-2 4 15,-1 0-4-15,1-2 10 16,-5-3 7-16,2-3 1 0,-1-1-6 16,-2-2-1-16,-2 2-1 15,0-3 3-15,0 1 1 16,-5 0-4-16,-2 2-4 16,-2 1-1-16,2 1-5 15,-1 3 4-15,-1 2-5 0,2 2-21 16,-2 0-35-16,2 0-42 15</inkml:trace>
  <inkml:trace contextRef="#ctx0" brushRef="#br0" timeOffset="191699.27">21501 12266 84 0,'-16'-1'-7'0,"1"-1"13"0,-2 2-2 0,-2 0 0 0,-1 0 0 16,0 0 0-16,-3 0 6 15,-2 0 1-15,-1 0 1 16,-1 0 6-16,-1 3-6 16,0-1-7-16,-1 3-1 0,2-1-4 15,-1 2 0-15,2 1-1 16,-2 2 1-16,0 1 0 16,-3 2 1-16,1 1-1 15,-1 2 0-15,0 1 0 16,2 1 1-16,1 1 0 15,1 0 0-15,0 2 0 0,3-1 1 16,-2 1-2-16,2 2 2 16,1 1-2-16,0 2 0 15,1 2 1-15,4 3-1 16,-1 1 0-16,5 3-1 16,0 2 2-16,5-1-1 0,1 3 0 15,4-2 0-15,3 2-1 16,1 0 1-16,0 2 0 15,7-2-3-15,3 4-3 16,4-2-2-16,4 0 5 0,2-2-1 16,3 0 3-16,4-2 1 15,0-1 0-15,1-2 0 16,1-4 0-16,1-5 1 16,0-4 1-16,1-5 2 15,2-4 1-15,2-3 2 16,2-4 3-16,1 2 0 0,5-3 0 15,0-2-5-15,3 0-4 16,0-1 0-16,2-1-2 16,-2-7 3-16,-1-5 4 15,1-3 4-15,0-5 1 16,1-2-5-16,0-5-2 0,4-2-1 16,-1-1-2-16,-2-4 0 15,-1 0 1-15,-3-1 0 16,-6-1 5-16,-4-2-1 15,-6-1 2-15,-4-2-1 16,-9-1 1-16,-3-1 3 0,-4-3-4 16,-6 2 0-16,-2-2-5 15,0 0 0-15,-9 1-1 16,-3 0 0-16,-3 1 0 16,-4 4 0-16,-4 2 0 15,-1 2-1-15,-4 4 3 0,-2 3-7 16,-2 5-1-16,-1 5 3 15,1 7-8-15,-3 6-11 16,2 7-19-16,1 1-32 16,1 9-28-16</inkml:trace>
  <inkml:trace contextRef="#ctx0" brushRef="#br0" timeOffset="192376.62">21722 12570 35 0,'-5'0'3'0,"2"0"12"0,0 0 13 0,1 0-10 16,2 0-1-16,-1 0 0 16,1 0-3-16,0 0-3 15,0 0-2-15,0 0-1 16,1 0 5-16,7-4-8 0,1 0-2 15,3-1-1-15,4-3-2 16,2-1 1-16,4-1 0 16,3-1 1-16,3-3 0 15,0 1-1-15,2 0-1 16,-1-1 0-16,1 2-2 0,-3-3-34 16,-2 3-30-16</inkml:trace>
  <inkml:trace contextRef="#ctx0" brushRef="#br0" timeOffset="192595.63">22106 12322 141 0,'0'0'-3'0,"0"0"3"15,0 0 0-15,0 0 0 16,32 8-1-16,-22 1-1 16,0 4 0-16,0 0-2 15,-1 2-6-15,-2-3-22 0</inkml:trace>
  <inkml:trace contextRef="#ctx0" brushRef="#br0" timeOffset="192966.89">22309 12141 199 0,'0'0'7'0,"0"0"-12"15,0 0 5-15,0 0 0 16,0 0-1-16,27 36 1 0,-20-21 1 15,1 0-1-15,1-1 0 16,-1 1 1-16,-3-3-2 16,0-1-21-16,-2-2-28 15,-3-2-10-15</inkml:trace>
  <inkml:trace contextRef="#ctx0" brushRef="#br0" timeOffset="193442.68">22306 12121 138 0,'0'0'30'0,"0"0"-10"15,-5-38-3-15,5 27-11 16,5 2-4-16,3 2-2 16,1 1 0-16,1 3 0 15,0 2 0-15,1 1-1 16,1 0 0-16,-2 5-1 0,2 4-12 15,-2 2-11-15,-3 1 9 16,-2 1 3-16,-2 3 2 16,-3-4 5-16,0 1 4 15,0-1 2-15,-3-4 2 0,1 0 2 16,-3-3 8-16,4-1-4 16,1-2-4-16,0-2-4 15,3 0 0-15,5 0-2 16,1 0 6-16,1-1-1 15,2 0-3-15,1 1 1 16,0 0-1-16,-2 0 0 16,0 3 0-16,-1 0 0 0,-2 2 0 15,-2 0-1-15,-3 0 1 16,-3 3-2-16,0-1 2 16,-4 1 0-16,-7 0 3 15,-1 2 4-15,-3-1 0 0,-1 0-1 16,0-1-1-16,1-1-2 15,4-2-2-15,1-2-1 16,3-3-22-16,5 0-37 16</inkml:trace>
  <inkml:trace contextRef="#ctx0" brushRef="#br0" timeOffset="193890.78">22624 12051 158 0,'0'0'0'0,"0"0"8"0,0 0 1 0,0 0-11 15,-35 0 2-15,25 7-2 16,-1 3 5-16,2 1-1 15,2 0 0-15,0 2 0 16,4 0-2-16,1 0 0 16,2-3-3-16,0 0-15 0,0-4 5 15,5-1 2-15,2-4 3 16,-2-1 5-16,2 0-2 16,1-4 1-16,1-3 8 15,-2-2-2-15,0-1 2 16,-1 0 4-16,-2 1 3 15,-3 2 2-15,1 1 9 0,-1 2 8 16,-1 1-1-16,0 1-2 16,0 1-13-16,0 1-11 15,0 0 0-15,2 0-10 16,2 5-1-16,0 1-5 16,3 0-7-16,1 1-14 0,1-2-22 15,-1-2-12-15</inkml:trace>
  <inkml:trace contextRef="#ctx0" brushRef="#br0" timeOffset="194335.01">22682 12058 191 0,'0'0'10'15,"0"0"-3"-15,0 0 1 16,0 0-7-16,0 0 0 0,0 0-4 15,0 0-14-15,0 0 12 16,0 0 3-16,-2 9 2 16,7-1 0-16,-1 0 1 15,1-1-4-15,-1-1-6 16,0-1 0-16,-3-1 3 0,2-3 1 16,-3 1 0-16,0-2 4 15,2 0 1-15,-2 0 8 16,1-7 3-16,1 0-2 15,0-4-1-15,1 1-5 0,0-2 0 16,0 2-1 0,0-1-2-16,2 2 3 0,-1 0 0 15,1 2-1-15,1 0 0 16,1 3-2-16,2 2 1 16,0 0-2-16,-2 2 1 15,2 0-2-15,0 0 0 16,2 5-2-16,-1 0-8 0,0-1-2 15,-1 0-1-15,-1 0 1 16,-1-3-1-16,-2-1 0 16,0 0-14-16,-1-5-49 15</inkml:trace>
  <inkml:trace contextRef="#ctx0" brushRef="#br0" timeOffset="194596.95">22879 11946 111 0,'0'0'10'0,"0"0"30"16,0 0-11-16,0-28-11 15,0 25-9-15,3 2-5 0,0 1-4 16,1 0-3-16,2 5 0 16,1 2 6-16,0 4 0 15,3 3-2-15,2 1 1 16,0 1 0-16,1 2 0 16,-1 2-1-16,-1-2-1 0,-1 0 0 15,0 0 0-15,-3 1-1 16,-3-3 1-16,0 1-2 15,-2-1 2-15,-2-2-1 16,0-2-1-16,-7-2 1 16,-3-3-4-16,-3-4 0 15,-5-3-39-15,-1-3-36 0</inkml:trace>
  <inkml:trace contextRef="#ctx0" brushRef="#br0" timeOffset="194724.1">22758 11793 198 0,'0'0'-27'15,"0"0"21"-15,16-32-83 16</inkml:trace>
  <inkml:trace contextRef="#ctx0" brushRef="#br0" timeOffset="195052.02">23071 11840 205 0,'0'0'-7'15,"0"0"12"-15,0 0-4 16,0 0-5-16,-31-18-11 0,21 18 3 15,-1 0 9-15,1 7 4 16,0 2 0-16,4 3 0 16,1-1-1-16,3 2 0 15,2 1-1-15,0-4-5 16,2 0 5-16,4-4-2 16,2-1 2-16,2-3 1 0,2-2-1 15,1 0-1-15,0-3 1 16,2-4 1-16,-1 0-16 15,-1-4-24-15,-1 1-47 16</inkml:trace>
  <inkml:trace contextRef="#ctx0" brushRef="#br0" timeOffset="195350.39">23123 11828 76 0,'0'0'2'15,"0"0"1"-15,0 0 3 16,0 0-1-16,0 0 2 16,34 2 5-16,-23 2-4 15,-4 1-1-15,1 1-3 16,-1 0-1-16,-1-2-2 0,-1-1 1 16,-3 0-1-16,0-1 0 15,-2-2 3-15,0 0 66 16,0-1-28-16,-3-6-20 15,-4-2-7-15,0-3 2 16,2-1-3-16,-1-1-10 16,2-3-3-16,2 1-2 0,2-1-9 15,0 1-49-15,0-1-87 16</inkml:trace>
  <inkml:trace contextRef="#ctx0" brushRef="#br0" timeOffset="196688.93">22926 11402 94 0,'-42'-5'0'0,"0"2"15"0,0-1 0 0,0 1-7 16,0 3 2-16,0 0-2 16,-2 0-6-16,0 2 1 0,0 4 2 15,-2 3-2-15,0 2 2 16,-1 2-1-16,1-1-1 15,3 5 1-15,-3-1-3 16,0 2 6-16,-1 1-6 16,0 2 1-16,-3 1-3 15,-2 2 2-15,-2 1-1 0,-1 1 0 16,0-1 1-16,-1 2-1 16,0 1 1-16,-2 1-1 15,-1 3-1-15,-1 2 1 16,-1 2 0-16,-2 2-2 0,-1 1 1 15,1 3-2 1,0 1 0-16,3 2 1 0,-4 1 2 16,2 0 0-16,4-1 0 15,-2 0 0-15,3 1 2 16,2-2 0-16,4 1 1 16,6 2-1-16,4 1 0 0,5 0-1 15,4-1 0-15,7 1-1 16,5 1 2-16,5 0-2 15,5-2 0-15,3 1 0 16,2 1 1-16,3 0-1 0,2 1 0 16,0 2 0-16,10 0-1 15,4-3-3-15,6-2 3 16,6-6-2-16,6-3 0 16,7-7-2-16,3-5 2 15,3-6 3-15,6-3 2 16,4-6 2-16,2-4 4 0,4 0 2 15,5-4-2-15,6 0-1 16,2-1-4-16,1 1 1 16,3-3-3-16,1 0 0 15,2 0-1-15,1-8 0 0,4-4 2 16,3-3 0 0,1-8 4-16,3-3 1 0,2-4 2 15,0-5 0-15,2-6-3 16,1-2-3-16,-2-3 0 15,-1-3 1-15,-1-1-1 16,-3 1 5-16,-3-3 1 0,-2 2 1 16,-4-1-2-16,-2-1 2 15,-4 0-2-15,-5-1 2 16,-6-1-2-16,-5 0-3 16,-5 1 1-16,-4-3-3 15,-8 1-3-15,-3-1 0 0,-5-3 0 16,-4 1 0-16,-9-1 0 15,-7 3 1-15,-7 0-1 16,-7 4 1-16,-3 1 0 16,-14 4 10-16,-7 1 9 15,-9 3-9-15,-3 0-4 0,-11 4-6 16,-3 1-1-16,-8 5-4 16,-8 4 4-16,-4 6-6 15,-7 7-1-15,-6 8-9 16,-2 8-3-16,-2 4-5 15,-3 13-8-15,0 8-14 0,1 4-14 16,0 3-48-16</inkml:trace>
  <inkml:trace contextRef="#ctx0" brushRef="#br0" timeOffset="197328.86">22309 11333 184 0,'15'-16'-9'0,"1"-3"-11"0,1-4-33 0</inkml:trace>
  <inkml:trace contextRef="#ctx0" brushRef="#br0" timeOffset="198034.15">21954 11059 115 0,'0'0'43'0,"0"0"-30"0,0 0 16 0,0 0-20 0,0 0-10 0,0 0 1 15,0 0-2-15,0 0 2 16,25 28 2-16,-18-12-1 16,0 2 1-16,2-1-2 15,0 0-2-15,-1-2-31 16,-1-3-24-16,0-6-33 0</inkml:trace>
  <inkml:trace contextRef="#ctx0" brushRef="#br0" timeOffset="198268.1">21946 11073 112 0,'0'0'2'0,"0"0"8"0,0 0 4 16,0 0-8-16,0 0-4 15,0 0-2-15,0 0-2 16,0 0-29-16,-24-20 7 16,24 20 8-16,2 0-1 15,0 0-6-15,-2 1-9 0</inkml:trace>
  <inkml:trace contextRef="#ctx0" brushRef="#br0" timeOffset="199285.66">21851 11119 67 0,'0'0'6'16,"0"0"11"-16,-29 8-3 0,23-8-2 16,2 0 2-16,2 0 16 15,2-2-7-15,0-3-8 16,6-2-10-16,5-1-2 15,4 0 0-15,1-3-2 16,4-2 0-16,1 0-1 0,0-3-5 16,1 3-13-1,-3-2-3-15,-1 0 7 0,-2 2 11 16,-3 0 2-16,-2 2 2 16,-2 1-1-16,-4 1 1 0,-1 2 0 15,-3 3-1-15,-1 0 0 16,0 3 1-16,0 0 1 15,-1 1 2-15,-3 0 2 16,2 0-5-16,1 2 0 16,1 4-1-16,0 2-1 15,0 1 0-15,6 2 2 16,1 2-2-16,1 1 2 0,1 1-1 16,2 1 0-16,-1 0 0 15,-1-2 1-15,1-1-1 16,-2-1 1-16,-2-4-1 15,-1-1 2-15,-1-2-2 0,-1-1 0 16,-3-2 0-16,4-2 1 16,-4 0 0-16,0 0 6 15,0 0 22-15,0 0-26 16,-4-2-2-16,1-4 1 16,1 1-1-16,0-3-1 15,2 0-1-15,0-1 4 0,0 0 2 16,3 0-4-16,5 1 0 15,0 2 0-15,2 2-1 16,2 1 0-16,-1 1 0 16,-1 2 0-16,1 0-1 0,-1 2 1 15,0 3-1-15,-3 1 1 16,0 1 0-16,0 0 0 16,0-2 0-16,-2 0 0 15,0-2 0-15,-1 0 0 16,1-3 0-16,0 0-5 0,-3 0-3 15,1-3 0-15,-1-4 4 16,1-1-5-16,-3-2 6 16,0 0 2-16,0-2 1 15,0 3 1-15,0 0-1 16,-2 3 1-16,0 1 2 16,0 2 7-16,0 1-4 0,1 2-2 15,0 0-6-15,1 0 4 16,0 0-2-16,0 3 0 15,0 0 0-15,0 2 0 16,0-3 0-16,0 1-1 16,0-1 0-16,0-2-2 0,0 0 1 15,0 0 7-15,1 0 2 16,1-5 2-16,-1-2-2 16,1 1-2-16,-1-2 3 15,-1 1 0-15,0 1-5 16,0 2-1-16,0-1 0 0,0 3-2 15,0-1 2-15,0 3-4 16,0 0 2-16,0 0-3 16,0 8 3-16,0 1 1 15,0 2-1-15,0 2 1 0,0 1-1 16,7 0 0-16,1-2-1 16,2-2-1-16,3-2 0 15,4-3-2-15,1-5-4 16,4 0-11-16,0-8-53 15</inkml:trace>
  <inkml:trace contextRef="#ctx0" brushRef="#br0" timeOffset="199934.55">22546 10774 124 0,'0'-5'11'0,"0"1"28"0,-2 2-22 0,2 2-6 16,0 0-11-16,0 8-3 16,0 1 2-16,0 4 3 15,1 2-1-15,3-2 0 0,1 0-1 16,-2-2 1-16,2-2-1 16,-2-3-1-16,0-1-1 15,-3-2-7-15,0-3-5 16,0 0 4-16,0 0 2 15,-6-3-24-15,-2-3 5 16,1-4 16-16,-1 0 11 0,1-1 6 16,-1-1 9-16,1-1 3 15,3 1 3-15,1-1-5 16,2 1-4-16,1 1-1 16,0 0 1-16,1 2-10 15,6 0 1-15,3 2-2 0,2 0 1 16,2 3-1-16,1 1-1 15,1 3 0-15,-4 0 0 16,0 0-1-16,-1 7 1 16,-4 1-2-16,-3 2 0 0,-2 3-3 15,-2-2 4-15,0 0 1 16,-4 0 0-16,0-4 0 16,-2-1 2-16,2-1 1 15,1-3 2-15,2 0-2 16,1-1 0-16,0-1-2 15,2 0 1-15,4 0 2 0,1 0-2 16,4 2 0-16,-1 1-1 16,0 1-1-16,0 2 0 15,-3 1-1-15,0 0 2 16,-4-1-2-16,-1 2 1 16,-2-3-2-16,-2 0 1 0,-6 2 2 15,-4-1 1-15,0 0 0 16,-1 0-3-16,2 0 3 15,3-3-4-15,3-2-29 16,2-1-41-16</inkml:trace>
  <inkml:trace contextRef="#ctx0" brushRef="#br0" timeOffset="200267.89">22751 10791 110 0,'0'0'4'0,"0"0"-1"0,0 0 2 0,0 0-3 0,0 0-1 16,0 0 1-16,0 0-1 16,0 0 0-16,0 0 4 15,0 0 15-15,0 0-9 16,24-17-11-16,-22 12 1 0,1-1 0 16,-3 1-1-16,0 0 3 15,0 2 14-15,0 1 0 16,-2 2-8-16,-3 0-5 15,0 0-4-15,-2 7 4 16,0 1-3-16,1 2-1 0,1 0 1 16,3 0-1-16,2-2 0 15,0-1 0-15,1-2-4 16,7-3-5-16,1-1-6 16,3-1-18-16,-1-2-18 15,2-6-60-15</inkml:trace>
  <inkml:trace contextRef="#ctx0" brushRef="#br0" timeOffset="200638.81">22906 10712 41 0,'0'0'44'16,"15"-28"-37"-16,-12 16 8 15,-3 2-8-15,0 2-2 0,-3 5 5 16,-4 1-1-16,-2 2-2 16,-1 0-1-16,0 2-2 15,-1 3 0-15,3 3-3 16,1 0 0-16,2 1-1 15,3 0 1-15,0 1-1 16,2 0 1-16,2-1-1 0,3-1 2 16,5 0-2-16,1-3 3 15,4 1 1-15,1-2 1 16,1-2 2-16,1 1-2 16,-2-1-3-16,-2-1 0 15,-2 2-2-15,-4-1 2 0,-3-2-2 16,-4 2 1-16,-1-1 1 15,0 2 13-15,-7-2-10 16,-3 0-2-16,-1 1 0 16,0-1-3-16,0 0 2 15,1-1-2-15,2 0-1 0,3 0-3 16,4-6-14-16,1-3-24 16,0-4 13-16,4-2-7 15,6-5-15-15</inkml:trace>
  <inkml:trace contextRef="#ctx0" brushRef="#br0" timeOffset="200828.8">23016 10575 72 0,'0'0'22'0,"0"0"6"15,0 0-12-15,0 0-15 16,0 0-1-16,0 0 3 16,0 0 1-16,0 0-2 15,26 38-1-15,-19-23 2 0,2 1-1 16,-2 0-1-16,2-1 2 15,1-1-1-15,-2-1-1 16,-1-3-10-16,-1-3-27 16,-1-4-41-16</inkml:trace>
  <inkml:trace contextRef="#ctx0" brushRef="#br0" timeOffset="200945.73">23082 10614 175 0,'0'0'-10'0,"0"0"11"16,20-27-2-16,-7 17-90 16</inkml:trace>
  <inkml:trace contextRef="#ctx0" brushRef="#br0" timeOffset="201379.71">23348 10423 104 0,'0'0'10'16,"0"0"22"-16,0 0-13 0,0 0-7 15,0 0-7-15,-5-35 1 16,5 27 2-16,4-2-5 16,-2 2-1-16,0 1 2 15,1 1-1-15,0 1 1 16,-1 2-1-16,1 2-1 0,0 1-2 16,2 0-1-16,-1 5 0 15,2 4-1-15,0 4 1 16,1 4 0-16,1 1 1 15,0 1 0-15,0 2 1 16,1-2-1-16,-2-3 1 16,0-2-1-16,-2-4 1 0,-1-2-1 15,-2-3-1-15,-2-2-2 16,0-1-3-16,0-2-9 16,0 0-22-16,-5 0-57 15</inkml:trace>
  <inkml:trace contextRef="#ctx0" brushRef="#br0" timeOffset="201600.13">23432 10298 183 0,'0'0'-3'16,"0"0"5"-16,0 0-1 15,0 0-2-15,0 0-1 16,29 11 1-16,-23 2 2 15,1 2 1-15,2 3 1 16,1 2-1-16,0 0-1 0,-1-2 0 16,2-1 0-16,-4-1-8 15,-1-4-34-15,-2-6-11 16</inkml:trace>
  <inkml:trace contextRef="#ctx0" brushRef="#br0" timeOffset="201757.73">23419 10440 192 0,'0'0'11'0,"0"0"-12"0,0 0 2 16,0 0-6-16,34-16-47 16,-16 8-13-16,3-2-5 15</inkml:trace>
  <inkml:trace contextRef="#ctx0" brushRef="#br0" timeOffset="202027.18">23617 10337 29 0,'0'0'37'0,"0"0"-13"16,0 0-4-16,0 0-9 15,0 0 4-15,0 0-5 16,8 40-4-16,-11-25-4 16,3-1 2-16,0-1 0 15,0-6 0-15,5-2 0 0,2-3 2 16,2-2 3-16,1 0 8 15,-1-7-3-15,1-4-6 16,-1-2 0-16,-1-1 1 16,-2-1-1-16,-3 0-3 0,-3 0-1 15,0 2 2-15,0 1-5 16,-7 3-1-16,-2 1-1 16,0 4-9-16,-2 3-3 15,2 1-7-15,-1 0-21 16,3 3-22-16</inkml:trace>
  <inkml:trace contextRef="#ctx0" brushRef="#br0" timeOffset="202360.71">23801 10228 171 0,'0'0'3'16,"0"0"5"-16,0 0-7 15,0 0-4-15,0 0-3 16,-33 0 5-16,25 7 2 16,1 1 0-16,1 0-1 0,4 1 0 15,2 0 2-15,0-2-4 16,2 1 2-16,5-2 0 16,3 0 3-16,2-1-2 15,0 0 5-15,2 0-1 16,-2 1 1-16,-2-1-4 0,-2 0-2 15,-3 0 1-15,-3 2 1 16,-2-1-2-16,-1 1 4 16,-7 1 0-16,-1 0-2 15,-4 2 0-15,0-2-4 16,1-1-27-16,0-5-46 0</inkml:trace>
  <inkml:trace contextRef="#ctx0" brushRef="#br0" timeOffset="202815.35">23860 10285 189 0,'0'0'0'0,"0"0"1"16,0 0 1-16,33 7-2 15,-25 2 0-15,1 4 0 0,-2 3 3 16,1-1 0-16,-1 2-3 15,0-1 2-15,-1-1-1 16,-2-3-1-16,-1-2-3 16,-1-4-6-16,-2-4 3 15,0-2-1-15,-3 0 14 0,-3-5-19 16,-2-5-8-16,0-3-7 16,-1-1 2-16,2-2 26 15,-1-1 15-15,3-1 3 16,2 2 0-16,1-1-5 15,2 3 0-15,0 1-5 0,0 2 0 16,3 3-3-16,4 2-1 16,0 2-4-16,0 1 0 15,3 1 0-15,-1 1-1 16,0 1 0-16,0 0 0 16,-1 0 0-16,-1 3-1 15,-4 2-1-15,-3 1-10 0,0 1-9 16,-5 0 13-16,-5 0 3 15,-2-1-1-15,0 1-1 16,0-1-8-16,1-4-35 16</inkml:trace>
  <inkml:trace contextRef="#ctx0" brushRef="#br0" timeOffset="203018.51">23985 10204 129 0,'0'0'3'0,"0"0"-2"0,0 0 0 0,0 0 0 0,0 0-4 15,0 0 1-15,0 0 4 16,0 0 2-16,29 26-1 0,-26-15-2 16,-1-1 0-1,0-3-6-15,0-3-28 0</inkml:trace>
  <inkml:trace contextRef="#ctx0" brushRef="#br0" timeOffset="203188.15">23999 10121 183 0,'0'0'7'0,"0"0"-5"16,0 0-2-16,0 0-29 15,0 0-19-15,0 0-39 16</inkml:trace>
  <inkml:trace contextRef="#ctx0" brushRef="#br0" timeOffset="203385.96">24082 10060 126 0,'0'0'1'0,"0"0"0"16,0 0 1-16,24 30 2 16,-17-16-1-16,2 3-1 15,-2-1 0-15,2 1-1 16,-1-1 1-16,-2-3 0 16,-3-1-3-16,-2-3-20 15,-1-3-21-15</inkml:trace>
  <inkml:trace contextRef="#ctx0" brushRef="#br0" timeOffset="203514.13">24074 10196 134 0,'0'0'14'0,"0"0"21"0,0 0-15 16,0 0-18-16,28-22 1 16,-9 17-8-16,2-1-33 15,1-2-28-15</inkml:trace>
  <inkml:trace contextRef="#ctx0" brushRef="#br0" timeOffset="203655.79">24321 10079 61 0</inkml:trace>
  <inkml:trace contextRef="#ctx0" brushRef="#br0" timeOffset="210772.77">13277 12952 75 0,'-1'0'2'0,"1"0"3"0,-2 0-5 0,2 0 0 0,0 0 0 16,0 0 1-16,0 0-1 15,-2 0 1-15,1 0 0 16,0 0 1-16,0 0 1 16,0-1 6-16,-2 0-5 15,2 0 2-15,-1 1-1 0,0-1-2 16,1 1-1-16,0 0-2 16,1 0 0-16,-1 0-2 15,1 0 1-15,-2 0-2 16,2 0 3-16,-1 0 0 15,-2 0 0-15,0 4 0 0,0 0 1 16,0 0 0-16,-1 1 0 16,1 1 2-16,0 1-2 15,1 1-2-15,1-1 2 16,0 3 0-16,-1 0-1 16,2 1 0-16,0 2 0 0,0 0 0 15,0 1 1-15,0 2 0 16,2-1 0-16,0 0 1 15,2-2-1-15,-1 0 1 16,0-4 1-16,1-1-1 16,-1-4 1-16,2-1-1 0,0-2 4 15,2-1-3-15,0 0 0 16,1 0 0-16,3-2 0 16,-1-4-5-16,1-1-16 15,-1-1-18-15,0-1-11 16</inkml:trace>
  <inkml:trace contextRef="#ctx0" brushRef="#br0" timeOffset="211161.82">13378 13011 60 0,'0'0'13'0,"0"0"9"0,0 0-4 0,0 0-9 0,0 0-14 16,0 0 8-16,0 0-8 15,0 0 5-15,0 0 6 16,6 28-5-16,0-20-2 0,-2-1 2 16,2 1 0-16,-2-3 0 15,2 0-1-15,-2-2 2 16,2 0 0-16,-4-3 2 16,3 0 0-16,-1 0 0 15,-1-3 6-15,1-2-1 0,-1-3-3 16,0-3 0-16,-1 0-2 15,-2-2 0-15,0-1 1 16,0 1 2-16,0 1 5 16,-5 0 1-16,-2 2 0 15,0 2-3-15,0 3-2 16,-2 1-5-16,1 3-2 16,1 1-8-16,2 0-2 0,2 7 1 15,1 3 4-15,2 2-19 16,0 0-27-16,0-2 1 15</inkml:trace>
  <inkml:trace contextRef="#ctx0" brushRef="#br0" timeOffset="211580.22">13493 12671 56 0,'0'0'18'0,"0"0"-4"0,0 0-3 0,0 0-7 15,0 0-4-15,0 0 6 16,0 0-8-16,0 28 3 16,0-14 0-16,1 3-2 15,5 0 2-15,-1 0 1 16,2 1-1-16,-2-2 0 0,3 2 0 16,-2-1 1-16,-1 1 1 15,1 0 0-15,0 0-2 16,0 2 1-16,-1 1 0 15,0 0-1-15,0 0 1 16,2 0 2-16,0 0-4 16,-2-2-7-16,1-6-39 0</inkml:trace>
  <inkml:trace contextRef="#ctx0" brushRef="#br0" timeOffset="211971.89">13681 12867 3 0,'0'0'3'0,"0"0"-1"16,0 0 19-16,0 0 8 16,0 0-8-16,0 0-1 0,0 0-6 15,0 0-10-15,0 0-4 16,-13 5 5-16,8 8-3 15,1 2-1-15,-1 2-1 16,1-2-2-16,2 4-1 0,-1-3 7 16,3-2-2-16,0 1 1 15,0-5-2-15,1 0 1 16,5-3 0-16,0-3-3 16,0-2-4-16,1-2 12 15,1 0-5-15,-1-7 0 16,-2-3-1-16,0 1 0 0,1-4 0 15,-1 0 1-15,-4 0-2 16,2-3-2-16,-3 0-1 16,1 1-3-16,-1-2-6 15,0-1-10-15,0-2-15 0</inkml:trace>
  <inkml:trace contextRef="#ctx0" brushRef="#br0" timeOffset="212198.99">13661 12647 87 0,'0'0'4'16,"0"0"17"-16,0 0-8 15,0 0-11-15,0 0-4 16,0 0 2-16,0 0-1 16,-15 37-1-16,15-16 2 0,3 2 0 15,4 2 4-15,3 2-2 16,0-1 0-16,4 2 1 15,-1-1-1-15,2 1 3 16,-3-2-6-16,-2-3-25 16,-2-6-39-16</inkml:trace>
  <inkml:trace contextRef="#ctx0" brushRef="#br0" timeOffset="213380.21">13524 12464 12 0,'0'0'2'0,"0"0"15"0,-28-3 3 0,18 2-10 0,-1 0-4 15,0 1 16-15,1-1-7 16,-1 0-4-16,-1 1-1 16,1-1 0-16,-1 0-4 15,0 1-2-15,0 0 0 16,1 0-1-16,-1 0 2 0,0 0 0 16,1 0 5-16,-1 0 0 15,0 0-5-15,-2 2-2 16,1 2-2-16,0 3-1 15,-3 2 1-15,-1 3-3 16,0 3 2-16,-4 3-1 16,3 1 1-16,-2 2-2 0,2 0 0 15,1-1 2-15,1-2-1 16,2 0-3-16,2-1 6 16,-1-1-2-16,3 1 1 15,0-1-1-15,0 1 1 16,1 0-1-16,1 0-1 0,-1 0 2 15,1 2-1-15,1 0 0 16,0 3 0-16,1 1 0 16,1 1 1-16,-2 1-1 15,4 2 0-15,-3-1-8 16,3 2 10-16,0-2-2 0,-2-1-1 16,1 0 0-16,1 1 1 15,2-2 1-15,-1 1-1 16,2-2 1-16,0 0-1 15,0 0 1-15,1-2-1 0,4-1 0 16,-1-1 0-16,4 0 0 16,1-4 0-16,-1 2 2 15,1-3-4-15,1 0 0 16,3-3 1-16,0-1 4 16,1 2-1-16,2-2 0 15,0 0-2-15,1 1 1 0,1 2 0 16,0 0-1-16,1 1 0 15,2-1 0-15,1-1 0 16,2 0 1-16,0-2-3 16,2-3 2-16,0 0-2 15,1-3 1-15,2-1 3 0,1-2-1 16,1-1 0-16,2 0 0 16,-3-1 0-16,2-5-2 15,-2-3 0-15,0-3 3 16,-3-4-1-16,0-3 3 15,0-4 1-15,-1-2-1 0,1-3 2 16,-2-3-2-16,2-4 1 16,-2 0 0-16,-2-4 0 15,2-2 0-15,-2-1 1 16,-3-2-1-16,0-1-3 16,-1-1 1-16,-5-2-2 0,-1 3 0 15,-3 1-1-15,-5 2 1 16,-4 1 0-16,-1 3 0 15,-4 0-1-15,-5 2 2 16,-3 3 2-16,-1 3-1 16,-1 4-1-16,-2 2-1 15,2 6 0-15,-2 2 0 0,2 6-4 16,1 5-4 0,-2 5-27-16,1 0-48 0,-4 7-17 15</inkml:trace>
  <inkml:trace contextRef="#ctx0" brushRef="#br0" timeOffset="214161.88">14156 13439 119 0,'0'7'-43'0,"0"-3"40"0,2-2-25 15</inkml:trace>
  <inkml:trace contextRef="#ctx0" brushRef="#br0" timeOffset="214340.5">14534 13470 142 0,'0'0'-57'16,"42"8"62"-16,-20-6-3 16,0 2 0-16,0-1-4 15,-1 0-50-15</inkml:trace>
  <inkml:trace contextRef="#ctx0" brushRef="#br0" timeOffset="214524.35">15052 13592 95 0,'0'0'-8'0,"45"11"13"16,-21-7 0-16,2 1-3 16,0 0-2-16,-3 0 0 15,1 0-11-15,0 1-53 16</inkml:trace>
  <inkml:trace contextRef="#ctx0" brushRef="#br0" timeOffset="214690.41">15639 13651 112 0,'0'0'-16'16,"32"5"20"-16,-15-4-1 15,1 2-2-15,2-1-1 16,-2 1-13-16,0-1-28 0</inkml:trace>
  <inkml:trace contextRef="#ctx0" brushRef="#br0" timeOffset="-214613.78">16092 13787 95 0,'0'0'-6'16,"45"10"13"-16,-18-7-3 15,0 1-2-15,2-1-2 0,1 2 0 16,0-2-1-16,1 1-4 16,-1-2-6-16,-1 0-17 15</inkml:trace>
  <inkml:trace contextRef="#ctx0" brushRef="#br0" timeOffset="-214402">17172 13763 97 0,'36'2'2'0,"-2"-2"7"15,4 1-4-15,1-1-3 16,-2 1-2-16,2 1 1 16,-1-2-1-16,-3 0-8 15,0 0-22-15,-1 0-41 0</inkml:trace>
  <inkml:trace contextRef="#ctx0" brushRef="#br0" timeOffset="-214214.73">18060 13735 94 0,'0'0'0'15,"46"14"9"-15,-25-7 5 16,2-2-3-16,0 0 0 16,3 0-3-16,-1-2-4 0,4-1-2 15,1-1-1-15,0-1-18 16,1 0-99-16</inkml:trace>
  <inkml:trace contextRef="#ctx0" brushRef="#br0" timeOffset="-214069.01">18780 13731 79 0,'0'0'12'0,"54"2"-8"16,-27-2-2-16,4 0 0 0,-1 0-4 15,1 0-38-15</inkml:trace>
  <inkml:trace contextRef="#ctx0" brushRef="#br0" timeOffset="-213896.28">19602 13586 110 0,'32'-7'10'16,"-1"2"15"-16,-2 3-17 0,-2-2-6 16,-1 2 0-16,0-1-2 15,0-2-13-15,-2-2-54 16</inkml:trace>
  <inkml:trace contextRef="#ctx0" brushRef="#br0" timeOffset="-213747">20226 13417 173 0,'0'0'5'0,"0"0"10"15,32-3-10-15,-19-2-4 16,-3 1-4-16,1 0-54 16,-1-1-12-16</inkml:trace>
  <inkml:trace contextRef="#ctx0" brushRef="#br0" timeOffset="-213547.58">20502 13241 145 0,'0'0'20'16,"0"0"6"-16,0 0-7 15,0 0-11-15,0 0-4 0,0 0-2 16,0 0-1-16,25-9-1 15,-22 8 0-15,1 0-1 16,1-2-24-16,-4-1-39 16,2-2-71-16</inkml:trace>
  <inkml:trace contextRef="#ctx0" brushRef="#br0" timeOffset="-213171.29">20499 13184 54 0,'0'0'2'0,"0"0"-2"16,0 0 0-16,30-4 0 15,-23 4 0-15,1 0 0 16,-1 1 4-16,1 4 12 16,1-1 3-16,-1-1-4 0,1 1-2 15,-1 0 2-15,1-1-3 16,-3 0-4-16,-1 0 6 16,0 0 4-16,-3 1-3 15,1 1 2-15,-3 2 0 16,0 6-2-16,-3 5-3 15,-4 7-9-15,-4 8-3 0,-2 10 1 16,-4 13-1-16,-4 7-21 16,-4 7-132-16</inkml:trace>
  <inkml:trace contextRef="#ctx0" brushRef="#br0" timeOffset="-178520.67">17080 12772 7 0,'1'-2'18'0,"0"-1"-8"0,-1 1-6 0,2 0-3 0,-2 0 0 0,0 0 2 16,0 1 2-16,0-1 3 15,0 2 1-15,0-3-3 16,0 2-1-16,1-1-1 16,-1 0-2-16,1 1-2 15,0-1 0-15,1 0 0 0,2 1 0 16,-2-1 0-16,2 2 0 15,0 0 0-15,-1 0-1 16,1 0 2-16,2 0-2 16,-2 0 2-16,0 2-1 0,1-1 0 15,0 0 0-15,1 0 1 16,0-1 0-16,-1 0 2 16,0 0-1-16,0 0 2 15,0 0-1-15,-3-1 0 16,2-1-1-16,-1-2 2 0,0-2 0 15,-1-1 2-15,3-1 5 16,-2-2-1-16,1-4-1 16,2-2-5-16,1-3 1 15,1-3-1-15,3-3-2 16,2-3 5-16,0 0-4 16,1-5 1-16,2-1 0 0,0-1 2 15,2-2-1-15,1-1-3 16,1-1 1-16,-1 3-2 15,1 1 1-15,-2 3-2 16,-1 1 1-16,2 4-1 16,-4 3 0-16,2 0-1 0,0 0-7 15,-3 2-40-15,-1-4-94 16</inkml:trace>
  <inkml:trace contextRef="#ctx0" brushRef="#br0" timeOffset="-177497.72">19284 12377 40 0,'4'0'4'0,"0"0"-2"0,1 0 4 0,1-5 4 16,-2 0 1-16,2-2-1 15,-2-2 1-15,2-3 2 16,0-1 2-16,2-2 0 0,-1-5-3 15,3 1-6-15,2-5-3 16,0-2-1-16,1-4-1 16,0-2-1-16,-1-4 0 15,2-2-2-15,2-2-5 16,-2-1 0-16,4 0-16 0,-3-1-32 16</inkml:trace>
  <inkml:trace contextRef="#ctx0" brushRef="#br0" timeOffset="-169661.88">5447 6101 36 0,'0'0'3'0,"0"0"0"0,0 0 2 0,0 0 5 16,0 0 2-16,0 0 0 15,0 0-5-15,0 0 2 16,0 0-3-16,0 0 1 16,0 0-3-16,0 0-1 15,0-8-6-15,0 8 0 0,0 1 2 16,0 2-1-16,0 2 0 15,0 0-2-15,0 2 1 16,0-2 0-16,2 3 1 16,2-2-2-16,-1 0 4 15,-1 0 0-15,1-2 1 0,2-1 0 16,-3 0-1-16,3-3 3 16,0 0 1-16,4-2 1 15,4-8 5-15,3-4 1 16,6-5 0-16,6-7-3 15,7-5-3-15,4-4-1 16,7-4-2-16,4-3 3 0,7 1-2 16,0-2 1-16,1-3-56 15</inkml:trace>
  <inkml:trace contextRef="#ctx0" brushRef="#br0" timeOffset="-165303.45">9353 6081 46 0,'0'0'3'0,"0"0"-2"0,0 0-1 0,0 0 0 16,0 0 1-16,0 0-1 15,0 0 0-15,0 0 0 16,0 0 0-16,0 0 2 16,0 0 2-16,0 0 0 15,-27-12 1-15,26 12 2 0,-1-1-4 16,0 0 2-16,2 0 0 16,0-1 0-16,-1 2 1 15,1-1-1-15,0 1 1 16,0 0-4-16,0 0-1 15,0 0-1-15,0 0 0 0,0 0 0 16,1 0 0-16,3 1 0 16,-3 2 0-16,1 0 0 15,1 1 0-15,1-1 0 16,-2 0 0-16,1 1 0 16,0-1 0-16,1 2-1 0,1 0 1 15,-1-1-1-15,2 2 1 16,-2-1-1-16,-1 2 1 15,1 1 0-15,1 0-1 16,-3 0 0-16,1 2-1 16,-1-1 1-16,0 1 0 0,-1 0-1 15,-1 1 1-15,0-1-2 16,0 1 1 0,0 1 0-16,0 1 1 0,0-1 1 15,-3 1 0-15,-2 2 0 16,1-2 0-16,0 1-1 15,0 0 2-15,-1-1-1 0,1 2 0 16,1 0 0-16,-1 0 0 16,1 0 0-16,0 0 0 15,0 1 0-15,0-1 1 16,1 0-1-16,1 0 0 16,0-1 2-16,1 0-1 0,0-1-1 15,0 0 1-15,0 0 0 16,0 1-1-16,2-2 2 15,2 1-2-15,-1 0 1 16,-1-1 1-16,3 0-1 0,-2-1-1 16,0 0 1-16,1 0 1 15,0-2-1-15,2-1 1 16,-3 0-1-16,1-3 1 16,0 1 0-16,1-1-1 15,-2-1 0-15,1 0 0 16,0 2 1-16,1-1-2 0,-2 2 1 15,-1 1-1-15,0 1 0 16,-2 3 0-16,0 1-1 16,0 1 1-16,0 3-2 15,-4 0 2-15,-3 2 0 16,4 0 2-16,-4 0-2 0,4 0 0 16,-2 1 0-16,2 0 0 15,0-1 0-15,3 2 0 16,0 0 1-16,0-1-1 15,0 2 1-15,0-1-1 16,4 2 0-16,1-1 0 0,0-1 0 16,2 0 0-16,-2-2 0 15,1 0 0-15,1-2 0 16,0 0 0-16,0-1 0 16,1 2 0-16,-1-1 0 15,-1-1 0-15,0 1 1 16,-2-1-1-16,-1 1 0 0,0-1 0 15,0-1 0-15,-3 0 1 16,0-2-1-16,0-1 0 16,0-1 0-16,0-1 1 15,0 0-1-15,-3-3 2 16,-2 1 2-16,1 0 3 0,-2-1 1 16,0 1 2-16,-1-2 0 15,1 1-2-15,1-2-3 16,-2 0-1-16,2 0-1 15,0-3-1-15,2 1 0 16,0-1 0-16,-1-2 2 0,2 1-1 16,-1-1 0-16,0 0-1 15,0 0 0-15,1 0 2 16,0 0-1-16,-1 0 0 16,1 0-1-16,0 0 0 15,0 0 1-15,1 0-2 0,-1 0 1 16,1 0-1-16,-2 0-1 15,2 0-5-15,-2 4-18 16,-3 4-35-16,-1-1-26 16</inkml:trace>
  <inkml:trace contextRef="#ctx0" brushRef="#br0" timeOffset="-159293.5">20757 5864 29 0,'0'0'9'0,"0"0"3"0,0 0 1 0,0 0-2 0,0 0 1 16,0 0-1-16,0 0-2 16,0 0-3-16,0 0 1 15,0 0-3-15,0 0-3 16,0 0-1-16,0 0 1 0,-20-5-1 16,20 5 0-16,0 0 0 15,0 0 0-15,0 0 1 16,0-1-1-16,0 1-1 15,0 0-1-15,0 0 3 16,0 0-1-16,5 0 0 0,0 0-1 16,-1 0 1-16,2 1 0 15,-1 0 0-15,0 1 0 16,0 0 0-16,0 0 0 16,-1 1 0-16,2-1-1 15,-3 1 1-15,1 1-1 0,1 0 1 16,-2 0-1-16,1 2 1 15,-1-1 0-15,-1 1 0 16,0 1-1-16,-2 0-1 16,0 0 0-16,0 0 3 15,0 1-1-15,-2 0 1 0,0 2-1 16,-3-2 2-16,2 2-2 16,-1-2 1-16,-1 2-1 15,2 0 0-15,-2 0 0 16,0 0 0-16,0 1 0 15,0-1 0-15,-2 2 0 16,2-2 0-16,-3 1 0 0,2 1 0 16,1 1 1-16,0-1-2 15,1 3 1-15,2-2 1 16,0 0-1-16,2 0 0 16,0 0 0-16,0-1 1 15,0 1-2-15,0 0 2 0,2-4-1 16,2 2 0-16,2-1 1 15,-2-1-1-15,2-3 1 16,-1 1-1-16,1-1 1 16,0-2 0-16,0 0 0 15,-1-2 0-15,0 1 0 0,-1-1 0 16,-1 0-1-16,-1 0 0 16,-2 0-1-16,0 2 1 15,0-1-1-15,0 2 0 16,0 2 1-16,-7 1 0 15,0 2 1-15,-1 3-1 0,-1-1 1 16,0 4-1-16,0 0 0 16,-1 0 0-16,3 3 0 15,0-2 0-15,0 3 0 16,3-2 0-16,-2 2 1 16,2-2-1-16,-2 2 0 15,2-2 0-15,-3 0 0 0,2 0 0 16,-2 0 0-16,2-1 0 15,-1-1 0-15,1 1 0 16,0 1 0-16,0-1 0 16,2 1 0-16,0-1 2 0,-1 2-2 15,2-2 1-15,1 0 0 16,1-1-1-16,0 0 0 16,0-2 1-16,0-1 0 15,0 0-2-15,0-2 1 16,3 0 1-16,1 0-1 15,0 1 0-15,1-1 0 0,-1 2 0 16,3-2 0-16,-1 2-1 16,1-1 2-16,1 0 0 15,2 1-1-15,-3-1 1 16,0-1-1-16,0 1 0 0,2 0 0 16,-4-1 0-16,2 1 0 15,-1-1 0-15,-1-1 0 16,0 2 0-16,-1 1 0 15,-2-1 0-15,0 1 1 16,-2-1-2-16,1-1 1 16,-1 3 1-16,0-2-1 0,0 0 0 15,0 1 0-15,0 1 0 16,0 0 0-16,0 1 0 16,0-2 0-16,-1 0 0 15,-1-1 0-15,0 1 1 16,-5 0-1-16,2 0 0 0,-3 1 1 15,0-1-1-15,-2 0 1 16,1-1 1-16,-1-1-1 16,1-1-1-16,-1 0 0 15,0-2 0-15,2-1 1 16,-1 0-1-16,-1-1 1 0,2-1-1 16,-2-1 1-16,2 0 0 15,-2 0 0-15,1-1-1 16,1 1 1-16,-1-1 0 15,-1 0 0-15,1 0-1 16,-1-1 1-16,-2 5-1 16,-3 0-3-16,-2-1-31 0</inkml:trace>
  <inkml:trace contextRef="#ctx0" brushRef="#br0" timeOffset="-158238.87">19066 7676 57 0,'2'0'6'0,"-2"0"0"0,0 0 1 0,0-3 2 15,0 3-3-15,1-2 2 16,-1-1-4-16,1 0 3 16,-1 0 0-16,0-1 1 0,0 2-1 15,0 0-3-15,1 0 0 16,0 0 1-16,1 0-3 15,-1 2-1-15,1-1-2 16,3 0 1-16,-1 0-1 16,2 1 1-16,3 0 0 0,0-2-1 15,3 2 1-15,2-2 0 16,1 0 0-16,3 1 0 16,1-2 0-16,3 1-1 15,1 0 2-15,1 1-1 16,1-1 0-16,2-1 0 0,1 0-1 15,0 3 1-15,-1-2 0 16,2 0 1-16,-1 1-1 16,3-1 0-16,-1 0-1 15,4-1 1-15,2 0 1 16,0 1-1-16,2-1 0 0,-1 0 0 16,2 1 0-16,0-2 0 15,2 1 0-15,2 0 0 16,0 1 0-16,-1-1 1 15,2 1-1-15,1-1 1 16,1-2 0-16,0 2 1 0,2-3-1 16,-1 2 0-16,1-3 0 15,-1 2 0-15,1 0-1 16,-2 1 1-16,0-1 2 16,-1 1-3-16,-2-1 1 15,1 2 0-15,-2-2-1 16,-1 2 1-16,1 0 0 0,-1-1 0 15,-4 0-1-15,0 0 2 16,-3-2-2-16,-3 1 0 16,-3-1 1-16,-2 1 0 15,-3 0 2-15,-4 2-2 16,-2-1 1-16,-3 1 0 0,-1 0-1 16,-2 0-9-16,-7 0-48 15</inkml:trace>
  <inkml:trace contextRef="#ctx0" brushRef="#br0" timeOffset="-157604.89">21227 6928 21 0,'0'0'13'0,"0"0"4"16,0 0 3-16,0 0-4 0,0 0-2 15,0 0-3-15,0 0 3 16,0 0-3-16,0 0-7 0,0 0-4 16,0 0 0-16,0 0-1 15,0 0-2-15,-8-13 0 16,10 16-2-16,0 2 4 16,1 1 0-16,2 0 1 15,-1-1 0-15,2 0 1 16,0-1 0-16,1-2-1 0,0-2 1 15,2 0 3-15,3 0 1 16,1-3 2-16,5-6 0 16,4-2 1-16,3-5-2 15,6-2 0-15,8-6-3 16,7-2-1-16,8-5 0 16,8-3 0-16,8-7 0 0,8-4-10 15,5-9-83-15</inkml:trace>
  <inkml:trace contextRef="#ctx0" brushRef="#br0" timeOffset="-151013.17">9274 8104 26 0,'-3'2'5'0,"0"1"-3"0,0 2 0 0,1-3 0 0,0 1 1 16,2-1 4-16,-2-1 0 15,1 1 1-15,0 0-1 16,1 1 1-16,-1-1-2 16,1 2-3-16,0 0-1 0,0 2 0 15,0 1-1-15,0 0 0 16,3 1 1-16,2 0-2 16,-3-2-2-16,3 0 5 15,-2 0-2-15,-1-2-2 16,2-1 2-16,-1 0 2 0,-1-2-1 15,3 0 0-15,-2-1 6 16,4 0-5-16,-1-2 2 16,4-5 4-16,1-3 5 15,4-2-6-15,-1-3-4 16,5-2 1-16,0-1-2 0,-1-1 0 16,4-1-2-16,0 0 5 15,-2 0 1-15,1 1 1 16,0 0 1-16,-1 2-3 15,0-1-3-15,-3 2 0 16,1-1-2-16,-1 2 0 16,0 0 0-16,1 3-1 15,0-1 0-15,2 2 0 0,1-1-11 16,-5-2-75-16</inkml:trace>
  <inkml:trace contextRef="#ctx0" brushRef="#br0" timeOffset="-148438.64">11053 9241 11 0,'0'0'13'0,"0"0"-4"0,0 0 0 0,0 0 3 0,0 0-3 15,0 0-2-15,0 0 2 16,0 0 0-16,0 0 2 16,29-4 1-16,-23-1 3 15,0-4-3-15,3-2-1 16,2-2-3-16,2-2-2 16,2-1-2-16,3-1 0 0,2-1-3 15,2-2 1-15,0 1-1 16,5-2-1-16,-1-1 1 15,3 0-1-15,-2-3-8 16,-1-3-59-16</inkml:trace>
  <inkml:trace contextRef="#ctx0" brushRef="#br0" timeOffset="-134512.75">20915 7981 36 0,'0'0'2'0,"0"0"5"0,-38-6 0 0,27 3-2 15,0 0-2-15,2-1 1 16,2 1 3-16,-1-2-1 16,2 2-2-16,1-1-3 0,-1 1 0 15,1 1-2-15,1-1-5 16,-1 2-21-16</inkml:trace>
  <inkml:trace contextRef="#ctx0" brushRef="#br0" timeOffset="-133344.64">20761 7945 56 0,'0'0'10'0,"0"0"11"15,0 0-5-15,0 0-4 16,0 0-1-16,0 0-3 0,0 0-2 16,-9-8-1-16,8 5-3 15,0 1 0-15,0 1-1 16,-1 0 1-16,2 1 0 15,0-2 2-15,-2 2 0 16,1 0-1-16,1 0-3 0,0 0-2 16,0 0 1-1,3 0 1-15,-1 0 0 0,3 0 0 16,0 2 0-16,0 0 0 16,-1 0 0-16,-1 0 0 15,3 0 0-15,-4 1 0 0,3 0 0 16,0 0 0-16,-1 1 1 15,3 0-2-15,-1 0 2 16,1 1-1-16,0 0-1 16,0 1 2-16,0-1-2 15,0 0 2-15,-1 0-2 16,0 1 1-16,0 0 0 0,-4-1-1 16,1 1-1-16,-2 3 1 15,0-2 1-15,-1 1 1 16,0 1 0-16,0 1-1 15,0-2 0-15,-2 3 1 16,-1 0-1-16,-2 2-3 16,0 0 3-16,-2 2-1 0,-1 0 4 15,1 0-3-15,-2 1 1 16,1-1 3-16,-1 2-3 16,1-2 3-16,2 0-3 15,-2 0 0-15,1-1 1 16,1 0-2-16,2-1 1 0,1 0 0 15,1-1 0-15,0-1 0 16,2 2 1-16,0-1 0 16,0-1-1-16,0 0 1 15,0 0-2-15,2 1 0 0,1-3 1 16,3 1-1-16,-1-1-1 16,1-1 2-16,2-1-1 15,-2-1-1-15,2 0 1 16,0-2-1-16,0 1 2 15,-1-1 0-15,0-2-1 0,-1 1 1 16,-1-1 0-16,-1 0-1 16,-1 1 0-16,-1 2-1 15,-1-2-2-15,-1 2-3 16,0 1 4-16,0 0 4 16,-1 2-3-16,-1 2 2 15,-3 0-1-15,1 0 0 16,-1 2 0-16,1 1 1 0,-1 2-1 15,2 1 0-15,0 2 1 16,-1 2-1-16,2 2 2 16,-1 2-2-16,1 1 0 0,2 2 0 15,-3-1 0-15,3 0-2 16,0-1 1-16,0-2-2 16,0 0-2-16,0-1-5 15,0 0 4-15,3-1 5 16,1 2 0-16,0-2 2 15,-1 2-2-15,1-1 1 0,-1 1 0 16,0-3 0-16,0 0 0 16,-1-2 0-16,0-1 0 15,0-1 0-15,-1-1 1 16,-1-2-1-16,0 2 0 16,0 2 0-16,0 1 1 0,-1 0-1 15,-5 0 0-15,2-1 0 16,-3 0-1-16,0-4 1 15,-2-1 0-15,2-1 0 16,-5-3 1-16,2 1 2 16,-3-3-2-16,0 0 1 0,-1 0-1 15,-1 0 2-15,0-2-2 16,0 0 1-16,1-1 1 16,0 1-3-16,0 0 0 15,0 1-4-15,1 0-19 16,-2-1-62-16</inkml:trace>
  <inkml:trace contextRef="#ctx0" brushRef="#br0" timeOffset="-132653.87">20133 9705 94 0,'0'0'9'0,"1"0"3"0,3-2-8 0,0-1-3 16,2 1-1-16,0-2 0 0,2 3 1 16,1-2-1-16,1 0 0 15,1-1 0-15,3 1 0 16,1-2 0-16,2-1 0 16,2-1 0-16,2 0 0 15,0-1 0-15,5-1 1 0,0-2-1 16,4-1 0-1,1 1 1-15,1-1 0 0,2-1 0 16,-1-2 1-16,0 2-1 16,0 1 1-16,-1-1 0 15,3-1 0-15,-1 2-1 16,0 1 0-16,-2-1 0 0,-1 2 0 16,-1 0 0-16,-5 1-1 15,-3 1 0-15,-3 3 0 16,-4 1 0-16,-4 2 1 15,-3 0-2-15,-5 2 0 16,-3 0-2-16,0 0 1 0,-7 7 4 16,-7 1-11-16,-2 3-15 15,-6 1-17-15</inkml:trace>
  <inkml:trace contextRef="#ctx0" brushRef="#br0" timeOffset="-132156.16">20204 9778 8 0,'0'0'2'0,"0"0"1"0,32-6 1 0,-17 2 3 16,0 0 2-16,1-1-1 0,2 0 2 15,2-1 2-15,1 0-2 16,3-2-1-16,3 0-1 15,1 0-3-15,3-1-1 16,-1-1-4-16,1 0 1 16,0-1 1-16,1 0-1 15,-1-1 2-15,3 0 1 0,2-1 0 16,0 2 4-16,-1-1-1 16,-1 0 1-16,-2 1-4 15,-2 2 0-15,-2 1-3 16,-4 1 0-16,-3 0 1 0,0 3-1 15,-4-1-1 1,-3 2 1-16,-1 0-1 0,-2 1-1 16,-4-1 1-16,-1 0-5 15,-4-1-39-15</inkml:trace>
  <inkml:trace contextRef="#ctx0" brushRef="#br0" timeOffset="-131479.47">21273 8738 23 0,'0'0'13'0,"0"0"2"0,0 0-8 0,0 0-7 16,0 0 3-16,0 0 2 15,0 0-1-15,0 0-1 16,0 0 1-16,0 0 0 16,0 0 0-16,5 22 0 15,-4-16-1-15,2 1 0 0,-1-1-1 16,-1-1 0-16,2 1-1 16,1-2 1-16,-1 1 3 15,1-3-3-15,3 3 2 16,-2-4-2-16,1-1 3 15,2 0-2-15,2 0 2 16,1-8 3-16,4-5 3 0,3-3 2 16,5-5-2-16,5-4-3 15,6-4 0-15,8-6-3 16,7-4 2-16,10-9-1 16,12-5-3-16,12-6-2 0,5-9-4 15,8-9-63-15</inkml:trace>
  <inkml:trace contextRef="#ctx0" brushRef="#br0" timeOffset="-122656.47">21495 8023 97 0,'-9'0'9'16,"3"0"8"-16,1 0-13 0,1 0-3 0,2 0-1 0,-1 0-1 15,1 0 0-15,-1 0 1 16,2-1 0-16,0 0 1 16,1 0-3-16,-2-1-13 15,0 1-32-15</inkml:trace>
  <inkml:trace contextRef="#ctx0" brushRef="#br0" timeOffset="-122362.8">21444 7978 58 0,'0'0'16'0,"0"0"9"0,0 0-8 15,0 0 0-15,0 0-2 16,0 0 0-16,0 0-8 16,0 0-9-16,-3-6 0 15,4 16 3-15,4 1 0 16,-1 4 3-16,0 2-2 0,2 1 1 15,-2 0-1-15,1 2 1 16,0-2 2-16,-1-1-2 16,-1-1-1-16,0 0 1 15,-2-1-2-15,2-1 1 0,-2-1-2 16,-1-2 0-16,0 0-2 16,0-5-36-16,-5-3-50 15</inkml:trace>
  <inkml:trace contextRef="#ctx0" brushRef="#br0" timeOffset="-121737.2">21454 7992 73 0,'0'0'-14'0,"0"0"18"16,0 0 5-16,10-32 2 15,-6 26 1-15,-1 1 1 16,2 0-4-16,1-1-1 16,4 2-5-16,0 0 1 15,1 1-3-15,3 0-1 0,1 3 1 16,-1 0-1-16,0 0 0 16,-1 0-1-16,-2 3 1 15,-2 2 0-15,-3 2 0 16,1-2 0-16,-4 1 0 15,1-1-1-15,-3 2 3 0,-1-1 0 16,0 1 0-16,0 1 5 16,-5 2 0-16,-1 0-1 15,-4 0 2-15,-1 3-3 16,-3 0-3-16,1-2 1 0,-1 2 0 16,0-1 1-1,0-1-2-15,2 0 0 0,0-2-1 16,2 1-1-16,1-4 1 15,3 1 0-15,1-2 0 16,2-3 3-16,1 0-1 16,2-2 0-16,0 0 1 0,0 0-3 15,0 0 3-15,3 0-2 16,1 0-1-16,3 0 3 16,0 0-4-16,0-1 1 15,3-1 0-15,-1 2 1 16,1 0-2-16,0 0 1 15,0 0-1-15,0 0 1 0,1 3-1 16,0-1 1-16,-2 2 0 16,-2 0-1-16,1 0 0 15,-1-1 0-15,1 1 0 16,-1 0 1-16,1 1-1 16,0-1-4-16,-3-3-64 0,1-1-66 15</inkml:trace>
  <inkml:trace contextRef="#ctx0" brushRef="#br0" timeOffset="-121218.47">21730 8106 99 0,'0'0'9'0,"0"0"11"0,0 0-7 0,0 0 1 0,0 0 3 15,0 0-7-15,0 0-4 0,28-19-2 16,-23 13-1-16,2 1-2 16,-2-2 1-16,1 1-1 15,-1-1 0-15,-1-1 0 16,-1 3 1-16,-1-2-1 15,-2 2 4-15,0 0 0 0,0 2 4 16,-2 0-4-16,-2 1 1 16,-3 2-6-16,0 0 0 15,0 0-2-15,-1 5 2 16,-1 2-1-16,1 0 2 16,0 2-1-16,1 1-5 15,1-1 7-15,1 0 0 0,1 1-2 16,1-1 0-16,2-1 0 15,1 0 1-15,0 0 1 16,0 0 0-16,0-1-1 16,4 0 1-16,0-1 0 15,1-2-1-15,1 1 4 16,0-2-4-16,3-1-1 0,2 1 1 16,0-2-1-16,4-1 1 15,0 0-2-15,3 0-24 16,-1-8-53-16</inkml:trace>
  <inkml:trace contextRef="#ctx0" brushRef="#br0" timeOffset="-120136.84">21996 8003 76 0,'0'0'14'0,"0"0"-4"0,0 0-7 0,0 0 0 0,0 0 0 16,0 0 2-16,0 0 1 0,0 0 1 15,0 0 4-15,0 0-3 16,-18-18-3-16,15 18-2 16,-1 0 0-16,0 5-3 15,-1 2 0-15,-1 1 1 16,0 0 0-16,2 4-1 16,0-2 0-16,1 1 0 0,0-1 1 15,3 0-1-15,0 0 1 16,0-2 1-16,0 0 1 15,1-1 2-15,6-1-1 16,-2 0-1-16,2-1-1 16,1-1 2-16,3-1-2 0,-2 0 1 15,1-2 0-15,2 1 0 16,-2-2 0-16,3 0 0 16,-1 0 1-16,0 0-1 15,1-4 0-15,-1-1-1 16,-2 0 0-16,-3-1-1 0,1 0 1 15,-1-1 3-15,-2-1-3 16,-1 1 0-16,-1 0 0 16,-2-2 0-16,0 2 1 15,-1-1-1-15,0 1 0 16,0 0-1-16,0-1 1 0,-1 3-1 16,-1-1 4-16,0 2-2 15,1 0-1-15,-1 2-1 16,1 0-1-16,-1 2-3 15,2-2 2-15,0 2 0 16,-1 0 2-16,1 0-3 0,0 0-1 16,0 0 3-16,0 4-1 15,0 2 1-15,0 1 0 16,0 1 0-16,0 1 0 16,3 0 1-16,1 1 0 15,0-2-1-15,3-1 2 16,-2-1-1-16,0-1-1 0,2-1 1 15,-1-2 0-15,1 1-1 16,0-3 1-16,1 0 0 16,-1 0 1-16,3-3 0 15,-3-1 0-15,1-2 1 16,-1-1 0-16,1 0-5 0,-3 1 4 16,1-1-2-16,-2 1 1 15,1 0-1-15,-3-1 1 16,0 1 0-16,-1 0-1 15,-1-1 1-15,0 2-2 16,0 0 3-16,0-1 0 0,0 3-3 16,-3-1 1-16,1 2-1 15,-2 1 3-15,2 0-4 16,0 1 2-16,0 0 1 16,2 0-1-16,0 2 0 15,0 2 0-15,0 1 0 0,0 1 0 16,1 1 1-16,5-1 0 15,-1 0 1-15,5-2-2 16,-3 1 0-16,3-1 0 16,-1-3 0-16,1 2-3 15,0-3-11-15,-1 0-12 0,0 0-28 16,-1 0-21-16</inkml:trace>
  <inkml:trace contextRef="#ctx0" brushRef="#br0" timeOffset="-119730.42">22347 7942 116 0,'0'0'13'0,"0"0"11"0,0 0-18 0,0 0-3 0,0 0 0 15,0 0-1-15,31-28 1 16,-19 27-1-16,0 1 0 15,2 0-1-15,0 1-1 16,0 4 0-16,0 3 1 16,-1-1 1-16,-2 3-2 15,-1 0 1-15,0-2-3 16,-2 0 4-16,-3-1 1 0,-3-2-3 16,0 1 0-16,-2-4-3 15,0 0 3-15,0-1 6 16,-4-1 7-16,-1 0 2 0,0 0-2 15,0-1 3-15,0-5-1 16,1-2-5-16,1-2-3 16,0-2-4-16,2-2 0 15,1 2-2-15,0-3-2 16,0 2 3-16,4 0-4 16,3 3 2-16,1 1-13 0,1 0-42 15,-1 1-58-15</inkml:trace>
  <inkml:trace contextRef="#ctx0" brushRef="#br0" timeOffset="-119319.2">22589 7863 126 0,'0'0'3'0,"0"0"3"16,0 0-3-16,0 0 1 15,31-21 3-15,-24 17 2 16,0 2-1-16,1-1-2 16,0 3-3-16,-1 0-1 15,2 0 1-15,-2 2 0 16,1 5-2-16,-1 1 0 0,0 1 2 16,-3 1 0-16,0 0-3 15,-1 0-1-15,-1-2 1 16,-2-1 0-16,0 0-1 15,0-4 1-15,0 1 1 16,0-3 1-16,-2-1 10 0,-1 0 15 16,-1 0-6-16,1-5-7 15,-1-2-5-15,1-1-4 16,0-2-2-16,2-1-2 16,0-4 0-16,1 2-1 15,0-1-2-15,4 1 1 16,4 1 1-16,2 1-4 15,0 3-17-15,2-1-32 0,-2 1-51 16</inkml:trace>
  <inkml:trace contextRef="#ctx0" brushRef="#br0" timeOffset="-118941.79">22816 7823 92 0,'0'0'3'0,"0"0"1"0,0 0 4 0,0 0 1 0,28-6 3 15,-23 1 2-15,0-1 1 16,0 0-1-16,0-1-5 0,-2 1 2 16,-1-1-3-16,0 1-3 15,-1-1 1-15,-1 4-1 16,0-1-2-16,-3 1 5 15,-2 3-6-15,-2 0 1 16,-2 0-5-16,1 0 4 16,-1 7 1-16,-1 1-2 0,1 2 1 15,3 3-2-15,1 0 0 16,2 1 1-16,1 0 0 16,2-2 1-16,0-1 0 15,2-1-1-15,5-3 2 16,1-2-1-16,3 0-8 15,2-4-11-15,2-1-33 0,-2-1-20 16</inkml:trace>
  <inkml:trace contextRef="#ctx0" brushRef="#br0" timeOffset="-118493.15">22957 7772 101 0,'0'0'16'16,"0"0"9"-16,0 0-7 15,0 0-5-15,0 0-3 16,0 0-4-16,0 0-5 0,0 0 1 16,0 0-1-16,-6 8 1 15,6 0 1-15,2 1-3 16,2-1 1-16,-2 0-1 16,0 0 0-16,1-4 1 15,-2 1-1-15,0-2 0 16,0-1 1-16,0-1 0 0,-1-1 1 15,0 0 8-15,0 0 15 16,1-3-20-16,1-2-2 16,-1-2-1-16,1-1-3 15,2 0-3-15,-1 0 1 16,3 0-1-16,0 0 1 0,0 1-2 16,3 0 8-16,1 1-4 15,-1 2 1-15,1-1 0 16,0 4 0-16,0 0 0 15,-1 1 0-15,1 0 0 16,0 0 0-16,-1 7 0 0,-1 0 0 16,-1 3-2-16,-1 1 1 15,-2-1-3-15,-1 1-3 16,-2-2-8-16,1 1-8 16,-1-5-10-16,2 0-13 0</inkml:trace>
  <inkml:trace contextRef="#ctx0" brushRef="#br0" timeOffset="-118258.62">23252 7660 166 0,'0'0'10'0,"0"0"-12"0,0 0 2 0,0 0 1 16,9 28 0-16,-6-16 0 0,-1 1 0 16,0 0 0-16,1 0-1 15,0 0 1-15,-2-1-1 16,-1 0-17-16,0-3-49 16</inkml:trace>
  <inkml:trace contextRef="#ctx0" brushRef="#br0" timeOffset="-118121.65">23254 7734 196 0,'0'0'-54'16,"0"0"56"-16,39-23-5 16,-23 13-47-16</inkml:trace>
  <inkml:trace contextRef="#ctx0" brushRef="#br0" timeOffset="-117617.6">22330 8456 99 0,'0'0'2'0,"0"0"-2"0,0 0 0 0,2 29 1 15,2-17 0-15,-1 1-1 16,2 0 0-16,-2-1-1 16,0-2-7-16,-2-3-20 15</inkml:trace>
  <inkml:trace contextRef="#ctx0" brushRef="#br0" timeOffset="-117225.22">22281 8466 81 0,'0'0'7'0,"0"0"-5"15,0 0 0-15,30-12 1 16,-15 12 1-16,-1 0-4 0,6 0 3 16,1 5-1-16,6 2 1 15,-2-1-3-15,3 1 1 16,-2-1-1-16,-1-1 0 16,-4-3 1-16,-2 0-1 15,-3-2 0-15,-3 0 1 0,-2 0 1 16,-4-5 13-16,-1 0 17 15,-3-3-1-15,-1 1 5 16,-2-3-12-16,0-1-9 16,0-2-4-16,0 1-3 15,-3-3-2-15,0 4-4 16,-2-1-1-16,2 2-1 0,2 2 0 16,0 3-3-16,1 1-17 15,-2 2-51-15,1-1-76 16</inkml:trace>
  <inkml:trace contextRef="#ctx0" brushRef="#br0" timeOffset="-116813.95">22691 8423 117 0,'0'0'4'16,"0"0"0"-16,0 0 4 15,34-9-1-15,-26 1 0 16,-1 3-4-16,-2-3 4 16,-1 2 3-16,-1-1 2 0,-1 0 1 15,-1-1 6-15,-1 2-7 16,0 0-6-16,0 1-3 16,0 1-3-16,-3 2 0 15,-1 0 5-15,-4 2-6 16,1 0-1-16,-1 0 2 15,-1 3-2-15,1 1 2 0,-2 2 2 16,2 1-2-16,1 0 0 16,2 1 1-16,3 1 0 15,-1 0-1-15,2 1 0 16,1-1 1-16,0-1 0 16,4 0 1-16,3-3 0 0,2-2 0 15,3 0-3-15,2-2 1 16,-2-1 0-16,4 0 1 15,-1-1-11-15,1-6-47 16,-2-2-50-16</inkml:trace>
  <inkml:trace contextRef="#ctx0" brushRef="#br0" timeOffset="-116130.93">22856 8319 94 0,'0'0'5'0,"0"0"17"0,0 0-8 16,0 0-3-16,0 0-4 15,0 0-3-15,0 0-2 16,0 0-1-16,0 0 1 0,-20 26 1 16,20-18 0-16,0 1 1 15,0-1 0-15,4-1-1 16,1-2 0-16,2-1-1 15,0 0 0-15,1-3-1 16,1-1 3-16,0 0-2 0,0 0-2 16,1-1 5-16,-2-4-4 15,0-2 0-15,0 1 2 16,0-2 0-16,-2 1-1 16,0-1 1-16,-2 1-2 15,0-1 0-15,-3 1 1 16,0 2 2-16,0 0 3 0,-1 1-2 15,0 0 0-15,0 2-3 16,0 0 0-16,0 1 0 16,0 0-1-16,0 1 0 15,0 0-1-15,0 0-5 0,1 3 4 16,3 1 5-16,2 2-4 16,0 0 1-16,2-1-1 15,0 1 1-15,1-2-1 16,0-1 1-16,-1 1-2 15,1-3 1-15,-1 1 1 16,-2-2-1-16,1 0-2 0,-3 0 3 16,2-4 0-16,-2-2 2 15,1-3-1-15,0 1-1 16,1-3 0-16,0 1 0 16,-1 0 0-16,1 0-1 15,-1 0 0-15,-1 2 1 0,1 1 2 16,-2 1 3-16,1 2-2 15,0 3-2-15,1 1-1 16,0 0-2-16,2 3 0 16,2 4 0-16,0-1 0 15,2 3-11-15,0-3-30 16,0-1-35-16,0-2-55 0</inkml:trace>
  <inkml:trace contextRef="#ctx0" brushRef="#br0" timeOffset="-115807.55">23352 8224 146 0,'0'0'7'0,"0"0"33"0,0 0-14 0,0 0-17 16,0 0-5-16,0 0-2 16,0 0-5-16,-33-24 9 0,21 27-7 15,0 4 2-15,-2 1 2 16,2 0-3-16,2 1 1 15,2-1 1-15,4 0-2 16,2-3 0-16,2 0 1 16,0-2 2-16,9-2-7 15,1 0 2-15,4-1 3 0,3 0 0 16,-3-2-2-16,3-3 6 16,-1 0-8-16,-1-1 6 15,0-1-6-15,-2 2 6 16,1-2-3-16,-2 2 0 15,0-1-11-15,-4 3-21 0,-1-4-10 16,-2 2-46-16</inkml:trace>
  <inkml:trace contextRef="#ctx0" brushRef="#br0" timeOffset="-115637.02">23386 8074 126 0,'0'0'25'16,"0"0"14"-16,0 0-26 16,0 0-16-16,0 0 4 15,0 0 0-15,18 32-1 0,-9-11-4 16,1-1-58-16</inkml:trace>
  <inkml:trace contextRef="#ctx0" brushRef="#br0" timeOffset="-115189.64">22592 8872 113 0,'0'0'-1'16,"0"0"14"-16,0 0-12 15,0 0 0-15,0 0-1 16,0 0 0-16,34 23 0 0,-24-13 1 16,-2 0 0-16,0-2-1 15,-2 2 0-15,-1-2 0 16,-2 0-2-16,-2-1-8 15,-1-2-8-15,0 0-12 16,-6-1-37-16</inkml:trace>
  <inkml:trace contextRef="#ctx0" brushRef="#br0" timeOffset="-114882.68">22624 8941 6 0,'0'0'10'0,"0"0"5"16,-5-33 7-16,5 25-1 15,0 0 0-15,5 2-10 0,3 1-4 16,3 1-4-16,2 1-2 15,1 1 1-15,2 2-2 16,3 0 0-16,-1 0 0 16,0 3 0-16,1 0 1 15,-1 1-1-15,-1-3 0 0,0 1 0 16,1-2 1-16,-4 0 0 16,0 0 4-16,-1-5 9 15,-2-1 10-15,-4-2 1 16,0 0 6-16,-3-1-5 15,-2-1-8-15,-2-2-3 0,0-1-2 16,0 0-7-16,-6-1-1 16,0 0-4-16,1 4-1 15,0 0-4-15,-1 3-33 16,1 1-35-16,0 3-83 0</inkml:trace>
  <inkml:trace contextRef="#ctx0" brushRef="#br0" timeOffset="-114646.99">23102 8755 112 0,'0'0'3'0,"0"0"1"0,0 0-4 0,0 0-18 16</inkml:trace>
  <inkml:trace contextRef="#ctx0" brushRef="#br0" timeOffset="-114171.11">23043 8763 148 0,'0'0'5'16,"0"0"0"-16,0 0 0 16,0 0-3-16,0 0 0 15,32-18-1-15,-25 13 1 16,-1 0-1-16,-2-1-1 0,-1 1 1 16,1-1-1-16,-2 0 1 15,-2 1 8-15,0-1-1 16,0 2-2-16,-6-1-3 15,-1 3 0-15,-3 2-5 16,2 0 2-16,-2 2 0 0,0 7 2 16,1 2-1-16,1 4 0 15,3 1 0-15,0 1 2 16,4 1-2-16,1-2 1 16,0-2 0-16,4-1 2 15,3-3 1-15,2-4-1 16,1-1-4-16,3-1 2 0,1-3-1 15,2-1 1-15,1 0-1 16,1-3-11-16,0-5-60 16,-2-3-23-16</inkml:trace>
  <inkml:trace contextRef="#ctx0" brushRef="#br0" timeOffset="-113964.45">23240 8609 157 0,'0'0'-12'0,"0"0"35"16,0 0 10-16,0 0-18 16,0 0-12-16,0 0-3 15,0 0 3-15,0 0-2 16,0 0 2-16,-14 40-1 16,21-25-1-16,-2 0 1 15,2 1-2-15,-1-1-6 0,-2-3-46 16,-2-5-51-16</inkml:trace>
  <inkml:trace contextRef="#ctx0" brushRef="#br0" timeOffset="-113409.1">23181 8713 166 0,'0'0'16'0,"0"0"0"15,0 0-15-15,0 0 0 16,0 0 2-16,0 0-1 0,5-31-5 16,3 26 4-16,1 0 1 15,4 0-1-15,-1-1 1 16,0 2-1-16,2 1-1 16,-1 1 0-16,-2 0 1 0,-1 2-1 15,1 0 0-15,-3 0 0 16,-1 0 0-16,-1 2 0 15,0 3 2-15,0-1 0 16,-1 0-2-16,1 0 1 16,0-1-1-16,2-1 1 0,-3-2-1 15,1 0 1-15,0 0 0 16,0-1 0-16,-1-5 2 16,0 0 0-16,-1-1 1 15,-1 2 7-15,-1 0-2 16,-1 0 0-16,0 2 5 15,0 1-3-15,-1 1-2 0,0 0-4 16,1 1-5-16,1 0-2 16,2 0 1-16,-2 0 1 15,3 0 0-15,2 0 0 16,-1-2 0-16,1 0 0 16,1-2 0-16,0 0 1 0,1 0-1 15,-2-1 2-15,-1 0-2 16,-1 0 0-16,-1 0 0 15,1 0 0-15,-2 0 0 16,-1 0 0-16,1 2 0 0,-1-2-27 16,-2 2-53-16,1-1-90 15</inkml:trace>
  <inkml:trace contextRef="#ctx0" brushRef="#br0" timeOffset="-113181.64">23554 8566 148 0,'0'0'1'0,"0"0"0"0,0 0 0 0,0 0 5 15,33 6-2-15,-24-6 0 16,0 0 4-16,1-2 6 0,-3-2 8 16,-1-1-4-16,-1-1 2 15,-2 0-6-15,-2 0-4 16,-1 0 2-16,0 0-3 15,-1 0-7-15,-6-2-3 16,-5 1-3-16,-3-4-54 0</inkml:trace>
  <inkml:trace contextRef="#ctx0" brushRef="#br0" timeOffset="-112114.6">21499 5851 62 0,'0'0'4'0,"0"0"15"0,0 0 2 0,7-33-7 0,-6 27-6 16,1 1-1-16,-2 0-2 0,0 0 3 16,0 2 6-16,0 1 4 15,0-1 2-15,0 1-7 16,0 0-2-16,0 2-3 15,-4 0-6-15,-2 0-2 16,-2 2-2-16,-1 4 6 16,-3 1-5-16,1 1 0 0,-1 2 6 15,0 2-4-15,1 0 0 16,1 1-1-16,3 1 1 16,-1 2-1-16,2-2 1 15,2-2-1-15,3 1 2 16,0-3 1-16,1-1 0 0,0-2 0 15,3 0 0-15,4-2-2 16,3-2 5-16,1 0-4 16,5-3-1-16,3 0 1 15,2 0 1-15,3 0-1 16,-1-3-2-16,0-2-3 0,0-1-45 16,-3-3-30-16,-3 1-1 15</inkml:trace>
  <inkml:trace contextRef="#ctx0" brushRef="#br0" timeOffset="-111764.99">21678 5832 88 0,'0'0'46'15,"0"0"-6"-15,0 0-22 16,0 0-12-16,0 0-5 16,0 0 3-16,0 0-2 15,0 0-1-15,-29 31 1 0,29-23-1 16,0 0 1-16,0-3 2 15,2-3-1-15,4 0 1 16,2-2-2-16,1 0 2 16,2-4 4-16,2-6-4 15,-1 0-1-15,2-2-1 0,-1-2 0 16,-3-1 0-16,-1 0-2 16,-4 0 1-16,-3 2 3 15,-2 0 8-15,0 5-4 16,-6 1-3-16,-5 2-2 15,-2 5-5-15,-2 0-1 16,-1 5 4-16,1 3-1 16,0 4 0-16,4-1-1 0,4 1-8 15,2 1-14-15,3-5-22 16,2-3-40-16</inkml:trace>
  <inkml:trace contextRef="#ctx0" brushRef="#br0" timeOffset="-111287.96">21883 5705 151 0,'0'0'-2'0,"0"0"12"16,0 0-4-16,0 0 0 15,0 0-5-15,0 0 1 16,0 0-1-16,0 0 3 15,0 0-3-15,23 21 1 0,-23-11-4 16,0 0 5-16,0-1-1 16,0-1-1-16,0 0 0 15,0-2 0-15,0 0-1 16,0-2 1-16,0-2 0 16,0 0 0-16,0 0-1 0,0-2 1 15,0 0 5-15,0 0 8 16,0-3-8-16,0-3-3 15,1-1-1-15,2-3-2 16,1 0 0-16,1 0-1 16,2 0-2-16,0 0 5 15,1 2-4-15,0 1 5 0,0 1-3 16,0 2 1-16,2 1-1 16,-1 0 1-16,-1 3 0 15,1 0-1-15,-1 3 0 16,0 4-1-16,-1 1 1 15,-1 0-1-15,0 3-4 0,-2-2-10 16,0 1-5-16,0-2-19 16,0-1-6-16,1-4-54 15</inkml:trace>
  <inkml:trace contextRef="#ctx0" brushRef="#br0" timeOffset="-110917.64">22142 5658 157 0,'0'0'8'0,"0"0"-10"0,0 0 2 0,0 0 2 0,0 0-2 15,25 27 0-15,-18-18 1 0,0 1 0 16,0 0-1-16,0-3 1 15,0-2 1-15,0-2-1 16,1 0 1-16,-1-2-1 16,1-1 3-16,-1 0 5 15,1-2 2-15,-1-5 2 16,-3 0 1-16,0-3 3 0,-2-1-3 16,-2-1-3-16,0-1-3 15,0 0-4-15,0-1-3 16,0 3 1-16,-2 1-2 15,1 4-2-15,0 2 3 16,1 4-6-16,0 0-46 0,0 0-44 16,1 0-16-16</inkml:trace>
  <inkml:trace contextRef="#ctx0" brushRef="#br0" timeOffset="-110541.71">22389 5600 165 0,'0'0'-11'16,"0"0"18"-16,0 0-11 15,0 0 4-15,0 0-2 0,0 0 4 16,2 30-1-16,-2-20 0 16,0 0 1-16,0-2 0 15,3 1 1-15,2-5-2 16,4 0 5-16,-1-4 1 15,2 0 1-15,2 0 2 0,0-7 1 16,-2-2-4-16,0 0-1 16,-2-3-2-16,-1 0 1 15,-2-1 3-15,-4 0 0 16,-1 2 0-16,0-1-2 16,0 4-3-16,-6 1-2 15,-3 4 1-15,-1 3-5 0,-2 0-2 16,-2 0 4-16,2 6 0 15,-2 4 0-15,2 0-7 16,3 1-4-16,4-1-19 16,0-2-28-16,5-5-36 0</inkml:trace>
  <inkml:trace contextRef="#ctx0" brushRef="#br0" timeOffset="-110213.96">22494 5415 174 0,'0'0'17'0,"0"0"3"0,0 0-7 16,0 0-2-16,0 0-6 15,0 0-6-15,0 0 1 16,0 0 0-16,0 0 0 0,0 0 0 16,8 40 1-16,2-24-1 15,-4 1 0-15,3-1-1 16,0-1 2-16,-1 1-1 16,1-2 1-16,0 1-2 15,1-2 1-15,0-1-13 16,0-3-32-16,-1-4-36 0</inkml:trace>
  <inkml:trace contextRef="#ctx0" brushRef="#br0" timeOffset="-109813.78">22705 5537 151 0,'0'0'-5'0,"0"0"9"15,0 0-4-15,0 0 1 0,0 0 2 16,0 0 0-16,0 28-1 16,1-21 1-16,2-2 1 15,4-2 0-15,0 0-1 16,2-3-1-16,0 0 1 16,0 0-5-16,1-4 10 15,0-2-7-15,-2-2 0 0,-1-1-2 16,0-2 3-16,-1 0-1 15,-2 1-1-15,0 0 0 16,-1 2 1-16,-1 1 1 16,-2 2 5-16,1 2 14 15,-1 1-5-15,0 2-8 16,0 0-12-16,1 0 1 0,2 1 6 16,-2 4-2-16,3 1 0 15,0 1 0-15,1 1-1 16,0 0 0-16,2 0-11 15,-2-1-30-15,0-1-5 0,0-2-13 16</inkml:trace>
  <inkml:trace contextRef="#ctx0" brushRef="#br0" timeOffset="-109530.77">22924 5305 154 0,'0'0'17'0,"0"0"12"0,0 0-8 0,0 0-10 16,0 0-11-16,0 0-4 16,0 0 5-16,0 0-1 15,0 0 0-15,5 44 2 16,1-26-2-16,0 0 0 15,1-1 0-15,-1 0 0 0,-1-1 1 16,0-1-2-16,-2-3-7 16,-2-1-30-16,0-3-10 15,-1-2-23-15</inkml:trace>
  <inkml:trace contextRef="#ctx0" brushRef="#br0" timeOffset="-109252.46">22888 5457 178 0,'0'0'15'0,"0"0"2"0,0 0-11 15,0 0-7-15,0 0 3 16,0 0-4-16,28-28 1 16,-14 24 4-16,1-2-3 15,1 2-1-15,0 1-1 0,-2 1 2 16,0 2 1-1,-1 0-1-15,-2 0 1 0,-2 2-1 16,-2 4 0-16,0-1-1 16,-1 1 2-16,-3 0-1 15,1-1 2-15,0 2-3 16,-1-2-3-16,0-4-49 0,0-1-26 16</inkml:trace>
  <inkml:trace contextRef="#ctx0" brushRef="#br0" timeOffset="-109095.34">23053 5316 217 0,'0'0'1'16,"0"0"7"-16,0 0-8 15,0 0-11-15,0 0-67 0,0 0 23 16</inkml:trace>
  <inkml:trace contextRef="#ctx0" brushRef="#br0" timeOffset="-108725.74">23169 5354 179 0,'0'0'-38'0,"0"0"41"0,0 0-3 16,0 0 1-16,0 0-1 16,-10 30 0-16,10-26 1 15,0 0 2-15,6-4-2 16,2 1 0-16,2-1 3 16,0 0 0-16,2-1 0 15,-1-5-1-15,-1-1-4 0,-1-1 12 16,-3 0-1-16,-2-1 12 15,-2 1-2-15,-2-2-1 16,0 2-2-16,-3 0-11 16,-4 2-4-16,-4 1 2 15,0 2-9-15,-3 3 5 0,1 0-1 16,-1 4-1-16,3 4 1 16,2 5-7-16,1-1-23 15,2-1-32-15,4-3-28 16</inkml:trace>
  <inkml:trace contextRef="#ctx0" brushRef="#br0" timeOffset="-108292.41">23322 5291 210 0,'0'0'-6'0,"0"0"11"16,0 0 0-16,0 0-4 15,0 0-1-15,0 0-6 16,0 0 5-16,0 0 1 16,0 0 2-16,14 2 0 0,-14 6-1 15,0 1 0-15,1-3-1 16,0-1 0-16,0 0 1 16,0-2 0-16,-1-1-1 15,0-2 0-15,0 1 1 16,0-1-2-16,0 0 12 0,0 0 5 15,0 0-5-15,0-3-1 16,0-2-6-16,0-3-3 16,0-1 0-16,3-2-1 15,3 1-2-15,2 0 4 16,-1-1-3-16,3 2-1 16,0 1 4-16,1 3-2 0,3 0 0 15,-4 2 0-15,2 3 1 16,-2 0-1-16,-1 0-1 15,0 7 0-15,0 2-13 16,-2-1-24-16,0 1-17 16,2-1 6-16,-1-3-63 0</inkml:trace>
  <inkml:trace contextRef="#ctx0" brushRef="#br0" timeOffset="-107814.65">23681 5215 145 0,'0'0'28'0,"0"0"9"0,0 0-30 0,0 0-9 15,0 0 0-15,-32-11 5 0,22 12-4 16,0 3 4-16,0 2-3 16,2 1 3-16,2 0-2 15,2-1 0-15,2 1 0 16,2-4 0-16,0 2 2 15,2-3 0-15,5-1 0 16,2-1-3-16,2 0 3 0,3 0-2 16,1-2 2-16,2-4-2 15,0-2 0-15,1-1-1 16,-1-1 1-16,-3-1-1 16,-2-2 0-16,-2 0 1 15,-1-2-2-15,-4-2 0 0,0-1-14 16,-4-1-21-16,-1 0-11 15,0-1 11-15,-1 1 4 16,-6 0 13-16,0 2 18 16,0 1 10-16,-1 3 25 15,0 3 5-15,0 2-4 0,3 3 1 16,0 2-19-16,3 3-7 16,1 0-10-16,1 3 0 15,0 9 1-15,0 5-1 16,0 5 1-16,3 8-1 15,1 3-7-15,0 3-32 0,1 1-46 16</inkml:trace>
  <inkml:trace contextRef="#ctx0" brushRef="#br0" timeOffset="-107273.77">22285 6039 75 0,'0'0'12'0,"0"0"14"0,0 0 1 0,0 0 7 0,0 0-2 16,0 0-10-16,0 0-10 16,0 0-2-16,0 0-7 15,0 0-4-15,0 0 1 0,0 0 0 16,-14 20 0-16,18-2 1 15,2 2-1-15,0-3 0 16,-2 1-4-16,0-2-13 16,-1-2-9-16,-2-4-15 15,-1-4 2-15,0-2-15 16</inkml:trace>
  <inkml:trace contextRef="#ctx0" brushRef="#br0" timeOffset="-106910.68">22289 6057 9 0,'0'0'69'16,"0"0"-65"-16,34-1 4 16,-19 1 2-16,3 1-2 15,-1 3-2-15,3 2-3 0,-1-2-1 16,1 1-1-16,-2-2 0 15,2 0 0-15,-5-3 0 16,2 0-1-16,-1 0 1 16,-1-1 0-16,-1-6 1 15,-2 1 3-15,-2-3 4 0,-3-4 11 16,-2 1 5-16,-2-2 8 16,-3-3-13-16,0 2-7 15,-3-3-6-15,-2 2-1 16,-3 2-4-16,2 1-1 15,-2 5-2-15,1 3-2 16,-1 4-10-16,2 1-23 0,-2 1-40 16,2 6-38-16</inkml:trace>
  <inkml:trace contextRef="#ctx0" brushRef="#br0" timeOffset="-106484.02">22652 6018 161 0,'0'0'-19'0,"40"-9"23"0,-22 2-1 15,-2 0-2-15,-2 0 2 16,-3 0 1-16,-1-1-1 16,-3 0 0-16,-3 1 0 15,-1-1 1-15,0-2 0 16,-3 2 0-16,0 0 4 15,0 1-3-15,0 1 0 0,-4 1-2 16,0 1-4-16,-4 1-1 16,0 3 2-16,2 0 5 15,-2 0-6-15,0 4 3 16,-1 4-4-16,2 1 0 16,1 0 3-16,1 1-2 0,1 1 3 15,2 0-1-15,2-1 3 16,0-1 2-16,2 1-2 15,5-4 2-15,1 0-3 16,2-3-1-16,2 0 3 16,0-3-2-16,0 0-1 0,3 0 0 15,-1 0-4-15,1-5 6 16,-1-1-4-16,0-1-4 16,-1-2-34-16,-2 0-15 15,-1-2-3-15</inkml:trace>
  <inkml:trace contextRef="#ctx0" brushRef="#br0" timeOffset="-105830.41">22893 5877 99 0,'0'0'35'0,"0"0"-4"0,0 0-11 0,0 0-3 0,0 0-9 15,0 0-7-15,0 0-2 16,0 0 1-16,0 0 0 15,-4 12 0-15,4-4 1 16,0 1-1-16,4-1 1 0,0-1 0 16,1-2 1-16,1-1 0 15,0 0-1-15,0-3 0 16,2-1 1-16,0 0 1 16,0 0-3-16,-1-3 4 15,1-4-4-15,0 1 3 16,-2-4-2-16,-1 1 1 0,-1 0-1 15,0-1 0-15,-4 2-1 16,0 1 0-16,0 0 0 16,0 1 1-16,0 4 0 15,0 0 3-15,0 2-3 16,-1 0-1-16,1 0-3 0,0 4 1 16,0 2 1-16,0 1 1 15,1 0 0-15,3 1 0 16,2 0 1-16,-1-3-1 15,1 1 0-15,1-2 0 0,1-1 0 16,-1-1-1-16,1-2 1 16,-2 0 0-16,0 0 0 15,0-1 2-15,0-4-2 16,-1-2 3-16,0 1-2 16,-1-2 0-16,2-3 0 0,-1 1 2 15,1 0-2-15,1-3-1 16,-1 3 0-16,1 0 1 15,1 2-1-15,-1 0 0 16,-1 3 0-16,0 1 0 16,-2 4 0-16,1 0 0 15,0 0-2-15,-1 4-3 0,0 2 4 16,1 4 3-16,1-1-2 16,0 0-7-16,3 1-17 15,1-2-23-15,0-4 10 16,3 1-3-16,2-4-34 15</inkml:trace>
  <inkml:trace contextRef="#ctx0" brushRef="#br0" timeOffset="-105366.23">23351 5802 48 0,'0'0'13'0,"0"0"14"0,17-30 0 16,-16 23 2-16,-1 2 1 0,0 2-11 15,-1 1-11-15,-7 2-11 16,0 0 1-16,-2 2 4 15,-2 4 3-15,0 2-4 16,1 1 1-16,1-1-2 16,1-1 3-16,6 1-1 15,-1 0-1-15,4-2 0 0,0-2 2 16,7 0-1-16,2-3 1 16,1-1-5-16,3 0 1 15,3 0 9-15,-1-3-6 16,3-2-2-16,-2-2 1 15,4-2-1-15,-2 2 0 0,-2-3 0 16,-1 2 2-16,-1-2-2 16,-1 0 1-16,-3 0 2 15,-5-1-2-15,0-1 1 16,-4 0-1-16,-1-1 1 0,0 0 0 16,-4-2-3-16,-3 0 1 15,-1 0 3-15,-1 1-1 16,1 0-1-16,-1 1 3 15,4 0 1-15,0 3 3 16,1 4-5-16,2 1 4 0,1 3-1 16,1 2-3-16,0 0-3 15,0 10-10-15,6 5 6 16,3 6 0-16,4 6-21 16,0 1-45-16,-1 0-47 15</inkml:trace>
  <inkml:trace contextRef="#ctx0" brushRef="#br0" timeOffset="-104854.95">22826 6456 133 0,'0'0'15'0,"0"0"13"0,0 0 2 15,0-29-5-15,0 22-4 0,0 1-4 16,0 3-4-16,0 3-1 16,0 0-9-16,0 0-6 15,4 10 0-15,1 3 3 16,0 2-2-16,1 3-5 16,-3 2-17-16,0-2-13 15,-3 0-30-15,0-6-15 0</inkml:trace>
  <inkml:trace contextRef="#ctx0" brushRef="#br0" timeOffset="-104499.1">22857 6393 138 0,'0'0'3'15,"31"-1"0"-15,-13 1-1 0,0 4-1 16,2 4-1-16,-2-1 1 16,1-1-2-16,-1-2 1 15,-1-1 0-15,-1-3 0 16,-1 0 0-16,-2 0 1 16,-2-5-2-16,0-3 8 0,-2-2 9 15,-4 1-1-15,-1-2 1 16,-2 0 1-16,-2-2-4 15,0 1-2-15,-1 0 0 16,-5-1-2-16,-1 3-4 16,0 0-4-16,0 2-2 15,1 2 0-15,2 2-3 0,1 4-14 16,1 0-21-16,1 0-29 16,1 6 20-16</inkml:trace>
  <inkml:trace contextRef="#ctx0" brushRef="#br0" timeOffset="-104171.33">23156 6328 85 0,'0'0'15'0,"35"-11"11"15,-17 4-3-15,-1-1-9 16,1 1-6-16,-4-2-3 0,-2 2-3 16,-2-1-1-16,-4 0 0 15,-4 1 2-15,-2 2 12 16,0-1 0-16,-3 4-6 15,-8 2-10-15,-2 0-9 16,-1 1 3-16,0 6 6 0,-3 2-1 16,1 0 2-16,2 3 2 15,4-1-2-15,2 3 2 16,3-3 2-16,3 0-1 16,2-2-1-16,0-1 3 15,7-3-1-15,3-1 0 16,2-2-2-16,4-2 0 0,4 0 3 15,3-2-4-15,1-4 0 16,-1 0-1-16,0-3-38 16,-3-2-48-16</inkml:trace>
  <inkml:trace contextRef="#ctx0" brushRef="#br0" timeOffset="-103911.15">23412 6070 226 0,'0'0'-30'16,"0"0"35"-16,0 0-10 16,0 0 5-16,-3 28 2 15,3-14-2-15,0 2 0 0,3 1 2 16,4 1-2-16,-2-1 2 15,1-1-2-15,0-1-1 16,0-1-10-16,-1-2-14 16,-2-4-16-16,1-2-35 15</inkml:trace>
  <inkml:trace contextRef="#ctx0" brushRef="#br0" timeOffset="-103273.86">23381 6231 167 0,'0'0'-8'0,"0"0"23"15,0 0 0-15,0 0-12 16,0 0 3-16,0 0 2 16,0 0-4-16,23-26-3 15,-8 14-1-15,5 2 1 16,2-1-1-16,-2 1 0 0,1 0-2 15,0 2 2-15,-5 0 0 16,-1 3 0-16,-5 2 0 16,-3 2 0-16,-1 1 0 15,-3 0-4-15,-3 0-1 0,0 6 2 16,0 1 5-16,0 3-1 16,-1-2 1-16,0 1-2 15,1-3 1-15,0-2 0 16,0-1 0-16,3-3-1 15,6 0 2-15,0 0 2 0,2-5-2 16,1-2-2-16,1-3 1 16,-1 1 0-16,2 0-1 15,-2-1 0-15,-1 0 0 16,-1 2 0-16,-2 2 0 16,-1 1 0-16,-5 1 0 0,-1 1 1 15,-1 3 0-15,0 0 2 16,0 0-2-16,0 0 0 15,0 3-1-15,0 2 0 16,0-1 0-16,0 0 2 16,1-2-2-16,5-2 1 0,4 0 1 15,0 0 1-15,0-2 3 16,2-4 1-16,1-2 1 16,0-1 1-16,-2-1-2 15,0 0 0-15,-4 0 2 16,-1-1 4-16,-3 1 2 0,-3 0-4 15,0 2-9-15,-1 1-2 16,-5 1-3-16,-3 4-12 16,1 2-11-16,-5 0-18 15,3 4-27-15,1 0-29 16</inkml:trace>
  <inkml:trace contextRef="#ctx0" brushRef="#br0" timeOffset="-102889.28">23945 5963 167 0,'0'0'-18'0,"0"0"24"0,0 0-4 0,0 0-5 0,0 0 6 15,0 0 1-15,-30 22 3 0,24-14-1 16,2 1-4-16,4-2 1 15,0 0 2-15,0-1 1 16,0-1 3-16,6-2-7 16,1-3 1-16,1 0-1 0,2 0 6 15,0-4-3 1,-1-3 0-16,0-1-1 0,1-1-1 16,-3 0 3-16,-1 1 4 15,-3-2-1-15,-1 0 7 16,-2 3 3-16,0-1-8 15,-1 1-8-15,-3 1-3 16,-2 3-2-16,-1 1-2 0,0 2-5 16,1 0-6-16,-1 5-8 15,0 2-10-15,2-1-25 16,2 1-33-16</inkml:trace>
  <inkml:trace contextRef="#ctx0" brushRef="#br0" timeOffset="-102326.54">24057 5915 149 0,'0'0'-10'16,"0"0"23"-16,0 0 0 16,0 0-6-16,34-29-4 15,-26 28 0-15,0-1-1 16,1 2 0-16,-1 0-2 15,1 0 1-15,-1 2 0 0,0 3 0 16,0 1 0-16,0 0 0 16,-2-1 0-16,-2 2-1 15,-1-2 1-15,-1-2-2 16,-2-1-1-16,0-2 3 16,0 0 4-16,-2 0 19 0,-2 0-13 15,0-3-3-15,0-4 0 16,0-1 2-16,0-2-4 15,3-2-3-15,1-2-1 16,0 0-2-16,0 1-5 16,0-2-2-16,0 0-9 15,5 1 4-15,0 2 1 16,2 0 8-16,-2 1 4 0,2 2-1 16,0 1 2-16,-2 1-1 15,2 2 4-15,-2 1 0 16,1 2-2-16,0 2 1 0,0 0-4 15,-1 0 0-15,-1 7 0 16,1 1 1-16,-1 2 2 16,0-1-1-16,0 2-1 15,0 0 1-15,0-1-2 16,0 0 0-16,1 0 0 16,-1 0 1-16,-1-1 0 0,1-2-1 15,1 1 0-15,0-4 0 16,1 2-16-16,1-4-23 15,0-2-29-15</inkml:trace>
  <inkml:trace contextRef="#ctx0" brushRef="#br0" timeOffset="-101913.84">24375 5685 201 0,'0'0'-3'0,"0"0"9"0,0 0-6 0,0 0 1 15,0 0-1-15,0 0-3 16,0 0 1-16,0 0 2 0,0 0-2 16,10 29 2-16,-14-18-3 15,-1 0 3-15,-1-3 1 16,0 0 1-16,-2-3-1 15,0 0 3-15,1 0 2 0,0-2-2 16,2-1-1-16,3-1 0 16,0 0 0-16,1-1 0 15,1 2 1-15,0-1 2 16,2 2-5-16,3 0 1 16,2 1-1-16,3 2-1 0,2-2 2 15,1 1-2-15,-1 1 2 16,2 1-2-16,-1-4-2 15,-2 2 3-15,1-2-2 16,0 1-8-16,0-2-12 16,0 0-31-16,-2-2-12 15</inkml:trace>
  <inkml:trace contextRef="#ctx0" brushRef="#br0" timeOffset="-101452.7">24572 5675 92 0,'0'0'5'0,"0"0"0"16,0 0-3-16,0 0 1 0,0 0 1 16,0 0 2-1,0 0 1-15,0 0 3 0,0 0-6 16,-24-4-2-16,19 17 0 15,-2-1 0-15,4 1 0 16,1 1-1-16,1-2 0 16,1-3 2-16,0 1-1 15,3-4 0-15,3-1 2 0,2 0-1 16,2-1 3-16,0-2 0 16,1-1-3-16,1 1 3 15,-1-1-1-15,0-1-2 16,-1 3-1-16,-3-2-2 0,-2 0 2 15,0 1-2-15,-3-1 0 16,-2 1 1-16,0 1 1 16,0-2-2-16,-4 2 1 15,-4 0 0-15,0-1 0 16,1-1-1-16,1 1-1 0,0-1-12 16,2-1-13-16,1 0 6 15,3 0 1-15,0-5-8 16,0-2 8-16,0 0 2 15,5 0-38-15</inkml:trace>
  <inkml:trace contextRef="#ctx0" brushRef="#br0" timeOffset="-101367.4">24612 5764 24 0,'0'0'62'0,"0"0"-23"0,0 0-23 15,0 0-17-15,-31 23 6 16,8-2-2-16,-11 9-2 16,-9 8-2-16,-10 6-81 15</inkml:trace>
  <inkml:trace contextRef="#ctx0" brushRef="#br0" timeOffset="-91330.91">21987 5427 73 0,'-6'0'4'0,"0"-2"2"0,-1-3 3 0,3 3 0 16,-3-3-4-16,0 2-2 15,1 0-2-15,-1 1 1 16,0-1-1-16,0 3 1 16,0 0 2-16,-1 0 0 15,-1 0-1-15,0 0 3 16,-1 0-2-16,-2 0-1 0,1 2-1 15,-2 2-1-15,-1 1-1 16,-1 1 2-16,-1 0-2 16,2-1 1-16,-2 1-1 15,-1 0 0-15,0 0 1 16,1-1 2-16,0 1-1 0,1-2 1 16,2 1 1-16,0 0 0 15,0-1-1-15,0 0-3 16,-4 3 0-16,1 0 1 15,-2-1-1-15,-2 3 1 16,0 0-1-16,0 0 0 16,0-1 0-16,1 2 0 0,1 1 0 15,-1 0 1-15,1-2-1 16,0 2 0-16,0 1 0 16,0 0 0-16,-1 2 0 15,0 0 0-15,0 1 2 0,-1 1-2 16,2 1 0-16,0 0-2 15,0 0 4-15,2 1-2 16,2-1-2-16,1 2 2 16,2-1 0-16,2 1 0 15,1 2 0-15,2-2 2 0,0 2-4 16,2 1 2-16,0 2 2 16,2 0-2-16,-1 2 0 15,-1 0 0-15,2 1 1 16,-1-2-1-16,2-2 1 15,1 0-2-15,0-5 1 16,0 0 0-16,1-3 0 16,4 1 1-16,1-2-1 0,1 1 0 15,0 0 1-15,0 1-1 16,2 1 0-16,-2 1 0 16,3 1 1-16,2-2-2 0,-1 3 2 15,2-3-1-15,3-1-2 16,0-1 1-16,0-2 0 15,0-3 1-15,0-2-4 16,-1-1 4-16,-2-2-1 16,0 0 1-16,0 1 0 15,0 0 0-15,0 2 0 0,0 2 0 16,2 1 1-16,1 2-2 16,-1 0 1-16,3 1 0 15,2-3 0-15,3-1 0 16,0 1-2-16,3-2-1 0,0-2-4 15,0-1 0-15,2 1-2 16,-4-2 1-16,0 1 6 16,1-1 0-16,1 0 1 15,0 0 0-15,0 1 1 16,1 0 0-16,1 0 0 16,-3-1 0-16,2-1 0 0,-1 2 0 15,1 0 0 1,0 0 0-16,1 1 1 0,1-1-1 15,2 2 0-15,1-1 0 16,-1-2 0-16,1 3 0 16,1-3 0-16,1-1 1 15,-2 0-1-15,2-2 0 0,4-2-1 16,2 0 1-16,3 0 0 16,3 0 0-16,5-3 1 15,5 1-1-15,2 1-1 0,2 0-1 16,2-2-23-16,0 0-36 15</inkml:trace>
  <inkml:trace contextRef="#ctx0" brushRef="#br0" timeOffset="-89494.81">21584 5574 86 0,'4'-5'2'0,"0"0"0"0,0 0 4 0,1 0-2 16,0-2-1-16,2 2 1 16,-1-2-1-16,1 0 1 15,2 0-1-15,0-1-1 0,1-1-1 16,0 1-1-16,3 0 0 16,1-2 0-16,2-1 1 15,0 0-1-15,2-2 0 16,2 0 0-16,1 1 0 15,0-4 0-15,4 2 1 16,1-2-1-16,3 1 0 0,1-1 0 16,3-2 1-16,1 0-1 15,3-1 1-15,0 1-1 16,4 1 1-16,-3-2 0 16,1 2 0-16,1 1 1 0,-4-1-1 15,3 1-1-15,0-1 0 16,3 3 2-16,0-1-2 15,0 1 0-15,0 0 0 16,0 2 1-16,-2 0-1 16,0 1-1-16,0-2 1 15,-3 2 1-15,0-1-1 0,-2 1 0 16,0 0 0-16,-1 0 0 16,1 0 0-16,2 2 0 15,2 0 0-15,0 1 0 16,0 0 0-16,-1 1 0 15,0 1 0-15,-1 0 1 16,1 0-2-16,1 1 2 0,-2 0-1 16,0 0 0-16,-2 0 0 15,0 1 0-15,0 0 0 16,-1-1 0-16,3 3 0 16,-1-3 0-16,1 0 0 0,-2 1 0 15,2 0 0-15,-3-1 0 16,1 2 0-16,-1 0 0 15,1 0 0-15,0 1 0 16,0 0 0-16,-2 0 0 16,-3 0 0-16,0 1 0 0,-3 1 0 15,-1-2 0-15,0 2 0 16,0 0 0-16,3 0 0 16,1 2 0-16,2 3 0 15,1 3 1-15,2 0-2 16,-1 2 1-16,-1 0 0 15,-1 2 0-15,-2-1 0 0,0 1 0 16,-2-2 0-16,-3 3 0 16,2-1 0-16,-3 1 1 15,-1 0-1-15,0 2-1 16,-2 1 2-16,-1 3-1 0,1 0 0 16,-1 4-1-16,1 2 0 15,2 0-2-15,-2 2-2 16,0-3 0-16,-1 1 0 15,-2-4 3-15,-1-2 1 0,-3-3 1 16,2-1 0-16,-3-2 0 16,0-1 0-16,0 3 0 15,-3-2 1-15,0 2-1 16,-2 2 0-16,1-1 1 16,0 4-1-16,-2 0 1 15,2 1-1-15,-2 2 0 0,-2 0 0 16,-2 2 0-16,0-2 0 15,-3 0 0-15,0 2 0 16,-5-2 0-16,-3 2 0 16,0 1 0-16,-3 2 1 15,-2 0-1-15,1-3 0 0,-3 2-2 16,0-1 1-16,0-4-2 16,-1 1 2-16,-1-2 1 15,1 2 1-15,1-1-2 16,-1 1 1-16,0 0 0 15,-2 0-1-15,1 2 2 0,0 1 0 16,-1-1 0-16,2 2 0 16,0 1-1-16,1 0 1 15,-4 1-1-15,1 0 0 16,-3 0 0-16,-2 1 0 16,0-4 0-16,-2 0 0 15,1-2 0-15,-1-1 0 0,1-4 0 16,-1-2-2-16,-2-1 3 15,2-2 4-15,0 1-1 16,-4 0-1-16,0-2-1 16,-1 2-1-16,-2 0-1 15,-2 0 1-15,0 0-1 16,-1-2 0-16,1 0 1 0,-2 0 2 16,-1 2 2-16,-1-2-1 15,-3 1-1-15,0 0-2 16,-4 0 0-16,-1-1-1 0,-1 0 1 15,-5 0-1-15,-3 2 0 16,-3-2 1-16,-8 0-1 16,-7 2 1-16,-8 0 0 15,-6 2 2-15,-7 3-1 16,-6 2-2-16,-8 5 4 0,-5 4-15 16,-7 1-59-16</inkml:trace>
</inkml:ink>
</file>

<file path=ppt/ink/ink1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4-26T06:12:13.478"/>
    </inkml:context>
    <inkml:brush xml:id="br0">
      <inkml:brushProperty name="width" value="0.05292" units="cm"/>
      <inkml:brushProperty name="height" value="0.05292" units="cm"/>
      <inkml:brushProperty name="color" value="#FF0000"/>
    </inkml:brush>
  </inkml:definitions>
  <inkml:trace contextRef="#ctx0" brushRef="#br0">17075 4087 89 0,'0'-3'8'0,"0"1"3"0,0 0-2 15,0 1-1-15,0 0-4 16,0 1 4-16,-1 0-5 16,1 0-2-16,-2 0-1 0,0 2 0 15,0 4 3-15,-1 1-3 16,2 1 0-16,-1 1 0 15,2-2 1-15,0-2 0 16,3-4-1-16,8-1-1 16,7-6 14-16,5-11 18 15,10-9-6-15,16-12-11 0,16-7 3 16,16-9-8-16,18-4-4 16,12-3 0-16,10-2-4 15,-1 2-9-15,-9-3-122 16</inkml:trace>
  <inkml:trace contextRef="#ctx0" brushRef="#br0" timeOffset="1798.66">7697 5937 83 0,'0'0'-6'0,"0"0"7"0,0 0 3 0,0 0-4 0,0 0-1 16,0 0 1-16,0 0 0 15,0 0 0-15,0 0 1 16,0 0-1-16,0 0 0 0,0 0 0 16,8 28 1-16,-5-23-1 15,3 0 0-15,1-2-1 16,0-3 1-16,6 0 1 16,4-8 5-16,9-10 17 15,9-12-3-15,12-10-4 16,12-14-7-16,15-10-3 0,10-9-4 15,13-8 1-15,8-5 1 16,6-3-23-16,-2-2-53 16</inkml:trace>
  <inkml:trace contextRef="#ctx0" brushRef="#br0" timeOffset="3410.61">15457 7627 191 0,'0'0'2'0,"45"-22"-5"0,-9-6 2 0,15-5 5 16,8-5 2-16,10-7-1 15,11-4 1-15,4-4-1 16,3 5-2-16,-2-1-2 15,-2 2-3-15,-9 3-48 0,-11-1-117 16</inkml:trace>
  <inkml:trace contextRef="#ctx0" brushRef="#br0" timeOffset="5047.39">5308 10150 73 0,'10'-13'3'0,"-3"1"-3"0,0 0 1 0,0 3 0 0,-4 2 0 0,-1 2-1 16,1 1 2-16,-1 1-1 15,-1 2 0-15,1-1 0 16,0-1-1-16,1 0-1 15,2 1 0-15,0-1 1 0,0 3-1 16,2-2-2-16,-1 1 1 16,0 1-2-16,0 0-2 15,1 0 6-15,0 0-3 16,1 0 6-16,1 0 1 16,4-5 2-16,3-6 4 0,4-6-4 15,11-6 13-15,9-12-1 16,12-11-7-16,10-9-3 15,11-9-3-15,10-7 2 16,7-5 0-16,1-2-21 16</inkml:trace>
</inkml:ink>
</file>

<file path=ppt/ink/ink1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4-26T06:12:47.463"/>
    </inkml:context>
    <inkml:brush xml:id="br0">
      <inkml:brushProperty name="width" value="0.05292" units="cm"/>
      <inkml:brushProperty name="height" value="0.05292" units="cm"/>
      <inkml:brushProperty name="color" value="#FF0000"/>
    </inkml:brush>
  </inkml:definitions>
  <inkml:trace contextRef="#ctx0" brushRef="#br0">7963 9390 50 0,'0'-4'20'0,"0"-1"-2"0,0 0-4 0,0 0 4 16,0 0-1-16,0 1 4 15,0 0 1-15,0 2-1 0,0-1-5 16,0 1-2-16,0 1-3 16,0 0-2-16,0 1-4 15,0 0 0-15,0 0-4 16,0 0-2-16,-1 5 1 0,1 3 0 16,-2 2 0-16,2 2 1 15,0 3-1-15,-1 0 0 16,1 0 0-16,0 0 0 15,0 0 2-15,0 1-2 16,1 0 0-16,1-2 0 16,-1 2 1-16,-1-1-1 0,1-2 0 15,-1 2 1-15,0 0-2 16,0-2 1-16,0-1-13 16,0-3-26-16,0-3-41 15</inkml:trace>
  <inkml:trace contextRef="#ctx0" brushRef="#br0" timeOffset="591.58">7966 9360 102 0,'0'0'2'0,"0"0"2"0,0 0-3 0,0 0 0 0,0 0 1 16,0 0 0-16,0 0 3 15,0 0 2-15,33-24 3 16,-26 21 1-16,1 1 0 16,0-1 4-16,1 1-2 15,1 2-6-15,0 0-2 16,0 0-4-16,0 5 0 0,-1 3-1 16,0 4 0-16,0 1 1 15,-1 3 0-15,-1-1 0 16,-1 0-1-16,0 0 1 15,-2-2 0-15,0 0 0 16,-4-1 1-16,2 0-4 0,-2 1 2 16,0-1 5-16,-6-1-5 15,-2 2 4-15,0-1-1 16,-2-1-2-16,-3 0 2 16,3-1 0-16,-1-1-1 0,0-2 0 15,1 1 1-15,0-2 0 16,0-2 2-16,0 1-3 15,3-3 1-15,-2 1 0 16,2-1-1-16,1-1-2 16,2-1 1-16,1 2 0 15,1-2-12-15,2 0-76 0</inkml:trace>
  <inkml:trace contextRef="#ctx0" brushRef="#br0" timeOffset="1431.9">8296 9427 106 0,'0'0'6'0,"0"0"4"0,0 0-6 0,0 0-1 16,0 0 1-16,0 0 3 15,0 0-1-15,0 0-2 16,0 0-1-16,0 0-2 16,0 0-1-16,-22-5 1 0,18 12-2 15,0 1 4-15,0 0-1 16,-1 4 0-16,1-1-1 15,0-1 2-15,0 3-3 16,2-2 2-16,1 0-1 16,1 0 1-16,0-3-1 0,0-1 1 15,0 0 1-15,0-4 1 16,2-1 2-16,3 0 0 16,-1-2 2-16,2 0-2 15,-2 0 4-15,2-4 0 16,0-3-5-16,1-2 1 15,0 0-3-15,-1-1 2 0,1 1 0 16,-2-1-2-16,2 0-1 16,-2 0 0-16,0 0-2 15,-2 2 0-15,1-1 1 16,-1 2-1-16,-2 1 0 0,-1 4 0 16,0-1 1-16,1 0-1 15,-1 3 2-15,1 0-4 16,0 0 0-16,0 0-2 15,1 3 1-15,-1 2 4 0,2 2 0 16,-1 1-2-16,2 0 2 16,-1-1 0-1,1 2-1-15,1-3 0 0,-2 1 0 16,2-2 0-16,-2-1 0 16,2 0 1-16,0-1-1 15,1 0 0-15,0-3 1 16,1 0-1-16,0 0-1 0,1 0-10 15,0-4-27-15,-1-3-40 16,-1-3-49-16</inkml:trace>
  <inkml:trace contextRef="#ctx0" brushRef="#br0" timeOffset="1972.62">8482 8949 104 0,'0'0'9'0,"0"0"6"0,0 0-2 0,0 0-10 16,0 0-5-16,0 0 5 15,0 0 2-15,0 0-1 0,-2 37 1 16,2-22-1-16,0 0 0 16,0 5 0-16,2-2-3 15,3 2 3-15,-2-1-1 16,0 1 1-16,1 2 0 15,-1 0 0-15,0 0-2 0,1 2 1 16,-1 0 0-16,-2 1 0 16,2-2-2-16,0 0 1 15,0 2-1-15,-2-3 1 16,0-1 1-16,1-3-1 16,-1-1 0-16,1-1-1 15,-2-4 2-15,0-1 0 0,0-1-2 16,0-2 0-16,0-1 1 15,0-1-1-15,0-2 1 16,0 1 0-16,0-3-2 16,0 1 0-16,-2-2-3 0,1 0-27 15,-1-1-29-15,1 0-54 16</inkml:trace>
  <inkml:trace contextRef="#ctx0" brushRef="#br0" timeOffset="2264.96">8431 9394 114 0,'0'0'9'0,"0"0"-3"0,0 0-2 0,0 0 5 15,0 0 1-15,32-4-4 16,-23 0-4-16,2 0-1 16,3-1-1-16,-3 0 0 15,1 0-22-15,0-1-40 16</inkml:trace>
  <inkml:trace contextRef="#ctx0" brushRef="#br0" timeOffset="3541.11">8671 9303 64 0,'0'0'19'15,"0"0"4"-15,0 0-4 16,0 0-3-16,0 0-6 0,0 0-1 16,0 0 1-16,0 0-4 15,-3-28 2-15,6 24 0 16,0 0 0-16,0 0-2 15,3 1 0-15,-1 1-5 0,1 1 1 16,1-1-1-16,0 2-1 16,3 0-1-16,-2 0 2 15,1 0-1-15,-1 5 0 16,-1 1-1-16,1 1 1 16,-1 0-1-16,-2 1 1 15,0 0 0-15,0 2 0 16,-2 0 0-16,-1 0 0 0,1 2 1 15,-3 0-1-15,0 1 0 16,0 1 1-16,0-1-2 16,0-1 2-16,-1 2 0 15,-6-3 0-15,3 1-1 0,-2-1 0 16,-1-1 1-16,0-1-1 16,-1-1 2-16,0 0-2 15,1-2 1-15,-1 1-2 16,1-3 2-16,-1 0 0 15,1-1 0-15,1-1 0 16,0-2 0-16,1 0 1 0,0 0 1 16,0 0 0-16,0-2-1 15,1-2 0-15,1-1-1 16,-2 0-1-16,2 0 1 16,1-2 0-16,-1 1 0 15,1 0-1-15,-1 0 0 0,2 0 1 16,0 2-1-16,1-1 0 15,0-3-1-15,0 4 0 16,0-1 1-16,0-1 0 16,0 1-1-16,1 0 1 15,3 0-2-15,-1 0 3 16,1 1-1-16,-1 0 0 0,2 0 1 16,-1 0-2-16,2 2 1 15,-2-1 0-15,2-1-1 16,-2 2 1-16,1-1 0 15,-1 1 0-15,0 0 0 0,-1 1 0 16,0 0 0-16,1 1 0 16,-1 0 0-16,1 0 0 15,-1 0 0-15,1 0 0 16,-1 0 0-16,2 0 0 16,-2 0 0-16,-1 0 0 0,3 0-1 15,-2 0 1-15,0 1 0 16,0 0 0-16,0 1 0 15,0-1 0-15,-2 0 0 16,3 0 0-16,-2 1 0 16,1 0 0-16,-1-1 0 0,-1 2 0 15,3-1 0-15,-3 1 0 16,3 0-1-16,-4 0 1 16,3 1 0-16,-1 1 0 15,1-1 0-15,-1 1 0 16,2 0 0-16,-1-1 1 0,-2 1-1 15,2 0-1-15,0-1 1 16,0 2 1-16,0 0-2 16,-2-1 1-16,2 1 1 15,0-2-1-15,0 2 0 16,1-2 0-16,0 1 1 0,0 0-1 16,2-2 1-16,1 0 0 15,1-1 0-15,3-2-1 16,0 0-1-16,1 0-36 15,-2 0-67-15</inkml:trace>
  <inkml:trace contextRef="#ctx0" brushRef="#br0" timeOffset="4594.95">7952 9861 92 0,'-2'0'9'0,"2"0"6"0,0 0-7 0,0 0-7 15,0 0-1-15,0 0-1 16,0 0 1-16,0 0 0 16,0 0 1-16,0 0 3 15,0 0 1-15,0 0 3 0,0 0-1 16,0 0-5-16,0 0-3 15,0 0 2-15,4 0 0 16,4 0-1-16,-1 0 1 16,3 0-1-16,1-1 0 0,0 0 1 15,2-1-1 1,1 0-1-16,2-1 1 16,1-1 1-16,0 2 0 0,2-2 1 15,2 0 0-15,-3 2-1 16,2-1-1-16,2 3 0 0,-2-1 1 15,0 1-1-15,2 0 0 16,-2 0 0-16,2 0 0 16,1 0 1-16,1 1-1 15,1-1 0-15,0 1 0 16,2 0 0-16,0-1 1 16,0 0 1-16,3 0 1 0,-3 0 6 15,0 0 3-15,1-2-1 16,1-1-3-16,-3 1-4 15,1 0-1-15,2-1 0 16,-3 2-2-16,1-1 1 16,-3 2-1-16,1 0-1 0,-2 0 0 15,-1 0 0-15,-2 0 0 16,-1 0 1-16,-1 0-1 16,-1 0 0-16,-2 0 1 15,0 2 2-15,-4-1 4 16,-1 1 2-16,-1 0-2 15,0-1-2-15,-4 0-1 0,0 0-1 16,-1 2-1-16,0-2-2 16,-1 1 0-16,-1 0 0 15,-1-2-25-15,-1 0-55 16</inkml:trace>
  <inkml:trace contextRef="#ctx0" brushRef="#br0" timeOffset="5155.1">9214 9222 123 0,'0'0'7'0,"0"0"-4"0,0 0-3 0,0 0 0 0,0 0 0 16,0 0 0-16,0 0-3 15,0 0-2-15,0 0 5 16,0 0-8-16,0 0-31 15</inkml:trace>
  <inkml:trace contextRef="#ctx0" brushRef="#br0" timeOffset="5396.61">9248 9455 137 0,'0'0'9'0,"0"0"-8"16,0 0 0-1,0 0 0-15,0 0-1 0,0 0 3 16,0 0-1-16,0 0-1 16,1 4-2-16,1-4 1 15,1 0-3-15,-1 0-13 16,1 0-35-16</inkml:trace>
  <inkml:trace contextRef="#ctx0" brushRef="#br0" timeOffset="11249.91">9197 9254 27 0,'0'-3'24'0,"0"0"6"0,0 2-7 0,0-1-5 0,0 0-2 16,0 2-6-16,0-1-3 16,0 1 0-16,-1 0-4 15,0 0-2-15,0 0-1 16,1 0 0-16,0 2 1 0,0 1 0 16,0 0-1-16,0 1 2 15,0-1-2-15,0 0 0 16,0-1 1-16,0-1 0 15,0-1 1-15,0 0 6 16,1 0 14-16,1 0 5 0,-2-3-13 16,0 0-6-16,0-1-4 15,0 1 1-15,0 0-3 16,0 0-4-16,0 1-16 16,0 1-41-16,0 1-60 15</inkml:trace>
  <inkml:trace contextRef="#ctx0" brushRef="#br0" timeOffset="11864.95">9183 9461 15 0,'0'0'49'0,"0"0"-32"0,0 0-9 0,0 0 6 15,0 0-1-15,0 0-3 16,0 0 0-16,0 0-7 15,0 0-1-15,0 0-1 16,4-17 5-16,-2 13-2 16,-2 2 3-16,0 1 8 15,0-1 1-15,1 2 2 0,-1 0-5 16,0 0-10-16,0 0-4 16,2 0 0-16,-2 3 2 15,1-1-1-15,0 0 0 16,0 0 0-16,1-2 1 15,1 0-1-15,-1 0 0 0,-1 0 3 16,0 0 1-16,2 0-3 16,-3-4 2-16,2 2-3 15,-2-2 1-15,0 1 0 16,0 1-1-16,0 0 4 16,0 0 3-16,0 1 2 0,0 1-2 15,0 0-5-15,0 0-2 16,0 0 0-16,0 1 0 15,0 1 0-15,0 3 0 16,2-2-1-16,-1 0 0 0,1 0-5 16,2-2 2-1,-3 2 0-15,2-3-8 0,-2 2-7 16,1-2-13-16,-2 0-29 16</inkml:trace>
  <inkml:trace contextRef="#ctx0" brushRef="#br0" timeOffset="12948.6">7727 9001 44 0,'0'5'2'0,"0"0"-1"0,0 0-1 0,0 3 1 15,0 0 7-15,0 0 2 16,0 2 2-16,0 1 0 16,0 0-2-16,0 2-2 15,0 0-3-15,0 2 1 0,1 2-5 16,2 1 0-16,0 2 0 16,0 4 0-16,-1 1-1 15,1 3 1-15,1 2 0 16,-1 1-1-16,2-1 1 0,-1 1-1 15,1 1 1-15,-1-2 0 16,2 0-1-16,-3 2 1 16,0-2 0-16,-1 0 1 15,0 2 6-15,-2-3 6 16,0-1-2-16,0-2 5 16,0-2-7-16,0-3-3 0,-2-1-2 15,0-3 0-15,-1-3-4 16,0 0 0-16,0-3 0 15,2-3-1-15,-1-1 1 16,2-4-3-16,0-3-43 16,0 0-49-16</inkml:trace>
  <inkml:trace contextRef="#ctx0" brushRef="#br0" timeOffset="14224">7757 8936 95 0,'0'0'5'0,"0"0"-1"0,0 0-5 0,0 0 2 0,0 0-1 16,29 0 2-16,-16-1-2 15,4-1 0-15,2 0 1 16,2 1-1-16,4-2 1 0,2 1 1 16,0 0-1-16,4-1 0 15,2 1-1-15,0 0 0 16,2 1 0-16,1-1-1 15,1-1 1-15,3 0 0 0,-3-2 0 16,3 1 0-16,-1-3 1 16,0 0 0-16,2 0 1 15,-1 0 6-15,0 2 2 16,-1-1-6-16,0 2-1 16,0 0-2-16,-1 0-1 15,-3 1 0-15,3 0 0 0,-4 0 0 16,-2 1 1-16,-1 0-1 15,-1 0 3-15,-3 1 6 16,-1-1 7-16,-1 2-3 16,-3-2-9-16,-1 2-1 0,-1-1-1 15,-1 0 2-15,-3 1-2 16,0 0-2-16,-3 0 0 16,-3 0 0-16,0 0 0 15,-3 0 0-15,0 0 0 16,-2 0 0-16,-2 0 1 0,-1 1-1 15,1-1 0-15,-1 0 0 16,1 0 1-16,-2 0-1 16,2 0 1-16,0 0 0 15,-2 0-1-15,2 0 1 16,-2 0 1-16,2 0 4 16,-1 0 0-16,0 0-1 0,-1 0-3 15,0 1-2-15,0 1 1 16,3 2 0-16,-3 1-1 15,1 1 0-15,0 2 1 16,-1 4 0-16,3-1-1 16,-4 6 1-16,1 0 1 15,-1 5-2-15,0 3 1 0,0 0-1 16,0 3 2-16,0 2-2 16,0-2 0-16,0 1 0 15,0-1 1-15,0-1-1 16,0 0 1-16,0-1 0 0,0 2-1 15,0-2 1-15,0 4 0 16,-1-2-1-16,1 2 0 16,-4-1 1-16,3 0 0 15,0 0-1-15,0 0 0 16,-1 0 0-16,-1-1 1 16,1 0-1-16,1-3 0 0,-1 1 1 15,2-4-1-15,-2-1 0 16,2-2 0-16,0-1 1 15,0-1-1-15,0-2 0 16,0 0 0-16,0-1 0 16,0-1 0-16,0-3 0 0,0 2 0 15,0-4 0-15,0 0 0 16,0-3 1-16,-2 1-1 16,-2-2 0-16,1-1 2 15,-2-1-2-15,0 0 0 0,-1 0 1 16,-1-1 0-16,-3 1 2 15,0-2 2-15,-4 3-1 16,-1 2-1-16,-2 0-3 16,-1 1 0-16,-3 1 0 0,-2 3-2 15,-1 0-19-15,-3-2-62 16</inkml:trace>
  <inkml:trace contextRef="#ctx0" brushRef="#br0" timeOffset="20940.11">9303 9433 33 0,'0'0'2'0,"0"0"-1"0,0 0-1 0,0 0 1 15,0 0-1-15,0 0-1 16,0 0 1-16,0 0-1 0,0 0 0 15,0 0 1-15,0 0 0 16,0 0-1-16,26-7-15 16</inkml:trace>
  <inkml:trace contextRef="#ctx0" brushRef="#br0" timeOffset="21451.4">9303 9433 48 0,'30'-7'48'0,"-30"7"-7"16,0 0-15-16,0 0-5 15,0 0-7-15,0-1-10 16,0 1-4-16,0-1 0 15,0 1 1-15,2-1 0 0,-2 0 0 16,1 1 0-16,-1-1 1 16,1 0-1-16,0 0 0 15,3-1-1-15,-1-1 0 16,1-1 1-16,3 0-1 16,2-1-1-16,1-1 0 15,0 0 1-15,2-1 0 0,-1-1 1 16,2 0 0-16,3 0-1 15,0-1 1-15,2 1 3 16,2-2-3-16,3 0 1 16,2 0 1-16,-1 0-2 15,4-1-1-15,-1-1 0 0,2 1 1 16,-1 1-1-16,2-2 0 16,0 1 1-16,2 2-1 15,0-1 0-15,0 0 0 16,0 1 0-16,1-1 0 15,-1 0 1-15,2 0-2 0,-1-1 2 16,1 0-1-16,3 0 0 16,-3-1 2-16,2-1 2 15,-1 2 0-15,-1-1-2 16,-1 1-1-16,1 0 0 16,-2-2-1-16,-1 2 1 0,0 1-1 15,-4-2 0-15,-2 3 1 16,-2 0-1-16,-3 1 1 15,-3 2-1-15,-2 0 0 16,0 3 0-16,-3 1 0 16,-6 2-12-16,-1 0-78 0</inkml:trace>
  <inkml:trace contextRef="#ctx0" brushRef="#br0" timeOffset="22372.67">10673 8524 66 0,'0'0'13'0,"0"0"7"0,0 0-3 15,0 0-4-15,0 0-4 0,0 0-5 16,0 0-1-16,0 0-7 15,0 0 5-15,0 0-2 16,0 0 2-16,-4 34 1 16,4-21-2-16,0 3 1 15,2 3 0-15,0 4 0 16,1 2 1-16,-1 5 0 0,0 2 0 16,1 3 0-16,0 0 2 15,-2 0-2-15,0 1 2 16,0-1 1-16,0 1 0 15,-1 7-1-15,0 1 1 16,0 5-2-16,0 4 0 0,0 4-2 16,0 4 0-16,0 2 2 15,3 1-2-15,1 1 1 16,0-1-2-16,-1-4 1 16,0-3 0-16,-1-3 0 15,-2-2-1-15,0-5 1 0,0 0 0 16,0-4 5-16,0 0 0 15,0-3 1-15,-2 0-4 16,-1-2 0-16,0-2-2 16,2-3 1-16,-2-2-1 15,2-3 1-15,-2-3-2 0,1-6 0 16,0-3-8-16,0-10-23 16,-1-6-40-16</inkml:trace>
  <inkml:trace contextRef="#ctx0" brushRef="#br0" timeOffset="23224.03">10742 8423 120 0,'0'0'1'0,"0"0"2"0,0 0-1 0,0 0-1 0,0 0 0 16,0 0 0-16,0 0-1 16,0 0 1-16,0 0 2 15,-6 28 2-15,6-25 1 16,0 0-1-16,4-1 3 0,2 0 0 16,3-1-3-16,1 2-3 15,3-3 0-15,0 0-1 16,4 0 0-16,3 0-1 15,2 0 0-15,0 0 1 16,3-3-1-16,3 0 1 16,2 1 3-16,-1-1-3 0,4 1 2 15,-1-1 0-15,0 0-1 16,1-1 0-16,1-2 3 16,0 2 8-16,-2-3-2 15,1 0-6-15,0-3-1 16,-2 3 0-16,-1-1-2 0,-1-1 0 15,1 1-1-15,-3 0 0 16,-1 0-1-16,1 4 0 16,-3-2 0-16,-1 1-2 15,-3 2-21-15,-2 0-35 16,-2 1-9-16</inkml:trace>
  <inkml:trace contextRef="#ctx0" brushRef="#br0" timeOffset="24149.79">11620 8365 26 0,'0'0'32'0,"0"0"-8"0,0 0-14 0,0 0-3 15,0 0 0-15,0 0-4 16,0 0-2-16,0 0-1 15,0 0 0-15,0 0 5 16,0-3 4-16,0 6 1 16,0 2-3-16,-2 1 1 0,1 3-3 15,0 1 0-15,1 3-2 16,-2 2 0-16,2 3-3 16,0 2 1-16,-1 1 0 15,1 1 0-15,0 2 3 16,-2-1-1-16,1-1 2 0,-1 1 5 15,1 0-2-15,1-1-4 16,-1 3 0-16,1 0-1 16,-2 4 0-16,2 1-2 15,-1 2-1-15,1 0 1 0,-2 3 1 16,2 3-2-16,-1-1 1 16,0 3-1-16,1-1 0 15,-1 0 1-15,1 2-1 16,0-3 0-16,0-1 1 15,-1 1-1-15,1-2 0 0,-1 3 2 16,-1-2-2-16,-1 0 1 16,0-1 0-16,1-2 0 15,0-2 3-15,1-3 3 16,-1 1-2-16,-1-2-2 16,1-1-1-16,2-1 2 15,-2-1-3-15,-1 1 3 0,1-3-2 16,1 2 0-16,-1-2-1 15,0 0-1-15,0-1 2 16,1 1-2-16,-1-1 0 16,0-1 1-16,1 2 1 15,0-3-2-15,0 1 0 0,1-1 0 16,-2 0 0-16,2-2 0 16,-1-1 1-16,1-1-1 15,-2-2 1-15,1-2-1 16,-1 1 2-16,1 0-1 15,1 1-1-15,-1-1 1 0,-1 1 0 16,1 0-1-16,-2 0 1 16,0 0 1-16,0 1-1 15,0-1 1-15,0-1-1 16,1 0 0-16,-1 2-2 0,-1-2 1 16,1 0-6-16,1-1-26 15,-4 1 5-15,-1-3-47 16,-2-3-48-16</inkml:trace>
  <inkml:trace contextRef="#ctx0" brushRef="#br0" timeOffset="24818.75">10676 10297 83 0,'0'-1'19'0,"0"1"-12"0,0-2-4 0,0 0 1 0,2-1 5 16,3 0 0-16,-1-1-4 16,3 0 1-16,-1 0 2 15,3-1 4-15,1 2-4 16,1-1-4-16,4 1-2 15,0 2-1-15,5-1 1 16,0 1-2-16,4 0 1 0,4 0-1 16,-1 0 0-16,2 0 0 15,1 1 0-15,1-2 1 16,0-1-1-16,0 0 1 16,-1 1 1-16,0-3 0 15,-1 1 0-15,1 0-1 0,-4 1 2 16,2 1-3-16,-4 0 0 15,-1 2 1-15,-3 0-1 16,-1 0-1-16,-3 0-45 16,-2 0-95-16</inkml:trace>
  <inkml:trace contextRef="#ctx0" brushRef="#br0" timeOffset="25730.7">12446 9313 58 0,'0'0'2'0,"0"0"14"0,-4 32 3 0,4-20-10 0,-1 2-2 16,1-1-3-16,-2 2 1 15,2 1 3-15,0 2 0 16,0 1 1-16,0 1-3 16,0 3 2-16,0 1-2 15,2 1 1-15,-1 3-2 0,1 1-3 16,-1 0-1-16,2-1 1 16,-2 0 1-16,-1 0 2 15,0-1 6-15,2-1-1 16,-1 2-3-16,0 0-4 0,1 0-1 15,2 0-1 1,-2-3-1-16,0 0 1 16,0-2-1-16,1-5 1 0,-3-1 0 15,1-3 4-15,-1-1 4 16,0 0-1-16,2 0-4 16,-2-2-3-16,0 3 1 15,0-1-2-15,0-2 1 0,0 1 1 16,0-1 1-16,-2-2-1 15,1-3-2-15,-1 0 0 16,1-2 0-16,1-1 0 16,0-3 0-16,0 0-9 0,0 0-23 15,0-8-9-15,0-6-29 16</inkml:trace>
  <inkml:trace contextRef="#ctx0" brushRef="#br0" timeOffset="26386.98">12491 9257 29 0,'0'0'6'0,"0"0"6"0,0 0-2 0,0 0-5 16,0 0 0-16,0 0 6 15,0 0-2-15,33 3-2 16,-22-3-2-16,-1 0-4 15,0 0 5-15,4 0 2 16,2 0 1-16,0 0 1 0,4-3 3 16,0 0-4-16,3-1 2 15,0-1-2-15,0 1-4 16,1 0 5-16,1 1 0 16,0-2-2-16,2 1-3 15,-1-1-3-15,2 1-1 0,0 0 1 16,-2 0-1-16,2 0 2 15,-1-1-1-15,-2 0 1 16,-3 2-1-16,0-1-2 16,-2 1 2-16,-2 0-2 15,1 0 1-15,-4 1-1 0,0 0 2 16,-2 2-2-16,-2 0 0 16,-1 0-6-16,-2 0-31 15,-4 0-32-15</inkml:trace>
  <inkml:trace contextRef="#ctx0" brushRef="#br0" timeOffset="27068.92">13183 9196 0 0,'0'0'81'0,"0"0"-59"0,0 0-9 0,0 0 7 0,0 0 4 0,0 0 3 15,0 0-6-15,0 0-7 16,0 0-5-16,0 0-8 16,2 0-2-16,-2 4-3 15,0 3 5-15,0 2 0 16,0 2 1-16,1 2-4 15,0 2 4-15,1 2-2 0,-1 2 0 16,2 2 0-16,-1 0 0 16,-1 5 1-16,0-3-1 15,0 2 2-15,0-1-1 16,-1 0 0-16,0 1-1 16,0-1 2-16,0 1-1 0,0 2 1 15,0-3-2-15,0 1 1 16,0 0-1-16,0-2 0 15,-1 3 0-15,0-2 0 16,0 0 1-16,1 0-1 0,-1 0 0 16,1-3 1-1,-2 0-1-15,2 0 0 0,0-2 3 16,0 0-2-16,0-1 0 16,-1 0 2-16,1-1-2 15,0-1 1-15,-2-1 0 16,1-1-1-16,-1-1 0 0,2 0 1 15,0 0-2-15,0 0 1 16,0 1-1-16,0-1 2 16,0 1-2-16,0-2 0 15,0 1 0-15,0-2 3 16,2-2-1-16,-1 0-1 0,1-1 1 16,-1 0 0-1,1 1-1-15,-1-2-1 0,-1-1 0 16,1 0 0-16,-1-1 1 15,0-1-2-15,0 0-4 16,0 0-13-16,-2-1-42 16,-6 0-84-16</inkml:trace>
  <inkml:trace contextRef="#ctx0" brushRef="#br0" timeOffset="28568.72">12486 10151 63 0,'0'-2'23'0,"-1"-1"1"0,0-1-6 0,0 2-1 16,1-1-1-16,-2 2 0 16,2-1-7-16,-2 2 3 15,2 0 1-15,-1 0-3 0,1 0-5 16,-2 0-3-16,2 0-4 16,0 3 5-16,-1 2-5 15,1 0 3-15,0 3 2 16,0-1-2-16,0-1-1 0,0 0 0 15,1 0 2-15,2-2-2 16,-1 0 1-16,0 1-1 16,1-2 0-16,2 1 0 15,-3-1 1-15,2 0-1 16,2-1 0-16,-4 1-1 16,3-1 1-16,-1 0 1 15,2-1-2-15,-2 0 1 0,3-1 1 16,-1 1-1-16,2-1 0 15,0 0 1-15,1 0-1 16,-2 0 1-16,3 0-1 16,0 0 0-16,1 0 0 0,1-2 1 15,0 1-1-15,-1-1 0 16,1 2 1-16,0 0-2 16,-1-1 2-16,2 0-1 15,0 0 0-15,-2-1 0 16,3 2 1-16,-2-2-1 0,1 1 0 15,0 1 0-15,0-1-1 16,-2 0 1-16,2 1 0 16,-2-1 1-16,2 1-1 15,-2-1 1-15,1 0-1 16,0-1 1-16,1 0 0 16,-1 1-1-16,0 1-1 0,-1 0 2 15,1-1-1-15,0 0 0 16,-2 1 0-16,0 0 0 15,0-2 0-15,-2 2 0 16,3-1 0-16,0 0 0 16,-2 0 1-16,1 0-2 0,-3 1 1 15,1-2 1-15,1 0-1 16,-1 1 0-16,0-1 2 16,-2 0 1-16,1 1-1 15,-1 0 1-15,1-1-1 0,0 0-1 16,-2 0 0-16,2 2-1 15,-3-1 2-15,2 0-2 16,-2 0 0-16,2 1 1 16,-2 0-1-16,2-2 0 15,0 2 0-15,0-1 2 0,-2 0-2 16,2-2 0-16,-1 3 0 16,0-1 2-16,-3-1 1 15,2 2 2-15,-1 0-2 16,-2 0 0-16,0-2 0 15,0 2 4-15,-1 0 0 16,1 0-1-16,0 0-3 0,2 0-1 16,-1 0-1-16,-1 0-1 15,2 0 0-15,-1 0 0 16,2 0 0-16,-1 0 1 16,-1 0-1-16,1 0 0 15,0 0 0-15,-1 0 0 0,1 0 0 16,1 0 0-16,-3 0 0 15,2 0-1-15,-2 0-6 16,-1 0-38-16,0-3-87 16</inkml:trace>
  <inkml:trace contextRef="#ctx0" brushRef="#br0" timeOffset="30355.83">9953 11029 106 0,'0'9'1'0,"0"-1"2"0,0 2 2 0,2 0-1 16,3 1-3-16,1 2 0 15,0 0 1-15,-1 1 0 16,3 0 3-16,-4-1 9 0,2-1-5 15,-2 0-4-15,2-2-1 16,-3 1-1-16,1 3-1 16,-1 0 1-16,0 1-3 15,-1 0-2-15,0 0-5 0,-2-4-29 16,0-5-35-16</inkml:trace>
  <inkml:trace contextRef="#ctx0" brushRef="#br0" timeOffset="30726.12">9783 11119 34 0,'0'0'13'0,"0"0"12"15,0 0-3-15,0 0-9 16,38-16-6-16,-28 10-1 0,2-3 0 15,3 1-2-15,-4 0 0 16,3-2-3-16,1 0 1 16,0-1-2-16,0-2 1 15,2-2-1-15,-3 1-4 16,0-4-48-16</inkml:trace>
  <inkml:trace contextRef="#ctx0" brushRef="#br0" timeOffset="31144.77">10089 10968 94 0,'0'0'-2'15,"0"0"4"-15,0 0-1 16,0 0-1-16,29 13 0 16,-21-6 1-16,2-1-1 15,-2 4 1-15,0 2 1 0,1 0-1 16,-1-1 3-16,-2 2 0 16,0-1-1-16,-4-2 2 15,1 0 0-15,-1 0-1 16,-2-2 1-16,0 0 4 15,0-3 3-15,0-1 2 16,-1-1 4-16,-3-3 3 0,2 0-2 16,-1 0-5-16,-1-6 0 15,1-2-7-15,0-5-4 16,1-2-2-16,1-2-5 16,1-2-6-16,0 2-22 15,1-1-18-15,4 1-5 0,0 2-56 16</inkml:trace>
  <inkml:trace contextRef="#ctx0" brushRef="#br0" timeOffset="31971.58">10334 10930 96 0,'0'0'11'0,"0"0"8"16,0 0 9-16,-27-3-6 15,19 3-6-15,1 0-9 16,1 3-4-16,0 5-1 16,2 2 0-16,1 0 3 0,2 3-5 15,1 2 1-15,0-2 0 16,0 1-1-16,0 0 1 15,4-2 0-15,2-4 0 16,0 1 0-16,1-3-1 16,0-1-2-16,0-3 2 15,1-1 1-15,0-1-1 0,-2 0 1 16,0-1 0-16,-1-7 0 16,0-2-1-16,-1-2-1 15,-1-3-1-15,0 0 0 16,-3 0 1-16,0-1 1 15,0 3 0-15,0 3-1 0,0 0 2 16,0 5-1-16,0 1 1 16,0 1 3-16,0 2 0 15,-2 1-2-15,2 0-3 16,0 0-6-16,0 4-8 16,0 3 12-16,2 1 5 0,0 2-1 15,3 0 0-15,0 2 0 16,-1-1-1-16,2-2 1 15,1 1 0-15,-3-2 0 16,3-2 1-16,2-2-2 16,-1-3-2-16,-1-1 6 0,2 0-2 15,0-4 1-15,0-5-1 16,-3-1-1-16,1-3 2 16,-2 1-2-16,0-4 0 15,-1 2-1-15,-1-2 1 16,-1 3-1-16,-2-2 0 15,0 3 0-15,0 1 0 0,0 3 1 16,0 1-1-16,0 3 1 16,-4 1 4-16,2 2 0 15,0 1-3-15,1 0-2 16,1 0 0-16,0 2 0 16,0 4-1-16,0 4 1 0,0 0 0 15,1 1 1-15,5 1 0 16,-3-1-1-16,3-1 0 15,-1-1 1-15,3 1-1 16,-3-4 1-16,4-2-3 0,0-1 1 16,-1-3 0-16,3 0-10 15,-4 0-39-15,-1-8-68 16</inkml:trace>
  <inkml:trace contextRef="#ctx0" brushRef="#br0" timeOffset="32129.04">10469 10722 226 0,'0'0'2'0,"0"0"-2"0,0 0-33 0,0 0-72 15</inkml:trace>
  <inkml:trace contextRef="#ctx0" brushRef="#br0" timeOffset="32648.69">10583 10824 160 0,'0'0'5'16,"0"0"40"-16,0 0-27 16,0 0-11-16,0 0-11 15,0 0 9-15,0 0-6 16,0 0 3-16,7 35-3 0,-2-25 2 16,0 2-1-16,0-1 1 15,2-3-1-15,-3 2 1 16,1-3-1-16,-1-4 0 15,-1 1 0-15,1-2 0 0,-2-1-1 16,-1-1 1-16,-1 0-4 16,2-5 8-16,-2-4-4 15,0-4-2-15,0 0-3 16,1 0 0-16,-1-1 0 16,2 3 1-16,0-2 5 15,1 4-1-15,1-1 0 0,2 1 0 16,0-1 0-16,0 3 0 15,1 0 0-15,-1 1 0 16,0 4 0-16,1 2-1 16,0 0 0-16,0 0 0 15,0 2-1-15,0 6 1 0,1-1 0 16,-1 1 1-16,-1 0 1 16,1 0-1-16,-1-1-1 15,-1 0-11-15,1-2-26 16,-1 1-29-16</inkml:trace>
  <inkml:trace contextRef="#ctx0" brushRef="#br0" timeOffset="32861.21">10805 10735 237 0,'0'0'3'0,"0"0"-5"0,0 0 2 0,0 0-3 16,0 0 2-16,15 26 4 16,-12-15-1-16,2-2-1 0,-2 1 0 15,1-1-1-15,1 0-13 16,-3-2-23-16,-1-2-39 16</inkml:trace>
  <inkml:trace contextRef="#ctx0" brushRef="#br0" timeOffset="33005.46">10791 10626 213 0,'0'0'-14'16,"0"0"15"-16,0 0-14 0,0 0-50 15</inkml:trace>
  <inkml:trace contextRef="#ctx0" brushRef="#br0" timeOffset="33555.35">10917 10740 110 0,'0'0'6'0,"0"0"19"16,0 0-7-16,0 0 1 16,0 0-5-16,0 0-6 15,0 0-3-15,0 0-1 16,0 0-2-16,4 0-1 0,-1 0-2 16,-2 0 1-16,3 3-1 15,1 1-1-15,-3 0-1 16,3 2 4-16,-2-1 1 15,-1 0-2-15,1-1-2 16,-1 1 4-16,-1-4-2 0,-1 0-3 16,2 1 0-16,-2-2 5 15,0 0 4-15,0 0-4 16,0-5 3-16,0-3-3 16,-2-2 0-16,1-1 0 15,1 0-1-15,0-4 2 16,0 3-1-16,0-1 0 0,4 0 2 15,0 2-2-15,3 1-1 16,-3 1 0-16,3 3 0 16,0 1-1-16,0 3 0 15,0 2 0-15,1 0-1 16,0 0 0-16,-1 7-1 0,0 1 2 16,1 0-1-16,-2 2 2 15,1-1-1-15,0 0 1 16,-1 0-4-16,2-3-17 15,0-1-21-15,0-1-15 16,-1-3-57-16</inkml:trace>
  <inkml:trace contextRef="#ctx0" brushRef="#br0" timeOffset="34079.22">11162 10609 119 0,'0'0'17'0,"0"0"21"0,-3-28-6 0,-3 20-15 0,1 3-11 16,-1 2 0-16,1 2-2 16,-1 1-1-16,2 0-4 15,-2 4 0-15,2 4 0 0,0 2 1 16,2 1 4-16,1 1-4 16,1-1 1-16,0 0 0 15,0-3-1-15,4 0 0 16,3-3-4-16,0-3-9 15,-1-2-2-15,2 0 0 16,-2 0 7-16,-2-6 5 16,1-3 4-16,-2-2 1 0,-1 1 0 15,-1-2 4-15,-1 2-1 16,0 0-2-16,0 2-1 16,0 2-1-16,-1 2-1 15,-1 1 8-15,1 2 6 0,-3 1-8 16,3 0-6-16,1 4 0 15,0 4 2-15,0 2-2 16,0 3 1-16,1 1-1 16,4 1 0-16,0 3 1 15,0 0 0-15,1 2-1 0,0-1 1 16,-1 0-1-16,0 2 0 16,-3-3 1-16,1-1-1 15,-3-1 0-15,0-1 0 16,0 0-5-16,-7-3 4 15,-3 3 0-15,-4-3 6 0,0 2-3 16,-7-1-1-16,0 0-6 16,-1-1-46-16,-3-2-32 15</inkml:trace>
  <inkml:trace contextRef="#ctx0" brushRef="#br0" timeOffset="35197.97">10842 11358 178 0,'-5'-2'-10'0,"1"1"31"0,2 0-1 0,1 0-8 16,-1 1-4-16,2 0-3 16,0 0-7-16,0 3 1 15,3 4-1-15,4 1 4 0,0 2-2 16,1 1 1-16,1 1-1 15,-2-2-7-15,0 3-9 16,-1-2-20-16,-4-1-11 16,0-3-19-16</inkml:trace>
  <inkml:trace contextRef="#ctx0" brushRef="#br0" timeOffset="35567.36">10817 11371 114 0,'0'0'6'0,"0"0"0"16,0 0 3-16,-5-31-6 15,7 22-1-15,4 1 0 16,-2 1 1-16,3 2-1 16,2-1 3-16,0 2 0 15,-2 2-3-15,4 1-1 16,2 1 0-16,0 0 1 0,0 0-2 15,0 2 2-15,0 3-2 16,-1 3-2-16,-2-1 4 16,-4 3-2-16,0-1 1 15,-5 1 5-15,-1 0 7 16,0 0 4-16,-1 0 0 0,-7 0 7 16,-1 2-17-16,1-1-3 15,-2 1-2-15,0-2-1 16,1 0 0-16,3-2 0 15,2-2 1-15,2-2-5 0,2-1-16 16,0-3-70-16,0 0-15 16</inkml:trace>
  <inkml:trace contextRef="#ctx0" brushRef="#br0" timeOffset="36052.71">11098 11250 148 0,'0'0'5'0,"0"0"35"0,0 0-18 15,-29 0-12-15,22 1-7 16,1 5-5-16,0 1 4 15,1 3-4-15,0 1 3 0,3 0 0 16,-1 3 3-16,3-1-2 16,0-1-2-16,0-1 1 15,0-1-1-15,1-3 0 16,3-2 0-16,1-4-4 16,-1-1 2-16,2 0-2 0,-2 0 5 15,2-8 0-15,-2-3 1 16,2-2 0-16,-1-1-2 15,0-1 1-15,-2 2 1 16,1 1-2-16,1 2 1 16,-2 2 0-16,-1 3-1 15,3 2 0-15,-2 1 0 0,1 2 0 16,2 0-1-16,-2 0 0 16,2 5-2-16,-2 0 1 15,2 5 4-15,-1-3-4 16,0 2-3-16,0-2-3 15,0 0-12-15,-2-3-26 0,1-2-20 16</inkml:trace>
  <inkml:trace contextRef="#ctx0" brushRef="#br0" timeOffset="36314.03">11147 11073 179 0,'0'0'9'0,"0"0"19"0,0 0-13 0,0 0-12 0,0 0 1 0,0 0-4 16,0 0-2-16,5 38 1 16,5-23 4-16,1 0-2 15,-1 0-1-15,1 0 1 16,1 0 0-16,1-1 0 0,-4-2-3 15,0 1-15-15,-1-1-35 16,-4-4 4-16,-1-1-75 16</inkml:trace>
  <inkml:trace contextRef="#ctx0" brushRef="#br0" timeOffset="36492.26">11180 11195 203 0,'0'0'7'16,"0"0"17"-16,0 0-17 16,0 0-5-16,0 0-2 15,3-29 1-15,7 21-2 16,1 1-13-16,1 0-35 16,3-1-32-16</inkml:trace>
  <inkml:trace contextRef="#ctx0" brushRef="#br0" timeOffset="36882.31">11372 11077 22 0,'0'0'110'16,"0"0"-107"-16,0 0 3 15,0 0-5-15,-27 7-2 16,18 2-1-16,1 1 2 15,4-1 1-15,0 1 1 16,1 1 1-16,3-1-2 0,0-1 0 16,0 0-2-16,3-2 2 15,3-2-2-15,1-2-5 16,0-3 7-16,1 0-1 16,0-2 3-16,1-6 1 15,-4-3 1-15,3 0 3 0,-3-2 4 16,-2-1 5-16,1 0-5 15,-3 3-4-15,0 0-4 16,0 3 1-16,-1 2 2 16,0 2 1-16,0 3-1 15,0 1 2-15,4 0-7 0,-1 0-5 16,2 8-4-16,3 0 5 16,3 4-6-16,2 1-26 15,2 0-35-15</inkml:trace>
  <inkml:trace contextRef="#ctx0" brushRef="#br0" timeOffset="37459.43">12662 10698 108 0,'0'0'36'0,"0"0"-7"0,0 0-4 0,0 0-9 0,0 0-4 16,0 0-7-16,0 0 0 15,0 0-3-15,0 0-1 16,0 0-3-16,0 0 2 16,10 4 1-16,-3 6 0 15,1 3 1-15,-2 1-1 0,2 0-1 16,1 2 0-16,0-2 1 15,-2-2 0-15,0 2-1 16,-1-2-8-16,-1 1-7 16,-1-3-27-16,-3-2 8 15,-1-1-82-15</inkml:trace>
  <inkml:trace contextRef="#ctx0" brushRef="#br0" timeOffset="37787.56">12552 10754 134 0,'0'0'15'15,"0"0"19"-15,0 0-24 16,0 0 0-16,0 0-2 16,0 0-3-16,24-28 2 0,-13 20-1 15,2-2 0-15,4 1-2 16,-3-2-2-16,3 1-1 16,-1 1-1-16,0 0 0 15,1 1 0-15,-3 2-1 16,1 1-16-16,-2 2-34 15,-1 1-38-15</inkml:trace>
  <inkml:trace contextRef="#ctx0" brushRef="#br0" timeOffset="38186.07">12882 10720 149 0,'0'0'-3'0,"0"0"5"16,0 0-1-16,0 0 4 16,0 0 6-16,0 0-1 0,0 0 13 15,26 2-5-15,-24-8-9 16,0-1-6-16,-2-1 0 16,0-1-3-16,0-1 0 15,0 3 3-15,-5-1-3 16,1-1 0-16,-3 3 0 15,1 1 1-15,-1 2-1 0,-1 2-1 16,1 1-1-16,2 0 8 16,-3 3-4-16,5 4 3 15,-3 4-3-15,5 1-10 16,-1 1 12-16,0 0-3 16,2 3-1-16,2-2 0 0,3-2 0 15,4-1 0-15,1-3-1 16,2 0-2-16,2-3-1 15,0-5-15-15,0 0-11 16,0 0-23-16,-1-9-48 16</inkml:trace>
  <inkml:trace contextRef="#ctx0" brushRef="#br0" timeOffset="38557.32">13013 10555 103 0,'0'0'6'0,"0"0"20"16,0 0-12-16,0 0-11 15,0 0-5-15,0 0 9 16,-19 36-4-16,16-24 2 0,1-2 1 16,0 0 3-16,2-2-4 15,0-1-2-15,2-1 0 16,3-2-3-16,1-1 0 15,3-1 5-15,-2-1-3 16,1-1-1-16,1 0 0 16,-1 0 2-16,0 0-3 0,-1 0 2 15,-1 0-1-15,-3 3-1 16,0 1 2-16,-3 2-1 16,0 3 4-16,-5 0 3 15,-2 3-6-15,-3 0 5 16,-2 1-4-16,1 0-2 15,1-2 0-15,0-1-2 0,3-3-18 16,0-4-50-16</inkml:trace>
  <inkml:trace contextRef="#ctx0" brushRef="#br0" timeOffset="38864.54">13107 10454 109 0,'0'0'25'0,"0"0"-8"0,0 0-9 0,0 0-6 0,0 27 2 16,3-12 2-16,1 0 1 15,2 2-1-15,-2-2-3 16,2 1 0-16,-1-2-2 16,1-1 0-16,-1-1 0 15,1-1-1-15,-3-4 0 16,2 1-6-16,-2-1-27 0,-1-1-25 16</inkml:trace>
  <inkml:trace contextRef="#ctx0" brushRef="#br0" timeOffset="39207.22">13103 10628 102 0,'0'0'5'0,"0"0"4"15,0 0 3-15,18-28-1 0,-8 21-3 16,2-3-3-16,0 2 1 15,3-1-2-15,0 0 0 16,-2 0 1-16,1 1 7 16,-2 2-7-16,-1 1-2 15,-2 4-2-15,-3 1 0 0,-1 0 2 16,-1 4 3-16,-1 6 3 16,0 0-2-16,-1 2 2 15,-1 0-5-15,0-2-3 16,1 0 6-16,1-1-6 15,-1-3 1-15,0-1 0 0,2-1-2 16,0-1-3-16,0-3-21 16,0 0-25-16,-2-2-30 15</inkml:trace>
  <inkml:trace contextRef="#ctx0" brushRef="#br0" timeOffset="39327.58">13252 10464 162 0,'0'0'-4'0,"0"0"1"16,0 0-14-16,0 0-35 15</inkml:trace>
  <inkml:trace contextRef="#ctx0" brushRef="#br0" timeOffset="40141.47">13317 10548 165 0,'0'0'3'0,"0"0"20"16,0 0-14-16,0 0-7 0,0 0-3 16,-7-31 0-16,7 22 2 15,0 0-1-15,0 0 1 16,4 0 0-16,-1 2 2 15,2 1 0-15,2 2-1 16,0 1-1-16,-1 3-1 0,2 0 0 16,1 0-1-16,0 2 1 15,-3 4-1-15,1 2 0 16,0-1 3-16,-2 2-2 16,0-1 1-16,-2-2 0 15,-1 1-1-15,0-2-1 0,-1 0-2 16,-1-2-4-16,0-1 5 15,0 1 0-15,0-3 2 16,-3 0 3-16,1 0-1 16,-1-3 5-16,1-4-2 15,-1 0-2-15,3-3 0 0,0 1-2 16,0-2-1-16,0 0 0 16,2 1 1-16,4 2-2 15,-1-2 1-15,1 4 0 16,3 0 0-16,-2 1 0 15,3 0 0-15,-2 2 0 0,1 0 0 16,2 1 0-16,-1 1 0 16,0-2 0-16,0 0 0 15,0 0 0-15,-1-1 0 16,-2 0 0-16,0-2 0 16,-1-1 1-16,0 0-1 0,-2-1 0 15,-1 0 0-15,-3 1 1 16,0 1-1-16,0 0 2 15,0 0 10-15,-4 3 0 16,-4-1-12-16,2 3-1 16,0 1-3-16,-2 0 4 0,0 0 0 15,2 5-3-15,-1 4 2 16,1-2 0-16,1 3 1 16,3 0-1-16,2 1 1 15,0 1 0-15,0-2 0 16,3 3 0-16,4-3 1 15,3 3-1-15,-2-3 1 0,1 2-1 16,-1-2 1-16,1 0-1 16,-1 1 1-16,-4-1-1 15,0 0 0-15,-4 2 1 16,0-1 0-16,-1 2-1 16,-6 1-1-16,-5 1 1 0,-5 1-49 15,-2-2-96-15</inkml:trace>
  <inkml:trace contextRef="#ctx0" brushRef="#br0" timeOffset="40617.32">13176 11103 174 0,'0'0'5'0,"0"0"21"0,0 0-2 0,0 0-14 0,-33-30-6 0,24 27 1 15,-1 2 2-15,0 1 0 0,-1 0-2 16,3 3 5-16,-1 6-9 16,1 4 3-16,1 1-5 15,1 3-8-15,2 2 17 16,4-2-7-16,0 0 0 0,0-3 0 15,7-2 1-15,1-3-2 16,4-3 0-16,0-3-1 16,-1-1 0-16,2-2-1 15,-1 0-1-15,2 0-6 16,-1-5-28-16,-1-4 18 0,-4-2-67 16</inkml:trace>
  <inkml:trace contextRef="#ctx0" brushRef="#br0" timeOffset="40893.66">13075 10887 198 0,'0'0'3'16,"0"0"12"-16,0 0-12 15,0 0-3-15,-4 27 0 16,8-14 2-16,4 3 0 16,1 3 0-16,2 0-2 15,2 3 2-15,1-1 0 0,-1-1 0 16,2 1-2-16,-1-2 1 16,0 0-1-16,0-1-8 15,0-1-37-15,-4-5-35 16</inkml:trace>
  <inkml:trace contextRef="#ctx0" brushRef="#br0" timeOffset="41382.65">13311 11006 101 0,'0'0'35'16,"0"0"19"-16,0 0-17 16,0 0-17-16,0 0-5 15,0 0-1-15,-27-20-9 0,22 28-2 16,0 2-4-16,0 2 4 16,3 3-4-16,0 0 5 15,2 0-4-15,0 1 0 16,0-1 1-16,0-4-1 0,5 0-1 15,1-2 0-15,-1-4-5 16,1-2-7-16,1-3-3 16,-3 0 2-16,2-6 10 15,-1-3 1-15,-2-3 3 16,1-1 0-16,-3-1 0 16,-1-1 0-16,0 2 0 0,0 0 0 15,0 3 3-15,0 1 1 16,2 4 4-16,-2 0-1 15,1 3 0-15,0 1-6 16,2 1 1-16,2 0-2 0,-1 1 0 16,3 5 1-16,1 0 1 15,-2 1-2-15,1 0 0 16,1 0-10-16,-1-1-12 16,-1-1-18-16,0-2-26 15,-3-3-27-15</inkml:trace>
  <inkml:trace contextRef="#ctx0" brushRef="#br0" timeOffset="41696.26">13333 10786 155 0,'0'0'2'0,"0"0"18"0,0 0-19 0,0 0 0 0,0 0 3 15,8 28 9-15,0-13 0 16,-1 1-8-16,3 1 2 16,-1 2-4-16,0-1 0 15,0 0-2-15,1-1 0 0,0 0 1 16,-1-3-2-16,0-1 0 15,-2 0 0-15,-2-3-6 16,-3-2-32-16,-2-1-32 16,0-4-47-16</inkml:trace>
  <inkml:trace contextRef="#ctx0" brushRef="#br0" timeOffset="41874.07">13349 10966 39 0,'0'0'173'0,"0"0"-162"16,0 0 1-16,0 0-9 16,5-31-1-16,3 25-2 15,3 0 0-15,2 2 1 16,1 0-1-16,-1 0-10 16,1 1-51-16,0 0-34 0</inkml:trace>
  <inkml:trace contextRef="#ctx0" brushRef="#br0" timeOffset="42457.06">13549 10856 119 0,'0'0'20'0,"0"0"20"16,0 0-13-16,0 0-8 15,0 0-8-15,0 0 0 16,-30-20-8-16,23 20 1 15,0 6-7-15,2 3 3 0,0 1 2 16,2 3-2-16,1 0 1 16,2 0-1-16,0 2 0 15,2-2 1-15,3-3-1 16,3 0 0-16,-1-2 0 16,-2-3-2-16,4-2-2 15,-1-3-2-15,-1 0 0 0,-1 0 0 16,1-6 4-16,-3-1 1 15,0-3 2-15,-1-1-1 16,-2 0 0-16,-1-2 0 16,0 1-1-16,0 0 0 15,0 0 1-15,0 1 0 0,0 1 0 16,-1 3 1-16,0-1-2 16,-1 3 2-16,-1 3 2 15,3-1 0-15,-1 2 0 16,1 1-1-16,0 0-2 0,0 1-7 15,0 4 6-15,4 4 2 16,-1 2 1-16,1-1-1 16,3 1 0-16,-4-1 2 15,4 0-1-15,-2 0-2 16,2-3 2-16,1 1-1 16,-2-3 0-16,2 0 1 15,-2-2-2-15,-1-1 0 0,2-2 0 16,-4 0 0-16,2 0 0 15,-2-2 1-15,1-3-2 0,1-1-1 16,-3-1-4-16,2-1-12 16,0-1-42-16,-2 0-2 15</inkml:trace>
  <inkml:trace contextRef="#ctx0" brushRef="#br0" timeOffset="42564.04">13701 10833 208 0,'0'0'30'0,"0"0"-17"0,0 0-14 16,0 0-23-16,0 0-92 16</inkml:trace>
  <inkml:trace contextRef="#ctx0" brushRef="#br0" timeOffset="48286.83">10880 8169 39 0,'-1'0'33'0,"-2"0"-24"0,3 0-2 0,-1 0 0 0,0 0-3 15,0 0 0-15,1 0 6 16,0-1 5-16,0 0-2 16,0 0-4-16,0-1-5 15,0 1-3-15,0 0 1 16,0-1-1-16,0 1 0 16,0 1 1-16,0 0 5 0,0-2 2 15,0 2 0-15,0 0 3 16,0 0-4-16,0 0 1 15,0 0-5-15,0 0-4 16,0 0 2-16,0 0-2 16,0 0-2-16,0 0 1 15,0 0 0-15,0 0 1 0,0 0 0 16,0 0 0-16,0 0 0 16,0 0 0-16,0 0 0 15,2 0 0-15,-1 0 0 16,2 0 0-16,-2 2 0 0,1-1 0 15,-1 2 0-15,0-1 0 16,1 0 0-16,1-1 0 16,-2 1 0-16,1-2 0 15,-1 3 0-15,0-1 0 16,1-1 0-16,-1 1 0 16,2 0 0-16,-1-1 1 0,0 1-2 15,-1 0 2-15,0-1-1 16,0 0 0-16,3 0 0 15,-3 1 0-15,1-2 0 16,-1 0 0-16,0 0 0 16,1 0 0-16,1 0 1 0,0 0-1 15,-1 0 0-15,3-1 2 16,-2-3-2-16,1-3-2 16,2 1 4-16,1-4-6 15,1-2 9-15,1 0-5 16,1-4 3-16,2-1-1 0,1-3-1 15,-2-1-1-15,3-2 3 16,1-2-2-16,0-1 2 16,-1-2-1-16,2 0 0 15,-2-2 0-15,1 1-2 16,-2 3 1-16,-1 0-1 0,0 6-1 16,-4 4 2-16,2 3-1 15,-5 4 0-15,0 4-1 16,-4 5-6-16,0 0-47 15,-1 1-16-15</inkml:trace>
  <inkml:trace contextRef="#ctx0" brushRef="#br0" timeOffset="49049.47">10882 8139 74 0,'-2'0'2'0,"2"0"-1"0,-1 0 0 0,1 1-1 16,-3 1 1-16,3 1 2 0,0 0 2 16,0-1 0-16,0 2 4 15,0-1 0-15,0-1 2 16,0 2-3-16,3-2-1 15,-2 1-4-15,2-1-1 16,-1 0 2-16,2-1-2 0,-1-1 0 16,-1 0 2-16,1 0 6 15,4-1 9-15,-4-6 2 16,4-1-5-16,1-1-8 16,-1-3-3-16,2 0-1 15,-1-1-3-15,4-1 0 16,-1 1-1-16,1 0 1 0,1 0-3 15,-1 1-26-15,-4-1-74 16</inkml:trace>
  <inkml:trace contextRef="#ctx0" brushRef="#br0" timeOffset="49934.37">10762 8414 88 0,'0'0'18'0,"0"0"-12"0,0 0 1 0,0 0-4 16,0 0-1-16,0 0 0 15,0 0 0-15,0 0 6 16,0 0 5-16,0 0 3 0,0 0-1 16,0 0-3-16,-27-1-8 15,24 1-2-15,1 1-2 16,0 1-2-16,-2 0 4 15,0 1-2-15,2-1 0 16,-5 1 0-16,3 2 0 16,-2-1 0-16,-1 2 0 0,-1 1 0 15,-1-1 0-15,-1 2 0 16,1 0 0-16,1-2 0 16,2 1 0-16,0-1 0 15,2-3 0-15,1 2 0 16,0-2-2-16,2-1-1 0,0 1-4 15,1-1-8-15,0 0-20 16,-1-1-26-16</inkml:trace>
  <inkml:trace contextRef="#ctx0" brushRef="#br0" timeOffset="59662.04">11068 9409 99 0,'0'0'23'0,"0"0"5"0,0 0 1 0,0 0-5 16,0 0-8-16,0 0-6 15,0 0 0-15,0 0-5 0,0 0 1 16,0 0 0-16,-5 0 2 15,4-2 0-15,0 0-1 16,-1 0-2-16,1 0-1 16,-1-2 0-16,1 1 1 15,-2-1-1-15,0 0 1 16,2 0-1-16,-2-2-2 0,0-1-1 16,0 2 1-16,0-2-1 15,0 1-1-15,0 1 1 16,-1 0-1-16,1 0 2 15,-2 2 0-15,1 3-2 0,1 0-1 16,-1 0 0-16,0 0 0 16,0 8 1-16,1 0-1 15,1 2 2-15,1 0-2 16,1 2 1-16,0-3-4 16,0 0 3-16,0-2 0 15,0-1 1-15,0-1-2 16,3 0 2-16,-1-2-1 0,3 1 0 15,-2-2 0-15,1 0-1 16,2 0 2-16,-1 0 0 16,0-1-1-16,-1-1 2 15,2 2-1-15,-1-1 1 0,0 0-2 16,-1 2 1-16,1 0 1 16,-1 0-1-16,0 1 0 15,1 1 0-15,-3 0 0 16,3 1 0-16,-2 0 0 15,1 0 0-15,-1 0-2 16,-2-2 0-16,-1 2 0 0,0-1 1 16,0 1 0-16,0 0 1 15,0 1-4-15,-1-4-3 16,-4 2 7-16,1 0-1 16,-2-3 4-16,2-1-1 0,0 0-1 15,0-1 1-15,1 0 2 16,-2 0-3-16,3-1 0 15,-1-2-2-15,0-2 2 16,3-1-1-16,-1-2 3 16,1 1-1-16,0-2 0 15,0 0 0-15,0-1 0 0,0-1 0 16,1 0-1-16,3 1-1 16,-1-2 2-16,3 1-4 15,-2 1 2-15,2 3-9 16,-2 2-29-16,2 1-20 0,-3 0-39 15</inkml:trace>
  <inkml:trace contextRef="#ctx0" brushRef="#br0" timeOffset="60187.75">11137 9349 76 0,'0'0'34'16,"0"0"-3"-16,0 0 0 0,0 0-5 0,0 0-16 16,0 0-8-16,0 0-3 15,0 0 1-15,0 0-1 16,0 0 1-16,0 0 0 0,0 0 1 15,0 35 0-15,0-25 0 16,0 1-1-16,0-1 2 16,0-1-1-16,0 0 1 15,1-3-1-15,3 0 1 16,-1-1 0-16,0 0-1 0,1-3-1 16,1-1-1-16,-2 0 3 15,-1-1-1-15,2 0 2 16,-1 0 1-16,0 0 2 15,-2 0-1-15,2-4 2 16,0 1 2-16,-3-4-2 16,1 2-6-16,-1-2 0 0,0-1 1 15,0 0-1-15,0-2 1 16,-4 2 3-16,1-1 3 16,-1-1-2-16,-2 1-3 15,3 1 0-15,-3 1-3 0,2 4 1 16,1 1-2-16,-2 2-13 15,3 0-13-15,-1 5-14 16,1 1-28-16,1 0-64 16</inkml:trace>
  <inkml:trace contextRef="#ctx0" brushRef="#br0" timeOffset="60643.05">11294 9093 138 0,'0'0'2'0,"0"0"3"0,0 0-3 16,0 0-1-16,0 0 0 16,0 0 1-16,0 0-1 0,-5 31 1 15,5-17-1-15,0 3 1 16,0 1-1-16,0 0 0 16,0 3 0-16,0-1-1 15,1 3 1-15,2 2 0 16,0-2 0-16,-1 3-2 0,3 1 2 15,-4-1-1-15,2 0 0 16,-2 0-2-16,-1-1 1 16,1-1-2-16,-1-1-1 15,0-3 2-15,0-2 3 16,0 0-2-16,0-3 2 16,-2-1-4-16,-1-3 0 0,0-1-10 15,0-2-12-15,1-3-33 16</inkml:trace>
  <inkml:trace contextRef="#ctx0" brushRef="#br0" timeOffset="60972.74">11209 9513 79 0,'0'0'76'0,"0"0"-64"0,0 0-3 0,0 0-2 15,0 0 8-15,0 0-3 16,0 0-10-16,0 0-2 0,0 0-6 16,0 0-4-16,10-1-21 15,-7 1-2-15,-1-1-24 16</inkml:trace>
  <inkml:trace contextRef="#ctx0" brushRef="#br0" timeOffset="61157.89">11386 9427 277 0,'0'0'9'0,"0"0"-4"16,0 0-5-16,0 0 1 15,0 0-1-15,0 0-4 16,0 0-39-16,0 0-78 15</inkml:trace>
  <inkml:trace contextRef="#ctx0" brushRef="#br0" timeOffset="62217.95">8190 9658 49 0,'0'0'24'0,"0"0"-23"0,0 0 0 0,-15 36 0 0,12-26-1 15,2-1 0-15,0-1 0 0,-1-1 0 16,0-1 0-16,1-1 1 15,1 0 0-15,-2-2-1 16,2 0 0-16,0-1 0 16,0 0-1-16,0-2-4 15,0 0-1-15,0 0-27 16</inkml:trace>
  <inkml:trace contextRef="#ctx0" brushRef="#br0" timeOffset="63959.44">11073 10015 48 0,'-1'0'11'0,"1"0"7"0,-1 0-4 0,0 0-1 16,1 0 0-16,-1 0 3 0,1 0 2 15,-1 0 5-15,1 0 2 16,-2 0-5-16,2 0-7 15,0 0-7-15,0 0-5 16,0 0 0-16,-1 0-2 16,1 0 0-16,0 2 1 0,0 1-3 15,0 0 0-15,0 0 3 16,-2-1 0-16,2 0 2 16,0-1-1-16,0-1 0 15,0 2 0-15,0-2 2 16,0 0 1-16,0 0 8 0,2-5 3 15,1-3-1-15,2-2-8 16,2-3-5-16,3-4 0 16,1-3-2-16,-1-3-30 15,0-5-100-15</inkml:trace>
  <inkml:trace contextRef="#ctx0" brushRef="#br0" timeOffset="65114.97">12746 9737 56 0,'0'0'7'0,"0"0"9"0,0 0-10 0,0 0-1 0,0 0 1 16,0 0 7-16,0 0 1 15,0 0 9-15,0 0-1 16,0 0-4-16,0 0 2 0,0 0-3 16,0 0-3-16,-27 4-4 15,27-6-4-15,0 1-2 16,0-2-3-16,0 2-1 16,0-4 1-16,0 3-1 15,2-1 0-15,1 0 0 16,2 1 0-16,0 0-1 0,2 1 1 15,-3-1 0-15,3 1 0 16,-1-1-1-16,0 2 0 16,-1 0 0-16,0 0 1 15,0 0-1-15,-1 0-1 16,-1 3 1-16,1 2 0 0,-3 1-1 16,-1 1-2-16,0 2 1 15,0 0 2-15,0-1-1 16,-1 1 2-16,-4 1 1 15,1 0-2-15,-1-1 2 16,0 0 0-16,0 0 0 16,1-1-1-16,1-2 1 15,0 0-1-15,1 0 1 0,1-3-1 16,0 1 0-16,1-3 1 16,0 1-1-16,0-1 1 15,0 0 1-15,0 0 0 16,0-1 3-16,3 0 0 0,1 0 1 15,0 0-1-15,1 0 0 16,0-3-4-16,3 0-1 16,-1-1 1-16,1-1-2 15,-1 1-4-15,3-1-23 16,-2 1-24-16,1-4-19 0,-4 1-43 16</inkml:trace>
  <inkml:trace contextRef="#ctx0" brushRef="#br0" timeOffset="65542.5">12879 9704 174 0,'0'0'13'0,"0"0"2"0,0 0-6 0,0 0-8 15,0 0-4-15,0 0 4 0,0 0-2 16,0 0 3-16,0 0-1 15,-6 30 0-15,6-20 0 16,0 0 0-16,2 0 0 16,2-2 0-16,2 0-1 15,-1-3 0-15,2-2 0 16,-1-1 0-16,0-2 0 0,0 0 1 16,-2 0-1-16,4-4-1 15,-5-1 10-15,1-2-1 16,-1-1 1-16,0-1 2 15,-1 2-3-15,-2-4-3 16,0 1 0-16,0 0 1 0,0 1-2 16,-3-1 0-16,-1 2 1 15,0-1-1-15,-2 3 2 16,0 1 2-16,2 1-1 16,-1 3-5-16,2 0-4 15,-1 1-2-15,3 0-4 0,-2 0-11 16,1 3-12-16,2 1-23 15,0-2-27-15</inkml:trace>
  <inkml:trace contextRef="#ctx0" brushRef="#br0" timeOffset="65777.44">13042 9486 241 0,'0'0'34'0,"0"0"-26"0,0 0-6 0,0 0-2 16,0 0-3-16,1 31 3 16,-1-13 1-16,2 1-1 0,1 2-6 15,0 3-18-15,-2-1-33 16,0 3-50-16</inkml:trace>
  <inkml:trace contextRef="#ctx0" brushRef="#br0" timeOffset="65905.75">13061 9866 280 0,'0'0'-54'0,"0"0"-53"15</inkml:trace>
  <inkml:trace contextRef="#ctx0" brushRef="#br0" timeOffset="66872.52">10845 9812 115 0,'0'0'9'0,"0"0"2"0,0 0-8 0,0 0-2 15,0 0 0-15,0 0-1 0,0 0 1 16,0 0 0-16,0 0 6 16,0 0-5-16,-5 1-5 15,5-1-1-15,0 0-2 16,0 0 6-16,0 0 0 15,0 0 1-15,0 0-1 0,0 0 0 16,0 0 1-16,0 0 1 16,0 0 6-16,2 0-3 15,0-1-1-15,3-2-3 16,-1-1 1-16,2 1-1 16,0-2 2-16,1 0 1 15,0 2 0-15,0-1-1 0,1-1 2 16,2 0-2-16,-2 2 0 15,1-2-1-15,-2 2-1 16,0-2-1-16,-1 5 0 16,-2-2 1-16,0 2-1 15,-2 0 0-15,1 0-1 16,-2 0-1-16,-1 1 2 0,0 3 4 16,0 3 2-16,0 0 1 15,-1 2-2-15,-2 1-1 16,0 1-1-16,0 0 2 15,0 2-3-15,2 0 0 16,-2-1 2-16,2-1-4 0,0-1 1 16,1 0 1-16,0-1-2 15,0-1 1-15,0-2-1 16,0 2-1-16,3-4-17 16,0-3-39-16,0-1-10 0</inkml:trace>
  <inkml:trace contextRef="#ctx0" brushRef="#br0" timeOffset="67228.95">11016 9772 146 0,'0'0'6'0,"0"0"9"16,0 0-8-16,0 0-11 0,0 0 11 15,0 0-7-15,0 0 7 0,0 0-3 16,5 30-1-16,0-22 4 16,-1-1-7-16,2 1 4 15,0-3-2-15,1 2 0 16,-1-1-2-16,-1-1 2 16,1 0-2-16,0-1 1 0,0 0-1 15,-2 1 0-15,0-1 1 16,-2 2-1-16,0-1 1 15,-2 0-2-15,0 3 2 16,0 1 0-16,-5-1 0 16,0 2-8-16,-2-3-29 0,2-1 0 15,-1-3-2-15,0-1 1 16,0-2-22-16</inkml:trace>
  <inkml:trace contextRef="#ctx0" brushRef="#br0" timeOffset="67649.17">11065 9729 10 0,'0'0'60'0,"0"0"-45"15,15-28 8-15,-12 19-6 16,0 0-6-16,1 1 0 15,-4 0 7-15,2 2 1 16,-1 0 1-16,-1-1-1 0,1 4-10 16,0-1-6-16,-1 1-1 15,2 2-1-15,-2 1 0 16,0 0 1-16,0 0-2 16,1 0-1-16,1 4-7 15,2 5 10-15,2 2 1 16,-1 4-2-16,3 2 1 0,0 1-1 15,3 3 0-15,-3 0-1 16,1 1 0-16,-1 1 0 16,0 1 1-16,0-1-2 15,-2 0 3-15,-1 0-1 0,1-2 1 16,-2-1-1-16,3-3-1 16,-4-1 1-16,0-4-1 15,2 1-7-15,-3-3-25 16,-2-3-49-16</inkml:trace>
  <inkml:trace contextRef="#ctx0" brushRef="#br0" timeOffset="67810.14">11157 9898 307 0,'0'0'1'0,"0"0"-4"0,0 0-24 0,0 0-35 16,0 0-135-16</inkml:trace>
  <inkml:trace contextRef="#ctx0" brushRef="#br0" timeOffset="68810.31">12721 9986 157 0,'0'0'15'0,"0"0"-2"0,0 0-7 0,0 0 8 16,0 0-4-16,0 0 1 0,13-29 3 15,-9 26-7-15,-1 1-4 16,2 0-1-16,0 2-2 16,2-1 0-16,-3 1 0 15,3 0 0-15,-3 0-1 16,2 0 1-16,-2 2 1 0,1 1-1 15,-2 1 0-15,-1 0 0 16,1 1 2-16,-1 1-1 16,-2 1 5-16,0 3-1 15,0-2-2-15,0 2 0 16,0-1 2-16,-3 1-1 0,1-2 0 16,2 1-1-16,0-1 0 15,0-2-2-15,0 1 0 16,0-2 1-16,3-2 0 15,2 0-2-15,1-3 0 16,2 0 0-16,0 0 0 16,-1 0-2-16,-1 0-3 0,3-2-14 15,-4-1-2-15,0 1 0 16,0 1 4-16,-3 0 13 16,1 0 4-16,-3 0 0 15,1 1 0-15,-1 0 0 16,1 0 1-16,1 0 2 0,1 3 0 15,0 2 0-15,0 1 6 16,2 1 4-16,-1 0-4 16,1-1-3-16,-2 2-3 15,1-3 0-15,-1 1-2 16,-2-1 1-16,1 1 1 0,0-1 0 16,-2 0-1-16,0-1 0 15,0 0-2-15,0 0-2 16,0-1 5-16,-2-2-8 15,-1 1-6-15,-2-2-14 16,3 0-11-16,-4-2-83 0</inkml:trace>
  <inkml:trace contextRef="#ctx0" brushRef="#br0" timeOffset="68994.48">12910 9982 163 0,'0'0'3'0,"0"0"1"0,0 0-1 0,0 0 0 0,32-26-3 16,-26 22-15-16,-3 1-25 16,1 1-41-16</inkml:trace>
  <inkml:trace contextRef="#ctx0" brushRef="#br0" timeOffset="69101.17">12969 9959 176 0,'0'0'-11'16,"0"0"-71"-16</inkml:trace>
  <inkml:trace contextRef="#ctx0" brushRef="#br0" timeOffset="72415.03">10801 8134 41 0,'0'0'151'0,"0"0"-148"0,0-2-9 0,0-1-1 15,0-1-14-15,0 1 9 16,0-2 1-16,1 0-20 15,0 1-2-15</inkml:trace>
  <inkml:trace contextRef="#ctx0" brushRef="#br0" timeOffset="73084.28">10808 8074 88 0,'0'0'18'16,"0"0"9"-16,0 0-7 15,0 0-2-15,0 0-7 16,0 0-1-16,0 0-2 0,0 0-7 16,0 0-1-16,0-6-3 15,0 6 1-15,0 3 2 16,3 2 0-16,0 0 2 16,1 0-2-16,-1 1 1 0,0-1-1 15,3 1 1-15,-3-1-1 16,0 1 0-16,1-1 1 15,-1-2-1-15,-1 2 0 16,0-1 0-16,0-1 0 16,-1 0 0-16,1-1 1 15,-1-1-1-15,-1 1 0 0,1-2 0 16,0 0 1-16,0 2-1 16,2-2 1-16,-2 1-1 15,2-1 1-15,-2 0-1 16,1 0 0-16,1 0 0 15,-2 0 1-15,1 0 1 0,-1-1 4 16,1-4 4-16,0 0-2 16,1-2 0-16,0-1-1 15,0-2-4-15,3-1 0 16,-3-1-1-16,2-1 0 16,1-1 2-16,0-2-1 0,-1-1 0 15,3-1 0-15,1-2 1 16,-2-1-2-16,1-4-2 15,2 1 1-15,0-2 0 16,1 0-1-16,2 5-1 16,0-1-1-16,1 4-20 0,-3 2-53 15</inkml:trace>
  <inkml:trace contextRef="#ctx0" brushRef="#br0" timeOffset="74755.17">12790 9004 77 0,'0'-2'19'0,"0"1"-2"0,0 1 2 0,0 0-6 0,0-2-9 15,0 2 2-15,0-1 4 16,0 1 3-16,0-1-4 16,0 0 2-16,0 1-6 15,0 0-2-15,0-1 2 16,0 1-1-16,0 0-3 0,0 0-1 16,0 0 0-16,0 0-2 15,0 0 2-15,1 2 0 16,1 0 0-16,1 2 0 15,1 0 0-15,-1 0 0 16,-2 1 0-16,2 1 0 0,1-2 1 16,-2-1-1-16,0 1 0 15,3 0 0-15,-4-2 0 16,2 1 0-16,0-3 0 16,0 2 0-16,-2-1 0 15,1-1 1-15,-1 0-1 0,0 0 0 16,0 0 1-16,1 0 0 15,0-3 2-15,-1 0 0 16,3-1 0-16,-4-2-2 16,3 1 0-16,1-3 1 15,-1-1-2-15,4-1 0 0,-3-1 1 16,3-2 1-16,-2-2-1 16,2 0 2-16,0 0-1 15,1-3 0-15,0 0 0 16,1-2 2-16,2 0-3 15,-1-1 0-15,1 1-1 16,-1 0 0-16,0 4 0 0,0 1 1 16,-2 3-1-16,1 3 0 15,-4 3 0-15,1 3-1 16,-2 2-2-16,2 1-12 16,-3 0-19-16,-1 6-20 15,-1 2 11-15</inkml:trace>
  <inkml:trace contextRef="#ctx0" brushRef="#br0" timeOffset="75445.39">12831 8990 69 0,'0'0'8'0,"0"0"15"0,0 0-14 15,0 0-3-15,0 0-5 16,0 0 2-16,0 0-1 0,0 0-1 16,0 0-1-16,0 0 1 15,0 0-1-15,0 0 0 16,0 0 1-16,-14 17-1 15,14-12 1-15,0-1-1 16,0 4 0-16,4-5 1 0,-1 2-1 16,0-1 0-16,1-1 1 15,-1-2-1-15,1 1 1 16,-1-2 0-16,1 0 2 16,1 0 3-16,0-2 8 15,0-4 0-15,1-2-2 0,1-4-3 16,3-3-3-1,2-3 1-15,3-5-3 0,4-3-2 16,3-6-2-16,3-4-1 16,-1-5-43-16</inkml:trace>
  <inkml:trace contextRef="#ctx0" brushRef="#br0" timeOffset="190890.68">10265 10606 53 0,'-2'0'6'0,"1"0"5"0,-1 0-5 0,-1 0-3 0,2 0 2 16,-2 0 0-16,0 0 6 15,0 0 4-15,1 0 0 16,-1 0 1-16,-1-1-7 16,1 1-3-16,3-2-2 15,-4 2-3-15,3 0 0 0,-1 0 0 16,-1 0-1-16,1 0 2 16,-1 0-2-16,-2 0 2 15,3 0 2-15,-3 0 4 16,0-2-1-16,-1 2 1 15,0-1-2-15,-2 0 0 0,3-1-4 16,-2 1 0-16,1-2-1 16,0 2 1-16,-1-2 2 15,1 2-2-15,-1-1-1 16,-1 1 0-16,-2-1 0 16,2 1-1-16,-1 0 0 15,1 1 0-15,-1 0 0 0,-1 0 1 16,2 0-2-16,-4 0 1 15,2 0 0-15,0 2 0 16,-2 1 0-16,2 1-1 16,-1 0 1-16,-1 1 0 0,0 1 0 15,-1 0-1-15,2 2 1 16,-2 0 0-16,1 0-1 16,-1 1 1-16,0-1 0 15,1 1 0-15,-3 2 0 16,-1-1 0-16,0 0 0 0,1 1 0 15,-3 1 1-15,1 0-1 16,0 1-1-16,-2-1 1 16,1 1 0-16,3 0 0 15,-1-2 1-15,2 1-2 16,0 0 1-16,3-2 0 0,-1 1 1 16,4-1-2-16,-2 0 2 15,3 1-1-15,-3-1 0 16,5 2-1-16,-2 0 1 15,1-1 0-15,0 4 0 16,0-2 0-16,1 3 0 16,-2 1 0-16,0 0 0 0,2 2 0 15,-1 1 0-15,2-1 0 16,-1 2 0-16,0-2-1 16,2-2 2-16,0 1-1 15,1-1 0-15,1 1 0 16,1-1-1-16,0 1 1 0,0 0 0 15,0 0 0-15,0 2 1 16,0-2-2-16,3 2 1 16,3-2 0-16,-3 2 0 15,4-2 0-15,-2 0 0 0,2 1 0 16,0 0 0-16,-2-2 0 16,3 1 0-16,-1 0 0 15,1-1 0-15,1-1 0 16,1-1 0-16,0 0-1 15,2-2 1-15,-2-1 1 0,3 1-1 16,0-1 1-16,-1-1-1 16,3 1 1-16,-2-1-2 15,2-1 2-15,1 0-1 16,-1 1-1-16,1-3 1 16,0 1 0-16,0-2 0 0,0 1 1 15,0 0-1-15,1 0 1 16,-2 2-1-1,2-2 0-15,0 2 1 0,1 0-1 16,0 0-1-16,1 2 1 16,1-2 1-16,0 3 0 15,2 0-1-15,0-2 1 16,1-1-2-16,0 0-2 0,1-1 3 16,1-3 2-16,-3 1 2 15,5-2-3-15,-4 0-1 16,2-1 4-16,2-1-3 15,0-2 0-15,0 0 0 0,2-1 1 16,0 1 0-16,0 0 0 16,-1 1 0-16,1 3-2 15,-1-3 0-15,1 1 1 16,0 1-1-16,-1-3 0 16,3 0 1-16,-1-1-1 0,2 0 0 15,-1-1 1-15,3-5-2 16,-1-1 2-16,0-4 1 15,3 0-2-15,0 0 1 16,-1-2 1-16,1 2-2 16,-4 1 1-16,-1 1-1 0,-2 0 0 15,-2 0 0-15,2-1 1 16,0 0-2-16,2-3 2 16,0-1-1-16,1 0 0 15,0-1 1-15,0-2-1 16,-1 0 0-16,-1-1 0 0,-1-3-1 15,-1 0 0-15,-2-3 0 16,0-1 1-16,-2-2 0 16,-3-2 0-16,3 0 1 15,-3-1-1-15,-2 0 0 16,-1 0 0-16,0-1 0 16,-4 3-1-16,-2 0 2 0,-2 0-1 15,-2 0 0-15,-4 1 0 16,-3 0 3-16,1 0 6 15,-2-1 3-15,0-1-1 16,0-2 0-16,0 0-6 16,0-2-3-16,0 1-2 15,0 1 0-15,-2 2 0 0,-5 4 1 16,-1 0 0-16,0 2 1 16,-2 1 0-16,-1 0 1 15,-1 0-1-15,1 2-1 16,-1-3 1-16,-1 3-2 0,-2 0 1 15,1 0 0-15,-2 2-1 16,0 1 0-16,-1 1 0 16,0 1-1-16,-1 1 1 15,0 1-4-15,-2 1 3 16,0 1 2-16,-1 2 1 0,0-1 0 16,1 0-2-16,-1-1 1 15,-2 1-2-15,0 0 3 16,0 0-1-16,-1 1-1 15,0 0-1-15,-1 1 0 16,0 2 1-16,2 1 0 0,-3-1-1 16,1 1 1-16,-1 0 1 15,0-1-1-15,-1 1 1 16,1 1-1-16,-1-1 1 16,1 2-1-16,1 1 3 15,2-1-3-15,0 3 0 16,1 0 0-16,0 0 0 15,0 0 0-15,-3 5 0 0,0 0-3 16,-2 1 6-16,-3-1-3 16,0 2 0-16,-2 0-3 15,0 1 6-15,0 0-6 0,1 4 3 16,-1 1-1-16,-2 2 0 16,0 3-3-16,-2 0-19 15,-1 2-33-15,-1-1-62 16</inkml:trace>
  <inkml:trace contextRef="#ctx0" brushRef="#br0" timeOffset="192135.06">10347 12273 44 0,'0'0'16'0,"0"0"-14"0,0 1-2 0,0-1 1 16,0 0 2-16,0 1 4 15,0 0 4-15,0-1 4 16,0 1-2-16,0 1-2 15,2-1-4-15,0 0-3 16,1 4-2-16,1-3 0 0,0 2-1 16,1 1-1-16,2-1 0 15,-1 1 1-15,1 0-1 16,0-2 1-16,-1 0-1 16,1 0 1-16,-1-2 2 0,0 0-1 15,1-1 1-15,-2 0 0 16,3 0-1-16,1-1 0 15,-4-3 1-15,3-2-1 16,0-2 4-16,3-1-1 16,0-2 2-16,1 0-4 0,3-4 0 15,0 1-3-15,1-1 0 16,-1-1 1-16,3-1 0 16,-3 2 1-16,0-2 3 15,1 0 4-15,0 0 1 16,-1 0-1-16,0 1-1 15,-2 1-3-15,0 3-1 16,-2 1-2-16,-1 1-1 0,-2 3-1 16,-2 2 0-16,-3 2 0 15,1 2 0-15,-3 1-3 16,1 0-3-16,-2 6-10 16,0 3-4-16,-3 4-26 0,-4-1-34 15</inkml:trace>
  <inkml:trace contextRef="#ctx0" brushRef="#br0" timeOffset="192556.85">10295 12372 34 0,'0'0'4'0,"0"0"14"0,0 0-5 0,33 10-6 0,-14-10 1 15,3-11-3-15,5-5-3 16,1-8-16-16</inkml:trace>
  <inkml:trace contextRef="#ctx0" brushRef="#br0" timeOffset="195542.33">13155 10341 38 0,'-2'-1'20'0,"-1"0"6"0,1-1-8 0,-1 1-3 0,2 0-4 16,-2 0 1-16,2-1-7 15,-3 2-3-15,2-2 0 16,-2 1 0-16,0-1 1 16,1 0 3-16,-2 1-1 15,0-1-3-15,0 1 2 0,0 0-2 16,0-1-1-16,0 1 0 15,0 1 0-15,-2 0-1 16,-1-2 1-16,0 2 2 16,1-1-1-16,-3-1 0 15,1 2 2-15,0-1 1 16,0 0-3-16,-1 1-1 0,1-1 1 16,0 1-2-16,0-2 1 15,-1 2-1-15,0-1 2 16,1 0 0-16,-1 1-1 15,0 0-1-15,0 0 0 0,-1 0 0 16,0 2 0 0,0 0 0-16,-2 0 1 0,1 2-2 15,0-2 1-15,0 2 1 16,-1 0-1-16,-1 0 1 16,1-1 1-16,1 2-2 0,0 0 0 15,2 0 1 1,0 0 0-16,2 1-1 0,-2-1-1 15,1 1-2-15,0 0 7 16,2 0-3-16,-2-2-1 16,1 3 1-16,-2-2-1 15,1 0 0-15,0 1 1 0,0 1-1 16,1-1 0-16,-2 0 0 16,1 1 0-16,-1-1 1 15,2 0-1-15,-2 2 0 16,0-1 0-16,-1 1 0 15,1 0 0-15,0 2 0 0,0-1 0 16,-1 0 0-16,1 1-1 16,0 0 1-16,1 0 1 15,0 0-2-15,2 2 1 16,-2-2 1-16,1 0-2 16,1 1 1-16,0 0 1 15,1 1-2-15,1 0 1 0,-1 2 0 16,3-2 0-16,-1 3 1 15,1-1-2-15,0 0 1 16,2 1 0-16,-2 0 0 16,2 0 0-16,0-1 0 0,-1 2 1 15,2 0-2-15,-2-1 2 16,1 1-1-16,1-1 0 16,0 2 0-16,-2-1-1 15,2 1 1-15,0-2 1 16,0 1-2-16,0 2 2 15,0-1-1-15,2 3-1 0,1-2 2 16,1 0-1-16,2 0 0 16,-2-1 0-16,3-1 0 15,0-1 1-15,0-2-2 16,-1 2 2-16,3-2-1 16,0 0 0-16,-1 1 0 0,1-1 0 15,1 1 0-15,0 0 0 16,0-3 1-16,1 2-2 15,1-2 2-15,0 2-1 16,-1-1 1-16,1-1-1 0,0 0 1 16,-2-1-1-16,1 1 0 15,1 0 0-15,0-1 0 16,2 1 1-16,-1-3-1 16,-2 1 0-16,0-4-1 15,2 3-1-15,1-3 7 16,-1 0-1-16,4 0-1 0,-3 1 0 15,4 0-3-15,-2 0 1 16,1 2-1-16,0 0 0 16,1 1 2-16,0-1-2 15,1 0 1-15,1 1-2 16,0-1 2-16,2 0-2 16,-2 1 1-16,2-1 1 0,-2 0-1 15,0-1 0-15,2-1 0 16,-2-2 0-16,0 0 0 15,2-2 1-15,-2 1-1 16,2-3 0-16,0 1 1 0,0-1-1 16,-2 0 0-16,0 0 0 15,0 0 1-15,-1-2-1 16,0-1 0-16,0 0 0 16,1-1 0-16,2 0 0 15,-2 0 1-15,2-1-1 16,-1 0 0-16,1-2 0 0,-2 2 0 15,-1-1 0-15,-1 0 0 16,-4 0 0-16,-1-1 1 16,-1 0-1-16,0-1 1 15,-1-1 5-15,1-1 0 16,0-1-2-16,-2 0-3 0,0-2 2 16,1 1-2-16,0-1 1 15,-3-3-1-15,4 0 0 16,-2-1 0-16,1-1-1 15,1 0 0-15,0-1 0 0,-1 2 0 16,-1-1 0-16,1 1 0 16,-1 0 1-16,0 0-1 15,0-1 0-15,-1 3 0 16,1-5 0-16,-1 2 0 16,0-3 1-16,-1 0-1 0,-1-2-1 15,0 1 1-15,0 0 0 16,-3 1 0-16,-1 0 1 15,0 0-1-15,-3 2 0 16,1-1 0-16,-1 0 0 16,0 2 0-16,0 1 1 0,0 1-1 15,0-1 0-15,0 1 1 16,-4-1-1-16,1 1 0 16,0 1 3-16,-2-2-2 15,2 2 1-15,0 0-1 16,-4-1 1-16,1 3 2 0,1-1-3 15,-2 0 0 1,0 2-1-16,0-1 2 0,-1 2-2 16,3-1 0-16,-2 0 0 15,-1 1 0-15,0-2 0 16,2 3 0-16,-3-2 0 16,1 1 0-16,-1-1-3 0,0 1 2 15,0 1 1-15,-1 0-1 16,-1 1 3-16,1 1-2 15,0 0-1-15,0 0 2 16,1 1 0-16,-1 2 1 16,1-1-2-16,0 2 1 0,1-1-1 15,2 0 0-15,-1 0 1 16,-1 1-1-16,3 0 0 16,-1 0 0-16,-1 0 0 15,0 1 0-15,-1-1 0 16,0 2 0-16,-1-2 0 15,-1 2-1-15,-1-1 5 0,-1 0-3 16,-1 1 2-16,-1 0-2 16,0 0-1-16,0 2 0 15,0 0 0-15,0 0 0 16,1 0-1-16,-1 0 1 0,-1 0-2 16,2 4 0-1,-4-1-3-15,4 4-2 0,-1 1-10 16,-3 1-10-16,1 0-18 15,-1-1-36-15</inkml:trace>
  <inkml:trace contextRef="#ctx0" brushRef="#br0" timeOffset="200724.85">14477 10092 48 0,'-1'0'21'0,"1"0"-6"0,0 0-2 0,0 0-4 0,0 0-2 15,0 0-5-15,-1 0-1 16,0 0 0-16,1 0 1 0,0 0-1 16,0 0 0-16,0 0 0 15,0 0-1-15,0 0 0 16,0 0-1-16,0 0 1 16,0 0-1-16,2 0 0 15,5 0 1-15,-4 0 2 16,5 1 0-16,-1-1-2 0,2 0 3 15,1 0-1-15,3 0-1 16,0 1-1-16,-1-1 0 16,5 0 1-16,-3 0-1 15,2 0 0-15,-3 0 0 16,0 0 2-16,1 0 0 0,-1-1 1 16,-1-1-2-16,-1 0 0 15,1 0-1-15,0 1 1 16,-1-1-1-16,0 2 0 15,-2-1 0-15,0 0 0 16,-2 1 0-16,-1-1 0 0,0 1 0 16,-1 0 0-16,0 0-2 15,-2 0-6-15,1 0-13 16,-3 0-52-16</inkml:trace>
  <inkml:trace contextRef="#ctx0" brushRef="#br0" timeOffset="201197.59">14615 10176 34 0,'0'0'3'0,"0"0"4"0,0 0 0 0,28 1 3 16,-19-1 3-16,1 0-3 15,2 0 0-15,0-4 2 16,1 1-5-16,0 0 0 16,-1-1-3-16,2 0 0 15,-1 0-3-15,-2 2 0 16,1 0 1-16,-2 1-2 15,-3 1 1-15,-1 0-1 0,0 0 0 16,-5 0-5-16,-1 0-21 16,0 0-55-16</inkml:trace>
  <inkml:trace contextRef="#ctx0" brushRef="#br0" timeOffset="201538.98">14714 10026 86 0,'0'0'1'15,"0"0"3"-15,28-3 8 16,-18 3-2-16,0 0-2 16,0 0-6-16,-1 3 0 15,-2 2 0-15,1 4 1 0,-1 1 0 16,-3 3-2-16,0 3 0 16,-2 4-1-16,-2 6 2 15,-6 3-3-15,-8 4 0 16,-8 5-5-16,-8 6-4 15,-7 1-28-15</inkml:trace>
  <inkml:trace contextRef="#ctx0" brushRef="#br0" timeOffset="204384.42">13443 11244 28 0,'0'0'30'0,"0"0"-18"0,0 0-8 0,0 0-1 0,0 0-3 16,0 0 0-16,0 0 1 15,0 0 3-15,0 0-2 16,0 0 1-16,0 0 2 16,0 0 2-16,0 0-7 15,0 0 0-15,0 0 0 16,0 0 0-16,0 0 0 0,0 0 0 16,0 0-7-16,0 0-4 15,0 0-59-15</inkml:trace>
  <inkml:trace contextRef="#ctx0" brushRef="#br0" timeOffset="205331.14">15274 10014 46 0,'0'0'36'0,"0"0"-14"0,0 0-1 0,0 0-7 0,0 0-5 16,0 0-5-16,0 0-3 15,0 0 1-15,0 0 2 16,0 0 3-16,0 0 7 16,0 0-8-16,0 0-9 15,0-4 2-15,0 14-2 0,0 3 6 16,0 0-2-16,0 5 1 16,0 1-1-16,0 0 0 15,0 1 0-15,2 0 0 16,-1-3 0-16,-1-1-1 15,0-2 1-15,0-1 0 0,0-3-1 16,0-2-6-16,0-2-23 16,0-4-16-16,0-2-64 15</inkml:trace>
  <inkml:trace contextRef="#ctx0" brushRef="#br0" timeOffset="205745.74">15265 10051 39 0,'0'0'5'16,"0"0"23"-16,0 0-3 16,7-29-6-16,-2 23-1 15,-1 0-2-15,2 3-5 16,0-1-1-16,1 1-6 15,0-1-2-15,3 2-1 0,-2 0-1 16,2 0 1-16,-1 2-1 16,0 0 0-16,0 0 0 15,0 0 0-15,-1 0 0 16,-1 3-1-16,0 1 1 16,-4 2-2-16,2 0 2 15,-3 0 0-15,-2 1 0 0,0-1 0 16,0 0 0-16,-2 0 0 15,-5 0-1-15,0 0 2 16,-1 0-2-16,-3-1 4 16,1 0-2-16,-3 0 2 0,2 0 0 15,1-1-4-15,3-2 3 16,2 0-8-16,3-2-36 16,2 0-50-16</inkml:trace>
  <inkml:trace contextRef="#ctx0" brushRef="#br0" timeOffset="206384.8">15519 10046 51 0,'0'0'6'0,"0"0"-1"0,0 0-1 0,0 0-1 0,0 0 5 15,0 0 7-15,0 0 10 16,0 0 5-16,0 0-14 16,0 0-2-16,22-26-8 15,-22 22-1-15,0 1-4 0,-4 3-3 16,1-1-3-16,-4 1-2 15,4 0 3-15,-2 0 1 16,3 0 3-16,-3 1 0 16,2 6-1-16,1-1 1 15,0 1 0-15,0 3-1 16,0-2 1-16,2 2 0 0,0-2 0 16,0 1 0-16,2-3 0 15,2-1-1-15,2-1 1 16,-2-1 0-16,4-2 1 15,-2-1 0-15,1 0 0 16,2-1 3-16,-1-4 1 0,1-2-3 16,1-1 1-16,0 0-2 15,2-2 1-15,-1 0 0 16,1 2 1-16,-1-1 0 16,0 1 0-16,1 2-1 15,0 1-1-15,-2 3-1 0,0 0 0 16,-2 2 0-16,2 0 0 15,-3 0 0-15,-1 6-1 16,-1 2 1-16,0-2 0 16,2 3 0-16,-2-1 1 15,1-1 0-15,0-1-1 0,1 0 0 16,1-3-5-16,2-3-12 16,0 0-13-16,1-2-15 15,0-7-58-15</inkml:trace>
  <inkml:trace contextRef="#ctx0" brushRef="#br0" timeOffset="206660.7">15881 9879 79 0,'0'0'4'0,"0"0"1"0,0 0 6 0,0 0 0 0,0 0 0 15,0 0 8-15,0 0-24 16,0 0 4-16,0 0 3 15,0 0 1-15,0 22-2 16,-1-5 1-16,1 1 0 0,0 0-1 16,0-1 1-16,0 0 0 15,1-1 1-15,1 0 0 16,1-1-1-16,-2 1-1 16,0-2 0-16,-1-1 0 15,0 1 0-15,0-3 0 16,0 0-3-16,-6-2-24 0,-2-3-41 15</inkml:trace>
  <inkml:trace contextRef="#ctx0" brushRef="#br0" timeOffset="207426.71">15751 10062 139 0,'0'0'38'16,"0"0"-32"-16,0 0 2 15,15-29-3-15,-4 23-1 16,1 1 2-16,2-1 2 0,0 2-4 16,3 0-1-16,-2 2-2 15,3 1 0-15,-3 0-1 16,1 0 0-16,-1 1 0 16,-1 0 1-16,-4 0-1 0,-1 0 0 15,-2 2 0 1,-1 1 0-16,-3 1-1 0,-1-1 1 15,0 2-1-15,0-1 1 16,-1 0 0-16,1 1 0 16,-1-1 2-16,2-1-3 15,1 0 2-15,-1-3 0 16,1 0 0-16,2 0-1 0,0 0 3 16,0 0-1-16,1-6-1 15,0 0 1-15,-1 0-1 16,0-2-1-16,-2 0 0 15,-1-1 1-15,-3-1 0 16,0 2 0-16,0-2 0 0,-3 0 0 16,-4 2 0-16,2-1 0 15,0 3-1-15,1 1-2 16,2 3 1-16,-1 1-3 16,-1 1-3-16,2 0-6 0,1 3 7 15,0 2 5-15,1 1 1 16,0-1 0-16,0 1-2 15,4-2 0-15,3 0 1 16,3-1 0-16,-1 0 1 16,1-1-1-16,1-2 1 15,0 0 1-15,-1 0 6 0,0 0 7 16,0-2-1-16,0-3-5 16,-3 2-2-16,0-1-2 15,-1 0-2-15,-2 1 0 16,-1 1-1-16,0 2 4 0,0 0-5 15,-2 0-2-15,0 0-1 16,-1 3 2-16,2 5 0 16,-2 1 2-16,1 1 2 15,1 1 0-15,0-1-3 16,-1 0 0-16,2 0 0 16,3 1 1-16,-2-2-2 0,4-1-6 15,1-1-5 1,2-1-2-16,-1-2-16 0,1-1-29 15,-1-3 13-15,1 0-6 16</inkml:trace>
  <inkml:trace contextRef="#ctx0" brushRef="#br0" timeOffset="208006">16256 10043 12 0,'0'0'37'0,"0"0"-8"0,7-31-10 0,-6 22-8 0,-1-1 8 16,0 3 8-16,0 0-4 15,1 3-7-15,0 0-3 16,1 2-6-16,0 0-4 15,0 2-3-15,2 0-1 0,0 2 0 16,0 4 1-16,1 0-1 16,-1 3 0-16,1-1 1 15,-2 1 1-15,1 0-1 16,-1-1 0-16,0-1 1 0,-2-1-1 16,0-2 0-16,1-1-1 15,-2-2-3-15,0-1-2 16,0 0 12-16,0 0-1 15,0-5-3-15,0-2 0 16,3 0-1-16,0-3 1 16,3 2-1-16,-1 0 0 0,3 1-1 15,0 1 0-15,2 0-4 16,-1 2 9-16,1 2-5 16,0 2 1-16,0 0-1 15,0 0 0-15,0 0 0 16,0 7 0-16,-1 1-1 0,-1-1 1 15,-2 1 0-15,0 1 0 16,0 0 0-16,-3-2 0 16,0-2-1-16,-1-2 0 15,0 0 1-15,-2-3 0 16,0 0 1-16,0 0 7 0,0-1-1 16,0-4-5-16,2-2 0 15,-1-1 1-15,2 1 4 16,0-1-3-16,0 2-1 15,0 0 6-15,1 2-1 16,1 1-4-16,-2 1-3 0,2 2-1 16,1 0-1-16,0 0 0 15,-1 6 0-15,2-1-1 16,-1 3-4-16,1 1-10 16,1-1-21-16,1-1-43 15,1-1-15-15</inkml:trace>
  <inkml:trace contextRef="#ctx0" brushRef="#br0" timeOffset="208233.95">16693 9998 104 0,'0'0'5'0,"0"0"31"0,0 0-5 16,0 0-14-16,0 0-8 15,0 0-1-15,0 0-8 16,-28-26-4-16,23 28 9 0,0 3-4 15,1 2 0 1,3 0-1-16,1 0 1 0,0 1-3 16,4-1-1-16,4 0 3 15,4-2-6-15,0-1-11 16,2-2-36-16,0-2-14 16</inkml:trace>
  <inkml:trace contextRef="#ctx0" brushRef="#br0" timeOffset="208909.41">16796 9988 109 0,'0'0'10'0,"0"0"24"16,0 0-19-16,0 0-8 0,8-27-3 15,-6 25 0-15,-1 2 0 16,2 0-2-16,0 0-1 16,0 3 1-16,1 2 1 15,0 3-2-15,0 1 1 16,-1-1-2-16,2 0 1 0,-3 1 0 15,0-2 0-15,0-1 0 16,0-1-1-16,0-4-1 16,-2 1-1-16,0-2 3 15,0 0 1-15,2-2 0 16,-2-4-7-16,1-3-6 16,3 1 1-16,1-2 4 0,0 0 5 15,2 0 1-15,1 2 1 16,2 1 6-16,0 2 5 15,0 2-7-15,0 1-2 16,2 2 0-16,-2 0-2 0,-3 2 1 16,0 4-2-16,0 1 1 15,-3 2 1 1,3-1-2-16,-3 2 1 0,2-2 0 16,-1-1-1-16,1-1-1 15,1-2-8-15,-1-1-3 16,1-3 1-16,2 0 7 0,-1 0 3 15,-1-4 1-15,2-2 0 16,-1-3 5-16,-4 1 2 16,0-1 1-16,-1-1 0 15,-3 1 1-15,0 2-3 16,0-1-2-16,0 2 1 0,-1 1-4 16,-4 3 0-16,1 2-2 15,0 0 1-15,-3 0-1 16,0 8 2-16,2 1-1 15,0-1 0-15,2 3 0 16,3 0 0-16,0-2 0 0,1 1-1 16,8-3 0-16,1 1 2 15,7 0 1-15,-2-4-1 16,5-1-4-16,1-1-21 16,-1-2-16-16,1 0 1 15,0 0 9-15,-1-2 18 0,-1-3 7 16,0-3 1-16,-4 1-21 15</inkml:trace>
  <inkml:trace contextRef="#ctx0" brushRef="#br0" timeOffset="209619.94">17736 9856 88 0,'0'0'78'0,"0"0"-72"0,0 0-11 0,0 0 3 0,-30 9-2 15,19 0 3-15,-1 2 2 16,3 0-1-16,3 1 0 0,3 1 0 16,1-3 1-16,2 0 2 15,1-2-5-15,6-3 0 16,3-1 3-16,0-2 2 15,2-2-1-15,-1 0-1 16,0 0 2-16,-1 0-2 0,0-3 0 16,0-3 0-16,0-2 0 15,-2 1 0-15,1-3 0 16,1 2 0-16,-2-1-1 16,3 1 0-16,-2 3 0 15,1 0 0-15,-1 3 0 16,0 1 0-16,0 1 1 0,-2 0 0 15,0 3 3-15,1 4-2 16,-2 1 0-16,0 2 0 16,-2 0 0-16,0 0-1 15,-3-1 1-15,-1 1-1 16,0-1 1-16,-3-2-13 0,-5-2-21 16,-4-4-42-16</inkml:trace>
  <inkml:trace contextRef="#ctx0" brushRef="#br0" timeOffset="209762.86">17776 9768 101 0,'0'0'-2'0,"0"0"-37"0</inkml:trace>
  <inkml:trace contextRef="#ctx0" brushRef="#br0" timeOffset="210304.84">18434 9775 201 0,'0'0'2'0,"0"0"1"15,0 0-1-15,31 13-1 16,-24-2 0-16,-1 3 0 16,0 2 0-16,-1 3-1 15,2 1 1-15,-3 0 0 16,3-1-1-16,-3-2 1 0,1-2 0 15,-2-4 0-15,-2-2-1 16,0-4 1-16,-1-2-3 16,0-1-4-16,-1-2 1 15,-5 0 6-15,-1 0-9 16,-1-8-18-16,1-3 11 0,0-4-14 16,1-2 25-16,2-3 4 15,4-1 3-15,0-1 12 16,0-1-3-16,7 3-7 15,3 0-2-15,1 3 0 0,0 4 3 16,2 3-1-16,0 2-1 16,0 3 2-16,-1 3-3 15,2 1-1-15,-4 1-2 16,0 0 1-16,-4 5-2 16,-1 3 1-16,-4 0-2 15,-1 2 0-15,0 3 1 0,-8-1 2 16,-3-2-1-16,-3 3-3 15,-1-3-11-15,1-2-22 16,-1-3-17-16</inkml:trace>
  <inkml:trace contextRef="#ctx0" brushRef="#br0" timeOffset="210660.35">18759 9764 85 0,'0'0'9'0,"0"0"-3"0,0 0-4 0,-32 18-1 16,21-8 0-16,1-1 2 16,3 0-2-16,4 1 1 0,3-2 1 15,0-1-1-15,1-1-1 16,8-2 4-16,1-3 0 15,1-1 6-15,1 0 6 16,3 0 3-16,-5-5-7 16,1-2-1-16,-3 1 1 15,-1-2 4-15,-1 0-3 0,-5-2-2 16,-1 3-3-16,0-1-6 16,-1 2-4-16,-8 1-1 15,-1 4-1-15,-2 1-15 16,-2 0-16-16,3 0-33 0,1 1-18 15</inkml:trace>
  <inkml:trace contextRef="#ctx0" brushRef="#br0" timeOffset="211033.99">18933 9774 101 0,'0'0'13'0,"0"0"-1"16,0 0-13-16,0 0 0 0,-32 2 1 15,20 4 2-15,5 4 0 16,1-1-2-16,4 0 0 16,2 1 0-16,0-2-1 15,0-2 1-15,6-2 0 16,3 0 2-16,1-3 4 0,1-1 4 15,-1 0-2-15,1 0 2 16,0-3 5-16,-2-3 5 16,0 0-4-16,-4-2 4 15,-2 1 1-15,-1-2-2 0,-2 0-7 16,0 1-7-16,-5 1-8 16,-2 2 1-16,-4 2-9 15,0 1-15-15,-2 2-15 16,3 0-23-16,0 0-28 15</inkml:trace>
  <inkml:trace contextRef="#ctx0" brushRef="#br0" timeOffset="211373.3">19126 9748 44 0,'0'0'12'0,"0"0"4"16,0 0-6-16,30 13-4 15,-25-6 0-15,0 2-3 0,0 0-1 16,-1 0-2-16,-1-1 1 16,-2 1 1-16,0-4 0 15,0-2 2-15,-1-1 2 16,0-2 6-16,0 0 44 15,0 0-7-15,0-3-31 0,0-4-1 16,-1-3-3-16,0 0-4 16,1-1-1-16,0-3 0 15,0 1-6-15,4 0-4 16,6 0 0-16,2-1-13 16,3 1-41-16,-1-2-74 0</inkml:trace>
  <inkml:trace contextRef="#ctx0" brushRef="#br0" timeOffset="214554.15">15295 10369 66 0,'-6'0'-3'0,"4"0"7"0,-2 0 4 0,2 0-2 16,0 0-1-16,0 0 12 16,-2 0 2-16,1 0 5 15,2 0-2-15,-1 0-2 0,0 0-10 16,2 0-10-16,0 0-7 15,0 0-9-15,2 0 13 16,3 0 1-16,4 0 0 16,1 0 4-16,3 0-4 15,3 0 4-15,5-1-2 0,3-2-3 16,4-2 4-16,5 2 1 16,3-2-1-16,3 0-2 15,5 1 2-15,1-2-1 16,6 3 1-16,1-1-1 15,5 1 0-15,3 0 0 16,5-1 0-16,1 0 0 0,4-1 1 16,2 1-3-16,3-2-2 15,1 1 2-15,2-1-2 16,4 0 5-16,0-1-5 16,2 1 12-16,1-1 1 15,2 3-4-15,-2 0-1 16,1 0-2-16,1 1 0 0,-2 0 0 15,1 2 1-15,3-1 0 16,-2 2-1-16,3 0 0 16,0 0-1-16,-2-2 0 0,0 2 2 15,-2-1 0-15,-3-1 2 16,-1 0 3-16,-3-2-3 16,-1 0-2-16,0 1-1 15,-5-1-2-15,3-1 0 16,-1-1 0-16,-1-2 0 0,-2-1 0 15,-3 1 1-15,-2-2-1 16,-1-1 0-16,-4-1 4 16,0 0 7-16,3-1-3 15,-3 0-4-15,-2 0 1 16,0-1-4-16,-3 1 0 0,-6-1 0 16,-3-1 1-16,-8 0 3 15,-4-3-1-15,-6 1 2 16,-5-3 1-16,-4 0-1 15,-4-3-4-15,-2 0 1 16,-4-1-1-16,-3-1 1 16,-3 1 0-16,-2 0 2 0,-3-1-2 15,0 0-2-15,0 2 2 16,-3 0-2-16,-5-1-1 16,1 0 0-16,-3 0 0 15,0 0 0-15,0-1 0 0,1 2 1 16,-1 0 0-16,0 0 0 15,-1 3-1-15,-2 2 1 16,0 1-3-16,-4 1 2 16,-1 3 1-16,-3 3 3 15,-2 0-9-15,-3 2 5 16,-3 1-1-16,-4 2 1 0,-6 0 1 16,-3 2-1-16,-4 1 2 15,-3 1-2-15,-5 1-2 16,-3 0 0-16,-4 0 3 15,-2 0 0-15,-4 0-1 16,-3 0 1-16,-4 3-1 0,1 0 0 16,-2 1 1-16,0 0-1 15,-5 0 3-15,4 1-3 16,-6-2-4-16,0 2 4 16,-4 0 0-16,-2 1 0 15,-1-1-1-15,-2-1 0 0,-2 4-3 16,-1-1 2-16,-1-2-1 15,1 1-2-15,0 1 3 16,2-1 0-16,-1 0 0 16,1-1-3-16,1 1 4 15,2-1 0-15,-1 2 1 16,1-1 0-16,2 2-2 0,0 0 2 16,2 1 2-16,3-1-2 15,2 2 0-15,2-2-6 16,5 2-4-16,3-3 6 15,4 0 3-15,3-1 1 16,4-2-1-16,4 0 1 0,5-1 1 16,2 0-1-16,3 1 1 15,3 1-1-15,2 3 1 16,1-1-1-16,1 0-1 16,4 1 1-16,3 0-5 0,3 1-2 15,4 0-1-15,3-1 6 16,4 1-1-16,1 2-2 15,0-1-4-15,0 1-3 16,0 2 3-16,1-2 8 16,0-1 2-16,-1 1-2 15,2 0 2-15,0 0-1 0,2 0 0 16,-3 3 1-16,2-1-1 16,1 3 0-16,0 0 0 15,2 1 1-15,0 0-1 16,0 1 0-16,1 0 0 0,3 0-1 15,1-1 1-15,0 1 1 16,2 0-2-16,2 2 1 16,0 0 1-16,1 1-1 15,0-1 0-15,0 2-1 16,0-1 1-16,5-1 0 16,3 0-1-16,1-2 1 0,3 0-1 15,4 0 1-15,1-3 0 16,3-2 0-16,5-1-3 15,4-3-25-15,4-3-24 16,3-6-60-16</inkml:trace>
  <inkml:trace contextRef="#ctx0" brushRef="#br0" timeOffset="-210100.14">18100 10542 103 0,'-1'-5'7'0,"1"1"27"0,0 0-6 0,-2 0-9 16,2 1-2-16,-1 0-6 15,1 2 2-15,0 0-2 16,0 1-3-16,0 0-11 0,0 5-3 16,3 6 1-16,1 1 0 15,2 3 2-15,0 3 1 16,-2 2-3-16,4 0 1 16,-1-1-2-16,0-2-10 15,2 0-22-15,0-6 1 16,0-3-21-16</inkml:trace>
  <inkml:trace contextRef="#ctx0" brushRef="#br0" timeOffset="-209738.2">18125 10532 139 0,'0'0'-10'0,"0"0"22"0,0 0-2 16,5-32-7-16,2 26 1 15,3 2-1-15,0 0 1 16,1 1-1-16,0 3 1 16,-1 0-4-16,3 0 0 15,-2 4 0-15,-1 3 0 0,1 0-1 16,-1 2 0-16,0 0 1 15,-2 0 0-15,-1 0 0 16,-3-1-2-16,-2 1 0 16,-2-1 1-16,0-2-2 15,-4-1 3-15,-6 0 0 0,-6 0 3 16,0-1 0-16,-3 1 2 16,-2-1-18-16,3-1-14 15,0-2-25-15</inkml:trace>
  <inkml:trace contextRef="#ctx0" brushRef="#br0" timeOffset="-209458.26">18419 10510 123 0,'0'0'10'0,"0"0"-4"16,0 0 3-16,0 0-5 16,0 0-5-16,0 0 0 0,0 0-1 15,0 0 2-15,0 0-3 16,6 30 7-16,-6-17-4 16,-2-1 2-16,2 0-1 15,0-1 0-15,0 0-1 16,0-1-7-16,0-4-20 15,3-1-25-15</inkml:trace>
  <inkml:trace contextRef="#ctx0" brushRef="#br0" timeOffset="-209194.65">18308 10498 61 0,'0'0'13'16,"0"0"5"-16,30-9-1 16,-15 5-7-16,4 1-3 15,-2 0-3-15,3 1 0 16,-2 1-3-16,3 1 0 0,-2-2 0 15,-2 2-12-15,-2-2-42 16</inkml:trace>
  <inkml:trace contextRef="#ctx0" brushRef="#br0" timeOffset="-208496.52">18596 10606 127 0,'0'0'9'0,"0"0"6"0,0 0-1 16,0 0 0-16,0 0 2 15,0 0-7-15,0 0-3 16,0 0-3-16,6-26 0 16,-4 19-2-16,-1 2-1 15,0-3 1-15,1 0 0 16,1 1-1-16,-2-2 0 0,-1 1 2 16,1-1-2-16,-1 0 1 15,2 0-1-15,-1 2 3 16,0-1-3-16,2 1 0 15,-2 4 1-15,-1 1-1 16,1 2-1-16,0 0-5 0,1 0-2 16,0 5 0-16,1 3 6 15,0 1 1-15,2 0 0 16,1 0 2-16,0-1-1 16,1-2 0-16,0 0 1 15,1-2-1-15,-1-2 2 16,2 0-2-16,-1-2 2 15,2 0-1-15,0 0 2 0,-3 0-1 16,0-3 0-16,0-1-1 16,-2-2 1-16,-2-1 0 15,-1 0-1-15,-1 1 2 0,0-2-2 16,-1 1 0-16,0 2 2 16,1-1 4-16,-1 2-6 15,0 1 0-15,1 1-1 16,-1 2 0-16,0 0-4 15,1 0-3-15,1 3 3 0,-1 5-3 16,0 1 3-16,1 4 2 16,1-1 2-16,1 4 1 15,-1 0 0-15,3 1-5 16,-2 1-16-16,1 2-21 16,-1 0 6-16,-2-2-44 15</inkml:trace>
  <inkml:trace contextRef="#ctx0" brushRef="#br0" timeOffset="-189929.76">10724 8502 36 0,'0'-2'4'0,"0"0"-3"0,0 0-2 0,0 0 3 0,0-1 4 15,-1 2 4-15,0-2 4 16,0 3-2-16,1-2-2 15,0 2-5-15,-1 0-5 16,1-1-2-16,0 1-7 16,0 0 5-16,0 0 4 0,0 0 0 15,0 0 1-15,0 0-1 16,0 3 0-16,0-1 1 16,0 2 0-16,0 2 0 15,0 2 0-15,0 0-1 16,-2 4 1-16,-2 1-2 0,0 2 1 15,0 5 0-15,-5 1 0 16,2 6-1-16,0 2 0 16,-2 4 2-16,1 4 1 15,0-1 2-15,2 2-4 16,-1-2 2-16,3 2-1 0,0-1 1 16,-1-1-2-16,0 2 0 15,0-1 0-15,1 0 0 16,0 1 0-16,-1-1 0 15,0-1 1-15,-1 2 1 16,1 0 0-16,1 3 1 0,1-3-2 16,2 1 0-16,-1-2 0 15,2 1 1-15,0-1-1 16,0 0-1-16,3-2 1 16,1 1-1-16,-2-3 1 15,-1-1-1-15,1-1 0 16,-2-1 0-16,0-2 0 0,0 0 0 15,0 1-3-15,0 0 6 16,0 1-2-16,0-2-1 16,0-2 0-16,2-1 0 15,3-2 0-15,0-3 0 0,2-2 0 16,-3-2 0-16,2 1 0 16,-2-2 0-16,0-1 0 15,1 2 0-15,-4-1 1 16,1 0-1-16,0 0 0 15,-2 1 0-15,0-2 2 16,0 0-2-16,0 0 0 0,0-2 1 16,0-1-1-16,0-1-1 15,0-1 2-15,2-3-1 16,-1 0 0-16,1-1-1 16,-1-1 1-16,1-2 0 15,2 2 0-15,-1-2 0 0,0 1 1 16,1 0-1-16,-1-2 0 15,3 2 1-15,-2-1-1 16,0 0 0-16,2 1-1 16,0-2 2-16,0 1-1 15,1-1 1-15,-1 0 0 0,2 1 0 16,2 0-1-16,0-2 1 16,2 0 0-16,4 1 0 15,-1-1 0-15,3 0 1 16,1 0-2-16,3-3 2 15,2-1 1-15,3-2-2 0,4-1 0 16,0-1-5-16,1-5-35 16</inkml:trace>
  <inkml:trace contextRef="#ctx0" brushRef="#br0" timeOffset="-187801.88">10778 8485 100 0,'0'-2'7'0,"0"-1"7"0,0 1-3 16,-2 0-1-16,-1 0-3 0,3 0-1 16,0 0 4-16,0-1-1 15,0 0-4-15,1 0-2 16,6-1-3-16,2 0 1 15,2 0-1-15,2 1 0 16,3 0 0-16,-1 2-1 0,4-2 1 16,1 2 0-16,2-1 0 15,3 0 0-15,-1-1 0 16,2-2 0-16,1 1 0 16,1-2-2-16,-1 1 1 15,0-1 1-15,0 2 1 16,-2-2-1-16,-1 2 0 0,-1 1 0 15,0 0 0-15,0 0 0 16,-2 2 0-16,3-2 0 16,-3 3 2-16,1-3-2 15,0 1 0-15,-2 0-2 0,0-1 4 16,-1 2-2-16,-1-1 0 16,0 0 0-16,1-1 0 15,-3 3 0-15,-1-2-2 16,-1 2 4-16,-1 0-4 15,-1 0 2-15,-2 0-1 16,-3 0-1-16,1 0 0 0,-3 2 0 16,1 1 0-16,0-1 1 15,-1 4 1-15,0-2 0 16,0 2-2-16,2-1 0 16,-3 1 1-16,0 0-2 15,-1 2 1-15,-1 1-1 0,0 1 0 16,1-1 2-16,-1 1 2 15,-1 2-1-15,1 1 0 16,0 0 0-16,0 0 0 16,1 1 0-16,-2 1-1 15,-1 1 0-15,2-1-1 16,-2 3 2-16,0 0-1 0,0 0 2 16,0 3-1-16,0-1 0 15,0 3 1-15,-2-3-1 16,2 2 1-16,-1 1-1 15,-2 0 0-15,1-1 0 0,0-1-1 16,0-1 1-16,-1 2-1 16,2-3 0-16,-2 1 2 15,2 0-1-15,1 3 0 16,-2 1 0-16,1 1 1 16,-2 2-1-16,0 1 0 15,2 0 0-15,-1 0 0 0,1 0 1 16,1-3-1-16,0 2 0 15,0-3 0-15,0 3 1 16,0-3-1-16,4 1 1 16,0-1-1-16,-1 2 0 15,1-1 1-15,-1-2-1 0,0 2 0 16,-1-1 0-16,-1-1 0 16,0 1 0-16,-1 0 2 15,2 0-4-15,-2-1 4 16,1 1-1-16,1 0-2 15,-2-1 2-15,0-2-1 16,0 3-1-16,0 0 1 0,0-1 0 16,0 2 0-16,-2 0 0 15,0 1 0-15,-1-1 1 16,1 1-2-16,-1-1 1 16,1 0 0-16,0-2 0 0,1 0 0 15,1-3 1-15,-2 0-2 16,2-4 1-16,-1 2 1 15,1-3-2-15,0 0 2 16,-2-1-2-16,2 0 1 16,-2 2 1-16,1-1-1 0,-1 2 1 15,0-1-1-15,-1 1 1 16,0 0 0-16,1-2 0 16,0-2-1-16,1-2 0 15,-1-1 0-15,2-2 0 16,-2 1 0-16,2-3 0 15,0 1 1-15,0-2-1 0,0 0 0 16,0-2 2-16,0-1-2 16,-1 0 0-16,0-1 0 15,0 2 2-15,-2-1 2 16,-1 1-1-16,0-1-2 16,-2 2-2-16,1 0 4 0,0 1-1 15,-2-1-2-15,0-1 1 16,1 1-1-16,-1-1 0 15,-1 0 2-15,3-2-2 16,0 1 1-16,-2-1 0 0,0 1 0 16,0-2 0-16,1 1 4 15,-2 0 2-15,-1-1-5 16,1 0-1-16,0 2 0 16,1-2 1-16,-2 0 0 15,2 0 2-15,1 0-2 16,-1 0-1-16,-1 0 2 0,1 0-2 15,2 0 3-15,-2 0-1 16,2 0-1-16,-1 0-1 16,2 0 0-16,-2 0 0 15,2 0-1-15,-2 0 0 0,2 0 0 16,0 0 0-16,0 0 0 16,-1-2 2-16,0 2 1 15,3 0 1-15,-3 0-1 16,1 0-1-16,0 0-2 15,-1 0 0-15,1 0 0 0,-1 0 0 16,0 0 0-16,1 0 0 16,0 0 0-16,-1 0 0 15,0 0 0-15,2 2 0 16,-4-1 0-16,3-1 0 16,1 0 1-16,0 1 0 0,1-1 1 15,0 0-1-15,2 0 0 16,-1 0 0-1,1 0 0-15,0 0-2 0,0 1-5 16,0-1-30-16,1 0-7 16,3-3-27-16</inkml:trace>
  <inkml:trace contextRef="#ctx0" brushRef="#br0" timeOffset="-182854.76">12027 12272 33 0,'0'0'2'0,"0"0"1"0,0 0 0 0,0 0-2 0,0 0 3 16,0 0-2-16,0 0 1 16,25 30 3-16,-18-26 0 15,0-1-2-15,-2 1-1 0,4-1-1 16,0-1-1-16,2 0-1 16,-1-1 2-16,2-1 1 15,-1 0 0-15,1 0-2 16,-1 0 1-16,2 0 1 15,1-2 0-15,0-1-2 16,2-2 0-16,-1-2 1 0,3 0 1 16,1-2-1-16,-2 0 0 15,1-4 0-15,3 1 3 16,-1-1-1-16,1-1 1 16,0-1 1-16,0-2-1 0,1-1 1 15,0-2-2-15,-1-1-2 16,3-2-1-16,-3 0-1 15,0 1 1-15,1-1 1 16,0 2-2-16,-1 0 0 16,0 0 0-16,-1 0 1 0,-1-1-1 15,0 1 1-15,-1-1 4 16,-1 1 5-16,0 1-4 16,-2-1-1-16,1 2-2 15,-2-1 2-15,1 2-1 16,0 0-1-16,0 1-2 15,-2 0 1-15,-1 2 0 16,1 1 4-16,-3 1-5 0,0 1 2 16,-1 1-2-16,0 1 0 15,-1 0 0-15,-1 2-1 16,0-2 1-16,1 1-1 16,-4 1 0-16,0-1 2 0,-1 2-2 15,0 1 1-15,0 1-1 16,-2 2 0-16,-1 0 1 15,2 2 0-15,-2 0-1 16,0-1 0-16,0 1 0 16,0 0 1-16,1-1-1 15,-1 1 0-15,0 0 0 0,0 0 0 16,1 1 0-16,-1 0 1 16,0 0-3-16,1 0-8 15,-1 0-26-15,0-2-23 16</inkml:trace>
  <inkml:trace contextRef="#ctx0" brushRef="#br0" timeOffset="-181973.48">12796 11503 82 0,'0'0'6'0,"0"0"5"0,0 0-11 0,0 0-3 16,0 0 3-16,0 0 1 16,0 0 1-16,0 0-1 15,0 0 1-15,0 0 2 16,0 0-1-16,28 16-1 0,-19-14-1 16,1 0 0-16,-1 0 0 15,1-1-1-15,0 0 0 16,-3 0 1-16,2 0-1 15,-1-1 0-15,-1 0 5 16,-1 0-2-16,2 0 0 0,-3 0 1 16,0 0-2-16,-1 0 0 15,0 0-2-15,-1 0 1 16,-2 0-1-16,1 0 1 16,-1 0-1-16,1 0 0 15,-1 0 0-15,1 0 1 0,-2 0-1 16,1 0 0-16,0 0 1 15,1 1-1-15,-2-1 0 16,1 0 1-16,1 0 0 16,-2 0 1-16,0 0 5 15,0 0 1-15,0 0 5 16,0 0-4-16,0 0-2 0,0 0-4 16,0 0-2-16,0 1-1 15,1-1-1-15,-1 0 2 16,2 0-2-16,-1 2 2 15,0-2-1-15,1 1 0 0,-1-1 0 16,1 0 0-16,-2 2-1 16,1-2 1-16,-1 0 0 15,0 0 0-15,0 0 0 16,2 0 0-16,-2 0 1 16,2 0 0-16,-2 0-1 0,0 0 1 15,2 0-1-15,-1 0 0 16,1 0 0-16,-2 0 0 15,0 0 0-15,2 0 0 16,-2 0 0-16,0 0-1 16,0 2-2-16,0 0 0 0,0 2 2 15,0 3 4 1,0 6 1-16,0 4-3 0,0 7 3 16,-2 6 0-16,-1 9-1 15,-3 11 0-15,-2 10 2 16,-5 9-51-16</inkml:trace>
  <inkml:trace contextRef="#ctx0" brushRef="#br0" timeOffset="-164308.77">13906 2454 102 0,'0'0'19'16,"0"0"7"-16,0 0-10 0,0-1-4 0,0-2-7 0,0 2 3 15,0-2-5-15,2 1-1 16,3-1 3-16,-1 0 1 16,1 2-2-16,1-2 1 15,2 1 0-15,-1-1-4 0,2 3 6 16,-1-2-4-16,1 2-1 15,0 0 1-15,-2 0-3 16,1 0 1-16,-1 0-1 16,1 5 0-16,-1 0 1 15,0 0 0-15,-1 3-1 16,0-1 0-16,0 1 0 16,-4 1 0-16,1-1-1 0,-3 1 3 15,0-2-2-15,0 0 0 16,-4-2 2-16,-2 0-1 15,1 1 0-15,-3-2 0 16,3-2 0-16,-2-1-2 0,0 1 1 16,4-2 0-16,-2 0 0 15,3 0 2-15,1 0 0 16,1-4-2-16,0 0-6 16,0-2 4-16,6 0-1 15,1-1 2-15,2-1-2 16,1 1 2-16,1-2 2 0,1 0 1 15,-1 2 0-15,3-2-1 16,-4-1 2-16,0 3-2 16,-2-1 2-16,1 0 0 15,-2 1-1-15,-1-1-2 0,-2 4 1 16,1 0 0 0,-4 2 0-16,1-1 1 0,-2 3 0 15,0-1-1-15,0 1-5 16,0 0 5-16,-3 0-1 15,-2 0 0-15,1 1 0 16,-1 2 0-16,2 2 0 0,-1 0-1 16,1 2 1-16,0-1-1 15,2 1 1-15,1-1-1 16,0-1 1-16,0 0-1 16,0 2 0-16,1-2 1 0,4-2-1 15,0 2-4-15,2-1 3 16,0 0 2-16,3-2-2 15,0 3 6-15,0-2-2 16,1-1-23-16,-1-2-87 16</inkml:trace>
  <inkml:trace contextRef="#ctx0" brushRef="#br0" timeOffset="-164131.93">14311 2463 262 0,'0'0'5'0,"0"0"3"0,0 0-11 0,0 0 3 16,0 0-4-16,0 0 6 15,0 0 0-15,2 41 1 16,-2-22-2-16,-1-1-16 16,-1 0-139-16</inkml:trace>
  <inkml:trace contextRef="#ctx0" brushRef="#br0" timeOffset="-163127.93">15339 2394 149 0,'0'0'3'0,"0"0"-3"0,0 0 2 0,0 0-2 15,0 0 4-15,0 0-2 16,0 0-2-16,33-15 6 15,-26 14 3-15,1-1 0 16,1 2-3-16,1 0-3 0,-1 0 0 16,0 0-1-16,0 3-1 15,-2 2 1-15,0 2-1 16,-3 1-2-16,0-1 2 16,-1 3-1-16,-3-2-1 15,0 2 0-15,0-3 0 0,0 1-2 16,-3-3-1-16,-1 1 0 15,1-2 1-15,0-1-2 16,2-1 2-16,1-1-3 16,0-1-10-16,0 0 9 15,0 0 11-15,3-1-3 16,3-4-1-16,-1 0 0 0,2 0 1 16,0-2-1-16,-1 0 0 15,1-1 1-15,-1 0 3 16,-1 0-3-16,-1-2 1 15,1 3 1-15,-3-1-1 0,0 1 3 16,-1-1 6-16,0 3-3 16,1-1 3-16,-2 1 5 15,0 1 1-15,0 0-3 16,0 2-4-16,0 0-1 16,0 2-5-16,0 0-1 0,0 0-3 15,-1 0-1-15,-1 6 1 16,1 0-2-16,1 2 1 15,-1 0 0-15,1 0 0 16,0 0 1-16,0 1-1 16,2-1 0-16,3 1 0 0,-1 0 1 15,4-2-2-15,-1 1-3 16,3-1-12-16,-2-2-33 16,2-2-17-16</inkml:trace>
  <inkml:trace contextRef="#ctx0" brushRef="#br0" timeOffset="-162764.15">15659 2437 95 0,'0'0'28'16,"0"0"3"-16,0 0-9 0,0 0-9 0,0 0-4 16,32-18-1-16,-27 18-3 0,2 0-2 15,1 0 0-15,-1 0-2 16,0 0 0-16,-1 2 1 15,-2 4-2-15,1-1 0 16,-4 3-3-16,-1 1-7 16,0-1-25-16,0 2 15 0,-7 0-3 15,-2-2 0-15,-2 1 12 16,0-2 9-16,1-1 0 16,0-1 4-16,2-2 1 15,2 0-1-15,2-1 3 0,1-1 5 16,3-1 14-16,0 0 23 15,0 0-8-15,6-2-27 16,1-2-1-16,7-1-3 16,2 0-1-16,4 0-5 15,5 1 0-15,2 1-1 16,3-1-1-16,2-2-71 0</inkml:trace>
  <inkml:trace contextRef="#ctx0" brushRef="#br0" timeOffset="-161697.83">16766 2259 101 0,'0'0'13'0,"0"0"2"0,0 0 2 0,0 0-1 0,0 0-10 15,0 0-6-15,0 0-1 16,0 0 1-16,0 0 1 16,0 0-2-16,0 0 0 0,0 0 1 15,0 28 0-15,3-23-1 16,0 0-1-16,2 1 2 15,2-4 3-15,-1 1 6 16,3-1 0-16,1-1-1 16,-1-1 2-16,2 0-6 0,0 0-1 15,-1 0-1-15,1-3 0 16,0-1 1-16,-2-2 3 16,0 0-1-16,0-1 2 15,-2-1-2-15,0 1 0 0,-2-1-1 16,0 2 0-16,-3-1 0 15,0 3 2-15,-2 0-2 16,0 2-1-16,0-1 5 16,0 3-8-16,0 0 2 15,0 0-2-15,0 0 0 16,-3 0-1-16,0 5-2 0,2 0 2 16,-1 2-2-16,2 2 2 15,0 0-1-15,0 2 2 16,0 0-1-16,0 1 1 15,0 1 0-15,0 0 0 16,0-1 0-16,0 0-1 0,-1-2 1 16,1 1 0-16,-4-3 0 15,3-1-1-15,-1-2 0 16,-2 1 1-16,-2-2 2 16,0-1-1-16,0 0 1 15,-4-1 0-15,0-2 4 16,-3 2-3-16,-3-2-3 0,0 3 0 15,-1-3-2-15,0 0-81 16</inkml:trace>
  <inkml:trace contextRef="#ctx0" brushRef="#br0" timeOffset="-160594.02">13795 2853 91 0,'-2'0'19'0,"1"0"1"0,1 0-3 16,0 0-3-16,0 0-7 16,0 0-5-16,0 0-2 15,0 0-9-15,2 2 10 16,4-2 5-16,2 0 0 0,5 0-5 16,0 0-1-16,1 0 2 15,3 0 1-15,4 0-3 16,0 0-1-16,3 0-1 15,3 0 0-15,4-3 2 16,3 1 5-16,3-1 0 16,3 2-1-16,2-2-1 15,3 0-2-15,4 1-1 0,1-4 2 16,2 1-4-16,2 0 2 16,2-1 5-16,2-1 0 15,2 0 3-15,3 0-1 16,5-1-1-16,1 2-3 0,1-1-2 15,1 1 0-15,2-1 1 16,1 3-2-16,2 0-2 16,3-1 2-16,1 1 2 15,3 0-2-15,0 0 0 16,2-1 0-16,0 3 1 0,1-4 2 16,1 3-1-16,1-2 1 15,-2 1 0-15,2-1 4 16,-2 2-3-16,1 0-1 15,0 0 1-15,-3 2-3 16,0 0 1-16,-3 1-2 16,-6-2 0-16,0 2 1 0,-5 0-2 15,-3-3 2-15,-3 2 0 16,-4-1 2-16,-5-1 2 16,-5 1-2-16,-7-2-2 15,-3 1 0-15,-9 0-1 16,-6-1-15-16,-8-4-65 0</inkml:trace>
  <inkml:trace contextRef="#ctx0" brushRef="#br0" timeOffset="-159519.36">14681 2262 92 0,'0'0'16'0,"0"0"-1"0,0 0 9 0,0 0-4 0,0 0-9 16,0 0 7-16,0 0 1 0,0 0-10 15,0 0-5-15,0 0-6 16,0 0-2-16,0 0 4 16,0 0 1-16,0 0-1 15,-9 21 1-15,8-4-2 16,1 3 1-16,0 1 0 0,0 3 0 15,0 2 0-15,0 3-1 16,1 1 1-16,0 1-1 16,0 3 1-16,1 0 0 15,-1 1-3-15,-1 1 2 16,0-1-1-16,0 0 0 0,0 2 2 16,-2 1-1-16,-2 3 1 15,2-1 0-15,-5 2 0 16,3 1 2-16,-2 2 0 15,1 2 0-15,-2 1-1 16,-3 3 1-16,0 1-1 0,0 2 0 16,0-2-1-16,2-3 0 15,2-1 1-15,2-3-1 16,1-1 1-16,3-2 0 16,0-1 1-16,0 2 1 15,0 1-2-15,0 1 2 0,0 3-2 16,-1-2 1-16,-1 2-1 15,-3-2 0-15,2 0 0 16,1-4 0-16,-1-3-1 16,2-2 1-16,1 1 0 15,0-4 2-15,0-1 3 0,0 1-2 16,1 0-2-16,2-1 1 16,0 2-1-16,-3 1-2 15,0-1 2-15,0-2 0 16,0-2-1-16,0 0 2 15,-1-5-1-15,-2-2-1 0,1-4 1 16,1-2 0-16,-1-3 0 16,2 0-1-16,0-2-2 15,1-6-8-15,7-6-27 16,2-3-103-16</inkml:trace>
  <inkml:trace contextRef="#ctx0" brushRef="#br0" timeOffset="-158702.03">16146 2160 136 0,'2'-3'3'0,"-2"3"-3"0,0 0 0 15,0 0-1-15,0 1-4 16,0 7 7-16,-2 1 4 0,-2 4-2 16,-1 4-2-16,0 4-1 15,-2 7 0-15,0 3 0 16,1 5 0-16,-3 4 2 15,1 2 0-15,2 4 0 16,1 2-1-16,3 2 1 0,-1 2 4 16,3 1 0-16,0 5 2 15,0 3 1-15,0 0-2 16,0 3-2-16,0 4-2 16,0 2 2-16,0 1-2 15,0-1-1-15,0 1-1 16,0 0 1-16,0-1 0 0,0-4 1 15,0-2 5-15,-1 0 0 16,-2-2 3-16,-2-3-3 16,0-1-5-16,-2-1-2 15,0-1 1-15,0-2-2 16,0-3 0-16,0-1-1 0,1-4 1 16,2-3-1-16,1-5 1 15,1-2-1-15,1-3 0 16,1-1 1-16,0-4-3 15,-1-5-24-15,-1-12-100 16</inkml:trace>
  <inkml:trace contextRef="#ctx0" brushRef="#br0" timeOffset="-155741.45">13862 3058 62 0,'0'0'11'0,"0"0"-2"0,0 0-3 0,0 0 1 15,0 0-2-15,0 0 14 16,0 0 2-16,0 0 9 0,0 0-7 15,0 0 1-15,0 0-12 16,0 0-9-16,-20-31 1 16,27 28-2-16,0-1-1 15,2 1-2-15,2 0 3 16,-1 3-1-16,0 0 0 16,0 0-1-16,-3 6 0 0,-2 1-2 15,-2 3 0-15,-1 1-5 16,-2 2-5-16,0-1 4 15,-3 1 9-15,-3 0-1 16,-2-1 0-16,1-2 1 16,1 0-1-16,-1-2 0 0,0-1 1 15,0-1-1-15,4-1 0 16,-1 0 0-16,1-3 1 16,0 1-1-16,2-1 0 15,1-1 0-15,0-1 2 16,0 0-2-16,0 0-2 0,4 0 8 15,2-4-9-15,2 0 7 16,2-1-2-16,0 0 3 16,0 1-2-16,1-1 3 15,1 1-1-15,0 1-3 16,-1 1-2-16,0 1 2 16,-1-2-2-16,-2-1-18 0,-1-1-136 15</inkml:trace>
  <inkml:trace contextRef="#ctx0" brushRef="#br0" timeOffset="-155559.5">14114 3071 306 0,'0'0'0'0,"0"0"2"0,0 0-11 0,0 0 7 0,0 0-17 0,0 0-54 16,0 0-29-16</inkml:trace>
  <inkml:trace contextRef="#ctx0" brushRef="#br0" timeOffset="-155129.66">14270 2983 191 0,'0'0'11'16,"0"0"26"-16,0 0-14 15,0 0-9-15,0 0-12 0,0 0-4 16,0 0 2-16,0 0 0 15,-22 16-1-15,20-8 1 16,-3 1-1-16,5 0 1 16,0 0 1-16,0-3-1 15,0 1-1-15,5-1-1 0,1-1 1 16,4 0-1-16,0-1 0 16,3-1 2-16,-2-1 1 15,0-1 0-15,-1 2 0 16,-3-1 0-16,0 0 0 15,-3 1 1-15,1 0-2 16,-4-1 1-16,0 3 0 0,-1-1 0 16,0 1-3-16,-5 1 6 15,-4 0-6-15,-4 1 3 16,0 2-7-16,-1-3-35 16,-2-3-49-16</inkml:trace>
  <inkml:trace contextRef="#ctx0" brushRef="#br0" timeOffset="-154987.02">14290 3000 140 0,'0'0'99'16,"0"0"-96"-16,47-31-3 16,-24 21 0-16,3 0-11 15,2 0-134-15</inkml:trace>
  <inkml:trace contextRef="#ctx0" brushRef="#br0" timeOffset="-154268.78">15118 2938 137 0,'0'0'-4'16,"0"0"4"-16,0 0 4 15,37-10 7-15,-25 6 6 16,1 1-4-16,0 0-5 16,1 1-1-16,-2 2-2 0,-2 0-3 15,-1 0-1-15,-2 2-1 16,-4 3 1-16,-1 1-2 15,-2 2 2-15,0 1 1 16,-3 0 0-16,-5 0 0 0,1 0-2 16,0 0 0-16,-1-2 0 15,2-2 1-15,4 0-1 16,0-3 1-16,2-1-1 16,0-1 0-16,2 0-2 15,6 0 2-15,2 0-2 16,1 0 6-16,2 0-2 0,1 0-2 15,-2 0 4-15,0 0-1 16,-2 0 0-16,-2 0-2 16,-1 5-1-16,-1 0 1 15,-2 3 0-15,-1-1 0 16,-3-1 0-16,0 1-1 0,-3-1 2 16,-4 0 0-16,-1-1-1 15,-4 0 4-15,1-2-3 16,-3-1 8-16,0-1-6 15,0-1 1-15,1 0-2 16,1 0 0-16,3 0-1 0,0 0 0 16,4-1-1-16,2-2 1 15,3 0-2-15,0-3-14 16,4 1-95-16</inkml:trace>
  <inkml:trace contextRef="#ctx0" brushRef="#br0" timeOffset="-154096.27">15381 2993 297 0,'0'0'6'0,"0"0"8"0,0 0 1 0,0 0-12 0,0 0-1 0,0 0-3 15,0 0-15-15,0 0-45 16,0 0-28-16</inkml:trace>
  <inkml:trace contextRef="#ctx0" brushRef="#br0" timeOffset="-152902.02">15705 2936 103 0,'0'0'23'0,"0"0"13"0,0 0-5 0,0 0-9 15,0 0-3-15,0 0-10 16,0 0-3-16,0 0-6 16,0 0 1-16,0 0 0 0,-29-16 0 15,18 16-4-15,-3 4 3 16,1 2 1-16,-2 2-2 16,1 1 1-16,1 0 1 15,-1 4-1-15,4-3 0 16,2 3 0-16,3-3 0 0,4 0 0 15,1 0 0-15,0-2-1 16,7-3-1-16,3 0 2 16,5-2-4-16,2-3 8 15,3 0-6-15,2 0 5 0,0-4-1 16,-1-3-1-16,0-1 0 16,-3-2 3-16,-3 1 4 15,-3 0 0-15,-3-3 6 16,-3 1 3-16,-4 0 1 15,-2 1-2-15,0-1-4 16,-5 1-9-16,-7 4-5 16,-5 2-3-16,-3 4-8 0,-4 0-16 15,1 0-19-15,3 3-100 16</inkml:trace>
  <inkml:trace contextRef="#ctx0" brushRef="#br0" timeOffset="-152195.85">16652 2936 142 0,'0'0'11'0,"0"0"1"0,0 0-3 0,0 0-4 0,0 0 9 16,0 0 4-16,0 0-10 16,0 0-4-16,0 0-1 15,31-22-1-15,-28 18 1 16,1 0-3-16,-1 1 1 0,-1-2 1 15,0 2 5-15,0-2 2 16,-1 1 0-16,1 0 0 16,-2 0-2-16,1 0-1 15,-1 2-4-15,0 0-1 16,0 2-1-16,0-2 0 0,1 2 0 16,-1 0-1-16,0 0-1 15,0 0-1-15,0 2 5 16,0 4 0-16,-1 1-2 15,-2 0 0-15,1 1 1 16,0 1-2-16,1 0 2 16,0-1-1-16,1 1 0 0,0-1 0 15,0-1 1-15,0 1-2 16,0 0 1-16,1 0 1 16,1 0-1-16,0 1 0 15,-1-2 0-15,1 1-1 0,-2-2-5 16,0 1-10-1,0 1-10-15,0-1-8 0,-3-2-35 16</inkml:trace>
  <inkml:trace contextRef="#ctx0" brushRef="#br0" timeOffset="-151980.72">16616 3072 52 0,'0'0'73'0,"0"0"-48"0,0 0-2 16,0 0-11-16,0 0 7 0,0 0-9 16,0 0 0-16,0 0-10 15,0 0 11-15,38-7-4 16,-22 5 0-16,3 0-4 16,1 1-1-16,3-1-2 15,-1 1-10-15,1-3-114 16</inkml:trace>
  <inkml:trace contextRef="#ctx0" brushRef="#br0" timeOffset="-148866.29">13868 3600 66 0,'-4'0'22'0,"2"0"0"0,-1 0 1 16,1 0-7-16,1-2 6 0,0 1-11 15,0-1-7-15,-1 1 0 16,2-1-1-16,0 0 2 16,0 0-1-16,0 1 2 15,0-1 3-15,0-1 5 16,2 0-13-16,3 1 2 0,4-2-6 16,1 1 7-16,2 1-3 15,-1 1 0-15,-1 1-1 16,0 0 0-16,-3 0 1 15,-1 1-1-15,-2 4-1 16,-3 2 0-16,-1 1-5 0,0 2 3 16,-5-1 2-16,-3 0 6 15,-1 1-3-15,-1-1-2 16,-1-1 1-16,2-1-1 16,1-1 1-16,5 1 0 15,-1-4-1-15,4 2 0 0,0-3-5 16,0-1 0-16,7-1 3 15,2 0 6-15,2 0-5 16,1 1 4-16,1 0-3 16,1 2 0-16,0-1 1 15,-1 4 1-15,-3 0-2 0,-2 2 0 16,-3-2 1-16,-2 1-1 16,-3 1 1-16,0-1-2 15,-3 0 0-15,-6-1 10 16,-1 1-7-16,-3-1 2 15,-2-2 0-15,1-1 2 16,1 0 2-16,2-3-1 16,2 0-1-16,1 0 2 0,1 0-1 15,4 0-3-15,-1-3 0 16,3-3-4-16,1 0-2 16,0-4-15-16,8-3-33 15,3 0-127-15</inkml:trace>
  <inkml:trace contextRef="#ctx0" brushRef="#br0" timeOffset="-148687.46">14122 3639 302 0,'0'0'11'0,"0"0"7"0,0 0-10 16,0 0-3-16,0 0-5 15,0 0-6-15,0 0-14 0,0 0-26 16,0 0-61-16</inkml:trace>
  <inkml:trace contextRef="#ctx0" brushRef="#br0" timeOffset="-148183.12">14238 3600 100 0,'0'0'10'16,"0"0"-4"-16,0 0 11 16,0 0 5-16,0 0-2 15,0 0 3-15,0 0-7 16,0 0-5-16,0-10-10 0,0 10-1 15,0 0-2-15,0 6 2 16,0 3 4-16,-2 2-3 16,-3 3 1-16,1-1-2 15,0 0 0-15,-1 0 0 16,3-4 1-16,2-1-1 0,0-3 0 16,0 0 2-16,0-2-2 15,1-1 1-15,5 1 1 16,1-3 2-16,1 1 4 15,4-1-1-15,1 0 1 16,0 0-6-16,1 0 1 16,-1 2 0-16,-1-2-1 15,0 2-2-15,-5 1 1 0,0 0 0 16,-3 1 0-16,-2-1 0 16,-2 2 1-16,0 0 0 15,-4 0 2-15,-5 0-2 16,-3 2-1-16,-2 0-2 0,-1 0 2 15,0 0-1-15,-1-2-7 16,2 0-46-16,2-5-103 16</inkml:trace>
  <inkml:trace contextRef="#ctx0" brushRef="#br0" timeOffset="-148054.43">14317 3610 270 0,'0'0'1'0,"48"-28"-2"0,-14 15-1 0,0-4-67 16</inkml:trace>
  <inkml:trace contextRef="#ctx0" brushRef="#br0" timeOffset="-147584.42">15220 3599 83 0,'0'0'46'16,"0"0"-38"-16,-33 0 15 15,25-1 7-15,2-2-5 16,1 0 5-16,2 0-5 0,3 0-9 16,0-1-8-16,2 2-8 15,7-1-2-15,1-1 4 16,3 3 1-16,1-1-3 16,0 2 2-16,-1 0-2 0,-2 5 2 15,-4 5-5-15,-2 0 2 16,-3 3-4-16,-2 2 1 15,0 1-1-15,-6-1 4 16,-1-1 3-16,0-1 2 16,0-3-4-16,0-2 1 15,3 0 0-15,2-5-1 0,1 1 2 16,1-2 0-16,0-2-5 16,5 1-2-16,7-1 2 15,5 0 4-15,4 0 3 16,4-1-6-16,3-4-40 0,2-2-135 15</inkml:trace>
  <inkml:trace contextRef="#ctx0" brushRef="#br0" timeOffset="-147448.91">15547 3674 203 0,'0'0'87'15,"0"0"-73"-15,0 0 6 16,0 0-17-16,0 0-13 15,0 0-22-15,0 0-38 16</inkml:trace>
  <inkml:trace contextRef="#ctx0" brushRef="#br0" timeOffset="-147040.67">15696 3560 270 0,'0'0'7'0,"0"0"-6"15,0 0-2-15,0 0 1 16,0 0 1-16,0 0 0 0,0 32-1 16,-1-19 1-16,1-1-2 15,0-1 2-15,0 0-1 16,1-2-1-16,6-1 1 15,3-4-1-15,1-1-3 16,2-3-2-16,3 0 0 0,0-2-8 16,1-5 3-16,-1-2 8 15,-2-1 4-15,-3-2-2 16,0 4 7-16,-2-1 5 16,-5 3 8-16,-1 1-3 15,-2 2 5-15,1 3-2 16,-2 0-8-16,0 0-14 0,0 7-1 15,0 3 7-15,0 4-2 16,1 4-8-16,2 1-16 16,1 2-26-16,3-1-81 15</inkml:trace>
  <inkml:trace contextRef="#ctx0" brushRef="#br0" timeOffset="-146396.47">16720 3536 69 0,'0'0'148'0,"0"0"-139"0,0 0 6 0,0 0-7 16,0 0-6-16,0 0-3 15,0 0-2-15,0 0 4 16,-35 21-1-16,25-10 0 15,0 1 0-15,5 0 0 16,-1 1 0-16,3-2-1 16,3-1 2-16,0-3-1 0,3-1-3 15,5-4 0-15,2 0 2 16,0-2 2-16,4 0 5 16,0-3-3-16,0-4 0 15,0-2 8-15,0 1-2 16,-4-2 8-16,0-1 4 0,-3-1 0 15,-2 1-6-15,-3 1-6 16,-2 0 5-16,0 3-5 16,-11 3-9-16,-7 4-4 15,-5 0-30-15,-7 0-15 16,-4 0-104-16</inkml:trace>
  <inkml:trace contextRef="#ctx0" brushRef="#br0" timeOffset="-145506.27">13827 4210 81 0,'0'0'3'0,"0"0"1"0,0 0 0 0,0 0 10 16,0 0-11-16,0 0-3 0,0 0 1 16,0 0 0-16,0 0 7 15,0 0 11-15,0 0 2 16,0 0-3-16,0 0 7 15,-12-25 2-15,12 23 0 16,-1 0-8-16,1 2-2 16,0 0-5-16,0 0-12 0,-2 2-6 15,-1 10 9-15,-1 2-1 16,1 3-1-16,-2 4-2 16,1-1 1-16,1 1 1 15,1-2-1-15,1-3 1 16,1-4-1-16,0-1 0 0,2-2 0 15,3-4 0-15,3-2-2 16,0-3 0-16,3 0 0 16,0 0 2-16,1 0-1 15,0-5-3-15,1-1-14 16,1-3-24-16,-4 1-29 16,0-2 2-16</inkml:trace>
  <inkml:trace contextRef="#ctx0" brushRef="#br0" timeOffset="-145306.46">13884 4277 162 0,'0'0'14'16,"0"0"-7"-16,0 0 6 15,-8 40 4-15,8-25-5 16,0 2-5-16,0 2-3 0,0 3-3 15,0 0-1-15,0 0-6 16,1-1-27-16,0-6-120 16</inkml:trace>
  <inkml:trace contextRef="#ctx0" brushRef="#br0" timeOffset="-145157">13996 4358 315 0,'0'0'-12'0,"0"0"20"0,0 0-4 16,0 0-9-16,0 0-30 15,0-30-67-15</inkml:trace>
  <inkml:trace contextRef="#ctx0" brushRef="#br0" timeOffset="-144760.9">14158 4193 236 0,'0'0'-1'15,"0"0"5"-15,0 0-7 16,0 0 2-16,0 0 2 0,-10 28-2 16,8-13 2-16,1-2-1 15,1 0 1-15,0-1 0 16,3 1-1-16,4-3 1 16,3 0 2-16,1-2 3 15,-1 1-2-15,2-3 1 0,-1 1 0 16,-2-2-2-16,-1 1-1 15,-4-4 0-15,-1 3-1 16,-3 0 3-16,0 1-1 16,-10 3 0-16,-4 1-3 15,-2 1-3-15,-3-1-26 0,1-2-34 16,3-3-32-16</inkml:trace>
  <inkml:trace contextRef="#ctx0" brushRef="#br0" timeOffset="-144645.16">14204 4267 206 0,'0'0'7'16,"52"-45"8"-16,-20 26-7 15,3-1-5-15,3 3-3 16,1 0-39-16</inkml:trace>
  <inkml:trace contextRef="#ctx0" brushRef="#br0" timeOffset="-144159.6">15180 4173 2 0,'0'0'226'0,"0"0"-223"0,0 0 2 16,0 0 6-16,0 0-3 15,0 0 3-15,0 0 6 16,0 0 3-16,-18-18-3 16,18 13-3-16,0 2-11 15,7-2-3-15,3 1 0 0,0 0 1 16,4 2-1-16,0 2 1 15,-1 0-1-15,-1 0 0 16,0 3-1-16,-4 6-3 0,-1 2-8 16,-7 5-4-1,0 2 3-15,0 2 5 0,-10 0 1 16,-1 2 0-16,0-3 6 16,1-3 1-16,0-3 0 15,3-2 1-15,4-3-1 16,1-3 1-16,2-1-1 0,0-3 0 15,4-1-4-15,7 0 7 16,6 0 2-16,3 0-2 16,4-6-2-16,2-1-5 15,1-3-113-15</inkml:trace>
  <inkml:trace contextRef="#ctx0" brushRef="#br0" timeOffset="-144024.8">15534 4249 240 0,'0'0'55'16,"0"0"-57"-16,0 0-14 15,0 0 0-15,0 0-87 16</inkml:trace>
  <inkml:trace contextRef="#ctx0" brushRef="#br0" timeOffset="-143591.17">15793 4091 224 0,'0'0'19'0,"0"0"-10"16,0 0 3-16,0 0-6 15,0 0-2-15,-30-17-7 16,12 17 6-16,-1 0-2 15,-1 7 0-15,3-1 1 0,1 2-2 16,4 1 0-16,2-1 1 16,2 0-1-16,4 1 0 15,4 0 0-15,0 0 0 16,5-1-1-16,7 2 0 16,4 0 1-16,1 1 1 15,4 1 0-15,-1-1 0 0,-4-1-1 16,0 3 1-16,-6-4-1 15,-4 2 0-15,-2-1 0 16,-4-2 1-16,0-2-2 16,-5-2 1-16,-2-1 5 15,0-3-1-15,1 0 5 0,2 0 5 16,1-6 9-16,3-4-7 16,0-3-8-16,6-1-5 15,11-4-6-15,6-1-5 16,6-3-32-16,7-2-74 15</inkml:trace>
  <inkml:trace contextRef="#ctx0" brushRef="#br0" timeOffset="-142351.56">16664 4112 78 0,'0'0'74'0,"0"0"-28"0,0 0-32 0,0 0 1 16,0 0 0-16,0 0-2 16,2 0 0-16,4 0-11 15,-4-1-1-15,4-3 0 0,-2 1-1 16,2-1 2-16,-2-1-1 15,2 0 1-15,-2-1-1 16,-1-1 1-16,2 1 1 16,-3 0-1-16,1 0-1 0,-1 0 1 15,-1 2-2-15,1 1 0 16,-2 0 0-16,0 2 0 16,0 0-3-16,0 1-1 15,0 0 0-15,0 1-1 16,0 4 8-16,0 4-3 15,0 0 1-15,-2 0-1 0,2 4 0 16,0 1 1-16,0 0-1 16,0 2 0-16,0 0 0 15,0 0 0-15,0 1 1 16,0-2-1-16,2 0-1 0,-2-1-1 16,0-2-19-16,-2 1-14 15,-4-4-27-15,-1 0-21 16</inkml:trace>
  <inkml:trace contextRef="#ctx0" brushRef="#br0" timeOffset="-142196.23">16662 4266 170 0,'0'0'29'16,"0"0"9"-16,0 0-20 16,0 0-14-16,0 0-6 15,35-9 4-15,-14 6 1 16,5 2-3-16,5 0 2 0,2-1-4 15,0 1-44-15,-1-4-116 16</inkml:trace>
  <inkml:trace contextRef="#ctx0" brushRef="#br0" timeOffset="-141278.31">14436 4467 82 0,'0'0'28'0,"0"0"-27"0,0 0 0 15,0 0 0-15,29-24-1 0,-22 20-1 16,-2 1 1-16,-1 0 1 16,-1 1 2-16,-3 0 18 15,1 2 17-15,-1-2-8 16,0 2-10-16,0 0-13 15,0 0-5-15,1 0-5 0,0 0-1 16,1 0 2-16,0 0-1 16,1 1-1-16,-2 2 2 15,0 0 2-15,1 3 0 16,-1-2 0-16,1 4 0 16,0-1 0-16,-2 4 2 15,1 1-1-15,-1 3-1 0,2 3 2 16,-2 0-2-16,0 2 1 15,0 3-1-15,0 2 1 16,0 1 2-16,-3 2 0 16,1 1 0-16,1 3 0 15,-1 0 0-15,0-1-2 16,1 4 1-16,0-2 0 0,0-1 3 16,-1 0 1-16,0-2-2 15,1 1 5-15,-1-2-5 16,0 0-1-16,1 0-2 0,-4-1 0 15,2 0-1-15,0-1 0 16,2-2 1-16,-1-4-2 16,2-2 0-16,0-4-4 15,3-7-33-15,6-8-87 16</inkml:trace>
  <inkml:trace contextRef="#ctx0" brushRef="#br0" timeOffset="-140446.11">15983 4251 88 0,'0'0'3'0,"0"0"21"0,0 0-4 0,0 0-5 0,0 0-8 15,0 0-1-15,0 0-2 16,0 0 3-16,0 0 4 16,0 0 6-16,0 0 3 0,0 0-8 15,0 0-6-15,0 0-6 16,-18-12 0-16,15 20 2 15,0 5-1-15,-1 6 3 16,-1 4-2-16,1 6 1 16,-2 6-1-16,-2 5 0 15,0 6 1-15,0 2 2 0,-5 5-2 16,3 1-1-16,-2 3 0 16,1-1 1-16,-1-1-1 15,2-1-2-15,-3-3 0 16,-2-3 0-16,0 0 0 15,-4-5-2-15,-3-5-22 0,-1-8-85 16</inkml:trace>
  <inkml:trace contextRef="#ctx0" brushRef="#br0" timeOffset="-139431.59">13879 4903 188 0,'0'0'3'0,"0"0"-3"0,0 0 1 15,0 0 6-15,0 0 0 0,0 0 11 16,0 0 5-16,0 0-5 15,0 0-8-15,0 0-3 16,0 0-4-16,0 0-6 16,0 0 3-16,5 14-2 15,-10 3 3-15,2 3-1 0,-1-1 0 16,2 0 0-16,2-1 0 16,0-3 1-16,0-3-1 15,6-1 0-15,-2-4 0 16,2-1 0-16,2-2-1 15,1-4 2-15,-2 0-1 16,4 0 1-16,-1-3 0 0,0-4 0 16,1-1 2-16,-1 0-2 15,-2-2 1-15,-2 1 0 16,-3 0 2-16,-2 1 2 16,-1 2 1-16,0 3 4 15,-5 1-5-15,-7 2-3 0,0 1-8 16,-3 7 2-16,-1 2-4 15,2 2-9-15,2 0-16 16,4-2-52-16,1-4-40 16</inkml:trace>
  <inkml:trace contextRef="#ctx0" brushRef="#br0" timeOffset="-139270.98">14020 4984 378 0,'0'0'9'0,"0"0"4"0,0 0-10 0,0 0-4 0,0 0-12 15,0 0-42-15,0 0 5 16,0 0-44-16</inkml:trace>
  <inkml:trace contextRef="#ctx0" brushRef="#br0" timeOffset="-139035.17">14118 4918 294 0,'0'0'5'0,"0"0"6"16,0 0-5-16,0 0-2 16,0 0-1-16,0 0 0 15,30-3 1-15,-23 12-4 16,0 2 2-16,0 3-2 0,0 0 1 15,-5 2 0-15,-1 0-2 16,-1 3 0-16,-3 2-1 16,-9-1-22-16,0-4-42 15,-2-3-79-15</inkml:trace>
  <inkml:trace contextRef="#ctx0" brushRef="#br0" timeOffset="-138900.87">14243 4901 268 0,'0'0'0'0,"43"-34"2"16,-15 20-2-16,6-3 0 15,2 0-1-15,2 0-126 16</inkml:trace>
  <inkml:trace contextRef="#ctx0" brushRef="#br0" timeOffset="-138309.37">15130 4792 168 0,'0'0'6'0,"0"0"6"15,0 0 2-15,-32 1-2 16,27-1-8-16,-3 0-3 15,2 0 1-15,2 0 8 16,1 0 4-16,3 0-4 16,0 0-2-16,0 0-10 15,3-1 4-15,6 0-1 0,1-1-2 16,3-1 1-16,1 3 0 16,-1 0 1-16,0 0-2 15,-2 0 4-15,-1 3-3 16,-3 3 0-16,-3 3-2 15,-4 3-17-15,0 1-1 0,-3 0 11 16,-6 0 9-16,-3 2 0 16,0-2 1-16,2-3 1 15,-2 0 0-15,4-3 4 16,2-1 0-16,2-4-1 16,2 1 1-16,2-2 1 0,0 0-1 15,2-1 1-15,6 0-2 16,4 0 3-16,4 0-3 15,5-3-5-15,2-2 2 16,-1-2-20-16,0-1-112 16</inkml:trace>
  <inkml:trace contextRef="#ctx0" brushRef="#br0" timeOffset="-138145.42">15309 4847 298 0,'0'0'17'0,"0"0"-12"0,0 0-1 0,0 0-4 0,0 0-11 15,0 0-26-15,0 0-23 16,0 0-86-16</inkml:trace>
  <inkml:trace contextRef="#ctx0" brushRef="#br0" timeOffset="-137854.34">15444 4783 315 0,'0'0'-10'0,"0"0"12"16,0 0-3-16,0 0 0 15,0 0 1-15,0 0 1 0,0 0 0 16,0 0-1-16,22 23 0 15,-13-15 0-15,-1 3 1 16,0-2-1-16,0 1 0 16,0 0 0-16,-5-1 1 15,2 0-1-15,-3-1 0 16,-2 0 0-16,0-1 0 0,-4 1-1 16,-6 0-3-16,-4-1-21 15,-2 1-32-15,-2-4-80 16</inkml:trace>
  <inkml:trace contextRef="#ctx0" brushRef="#br0" timeOffset="-137725.16">15528 4754 255 0,'0'0'-6'0,"53"-38"6"15,-15 18 0-15,5 1-24 0,1 0-63 16</inkml:trace>
  <inkml:trace contextRef="#ctx0" brushRef="#br0" timeOffset="-137115.17">16712 4733 16 0,'0'0'29'0,"0"0"0"0,0 0-7 0,0 0-6 0,0 0-9 16,0 0-6-16,0 0-4 16,0 0-11-16,0 0-18 15,0 0-23-15</inkml:trace>
  <inkml:trace contextRef="#ctx0" brushRef="#br0" timeOffset="-136229.05">16720 4725 83 0,'0'0'3'0,"0"0"13"16,0 0-2-16,0 0-3 16,0 0 6-16,0 0 4 15,0 0 0-15,0 0-7 16,0 0-9-16,-12-5-4 15,8 5-1-15,0 0 2 16,-2 0-4-16,1 3 2 0,-2-1 0 16,-1 4 2-16,0-1-4 15,0 2 4-15,0 1-1 16,-1-1-1-16,0 4 0 16,1-1 0-16,2 0 0 0,-2 0 0 15,3-1 0-15,0-1 0 16,3 1 0-16,0-2 0 15,1 1 0-15,0-1 0 16,1 1 0-16,0-1-1 16,0 0 1-16,2-1-2 0,2 2 4 15,1-4-2-15,0 2 0 16,0-1 2-16,0-1-1 16,3 0 0-16,-2-2 1 15,1-1-2-15,0 0 1 16,2-1 0-16,-1 0 1 15,0 0-3-15,1 0 2 0,-1-2 4 16,0-1-1-16,0-1 0 16,1-1-1-16,0 1-2 15,-3-2-1-15,1 2 1 16,0-1 0-16,-2-2 0 16,1 3 1-16,-2-2 9 0,2 1 0 15,0-3-5-15,-1 1 1 16,1-1-2-16,-1 1-1 15,1-2 0-15,-3 0-2 16,-1 1 1-16,0-2 1 16,-1 2 1-16,-1-1-1 0,0 0 2 15,0 0 0-15,0 0-2 16,-5 2 0-16,-1-3-3 16,-2 4-4-16,-5 0-1 15,-7 0-19-15,-5 1-45 16</inkml:trace>
  <inkml:trace contextRef="#ctx0" brushRef="#br0" timeOffset="-128799.64">17319 2178 97 0,'0'0'5'0,"0"0"9"0,0 0 2 0,0 0 1 0,0 0 6 16,0 0-2-16,0 0 3 16,0 0-2-16,0 0-8 15,0 0-2-15,0 0-3 0,-17-20-4 16,17 20-5-16,0 0-2 15,0 0-4 1,0 0 7-16,1 0 1 0,2 4-1 16,0 2-1-16,1-1 0 15,-1 1 0-15,1 2-1 16,-2 0 1-16,0 1 0 16,1 0 1-16,2 2-2 0,-4 1 1 15,1 0-2-15,0 2 2 16,2-1 2-16,-3 1-4 15,0 1 4-15,0 1-4 16,3 0 4-16,-1 2-2 0,-1-1 0 16,0 0 0-16,1-1 0 15,1 1 0-15,-1 0 0 16,3 2 0-16,-3-1 0 16,-1 4 0-16,1-1 0 15,-1 2 0-15,-1 0 0 0,-1 1 0 16,0 1 0-16,2-1 0 15,-2 1 0-15,0 1 0 16,1-1 0-16,0 3 1 16,1 2-1-16,-1-1 0 0,2 3 0 15,-1 2 0 1,-1 0 0-16,1 1 0 0,0-1 0 16,-1 2 0-16,2-1 0 15,-2 0 1-15,-1-1-1 16,1 1 0-16,0 0 0 15,2-3 0-15,-2 2 1 16,3-1-1-16,-2 2 0 0,0 1 0 16,1 3 0-16,0 0 0 15,-2 2 1-15,1 0-1 16,-1-1 0-16,1 3 0 16,1-2-1-16,-2 0 2 0,3-1-1 15,-1-1 0-15,0-2 0 16,0 1 1-16,-1 0-1 15,0-2 0-15,0 3 0 16,0 0 0-16,-2 2 0 16,0-1 0-16,0 1 1 15,0-1-1-15,-2-1 0 0,-2 1 0 16,1-1 0-16,-3 0 1 16,2 0-1-16,-2-1 0 15,1 2 1-15,3-4-1 16,-3 1 0-16,3-1 0 15,0-1 1-15,1-1-1 0,1-2 0 16,-2 0 0-16,1-1 0 16,1 2 1-16,0 1 0 15,0 1-1-15,0-1 0 16,0 1 0-16,0-3 0 16,0 0 1-16,0-3-1 0,0-3 2 15,0 2-2-15,0-4 0 16,0 0 1-16,0-1-1 15,0-1 1-15,0-2-1 16,0-1 1-16,0-1 0 0,0-1-1 16,0 0 1-16,0-2 0 15,0-1-1-15,0-2 0 16,0-1 0-16,0-2 0 16,-2-1 1-16,1 0-1 15,-1-1 0-15,1-1 2 16,-3-1-2-16,2 0 0 0,-1 0 0 15,-1 2 0-15,-1-1 0 16,1 0-18 0,-3-5-6-16,-1-1-216 0</inkml:trace>
  <inkml:trace contextRef="#ctx0" brushRef="#br0" timeOffset="-124900.89">13780 5541 113 0,'-6'0'0'0,"2"0"2"0,-1 0-2 0,2-2-1 0,1-1 3 16,-3 1 1-16,2-1 2 16,1 0 10-16,-3 1 4 0,2 0-10 15,1-1-4-15,2 3-2 16,-2-2-3-16,2 2-4 16,0-1-29-16,0 0 18 15,0 1 13-15,3-2 2 16,1 1 1-16,3 0 4 0,1-1 5 15,2 2 2-15,2-2-3 16,3 0-5-16,4 1-1 16,1-1-2-16,4-1 1 15,3 1-3-15,3-1 2 16,2 1 1-16,3 1-4 0,2-2 4 16,0 1-1-16,4-1 2 15,1-1 3-15,1 1-1 16,4 0-2-16,1-1 0 15,3 0-2-15,2 0 0 16,2 1 1-16,1-1-1 0,0 1 1 16,3 0-2-16,2 3 3 15,1-2 2-15,0 0 3 16,1 0 4-16,3-2-6 16,2 1 0-16,2-1-4 15,0-2 0-15,4 4-2 16,0-3 0-16,1 4 0 0,-2 1 0 15,-1 0 0-15,1 0-2 16,-1 0 2-16,-1 0 1 16,3 0-4-16,2 0 6 15,-1-1-2-15,-2-4 0 16,3-2 3-16,1-2-1 0,0-3 3 16,1-2 10-16,-1 0-4 15,0 1-1-15,-4 0-3 16,-3 0-5-16,-4 6 0 15,-6 0-3-15,-5 4 2 16,-6 3 0-16,-4 0-3 0,-4 0-12 16,-7 7-9-16,-6 0-27 15,-9-2-35-15,-8-4-33 16</inkml:trace>
  <inkml:trace contextRef="#ctx0" brushRef="#br0" timeOffset="-123819.39">13358 2140 166 0,'-4'0'0'0,"-1"3"1"0,2 2-1 16,-2 2-1-16,2 3 3 0,-3 3 0 16,2 2-2-16,-1 3-2 15,-1 5 4-15,0 3-5 16,1 4 3-16,-4 2 0 15,3 5 1-15,1 3-1 16,-2 3 0-16,4 5 0 0,-2 5 2 16,3 6-4-16,0 6 2 15,2 6 0-15,0 3-1 16,0 4 1-16,0 1 0 16,1 7 0-16,3 2 0 15,2 4 1-15,2 2 1 0,0 5-1 16,1 4-1-16,0 1 2 15,1 2-1-15,0 1 1 16,-1 2 0-16,2 1 0 16,-2 1 2-16,-1 1-1 0,-1-1 1 15,-2 0 3-15,0-1 3 16,-1-7 1-16,-3-1 7 16,0-7-5-16,-1-5-6 15,0-7 1-15,0-9-4 16,-2-6-2-16,-3-7 1 15,-1-8-2-15,-2-12-9 16,-2-14-75-16</inkml:trace>
  <inkml:trace contextRef="#ctx0" brushRef="#br0" timeOffset="-122823.24">13375 2227 171 0,'0'0'-18'0,"0"0"26"16,0 0-3-16,0 0-3 0,0 0-4 16,0 0-1-16,-16-32-7 15,16 23-4-15,0 1-9 16,0-2-3-16,0 2-12 0,0 1 21 15,-1 1 21-15,-1 2 13 16,2 1 9-16,0 1 4 16,0 0-7-16,0 2-10 15,0 0-32-15,4 0 25 16,5 0-6-16,1 0-2 0,4 0 3 16,3 0-2-16,4 2 1 15,3 0-3-15,4-2 3 16,4 2 0-16,1-2-1 15,6 0 1-15,1 0 1 16,4 0-2-16,3 0 1 0,5 0 0 16,2 0 3-16,6 0-2 15,2 0-4-15,2 0-3 16,5 0-4-16,3 0 5 16,1-4-1-16,1 2 5 15,2-4-1-15,2 1 1 0,0 0 1 16,0-1 0-16,3-1 0 15,1 2 3-15,-2-1-1 16,4 2 4-16,0-1-8 16,0 4 5-16,-1 1-1 15,0 0-1-15,0 0-2 16,-2 0-3-16,-3 1-1 0,1-1 2 16,-1 0 2-16,-3 0 0 15,2 0 1-15,0-2 1 16,-1-4-1-16,1-1 0 15,-2-2 0-15,-2 0-1 16,-2-1 1-16,-2 0-2 0,-2 0 4 16,-3 0 0-16,-5 1 10 15,-2-1 0-15,-2 1-1 16,-3-1-3-16,-2 2-4 16,-2 0-1-16,1 1-2 15,0-1-1-15,-4 0 1 16,-3 3 0-16,-2-2-1 0,-3 2 1 15,-7 1-9-15,-4-2-38 16</inkml:trace>
  <inkml:trace contextRef="#ctx0" brushRef="#br0" timeOffset="-120031.23">17346 6089 130 0,'0'0'4'0,"0"0"1"0,0 0-3 16,0 0-2-16,0 0 0 16,0 0 0-16,0 0-1 0,0 0 2 15,0 0 2-15,0 0 0 16,0 0 0-16,0 0 0 15,0 0 1-15,0 0-4 16,2-29 0-16,3 25 1 16,3-1 2-16,-1 0-1 15,3 0-2-15,-2 0 2 0,1 2 3 16,-1 0-2-16,-1 2 3 16,0 1 1-16,-1 0-1 15,-1 0-3-15,1 4 0 16,-2 3-1-16,2 1 1 15,-2 1-2-15,1-2-1 0,-1 1 1 16,0-1 0-16,2-2-1 16,-1 0 0-16,0-1 0 15,3-3 5-15,2 0-3 16,-3-1-1-16,1 0 3 16,2-1-1-16,0-6 0 0,0 1-1 15,-2-2 0-15,1-1-1 16,-2 2 1-16,-1-4-1 15,-1 3 1-15,-1-1-1 16,-2 0 2-16,0 4-2 16,-1-2 0-16,-1 4 1 15,1 1 1-15,-1 1 0 0,0 1-3 16,0 0-3-16,0 1-3 16,0 5 4-16,0 3 0 15,0-1 5-15,1 2-2 16,0 2 0-16,1 1 0 0,-1 0-1 15,1 1 0-15,0 0 0 16,0 1 0-16,-2 0 0 16,0-2 0-16,0 0-2 15,0-1 0-15,-5 1 2 16,-2-3 2-16,-2-1 1 16,-1-2-2-16,-2 0 4 0,-1-2-1 15,0-1 1-15,-4-1-1 16,3 0-1-16,0 0 2 15,1-3 2-15,2 2-5 16,1-2-2-16,2 0 0 16,2 0-3-16,0-2-15 0,6-6-55 15,0-2-107-15</inkml:trace>
  <inkml:trace contextRef="#ctx0" brushRef="#br0" timeOffset="-119667.14">17879 6056 171 0,'0'0'14'0,"0"0"7"0,0 0 5 16,0 0-10-16,0 0-2 16,0 0-7-16,0 0-1 15,0 0-1-15,0 0-1 0,0 0 1 16,34 0-3-1,-24 0-2-15,3 0 1 0,0 0-1 16,-1 0-4-16,-4 0-20 16,0 1-35-16,-3 1-33 15</inkml:trace>
  <inkml:trace contextRef="#ctx0" brushRef="#br0" timeOffset="-119521.27">17927 6140 183 0,'0'0'33'0,"0"0"-27"16,0 0-5-16,0 0 2 16,0 0 5-16,0 0-1 15,0 0-1-15,41 5-8 16,-24-10-119-16</inkml:trace>
  <inkml:trace contextRef="#ctx0" brushRef="#br0" timeOffset="-118852.47">18308 5952 153 0,'0'0'4'16,"0"0"9"-16,0 0 7 0,0 0 16 15,0 0-10-15,0 0-6 16,0 0-9-16,0 0-10 16,-2-12-3-16,2 18 2 15,-1 3 0-15,1 1-1 16,0 2 0-16,0 1 1 16,0-2-2-16,0-1 0 0,0-1 0 15,5 0-1-15,-1-2 2 16,3-2 1-16,1 0-1 15,0-2 0-15,2-1 4 16,0-1-3-16,1-1 3 16,0 0-6-16,-1-1 6 15,0-4-2-15,-2 0 1 0,0 0-1 16,-3-1 0-16,0-1 1 16,-3 2 0-16,-1 0-1 15,0 0 1-15,0 2 0 16,-1 3-1-16,0 0 0 0,0 0-2 15,4 0-6-15,-3 3 3 16,2 2 4-16,2 2 0 16,2 0 0-16,1-1-1 15,2 0 0-15,1-1 0 16,2-3 0-16,2 0-1 0,1-2 1 16,0 0 2-16,1 0 4 15,0-5-3-15,-2-2 3 16,-2-1 4-16,-1-1 3 15,-3-2 3-15,-1 1 1 16,-4-1-3-16,-1-1 2 16,-3 2-4-16,0 2-2 0,0 1-4 15,0 0-5-15,-5 3-4 16,-1 2-4-16,0 2-6 16,-2 0-15-16,0 5-11 15,3 0-20-15,-1 0-78 16</inkml:trace>
  <inkml:trace contextRef="#ctx0" brushRef="#br0" timeOffset="-118665.46">18789 5963 304 0,'0'0'16'0,"0"0"-16"0,0 0-1 0,0 0 1 15,0 0-3-15,0 0 2 16,20 38-2-16,-19-24 4 0,0 1-8 16,-1 1-40-16,0 1-42 15</inkml:trace>
  <inkml:trace contextRef="#ctx0" brushRef="#br0" timeOffset="-118059.54">19034 5883 192 0,'0'0'9'0,"0"0"14"0,0 0-4 16,0 0-5-16,35-23-4 16,-23 22-6-16,1 1 0 15,-1 0-3-15,0 0 0 16,0 6 0-16,-1 2-1 16,-1 3 1-16,-1 1 0 15,-4 0-3-15,-1 2 1 0,-4-1-2 16,0-1-3-16,0 0-8 15,-3-3 7-15,-3-2 7 16,2-2 2-16,-2-2 1 16,2-1 0-16,0-2 3 0,3 0 3 15,1 0 1-15,0-7-10 16,0 1 0-16,2-3 1 16,3-2 3-16,1-1 0 15,0-1-3-15,-1 1 0 16,1-1 0-16,-2 2 0 15,0 1 0-15,-1 0-1 0,-1 5 1 16,-1-1-1-16,2 4 2 16,-3 0 3-16,0 1-1 15,0 1-3-15,1 0-5 16,-1 4 2-16,1 5 2 16,1 1 1-16,1 3-1 0,1 0 1 15,0 3-1-15,3-2-1 16,3 2 1-16,-2-2-1 15,4-1-8-15,0-2-28 16,2-2-52-16,2-4-36 16</inkml:trace>
  <inkml:trace contextRef="#ctx0" brushRef="#br0" timeOffset="-117882.42">19396 5960 176 0,'0'0'38'0,"0"0"12"0,0 0-21 0,0 0-9 15,0 0-17-15,0 0-7 16,0 0 1-16,0 0 4 16,0 0 1-16,8 35 4 15,-6-19-5-15,-2 0-1 0,0 0-13 16,0 0-35-16,0-5-58 16</inkml:trace>
  <inkml:trace contextRef="#ctx0" brushRef="#br0" timeOffset="-117597.91">19675 5891 255 0,'0'0'1'0,"0"0"-2"16,0 0 5-16,0 0-4 16,31-6 9-16,-16 1-6 15,2-1 3-15,4 3-4 0,2-2-1 16,1 1 4-16,1 1-4 16,0-1 1-16,0 2-1 15,-2 0-5-15,-2-1-31 16,-4-1-95-16</inkml:trace>
  <inkml:trace contextRef="#ctx0" brushRef="#br0" timeOffset="-117348.06">19904 5793 324 0,'0'0'2'15,"0"0"-12"-15,0 0 11 16,0 0-1-16,0 0 0 16,-8 32 1-16,4-21 0 0,3 4-1 15,0-1 1-15,1 1-3 16,0-1 0-16,0 0 1 16,4-1-2-16,4-3-4 15,3-2-12-15,0-4-35 16,2-4-92-16</inkml:trace>
  <inkml:trace contextRef="#ctx0" brushRef="#br0" timeOffset="-116804.81">20152 5771 281 0,'0'0'-7'0,"0"0"11"16,0 0-2-16,0 0-3 16,0 0 2-16,0 0 1 0,0 0-1 15,0 0-1-15,-14 6-1 16,13 2 0-16,-3 2 0 16,4 0-1-16,0 0-1 15,0-2 3-15,0 0-4 16,4-1 1-16,1-1 0 0,2-4 2 15,1 0-4-15,1-2 3 16,0 0 2-16,1 0 4 16,-1-2-6-16,-1-3 7 15,1 0-3-15,-2 0-1 16,-1 0 0-16,-2 2 0 0,-1 1 4 16,-1 1-2-16,-1 1 1 15,1 0-4-15,1 0-1 16,1 2 1-16,0 4 0 15,2-2 0-15,2 1-1 16,-2-1 1-16,2 0 0 0,1-3 2 16,0-1 8-16,0 0 9 15,2-1 3-15,-1-4-5 16,-2-4-3-16,0 1 3 16,-2-2 2-16,0-2-1 15,-2 1-5-15,-2-1-9 0,-1 1-1 16,-1 3-5-16,0 1-9 15,0 2-26-15,0 2-20 16,0 3-42-16</inkml:trace>
  <inkml:trace contextRef="#ctx0" brushRef="#br0" timeOffset="-116452.21">20509 5826 336 0,'0'0'-9'0,"0"0"6"0,0 0 2 0,0 0 2 15,0 0 1-15,0 0-2 16,30-5 0-16,-25 4 1 16,-2 1-3-16,2 0 1 0,0 0 1 15,-1 3 0-15,-1 2-2 16,-1 3-2-16,-2 0-8 15,0 0 0-15,-2 1-4 16,-4 1 3-16,-4-1 14 16,1-1 2-16,0 0-1 0,0-2-2 15,4-2 4-15,1 0-2 16,3-3 0-16,1 2-3 16,0-3-1-16,8 0 8 15,3 0 3-15,5 0-5 16,2 0 0-16,4-1-6 15,1-5-63-15,-2-3-167 16</inkml:trace>
  <inkml:trace contextRef="#ctx0" brushRef="#br0" timeOffset="-115966.27">20771 5726 301 0,'0'0'0'16,"0"0"-4"-16,0 0-1 16,0 0 6-16,0 0 0 0,31-14-3 15,-24 14-1-15,-3 0 0 16,-1 5 2-16,1 2 0 16,-1 3 1-16,-1 0-1 15,-1 1 0-15,0-1-3 16,1 2-5-16,-2-4-6 0,0 0 6 15,0-4 5-15,0 0 1 16,1-3 2-16,0-1-2 16,1 0 1-16,2 0 14 15,-1-5-3-15,2-2-5 16,1-1 0-16,-2-2 0 16,2-2-1-16,-2 1 8 0,2-1 0 15,-3-1-6-15,1 3 2 16,-1 0 0-16,-1 1 1 15,0 2 5-15,-1 3-3 16,-1 2 1-16,0 1 1 0,1 1-9 16,-1 0-6-16,1 5-1 15,-1 2 4-15,3 5 1 16,-1 1 0-16,1 1 1 16,2 1-5-16,0 0-6 15,2 0-18-15,-3-3-12 16,4-1-25-16,0-3-54 15</inkml:trace>
  <inkml:trace contextRef="#ctx0" brushRef="#br0" timeOffset="-115619.8">21007 5791 149 0,'0'0'13'0,"0"0"29"0,0 0-18 0,28-20-11 15,-20 16-5-15,2 2-5 16,-2 2-1-16,1 0 0 15,-1 0-1-15,-1 0 0 0,-1 2-2 16,0 5 1-16,-4-1-9 16,-2 2-10-16,0 1 9 15,0-1 1-15,-1 2 0 16,-6-2 10-16,0-1 1 16,0-1 6-16,-1 0-4 15,1-2 5-15,2-1 0 0,0-1-3 16,4 0 2-16,-1-2-2 15,2 2-3-15,0-2 2 16,0 0 1-16,6 0 5 16,4 0 14-16,3 0-7 15,7 0-10-15,5 0-4 0,5-2-4 16,8 1 1-16,6 0-1 16,6-4-32-16,5 0-70 15</inkml:trace>
  <inkml:trace contextRef="#ctx0" brushRef="#br0" timeOffset="-114507.37">17909 6058 96 0,'2'0'37'0,"1"0"-40"0,0 0 2 0,0 0 5 16,1 0-3-16,1-2 1 15,-1 1 1-15,4-1 5 16,-3 1 2-16,3-1 0 16,2 1-3-16,0-2-4 15,1 3-2-15,-1 0 0 0,1 0-2 16,-2 0-36-16,-1 0-35 16</inkml:trace>
  <inkml:trace contextRef="#ctx0" brushRef="#br0" timeOffset="-114345.54">17952 6168 146 0,'0'0'71'16,"0"0"-80"-16,0 0 5 15,0 0 2-15,40 0 3 16,-21-3-67-16</inkml:trace>
  <inkml:trace contextRef="#ctx0" brushRef="#br0" timeOffset="-108784.71">18435 5782 64 0,'0'0'14'0,"0"0"4"0,0 0-6 0,0 0 0 0,0 0 0 15,0 0 3-15,0 0 9 16,0 0-4-16,0 0-3 16,0 0-1-16,0 0-6 15,0 0-6-15,0 0-3 16,0 0-3-16,0 0-4 0,0 0 3 15,0 0 4-15,0 1 1 16,0 1-2-16,0 0 0 16,0 1 1-16,0 0-1 15,0 1 0-15,2-1 2 0,-1-1-2 16,2 2 0-16,1-2-2 16,-1 0 2-16,-1-2 2 15,1 0-1-15,1 0 5 16,0 0 7-16,2-3 4 15,4-5-5-15,2-2-6 16,5-2-5-16,4-5 0 0,2-3-1 16,6-4-1-16,2-6-22 15,0-5-95-15</inkml:trace>
  <inkml:trace contextRef="#ctx0" brushRef="#br0" timeOffset="-107916.29">20002 5641 51 0,'0'2'12'0,"0"-2"8"0,0 2-9 15,0-1-3-15,2-1-4 16,0 0-1-16,1 0 10 15,2 0 4-15,2-5 2 0,3-4-3 16,5-3-4-16,4-3-7 16,2-5-5-16,5-6-53 15</inkml:trace>
  <inkml:trace contextRef="#ctx0" brushRef="#br0" timeOffset="-106741.21">18511 6231 87 0,'1'0'26'16,"0"0"-15"-16,-1-3-3 0,0 3-7 0,0 0-1 15,0 0-3-15,0 0-1 16,-3 0 1-16,-1 0 2 15,-2 0 2-15,2 2 0 0,-3 2 2 16,0-2-2-16,2 1 0 16,-2-1 2-16,2 2 3 15,2-1 2-15,0-2-1 16,2 1-2-16,1 1-5 16,0-3-4-16,0 0-15 15,0 0-26-15</inkml:trace>
  <inkml:trace contextRef="#ctx0" brushRef="#br0" timeOffset="-106377.31">18020 6429 168 0,'0'0'8'0,"0"0"-7"0,0 0 4 16,0 0 9-16,33-10-4 0,-23 6-4 15,2 0-4-15,0 1-1 16,1 0 0-16,2-1-6 16,-3 0-65-16</inkml:trace>
  <inkml:trace contextRef="#ctx0" brushRef="#br0" timeOffset="-106235.08">18134 6498 264 0,'0'0'0'0,"0"0"-22"16,0 0 18-16,27 6-5 15,-11-7-88-15</inkml:trace>
  <inkml:trace contextRef="#ctx0" brushRef="#br0" timeOffset="-105794.24">18469 6332 266 0,'0'0'9'0,"0"0"-2"0,0 0 3 15,0 0-7-15,0 0-1 16,0 0-2-16,0 0 0 16,-21 31 0-16,15-18 0 15,3 2 0-15,1-2 0 16,2-1-2-16,0 0 0 0,0-4-5 16,4 0-1-16,4-1-2 15,1-4-2-15,0-3-1 16,1 0 2-16,0 0 7 15,1-3 4-15,0-4-1 16,-1-2 2-16,0 1-1 0,-2-3 8 16,-3 1 3-16,0 0 0 15,-2 0 2-15,-2 0-1 16,-1 1-1-16,0 0 2 16,0 1 0-16,-4 2-3 15,-1 1-4-15,-1 2-6 16,-1 2-1-16,-2 1 4 0,0 0-7 15,1 0-8-15,-3 5-4 16,4 3-7-16,0 1-11 16,1-3-39-16,2 0-51 15</inkml:trace>
  <inkml:trace contextRef="#ctx0" brushRef="#br0" timeOffset="-105507.77">18661 6378 266 0,'0'0'9'0,"0"0"11"0,0 0-2 16,0 0-9-16,0 0-8 15,0 0-1-15,0 0-6 0,0 0-23 16,0 0-19-16,0 0-55 16</inkml:trace>
  <inkml:trace contextRef="#ctx0" brushRef="#br0" timeOffset="-105231.67">18824 6292 89 0,'0'0'-15'0,"0"0"8"15,0 0-8-15,0 0-37 16</inkml:trace>
  <inkml:trace contextRef="#ctx0" brushRef="#br0" timeOffset="-104825.49">18824 6292 14 0,'-40'5'49'16,"35"-4"-16"-16,3 0-5 16,-3-1-12-16,4 1-8 15,1-1-8-15,-1 1-1 16,1 0-1-16,0-1-3 16,0 0 4-16,0 0 4 0,2 0 7 15,3 0 4-15,-1-4 2 16,2 1-2-16,0-1 1 15,0 0-3-15,1 1-1 16,-1 0-2-16,1 0-3 0,0 1-3 16,0 0-2-16,0 1 0 15,0 1 1-15,-2 0 0 16,1 0 2-16,-3 1-2 16,-1 4-2-16,0 4 0 15,-2 0 0-15,0 4 0 16,-4 0 2-16,-3 1-1 0,-1 1-1 15,-2-1 1-15,0-2 0 16,0-2 0-16,1-2 0 16,1-1 2-16,3-2 0 15,2-3-1-15,1 0 2 16,2-1 6-16,0-1 0 0,0 0-5 16,7 0-3-16,4 0 3 15,2-3-2-15,6-1-2 16,1 1-1-16,2-1-3 15,1 0-33-15,0-2-55 16</inkml:trace>
  <inkml:trace contextRef="#ctx0" brushRef="#br0" timeOffset="-104249.28">19156 6322 196 0,'0'0'-18'0,"0"0"20"0,0 0 1 16,0 0 0-16,0 0 0 15,0 0 3-15,0 0 9 0,0 0 6 16,0 0 0-16,0 0-11 16,-15-30-8-16,20 27-2 15,0 0-2-15,4-1 4 16,1 1-2-16,1 2 0 15,0 0-2-15,-1 1-3 16,0 0-2-16,-2 2 4 0,0 5-1 16,-2 1 0-16,-2 0-1 15,-1 2-7-15,-3 0 0 16,0 0-9-16,0-2-3 16,0 0-7-16,-1-2 18 0,-2-2 12 15,0-2 2-15,1-2 6 16,0 0 22-16,2 0 2 15,0-2-5-15,0-3-19 16,0-3-4-16,0 0-2 16,2 0-2-16,2-2 3 15,1-1-6-15,1 0 8 0,-1 0-4 16,0 2 1-16,0-1 1 16,-2 3 0-16,0 1 2 15,-1 3 0-15,0 1-1 16,-2 2 0-16,0 0 0 15,0 0-2-15,0 0-1 0,0 2 1 16,0 4 2-16,1 1-1 16,1 2-1-16,3 0-1 15,-1 0 0-15,4 0 1 16,3 0-1-16,-1-2-3 16,3-3-34-16,3-2-80 0</inkml:trace>
  <inkml:trace contextRef="#ctx0" brushRef="#br0" timeOffset="-104056.4">19508 6264 264 0,'0'0'38'0,"0"0"-28"0,0 0-11 0,0 0 1 15,0 0 0-15,0 0 1 16,4 33 0-16,-4-16-1 0,0-1-2 15,0 4-20-15,0-3-18 16,1-1-42-16,-1-4-40 16</inkml:trace>
  <inkml:trace contextRef="#ctx0" brushRef="#br0" timeOffset="-103757.72">19720 6277 176 0,'0'0'9'0,"0"0"14"15,0 0-2-15,41-11-5 16,-24 6-6-16,3 0-3 16,1 0-3-16,0 2-2 15,0-1-2-15,-2 2-12 16,-3 1-32-16,-2-1-28 0,-7-1-18 16</inkml:trace>
  <inkml:trace contextRef="#ctx0" brushRef="#br0" timeOffset="-103573.09">19829 6210 226 0,'0'0'31'0,"0"0"-11"16,0 0-14-16,0 0-5 16,0 0 0-16,-23 34 0 0,19-20 1 15,3 4-4 1,1-2 2-16,0 2-8 0,1-3-27 15,6-3-35-15,3-1-33 16</inkml:trace>
  <inkml:trace contextRef="#ctx0" brushRef="#br0" timeOffset="-103209.84">20112 6198 264 0,'0'0'8'0,"0"0"-1"16,0 0-6-16,0 0-1 15,0 0 0-15,-25 26 1 16,18-12-1-16,3-1 0 16,3 0 0-16,1-1 0 15,0-3-4-15,2-2-5 0,5-1-1 16,2-2 1-16,1-4 2 15,3 0 4-15,-1 0 2 16,-1-5 1-16,-1-1 4 16,-1-3 7-16,-1 0 3 15,-3-2 0-15,-2 0 4 0,-2 1-5 16,-1-1-6-16,0 2-2 16,-3 1-2-16,-4 4-4 15,-2 3-7-15,0 1-7 16,0 0-24-16,-1 5-25 15,2 1-23-15</inkml:trace>
  <inkml:trace contextRef="#ctx0" brushRef="#br0" timeOffset="-103039.7">20261 6241 340 0,'0'0'11'0,"0"0"-8"16,0 0-6-16,0 0 1 16,0 0-21-16,0 0-36 0,29-24-92 15</inkml:trace>
  <inkml:trace contextRef="#ctx0" brushRef="#br0" timeOffset="-102646.04">20437 6198 249 0,'0'0'0'16,"0"0"15"-16,0 0-1 15,0 0 1-15,0 0-3 16,0 0-5-16,0 0 2 15,0 0 1-15,-7-28-5 16,7 27-5-16,7 1-1 16,-3 0 0-16,3 0-6 0,-2 1-5 15,0 6-4-15,-3-1 1 16,-1 4 5-16,-1 0 2 16,0 0 3-16,-4 0 5 15,-2-2 0-15,-1 0 0 0,0-2 3 16,2-2 7-16,1-2 6 15,3-1 0-15,1 1-10 16,0-2-5-16,11 0-4 16,3 0 2-16,5 0 0 15,5 0-8-15,1 0-18 16,1-3-77-16</inkml:trace>
  <inkml:trace contextRef="#ctx0" brushRef="#br0" timeOffset="-102169.39">20819 6145 231 0,'0'0'-19'16,"0"0"24"-16,0 0 2 15,32-25 1-15,-22 22-1 0,0 0-4 16,-3 3-2-16,0 0 0 15,-3 0-1-15,0 4 3 16,-1 5-1-16,-2 0-1 16,0 3 1-16,-1-1-1 15,0 2-3-15,0-2-8 16,0-1-4-16,0-3-4 0,-2-2-3 16,1-2 9-16,1-1 8 15,-1-2 8-15,1 0 10 16,0-2 8-16,0-3-2 15,1-5-14-15,3 2-7 0,2-2 2 16,0-1-2-16,-1-1-1 16,0 2 1-16,0 0 1 15,-2 2 3-15,-1 1 9 16,0 1 8-16,-2 2 2 16,2 1-6-16,-2 1-11 0,0 2-2 15,0 0-3-15,0 0-3 16,0 5 2-16,2 2 2 15,0 3 0-15,3 1-4 16,0 1-16-16,2-1-22 16,1-1-33-16,1-5-49 15</inkml:trace>
  <inkml:trace contextRef="#ctx0" brushRef="#br0" timeOffset="-101906.65">21077 6170 108 0,'0'0'3'0,"0"0"3"0,0 0 7 0,32-7 4 16,-28 7-4-16,-1 2-7 15,-3 3 6-15,0 5-2 16,0 1-2-16,-7 1-4 16,0-2 0-16,-1 2 2 0,1-3 1 15,0-2 5-15,2-3 4 16,2-1 6-16,3-2-6 15,0-1-10-15,9 0 2 16,9-6-6-16,9-4 5 16,11-4-5-16,13-4 2 15,9-6-27-15,10-5-128 0</inkml:trace>
  <inkml:trace contextRef="#ctx0" brushRef="#br0" timeOffset="-99019.7">14403 3072 134 0,'0'0'3'0,"0"0"-5"0,0 0-4 0,0 0 5 16,0 0 0-16,0 0 1 15,0 0 2-15,0 0 15 0,0 0 11 16,0 0-2-16,32-15-10 16,-13 2-10-16,1-1-2 15,3-2-1-15,4 1-22 16,-1-3-85-16</inkml:trace>
  <inkml:trace contextRef="#ctx0" brushRef="#br0" timeOffset="-98664.7">15971 2977 236 0,'0'0'-20'0,"29"-11"-6"0,-12 0-54 0</inkml:trace>
  <inkml:trace contextRef="#ctx0" brushRef="#br0" timeOffset="-92534.77">16419 5382 76 0,'-2'0'2'0,"1"0"1"0,0 0-2 16,0 0-1-16,1 0 0 0,0 0-1 16,0 0-2-16,0 0 3 15,0 3 1-15,0-2 2 16,-1 2-2-16,0 0 2 15,-2 2 0-15,0 0 0 16,0 1 0-16,0 1-1 0,-1 0 0 16,1-2-1-16,0 3 2 15,1 0-2-15,0-1 2 16,0 0 0-16,0 1 1 16,0-1 2-16,1-1-1 15,-1 2 0-15,1 0-2 16,0-1-2-16,1 1 0 15,0 0 0-15,0-1-1 16,0 3 0-16,0-2 0 0,0 0 1 16,0 2-1-16,0 1 1 15,0 0-1-15,2 0 1 16,3 0-1-16,-2 1 1 0,2 2 0 16,0-1-1-16,2 2 0 15,-3 0 0-15,3-2 0 16,0 4 1-16,-1-3-1 15,2 0 0-15,-3-1-1 16,4 0 1-16,-1 0-1 0,1-1 0 16,0 1 1-16,3 0 1 15,-2 2-1-15,0-2 1 16,0 2 0-16,0-3-1 16,0 1-1-16,2-3 0 15,-2 0 5-15,3 1-1 0,-1-1-1 16,0-1 0-16,1 0-2 15,-1 0 1-15,-2-1 0 16,0 0 1-16,0-1-2 16,2-1-5-16,-2-1 10 15,2-3 6-15,0 1-2 0,2-1-4 16,-2 1 2-16,2-1-3 16,-1-1 1-16,2 1-2 15,-2 0 0-15,0-2 0 16,3 3 1-16,-4-3-2 15,0 2 0-15,1-1-1 16,-1-1 1-16,-1 1-1 0,-1-1 1 16,-1 1 0-16,-1 1 1 15,-1-2 1-15,1 2 3 16,-2-1-1-16,0 0 2 16,1 1-2-16,-4-1 0 0,1 0-1 15,0 2 0-15,-1-1-1 16,1 0-2-16,1 0-1 15,0 0-1-15,0 1 1 16,-1 0-1-16,2 0 0 16,-2 0-11-16,1-1-25 15,-2-1-44-15</inkml:trace>
  <inkml:trace contextRef="#ctx0" brushRef="#br0" timeOffset="-92075.41">16953 5821 145 0,'-1'0'4'0,"0"0"-1"0,1 0-5 16,0 1-4-16,0 0 4 0,1 2 1 15,5-1 0-15,-1 4 1 16,4 1 5-16,-1 1 2 16,4 1 0-16,-1 2-1 15,2 2-4-15,1 1 2 16,0 0 0-16,-2 1-3 0,0 1 0 16,-3 1 4-16,-2 2 0 15,-4 2 3-15,-3 2 0 16,-1 5-2-16,-9 5-6 15,-9 4-33-15,-5 2-69 16</inkml:trace>
  <inkml:trace contextRef="#ctx0" brushRef="#br0" timeOffset="-90085.31">18207 5676 84 0,'0'0'4'0,"0"0"0"0,-35-2 13 0,24-1-2 15,0 0 0-15,0 0 1 16,-1 0-9-16,0-1-2 16,-3 1-1-16,2 0-3 15,-1 1-1-15,-4 0 0 16,0 2 0-16,-1 0 0 0,-1 0 0 15,-3 0 1-15,-1 0-1 16,0 0 2-16,-2 4 1 16,-1 0 2-16,0 3 3 15,0-2 1-15,0 3-6 16,0 0 0-16,-2 0 2 0,0 1-1 16,-3-1-3-1,0 4 0-15,-2-1 1 0,1 1 0 16,-3 1 0-16,4 2-1 15,-1 0 0-15,1 0 0 16,2 2 1-16,1 2 1 16,0-1-3-16,3 4 0 0,1 0 1 15,2 0-1-15,3 2 2 16,2-1 0-16,2 1 0 16,2-1-2-16,3-3 1 15,3 1-2-15,-1-2 2 16,3-1-2-16,1-2 1 0,2 1 0 15,0-1 0-15,2 2 0 16,1-2 0-16,0 1-1 16,0 2 1-16,3-2 0 15,4 1-1-15,-2-2 0 16,2 2 0-16,2-2-2 0,2 1 6 16,0-2-1-16,2 0-1 15,4 0 1-15,0 2 0 16,4-1 4-16,2-3-9 15,1 2 6-15,5 0-1 16,1-2 0-16,2 2-1 0,2-1 0 16,1-2 0-16,3 1 0 15,1-2-4-15,2-1 3 16,1-2 2-16,1 0-2 16,1-1 0-16,0 1 0 15,2-2 0-15,1 1 1 0,0 1 0 16,3-1-1-16,0-1 0 15,2 1 0-15,1 0-1 16,-1 1 1-16,5-1 0 16,0 1 0-16,3 0 1 15,2 0-1-15,3-3-1 16,3 0 0-16,1-3-1 0,2 0 0 16,-2-2-3-16,2 0 5 15,-1 0 3-15,0 1-4 16,1 1 3-16,-1 1 3 15,2 1-1-15,0 0 2 16,2 1-2-16,0 0 0 0,2 0 6 16,4-1-4-16,2-1-3 15,4-3 3-15,0 0-5 16,0 0 0-16,4 0 1 16,-4-2-2-16,1-1 1 0,0-1-1 15,-2 0 0-15,-1 0 2 16,-2 0-1-16,1 0 0 15,-2-1-2-15,-1 0-1 16,2-1 0-16,-3-1 0 16,0-2 2-16,-3 0 2 15,0-3-4-15,-4 1 4 0,-3-4 1 16,-2 1-2-16,-1-3 1 16,-4-2 0-16,-3-2-1 15,-4-1 0-15,0-2-1 16,-7-2-1-16,-2 0-3 15,-2-2 1-15,-4-2-1 0,-4-1 3 16,-2 1 1-16,-6-1 1 16,-2-2-1-16,-6 2 0 15,-4-1-1-15,-5 1-7 16,-3 3-8-16,-6 1 13 16,-2 1 3-16,-1 1 4 0,-8 0 0 15,-3-1-1-15,-1 1-4 16,-5 0 3-16,-2 0-4 15,-2 1 0-15,-3 0 5 16,-3 0-3-16,-1 4 0 16,-2-1 1-16,-2 1-1 15,-1 2 0-15,-2-1 1 0,-2 1-1 16,-3 1-1-16,-4 0 2 16,0 0 0-16,-4 2-1 15,-2 2 0-15,-1-2 0 0,-3 0 3 16,0 2-3-1,-3-2 1-15,-2 2 1 0,-2-2 0 16,-1 1 2-16,-4 2-2 16,-2 0 0-16,-7 2-1 15,-3 2 1-15,-4 2-1 16,-7 2 1-16,-6 4-2 0,-8 0 1 16,-4 0-1-16,-8 5 0 15,-4 5 0-15,-4 1-6 16,-1 1-22-16,-2-2-157 15</inkml:trace>
  <inkml:trace contextRef="#ctx0" brushRef="#br0" timeOffset="-88082.93">21423 6124 22 0,'0'0'45'0,"0"1"-46"0,0-1 1 0,0 0 0 0,0 0-2 16,0 0 0-16,0 0 3 15,0 0 2-15,0 0 2 16,0 0 15-16,0 0 8 16,0 0-6-16,0 0-6 0,0 0-14 15,0 0-11-15,0 3 5 16,0 0 5-16,0 1 0 15,0 1 0-15,-1 0 2 16,1 0 0-16,0 0 2 16,0 0-2-16,0 0-1 0,0 0-2 15,0 0 1-15,1-2 0 16,1 2-1-16,0-3 0 16,1 0-2-16,0 0 2 15,1-2 0-15,0 0 0 16,2 0 0-16,1-1 1 15,2-4 0-15,1-2 3 0,2-1 2 16,4-3-5-16,-2-1 1 16,3-1 0-16,0-2-1 15,2 0 3-15,0 0-2 16,-1-1-1-16,0 0-1 0,-3-1 1 16,1 2-1-1,-5 3 0-15,-1 1-1 0,-2 2-5 16,-2 4-15-16,-3 4-25 15,-3-1-36-15</inkml:trace>
  <inkml:trace contextRef="#ctx0" brushRef="#br0" timeOffset="-87469.87">21460 6130 12 0,'0'0'36'0,"0"0"-18"0,0 0-3 0,0 0-5 16,0 0 7-16,0 0 0 16,0 0 4-16,0 0-5 15,0 0 1-15,0 0 0 16,0 0-7-16,-6-15-4 0,6 15-7 15,-1 2 3-15,1 3-2 16,0 3-2-16,0 1 4 16,0-1-3-16,0 0 0 15,0 0 0-15,3-2-1 0,1-2-3 16,0 0 0-16,0-4 2 16,1 0 3-16,1 0 1 15,0 0 2-15,1-4-1 16,3-3-2-16,0-4 2 15,1 1 0-15,1-3 1 16,1-2 1-16,3-1 0 0,0-3 2 16,1 0-2-16,2-3 1 15,0 0-4-15,0-1 1 16,-2 2-1-16,0 3-2 16,-2 1 2-16,-1 7-8 0,-3 2-11 15,-2 6-17-15,-6 2-23 16,-3 0-38-16</inkml:trace>
  <inkml:trace contextRef="#ctx0" brushRef="#br0" timeOffset="-84804.54">19401 2435 6 0,'0'0'35'0,"0"0"-32"0,0 0 1 0,0 0 11 0,0 0 6 16,0 0-6-16,0 0-2 16,0 0-3-16,0 0 0 15,0 0 3-15,0 0 8 16,0 0 5-16,0 0-4 0,15-23 0 16,-15 23-2-16,0-2-9 15,0 2-7-15,0 0-1 16,0 0-8-16,0 3 0 15,0 4 11-15,-4 3-10 16,0 4 7-16,-1 4 3 16,0 5-5-16,1 3 0 15,-1 6-1-15,4 6 0 0,-1 5 1 16,2 5-2-16,0 5 0 16,0 6 1-16,0 4 1 15,0 8-1-15,1 6-1 16,1 4 2-16,1 5-2 15,1 3 1-15,-1 2 0 0,2 3-1 16,-2 0 1-16,2 0 0 16,-1-2 0-16,1-2 0 15,0-5 0-15,-1-6 0 16,-1-8 1-16,0-2 2 0,-2-5 3 16,0-5 4-16,-1-3 2 15,0-4 4-15,0-4-5 16,0-5-7-16,0-3-2 15,0-4-1-15,2-7-1 16,2-5-15-16,2-10-42 0,3-13-99 16</inkml:trace>
  <inkml:trace contextRef="#ctx0" brushRef="#br0" timeOffset="-82983.89">19528 2421 171 0,'-6'0'3'0,"4"0"23"0,2 0 8 0,0 0-19 0,0 0-11 16,0 0-3-16,7 0 11 15,1 0-10-15,5 0-1 16,2 0-1-16,4 0 1 16,5 0-1-16,2 3-6 0,4-1-8 15,4-1-4-15,4 1-9 16,4-2 8-16,3 0 10 15,4 0 6-15,3 0 0 16,3 0 4-16,4-5 3 16,3 2 0-16,3-2 8 15,5 1 0-15,5-2 2 0,2 1 0 16,2 0-6-16,4 0-1 16,3 0-4-16,-1-1-1 15,3 0-1-15,0 0 0 16,-1-1 0-16,0-1 0 0,-2 0 0 15,0-2-1-15,0 0-1 16,0 2 1-16,-1-2 1 16,-3 1-1-16,-3 1 0 15,-3 0 0-15,-4 0 1 16,-4-1-2-16,-4 1 1 16,-2 2 2-16,-6-1 1 0,-5 2 2 15,-5-1-2-15,-6 2-1 16,-6 1 1-16,-6 0-1 15,-7 2-1-15,-5 0-1 16,-3 1 0-16,-7 0 1 0,0 0-1 16,-4 0 1-16,-1 0-2 15,0 3 0-15,0 2 1 16,0 2 1-16,0 2 0 16,-4 3 3-16,-1 3 0 15,0 3-3-15,-1 4-1 16,-1 3 0-16,0 3 1 0,0 3-2 15,-2 5 2-15,2 3-1 16,1 5 0-16,0 4-1 16,3 5 1-16,-2 4 1 15,3 6-1-15,-1 1 0 16,2 3 0-16,1 1 0 0,0 2 0 16,0 2 0-16,0-3 0 15,0 2-1-15,0 0 2 16,4-2-1-16,0-1 0 15,2-4 1-15,0-1 2 16,-1 1 0-16,0-4-1 0,-1-2 1 16,0-2-1-16,0 0-1 15,1-3-1-15,0-5 1 16,-1-2 0-16,2-3-1 16,-1-3 1-16,1-2-1 0,1-4 0 15,-1-1 1-15,-2-1 0 16,0-4-1-16,-1 0 0 15,-3-5-1-15,0-1-1 16,0-5-6-16,0-2 4 16,-1-3 2-16,-5-1 1 0,-1-2 0 15,-3-1-1-15,-1-1 3 16,-6 1-1-16,-1-1 2 16,-7 1-2-16,-5-3 1 15,-7 1-1-15,-4 1 1 16,-7-3-1-16,-4 2 1 15,-7-1-1-15,-4 1 2 0,-5 0-2 16,-8 2 0-16,-6-1 1 16,-3 2-1-16,-5-2 1 15,-2 0-1-15,-2-1 3 16,0 1 1-16,-2-2 2 0,1 3-2 16,-1-1-3-16,0 1 1 15,1-2-2-15,0 1 1 16,5-2-1-16,2 1 1 15,4-4-1-15,5 0 1 16,2 0 2-16,6-1 2 0,6-1-1 16,2 0 3-16,2 0 0 15,6 0-4-15,5 0-2 16,3-1-2-16,5-3 1 16,5-4-7-16,5-1-28 15,7-7-51-15</inkml:trace>
  <inkml:trace contextRef="#ctx0" brushRef="#br0" timeOffset="-82405.82">20115 2408 199 0,'0'4'-7'0,"0"0"-13"0,0 6 21 0,0 5 5 16,0 6 5-16,0 5-5 15,0 8-2-15,0 5-1 16,0 4 0-16,0 6-1 15,3 6 0-15,-1 6 0 16,2 5 0-16,1 3 3 16,-1 8 0-16,3 5 2 0,1 1-3 15,-1 6-1-15,3 0 0 16,0-1-1-16,-1-2 2 16,-1-5 2-16,0-6 0 15,-2-7 4-15,0-5 2 0,-4-5-1 16,0-6-4-16,0-2 0 15,-1-1-3-15,0 1-2 16,-1 0-1-16,0 0 1 16,2-1-4-16,2-2-14 15,0-8-33-15,3-11-91 0</inkml:trace>
  <inkml:trace contextRef="#ctx0" brushRef="#br0" timeOffset="-81872.15">21103 2406 242 0,'0'0'-4'0,"0"0"14"0,0 0 0 0,0 0-10 15,0 0 0-15,0 0-4 16,0 0 6-16,-4 46-4 16,-1-19 5-16,0 11-2 15,-2 8 5-15,0 8-5 16,0 9 1-16,1 10 0 0,2 6-2 16,3 4 1-16,1 4-1 15,0 2 0-15,1-3 1 16,6-2-2-16,0-1 1 15,2-7 0-15,-1-3 4 16,1-4 2-16,0-5 0 16,1-4-2-16,-3-4-1 0,0-5-2 15,-2-3-1-15,-2-5 1 16,-3-7-5-16,0-6-16 16,-10-10-46-16,-7-12-123 15</inkml:trace>
  <inkml:trace contextRef="#ctx0" brushRef="#br0" timeOffset="-81280.76">19468 2972 165 0,'0'0'3'0,"0"0"8"0,0 0 1 16,0 0 0-16,0 0-2 0,0 0-15 15,0 0-8-15,0 0 19 16,0 0-7-16,0 0 2 16,21 0 1-16,-1-3-2 15,6 0 1-15,5-1-2 16,7-2 0-16,7-1 1 15,7-1 10-15,8 1 0 16,7-1 0-16,7-2 2 0,8 1-2 16,6 0-3-16,10-2-2 15,3 1-3-15,6-2-1 16,7 0 0-16,4 1 0 16,5-4 0-16,1 3 1 0,4-1-1 15,1-1-1-15,1 2 0 16,-4-1 1-16,-5 1-1 15,-4 2 0-15,-8-1 1 16,-10 2-1-16,-12 1-1 16,-14 2 2-16,-13 2-3 0,-17-1-18 15,-17 0-44-15</inkml:trace>
  <inkml:trace contextRef="#ctx0" brushRef="#br0" timeOffset="-80498.11">19736 2777 95 0,'0'0'53'0,"0"0"-35"0,0 0 20 16,-30-18-10-16,25 10-2 15,5 1-9-15,0-2-2 16,3 0-11-16,4-1-1 0,6 2-1 16,0 0-4-1,0 1 4-15,1 2-4 0,0 2 2 16,-1 3 1-16,-2 0-1 16,0 4-1-16,-4 5-5 15,1 3-5-15,-6 0-2 16,0 2 2-16,-2-2 7 0,0-2 3 15,0-2-1-15,-2-1 3 16,0-3 1-16,-2-2 3 16,2-2 2-16,0 0-2 15,2 0 7-15,0-3-8 0,0-6-6 16,0 0 3-16,0-3 0 16,0 0-1-16,2 1 0 15,-1 1-1-15,1 2 0 16,0 1 4-16,-1 4 5 15,-1 1 1-15,1 2-6 16,0 0-7-16,1 3 1 0,0 4 3 16,2 3-1-16,2 3 4 15,0 1-2-15,1 0 0 16,1-1-3-16,2 1-10 16,2-3-30-16,1-4-46 15</inkml:trace>
  <inkml:trace contextRef="#ctx0" brushRef="#br0" timeOffset="-80362.12">20054 2743 258 0,'0'0'14'0,"0"0"2"0,0 0-14 0,0 0-4 16,29-2-1-16,-20 8-25 15,1 0-71-15</inkml:trace>
  <inkml:trace contextRef="#ctx0" brushRef="#br0" timeOffset="-80016.24">20516 2608 217 0,'0'0'7'0,"0"0"0"15,0 0 4-15,0 0 2 16,0 0-4-16,30 4-7 16,-25 5-3-16,-5 2 0 15,2 1 3-15,-1-1 3 16,-1-1-4-16,0-3 2 0,0-2 1 15,0-3-4-15,0-1 3 16,0 1 0-16,0-2 3 16,1 0 0-16,2 0-6 15,2 0 8-15,-4-7-29 16,0-1-140-16</inkml:trace>
  <inkml:trace contextRef="#ctx0" brushRef="#br0" timeOffset="-78597.95">12741 9029 39 0,'0'6'108'0,"1"0"-109"0,0-2-1 0,1 1 3 16,1 0-2-16,0-1 1 16,1 0-2-16,0-2 1 15,2-2 0-15,0 0 2 16,1 0 5-16,0-5 14 0,1-5-8 15,2-3-2-15,2-2-1 16,1-6-3-16,2-5 0 16,1-1 2-16,1-4 3 15,0-4 3-15,4 0-2 0,-3-1-3 16,1 3-8-16,-1 1 1 16,-1 4-1-16,-3 6-13 15,-3 6-25-15,-1 6-21 16,-5 4-16-16</inkml:trace>
  <inkml:trace contextRef="#ctx0" brushRef="#br0" timeOffset="-78355.49">12855 8958 190 0,'0'0'1'16,"0"0"3"-16,0 0 2 15,0 0 5-15,17-35 6 0,-3 15-6 16,2-5-4-16,3-4-3 16,1 1-3-16,-3 0-4 15,-3 2-53-15,-4 5-111 16</inkml:trace>
  <inkml:trace contextRef="#ctx0" brushRef="#br0" timeOffset="-78120.38">12798 9060 183 0,'0'0'5'16,"0"0"-3"-16,0 0 4 16,0 0 7-16,28-49 0 0,-9 19-7 15,4-6-3-15,4-5-2 16,3-5 1-16,0-1-2 16,-1-1-45-16,-2-1-136 15</inkml:trace>
  <inkml:trace contextRef="#ctx0" brushRef="#br0" timeOffset="-76689.52">20499 2575 101 0,'0'0'49'0,"0"0"0"0,0 0-17 0,0 0-9 15,0 0-9-15,0 0-5 16,0 0-5-16,0 0-1 15,-17-30 4-15,17 25-3 0,0-2-4 16,5 2-1-16,2 0 2 16,3 2 1-16,-1-1-2 15,1 3 0-15,0 1 0 16,-1 0-2-16,0 7 1 16,-4 3-2-16,0 1 0 15,-2 2-1-15,1 2 1 0,-1-2 2 16,-2-1 0-16,-1-1 1 15,1-4 0-15,-1 1-1 16,0-2 0-16,0-2 2 16,0-1-2-16,0-3 4 0,0 0-1 15,0 0 2-15,1-1 5 16,0-7-7-16,0-2-2 16,1-3 0-16,1-2 2 15,-2-2-2-15,0 2 0 16,1-1 2-16,-1 2-2 0,-1 3 1 15,0 4 2-15,0 1 8 16,0 4-2-16,0 2 0 16,1 0-9-16,0 0-8 15,2 7 6-15,-2 2 3 16,2 3 0-16,1 1 0 16,3 0-1-16,0 1 0 0,0-1-1 15,3 0-2-15,0 0-10 16,1-2-3-16,1 1-11 15,0-3-54-15,-2-3 27 16,0-1-24-16</inkml:trace>
  <inkml:trace contextRef="#ctx0" brushRef="#br0" timeOffset="-76479.51">20737 2649 24 0,'0'0'39'0,"0"0"-7"0,31-22-5 0,-18 15-4 16,0-1-6-16,2 3-7 15,-3 1-4-15,0 2 1 0,-1 2-5 16,-1 0 0-16,-2 5-2 15,-2 3-3-15,-3 2 3 16,-3 1 1-16,0 0 0 16,0-2 0-16,0 0 9 15,0-4 4-15,0-1-3 16,0-2-4-16,11-2 1 0,8 0 8 16,6-3 1-16,8-5-8 15,7-6-5-15,2-4-64 16</inkml:trace>
  <inkml:trace contextRef="#ctx0" brushRef="#br0" timeOffset="-75625.75">21543 2457 198 0,'0'0'16'0,"0"0"18"0,0 0-16 0,0 0-8 0,0 0-4 15,0 0-3-15,0 0-2 16,0 0-5-16,0 0 4 15,0 0 1-15,0 0-1 16,1 8-1-16,2-1 0 16,2 0-1-16,3-1 0 15,-1-1-1-15,2-1 0 0,0-3 2 16,1-1 3-16,1 0 0 16,0 0 0-16,0-3 0 15,-2-4 0-15,1-1 0 16,-2-1 0-16,-2 0 0 15,1-1 0-15,-3 1-1 0,0 0-1 16,-2 2 1-16,0 2 1 16,-2 0-1-16,0 3 1 15,0-1-2-15,0 3-1 16,0 0-3-16,0 0 5 16,0 0-1-16,0 5-1 0,0 2 1 15,0 4-2-15,0-1-1 16,2 5 2-16,2-2 1 15,1 4-1-15,-1-2 2 16,0 1-1-16,0 1 1 0,1-2-2 16,-1 0 2-16,0-1-1 15,-2-2 0-15,-1 0 0 16,-1-2 0-16,0-2-1 16,0 1-4-16,-5-4 4 15,-2-1 3-15,-2-1 1 0,0-1 0 16,-1-2 1-16,2 0-1 15,0-5 2-15,2-2 3 16,3-1 3-16,-2-2-1 16,5-2-4-16,0-2 0 15,1 0-4-15,6-1 2 16,6 0-3-16,3 1-6 0,1 2-38 16,0-1-68-16</inkml:trace>
  <inkml:trace contextRef="#ctx0" brushRef="#br0" timeOffset="-73617.69">19571 3155 261 0,'0'0'7'0,"3"-2"5"0,1-2-4 0,3 1-8 16,1 1 0-16,2-1 2 16,0 1-1-16,0 0-1 0,0 1 1 15,-4 1-2-15,1 0-5 16,-3 3-2-16,-2 2-11 16,-2 3-4-16,0 3-4 15,0 0 5-15,-5 2 16 16,0 2 5-16,-4-2 1 15,-1 0 3-15,0-1 1 0,2-1 9 16,1-2 3-16,2-3-4 16,2 1-4-16,3-2-3 15,0-2-1-15,0-1-6 16,10-1 8-16,3-1-3 0,6 0 0 16,3-3 4-16,3-6-70 15</inkml:trace>
  <inkml:trace contextRef="#ctx0" brushRef="#br0" timeOffset="-73482.05">19866 3200 279 0,'0'0'7'0,"0"0"2"16,0 0-7-16,0 0-4 15,0 0-38-15,0 0-92 0</inkml:trace>
  <inkml:trace contextRef="#ctx0" brushRef="#br0" timeOffset="-73155.71">19937 3100 288 0,'0'0'9'15,"0"0"-9"-15,0 0 0 16,0 0-3-16,0 0 2 16,-7 36-2-16,13-26-5 0,2 3 5 15,0 0 3 1,-1-3-1-16,1 0 2 0,-1 2 3 15,-2-3-4-15,-2 0 1 16,-1-1 1-16,-2 1-3 16,0 0-2-16,-9 1-3 15,-2-3-39-15,-1-2-73 0</inkml:trace>
  <inkml:trace contextRef="#ctx0" brushRef="#br0" timeOffset="-73028.22">19923 3167 137 0,'0'0'101'0,"16"-36"-78"16,-4 19-4-16,3 1-10 16,7 0-7-16,5-1-2 15,4 0-2-15,1-1-124 16</inkml:trace>
  <inkml:trace contextRef="#ctx0" brushRef="#br0" timeOffset="-72557.94">20457 3065 226 0,'0'0'11'16,"0"0"19"-16,0 0-13 15,0 0-15-15,0 0 2 0,0 0-3 16,4-30 3-16,4 27-5 16,2 1 2-16,1 2 1 15,-2 0-2-15,-2 3 0 16,-3 4-4-16,-3 3-5 0,-1 3 1 16,-5-1 4-16,-5 1 8 15,-1 0-3-15,-2-1 0 16,2-3-1-16,2-1 1 15,2-2-1-15,2-2 0 16,4 0 1-16,0-2-1 16,1 1-1-16,0-1-8 0,2-1 6 15,6 3 3-15,-2-1 0 16,3 2 1-16,-1 0 1 16,0 0-1-16,-2 1 0 15,0 0 1-15,-5 0-2 16,-1 2 0-16,0 1-4 0,-1-1 5 15,-6 2-2-15,-3 0-19 16,-1-2-37-16,0-2-54 16</inkml:trace>
  <inkml:trace contextRef="#ctx0" brushRef="#br0" timeOffset="-72306.02">20635 3099 301 0,'0'0'21'0,"0"0"-1"0,0 0 6 0,0 0-7 0,0 0-13 0,0 0-7 15,0 0-6-15,0 0-34 16,0 0-74-16,0 0-55 16</inkml:trace>
  <inkml:trace contextRef="#ctx0" brushRef="#br0" timeOffset="-72116.83">20740 3040 210 0,'0'0'127'0,"0"0"-118"0,0 0-4 16,0 0-5-16,0 0 2 15,0 0-5-15,0 0-9 16,0 0-1-16,0 0 5 16,0 7-15-16,0-2-30 0,2-2-77 15</inkml:trace>
  <inkml:trace contextRef="#ctx0" brushRef="#br0" timeOffset="-71752.69">20809 3017 320 0,'0'0'6'15,"0"0"18"-15,0 0 7 16,0 0-14-16,0 0-23 0,0 0 1 16,0 0 7-16,6 27-2 15,0 0 1-15,-2 8-5 16,-4 5-22-16,0 1-31 16,-2-6-85-16</inkml:trace>
  <inkml:trace contextRef="#ctx0" brushRef="#br0" timeOffset="-70749.64">19754 3623 243 0,'0'0'5'0,"0"0"12"0,-33-13-3 0,28 10-5 16,3 3-2-16,1-1 0 0,1 0-12 15,0-1 1-15,1 1-6 16,6-1 16-16,1 0-9 16,0 1 6-16,1 1-2 15,-2 0-2-15,-2 1-9 16,-3 6 1-16,-2 4 3 0,0 3 1 15,-2 1 8-15,-5 1 1 16,-1 1-2-16,2-1-1 16,0-3 1-16,3 0 1 15,3-1-1-15,0-2-2 16,5-2-2-16,8-1-1 16,4-4-6-16,3-3-75 0</inkml:trace>
  <inkml:trace contextRef="#ctx0" brushRef="#br0" timeOffset="-70600.36">20024 3698 353 0,'0'0'6'16,"0"0"0"-16,0 0-7 15,0 0-23-15,0 0-22 16,0 0-113-16</inkml:trace>
  <inkml:trace contextRef="#ctx0" brushRef="#br0" timeOffset="-70470.88">20377 3636 167 0,'0'0'-150'0</inkml:trace>
  <inkml:trace contextRef="#ctx0" brushRef="#br0" timeOffset="-68535.47">18962 5798 14 0,'3'-1'14'0,"2"-1"-4"0,-2 0 0 0,1 1-1 16,-1-1-2-16,0 1-4 16,-1-1 3-16,0 2 5 15,0-2 5-15,1 1 1 16,-2 0 2-16,0 0-5 16,-1-1 1-16,0 2 18 0,0 0-9 15,0-1-12-15,0 0-3 16,0 1-1-16,0 0-2 15,0 0-8-15,0 0 0 16,0 0-2-16,0 0 6 16,0 2-1-16,0 0 4 0,0-1-3 15,0 0-4-15,0-1-2 16,2 0-1-16,4-4 4 16,1-3 18-16,3-4-12 15,5-2 0-15,-2-5-2 0,5-3-1 16,1-1 1-16,0 0-2 15,1-1 1-15,0 0-1 16,1 3 1-16,-2 2-6 16,0 4-19-16,-3 3-68 15,-4 1-66-15</inkml:trace>
  <inkml:trace contextRef="#ctx0" brushRef="#br0" timeOffset="-67931.21">20415 5617 155 0,'0'0'5'0,"0"0"-2"0,0 0-6 0,0 0 0 0,0 0 5 16,0 0 1-16,0 0 12 15,0 0 13-15,36-5-7 16,-20-7-8-16,2-1-8 15,6-2-4-15,-3-1-3 0,3-2-26 16,-3 1-22-16,-1-3-29 16</inkml:trace>
  <inkml:trace contextRef="#ctx0" brushRef="#br0" timeOffset="-65404.05">22494 2837 83 0,'1'-3'9'0,"0"-1"16"0,1 1-1 0,-1-2 1 15,0 2 0-15,-1 0-5 16,0-1-4-16,0 2-4 16,0 1 2-16,0 0-10 0,0 0-4 15,0 1 0-15,-3 0 7 16,-2 0-5-16,0 5-4 16,-1 2 3-16,-1-1-1 15,0 3 0-15,1 1 0 16,0-1 0-16,1 2 0 0,-1 0 0 15,2 1 0-15,-1-2 0 16,3 1 0-16,2-2-1 16,0 0-1-16,0-4-3 15,2 2-1-15,3-2 4 16,2-1 1-16,1 0 2 16,1-1 1-16,-1-3-4 0,1 1 3 15,0-1 1-15,-2 0-1 16,2 0 1-16,-2-3-2 15,0-2 0-15,0-1 3 16,-1 0 0-16,-2-1 0 16,1-1-3-16,-1-1 1 0,-1-2 0 15,0 1 0-15,-1-1 0 16,-1-1 0-16,0 2 0 16,-1 0 0-16,0 1-2 15,0 2 1-15,-2 1 0 16,0 3 0-16,-2 0 0 0,1 1 5 15,0 2-4-15,-1 0-3 16,0 0-5-16,2 0-1 16,-4 2-13-16,2 3-13 15,-1-2-25-15,0 0-53 16</inkml:trace>
  <inkml:trace contextRef="#ctx0" brushRef="#br0" timeOffset="-65133.17">22630 2855 42 0,'0'0'169'16,"0"0"-163"-16,0 0 2 0,0 0-2 0,0 0-5 15,0 0-1-15,0 0-13 0,0 0-34 16,0 0 1-16,0 0-14 16</inkml:trace>
  <inkml:trace contextRef="#ctx0" brushRef="#br0" timeOffset="-64299.41">22828 2767 85 0,'0'0'14'16,"0"0"-3"-16,0 0 4 0,0 0 1 15,0 0 2-15,0 0 1 16,26-27-1-16,-26 25-6 16,0 1-8-16,0 0-2 15,0 1 12-15,-1-1-13 16,-2 0 1-16,-1 1-2 15,0 0 1-15,-2 0 1 0,0 0-2 16,-1 0 0-16,-1 2 1 16,1 0 0-16,0 3-1 15,1-2 0-15,1 1 0 16,-1 0 0-16,2 0 0 16,1 1 0-16,0-2 0 0,3 2 0 15,-1-2 0-15,1 0-1 16,0-1 0-16,0 0-5 15,0 1 3-15,0 0 2 16,1-2 1-16,2 2 3 16,1-1-3-16,0 1 2 0,2-1 0 15,-2 1-1-15,3 1-2 16,1-3 5-16,-1 2-4 16,2 0 2-16,-2 2-2 15,2-2 1-15,-4 2-1 16,2-1 1-16,-1 1-1 0,-2 1 0 15,1-1 1-15,-1 0-1 16,-1 0 0-16,-1 0 0 16,-1-1 0-16,-1 2 0 15,0-1-2-15,0 0-1 16,0 0 3-16,-5 0 3 16,-1-1-1-16,0 0-1 0,-2 0-1 15,0-1 1-15,0 0-1 16,0 0-5-16,1-1 0 15,-1-2 1-15,1 0 0 16,1 0 3-16,2 0 2 16,0 0 0-16,1 0 1 0,0-4 0 15,1 0 0-15,1 2-1 16,-1-3-1-16,1 1 0 16,1-2-1-16,0 0-7 15,0-2 2-15,4 0 7 16,2-1 2-16,4-2-3 15,0-1 2-15,1 0 2 0,2 0 1 16,0 1-2-16,0-1-3 16,-3 2-59-16</inkml:trace>
  <inkml:trace contextRef="#ctx0" brushRef="#br0" timeOffset="-62405.53">21517 2967 72 0,'3'0'7'0,"-3"0"4"0,0 0 3 0,1 0 3 0,-1 0-3 16,0 0 11-16,0 0-10 16,0 0-5-16,0 0-4 15,1 0-5-15,0 0-3 0,1 0 2 16,-1 0 1-16,3 0-1 16,-1 0 0-16,-1 0 0 15,3 0 0-15,-1 0 0 16,-1 0 0-16,0 0 0 15,0-1 2-15,-1-1 0 16,1-1-1-16,0-2 1 0,0 2-2 16,-2-2 1-16,1 0-1 15,-1 0 1-15,1 0 0 16,-1 0-1-16,1 0-1 16,-2 0 2-16,1 2-2 15,-1-1 0-15,0 1 1 0,0 1-1 16,0 1 1-16,0 1 0 15,0 0 1-15,0 0-1 16,0 0 0-16,0 0-1 16,0 0-4-16,0 0 5 15,0 0 2-15,0 3-1 0,0 2-2 16,0-2 1-16,0 2 0 16,0-2 0-16,0 3 1 15,0-1-1-15,0 1 0 16,0 2-6-16,0-1 3 0,-1 1 1 15,-2 1 1 1,1 0 6-16,-1 0-3 0,2-1-2 16,0 0 1-16,1-1-1 15,0 1-1-15,0 0 0 16,0-1 1-16,0-1-1 16,0 1 2-16,0 1 0 15,1-1-1-15,-1 0 1 0,0-1-1 16,0 0 0-16,1-2 1 15,-1 2-1-15,0-2 0 16,0 0 0-16,0 0-2 16,0 1-11-16,-1-1-30 0,-2 0 0 15,-1-1-8-15</inkml:trace>
  <inkml:trace contextRef="#ctx0" brushRef="#br0" timeOffset="-61836.5">21491 3146 36 0,'0'0'12'0,"0"0"12"0,0 0-2 15,0 0-2-15,0 0 4 16,0 0 5-16,0 0-8 16,0 0-9-16,0 0-2 0,0 0-5 15,0 0 1-15,0 0-6 16,2-12-2-16,1 12 5 16,2-1-4-16,-2-1 2 15,2 1-1-15,-1 0-3 0,3 0-2 16,-3-1 5-16,3 2 0 15,-3-3 2-15,2 3-1 16,-2-1 0-16,0 0 3 16,1-1-2-16,-1 1 0 15,0-1-1-15,-1 1 1 16,1 0 3-16,0 0-1 0,-1-1 0 16,3 1-1-16,-3-1 2 15,0 2-2-15,3-2 0 16,-2 1 0-16,1 0 0 15,-2 0-1-15,0 0 1 16,0 0-1-16,-1 1-1 0,0 0 0 16,-1 0 0-16,0 0 1 15,0 0 0-15,-1 0-1 16,0 0 0-16,0 0 1 16,0 0-2-16,0 0 0 15,1 0 0-15,0 2-3 0,-1 3-6 16,0-1-20-16,0 0-47 15</inkml:trace>
  <inkml:trace contextRef="#ctx0" brushRef="#br0" timeOffset="-59167.98">21633 3520 4 0,'0'0'47'0,"0"0"-22"0,0 0-4 0,0 0-8 15,0 0-3-15,0-1-6 16,0 1-2-16,0 0 0 16,0 0 2-16,0 0 1 15,0-2 2-15,0 2 1 0,0 0 5 16,0 0-2-16,0-1 1 15,0 1-8-15,0-1-1 16,0 1-3-16,0 0 0 16,0-1 1-16,0 1 1 15,-2 0-1-15,-2 0 3 0,1 0 2 16,-2 0-1-16,2 0-1 16,-2 0 0-16,1 0-3 15,0 0 0-15,0 0-1 16,0 0 0-16,1 3 0 15,-2-1 0-15,1 3 0 0,-2-2 0 16,2 2 0-16,-1 0 0 16,0-1 0-16,1 0 0 15,0 0 0-15,2 3 0 16,0-1-1-16,1-1 1 16,-2 2 0-16,3 0 0 15,-2-1 0-15,2 1 0 0,-1-1 0 16,1-1-1-16,0 0 1 15,0-2-1-15,0 2-1 16,2 0 2-16,1-2 0 16,0 1-1-16,1-1 1 15,1 0 0-15,-2 0 0 0,1-1 0 16,1 2-1-16,-1-3-1 16,1 1 3-16,-1-2-3 15,2 2 2-15,-3-1-2 16,2-1 4-16,1 0-2 0,0 0 0 15,-1 0 2-15,1 0-2 16,0 0 1-16,0 0-1 16,-2 0 1-16,1 0-2 15,-3 0 0-15,3 0 2 16,-1-3 0-16,-2 1-2 0,3-1 1 16,-1 1 0-16,1 0 1 15,0-1-1-15,-1 0 0 16,1 0 0-16,-1 0-4 15,0-1 1-15,0 1 0 16,-1-1 4-16,0-1-2 16,1 1 1-16,-1-2 1 0,0 1-2 15,0-1 2-15,-1 0 0 16,-1 1-1-16,-1-2 2 16,1 2 0-16,-1 0 3 15,0-2 1-15,0 1-3 16,-1-1 4-16,-1 1 1 15,-4-1 1-15,1 0-2 0,-5-1-2 16,-1 5-7-16,-5-2-6 16,-6 2-40-16,-9-1-92 15</inkml:trace>
  <inkml:trace contextRef="#ctx0" brushRef="#br0" timeOffset="-57795.69">21517 6036 66 0,'0'0'4'0,"0"0"9"0,0 0 8 0,0 0 9 15,0 0 3-15,0 0-1 16,0 0-7-16,0 0-6 15,0 0-14-15,0 0-10 16,0 0 0-16,0 0-10 16,0 0-16-16,24 0-35 0</inkml:trace>
  <inkml:trace contextRef="#ctx0" brushRef="#br0" timeOffset="-56237.29">22547 3428 100 0,'0'-3'8'0,"0"1"7"0,0 1-1 0,0-1 2 16,0 0-4-16,0 1-5 15,0-1-3-15,0 1 0 16,0 0 2-16,0 0-2 15,0 0-2-15,0 0 2 16,-1 1-2-16,-1 0-5 16,0 0 6-16,-2 0 1 0,1 4-3 15,0 1-1-15,-2 1 1 16,0 1-1-16,-1 1 1 16,2 0-1-16,-4 1 0 15,3 0 0-15,-2-2 0 16,3 1 1-16,0 0-2 0,2 0 1 15,1-1 0-15,1-2-1 16,0 0 0-16,0 2 0 16,2-4 0-16,2 1 0 15,2-2 1-15,1 0-2 16,0-2 2-16,3 0 0 0,-1 0 3 16,1 0-3-16,-2 0 3 15,1-3-2-15,-2-2 0 16,-1 1 1-16,-1-2-1 15,-1 1 1-15,-1 0 1 16,-1-2 2-16,0 0 1 0,0 0-2 16,-1 0 1-16,-1 1 0 15,0-1 3-15,0 1-2 16,0 0-2-16,0 1 3 16,0-1-5-16,0 2 4 15,0 1 1-15,-1-1-2 0,1 0 2 16,-3 2-4-16,1-1 0 15,1 1-2-15,-2 1 0 16,2-1-2-16,-3 2 1 16,2 0-1-16,0 0 1 15,0 0 1-15,0 0 0 0,1 0-3 16,-1 0-5-16,0 0-12 16,1 2-10-16,-1 0-12 15,1-1-40-15</inkml:trace>
  <inkml:trace contextRef="#ctx0" brushRef="#br0" timeOffset="-56002.2">22692 3438 112 0,'0'0'66'0,"0"0"-39"0,0 0-7 0,0 0-14 15,0 0-5-15,0 0-14 16,0 0-24-16,0 0-16 16,0 0-10-16</inkml:trace>
  <inkml:trace contextRef="#ctx0" brushRef="#br0" timeOffset="-55070.58">22856 3327 77 0,'0'0'9'0,"0"0"13"16,0 0-1-16,0 0 1 15,0 0 3-15,0 0-3 16,0 0-6-16,0 0-4 16,0 0-2-16,0-5-3 15,0 2 0-15,0 1-4 0,2 1-2 16,2-2-2-16,0 1 4 16,2-1-3-16,0 1 0 15,1-1 1-15,0 1-1 16,2 0 0-16,-1 1 0 15,0 0 2-15,0 1 1 16,-1 0-1-16,-1 0-2 0,0 0 0 16,-2 0 0-16,-2 2 0 15,1 1-2-15,-2 1 1 16,-1 2 1-16,0 0 0 16,0 0 0-16,-4 1-2 15,-2 3 2-15,-1-3 0 16,-1 0 0-16,0 0 0 0,1-2 0 15,1 1 0-15,0-2 2 16,1-1-2-16,2-1 1 16,1-2-1-16,0 2 0 15,1-2 0-15,1 0 0 0,0 0 0 16,0 0-1-16,0 0-1 16,0 0 0-16,0 0 4 15,3 0-3-15,0 0-2 16,0 0 4-16,0 0-2 15,1 0 1-15,-1 0 0 16,0 0 1-16,0 1-2 0,-1 3 2 16,1-1-3-16,-2 0 3 15,1 2-1-15,-1-1-1 16,-1 1 1-16,0 1 1 16,0-1-2-16,0 0 2 0,0-1-1 15,0 0 1-15,-1 1-1 16,-2-1 0-16,1 0 1 15,-1 0-1-15,-1-1 1 16,0-1 2-16,-2-1 0 16,0 1-2-16,-2-1 2 15,0 0-2-15,0-1 4 0,0 1-1 16,0-1 1-16,1 0 0 16,2 0 2-16,-1 0 2 15,2 0-5-15,-1 0-2 16,2 0 0-16,0 0-2 15,-1 2-2-15,-1 1-10 0,2-3-44 16</inkml:trace>
  <inkml:trace contextRef="#ctx0" brushRef="#br0" timeOffset="-51938.43">21717 2248 52 0,'-4'-7'10'0,"-1"0"11"0,-1 0-16 0,2 2 6 16,-1-1 0-16,0 1-7 0,0-2-2 16,0 1-1-16,0 0 3 15,0 0 9-15,-1 1 4 16,0-1 3-16,0 1-6 16,0 0 2-16,-3 0-7 15,-1 0-4-15,-1 3 1 0,0-1 0 16,-3 1-2-16,2-1 1 15,-1 3-4-15,1-1 0 16,0 1 0-16,1 0-1 16,2 0 1-16,0 0-1 15,0 0 0-15,3 1 0 0,1 2 0 16,0 2-1-16,1-1 1 16,1 2 0-16,-1-1-1 15,0 3 1-15,-1-1 0 16,1 1 0-16,-1 0 0 0,0 2 0 15,0 0 0-15,-2 0 1 16,0 2-1-16,1-1 0 16,-1 1 0-16,0 1 0 15,1 0 0-15,-2 0 0 16,1 2 0-16,-2-1-1 16,1-1 2-16,-2 1-1 15,2-1 0-15,-2 1 0 0,2-2 0 16,-1 2 0-16,2-2 0 15,-1 2 0-15,0 2 0 16,1-2 0-16,1 1 0 16,0 0 0-16,1 0-1 0,-1 2 1 15,2-1 0-15,-1 0 0 16,1 1 0-16,1-2 0 16,-1 2-1-16,1 0 1 15,0 0 0-15,0 0 0 16,0-1 0-16,1-1 0 0,0 0 0 15,-1 0 0-15,2 0-1 16,1 1 1-16,-1 1 0 16,1-1 0-16,0-1 0 15,0 3 0-15,0-1-1 16,0-1 2-16,0-1-2 16,0 2 1-16,0-4 1 0,0 2-2 15,0-2 1-15,0 0 0 16,0 0 0-16,0-1 0 15,0 0 1-15,0 0-1 16,1-1 0-16,0 0 0 0,2 1-1 16,0-1 1-16,0-1 0 15,0 0 0-15,0 0 0 16,-1 0 0-16,0-2 0 16,2 2-1-16,-1-3 1 15,1 0 1-15,1 1-1 0,-3-2 0 16,2 2 0-16,1-1 1 15,-1 1-2-15,2-1 2 16,-1 1-2-16,2-1 1 16,-3-1 1-16,3 0-2 15,-1-2-2-15,0 1 5 16,1-1-2-16,1-1 0 0,-1 2 2 16,1 0-3-16,1 0 0 15,-2-1 4-15,0 2-2 16,0-1-1-16,1 3 1 15,-1-3-1-15,2 2 1 16,1-1-1-16,4-1 1 0,0 0-3 16,2-1-3-16,2-1 3 15,2-1 5-15,-1-1-4 16,1 1 2-16,1-2-2 16,-1 0 2-16,-1 0 1 15,0 0-3-15,-2 0 0 0,-1-4 2 16,-1-1-2-1,2 1 4-15,-2-1-4 0,1-2 1 16,1-2 5-16,0-2-4 16,-1-1 1-16,1-3 1 15,0-2 0-15,1-2 0 0,1-3 4 16,-2 1-4-16,-2 0 0 16,0 1-1-16,0 0-1 15,-5 2 0-15,-3 1 2 16,-2-1-2-16,0 2 2 15,-1-2 0-15,0 0 4 16,1-4-2-16,-1 1-1 16,2-3 0-16,0-2-3 0,2-3 0 15,1 0-1-15,0 0 0 16,-1 0-1-16,1-1-3 16,-2 1 0-16,-3 1-1 0,-2 1 2 15,-2-2 2-15,0 1 1 16,-3 2 0-16,-2 1 3 15,-3 1-1-15,0 0 3 16,0 3-1-16,1-1 1 16,-2 1-1-16,1 1-2 15,0 1 0-15,0-1 2 0,-1 2-3 16,-1 2 2-16,-1 0 0 16,-1 3-2-16,-1 2 0 15,-2 4-1-15,0 1-1 16,-1 4 2-16,-2 2-1 0,2 1-9 15,1 8-19-15,3 1-34 16,2-2-56-16</inkml:trace>
  <inkml:trace contextRef="#ctx0" brushRef="#br0" timeOffset="-50137.36">22730 2611 66 0,'-2'-4'3'0,"-1"1"9"0,1 0-5 0,-1-1 1 15,1 1 8-15,-3-2-7 0,2 2 0 16,-1-2 5-16,0 3 12 16,1-3 0-16,0 2-11 15,-1-2-4-15,0 2-4 16,-1 0-1-16,-1-1-3 15,-1 2 0-15,-3-1-3 16,0 3 0-16,-2-1 0 16,0 0 0-16,0 1 1 15,-1 0-1-15,2 0 0 0,1 0 1 16,-1 0-1-16,2 0 0 16,-1 2 0-16,2 3-1 15,-2-1 1-15,0 2 0 16,0-1 0-16,0 3-1 15,-1-1 1-15,0 1-2 0,1 2-1 16,0 0 2-16,0-2-3 16,-2 4 0-16,2-2 3 15,1-2 0-15,0 2 1 0,2-1 0 16,2-2-1-16,-1 2 1 16,0-3 0-16,0 3 0 15,2-1 0-15,-1-2 0 16,2 1 0-16,-4 1 0 15,3-1 0-15,-2 1 0 0,2 0 0 16,-1-1 0-16,0 1 1 16,-1 2 0-16,1-1-1 15,-2 2 1-15,0 0-1 16,1 1 0-16,0 1 0 16,1-1 1-16,0 0-1 15,1-1 0-15,0 0 0 0,1-1 0 16,2 0 0-16,-1-2 0 15,1 1 0-15,1-2 1 16,0 1-1-16,0-2 0 16,0 2 2-16,0-1-4 15,0-2 4-15,0 2-2 0,0-1 0 16,0-1 0-16,2 2 0 16,1-2 0-16,1 0 0 15,-2 0 1-15,1 1-2 16,2-2 2-16,-1 1 1 15,0 0-2-15,0 0-2 0,1-1 4 16,0 1-1-16,0 0 0 16,0 0 0-16,-1-1-1 15,2 1 1-15,-3 0-1 16,2-1 0-16,-1 0 0 0,1-1-2 16,0 1 1-16,3 1 0 15,-2-1 3-15,0 0-1 16,4 1 1-16,-3 0-2 15,3-2 1-15,-2 2 0 16,1-2-5-16,0 1 5 16,0 0-2-16,1-3 1 0,-3 2 2 15,2 0-4-15,0-3 2 16,1 2 4-16,0-1-6 16,1 1 5-16,-1-1-1 15,0 0-1-15,1 0-1 0,-1-1 2 16,2 0-4-16,0 0 2 15,1 0 0-15,-1 0-4 16,1 0 6-16,0 0-2 16,1 0 1-16,-2-1 2 15,1-4-2-15,0 3-1 16,0 0 0-16,0-2 2 16,1 0-1-16,0 1 1 0,-2-2-1 15,2 0 0-15,0 0 0 16,-2 0 0-16,-1-1-1 15,0 0 1-15,-1 0 0 16,0 0 2-16,-1 0-1 0,-1 0 0 16,-2 1 1-16,1-2 3 15,-2 2-2-15,1-3 0 16,-1 3-1-16,1-5 1 16,0 3-1-16,0-2-1 15,0 0 0-15,1 1-2 0,-1-2 0 16,-2 0 1-16,2 2-1 15,-2-2 3-15,1 0 0 16,-3 0 1-16,2 0 0 16,0 0 1-16,-3-1-2 15,0 0 1-15,0-1 2 0,-1 0-5 16,0 0 2-16,0-1-1 16,0-1 1-16,0 0-1 15,-2-1-1-15,0 0 2 16,-1-1 0-16,1 1 1 15,-1 0 1-15,-1 0 1 16,-1 1-5-16,0 0 0 0,-2 3-1 16,-2 1 0-16,-3 3-4 15,-3 4-9-15,-4 3-25 16,-7 0-37-16,-6 0-147 16</inkml:trace>
  <inkml:trace contextRef="#ctx0" brushRef="#br0" timeOffset="-48725.18">21755 3382 63 0,'0'-2'8'0,"0"0"8"0,0 0 3 0,0 0-5 0,-1 0-1 16,1 0 2-16,-2-1-3 15,1 2 0-15,0-1-4 16,1 0-3-16,-2 0-4 16,0-1 1-16,0 1 1 15,0-1 4-15,0 0 4 0,-1 1-2 16,-1-3 1-16,0 2-1 16,-1-2-1-16,0 2 0 15,-1-2-6-15,0 2 1 16,-2-1-2-16,-1-1 2 15,0 2-1-15,-1-2-2 16,0 2 1-16,0 0 0 0,-2 2 1 16,-1-1-2-16,-2 2 1 15,-1 0 0-15,-1 0-1 16,0 0 1-16,0 2 0 16,-1 1-1-16,3 1 2 15,-2 2-2-15,2 1 0 0,1 0 0 16,2 0 0-16,0 4 1 15,1-1-2-15,1 1 1 16,1 3 0-16,0-1 0 16,1 2 0-16,-1 1 0 0,2 0-2 15,0 1 4-15,0-2-2 16,1 0-2-16,2-1 2 16,1 0 0-16,0-1-1 15,2 0 1-15,1-1 0 16,0 1 0-16,0 0-1 15,0 1 0-15,0-1 2 0,2 0-2 16,2 2 0-16,0 0 1 16,2-2 1-16,1 2-2 15,0-3-1-15,0 1-2 16,1-4 0-16,1 0 2 16,3-2 0-16,1-1 1 15,2-1 2-15,3 0 1 0,-2-3 3 16,4-1-2-16,0 0-2 15,-2-1-1-15,3 0 1 16,-1 0-3-16,-1-1 3 16,1-4 2-16,-1 0-2 0,0 0 1 15,-2 0-3-15,1-3 5 16,-2 2-2-16,0-1 0 16,0-2 0-16,-1 1 0 15,-1-1 0-15,-2-1 0 16,1 0 1-16,-3 0 0 0,-1-2 2 15,0-1-3 1,0-1 3-16,-1-1-2 0,-1-1 1 16,-2-2 0-16,1 0-1 15,-3 2-1-15,-2-1 0 16,-1 1 1-16,0 2-1 16,0 4 1-16,0 2-3 0,0 3-5 15,-1 2-26-15,1 1-54 16</inkml:trace>
  <inkml:trace contextRef="#ctx0" brushRef="#br0" timeOffset="-47512.19">22595 3228 74 0,'-5'-6'12'0,"0"1"9"0,0 1 10 0,0 0-4 0,-1 0-2 15,1 0-7-15,-1 0-7 16,2 1-4-16,0 1-6 16,-1 0 0-16,-1 2-2 15,-1 0-3-15,-2 0-4 0,-2 0 4 16,-1 0 3-16,-2 1 1 15,0 2 1-15,2 1 1 16,-4 2 2-16,1 0 0 16,-1 1-3-16,1 3 0 15,-3-1-1-15,1 2 0 0,0 0 0 16,-3 2 1-16,3-1-1 16,2 1 0-16,0 0 0 15,4 1 0-15,0-1 0 16,3-1-1-16,3 1 1 15,1 0 0-15,1-1-1 16,2 0 1-16,1 3-1 0,0-1 1 16,0-1 0-16,0 3 0 15,0 0 0-15,1 0 0 16,1-3 1-16,3 2-2 16,-2 0 1-16,4-1-2 0,0 0 2 15,1-1-1-15,2 0 1 16,0 0-1-16,2-3 1 15,1 2 1-15,1-2 2 16,-1-1 0-16,3-2 0 16,-2 0-1-16,3-1 3 15,-2-1-1-15,2-1-2 0,1-1 2 16,1 0 1 0,-1-1-4-16,2-2 5 0,0 0-5 15,-1 0 1-15,0 0 0 16,0 0-2-16,-1 0 1 15,0 0 1-15,0 0-2 0,2-3 0 16,-2 0 1-16,3-1 0 16,0-1 1-16,-2 0-1 15,1 0 0-15,1 0-1 16,-2-1 1-16,-2-1-1 0,0 1 1 16,-2-1-1-16,0-2 2 15,-1 1 0-15,-1 0 2 16,-2-2 2-16,0 2 0 15,-1-1-4-15,-1 1-1 16,-1-3 1-16,-2 3-1 16,0-1 0-16,1-1 1 0,-2-1-1 15,0-1 0-15,0 2 0 16,0-3 0-16,-2 1 0 16,0 1 0-16,-2-2 1 15,-1 1-1-15,0 2 0 16,0-2-1-16,0 3 4 15,0-1-3-15,-3 1-1 0,-1 0 5 16,0 0-2-16,-2 1 0 16,0 0 1-16,0 0 0 15,0 1-2-15,0 0 0 16,0-1-1-16,-1 3 0 16,1-1 0-16,1 2 1 0,0-1-1 15,0 1-1-15,2 2 0 16,-1 0 0-16,3-1 0 15,-1 3 1-15,1-1-1 16,0 1 0-16,-1-1-1 0,2 1 0 16,-3 0 1-16,2 0-3 15,-1 2-2-15,0 3-13 16,0-1-16-16,-2-3-54 16</inkml:trace>
  <inkml:trace contextRef="#ctx0" brushRef="#br0" timeOffset="-46130.88">22522 2136 33 0,'0'2'4'0,"0"2"6"0,0-1 4 0,0 2 0 0,0 0-7 16,2-2-2-16,2 2 2 16,2-2 12-16,2-1-8 15,2 1 2-15,0-3 9 0,3 0-7 16,-1 0-6-16,0 0-4 16,3 0-1-16,-3-4 2 15,2-1-1-15,-1-2 3 16,-3 3-3-16,-2-2 1 15,-1 1-2-15,-3 1 1 16,-1-2 0-16,-2 3 0 0,-1-2 1 16,0 1-2-16,0 1-1 15,0 2 0-15,0-1-2 16,-4 2 5-16,0 0-5 16,2 0-1-16,-4 0 1 15,2 2-2-15,0 2 2 0,0 1-2 16,2 2 1-16,-1 0 0 15,0 0 0-15,1 2 0 16,1-1 0-16,1 1 0 16,0 0 0-16,0 0-1 15,0 1 1-15,0 1 0 16,3-1 0-16,1-1 0 0,0 1 0 16,-1-1 0-16,-1-2 0 15,-1 1 0-15,-1-1 1 16,0-1 0-16,-4 0 1 15,-5 0 1-15,-2-1 1 0,-2 0-3 16,0-2 3-16,-3 0 0 16,2-1 0-16,-2 0-3 15,3-1-1-15,2 1 0 16,0 0-1-16,4-2-6 16,3 0-63-16</inkml:trace>
  <inkml:trace contextRef="#ctx0" brushRef="#br0" timeOffset="-45571.93">22515 2029 85 0,'0'0'5'0,"0"0"9"0,0 0 5 0,0 0-2 15,0 0 5-15,0 0 1 16,0 0-9-16,0 0-1 15,0 0-4-15,0 0-3 16,10-28 1-16,-8 25-5 0,1 0 0 16,0 1 4-16,0-3-3 15,0 3-1-15,1-4 1 16,-1 2 2-16,1-2 3 16,0 1-3-16,-1-2 0 15,2 1-3-15,-1-1 0 16,-1-1-1-16,2 1 0 0,-2 1 0 15,1-1-1-15,0 2 0 16,-1-1 0-16,0 2 0 16,1 0 0-16,-3 1 0 15,1 2 1-15,-1-1 2 16,-1 2 2-16,2 0-3 0,1 0-4 16,1 4 4-16,2 5-1 15,0 4 0-15,4 4-1 16,0 4 0-16,1 3 0 15,-1 2-2-15,-1-3-68 16</inkml:trace>
  <inkml:trace contextRef="#ctx0" brushRef="#br0" timeOffset="-44294.43">21640 2276 33 0,'1'0'13'0,"0"0"-9"0,1 0-3 0,-2 0 0 15,1 0 0-15,-1 0 4 16,0 0-1-16,1 0-3 15,-1 0 5-15,1 1 0 16,-1 1-2-16,1 1 0 0,0-1-3 16,1 1 0-16,1 0 0 15,-2-1 0-15,1 0 2 16,0 0 2-16,0-1-1 16,2 0-1-16,-1 0 3 15,0 0-2-15,1-1 1 0,-1 0 3 16,1 0 0-16,0 0-2 15,1-4 1-15,0-1-1 16,0-1 4-16,1-2-2 16,0 0-1-16,0-2-1 15,2-1 0-15,-1-1 1 16,2-1 2-16,1 1 0 0,1-3-4 16,0 0-2-16,3 0-3 15,-1 0 1-15,0 0 0 16,0-1-1-16,-1 0 0 15,-2 4 1-15,-4-2-1 16,-1 2 3-16,-1 1 13 0,-1 1 2 16,0 2-5-16,0-1-5 15,0 2 1-15,0 0 1 16,-1 1-3-16,0 3 0 16,-1-1-4-16,1 1 0 0,-2 3-1 15,0 0 1-15,0 0 0 16,0 0-3-16,0 0-3 15,0 1-1-15,-2 6-1 16,0 1-7-16,1 2-11 16,-3-3-35-16,3-1-46 15</inkml:trace>
  <inkml:trace contextRef="#ctx0" brushRef="#br0" timeOffset="-41632.69">22598 1752 11 0,'1'-2'22'0,"-1"2"-13"0,1-1-5 0,0 0-3 15,-1 0 0-15,1 0-1 16,-1 0 0-16,0 1 1 15,0-1 1-15,0-1-1 16,0 2 0-16,0-2 2 16,0 2 3-16,0-1 3 15,0-1-1-15,0 0 8 16,0 1-2-16,0-1 0 0,0-1-2 16,0 3-3-16,0-2-2 15,0 2-1-15,0-2-3 16,0 2-2-16,0 0-1 0,0 0 1 15,0-1-1-15,0 1 1 16,0-2 1-16,0 2-2 16,0 0 0-16,0-1 1 15,0 0 0-15,0 1 3 16,0-1 2-16,0 1-1 16,0-1-3-16,0 1-2 0,0 0-1 15,0 0 0-15,0 0-1 16,0 0 2-16,0 0 0 15,0 0 0-15,0 0 0 16,2 0 2-16,-2 0-4 16,0 0 4-16,1 0-2 0,0 0 0 15,-1 0 0-15,1 2 1 16,0-1-1-16,0 0 0 16,1 2 0-16,1-1-1 15,-3 0 2-15,2 3-1 16,-2-2 0-16,2 2 1 0,-1-1-1 15,1 0 0-15,1 1 0 16,-2-2 0-16,0 1 0 16,0-1 0-16,0-1 0 15,1 0 1-15,-2-1-2 16,1-1 2-16,0 0-2 0,1 0 1 16,1 0 1-16,0 0 5 15,0 0 8-15,2-3-3 16,3-3 2-16,-3-1-4 15,2-2 2-15,1-1-2 16,2-3-2-16,0 1 2 16,2-4-6-16,-1 0 0 0,3-1 0 15,1-3 0-15,-1-1 2 16,4 1-3-16,-3-2 2 16,2 1-3-16,1-2 0 15,-1 0 1-15,-1 1-2 16,-2 2 1-16,-2 2 0 0,-2 2-1 15,-3 3 1-15,-2 3-1 16,-2 3 0-16,-1 2 1 16,-1 2 0-16,-1 1-1 15,0 2-3-15,0 0-30 0,0 9 8 16,-3 2-5-16,-4 1-47 16</inkml:trace>
  <inkml:trace contextRef="#ctx0" brushRef="#br0" timeOffset="-39796.95">21730 6013 77 0,'-1'0'17'0,"0"0"10"0,0 0-1 16,1 0-6-16,0 0-16 16,0 0-7-16,0 0 6 15,0 0-1-15,0 0-7 16,0 0 8-16,0 0-1 0,0 2-1 16,0-2 0-16,0 1 0 15,0 1 0-15,0-1 0 16,0 0-1-16,0 2 1 15,0 1 3-15,1 0 0 0,0 1-3 16,0-1 1-16,0 0-2 16,1 0 0-16,2-1 0 15,-1-1-2-15,0 0 0 16,2-1-2-16,1-1-4 16,1 0 13-16,2-4 14 15,2-4-5-15,1-3 1 0,1-1-5 16,3-1-4-16,-1-1 0 15,2-2-4-15,-1 0 1 16,1 1-1-16,-1 0 3 16,0 0-2-16,-1 1-2 15,1 2 2-15,-2 1-2 16,-2 2 0-16,-1 2 0 0,-3 2-1 16,-2 2 1-16,-1 0 1 15,-4 3-1-15,0 0 0 16,-1 0 3-16,0 0 2 15,0 0 0-15,0 0-3 0,0 0-3 16,0 0 3 0,0 0 1-16,0 0-3 0,0 0 0 15,0 0 0-15,0 3-1 16,0-1 0-16,0 0-2 16,0 0 0-16,0 0 4 0,0 0 0 15,0 0-1-15,0-2-1 16,0 1 1-16,0-1-1 15,0 0 1-15,0 0 0 16,0 0-1-16,0 0 0 16,0 0 0-16,0 0 0 0,0 0 0 15,0 0 0-15,0 0 1 16,0 0-1-16,0 0 0 16,0 0 0-16,0 1 0 15,0-1 0-15,0 0 1 16,0 0-1-16,0 0 0 0,0 0 1 15,0 0-1-15,0 0 0 16,0 1 0-16,0-1 1 16,0 0-2-16,0 0 1 15,0 1 1-15,-1 0-1 16,0 0 2-16,1-1-2 0,-2 2 1 16,-1 1-1-16,1 0 0 15,0-1-1-15,0 1 2 16,-1 1-2-16,1-1 1 15,0 1-2-15,2 0-7 16,-1 0-18-16,0 0-24 16,1-1-10-16,-1-2-31 0</inkml:trace>
  <inkml:trace contextRef="#ctx0" brushRef="#br0" timeOffset="-38308.42">22547 4743 165 0,'0'-2'1'0,"0"-1"33"0,0 1-5 0,0 2-11 15,0 0-14-15,0-1-4 16,0 1-1-16,0 0-4 16,2 0 5-16,1 3 0 15,-2 2 2-15,1 3-1 16,0-1-1-16,1 3 0 0,1 0 1 15,0 0-1-15,3-1 0 16,-1-1 0-16,1-1-1 16,2-2 0-16,1 0 1 15,1-2-4-15,1-3 4 16,1 0-2-16,2 0 4 0,0 0-2 16,0-6 0-16,2-1 1 15,-2-1 2-15,-1-1-5 16,0 0 6-16,-3-2-3 15,0 0 0-15,-4 1 0 16,0 0-1-16,-1 0 1 0,-2 1-1 16,0 2 1-16,-1 0 0 15,-2 2 1-15,-1 2 5 16,0 0 0-16,0 1 0 16,0 2-5-16,0 0-2 15,0 0-2-15,0 3 1 16,0 4 1-16,-1 3 1 0,-1 2-1 15,0 0 1-15,2 3-1 16,0 0 0-16,0-1 0 16,0 1 0-16,0 1 0 15,1-1 0-15,2 0 0 0,0 1 0 16,0-1 0-16,0-1 0 16,0-1 0-16,0-1 0 15,1-3 0-15,-3 0 0 16,1-1 0-16,-1-1 1 15,-1-1 0-15,0-2-1 16,0 0 0-16,-1-1 2 0,-5-1 3 16,-1 0 2-16,-2 0-3 15,-1-1 2-15,-3 0-3 16,0-1 1-16,-2 1-1 16,0-1-2-16,-1 0-1 0,-1 3 0 15,2-1 0-15,1 1 0 16,2 2-1-16,1-2-2 15,4 2-21-15,2-1 2 16,3-4-58-16,2 0-34 16</inkml:trace>
  <inkml:trace contextRef="#ctx0" brushRef="#br0" timeOffset="-37867.85">22917 4847 75 0,'0'0'17'0,"0"0"5"0,0 0-1 0,0 0-5 0,0 0 0 16,0 0 1-16,0 0-1 16,0 0-6-16,32-3-2 15,-21 1-3-15,1-1-4 16,2 1 0-16,0-1 1 0,2 3-2 16,1-2-18-16,-2 0-50 15</inkml:trace>
  <inkml:trace contextRef="#ctx0" brushRef="#br0" timeOffset="-37064.05">23211 4697 34 0,'0'0'36'0,"0"0"-34"0,0 0-2 16,0 0 1-16,0 0 2 15,0 0 3-15,0 0 0 16,0 0 1-16,-15 28 0 15,14-20 0-15,1-2-3 0,0 1-2 16,0 0 2-16,4-2-3 16,0 0 3-16,3-2 0 15,1 0 6-15,0-2 2 16,2-1-2-16,1 0 5 16,-1 0 0-16,2 0-4 15,-1-5-4-15,-1 1-4 0,-1-2-1 16,-1 0 0-16,-2-1 1 15,-1 1 1-15,-2-2-2 16,-1 0 0-16,1 1 0 16,-3 2 1-16,1-1-2 15,-1 2 3-15,0 0-2 0,0 3-1 16,0 0 2-16,0 1-3 16,0 0-3-16,0 0 3 15,0 2 1-15,-3 4-1 16,1 1 0-16,0 2 0 15,1 0-1-15,1 4 1 16,0-3 0-16,0 3 0 0,0 2 0 16,0-2 0-16,3 2 0 15,0 0 0-15,0-2 0 16,-1 2-1-16,0 1 2 16,0-1-1-16,0-1 0 0,-1 0 0 15,0 1 0-15,-1-2 1 16,0-2-1-16,0 2 0 15,0-3 1-15,-1-1-1 16,-4 0 1-16,0-3 0 16,-3-1 3-16,-1-1 1 15,-2-2 7-15,-3-1-5 0,0-1-1 16,1 0 2-16,1 0 1 16,1 0-1-16,2-4 1 15,1-2 1-15,3-1-5 16,2-1-1-16,2 1-4 0,1-3-4 15,0 0-12-15,0-1-40 16,3-4-103-16</inkml:trace>
  <inkml:trace contextRef="#ctx0" brushRef="#br0" timeOffset="-36293.96">23111 4502 78 0,'0'0'9'0,"0"0"-7"0,0 0 0 0,0 0 4 15,0 0-1-15,0 0-1 16,0 0 1-16,0 0-1 15,0 0 2-15,0 0-1 0,0 0 3 16,0 0 3-16,0 0-2 16,12-7-1-16,-12 7-5 15,0 0-2-15,0 0-1 16,0 1 1-16,0 0-1 16,0 0 0-16,1-1 3 15,1 0 6-15,-2 0 10 0,3 0-2 16,-1 0-4-16,1 0-2 15,0-1-5-15,0-4-1 16,0 2-1-16,1-2-1 16,-1-2 1-16,0 2-1 15,1-2-2-15,0 0 2 0,-1 1-1 16,1-2-1-16,0 2 0 16,-2 0-1-16,2 1 0 15,0-1 0-15,-3 3 0 16,1-1 0-16,-1 1 2 15,0 0-1-15,0 1 0 16,-1 1-1-16,0 0 1 0,0 0-1 16,1 1 0-16,-1 0 0 15,0 0-2-15,2 0-1 16,-1 0 3-16,2 3 0 16,1 2 0-16,-1 0 0 15,3 0 0-15,1 1 0 0,1 1 0 16,2 1 0-16,-1 2 0 15,4 0 0-15,0 3 2 16,1 1-4-16,0-1-14 16,0 2-40-16,-1-2-49 15</inkml:trace>
  <inkml:trace contextRef="#ctx0" brushRef="#br0" timeOffset="-35698.53">23540 4558 78 0,'0'0'7'0,"0"0"7"0,0 0 0 0,38 19-4 16,-26-10-6-16,0 1-1 15,2 2 1-15,0 2-2 16,3 1 1-16,-3 3 0 16,2 2 1-16,-5 2-1 0,0 1-2 15,-1 3 1-15,-5 1 0 16,-2-1 1-16,-3 4 0 16,-2-2 0-16,-11 1 0 15,-5 2 3-15,-5-2-2 16,-8 1-3-16,-3-2 2 0,-5 1-8 15,-2-7-32-15,-1-2-40 16</inkml:trace>
  <inkml:trace contextRef="#ctx0" brushRef="#br0" timeOffset="-35062.82">22369 4585 57 0,'0'0'4'0,"0"0"5"0,-31 10-3 0,19-4-1 16,0 4 1-16,-1 1 4 16,0 4 1-16,3 2-2 0,0 3 0 15,3 1-1-15,0 4-1 16,4 0-2-16,3 2-2 16,0 0-2-16,9 0 0 15,6 1-1-15,4-2 0 16,6-3 2-16,6 0 0 0,4 0 0 15,2-4-1-15,1-1-13 16,-3-4-68-16</inkml:trace>
  <inkml:trace contextRef="#ctx0" brushRef="#br0" timeOffset="-34296.77">22445 5357 61 0,'0'0'18'0,"0"0"16"0,0 0-11 0,0 0-5 16,0 0 0-16,0 0 5 16,0 0-1-16,0 0-8 15,0 0-13-15,0 0-1 16,0 0 0-16,25-20 4 16,-11 17-5-16,4 2 3 0,4-1-1 15,1 0-3-15,5 0-3 16,5-2 2-16,5-1-1 15,1 0 12-15,5-2 1 16,4 0-2-16,5-2-3 0,2 2-1 16,3-3-1-16,0 3 0 15,0-1 0-15,-3 2-1 16,-4 2-1-16,-4 0 2 16,-5 2-2-16,-6 0 0 0,-4 2 0 15,-5 0 0-15,-5 0 0 16,-6 0 0-16,-2 0 0 15,-4 2-9-15,-5 1-10 16,-4 0-21-16,-1 0-30 16,-6 1 10-16</inkml:trace>
  <inkml:trace contextRef="#ctx0" brushRef="#br0" timeOffset="-33766.17">22580 5427 82 0,'0'0'7'0,"36"-1"17"0,-12-2-5 0,2 0-7 0,1 1-4 16,3-3-1-16,1 1-1 16,3-1-3-16,1-2 1 15,2 2 7-15,2-1-1 16,1 0-4-16,1 1-4 0,-1-1 0 16,-1 1 3-16,1 0 2 15,-6 0 6-15,1 2-1 16,-2-1 1-16,-1 1-5 15,-5 0-2-15,-2 1-1 16,-4 0 0-16,-4 1-2 0,-2 0-3 16,-4 1 1-16,-3 0 0 15,-4 0-16-15,-3 0-54 16,-1 0-73-16</inkml:trace>
  <inkml:trace contextRef="#ctx0" brushRef="#br0" timeOffset="-32635.66">22979 5359 86 0,'0'0'8'0,"0"0"19"0,0 0 13 0,0 0-10 16,0 0-6-16,0 0-10 15,2-28-4-15,0 24-1 16,0 1-4-16,0 0-5 16,-1 1 1-16,0 1 0 0,0 1-2 15,0 0 0-15,0 0-1 16,-1 3-4-16,1 5 2 16,1 2 11-16,0 2-5 15,0 4 0-15,1 1-1 16,0 1 0-16,-1 3-1 0,1-1 0 15,-1 2 1-15,1-1-3 16,0 0 3-16,0 0-1 16,2 0 1-16,-1 2 0 15,1-1-1-15,0 1 0 16,1 0 1-16,0 0 0 0,-1-2-1 16,0-1 1-16,0-2-1 15,-1-1 5-15,-1-2-4 16,0-2 1-16,-1-1 0 15,-2-1 0-15,1-1-1 16,-1 1 2-16,0-2-3 16,0-1 2-16,0 0-3 0,-1-1 2 15,-2-2-1-15,-1 0-10 16,-2-2-23-16,-1 0-52 16</inkml:trace>
  <inkml:trace contextRef="#ctx0" brushRef="#br0" timeOffset="-32372.34">22941 5815 136 0,'0'0'1'0,"0"0"-1"0,0 0 12 0,0 0 1 16,0 0-3-16,37 18-5 0,-26-13-2 16,2 1 0-16,1-1-1 15,0-1 0-15,4 1-1 16,-2-2-1-16,1 0-3 16,1-2-23-16,-2-1-34 15</inkml:trace>
  <inkml:trace contextRef="#ctx0" brushRef="#br0" timeOffset="-32217.72">23163 5783 146 0,'0'0'41'0,"0"0"-2"0,0 0-8 16,-30-13-19-16,22 13-9 16,-1 10-5-16,-1 3-2 15,-1 5-6-15,0 2-21 16,-2 2-28-16,-2 1-30 15</inkml:trace>
  <inkml:trace contextRef="#ctx0" brushRef="#br0" timeOffset="-30617.63">22892 6142 159 0,'3'-3'24'0,"-2"-1"12"0,2 0-10 0,-2 0-16 16,-1 1-3-16,0-1 1 15,0 1 2-15,0 0 0 0,0 0-2 16,-2-1 3-16,-1 1-2 16,1 1-1-16,-2 0-3 15,1-1-2-15,-1 3-4 16,-2-1-7-16,-2 1 2 16,-1 0 9-16,-3 3-2 15,-1 5 2-15,-1 3-3 0,-2 3 4 16,2 3-4-16,-2 2 0 15,1-1 0-15,3 2 0 16,1-2 0-16,4-1 0 16,2-1 0-16,4-2 0 0,1-3-5 15,2-1 0-15,6-2 0 16,2-1 2-16,2-2 0 16,3-3 1-16,0-2 5 15,0 0-3-15,1 0 1 16,-1 0-2-16,-3-2 2 15,-2 0 1-15,-3 0-2 0,-3 1 0 16,-4-1 4-16,0 2-2 16,0 0 5-16,-2 0-9 15,-6 0 0-15,0 0 7 16,-1 5-2-16,-2 3-2 16,3 3-1-16,1 3 1 15,0 3 0-15,3-1-2 0,-1 2 2 16,5-3-1-16,0 2-1 15,0-4-1-15,0-1-1 16,6-1 3-16,3-2-1 16,0 0 0-16,3 0-1 15,2-3-3-15,3-1-5 0,0-3-7 16,2-1-20-16,-1-1-26 16,-4-1-5-16,0-8-55 15</inkml:trace>
  <inkml:trace contextRef="#ctx0" brushRef="#br0" timeOffset="-30252.11">22985 6320 145 0,'0'0'2'0,"0"0"8"0,0 0 11 0,30-13-1 0,-22 13-10 16,2 0-1-16,-2 0 1 15,1 5-6-15,0 3-4 16,0 2-2-16,-2 2 5 0,0 0 0 16,-1 1 0-16,-2 0-3 15,-1-2 2-15,1-1 1 16,-4-3-3-16,0 0-5 16,0-3 7-16,0 0 0 15,0-3 3-15,0-1 10 16,0 0 0-16,-4 0-3 0,1 0 3 15,1-6 1-15,0-1-5 16,1 0-2-16,0-2-5 16,1-2-2-16,0 0-2 15,5-2 0-15,3 1-2 16,3-1-12-16,2 2-19 16,0-1-14-16,0 2-71 0</inkml:trace>
  <inkml:trace contextRef="#ctx0" brushRef="#br0" timeOffset="-29851.76">23199 6282 204 0,'0'0'-1'16,"0"0"4"-16,0 0 4 15,31 0-3-15,-22 0-3 0,0 0-1 16,0 0 1-16,-1 5 3 15,-1 2-2-15,0 0 5 16,-1 2 2-16,1 1-6 16,-3 2-2-16,0-1 2 0,-1 1-3 15,-1-1 1 1,-1 1 0-16,-1-3 0 0,0-1 0 16,0 0-3-16,-2-3 2 15,-2-1 8-15,-1-2-2 16,-2 0-2-16,1-2 0 15,0 0 2-15,0 0 4 16,2-2-1-16,2-4 0 0,-1-1 1 16,3-2-2-16,0-2-6 15,0-2 4-15,6-2-4 16,3-1 0-16,3 1-3 16,0-1-7-16,4 0-20 0,-2 3-12 15,1 0-28-15,-2 3-40 16</inkml:trace>
  <inkml:trace contextRef="#ctx0" brushRef="#br0" timeOffset="-29317.83">23416 6261 134 0,'0'0'24'16,"0"0"6"-16,0 0-15 15,0 0-9-15,0 0-4 16,0 0-1-16,-5 33 0 15,3-25-1-15,2 2 1 0,0-2-1 16,0 0 2-16,0-1 0 16,0 0 2-16,0-3-2 15,3 0-3-15,0-1 4 16,1 0-5-16,-4-2 2 16,4-1-1-16,-3 0 2 0,1 0 11 15,1-5 3-15,-2-2-4 16,-1-1-2-16,0-1-2 15,0-1-1-15,0-1-1 16,0 0-3-16,1-1-2 16,1-1 1-16,1 2-2 0,1 0 0 15,1 1-1-15,0 2-1 16,-1 3 0-16,3 3 2 16,-4 1 0-16,1 1-2 15,-1 0 1-15,0 4-6 16,0 5-1-16,-2 0 9 15,2 3-1-15,-3 0 3 0,0 0 3 16,0-1-4-16,2-1 0 16,0-2-1-16,1-3 1 15,1 0 0-15,-1-3 0 16,4 1 4-16,-1-3 2 16,1 0 7-16,3 0 2 0,1-5-4 15,0-3-5-15,2 1-5 16,-1-2 0-16,1-1-2 15,1 1-14-15,-2-2-27 16,-3 1-68-16</inkml:trace>
  <inkml:trace contextRef="#ctx0" brushRef="#br0" timeOffset="-28798.57">23921 6193 157 0,'0'0'8'0,"0"0"11"0,0 0-1 0,0 0-6 0,0 0-9 16,0 0-3-16,-31-8 0 16,22 14-2-16,1 2 2 15,-1 1 0-15,2 0 0 16,3 0 0-16,-1 1 0 16,4-2-1-16,1-1 0 15,0 0 1-15,3-3-4 0,5-2-1 16,1 1 6-16,-1-3-4 15,2 0 3-15,-1-1-1 16,0-4 1-16,-2-2 0 16,-1 1 8-16,-1-1 4 15,-1 2 1-15,-3-1 6 0,0 2 2 16,-1 1-10-16,0 0-1 16,0 2-6-16,0 1-4 15,0 0 4-15,0 0-8 16,0 0 0-16,2 4 3 15,1 1-1-15,1 3-5 0,-1 0-10 16,3-1-24-16,-2 0-15 16,2-2-18-16</inkml:trace>
  <inkml:trace contextRef="#ctx0" brushRef="#br0" timeOffset="-28365.33">24018 6220 120 0,'0'0'1'0,"0"0"3"16,0 0 1-16,0 0 3 0,0 0-4 15,0 0 6-15,28-14 3 16,-23 14-7-16,-1 0 0 16,1 5 6-16,-1 2-5 15,-1-1-5-15,1 3 2 16,-2-1-2-16,0 0-1 15,-1-1 2-15,1-1-5 0,-1-1 5 16,-1 0-4 0,0-3-5-16,0-1 5 0,0-1 9 15,0 0 25-15,0-1-18 16,-2-6-2-16,2 1 0 0,0-1-6 16,0-2-4-1,0 0 1-15,6-1-2 16,1 2 2-16,2 0-5 0,1 3 0 15,0 0 2-15,0 1-2 16,1 2 1-16,-3 2 0 16,1 0 0-16,-2 0-2 15,-2 4 1-15,0 3-2 0,-3-1-7 16,0 4 3-16,0-3-7 16,1 3-12-16,-1-3-21 15,0-1-43-15</inkml:trace>
  <inkml:trace contextRef="#ctx0" brushRef="#br0" timeOffset="-28015.59">24362 6211 192 0,'0'0'13'0,"0"0"9"0,0 0-8 0,0 0-6 0,0 0-2 16,12-28-3-16,-17 26 0 15,-4 2-6-15,0 0 11 16,-1 0-5-16,0 5-2 0,0 2 3 16,1 1-1-16,2 0-2 15,3 1 0-15,1-1-1 16,3 0-1-16,0-1-3 16,0-1 1-16,5-2 0 0,4 1 0 15,2-4 2-15,3 0 2 16,1-1 0-16,2 0 4 15,-3 0-7-15,1 0 7 16,-3-4-5-16,0 4 1 16,-4-3-1-16,-2 3 1 15,-1-2-1-15,-4 0-8 16,0 0-33-16,-1-2-42 0</inkml:trace>
  <inkml:trace contextRef="#ctx0" brushRef="#br0" timeOffset="-27739.43">24454 5999 193 0,'0'0'-6'15,"0"0"6"-15,0 0 8 16,0 37-3-16,0-21 0 16,-2 0 1-16,1 0-4 0,-1 1-1 15,1-1-1-15,1-1 1 16,0 1 0-16,0-2-1 16,3-3 0-16,1-1-24 15,3-2-54-15</inkml:trace>
  <inkml:trace contextRef="#ctx0" brushRef="#br0" timeOffset="-26893.79">24564 6135 91 0,'0'0'99'0,"0"0"-77"16,0 0-2-16,0 0-3 15,0 0-4-15,0 0-10 16,0 0-2-16,0 0 3 15,-2-8-4-15,2 14 1 16,0 3-2-16,0 1 0 16,0-2 1-16,0 0 0 0,5-1-1 15,-1-2 0-15,1-2-2 16,2-1 0-16,2-1 1 16,0-1 5-16,1 0 2 15,1-4 0-15,0-2 0 16,0-2-3-16,-1 1-1 15,0 1 0-15,-1 1-1 0,-2 0 0 16,-2 5 0-16,-1 0 0 16,0 0 0-16,-2 5-2 15,1 3 0-15,-1 4 4 16,0 4-1-16,1 3 1 0,-1 1-1 16,0 3 0-16,0 0 0 15,0-2-1-15,0 1 3 16,-1-3-2-16,1-2 1 15,-2-4-1-15,0 1 0 16,0-3 0-16,-1-3-6 0,-3-3 1 16,0-1 7-16,-2-3 2 15,2-1 4-15,1-1-6 16,0-6-2-16,3-1-2 16,0-2 0-16,0-3 0 15,0-1 0-15,5-2 5 0,2-2-6 16,0-2 2-16,1-2-2 15,2-1 1-15,2-3-2 16,0 3 2-16,1-3-2 16,3 2-1-16,-1 0-2 15,1 3-2-15,-1 1-4 0,-3 4-4 16,-3 3 2-16,-3 2 9 16,-2 4 7-16,-4 3-1 15,0 1 2-15,0 3 0 16,0 0 0-16,0 0-4 15,0 2-2-15,0 4 3 16,1 2 0-16,2 3 0 0,0 2-1 16,1-2 2-16,3 3 0 15,0-1-1-15,0 0 2 16,0-2 2-16,2 0 0 16,-1-1-3-16,-3-1 0 15,0 0 0-15,-2-3-1 16,-1-1 2-16,-2 0 0 0,0-2 1 15,-2 2 3-15,-5-3-3 16,-1 1 9-16,0-2-7 16,0 0-3-16,-1 1 1 0,3-2-3 15,1 0-14-15,3 0-99 16</inkml:trace>
  <inkml:trace contextRef="#ctx0" brushRef="#br0" timeOffset="-26785.6">24931 6133 139 0,'0'0'-75'0</inkml:trace>
  <inkml:trace contextRef="#ctx0" brushRef="#br0" timeOffset="-24250.76">23233 2292 29 0,'0'-7'9'0,"0"-1"-9"16,-3 1-22-16</inkml:trace>
  <inkml:trace contextRef="#ctx0" brushRef="#br0" timeOffset="-18618.68">13436 2183 104 0,'0'0'6'0,"1"-1"8"0,0-2-6 0,1 0-2 0,-1 0-3 15,2-2-3-15,-1 2 1 16,0-1 1-16,0 1-2 15,-2 0 1-15,0 3-2 16,0-1-5-16,0 1-3 16,0-1 0-16,0 1 3 15,-2 0 6-15,0 0 0 0,0 0 1 16,1 0 1-16,-1 0-2 16,-1 0 2-16,0 5-1 15,-1 1 0-15,1 3 0 16,-2 1 0-16,0 5 0 15,-1 1 0-15,0 6 1 16,0 2-2-16,-2 6 1 0,-1 2 0 16,1 5-1-16,-1 2 1 15,1 3 1-15,-1 0-1 16,3 2 0-16,2 1 1 16,3 0 1-16,-1 1-1 0,2 0 1 15,0 4 1-15,0 1 0 16,0 3 2-16,0 4 1 15,0 3 0-15,3 5-1 16,-1 4 1-16,3 4-2 16,-2 6 0-16,2 2-2 15,1-3-1-15,3-1-2 0,0-5 0 16,1-4 0-16,2-7 0 16,-2-4 0-16,1-5 1 15,-1 0-1-15,-1-3 0 16,-3-1 0-16,0 4 1 0,-5-1 0 15,-1 3 0-15,0 3 0 16,0 2 0-16,-3-1 2 16,-2-3-1-16,3 2 0 15,0-5-1-15,2-2 2 16,0-1 1-16,0-4 0 0,0 2-1 16,2-2 4-1,0 0 0-15,5 2-2 0,-4 0-3 16,4 2-1-16,-2 1 0 15,1 2-1-15,1 0 1 16,-1-2-2-16,1-3 1 16,-3-2-1-16,1-5 0 0,-4-5 1 15,1-2 0-15,-2-1 0 16,0-2 1-16,0 0-1 16,0-3 1-16,0-1-1 15,0-3 0-15,1-2 0 16,0-4 0-16,2-1-1 0,1-5 1 15,-2-2-1 1,1-4-1-16,0 1-1 0,1-3 2 16,1-2 2-16,0 1 7 15,3-1-4-15,0 0-1 16,4-1 2-16,1 1-4 0,4-2-2 16,1 0-16-16,1 0-48 15</inkml:trace>
  <inkml:trace contextRef="#ctx0" brushRef="#br0" timeOffset="-16681.76">13656 2276 77 0,'7'-6'4'0,"4"-1"-2"0,3 0 6 0,1 0 0 15,2 0 0-15,1-1-3 16,2 0 0-16,1 1-1 15,0 1-2-15,1 1 1 16,1-1-1-16,3 0-2 16,2 1 1-16,3 2-1 0,4-1 0 15,2 1 0-15,2 0 0 16,4-1 1-16,4 0-1 16,-1-2 0-16,5-1 0 15,2 1-1-15,3-3 1 0,3 0 0 16,3-1 1-16,3 1 1 15,0-1-2-15,2 1 1 16,2-1-1-16,0-1 1 16,-3 1 1-16,2 1 3 15,-2 0 1-15,2 0-1 16,2 0-2-16,0 1-1 0,5-1 0 16,-3 3-2-16,0-2 1 15,-1-1-1-15,0 2 0 16,1-1 1-16,0 0-1 15,2-2 0-15,1 2 1 16,-3 0 0-16,-1 1 1 0,0 0-2 16,-2-1 1-16,0 3 0 15,-2-2 0-15,-1 0 1 16,-3 1-1-16,-4-2 2 16,-5 2 1-16,-4-1 5 15,-3 2-1-15,-2 0-2 0,-3 0-2 16,-1 1-1-1,-3 1-2-15,1 1 0 0,-2 0-1 16,-2 1 1-16,-1 1-1 16,-4 0 0-16,0-1 0 15,-1 1 0-15,-1 0 0 0,-1 0 1 16,-1 0-1-16,-1 0 0 16,-1 0 0-16,-2 0 0 15,-2 1 0-15,-3 3 0 16,-1 0 0-16,-4 2 0 15,0 0 0-15,-3 1-1 0,1 1 0 16,-3 2 2-16,0 0-1 16,0 3 1-16,0 2 1 15,-2 0-1-15,3 1 0 16,-1 2 0-16,-1 1 0 16,2 2-1-16,-1 4 1 0,0 0-1 15,0 4-1-15,0 1 1 16,-3 5 0-16,-2 4-1 15,-1 4 0-15,-1 2 1 16,0 1 0-16,0 1 0 16,0 0 1-16,0-3-1 15,0-2 1-15,3 1 0 0,4-2 1 16,0-1-1-16,0 1-1 16,0 1 1-16,-2-1-1 15,-3 4 0-15,-2 1 0 16,0 0 0-16,0 4 0 0,-2 1 0 15,-3-1 1-15,1-1-2 16,0-1 1-16,-1-2 1 16,3-3-1-16,-1-5 0 15,0 0 0-15,1-3 1 16,0-1-1-16,0 1 1 16,1 1 0-16,-2 1-1 0,0-1 2 15,-1 2 0-15,-1 1-2 16,1 3 0-16,-2 1 0 15,2 0 0-15,-1 1 0 16,2-2 1-16,1-2-1 16,2-2 0-16,0-2 2 0,0-2-2 15,0-1 1-15,4-1-1 16,0-1 0-16,0-1 1 16,3-2 0-16,-3 2 1 15,2 1 1-15,-4 2-2 16,1 5 0-16,-2 1-1 0,-1 3 0 15,0 1 1-15,-1 3-1 16,-1-4 0-16,0-4-1 16,1-2 1-16,1-4 0 15,0-4 0-15,0-4 0 16,0-1 0-16,0-2 1 16,2-1-1-16,0 0 0 0,0 2 2 15,0-1-2-15,0 2 0 16,-1 0 0-16,0 2 0 15,-1 2 0-15,0-1 0 16,0 4-3-16,0-2-6 16,0 2-25-16,0-4-8 0,0-1 20 15,0-3 8-15,0-2 6 16,2-1 6-16,-1-4 2 16,0-2 1-16,-1-1-1 15,0 1 3-15,0-2 0 0,-2 1 1 16,-4 1 0-16,0-1-3 15,-1 1 0-15,-2 1-3 16,-1-2-13-16,-3 1-36 16</inkml:trace>
  <inkml:trace contextRef="#ctx0" brushRef="#br0" timeOffset="-12837.67">10746 8069 85 0,'-3'2'5'0,"1"-2"-4"0,0 1 0 0,1-1 2 16,1 0-3-16,-2 0 2 15,2 0 10-15,0 0 0 16,0 0-1-16,0 0-2 15,0 0 3-15,-1 0 0 0,1 0-7 16,0 0 0-16,0 0-2 16,0 0-4-16,0 0-1 15,0 1 2-15,0 0 0 16,0 0 0-16,0 0 0 16,0 0 0-16,1 1 1 0,1 0-1 15,-1 0-1-15,0 1 0 16,0 0 0-16,0 2 1 15,-1-2 0-15,3 2 0 16,-2-1 1-16,1 2-1 16,-1-2 0-16,1 1 0 0,0 1 0 15,1-1 0-15,-1 1 0 16,0-2 0-16,1 1 0 16,0 0 0-16,-1-2 0 15,1 1 0-15,-1 0 1 16,1 0-1-16,1-1 0 15,-3-1 0-15,1-1 1 0,0 0-1 16,-1 0 0-16,1-1-1 16,0 0 2-16,-1 0-2 15,2-5 9-15,1-1-2 16,1-3-4-16,0 0-1 16,1-2 0-16,1-1 1 0,2 0-2 15,1-2 1-15,-1-2-4 16,2 0 6-16,1-1-3 15,0-1 2-15,3-1 0 16,0 0 1-16,2-2-1 16,-1-1 1-16,3-1-2 15,-1-1-1-15,-1 0 1 0,0-1-1 16,1 1 3-16,-1 0 0 16,0 1 2-16,3 1-2 15,-3-1 0-15,0 0 1 16,1 2-3-16,-1 0 1 0,-4 2-1 15,-1 1-1-15,-1 1 1 16,-1 3-1-16,-1 2 1 16,-1 0-1-16,-2 4 0 15,1 0 0-15,-4 3 0 16,1 1 0-16,-1 1-1 16,-2 3 0-16,-1 0-9 0,0 4-20 15,-1 7 19-15,-6 2-26 16,0 2-23-16</inkml:trace>
  <inkml:trace contextRef="#ctx0" brushRef="#br0" timeOffset="-11594.13">10698 8116 20 0,'1'-1'1'0,"0"0"1"0,-1-1 13 16,1 1-4-16,0-1-9 15,0 2 1-15,0-1 0 16,1 0-1-16,-2 1-1 15,3 0 1-15,-2 0 0 0,2 0 0 16,0 4-1-16,1 0 1 16,2 1-2-16,-3 2 0 15,3-2 1-15,-1 3-1 16,3 0 0-16,-4 1 0 16,3 1 1-16,2-2-1 15,-2 2 0-15,1-2 0 0,0 1 0 16,2-3 1-16,-1-1-1 15,2-3 0-15,0-2 1 16,2 0 1-16,4-8 6 16,-2-6 8-16,4-2-7 0,2-4 7 15,0-3-8-15,3-3-1 16,0-1-1-16,-2-4 1 16,1-1 6-16,2-2 0 15,0-2-5-15,2-1-1 16,-1-1 0-16,2 3-3 0,0 1-2 15,-2 4 1-15,-3 4-1 16,-3 2 0-16,-2 6-2 16,-4 1 1-16,-2 6-1 15,-4 2 1-15,-2 3 0 16,0 1-1-16,-5 4 0 0,1 1 0 16,0 0 0-16,-2 0 0 15,0 0 3-15,0 0-1 16,0 0-1-16,0 0 0 15,0 0 0-15,0 0 2 16,0 0-2-16,0 0 5 16,0 0-1-16,0 0-1 0,0 0 1 15,0 0 1-15,0 0-3 16,0 0 1-16,0 0-3 16,0 0 1-16,0 0-2 15,0 0 0-15,0 0 1 16,0 0-1-16,0 0 0 0,0 0 0 15,-2 0 0-15,2 0 0 16,0 0 1-16,-2 0-1 16,2 0 0-16,-1 0 1 15,1-1-1-15,-2 1 0 0,2 0 0 16,-1 0 0-16,1 0 0 16,-1-1 0-16,0 1 0 15,0 0 0-15,1 0 0 16,0 0 0-16,0 0 0 15,0 0 0-15,0 0 0 0,0 0 1 16,0 0-1-16,0 0 0 16,0 0 0-16,0 0 0 15,0 0 0-15,0 0 0 16,-1 0 0-16,1 0-1 16,0 0-1-16,0 0 1 15,0 3-1-15,0 4-11 0,0-1-24 16,0 1-56-16</inkml:trace>
  <inkml:trace contextRef="#ctx0" brushRef="#br0" timeOffset="-9181.71">12647 9073 47 0,'1'5'5'0,"2"0"9"0,1 2-4 15,0 0-4-15,3 0-2 16,-2-1-2-16,3 0 0 0,-1-1-1 16,-2-3 0-16,1-1 2 15,3-1-1-15,-3 0 2 16,3-6-2-16,-1-2 4 15,1-3-2-15,1-3-1 16,0-2 7-16,1-2-1 16,-1-2-4-16,4-2 13 15,-1-2-1-15,2-1-8 0,1-2-4 16,2 0 5-16,0 0 8 16,1 0-7-16,-1 2-3 15,-1 4-4-15,-3 0-2 16,-1 5-1-16,-3 3-1 0,-2 5-1 15,-1 5 0-15,-2 1-9 16,-3 2-56-16,-2 0-39 16</inkml:trace>
  <inkml:trace contextRef="#ctx0" brushRef="#br0" timeOffset="-8569.65">12582 9037 23 0,'0'0'93'0,"0"0"-92"0,0 0 1 0,0 0-1 0,0 0-1 16,28-7 0-16,-21 9-3 15,-3 3 3-15,2 2-1 0,-2 1 2 16,2 0-2-16,-2-1 2 16,3 1-1-16,0-3 2 15,-1 0-1-15,2-2-1 16,2-1 1-16,-2-2 0 16,1 0 0-16,1-3-1 15,0-5 2-15,2-4 0 0,1-1 7 16,1-4-1-16,2-1-3 15,1-3 1-15,1-2 0 16,2 1 8-16,2-3-4 16,2-1 1-16,-3 1 3 15,3 0-7-15,-2 0-2 0,-2 0-4 16,0 3 0-16,-2 0 0 16,-2 4-1-16,-3 3 1 15,-1 4-1-15,-4 4-1 16,-2 4-1-16,-2 3-7 15,-4 1-37-15,0 7-5 16,-8 4-21-16</inkml:trace>
  <inkml:trace contextRef="#ctx0" brushRef="#br0" timeOffset="-7324.54">12680 9007 124 0,'0'0'1'0,"0"0"1"0,0 0-4 0,0 0-15 15,0 0 10-15,0 0-3 16,0 0 7-16,0 0 4 16,0 0 0-16,-1 32 0 0,1-25-1 15,4 1 1-15,0 0 1 16,0-1-2-16,2 0 1 16,-2-1-2-16,2-3 1 15,1 0 0-15,0-3 0 16,1 0-2-16,2-3 7 0,2-7 5 15,-1-2 5-15,3-4 1 16,3-2-4-16,1-4 1 16,2-1-4-16,-1-1-4 15,1 0-3-15,2-2-1 16,-2 3 1-16,-1-2 0 0,1-1 1 16,-1 2 5-16,0 0-1 15,-2 2 4-15,-2 2-1 16,0 2-4-16,-3 5-3 15,-1 2-1-15,-2 3-2 16,-4 2 0-16,1 4 0 0,-3 1 0 16,-2-1 0-16,1 2-2 15,-1 0-2-15,-1 0 3 16,0 0-1-16,0 0 8 16,0 0-2-16,0 0-4 15,0 0 2-15,0 0-2 16,0 0 1-16,0 0-2 0,0 0 2 15,0 0 0-15,0 0 0 16,0 0-1-16,0 0 1 16,0 0 0-16,0 0-1 15,0 0 1-15,0 0-1 16,0 0 0-16,0 0 1 0,0 0 0 16,0 0 2-16,0 0 2 15,0 0 7-15,0 0-1 16,0 0-6-16,0 0-2 15,0 0-4-15,0 0 0 16,0 0 0-16,0 0 0 0,0 0 0 16,0 0 2-16,0 0 0 15,0 0-1-15,0 0 0 16,0 0 0-16,0 0 0 16,0 0 0-16,2 0 0 15,0 0 0-15,-2 0 0 0,0 0 0 16,0 0 0-16,0 0 1 15,0 0 0-15,0 0 0 16,0 0 0-16,1 0-1 16,-1 0 0-16,0 0 1 15,0 0 1-15,0 0-2 0,0 0 1 16,0 0-2-16,0 0 1 16,0 0 1-16,0 0-1 15,0 0 0-15,0 0 0 16,0 0 0-16,0 0-3 15,0 0 3-15,0 0 2 0,0 0-2 16,0 0 1-16,0 0-1 16,0 0 0-16,0 0 0 15,0 0 0-15,0 2 0 16,0-1 0-16,0 1 0 16,1-2-1-16,0 3 1 0,0 0 0 15,0 1 0-15,2 1-3 16,-3 0-4-16,0 3-12 15,0 1-40-15,0-1-41 16</inkml:trace>
  <inkml:trace contextRef="#ctx0" brushRef="#br0" timeOffset="17376.4">16409 12112 113 0,'0'0'17'0,"0"0"4"0,0 0 7 0,0 0-5 0,0 0-1 16,0 0-4-16,0 0-2 15,0 0-7-15,0 0-10 16,0 0-3-16,0 0 1 15,0 0 3-15,-2 45 0 0,11-13 2 16,-1 1-1-16,2 1 1 16,-4 0-2-16,1-3 0 15,0-3-8-15,-3-5 0 16,0-7-9-16,-1-6-16 16,0-5-26-16,-3-5-38 0</inkml:trace>
  <inkml:trace contextRef="#ctx0" brushRef="#br0" timeOffset="17853.38">16417 12152 166 0,'0'0'-8'0,"0"0"24"16,-5-34 8-16,5 24-20 15,5-1-1-15,3 0 1 16,2 3-2-16,1 1-1 0,2 1-1 15,2 2 1-15,1 3-1 16,1 1 0-16,2 0 1 16,-3 3-1-16,0 5 1 15,-2 4 0-15,-3 1-1 16,-4 3-5-16,-4 3 5 16,-3 0-5-16,0 1 7 0,-9-2-5 15,-2-1 4-15,0-4 1 16,0-2 0-16,2-2-3 15,3-6 4-15,2 1 1 16,3-4 1-16,1 1-5 16,0-1 0-16,6 0 1 0,3 0 0 15,1 2 0-15,2 1-1 16,0 0 0-16,0 3 1 16,-1 0-1-16,0 1 0 15,-3 1 0-15,-2 2 1 16,-3 1-1-16,-3 1 1 0,0 1-1 15,0 1 0-15,-7 0 2 16,-3 0 0-16,-1 0-2 16,-1-1 0-16,0-4-3 15,2-3-27-15,0-6-24 16,3 0-77-16</inkml:trace>
  <inkml:trace contextRef="#ctx0" brushRef="#br0" timeOffset="18102.58">16692 12095 179 0,'0'0'-4'0,"0"0"6"0,0 29-1 15,0-11 0-15,0 1 2 16,2 3-2-16,0-1 0 0,2 0 0 15,0-3-1-15,-1 1 1 16,2-2-1-16,-1 0 0 16,0 1 1-16,-2-2 0 15,-2-1-6-15,0-4-37 0,0-4-33 16</inkml:trace>
  <inkml:trace contextRef="#ctx0" brushRef="#br0" timeOffset="18487.29">16662 12201 137 0,'0'0'10'15,"10"-27"5"-15,-4 13 5 16,3 1-12-16,0-1-2 16,1 2-4-16,0 3-2 15,-1 3 0-15,1 0 1 0,0 3-1 16,0 2 1-16,0 1-1 15,0 0 0-15,1 4 1 16,-4 2-2-16,-2 4-1 16,-3 0-8-16,-2 1-4 15,0 2 5-15,-1-2 7 0,-4 0-1 16,0-3 4-16,0 0-1 16,0-4 6-16,2-1 2 15,2 2 1-15,1-1-5 16,0 1-1-16,0 3-1 15,4 0 4-15,3 3-3 0,3-1-1 16,0 2 0-16,0-1 1 16,0-1-1-16,-2 0-1 15,1 0 2-15,-2-2-5 16,1-2-29-16,-3-3-28 0</inkml:trace>
  <inkml:trace contextRef="#ctx0" brushRef="#br0" timeOffset="18857.34">16890 12092 222 0,'0'0'-12'0,"0"0"25"16,0 0-15-16,0 0 0 15,0 0-1-15,6 39 0 0,-3-21 5 16,0 1-1-16,-1-2 0 15,2 1-1-15,-2-3 0 16,-1-3 1-16,1-2-1 16,-1-3 1-16,2-1-1 15,-2-3 2-15,1-1-2 16,-1-2 0-16,3 0-3 16,1 0 4-16,-1 0 2 15,2 0-1-15,0-2 3 0,2 0 1 16,0-1-3-16,2 1 0 15,-2 0-1-15,2 1 2 16,-1-2-3-16,0 3 0 0,0-2-1 16,0 2 0-16,-1 0-1 15,-1 0-18-15,-4 0-40 16,-1-1-38-16</inkml:trace>
  <inkml:trace contextRef="#ctx0" brushRef="#br0" timeOffset="19041.4">16917 12205 210 0,'0'0'8'0,"0"0"1"0,0 0-11 16,0 0 3-16,0 0 1 15,0 0-1-15,37-34-4 16,-23 22-7-16,0-2-38 15,-1 0-35-15</inkml:trace>
  <inkml:trace contextRef="#ctx0" brushRef="#br0" timeOffset="19192.83">16962 12033 195 0,'0'0'18'0,"0"0"-6"16,0 0-5-16,0 0-7 15,0 0-1-15,0-33-25 16,11 23-25-16,5 1-28 16</inkml:trace>
  <inkml:trace contextRef="#ctx0" brushRef="#br0" timeOffset="19549.24">17212 12184 161 0,'0'0'-1'16,"0"0"3"-16,0 0 2 15,0 0 7-15,0 0 30 16,0 0-30-16,0 0-4 0,0 0-3 16,-3-25-1-16,2 8 3 15,1-4-3-15,0 0-3 16,0-3 1-16,0 2-1 15,0 1 0-15,2 2-1 16,3 5 1-16,0 3-1 16,2 4 0-16,-2 4-5 15,3 3 5-15,0 0-2 0,1 8 1 16,-1 4 0-16,2 2 0 16,0 2 0-16,-1 0 1 15,0 0-1-15,0 1-1 16,-4 0-14-16,1-3-9 0,-3 0-13 15,-2-3-29-15</inkml:trace>
  <inkml:trace contextRef="#ctx0" brushRef="#br0" timeOffset="19717.51">17220 12117 213 0,'0'0'16'0,"0"0"-8"15,0 0-4-15,0 0-4 16,0 0-2-16,0 0-1 0,18-29-8 16,-5 22-13-16,0-1-23 15,2-2-41-15</inkml:trace>
  <inkml:trace contextRef="#ctx0" brushRef="#br0" timeOffset="19931.33">17434 11906 248 0,'0'0'-17'0,"0"0"24"15,0 0-9-15,0 0 0 16,0 0 2-16,0 0-2 0,2 41 1 16,-1-26 1-16,0 2 1 15,1 0-1-15,1-2 0 16,1 1 2-16,0-3-5 15,0-2-28-15,-1-1-34 16,-1-6-48-16</inkml:trace>
  <inkml:trace contextRef="#ctx0" brushRef="#br0" timeOffset="20302.15">17525 11891 40 0,'0'0'94'0,"0"0"-90"16,0 0 2-16,6-28-3 16,-5 26-1-16,-1 2 0 15,0 0 6-15,0 0-7 16,0 7 0-16,-3 3-1 0,-3 3 4 16,0 4-1-16,-5 1-1 15,1-1 0-15,0 0-2 16,0-3 2-16,0-1-2 15,2-4 1-15,3-2 0 0,0-3 1 16,3-2 2-16,0-1 5 16,2 0 0-16,0-1-9 15,3 1 3-15,3 0-2 16,2 3 0-16,3 0-1 16,2 2 1-16,1 0-1 15,4 2 2-15,-3 1 0 0,1 2-1 16,1 2-1-16,-3 5-5 15,-4 2-54-15,-7 2-53 16</inkml:trace>
  <inkml:trace contextRef="#ctx0" brushRef="#br0" timeOffset="20731.48">16645 12677 107 0,'0'0'3'0,"51"-30"21"0,-17 12 8 0,7-1-8 0,5 0-4 15,5 0-7-15,1-3-5 16,8 4-5-16,-1-2 0 16,2-1-1-16,4 1-1 15,-1-1 1-15,2-1-2 16,0 0 1-16,0 0-1 0,-1 1 1 15,0 2-1-15,-9 2 0 16,-4 3 1-16,-8 3-1 16,-9 3 0-16,-6 4-3 15,-10 2-17-15,-6 2-36 16,-8-1-23-16</inkml:trace>
  <inkml:trace contextRef="#ctx0" brushRef="#br0" timeOffset="21055.98">18015 11943 210 0,'0'0'-17'0,"0"0"30"16,0 0-13-16,0 0-4 16,0 0 4-16,0 0 0 15,29-4-1-15,-16 2 1 16,3-2 1-16,4-2-1 15,2-2-7-15,3-2-49 16,2-3-75-16</inkml:trace>
  <inkml:trace contextRef="#ctx0" brushRef="#br0" timeOffset="21391.38">18483 11680 185 0,'0'0'5'0,"0"0"4"16,0 0-12-16,0 0-7 16,-29 21 7-16,17-7 3 15,4 0-1-15,-1 1 2 0,4-1 0 16,2 0-1-16,3-3 0 16,0-1-1-16,6-1 2 15,5-3-3-15,2-2 0 16,1-2 2-16,4-1 0 15,1-1 7-15,3 0-1 16,-3 1-1-16,0 1-3 16,-3 0-1-16,-4 2 1 0,-2 0-2 15,-5 3 1-15,-5 1-1 16,0 2 4-16,-12 3 0 16,-5 3 1-16,-6 1-6 15,-5 0-33-15,-2-3-54 0</inkml:trace>
  <inkml:trace contextRef="#ctx0" brushRef="#br0" timeOffset="21541.44">18547 11690 140 0,'31'-17'-23'0,"-3"-1"23"15,1 0-60-15</inkml:trace>
  <inkml:trace contextRef="#ctx0" brushRef="#br0" timeOffset="22251.15">18850 11782 186 0,'0'0'17'0,"0"0"-3"0,0 0-9 15,0 0-4-15,0-33-3 16,3 26 4-16,2-1-2 16,-2 2 3-16,4-1 0 15,0 4-1-15,0 0 1 16,3 1-2-16,0 1-1 0,0 1 0 15,0 0 0-15,0 4 0 16,-1 3 0-16,-2 1 0 16,0 3-4-16,-1-1-2 15,-3 0-3-15,-2 0-1 16,1-3 2-16,-2-1 2 16,1-2-1-16,-1-3 5 0,0-1 3 15,0 0 7-15,0-1 2 16,0-7-3-16,4-1-2 15,-2-1 6-15,3-3-5 16,3 3 0-16,1-2-4 16,0 3 0-16,2 0 1 0,0 3 0 15,-1 1-2-15,0 3 0 16,0 2-1-16,-1 0 0 16,0 2 0-16,0 5 0 15,-3 3 0-15,0 1 1 0,1 2-1 16,-3 2-2-16,-2 0-3 15,0-2-2 1,-1 0-3-16,-1-4 0 0,0-1 6 16,0-3 3-16,0-2 2 15,0-3 0-15,0 0 2 0,-1-4 0 16,1-5 0-16,0-2-2 16,0-1 2-16,3-1 5 15,3-2-4-15,2 2 0 16,0 1-1-16,2 1 2 15,0 2-1-15,-3 3 1 16,3 4 0-16,-1 0-5 0,-2 2 1 16,2 0-1-16,-3 3 0 15,2 4 1-15,-2 3-1 16,-1 0-9-16,2 2-14 16,-3-3-26-16,-1-2-54 15</inkml:trace>
  <inkml:trace contextRef="#ctx0" brushRef="#br0" timeOffset="22428.29">19304 11724 278 0,'0'0'6'0,"0"0"-2"0,0 0-4 0,0 0 1 0,0 0-1 15,0 0-1-15,0 0 2 16,0 0 0-16,13 34 0 15,-8-20-4-15,-4-1-33 0,0-3-51 16</inkml:trace>
  <inkml:trace contextRef="#ctx0" brushRef="#br0" timeOffset="22573.09">19361 11598 114 0,'0'0'0'0,"0"0"0"16,0 0-78-16</inkml:trace>
  <inkml:trace contextRef="#ctx0" brushRef="#br0" timeOffset="23014.93">19396 11708 100 0,'0'0'70'0,"0"0"-67"15,0 0-2-15,0 0 1 16,18-28-1-16,-14 21 5 0,1 1 13 16,0 1 1-16,3 1-11 15,-2 3-4 1,2 1-3-16,0 0-1 0,2 1-1 15,-2 6 0-15,-2 1 1 16,0 0-2-16,-4 2-2 16,0 2-2-16,-2-4-1 0,0 2-1 15,0-3 0-15,0-2-2 16,0-1-5-16,-1-4 8 16,-1 0 6-16,1 0 1 15,1-8 1-15,0-2 1 16,0-1 7-16,0-1 7 0,4 1-4 15,2-1-3-15,-1 3-1 16,3 1-1-16,1 2-1 16,-1 3-2-16,0 1-2 15,1 2-2-15,0 0-1 16,-1 4-1-16,1 3 2 0,0 3-2 16,-4 1-19-1,0-2-28-15,-3-2-33 0</inkml:trace>
  <inkml:trace contextRef="#ctx0" brushRef="#br0" timeOffset="23385.14">19662 11637 236 0,'0'0'5'0,"0"0"5"0,0 0 3 15,0 0-8-15,0 0-3 0,0 0-4 16,0 0 1-16,0 0 2 15,0 0 0-15,14 3 0 16,-12 7 0-16,4-2 1 16,-1 1-7-16,1-3-8 15,3-3-1-15,-1-2-5 16,3-1 6-16,0 0-5 0,-1-3 3 16,2-4 4-16,-2-2 5 15,-2 0 6-15,0 0 2 16,-1 1 7-16,-3 0 6 15,1 1 3-15,-4 3 2 16,0 2-1-16,1 1-4 0,-1 1-9 16,2 0-9-16,0 0 3 15,3 4 3-15,0 1-3 16,2 0 0-16,1 0-7 16,1-2-15-16,0 0-28 15,0-3-18-15</inkml:trace>
  <inkml:trace contextRef="#ctx0" brushRef="#br0" timeOffset="23634.29">19989 11335 122 0,'0'0'28'0,"0"0"26"16,0 0-22-16,0 0-4 15,0 0-20-15,0 0-11 16,0 0 0-16,0 0 2 0,0 0 3 16,0 43-1-16,5-19 0 15,0 1 0-15,1 1-1 16,-2 1-6-16,1-1-35 16,-5-3-41-16,0-3-31 15</inkml:trace>
  <inkml:trace contextRef="#ctx0" brushRef="#br0" timeOffset="24009.03">19942 11526 200 0,'0'0'-2'15,"0"0"3"-15,0 0 0 16,33-17-1-16,-22 14 1 15,2 0-1-15,1 3 0 0,0-3 0 16,0 1 1-16,3-3-1 16,1 2 1-16,2-2 0 15,-1-2-1-15,-1 2 2 16,1-3-2-16,-1 3 0 16,-6-2 0-16,-2 2 0 0,-2-1 0 15,-4 3 2-15,-2-1 0 16,-2 1 14-16,0 2 2 15,-4 1-14-15,-4 0-1 16,-1 6-6-16,0 3 3 16,1 5 4-16,1 1-3 0,1 1-1 15,4-1 1-15,2 0-1 16,0 0-1-16,2-3-9 16,7-2-16-16,2-4-26 15,3-4-5-15</inkml:trace>
  <inkml:trace contextRef="#ctx0" brushRef="#br0" timeOffset="24281.73">20376 11417 129 0,'0'0'3'0,"0"0"26"0,0 0 6 16,0 0-27-16,0 0-1 15,-36-26 4-15,29 26-8 16,-2 7 1-16,2 2-2 15,4 1-2-15,2 2 1 16,1 1-2-16,0 2 1 16,5-2 1-16,4 2-2 0,0-2 1 15,1 0 1-15,1-1-1 16,-4-1 0-16,0-1 0 16,-3-1-1-16,-4-1-4 15,0-1-2-15,-7-1-6 0,-4-3-31 16,-1-3-19-16</inkml:trace>
  <inkml:trace contextRef="#ctx0" brushRef="#br0" timeOffset="25156.18">20618 11155 135 0,'0'0'6'0,"-3"-37"25"16,-13 21-5-16,-5 1-21 16,-10 3-8-16,-9 1-7 15,-10 1-3-15,-10 3 7 16,-10 3 1-16,-10 2 4 16,-4 2 1-16,-9 0 0 15,-5 2 2-15,-7 7 3 0,-4 0-2 16,-7 2-3-16,-8 0 2 15,-6 3-2-15,-7-1 1 16,-4 2 5-16,-4 0 6 16,-3 3 7-16,-2 2-6 15,-3 3-5-15,-3 3-4 0,-1 2 4 16,-3 2-6-16,0 2 0 16,-4 0-1-16,7 0 0 15,0 1 2-15,4 2-2 16,-1 3 0-16,9 3-1 15,0 2 0-15,3 3-1 0,6 3 2 16,6 3-2-16,8 3 1 16,7 1 0-16,12 3 0 15,10 1 0-15,14 0-1 16,11 0 2-16,15-4-2 16,13 3 1-16,15-1-1 0,11 0 0 15,13-1 0-15,5 0-1 16,20 1-2-16,8-2 1 15,15-3 0-15,9-3 4 16,12-5-2-16,9-6 0 16,13-4 3-16,9-6-1 0,9-6 2 15,7-5-1-15,9-4 0 16,9-3 2-16,8-3 2 16,7-3-1-16,9-4-1 15,10-1 1-15,6-9-3 16,6-7 5-16,4-9 7 0,6-7-1 15,4-7-4-15,3-6-3 16,4-2-2-16,0-2-3 16,-3-5 1-16,0 1-2 15,-8-3 0-15,-7 1 1 16,-9-2 0-16,-12-2 0 0,-10-3 1 16,-14 0-1-16,-13 0-2 15,-14-1 1-15,-13-1 2 16,-16 3-3-16,-13 2 3 15,-14 4 6-15,-12-1 10 16,-14 1 11-16,-10-3-2 16,-13 1-20-16,-6-1-1 0,-21-3 0 15,-14 1-9-15,-15 2-2 16,-18 1-3-16,-24 7-10 16,-21 4-12-16,-26 7 11 15,-23 10-4-15,-23 9-7 16,-27 10-28-16,-23 7-60 0</inkml:trace>
  <inkml:trace contextRef="#ctx0" brushRef="#br0" timeOffset="162113.49">21665 6061 33 0,'-1'-4'20'0,"-1"-1"-3"0,2 1-1 0,-1 0-3 15,1 1-6-15,0 0-3 16,0 1-2-16,0-1-1 15,0 1 1-15,0 1 0 16,0 1 0-16,0 0-2 16,0 0-2-16,0 0 0 0,0 0-2 15,3 3 1-15,0 2 4 16,-1 0-1-16,1-2 1 16,1 3 0-16,1-1 0 15,-1-2 0-15,1 0 1 0,0-2 0 16,1 1 0-16,0-1 1 15,0-1 2-15,1 0 3 16,1 0-1-16,1-6 3 16,2 1-2-16,2-3-1 15,1-4-2-15,3 0 0 16,1-3 2-16,2-1-2 0,0-2 2 16,-2-2-2-16,2 1 0 15,-1 0-1-15,-2-2 0 16,3 3-1-16,-7-1 1 15,4 4-4-15,-5-1 1 16,-1 6 0-16,-1 0-1 0,-1 4 0 16,-4 5 0-16,0 1 0 15,-5 4-7-15,0 7-48 16,-10 6 19-16,-7 3-81 16</inkml:trace>
  <inkml:trace contextRef="#ctx0" brushRef="#br0" timeOffset="162686.95">21695 6074 22 0,'0'0'5'0,"0"0"12"0,0 0 2 0,0 0-6 16,0 0 0-16,0 0-2 16,0 0 1-16,0 0-3 15,0 0-1-15,0 0 0 16,0 0-7-16,-19-10 0 0,19 10-2 15,0 0 0-15,2 0-1 16,1 4 1-16,-2-1 0 16,2 0 1-16,-1-1 0 15,0 0 0-15,-1-1 1 0,1 0-1 16,-1-1 1-16,1 0 0 16,1 0 4-16,1 0 8 15,1-4-2-15,2-3-6 16,1-1-3-16,1-1 2 15,2-2-2-15,2 0 2 0,1-4-1 16,1-2 0-16,1 0 0 16,1-1 2-16,0-1-1 15,0 1-2-15,0 1-1 16,1 1 0-16,-2 3 0 16,-2 2-1-16,-3 3 0 15,-1 3 0-15,-1 4 0 0,-3 1-2 16,-2 1-3-16,-2 9-18 15,-2 3-7-15,0 2-2 16,-8 2-40-16</inkml:trace>
  <inkml:trace contextRef="#ctx0" brushRef="#br0" timeOffset="163416.55">21623 6111 33 0,'0'0'7'0,"0"0"14"0,0 0-15 0,0 0-6 16,0 0-1-16,0 0 5 0,0 0 8 15,0 0-6-15,0 0 1 16,0 0-1-16,0 0 4 16,18-9-2-16,-11 3-1 15,2-1-1-15,2 0-1 16,-1-1-2-16,3-2 1 0,-2 2-2 16,3-2-1-16,-3 0 2 15,2-3 2-15,0 1 3 16,-2-1 2-16,3 0 0 15,-3 1-5-15,1 0-2 16,-1 1-1-16,-3 2-2 16,2 2 3-16,-7 0-1 0,2 2-2 15,-2 2 2-15,-2 1 0 16,0-1 0-16,0 3 2 16,-1 0 0-16,0 0-4 15,0 0 0-15,0 0-1 0,1 0-1 16,-1 0 2-16,2 0 0 15,-2 0 0-15,1 0 1 16,1 0-1-16,-1 0 1 16,-1 0-4-16,2 0-2 15,-1 0 2-15,2 0-2 16,0 1-4-16,-1 1 3 0,1 0-3 16,0 0 3-16,1 1-11 15,0-2 2-15,-1 1 6 16,0 2-11-16,0-1-10 15,0-3-13-15</inkml:trace>
  <inkml:trace contextRef="#ctx0" brushRef="#br0" timeOffset="164499.65">21616 6109 1 0,'-1'-3'8'0,"0"-1"-4"0,0 1 3 0,1-2-3 0,0 2 0 15,-2-1 6-15,1-1-1 16,0 2-2-16,1 0 3 16,0 1 2-16,-2 0-4 15,2 1 3-15,-1 1-6 16,1 0-2-16,0 0-3 0,0 0-1 15,1 0 1-15,4 0 0 16,0 2 0-16,2 1 0 16,-1-1 0-16,1 1 0 15,0-2 1-15,1-1-1 16,1 0 3-16,2-3-1 0,2-4-1 16,0-1 1-16,0-3 2 15,2-1 3-15,-1-2 3 16,1-2 0-16,0 2 0 15,-1-2-4-15,-1 0 1 16,0 3 0-16,-1-2-3 0,-1 3-1 16,-2 1 0-16,0-1-1 15,-1 3-1-15,0 2 0 16,-3 0 0-16,-1 2-1 16,-2 2 0-16,2 0 0 15,-4 1 1-15,0 1 4 0,0 0 3 16,0 0-5-16,0 1-3 15,0 0 1-15,2 0-2 16,-1 0 1-16,2 0-1 16,3 0-2-16,-1 0-8 15,0 1-13-15,1 1 1 16,-1 1 3-16,-1-1-7 0,-1 0-4 16,-2-1-33-16</inkml:trace>
  <inkml:trace contextRef="#ctx0" brushRef="#br0" timeOffset="165181.95">21624 6061 92 0,'0'2'0'0,"0"-2"-2"0,1 0 0 0,4 0 2 0,2 0-2 16,3-2 5-16,6-5 0 15,3-3 1-15,5-4-3 16,-2-5-32-16</inkml:trace>
  <inkml:trace contextRef="#ctx0" brushRef="#br0" timeOffset="167907.62">19516 3349 14 0,'-1'0'9'0,"-1"0"12"0,2-1-4 0,0 0-2 16,0 0-13-16,5-1 1 16,2-1 1-16,3 1-5 15,3-1 7-15,1 0-5 16,2 1-2-16,3 0 3 15,1-1-2-15,1-1-2 0,3 1 3 16,-1-2 0-16,1 2 2 16,3-2-1-16,-4 0 1 15,2 2 0-15,-1-1-2 16,-1 1 2-16,1 1-2 16,-1-1 1-16,-1 1-1 15,-3 1 1-15,-4 1-3 0,-3 0-15 16,-5 0-31-16</inkml:trace>
  <inkml:trace contextRef="#ctx0" brushRef="#br0" timeOffset="168162.27">19734 3370 67 0,'0'0'12'16,"0"0"-3"-16,0 0-16 16,0 0 5-16,0 0 2 15,27-6 4-15,-10 1 1 16,3-3 2-16,3 1-3 16,4-1-3-16,-1 1 0 0,2 1 0 15,-3 2 0-15,0 1 0 16,-3 1-8-16,-4-1-90 15</inkml:trace>
  <inkml:trace contextRef="#ctx0" brushRef="#br0" timeOffset="169251.16">18592 6165 113 0,'0'0'11'0,"0"0"1"0,5-3-10 16,4-2-1-16,1-2-1 15,5-1 1-15,2 0-1 0,2-1 1 16,3 0-1-16,0 0 1 16,2 2-1-16,-1 0 0 15,1 1 0-15,-3 1-2 16,-1 0-9-16,-2 2-11 0,-5 2-15 16,-3-1-33-16</inkml:trace>
  <inkml:trace contextRef="#ctx0" brushRef="#br0" timeOffset="169428.08">18808 6117 92 0,'0'0'18'16,"0"0"-5"-16,0 0-11 15,0 0 3-15,0 0-2 16,0 0-3-16,29-10 4 0,-14 4-5 15,2-1-16-15,-1-3-45 16</inkml:trace>
  <inkml:trace contextRef="#ctx0" brushRef="#br0" timeOffset="171044.94">18699 6611 33 0,'0'0'3'0,"4"0"0"0,0-3 2 16,5-1-1-16,1 2-2 15,1-2-1-15,3 0-1 16,1 1 1-16,1 0-1 0,0 0 1 16,2-1-1-16,-3 1 0 15,3 0 4-15,1-1 0 16,-2-1 1-16,3 1 0 16,0 0-1-16,3-1-1 0,1 0 1 15,-2 2-2-15,1 0-1 16,-1 1-1-16,-3 0 1 15,-1 1 0-15,0 1-1 16,-3 0 0-16,-1 0 0 16,0 0 1-16,0 0-1 15,3 0 0-15,-3-2 1 0,3-1-1 16,0 1 1-16,1-3-1 16,-1 3 1-16,2-1-1 15,-2-2 0-15,-1 3 1 16,-1 0-1-16,-1 1 0 15,0 1 0-15,-2 0 0 0,-1 0 0 16,-1 0 0-16,0-1 0 16,-3-1 0-16,3 2 0 15,-4-2 0-15,0 0 0 16,0 1 2-16,0-3-1 16,0 1-1-16,-2 2 1 15,0-1 0-15,-1 0-1 0,0 1 2 16,-2-2-2-16,-1 2-8 15,0 0-30-15</inkml:trace>
  <inkml:trace contextRef="#ctx0" brushRef="#br0" timeOffset="171358.25">19198 6611 16 0,'0'0'58'0,"0"0"-45"0,0 0 9 0,0 0-12 16,0 0 4-16,0 0-6 16,0 0-7-16,0 0-1 0,0 0 0 15,0 0-1-15,25-32 1 16,-7 28 0-16,1-1 0 15,1 0 0-15,3 0 0 16,-1-2 1-16,1-1-1 16,0 1 0-16,-3-3-2 0,-2-1-11 15,-1-1-14-15,-4 0-6 16,-2-2-7-16</inkml:trace>
  <inkml:trace contextRef="#ctx0" brushRef="#br0" timeOffset="171949.69">19228 6185 34 0,'0'0'1'0,"-40"2"5"16,24 0 16-16,2 2-8 0,0-1 0 16,3 1-5-16,4 2-5 15,-1-1-1-15,1 3-2 16,3 1-1-16,-2 4 0 16,1 0 0-16,3 2 0 15,-2 3 1-15,3 2-2 0,1 1 1 16,0 1 0-16,0-1 0 15,7 0 0-15,1-1 0 16,2 1-1-16,2-2 1 16,0 0 1-16,3-1-2 15,0-1 0-15,-1-1-1 16,3-2 1-16,4-3-1 0,-4-2 1 16,4-3 2-16,3-2 7 15,0-4-5-15,0 0 1 16,2-6-1-16,0-7 0 15,0-2 0-15,-3-5 0 16,0-2 3-16,-2-1 0 0,-4-2-1 16,-1-1 2-16,-4-2 3 15,-4 0 10-15,-3-2-4 16,-4-3-9-16,-1-1 0 16,0-1-4-16,-4 0-2 0,-6 0 0 15,-4 4-1 1,0 2 0-16,-5 5-1 0,-3 4-2 15,-2 6-5-15,-3 7-20 16,1 7-1-16,-4 0-2 16,3 13-3-16</inkml:trace>
  <inkml:trace contextRef="#ctx0" brushRef="#br0" timeOffset="172831.31">20926 6145 64 0,'0'0'3'0,"0"0"2"0,-34 3 1 0,23-2 6 15,-1 0-11-15,0 1 2 16,2-1 4-16,2 1 4 0,-1 1-3 15,1 1-5-15,1 2 0 16,1-1-1-16,-1 3-1 16,2 4-1-16,0 2-1 15,2 3 0-15,1 0 1 16,2 3 1-16,0-1-1 16,2 0 1-16,8-2 0 0,0-1-1 15,4-3-1-15,2-2-1 16,0-2 3-16,4-4 4 15,1-2-3-15,3-3 4 16,1 0-1-16,5 0-4 0,-2-10 3 16,0 0 0-16,1-4 2 15,-2-2-2-15,-5-1 6 16,-2-3 3-16,-5 1-3 16,-3-1-6-16,-4-1 0 15,-3 3-1-15,-3-1-1 16,-2 2 0-16,-2 3-1 0,-7 1-2 15,-1 4 0-15,-1 3-8 16,-3 3-14-16,-2 3-8 16,0 2 5-16,0 5-5 15</inkml:trace>
  <inkml:trace contextRef="#ctx0" brushRef="#br0" timeOffset="173629.32">21010 6523 7 0,'0'0'5'0,"0"0"11"0,0 0-4 16,0 0-1-16,0 0-4 15,0 0-1-15,0 0 3 16,0 0-7-16,0 0-2 15,0 0 0-15,0 0 0 0,0 0 1 16,0 0-1-16,27 15 0 16,-15-6 0-16,1 0 1 15,-1 0-1-15,2 1 0 16,0-1 1-16,3 1-1 16,-3-1 3-16,4-1-1 15,0 0 0-15,2 1 1 0,-1-1-1 16,2 0 3-16,1-1 0 15,1-1-1-15,0 1 1 16,0-1-2-16,-1 1-1 16,-2-2-1-16,-1 0 1 0,-3 0-2 15,-1-2 2-15,-3 2-1 16,1-2-1-16,-5-3 1 16,-2 0-1-16,-1-4-108 15</inkml:trace>
  <inkml:trace contextRef="#ctx0" brushRef="#br0" timeOffset="174875.11">23033 2776 69 0,'2'-5'8'0,"-2"1"-2"0,0 1 0 0,2 2-4 16,-2-1 1-16,0 0-2 15,0 2 1-15,0-1 4 16,0-1 3-16,0 2 1 15,0-1-4-15,0 1 3 0,0 0-7 16,0 0-2-16,1 0 0 16,1 0 0-16,1 0 0 15,2 0 0-15,-3 3 0 16,1-2-1-16,-1 1 0 16,1 0-1-16,-2-1 2 0,0-1 0 15,0 2 0-15,0-2 0 16,0 0 1-16,0 0-1 15,1 0 2-15,1 0 2 16,0 0 2-16,0-2-1 16,2-3 0-16,2 0-4 15,0-1 0-15,2-1-1 16,2-1 1-16,1 0 0 0,2-2-1 16,3 0 1-16,0-3 1 15,1-1-1-15,3 1 1 16,-1-2 3-16,-1 0 0 0,2 1 0 15,-4 2 0-15,-1 1-4 16,-5 2 1-16,0 3-1 16,-3 2-1-16,-5 3 1 15,0 1-1-15,-2 0-3 16,-1 1-17-16,0 8-10 16,-1-1-6-16,-8 0-21 0</inkml:trace>
  <inkml:trace contextRef="#ctx0" brushRef="#br0" timeOffset="176377.2">21681 3688 46 0,'0'0'73'0,"0"0"-53"0,0 0 1 0,0 0-5 0,0 0-15 16,0 2-13-16,0 5 8 15,0 2 1-15,0 2 0 16,0 6 6-16,0 1-3 15,0 4-1-15,0 4-1 16,0 2 0-16,0 7 0 0,0 3 2 16,0 5 1-16,0 4 1 15,0 3-2-15,2 6 1 16,2 0-1-16,-1 4-11 16,-1-6-20-16,0-5-82 15</inkml:trace>
  <inkml:trace contextRef="#ctx0" brushRef="#br0" timeOffset="178350.75">20849 8272 89 0,'-3'-3'6'0,"0"1"9"0,0-1-1 0,2 1-2 16,1 1-3-16,-2-1-6 16,2 1-1-16,-1-1 0 0,1 2-1 15,0 0-1-15,0 0 0 16,0 0-1-16,0 0 0 16,0 0-1-16,0 0 0 15,0 0 0-15,0 3 1 16,3 2-1-16,0 3 5 0,1 1-2 15,1-1 1-15,1 2-1 16,1 0 0-16,2 0-1 16,-1-2 0-16,2-1 1 15,-2-1 1-15,2-1-1 0,-1-2 3 16,1-1 3-16,-1-2 1 16,2 0 1-16,1-3 0 15,3-4 0-15,-1-2-3 16,3 0 0-16,0-3-3 15,0 0-1-15,0-2 0 16,-4 1 0-16,-1-2 0 0,-3 2-1 16,-2-2 0-16,-3 1 0 15,1 3-1-15,-3 1 1 16,-2 3-1-16,1 1 0 16,-1 4 0-16,0 1-1 15,0 1-2-15,-1 0-3 16,-1 1 3-16,-3 7 2 0,3 2 0 15,0 2 0-15,1 3-1 16,-1 0-3-16,2 1 7 16,0 2-3-16,0 2 2 15,3 1-1-15,1 1 0 0,1 1 0 16,-1 1 0 0,2 0 0-16,-2 1 0 0,2-2-1 15,-2-1 1-15,0-1-1 16,0-1 1-16,-2 1 1 15,0-4 0-15,-1 0 1 16,-1-3 0-16,0-2-1 16,-1-1 2-16,-5-4 2 0,-1 1 7 15,-2-1-6-15,-2-2-2 16,0-2-2-16,-3-1 0 16,0 0 1-16,0-2-1 0,-1 0 1 15,2-3 5-15,0-4-1 16,3-3 1-16,2 0-4 15,3-2 4-15,3 1-6 16,2-2 0-16,0 1-1 16,8-2-1-16,5 0-7 0,3-1-18 15,1-3-40-15,0 1-55 16</inkml:trace>
  <inkml:trace contextRef="#ctx0" brushRef="#br0" timeOffset="178529.14">21298 8334 26 0,'0'0'145'0,"0"0"-125"0,0 0 2 0,0 0-17 0,0 0-2 15,35-30-5-15,-24 23-50 16,0 1-84-16</inkml:trace>
  <inkml:trace contextRef="#ctx0" brushRef="#br0" timeOffset="178655.54">21397 8332 166 0,'0'0'12'0,"0"0"9"16,0 0-15-16,0 0-5 15,0 0 1-15,0 0 0 16,0 0-16-16,26 25-58 0</inkml:trace>
  <inkml:trace contextRef="#ctx0" brushRef="#br0" timeOffset="179284">21954 8116 110 0,'0'0'13'0,"0"0"22"0,0 0-17 16,0 0-12-16,-31-29-4 15,21 28-4-15,-3 1-1 16,-2 0 3-16,-2 2 5 16,0 7-6-16,0 1 5 15,-1 5-4-15,1 1 5 16,2 2-4-16,2 2-1 0,2 0 0 16,2-1 0-16,3-3 2 15,4-2-2-15,2-4 0 16,0-3-3-16,0-3 2 15,7-2 0-15,2-2 3 16,2 0 4-16,1-4-1 0,2-4-3 16,2-1 1-16,-3-4-1 15,2-1-1-15,-4 0 1 16,-1-2 1-16,-3 1 0 16,0 0 1-16,0 3-3 0,-6 2 0 15,0 1 0 1,-1 1 2-16,0 4 9 0,0 1-3 15,0 3-7-15,0 0-1 16,-2 0-5-16,2 3-1 16,0 4 4-16,0 1 1 15,0 2 0-15,0-2 1 0,1-1-4 16,5 1-3-16,2-1-10 16,2-2-5-16,1-2-9 15,1-1-1-15,2-2 2 16,1 0-3-16,1-2-7 15</inkml:trace>
  <inkml:trace contextRef="#ctx0" brushRef="#br0" timeOffset="179553.84">22101 8081 35 0,'0'0'10'0,"0"0"8"0,0 0 8 0,0 0-3 0,4-27 1 15,-10 26-12-15,0 1-2 16,-2 0-2-16,1 0 3 15,-3 3-12-15,1 4 1 16,0 2-1-16,3 2 0 16,0 1 3-16,4-1-4 15,2 2 4-15,0-2-1 16,1-2 0-16,6-1-2 0,3-3 4 16,4-2 1-16,-1-3 2 15,5 0 2-15,2-5-1 16,3-1-2-16,-1-3-2 15,-2-1-16-15,-2-1-39 0,-3-1-12 16</inkml:trace>
  <inkml:trace contextRef="#ctx0" brushRef="#br0" timeOffset="179788.67">22227 7870 146 0,'0'0'22'0,"0"0"-7"16,0 0-16-16,0 0-1 16,-8 36-1-16,8-20 3 0,0 1 2 15,1 0-1-15,4-1 2 16,2 0-1-16,-2-4 0 16,2 1 0-16,-2-1-1 15,0-2-2-15,2 0-13 16,-2-2-14-16,-2-2-7 0,-1-1-33 15</inkml:trace>
  <inkml:trace contextRef="#ctx0" brushRef="#br0" timeOffset="180273.2">22199 8061 88 0,'0'0'84'16,"0"0"-58"-16,0 0-7 15,0 0-12-15,0 0-4 16,0 0-2-16,0 0 0 0,24-34 1 16,-11 27-2-16,0-2 0 15,2 1 0-15,0 1 1 16,0 1-2-16,-3 1 2 16,-2 2-1-16,0 1-1 0,-3 1 1 15,-3 1-3-15,-1 0-3 16,-3 3-2-16,0 4 0 15,0 1 6-15,0 1 2 16,0 1 2-16,0-1 0 16,0-1-1-16,0-2 0 15,4 0 0-15,2-3-1 0,1 0 2 16,2-3-1-16,0 0 6 16,1 0-2-16,3-3 0 15,-2-4-2-15,0-2 0 16,0-2-1-16,-1 0 0 15,-1-2 0-15,-2 4-2 0,-2-1 1 16,-2 3-1-16,-1 2 0 16,-1 1 0-16,-1 4 0 15,0 0-2-15,0 0-4 16,0 2-12-16,0 3 10 16,2 1-3-16,-1 1-15 15,4-1-6-15,3-2-3 0,2-3-26 16</inkml:trace>
  <inkml:trace contextRef="#ctx0" brushRef="#br0" timeOffset="180700.43">22650 7934 74 0,'0'0'20'0,"0"0"15"16,0 0 7-16,0 0-10 0,0 0-17 15,0 0-11-15,0 0-2 16,0 0 0-16,0 0-1 15,-27-8-1-15,20 14 1 0,2 1 0 16,3-1-1-16,2-1 0 16,0-3-1-16,0 0-2 15,7-2 3-15,2 0-1 16,3 0 8-16,1-5-6 0,3-3 2 16,-1-1-3-16,1-2 1 15,0-1 0-15,-1-1-1 16,-3 0 1-16,-2-2 1 15,-2 0-1-15,-3-2 0 16,-1 1 0-16,-3-2-1 0,-1-2 0 16,0 1-9-16,0-2-6 15,-1 2 8-15,-5 2 4 16,0 2 4-16,0 4 2 16,0 4 11-16,2 4 0 15,0 3-12-15,-1 1-4 16,3 9 1-16,0 4-2 0,2 4 3 15,0 0 0-15,3 5 1 16,6-3-7-16,1 1-23 16,0-1-50-16</inkml:trace>
  <inkml:trace contextRef="#ctx0" brushRef="#br0" timeOffset="181068.62">23116 7690 199 0,'0'0'18'0,"0"0"-17"0,0 0-4 0,0 0-1 16,0 0 1-16,0 0 1 15,34 29 2-15,-28-19 3 16,1 1-3-16,-2-2 2 16,1-1-2-16,-1-2 0 15,-1-2 1-15,0-1 0 0,-2-3 0 16,1 0 4-16,-2 0 13 16,1-9 3-16,-1-1-7 15,1-4-6-15,-1-4-5 16,2-1-2-16,-1-1-1 15,2 0-1-15,0 2-14 16,1 3-21-16,1 3-21 0,-3 4-24 16</inkml:trace>
  <inkml:trace contextRef="#ctx0" brushRef="#br0" timeOffset="181453.37">23388 7615 166 0,'0'0'20'0,"0"0"-5"0,0 0 1 15,0 0-2-15,0 0-14 16,0 0-3-16,0 0 4 16,-36 30-1-16,26-17 2 15,1 1-1-15,3-1-1 16,2-2 2-16,2-1-1 0,2-4-1 15,0-2-1-15,0 0-2 16,5-3 3-16,1-1 1 16,1 0 2-16,1-5-1 15,2-2-1-15,-3-1 0 16,1 0 0-16,-2 1 0 16,0 2 0-16,-1 2 1 0,0 0 1 15,2 1-2-15,1 0-1 16,-2 2 0-16,2-2 0 15,0 1 1-15,2 1-2 16,0-2-3-16,2-1-13 16,-1-2-42-16,0 0-24 0</inkml:trace>
  <inkml:trace contextRef="#ctx0" brushRef="#br0" timeOffset="181765.56">23431 7369 114 0,'0'0'10'0,"0"0"15"0,0 0-13 0,0 0-12 16,0 0-1-16,0 0 2 15,-12 36 3-15,12-21-2 16,0 2 2-16,5 1-2 0,2-2 0 16,2 1 0-16,1-1 1 15,1 1 3-15,-1-4 0 16,3 2 1-16,0-2-1 16,2-1-6-16,-2-3-21 15,1-2-34-15,-2-5-51 0</inkml:trace>
  <inkml:trace contextRef="#ctx0" brushRef="#br0" timeOffset="182343.18">23626 7496 125 0,'0'0'21'15,"0"0"-7"-15,0 0-15 0,0 0 2 16,-13 28 0-16,13-20 0 16,0-1-1-16,0 0 1 15,4-1 1-15,2-1 0 16,1 0 4-16,3-5 1 16,0 0 3-16,2 0-2 15,3 0-1-15,-1-5-2 0,1-3-2 16,2-2 0-16,-1-3-1 15,-3 0-1-15,-1-1-1 16,-2 2-2-16,-1 0 0 16,-4 4 1-16,-1 2 0 15,-2 2 2-15,-2 2 1 0,0 2 4 16,0 0-12-16,0 5-1 16,0 1 0-16,0 1 8 15,-1 1-1-15,1-1 0 16,0-1 1-16,0-2-1 15,4-1 1-15,1 0 3 0,4-3 1 16,1 0 3-16,1-1-2 16,4-6 0-16,2-2-2 15,0-2-3-15,0-2 2 16,1 0-2-16,-2-2 1 0,-3 0 1 16,-3 0-1-16,-2 0 1 15,-4 4-3-15,0 0 1 16,-4 4-1-16,0 3 0 15,-4 3-1-15,-4 1 2 16,-1 5-2-16,2 6-1 0,0 6 3 16,1 1-2-16,1 3-32 15,1 0-78-15</inkml:trace>
  <inkml:trace contextRef="#ctx0" brushRef="#br0" timeOffset="183558.87">21189 9217 112 0,'0'0'9'0,"0"0"22"0,0 0-3 16,0 0-10-16,0 0-12 16,0 0-4-16,0 0 1 0,0 0-2 15,-28 4 0-15,28-4 2 16,0-4-4-16,-1 1 1 16,1-2 0-16,0-1 1 15,0 0-1-15,1-2-2 16,5 3 3-16,2-1-1 15,0 1 0-15,2 1 0 0,2 1 0 16,-1 3-1 0,2 0-2-16,1 0-1 0,-2 3 1 15,2 2 2-15,0 0 1 16,0-1 1-16,2-2 0 16,-3-2-1-16,0 0 0 0,-1 0 2 15,-1-4-5-15,-2-3 4 16,-1-1 2-16,-2 0-1 15,-2-1 0-15,-1 1 1 16,-1-2 1-16,-2 2 3 0,0-2 1 16,0 3-2-1,0 1 0-15,-2-1-2 0,0 2-2 16,-1 2-1-16,1 0-1 16,-1 1 2-16,3 2-2 15,-1 0-1-15,1 0 0 0,0 0-3 16,0 3 0-16,0 4 1 15,1 2 1-15,5 2 1 16,1 2 0-16,2 2 0 16,1 1 0-16,1 2 1 15,1 2-3-15,0 3 1 16,-2-1 1-16,1 4 1 0,-1-1 0 16,0 2 0-16,-1-1 1 15,0-1-1-15,-3-3 2 16,0-3-1-16,-3-3 2 15,-3-4 0-15,0 0 3 16,0-2 4-16,0-2 0 0,-5 0 0 16,-4-1 0-16,1-1 1 15,-6-1-3-15,0 0-4 16,0-2-1-16,-2-2-1 16,0-1 2-16,1 0-1 15,1 0-1-15,1-7 0 0,3-1-1 16,0-2-2-16,3-2-6 15,4-1-14-15,1-4-27 16,1-1-36-16</inkml:trace>
  <inkml:trace contextRef="#ctx0" brushRef="#br0" timeOffset="184248.56">21105 9036 12 0,'0'0'76'0,"0"0"-73"0,0 0 5 0,0 0-3 15,0 0 0-15,0 0-2 16,1-29 0-16,-1 23 6 16,0 1 2-16,0 0 3 15,0 2 2-15,0-1-6 16,0-1-5-16,0 1-1 0,0 0-3 16,0-1 1-16,0 0-2 15,0 0 0-15,0 0 1 16,0-1-1-16,0-1 0 15,0 2 1-15,0-1-1 16,0-1 1-16,0 2-1 16,0-1-1-16,0 1 2 0,3 0-1 15,-1 1 0-15,4-1 0 16,-3 0 0-16,1 1 0 16,1 1 0-16,-3 0 0 15,0 0 0-15,-2 3 1 16,1-1 8-16,1 1-1 15,1 0-7-15,-2 0-6 0,3 0 3 16,2 0 1-16,1 1 1 16,2 5 0-16,4 1 2 15,2 0 0-15,4 3 1 16,3 3 1-16,4-1 1 0,0 1-8 16,2-3-51-16</inkml:trace>
  <inkml:trace contextRef="#ctx0" brushRef="#br0" timeOffset="184591.53">21662 9040 206 0,'0'0'-4'0,"0"0"29"0,0 0-7 0,0 0-9 16,0 0-8-16,0 0-1 16,0 0-4-16,0 0-29 15,36-18-52-15</inkml:trace>
  <inkml:trace contextRef="#ctx0" brushRef="#br0" timeOffset="184726.9">21783 9098 163 0,'0'0'3'15,"30"-3"-1"-15,-11-7-18 16</inkml:trace>
  <inkml:trace contextRef="#ctx0" brushRef="#br0" timeOffset="185124.28">22054 8836 223 0,'0'0'-40'16,"0"0"59"-16,0 0-23 16,0 0-1-16,0 0 1 15,27 38 1-15,-20-22 1 16,0 1 2-16,1 3 1 0,1-1 0 15,-2 1 0-15,1 1 1 16,0-2-1-16,0 0 0 16,-1-2 1-16,-4-1 1 15,1-4-1-15,0 0-1 16,-3-4-2-16,1-2-30 0,-2-4-23 16,0-2-42-16</inkml:trace>
  <inkml:trace contextRef="#ctx0" brushRef="#br0" timeOffset="185473.95">22082 8857 104 0,'0'0'8'15,"0"0"0"-15,23-28-3 0,-13 22-4 16,1 0 0-16,3 1 1 15,-4 1 1-15,2 2 1 16,-1 2 1-16,-2 0 2 16,1 0 0-16,-3 2 0 15,0 4-4-15,-1 1-2 16,-2 1 0-16,-1 0-1 0,-2-1 3 16,1 1 0-16,-2 0 1 15,0 0-1-15,-4 1 3 16,-2-1 4-16,-4 2-3 15,-4 1-4-15,1 0 1 16,-2-1-2-16,0-1-1 0,3 0 0 16,2-1-3-16,5-5-19 15,0-3-29-15,4 0-31 16</inkml:trace>
  <inkml:trace contextRef="#ctx0" brushRef="#br0" timeOffset="185879.23">22236 8811 147 0,'0'0'-11'16,"0"0"22"-16,28-18 1 16,-17 12-6-16,2 1-6 15,1 1 1-15,0 1 1 16,0 1 6-16,0 2-2 15,-1 0-3-15,-2 5-3 0,1 3-1 16,-4 1 0-16,0 0 0 16,-3 0-1-16,-2-1 2 15,-3-2 0-15,0 0 0 16,0-2 4-16,-4 1 3 16,-1-3 4-16,-2 1-3 15,0-3-1-15,4 0 0 0,-4 0 0 16,4 0 1-16,1-3-2 15,2-4 0-15,0-2-1 16,0-4-3-16,0-3 1 16,4 0 0-16,4-2-3 0,2 1 0 15,-2 2-13-15,4 4-4 16,0 1-9-16,1 3-17 16,1 1-2-16,-1 2-48 15</inkml:trace>
  <inkml:trace contextRef="#ctx0" brushRef="#br0" timeOffset="186193.83">22536 8760 107 0,'0'0'3'0,"0"0"8"0,0 0 9 16,0 0-1-16,0 0-2 15,32-12-4-15,-25 4-2 16,-1 0-1-16,1-1-3 15,-1-1 1-15,-2 0-5 16,-1 0 0-16,-2 1 1 16,-1 1-2-16,0 1 0 0,0 2 0 15,-2 0-1-15,-3 3 0 16,-1 2-1-16,-2 0-1 16,1 5 2-16,-3 6-1 15,3 1-1-15,0 3 1 16,4 0 0-16,3 1 1 0,0-1-2 15,6-3-15-15,5-2-12 16,3-5-20-16,3-2-20 16</inkml:trace>
  <inkml:trace contextRef="#ctx0" brushRef="#br0" timeOffset="186954.38">22813 8640 83 0,'0'0'29'0,"0"0"-16"16,0 0-5-16,-27 7-6 15,18 0-1-15,0 5 1 16,-1 1-2-16,1 0 0 16,1 2 0-16,5-2 1 0,-1-2 0 15,4-2 0-15,0-1-1 16,3-5 1-16,3-3 3 15,4 0 0-15,1-1 1 16,1-9-1-16,0 0-2 16,1-4-1-16,-2 0 0 15,1-2 1-15,-2-2-2 16,-1-1 0-16,-2-1 1 0,-1-1-1 16,-2-2 1-16,-2 1-1 15,-1-1 1-15,-1 0-3 16,0 2-5-16,-5 1 6 15,-1 3 1-15,-1 2 3 16,1 4 1-16,0 3-4 0,-1 1 0 16,3 4 0-16,-1 2 0 15,0 1 3-15,2 0-4 16,-1 2 0-16,0 5 0 16,0 5 1-16,0 2-2 0,2 2 0 15,-1 1 0-15,2 1 2 16,1 1 1-16,0-1 1 15,0-2-1-15,4 2 2 16,3-3-1-16,1 0 1 16,2-3 0-16,3-1 0 0,0 1-1 15,1-4 2-15,2-3 0 16,-2 0 1-16,4-5 2 16,-4 0 2-16,2 0-1 15,-3 0-1-15,0-5-2 16,-2-3-1-16,-1 0 1 15,-1-2-3-15,-2 0 0 0,-2 1 0 16,-3-1-1-16,0 1-2 16,-1 3 1-16,-1 0 0 15,0 1-1-15,0 4 1 16,0 1 0-16,-3 0-1 0,-1 0-1 16,2 4 0-1,1 4 1-15,0-1-1 0,1 3 2 16,0-2 0-16,0-1 0 15,2 1 0-15,3-3 1 16,4 2-4-16,1-4-11 16,-1 0-44-16,0-3-21 0</inkml:trace>
  <inkml:trace contextRef="#ctx0" brushRef="#br0" timeOffset="187110.58">23012 8459 147 0,'0'0'13'0,"0"0"3"0,0 0-14 15,0 0-19-15,-29 7-27 16,27-1-13-16</inkml:trace>
  <inkml:trace contextRef="#ctx0" brushRef="#br0" timeOffset="187430.75">23146 8507 102 0,'0'0'15'16,"0"0"3"-16,0 0 18 16,10-27-17-16,-10 21-11 15,0 4-6-15,-3 0-1 16,-3 1 2-16,0 1 5 0,-1 0-3 15,1 3-4-15,0 5-2 16,0 2-1-16,2 2 1 16,2 1 2-16,2 0-2 15,0-1 0-15,0-1 1 16,4-2-1-16,5-3 1 16,1-2 3-16,3-2 1 0,2-2 2 15,2 0 0-15,3-1-1 16,1-4-2-16,1-3-5 15,-2-2-16-15,0-3-39 16,-4-2-43-16</inkml:trace>
  <inkml:trace contextRef="#ctx0" brushRef="#br0" timeOffset="187659.16">23358 8300 165 0,'0'0'17'16,"0"0"-21"-16,0 0 2 16,0 0 3-16,-1 33 1 0,1-22 3 15,0 2-3 1,5 1 0-16,0 1 1 0,-1-1-1 16,2 1 3-16,-1-1-1 15,0 0-1-15,-2-1-3 16,-2-3-25-16,-1-2-36 15</inkml:trace>
  <inkml:trace contextRef="#ctx0" brushRef="#br0" timeOffset="188343.05">23340 8435 150 0,'0'0'30'0,"0"0"-4"16,0 0-18-16,0 0-8 15,0 0 1-15,0 0 0 16,0 0 0-16,0 0 0 16,39-17 0-16,-25 10-1 15,3 0 2-15,2-2-1 16,-1 0-1-16,1-1 1 0,-1-1-1 16,-3 3 1-16,-2 0-1 15,-2 2 1-15,-5 0-1 16,-2 3 1-16,-4 2 0 15,0 1 13-15,-3 0-10 0,-6 0-6 16,-1 6 0-16,-3 3 1 16,1 2-1-16,0 2 1 15,4-1 2-15,0 1 0 16,4-2-1-16,4-1 0 0,0 0-1 16,0-3 0-16,7-2-5 15,1-1-2-15,4-4 9 16,2 0-1-16,3 0 0 15,1-5-2-15,5-3-5 16,-2-2 0-16,0-2 1 0,0 1 5 16,-1 0 1-16,-2 1 1 15,-3 0-1 1,-5 3 0-16,-4 3 1 0,-2 1-1 16,-4 3 3-16,0 0 16 15,-4 0-16-15,-4 4-3 16,-2 3-1-16,0 2 1 0,0 0 1 15,3-1-1 1,3-1 0-16,1-2 0 0,3-2-1 16,0-2-1-16,1-1 0 15,5 0 6-15,3-4 0 16,2-4 2-16,0-2-3 0,-1-2 1 16,-2-2 5-16,-1 1 5 15,-2-3 8-15,-5 1-6 16,0-2-2-16,0 1-3 15,-9-1-7-15,-2 3-3 16,-3 2-2-16,-6 2-7 0,-1 7-13 16,0 3-6-16,-4 1-13 15,3 4-49-15</inkml:trace>
  <inkml:trace contextRef="#ctx0" brushRef="#br0" timeOffset="188634.12">23985 8198 95 0,'0'0'4'0,"0"0"3"0,0 0-2 0,0 0 7 0,0 0-1 16,32 15-1-16,-24-10-2 15,1 3-2-15,0-2 1 16,1 3-2-16,-2-2-1 16,0 0 0-16,-4 0-12 0,-2-4-47 15</inkml:trace>
  <inkml:trace contextRef="#ctx0" brushRef="#br0" timeOffset="188826.26">24092 8160 113 0,'0'0'23'0,"0"0"24"15,0 0-43-15,0 0-5 16,0 0-2-16,-21 35 5 15,14-19 1-15,3 1-1 0,0-1-1 16,4-2-32-16,0-5-10 16,5-2-36-16</inkml:trace>
  <inkml:trace contextRef="#ctx0" brushRef="#br0" timeOffset="189196.15">24292 8148 145 0,'0'0'35'0,"0"0"-15"0,-32-1-18 15,17 3-1-15,-2 5-1 16,-1 2-1-16,3 1 3 16,1-2-3-16,6 2 1 15,0-2 1-15,4-1-1 16,3 0 0-16,1-3-1 0,2 0 0 15,5-3 0-15,2-1 3 16,1 0 0-16,2 0 1 16,1-3-3-16,0-1 2 15,1 0 0-15,1 1 1 16,-1-2-1-16,0 0 0 16,1 0 0-16,-4 0-1 0,-1-1 0 15,-4 0-1-15,-2 1 0 16,-1-3 1-16,-3 0-2 15,0 1-1-15,0-1-9 16,-5-3-27-16,-3-1-20 0,0-3-45 16</inkml:trace>
  <inkml:trace contextRef="#ctx0" brushRef="#br0" timeOffset="189446.76">24209 7917 60 0,'0'0'14'0,"0"0"-21"16,0 0 13-16,0 27-1 16,0-12 6-16,4 1-1 15,0 3 3-15,3 0-3 0,-1-1-3 16,2-1-1-16,1 0-2 16,1-1-1-16,0-3 2 15,1-1-1-15,3-2 0 16,1-2 3-16,-1-2-3 15,1-2-9-15,-1-3-18 0,0-1-9 16,-1 0-72 0</inkml:trace>
  <inkml:trace contextRef="#ctx0" brushRef="#br0" timeOffset="189977.75">24418 8059 167 0,'0'0'9'0,"0"0"20"15,0 0-21-15,0 0-12 16,0 0-1-16,0 0 2 16,0 0 3-16,0 0 0 15,-2 21-1-15,7-15 2 0,0 1 0 16,2-1 1-16,2-1 0 16,0-3 2-16,-2 0-2 15,5-2 3-15,0 0-3 16,0 0 2-16,-2-2-2 15,1-3 0-15,-3-3-1 0,-1-1 0 16,-1 1 1-16,-1-1-2 16,0 1 0-16,-4 0 1 15,1 3-1-15,-2 3 0 16,0-1 5-16,0 3 0 16,0 0-4-16,0 0-3 15,0 0 0-15,0 5 1 0,0 0 1 16,0 0 0-16,0-1-1 15,1-1 1-15,6-2 1 16,0 0 0-16,5-1 2 16,1 0-1-16,3-1 1 0,0-4-2 15,3-3 0-15,-2 2-1 16,-3 0 0-16,-2-2 1 16,-2 0-1-16,-5 1 1 15,-3 2 0-15,-2 1-1 16,0 2 1-16,-7 0-2 0,-2 2 1 15,-2 0-3-15,-2 3 1 16,2 4 0-16,2 3 2 16,3 0 3-16,5 2-2 15,1-1-6-15,0-2-57 16,7-1-86-16</inkml:trace>
  <inkml:trace contextRef="#ctx0" brushRef="#br0" timeOffset="-158824.72">21626 10412 113 0,'0'0'24'16,"0"0"2"-16,0 0-10 0,0 0-10 0,0 0-8 15,1 0-8-15,1 1 15 16,1 1 15-16,0-1-6 15,0 2-3-15,1-1-3 0,0 3-2 16,1-1-4-16,0 1-1 16,1 0 0-16,1 1 0 15,0 0 1-15,0-2 1 16,2 1 1-16,-2 0 2 16,2-1-1-16,0 2 3 15,-1-2-2-15,1 1-5 0,0 0-25 16,1-1-10-16,-2-4-14 15,-1 0-54-15</inkml:trace>
  <inkml:trace contextRef="#ctx0" brushRef="#br0" timeOffset="-158364.33">21785 10384 39 0,'0'0'40'0,"0"0"-11"0,0 0-12 0,0 0-6 0,0 0 0 16,0 0-12-16,0 0 1 16,-30 11 1-16,26-4 1 15,0 1 0-15,-3 2 1 16,3-1 1-16,-2 1 3 0,0 0 1 15,1 1 1-15,-1 0-3 16,1-1-2-16,-1 1 2 16,2-2-4-16,-2 0 1 15,0-1 0-15,1 1 2 16,1-2-2-16,-1 1-2 16,1-1-13-16,1 1-26 0,-1-2-30 15</inkml:trace>
  <inkml:trace contextRef="#ctx0" brushRef="#br0" timeOffset="-157939.97">21885 10528 122 0,'0'0'1'0,"0"0"-2"0,0 0 2 0,0 0-1 16,-17 29 1-16,16-20 3 16,-1-2 8-16,2 3-5 15,-1 0-2-15,1 2-3 0,0-2 1 16,0 1-3-16,0-3-3 15,0-1-25-15,0-4-47 16</inkml:trace>
  <inkml:trace contextRef="#ctx0" brushRef="#br0" timeOffset="-157148.89">22046 10461 75 0,'0'0'24'0,"0"0"-17"0,0 0-1 0,0 0-3 15,0 0-3-15,0 0 1 16,0 0 0-16,0 0 4 15,0 0 6-15,0 0-2 16,-9 0-1-16,9 0-4 16,0 0-4-16,0 0-1 0,0 0-1 15,0 0 4-15,3 0-2 16,3 0 1-16,0 0 3 16,3 0-1-16,0 0 2 15,1 0 0-15,2 0-4 16,-1-1 0-16,1 0 0 15,3 0 1-15,-1 0 4 0,3-1 4 16,-2 0-4-16,3 1-5 16,0-2 1-16,-1 0-1 15,0 0 0-15,1 0 1 16,-1 1-1-16,1-2 2 16,0 1-1-16,1 1 1 15,-3-1-2-15,0 1 0 0,0 1-1 16,-2-1 0-16,-2 1 1 15,0 0-1-15,-4 0 0 16,-1 1 0-16,-3 0 0 0,-1 0-3 16,-2 0-10-16,-1 0-26 15,0 0-45-15</inkml:trace>
  <inkml:trace contextRef="#ctx0" brushRef="#br0" timeOffset="-156805.56">22413 10360 76 0,'0'0'12'0,"0"0"-6"0,0 0 6 0,0 0 4 15,0 0-4-15,31-2-8 16,-25 5 4-16,1 3-4 16,-2 1 1-16,0 2 5 15,-1 0-4-15,-3 2 0 16,0 4-3-16,-1 0 0 0,0 2-1 15,-5 1-1-15,-5 0-7 16,-4-2-38-16,-1-2-88 16</inkml:trace>
  <inkml:trace contextRef="#ctx0" brushRef="#br0" timeOffset="-155267.33">23195 10272 50 0,'1'0'56'0,"-1"-2"-54"0,0-2 6 16,1 1-1-16,0-1 0 15,-1-1 10-15,0 0 3 0,0-1-1 16,0 1 4-16,0-2-6 15,-3 2-9-15,0 0-3 16,-3 2-5-16,2 0 1 16,-3 1-3-16,1 1-4 0,-1 1 5 15,-2 0 1-15,-1 1-5 16,1 5 2-16,0 3 2 16,1 3 3-16,3 1-2 15,1 3 2-15,2 1 0 16,2-1 1-16,0 2-2 0,1-2 1 15,4 0 0-15,-1 0 0 16,1-1 0-16,0-1 0 16,-2-1 3-16,-1 3-5 15,-2-3-16-15,0 0-25 16,-2-4-22-16</inkml:trace>
  <inkml:trace contextRef="#ctx0" brushRef="#br0" timeOffset="-154997.84">23024 10382 148 0,'0'0'2'0,"0"0"0"0,0 0 3 0,37 0 0 0,-26 0 5 0,3 0-5 15,2 0 3-15,1 0-2 0,3 0-4 16,2-1 0-16,0 0-4 16,0-4-74-16</inkml:trace>
  <inkml:trace contextRef="#ctx0" brushRef="#br0" timeOffset="-154570.15">23311 10351 78 0,'0'0'30'16,"0"0"-10"-16,0 0-6 16,0 0-1-16,0 0-3 0,0 0-5 15,0 0-3 1,31-4-1-16,-24 0-1 0,-2 0 1 16,1-1-1-16,-2 1 1 15,-3 0-1-15,0 0 2 16,-1-1-2-16,0 3-1 15,-5 0-4-15,-5 1 8 0,-1 1-3 16,0 0 6-16,-2 0 7 16,1 5 3-16,1 2-6 15,1 1-6-15,2 3-2 16,3-2 1-16,2-1 1 16,2 1 0-16,1 0-1 15,0-2 1-15,7 0 0 16,1-1-1-16,3-2 1 0,0-1-3 15,2-2-27-15,-1-1-48 16</inkml:trace>
  <inkml:trace contextRef="#ctx0" brushRef="#br0" timeOffset="-153831.6">23392 10321 193 0,'0'0'22'0,"0"0"17"15,0 0-39-15,0 0-2 16,0 0 1-16,0 0 2 16,0 0 0-16,0 0-1 15,0 0 1-15,19 36 1 16,-15-28 0-16,1 1-1 16,1-1 2-16,-2-2-3 0,1-2-1 15,0-1-2-15,-1-2-2 16,1-1 0-16,-1 0 4 15,0-6 2-15,0-3 0 16,1-2 0-16,0-1-1 0,-2 1 0 16,2-1-3-16,0 2 3 15,-1 2 0-15,0 3 3 16,0 2-1-16,-1 1-1 16,1 2-3-16,1 0 0 15,-1 0 2-15,2 0 1 0,1 4-1 16,1 0 1-16,-2 1 0 15,2-1-1-15,-1-1 1 16,0 0-1-16,-1-2 1 16,0 0-1-16,-1-1 0 15,-1 0 0-15,0 0 1 16,-2-3 0-16,-2-1 0 0,0 1-1 16,0-2 2-16,-3 2-4 15,-2 0 6-15,-1 2 3 16,-1 0 1-16,0 1-4 15,1 0-3-15,1 1 0 16,1 4 0-16,2 4 0 0,0-1 1 16,1 1 0-16,1 0-1 15,0-1-1-15,0-1 0 16,3-1-5-16,2 0 2 16,1-3 1-16,-1 0-3 15,0-2 1-15,1-1 2 0,-1 0 1 16,1 0 1-16,-2-4 1 15,3-2 0-15,-3 0 1 16,0 2 2-16,1 0 2 16,-4 1 3-16,2 0-1 15,0 1-1-15,0 2-6 16,1 0 0-16,2 0-1 0,1 2-1 16,1 2 2-16,2-2 0 15,1 3 0-15,1-2-1 16,2-1-10-16,-1 0-27 15,2-2-36-15</inkml:trace>
  <inkml:trace contextRef="#ctx0" brushRef="#br0" timeOffset="-153574.6">23865 10340 179 0,'0'0'9'0,"0"0"2"0,0 0-1 15,32-3-5-15,-17 3-4 16,3-2 0-16,2 1-1 15,1-3-14-15,0-1-150 0</inkml:trace>
  <inkml:trace contextRef="#ctx0" brushRef="#br0" timeOffset="-152401.61">24265 10219 37 0,'0'0'1'0,"0"0"10"0,13-34 13 0,-11 22 2 15,-2-1-3-15,0 3 7 16,-3 2-4-16,-2 2-13 0,-2 2-6 16,-2 3-5-16,0 1-1 15,-1 0-2-15,0 3 1 16,2 7 0-16,0 3 3 16,2 3-2-16,4 1 0 15,2 1 0-15,0 2-1 16,1 0 0-16,6-2 2 0,1 0-2 15,1-2 3-15,-1 1 2 16,1-2-3-16,-4 0 1 16,-2-2-1-16,-1 0-8 15,-2-1-38-15,0-4-43 16</inkml:trace>
  <inkml:trace contextRef="#ctx0" brushRef="#br0" timeOffset="-151959.6">24148 10342 203 0,'0'0'-5'15,"0"0"30"-15,0 0-8 16,0 0-7-16,0 0-5 16,0 0-2-16,0 0 1 15,38-25-2-15,-26 25-2 0,3 0 0 16,2 0 0-16,0 0 0 15,2-1 0-15,0-1 1 16,-2-1-1-16,0 1 0 16,-1-3 0-16,-1 1 0 15,-2-2 0-15,-2 0 0 0,0 0 0 16,-4 0 0-16,-3 2 0 16,0-2 1-16,-4 4 7 15,0-1 7-15,0 1-5 16,0 1-4-16,-4 1-3 15,0 0-7-15,-3 0 1 0,-1 3 5 16,0 4-6 0,-3 1 8-16,2 0-3 0,2 0 0 15,3 1 0-15,3 0 0 16,1-2-1-16,0 1-4 16,8-1-5-16,4 0-6 15,1-2-3-15,2-1-6 0,2-2-14 16,1-2-16-16,0 0-16 15</inkml:trace>
  <inkml:trace contextRef="#ctx0" brushRef="#br0" timeOffset="-151540.22">24513 10315 34 0,'0'0'35'15,"0"0"11"-15,0 0 6 16,0 0-7-16,0 0-10 16,0 0-15-16,0 0-11 15,0 0-13-15,0 0 2 16,10-21 2-16,-10 25 2 15,0-1 1-15,1 0 1 0,2 0 0 16,0-1-2-16,3-1-1 16,2-1 2-16,-1 0 1 15,2 0-2-15,0-3 0 16,0-3 2-16,1 1 0 0,-2-1 3 16,-2 1-3-1,1 1-4-15,-4 1 1 0,0 1-1 16,-2 2 0-16,1 0-5 15,0 0 0-15,2 5 2 16,1 0 3-16,0 2 2 16,3 0 0-16,1 0-2 0,0-1 0 15,4-2-1-15,-1 0 0 16,1-3 0-16,0 1 1 16,2-2 1-16,-1 0-1 15,1-2 0-15,0-3 1 16,-4-2-1-16,0 0 1 0,-1 1 0 15,-5 1 2-15,-2 0-2 16,-2 3 2-16,-1 0-4 16,-2 2-5-16,-13 0-112 15</inkml:trace>
  <inkml:trace contextRef="#ctx0" brushRef="#br0" timeOffset="-150871.02">21602 10910 33 0,'0'0'8'0,"0"0"4"0,0 0 9 0,0 0 1 16,0 0 8-16,0 0 10 15,0 0-8-15,0 0-16 16,0 0-6-16,0 0 2 15,0 0 3-15,0 0-1 0,34 14-2 16,-22-4-3-16,3 1-2 16,1 0-3-16,4 1-3 15,-2-1 2-15,-1 1-2 16,0-4-8-16,0 0-18 16,-6-3-18-16,-2-3-74 0</inkml:trace>
  <inkml:trace contextRef="#ctx0" brushRef="#br0" timeOffset="-150663.69">21719 10905 238 0,'0'0'6'15,"0"0"7"-15,0 0-13 16,0 0 0-16,0 0-1 15,-24 31 1-15,18-13 0 0,0 3 0 16,1 3 1-16,1-1-2 16,0-1-21-16,1-1-52 15</inkml:trace>
  <inkml:trace contextRef="#ctx0" brushRef="#br0" timeOffset="-150316.14">21884 11081 231 0,'0'0'0'0,"0"0"3"16,0 0 0-16,0 0 0 15,0 0-1-15,29-15-2 16,-23 15 1-16,1 0-1 15,-2 0 0-15,1 4 0 0,-3 5-1 16,-3 1-17-16,0 2-29 16,0-1-17-16,-8 0 22 15,-1 1-1-15,0-6 75 16,2-1 15-16,2-1 8 0,1-3-13 16,3 0-10-16,1-1-20 15,0 0-8-15,9 0 6 16,2-2-3-16,7-4-2 15,3-2-4-15,2 0-25 16,-1-4-114-16</inkml:trace>
  <inkml:trace contextRef="#ctx0" brushRef="#br0" timeOffset="-150023.62">22150 11046 165 0,'0'0'9'0,"0"0"-7"0,0 0 11 16,0 0 7-16,37-5-4 16,-20 2-3-16,3 0-1 15,2 0 2-15,4-1-6 16,2 0-4-16,3 1-3 15,-1-1 0-15,2 1-1 0,-1 1 0 16,0 1 0-16,-2-1 0 16,-1 0-1-16,-3-1-18 15,-1 2-27-15,-5-1-63 16</inkml:trace>
  <inkml:trace contextRef="#ctx0" brushRef="#br0" timeOffset="-149824.54">22542 10951 261 0,'0'0'4'0,"0"0"-3"16,0 0 0-16,0 0 1 15,33 15-1-15,-24-2-1 16,-2 4 0-16,-1 1-1 0,-1-1-20 15,-3-2-77-15</inkml:trace>
  <inkml:trace contextRef="#ctx0" brushRef="#br0" timeOffset="-149432.36">23253 10790 172 0,'0'0'89'0,"0"0"-83"16,0 0 4-16,-2-35-6 15,-4 27-3-15,-1 1-2 16,-1 2 2-16,1 0 1 0,-3 2-2 15,0 3 1-15,1 0-3 16,-1 8 5-16,0 4-4 16,0 3 4-16,2 4-2 15,2 2 0-15,3 4 0 16,2-1 1-16,1-1-2 16,0 0 1-16,2 0 0 0,3-2-1 15,-1-2 2-15,0-2-1 16,-1 0 0-16,-1-3-3 15,-1 0-16-15,-1-4-14 16,0-1-33-16,-3-4-16 0</inkml:trace>
  <inkml:trace contextRef="#ctx0" brushRef="#br0" timeOffset="-148855.22">23081 10968 237 0,'0'0'-1'15,"0"0"6"-15,0 0-1 16,0 0 0-16,39-27 0 16,-23 22-3-16,2-1 1 15,2 2-1-15,-1 1 0 16,2 0-1-16,-1 0 0 0,1-1-1 16,-1 1-19-16,0 0-28 15,-5 0-8-15,-2-1 0 16,-2 2 26-16,-2-1 23 15,-5 0 21-15,-1 0 20 16,-1 0 8-16,-1 1-5 0,-1-1-8 16,0 1 3-16,0 0-17 15,-3 1-7-15,0 0-4 16,-2 1-4-16,2 0 2 16,-3 0-1-16,3 0 0 15,-1 4 1-15,1 0-4 16,1 0-1-16,1 1-2 0,1-2-3 15,0 2 1-15,3-1-5 16,3-1 4-16,1 0 0 16,2-3 1-16,0 1 5 15,-1-1 3-15,1 0-1 0,1 0 2 16,0-3 1-16,-1-2 3 16,0 0-1-16,-2 1 2 15,0-1-4-15,-4 1-1 16,1-1 1-16,-4 2 0 15,0 0 6-15,0 1 7 0,0 0-4 16,0 1-3-16,-4 1-5 16,1 0-2-16,-1 0 1 15,-1 3-3-15,2 4 0 16,1 0 0-16,2 1 2 16,0 1-3-16,0-2-13 0,7-3-35 15,2-4-62-15</inkml:trace>
  <inkml:trace contextRef="#ctx0" brushRef="#br0" timeOffset="-147540.36">23729 12018 139 0,'1'0'1'0,"2"0"3"0,3 0 2 0,-2-1 9 15,3-2 5-15,3 1 1 16,1-2-1-16,4 1-2 16,3 1-11-16,4-4-5 0,5 3-1 15,0-1 1-15,5-1 0 16,3 0 4-16,5 0-2 16,1 1 0-16,4 0 0 15,1-1-2-15,2 2 0 16,-1-2-1-16,-1 2 0 0,-4-2 0 15,-1 1-1-15,-4 3 0 16,-5-1-13-16,-6 2-23 16,-7 0-36-16,-8 0-49 15</inkml:trace>
  <inkml:trace contextRef="#ctx0" brushRef="#br0" timeOffset="-147076.4">24049 12184 139 0,'0'0'62'0,"0"0"-60"0,0 0-3 0,0 0 3 16,0 0 3-16,0 0 1 15,5 33 1-15,-5-24-1 16,0 3-3-16,0-3-2 16,0 2 1-16,0-1-1 15,2-1 1-15,1 0-2 0,-2-1-3 16,0-2-19-16,2 0-35 15,-2-3-13-15</inkml:trace>
  <inkml:trace contextRef="#ctx0" brushRef="#br0" timeOffset="-146691.34">24178 12246 210 0,'0'0'11'0,"0"0"-1"0,0 0 8 16,0 0-3-16,0 0-12 16,0 0-1-16,0 0-3 15,0 0 1-15,0-1 2 16,-2 7-2-16,1 3 0 16,0 1 2-16,0-1-2 0,1 0 0 15,0-1-1-15,0-2-1 16,1 0-3-16,3-3 3 15,1-1-1-15,0-1 2 16,1-1 1-16,0 0 0 16,0-2 1-16,1-3-1 0,-3-3 2 15,0 1 1-15,0-2 2 16,-3-1 8-16,-1 0-4 16,0 1-3-16,-3 0-4 15,-4 0 1-15,-4 2-4 16,0 3-5-16,-4 2-9 15,0 2-12-15,-3 0-25 0,3 0-49 16</inkml:trace>
  <inkml:trace contextRef="#ctx0" brushRef="#br0" timeOffset="-145981.68">24200 12061 175 0,'0'0'15'0,"0"0"-3"0,0 0-5 0,-27-32-2 0,16 26-1 16,0 1 4-16,-2 0-3 15,-1 2-2-15,-3 0 0 16,-1 1-4-16,-1 2 4 16,-2 0-3-16,-2 0 1 15,2 3 0-15,0 4-1 0,-1 3 1 16,0 1-2-16,1 3 0 16,0 2-4-16,0 2 1 15,0 1 4-15,1 1 0 16,3 2 0-16,1 0 0 15,5-1 0-15,0-1 0 16,4 1 0-16,4 0 0 0,3 1 0 16,0-2 0-16,0 2 0 15,8-1-2-15,5-1 4 16,1 0-2-16,3 1 0 16,3-3 1-16,3 0 1 15,-1-2-1-15,3 0 0 0,-1-2 1 16,1-1-1-16,2-2 1 15,-2-4 0-15,2 0 0 16,-1-4 1-16,1-2 1 16,1-1 1-16,-3 0 3 15,2-4 4-15,-3-2 1 0,0 0-4 16,-1-3-4-16,-2-1 2 16,-1-1-1-16,1-2-1 15,-1-2-2-15,-3-2-1 16,1-1 1-16,-2-3-3 0,-4 1 0 15,-2-2 0-15,-5 0 0 16,-4 0 0-16,-1 1 0 16,-1 1 1-16,-9 0-1 15,-1 3-1-15,-2 3 1 16,-4 2 0-16,-1 1-7 16,-1 5-11-16,-1 3-21 0,-1 2-28 15,2 0-115-15</inkml:trace>
  <inkml:trace contextRef="#ctx0" brushRef="#br0" timeOffset="-145462.18">24623 12002 71 0,'0'0'6'0,"0"0"7"0,0 0 7 0,0 0 0 15,0 0 4-15,-14 27-1 16,6-17-8-16,-1 4-5 16,-1 2-3-16,-2 4-4 15,-1 4-1-15,-4 5 0 16,-3 4-1-16,-5 5 0 0,-3 3-1 16,-4 4 1-16,-7 4 2 15,0-1-3-15,-2 2-5 16,-2-2-60-16,0-2-17 15</inkml:trace>
  <inkml:trace contextRef="#ctx0" brushRef="#br0" timeOffset="-144644.07">22788 12802 145 0,'0'0'20'0,"0"0"-14"0,0 0 0 0,13-28 7 0,-12 19 5 16,-1 1 3-16,0-1 2 16,0 1-7-16,0-1-3 15,0 3-3-15,-1 1-3 16,-1 0-6-16,-2 3-1 0,-1 1-9 15,-3 1-6-15,-2 1 4 16,-1 6-8-16,-2 4 11 16,0 2 9-16,1-1 0 15,1 2 0-15,4-3-1 16,2 1 1-16,4-3-1 16,1 0 0-16,2 0 0 0,6-1 0 15,2 0 0-15,2 0 1 16,1 1 0-16,1 0-1 15,-1 1 1-15,-3 0-1 16,0 2 1-16,-1-2 1 0,-4 0-4 16,-3-1 1-16,-2-1 0 15,0-1 1-15,-3-2 0 16,-4-1 1-16,-2-1 3 16,-2-1 0-16,-1-2 1 15,1 0-4-15,0 0 2 16,1-1 0-16,5-5 9 0,0 0 1 15,5-2-7-15,0 0-4 16,9-3-1-16,4-1-2 16,4 1-1-16,3-2-5 15,4 1-17-15,2-1-14 16,0-1-54-16</inkml:trace>
  <inkml:trace contextRef="#ctx0" brushRef="#br0" timeOffset="-144309.32">23116 12713 127 0,'0'0'51'0,"0"0"-49"0,0 0 1 16,0 0-1-16,-32 25-1 15,20-13 3-15,1 3 4 0,-4 3-4 16,-1 3-2-16,-4 4-2 15,0 5 1-15,-4 1 0 16,-2 4 1-16,0 4-2 16,-3 0-6-16,1 2-11 15,1-1-11-15,0-2 0 0,2-4-22 16,1-3 68-16,3-5 14 16,3-3-4-16,0-5-6 15,2 0-1-15,3-2-7 16,1-1-6-16,2-2-6 15,2-2-2-15,4-2-6 0,3-5-38 16,1-4-48-16</inkml:trace>
  <inkml:trace contextRef="#ctx0" brushRef="#br0" timeOffset="-143924.38">22948 13121 202 0,'0'0'0'16,"0"0"-4"-16,0 0 4 0,0 0 0 0,0 0 0 15,0 0 5-15,0 0 1 16,3 32 3-16,-3-22 1 16,-2 1 4-16,0 2-2 0,-1-1-2 15,3 1-5-15,-1-1-2 16,1 1-1-16,0-1-2 15,0-2 0-15,0-1-9 16,2-3-25-16,3-4-35 0,1-2-47 16</inkml:trace>
  <inkml:trace contextRef="#ctx0" brushRef="#br0" timeOffset="-143509.64">23099 13155 59 0,'0'0'44'16,"0"0"-30"-16,0 0 10 15,0 0-3-15,-20 34-7 16,19-26-5-16,1-1-5 15,0 1-1-15,0-2 0 16,0 0 0-16,4-1-1 0,1-1-1 16,0-1 0-16,2-2 0 15,-4-1-2-15,5 0 2 16,-2 0-2-16,1-1 3 16,-1-5-1-16,1 0-1 15,-2-1 1-15,1-1 1 16,-3-1 4-16,0 0 2 0,-1 1-3 15,-2 1 3-15,0-2 0 16,0 2-1-16,-2 0-2 16,-5 2-2-16,-2 0-4 15,-2 2-4-15,-1 3-19 16,-2 0-56-16,-1-1-68 0</inkml:trace>
  <inkml:trace contextRef="#ctx0" brushRef="#br0" timeOffset="-142201.36">23045 12495 61 0,'0'0'35'0,"0"0"-29"0,-41-27-4 0,24 18 4 0,-1 0 28 15,-1 0-5-15,-1 1 10 16,-1 1-16-16,0 1-4 16,1 0-8-16,0 2-8 15,1 2 0-15,0 1 0 0,-1 1-3 16,-2 0 0-16,-1 1-2 16,0 4 4-16,-1 0-2 15,-1 2 1-15,2 1-1 16,-1 0 0-16,0 5 0 0,1 0 0 15,1 2 0-15,-1 2 2 16,1 4-3-16,-2 1 1 16,0 3 0-16,0 2 0 15,-1 2 1-15,2 2-1 16,-1 3 1-16,3 0-2 16,1 0-2-16,3-2-2 0,3 1 4 15,3-2 0-15,2-2 1 16,2 2 0-16,3-1 1 15,3 0 0-15,1 1 1 16,0 0 3-16,0 1 2 0,6 1-1 16,2 0-4-16,0 1 0 15,2 1 0-15,1-2 0 16,0 1-2-16,2-4 1 16,2-2 5-16,0-3-1 15,3-5 3-15,2 1-2 16,1-2-3-16,2-3 1 0,-1 1-4 15,1-2 2-15,1-1-2 16,-3 0 1-16,2-3 0 16,0-1 2-16,2 0 0 15,0 0-1-15,2-2 1 0,-3-1-2 16,4-4 1-16,-3 1 1 16,1-3 0-16,1-1 0 15,0 0 5-15,2 0-2 16,-1 0 0-16,1-3-3 15,0-2-1-15,-1 0 0 16,-2-2 0-16,-1-1-2 0,-2-1 1 16,-1-2-1-16,-1 1 0 15,0-3 0-15,-1 0 2 16,0-2-2-16,0 0 0 16,1-2 0-16,-1-2 1 0,1-1-2 15,-3-1 1-15,-1-3-2 16,0 3-2-16,-2-4-1 15,-1 1-1-15,-2 0 3 16,-3-3 1-16,-1 1 2 16,-1-2 0-16,0-1 0 15,-4 0 0-15,1 0-1 0,-3 2 0 16,-1-1-1-16,0 2 0 16,0 1 1-16,-1 0 1 15,-6 1 0-15,0 0 0 16,-2 1-1-16,-2 0 2 15,-1 0-1-15,-2 1-1 16,-2 0 2-16,-1 1-1 0,-1-1 0 16,-2-2 0-16,-1 1-1 15,0 0 1-15,-2 1-2 16,-2-1 0-16,-1 4-1 16,0 1 4-16,1 4 0 0,0 4-1 15,2 2-1-15,1 3-19 16,3 4-32-16,-1 1-67 15</inkml:trace>
  <inkml:trace contextRef="#ctx0" brushRef="#br0" timeOffset="-141514.63">23574 12912 22 0,'0'-2'62'0,"0"1"-60"0,0-1 6 0,0 1 15 16,0 0 1-16,0 0 10 0,0 1 1 16,0 0-9-16,0 0-9 15,0 0-3-15,0 0-7 16,0 0-3-16,0 0-1 15,0 0-2-15,0 0-2 16,0 0 1-16,0 0-1 0,0 0 1 16,1 0-1-16,0 3-1 15,0 0 1-15,0 1 2 16,2-1 1-16,-1-1 0 16,0 0 1-16,1 0-1 0,0-2 1 15,-1 0 0-15,2 0 0 16,1 0 3-16,2-3 0 15,1-4 4-15,4-4 0 16,2-2-1-16,5-4-4 16,4-6-4-16,4-3 1 15,8-9-2-15,3-3-7 16,2-5-63-16,-1-2-122 0</inkml:trace>
  <inkml:trace contextRef="#ctx0" brushRef="#br0" timeOffset="-134666.4">21421 12761 161 0,'-2'0'15'0,"1"0"15"0,0-1-17 0,0-3-6 0,-1 1-1 15,2 0 6-15,-1 0 1 0,1 0 1 16,0-1-2-16,0-1-10 16,0 0 1-16,3-1-2 15,1 1-1-15,3-1 1 16,0 0 0-16,1 3-2 15,1-2 2-15,0 1-1 0,1 1 0 16,-1 0 0-16,1 2 0 16,-1 0 0-16,-1 1 0 15,-1 0-1-15,0 1 0 16,-2 3 1-16,-1 3-1 16,-2 0-2-16,-1 1 2 15,-1 2-2-15,0 1 4 0,-1 1-2 16,-5-1 3-16,1 1-3 15,-3-2 2-15,-1-1-1 16,2 0 1-16,0-1-2 16,0 0 3-16,0-3-4 15,3 1 4-15,1-2-2 0,-1-2 4 16,4 0-2-16,-1-1-1 16,1-1 0-16,0 0-1 15,0 0-2-15,0 0 2 16,1 0-2-16,5 0 2 15,2-2 1-15,3-2 0 0,2-2 1 16,3-1-18-16,1 0-50 16,0-4-60-16</inkml:trace>
  <inkml:trace contextRef="#ctx0" brushRef="#br0" timeOffset="-134264.76">21722 12686 187 0,'0'0'25'0,"0"0"4"0,0 0-8 0,0 0-13 0,0 0-1 16,0 0-4-16,0 0-4 16,0 0-2-16,0 0 5 15,0 0-3-15,-16 33 2 16,8-18-3-16,-1 1 4 0,-1 2-2 15,-1 2-2-15,-1 1 4 16,-4 1-2-16,-1 2-2 16,-2 1-3-16,-2 2 2 15,-1 1 1-15,-2 3 0 16,0-1 2-16,3 3 0 0,0-3 1 16,1-2-1-16,2-2 0 15,1-2 1-15,2-4 0 16,1-1-1-16,2-2 1 15,0-2-1-15,4-2 0 16,0-1 1-16,2-1-1 0,2-3 0 16,4-1 0-16,0-2-4 15,0-1-25-15,0-2-44 16,4-2-9-16</inkml:trace>
  <inkml:trace contextRef="#ctx0" brushRef="#br0" timeOffset="-133781.42">21602 13070 92 0,'0'0'18'0,"0"0"12"0,0 0-4 0,0 0-4 15,0 0-6-15,0 0-9 16,0 0-5-16,0 0-2 16,0 0 1-16,0 0 0 0,0 0 2 15,0 12 3-15,0-5 1 16,0 1 0-16,0 0-3 16,0 2 1-16,0 0-2 15,0 2 0-15,0-1-2 16,0-1 0-16,0 1-1 15,0 0 1-15,0-2-1 0,0 0 1 16,0-1-2-16,3-3-3 16,0-2-25-16,1-3-45 15,0 0-3-15</inkml:trace>
  <inkml:trace contextRef="#ctx0" brushRef="#br0" timeOffset="-133362.23">21685 13112 129 0,'0'0'10'0,"0"0"6"16,0 0-10-16,0 0-4 15,0 0 10-15,0 0 8 16,0 0-4-16,0 28-3 0,0-20-5 15,0 0-4-15,1 2-2 16,1 0-1-16,2-1 0 16,0 0 1-16,1 1-1 15,1-3 0-15,-1 0-2 16,0-3-1-16,1-2 0 0,-1-2 2 16,1 0-1-16,0 0 1 15,-2-3 1-15,2-4-2 16,-2 1 3-16,0-1 1 15,-1-3 2-15,-3 3 2 16,1-1 6-16,-1-1-1 16,0 0-3-16,0 1-1 0,-2 0-1 15,-2 2-3-15,0 1-3 16,0 1 0-16,0 2-4 16,-1 1-12-16,-1 1-27 15,0 0-40-15</inkml:trace>
  <inkml:trace contextRef="#ctx0" brushRef="#br0" timeOffset="-131971.6">21573 12389 57 0,'0'0'3'0,"0"0"6"0,-28-6 17 0,21 5-9 0,2-1 4 16,-1 0-5-16,2 1 3 16,1-1 2-16,-1 2-9 15,1 0 0-15,1-1-6 0,-1 1-2 16,0 0-2-16,-1 0-2 16,-1 0 1-16,0 0-1 15,-1 1 1-15,0 3 0 16,-2-1-1-16,-1 3 0 0,0-1 0 15,-2 1 0 1,-1 1 0-16,0 0 0 0,1 0 0 16,1 0 0-16,0-1 0 15,0 2 1-15,1-1-1 16,0 2 0-16,1-1 0 0,-1-1 0 16,2 2 0-16,-2-1 0 15,2 0 0-15,-2-1 0 16,1 0 0-16,1 2 0 15,0 0 0-15,1 1 0 16,-2 1 0-16,1 1 0 16,0 1 0-16,0 0 0 0,-1 0 0 15,0 1 0-15,2-1 2 16,-2 0-4-16,3 0 2 16,-1 2 0-16,-1-1 2 15,1 3-2-15,-1 0 0 0,1 1 0 16,1 0 0-1,-1 1 0-15,2-1 0 0,-1 1 0 16,2 0 0-16,0 1 0 16,2 1 0-16,-2 0 0 15,2 3 0-15,0 0-2 16,1 2 0-16,-2 0-1 0,1 2-2 16,-1 1 3-16,-2-1 1 15,1-1 0-15,1 0 1 16,1-1 0-16,-2-1 0 15,3-1 1-15,0-2-2 16,0-1 2-16,0 2-1 16,3-1 0-16,0-2 1 0,2-1 1 15,1 1 1-15,2-2 0 16,2 0 0-16,1-1 1 16,0 0 2-16,2 1-4 15,2-2 1-15,1 2-3 0,1-1 2 16,-2 0 1-16,2 0 0 15,2-1-1-15,-4 0 0 16,1-1 2-16,-1 0-1 16,0-1-1-16,-1-1 0 15,0-2-1-15,0 2 0 0,0-3-1 16,1 0 2-16,-1-1 0 16,2-2 3-16,-1 0-1 15,2-1-1-15,-1-1-1 16,1-1 2-16,2-1-2 15,-1-1 0-15,1-2-1 16,1 0-1-16,1 0 0 0,-1-6 0 16,2 0 2-16,-1-3-2 15,0-1 2-15,2-2 0 16,-1 0-1-16,2-3-1 0,-3 0-5 16,4-3-10-16,-3-3-22 15,-2-4-25-15,-3-1-46 16</inkml:trace>
  <inkml:trace contextRef="#ctx0" brushRef="#br0" timeOffset="-130950.04">21679 12347 49 0,'13'-2'7'0,"1"1"15"0,-3-1-3 0,2 2-6 0,-2 0 1 0,2 0-3 16,-2 0 0-16,2 3-4 15,-3 1 1-15,-1 2-1 16,0 1-1-16,1 1-4 16,-3 2 5-16,2 2 3 0,0 1-4 15,0 2-3-15,-1 1 0 16,2 2-2-16,1 0 1 15,-1 4-2-15,0 1-3 16,0 4 3-16,-2 2-2 16,1 3 3-16,-1 1 0 15,2 1 0-15,-2 0-1 16,0-2 2-16,0 0-2 0,-1-4-3 16,2 2-4-16,-2-2-8 15,1 1-3-15,-1 1 0 16,1 0 0-16,-1 1 2 15,0-1 3-15,-2 3 3 0,0-5-4 16,-1 2-3-16,-2-3 16 16,0 1 3-16,-2-2 0 15,0-1 0-15,0-1 0 16,0 1 1-16,-3 0-1 16,0-3 0-16,-1 0 2 0,-1-1 2 15,0-2-3-15,-2-1-1 16,1-1 2-16,0-1 1 15,-1-1-1-15,1 0-2 16,0 0 3-16,-1 0 0 16,2-1 4-16,-1-1-4 15,0-1 4-15,-1 1-1 16,2-2 3-16,-1-1 13 0,-1-1 3 16,-2 0-5-16,2 0-8 15,-2 0-12-15,-2-1 1 16,0 2-5-16,-3 1 1 15,-3-1-20-15,-1 2-40 0</inkml:trace>
  <inkml:trace contextRef="#ctx0" brushRef="#br0" timeOffset="-111728.03">21702 2972 4 0,'0'0'21'0,"0"0"-1"0,0 0-1 0,0 0 4 16,0 0-1-16,0 0-4 15,0 0-3-15,0 0-6 0,0 0-6 16,0 0 0-16,0 0-2 16,0 0 1-16,4-20 0 15,-4 20 2-15,0 0-4 16,0 0-1-16,1 0 1 16,1 0-2-16,0 0 4 15,0 0 1-15,2 2 2 0,-2 2-3 16,1-1 0-16,-1-2 0 15,2 1 1-15,-1 0-2 16,2-2-1-16,-1 0 2 16,3-2 4-16,1-8 7 15,5-6 5-15,1-6-1 0,6-7 2 16,8-6-8-16,4-8-5 16,9-5-3-16,6-5 1 15,4-6-5-15,4-4-89 16</inkml:trace>
  <inkml:trace contextRef="#ctx0" brushRef="#br0" timeOffset="-110288.19">23021 2743 3 0,'0'0'17'0,"0"1"-4"0,0-1-7 0,0 0 6 15,0 0-9-15,0 0-1 16,0 0-6-16,0 0 3 16,0 0 14-16,0 0-11 0,0 0 1 15,0 0 0-15,0 0 12 16,0 0-2-16,0 0-6 15,0 0-6-15,0 0-1 16,-1 0 2-16,0 0 0 16,-1 0-2-16,1 0 1 15,1 0 0-15,-1 0 1 0,1 0 3 16,0 0 2-16,0 0-3 16,0 0-6-16,0 0 1 15,0 0 4-15,0 0-3 16,0 0-2-16,0 0 1 15,0 0 0-15,0 0 0 0,0 0 1 16,0 0-1-16,1 0 1 16,0 0 2-16,1 0-1 15,1 0 0-15,-2 0-1 16,2 0 0-16,0 2 2 16,0-2-4-16,-1 2 4 0,1-1-4 15,0 1 1-15,-1-2 0 16,-1 3 0-16,2-2 1 15,-1 2 0-15,1 0 1 16,0-1-1-16,1 1 1 16,-1-1-1-16,1-1 0 0,0 1 1 15,-1-2-1-15,0 0 0 16,1 0 6-16,1 0-4 16,0 0 1-16,2-5 2 15,2-3-2-15,3-1 0 16,2-4 2-16,3-3 0 15,3-4 0-15,4-5 1 0,7-3 1 16,0-5-2-16,7-5-2 16,6-7 0-16,3-6-31 15</inkml:trace>
  <inkml:trace contextRef="#ctx0" brushRef="#br0" timeOffset="-107701.31">21841 3483 46 0,'0'0'3'0,"0"0"-1"0,0 0 0 0,0 0-6 0,0 0 8 16,0 0-3-16,0 0-3 15,0 0 4-15,0 0 0 16,0 0-1-16,21-27 0 16,-21 27 2-16,0 0 0 0,0 0-1 15,0 0 5-15,0 0 6 16,1 4 4-16,0-1-3 15,-1 3-4-15,0-2-4 16,0-1 0-16,0 0 12 16,0-2-5-16,0 0 1 0,1-1 8 15,-1 0 16-15,0 0-8 16,2-5-18-16,2-2-7 16,1-6-3-16,4-3-1 15,4-6 3-15,6-7-1 16,6-3-1-16,4-8-10 0,6-7-51 15,-3-8-117-15</inkml:trace>
  <inkml:trace contextRef="#ctx0" brushRef="#br0" timeOffset="-106560.81">23069 3329 41 0,'0'0'12'0,"0"0"10"16,0 0 4-16,0 0-5 0,24-32-2 16,-18 26-3-16,-3 1-6 15,0 0-4-15,1 0-3 0,-2 2-1 16,-1 1-1-16,3 2 2 15,-3 0-5-15,-1 0-13 16,0 0-51-16</inkml:trace>
  <inkml:trace contextRef="#ctx0" brushRef="#br0" timeOffset="90441.48">2579 11529 86 0,'0'-3'8'0,"0"-2"1"0,0 0 1 0,0 1 1 0,0-2 1 16,0 3 4-16,-2-2 3 16,1 2 0-16,1 0-4 15,-2 0-3-15,1 1-3 0,-1 1-4 16,0 0 0-16,-1-1-4 15,1 1 2-15,-1 1-1 16,0 0 0-16,1 0-2 16,-1 0 0-16,-2 2-1 15,1 2 1-15,-2 3 0 0,0 0-1 16,1 1 1-16,-1 1 0 16,0 1 0-16,2-1 0 15,-2 2 1-15,3 2-1 16,2-1-1-16,1-1 1 15,0-1-2-15,0 0-2 16,0-3 2-16,3 0 0 0,2-1 1 16,0-2-1-16,0-1 1 15,2 1 0-15,-1-1 0 16,1 0 2-16,2-2-1 16,-1 2 0-16,0-1 0 0,2 2 0 15,-1-2 0-15,-2 2 0 16,1 1 0-1,-1-1 1-15,-2 2-2 0,0 0 1 16,-2-1-1-16,-2 1 1 16,-1 0 0-16,0-1-1 15,0 0 0-15,-3 0 1 0,-4 0 0 16,-1 0 2-16,0 0-1 16,-2 0 1-16,1-1 0 15,-1-1-1-15,3-2 1 16,3 1-1-16,1-2 1 15,3 0-1-15,0 0-4 0,0-5-28 16,0-4-45-16</inkml:trace>
  <inkml:trace contextRef="#ctx0" brushRef="#br0" timeOffset="91038.2">2723 11523 42 0,'0'0'11'0,"0"0"-8"0,0 0 0 15,0 0-1-15,0 0-1 16,0 0 3-16,0 0 9 15,0 0 14-15,0 0-6 16,0 0 1-16,0 0-4 0,0 0 1 16,-6-7-5-16,4 7-9 15,2 0-2-15,0 0-3 16,0 0 0-16,0 0-4 16,0 1 0-16,0 5 4 15,4 2 0-15,-1 5-1 16,2 4 0-16,0 1 1 0,0 3 0 15,0 1 1-15,0 1-1 16,1-1 0-16,-2-1 1 16,1 0-2-16,-1-2 2 15,-1 1-1-15,-2-1 1 16,1 0-1-16,-2-2 0 0,0 0 1 16,0 0-1-1,0-1 0-15,0-1-1 0,0-1-15 16,0-3-28-16,-3-5-19 15</inkml:trace>
  <inkml:trace contextRef="#ctx0" brushRef="#br0" timeOffset="91500.18">2749 11531 47 0,'0'0'9'0,"4"-28"7"0,0 17 6 0,-2 0-2 16,-1 3 4-16,1 2-2 15,0 1-3-15,1 2-11 16,0 1-6-16,2 0-2 15,2 2-2-15,-1 0 1 16,1 2-6-16,0 4 7 0,0 1 5 16,2 1-3-16,-3 1-2 15,1-1 0-15,-1 0 1 16,0 2 1-16,-3 0-4 16,-2 0 2-16,-1-2 0 15,0 2 1-15,0 0 2 16,-3-1-2-16,-4-2 3 0,-3 2 0 15,1-1-1-15,-3 0-3 16,1 0 2-16,0-1-1 16,1 0 1-16,1-2-1 15,3-2-1-15,1 1 0 16,3-1-4-16,2-2-31 0,0-1-33 16,0 0-34-16</inkml:trace>
  <inkml:trace contextRef="#ctx0" brushRef="#br0" timeOffset="92241.17">2982 11478 82 0,'0'0'-3'0,"0"0"6"0,0 0 0 0,0 0 1 16,0 0 2-16,0 0 0 15,-29-16 4-15,24 16-1 16,2 0 0-16,0 0 0 16,-1 0-7-16,1 5-2 0,1 2 0 15,-1 1 0-15,1 3 0 16,0-1 0-16,-1 3 0 15,3 0 0-15,-1-1 0 16,1 0 0-16,0-1 1 16,0-2-2-16,0-1 2 0,4-2-2 15,2-1 1-15,-2-2 0 16,2-2 0-16,-2-1 1 16,2 0-2-16,-2 0 10 15,0-4-1-15,1-3 0 16,-2 0 0-16,-1 0-2 0,-1-2-1 15,0 1-2-15,-1-1-1 16,0 0 0-16,0 2 2 16,0-2 1-16,0 1-1 15,-1 1 0-15,0 2-3 16,-1 0 1-16,1 1-1 0,1 1 0 16,0 2-1-16,0 1 0 15,0 0-3-15,0 0-5 16,0 0 1-16,4 6 5 15,0-1 4-15,-1 2-1 16,3 0 1-16,-2 1-2 0,2-1 0 16,0 0 1-1,-1-1-4-15,2 0-13 0,0-1-5 16,-4-3-10-16,4-2-23 16</inkml:trace>
  <inkml:trace contextRef="#ctx0" brushRef="#br0" timeOffset="93123.22">3060 11437 150 0,'0'0'0'0,"0"0"4"0,0 0 2 15,0 0 0-15,0 0-4 16,0 0 2-16,0 0-4 15,0 0-4-15,0 0 2 0,0 0-1 16,0 0 3-16,14 1 2 16,-11 7-2-16,2 1 0 15,1 1 0-15,-3 0 0 16,0 0 0-16,1-2 1 16,-1-3-1-16,-2 0 0 15,1 0 1-15,-1-2-1 16,-1-1 0-16,1-2 0 0,1 2 1 15,-2-2-1-15,0 0 5 16,0 0 8-16,0-2-9 16,0-2-2-16,0-2 4 15,0-2-2-15,0-1-2 0,0-1 0 16,0-1 1 0,1 1-1-16,4-1-2 0,0 1 0 15,0 1 1-15,0 0-1 16,0 1 0-16,0 2 0 0,2 1 0 15,0 0 0-15,0 2 0 16,0 1-1-16,0 1 1 16,0 1 0-16,0 0-2 15,-1 1-1-15,0 6-2 16,-1-1 2-16,0 1 3 16,0 2-2-16,-2-1 1 0,-1 0-1 15,1-1 2-15,-1 0 0 16,-2-1 0-16,1 0 0 15,-1-2 0-15,0-1 0 16,0-1 0-16,0-2-2 16,0 0 4-16,0 0 1 0,0 0 2 15,-1 0 3-15,-1-5-3 16,2 0-1-16,0-2-1 16,0 1-1-16,0-3-2 15,0 2 0-15,0-1 0 16,0-1-1-16,2 2 1 0,1-2 0 15,1 2 0-15,0 0 0 16,-1 0 0-16,3 2 0 16,-1-1 0-16,0 2 0 15,0 0 0-15,0 2 0 16,2-1-1-16,-2 2 1 0,-1 1-2 16,2 0 1-16,-2 0 0 15,2 0 0-15,-2 2-1 16,0 3-1-16,-1 0 2 15,1 1 1-15,-1 1 1 16,-1 1-1-16,0-1 0 16,-1 1 0-16,-1 2 1 0,0 0-1 15,0 2 1-15,0 1-2 16,0 2-16-16,-3-2-32 16,-2 1-37-16</inkml:trace>
  <inkml:trace contextRef="#ctx0" brushRef="#br0" timeOffset="95039.39">2560 12036 45 0,'7'-5'11'0,"2"1"8"0,-1-1-9 0,2 1-1 16,2 0-4-16,-2 0-3 15,2-1-1-15,1 1 0 16,1 0 4-16,1-3 0 16,2 0-1-16,4-3 0 0,1 0-2 15,2-1 1 1,4-4-1-16,-1 1 0 0,3-3 2 16,1 0 0-16,0 0 3 15,1-2 0-15,2 1 0 16,-1 0-1-16,3 0-3 0,-2 1-1 15,1 1-1-15,-1 2 0 16,0 1-1-16,-4 2 0 16,-1 2 0-16,-5 1-1 15,2 0 3-15,-1 1-1 16,-2 1-1-16,0 2 0 16,0-2 0-16,0 2 0 0,-3 1 1 15,-1 0-2-15,-3 1 1 16,0 1 0-16,-3 0 0 15,-3 0-1-15,0 0 1 16,-1 0 0-16,-3-2 1 16,2-1-1-16,-1 0 1 0,-1-3 0 15,0 1-1-15,-1-1 0 16,1-3 0-16,0 0 0 16,-1-2 0-16,-2-1 0 15,1-1 0-15,-3-1 1 0,1-2-1 16,-1-1 2-16,1-1 2 15,-1 0-1-15,0-2 0 16,-1-1 0-16,0 2-2 16,0-1 2-16,0 1-1 15,-5 2-2-15,2-1 0 0,-3 0 2 16,0-1 0-16,0 1 1 16,0 1 1-16,-1 0-2 15,0-1 1-15,0 2 4 16,-2 0-2-16,1 2-2 15,-3 1 2-15,1-1-1 16,-1 3 0-16,-1 0-2 0,-3 1 3 16,0 1-3-16,-1 1 0 15,0 0 1-15,-1 2-1 16,2-1-1-16,-2 3 2 16,2 0-1-16,0 1-5 15,0 0 3-15,-2 3-2 0,2-1 4 16,-2 0-4-16,2 2 2 15,-1 0-1-15,-1 0 2 16,-2 1-2-16,-1 3 2 16,-2 0-2-16,-1 2 1 15,-3-1-1-15,0 0 0 16,-3 2 2-16,1-1-2 16,1 1 0-16,-1 1 2 0,0 0-1 15,1 1 0-15,-1 0 1 16,0-2-1-16,3 2 0 15,-2-1 1-15,2 0-1 0,-1-2 0 16,3 1 0-16,1 0 0 16,-1 0 0-16,1 0 0 15,2 0 1-15,-1 0-1 16,0-1 0-16,-1 0 0 16,0-1 0-16,2 1 0 15,0-1-1-15,-1 0 2 16,2 0-1-16,1-1 0 0,-1 2 0 15,2-1 0-15,-1 3 0 16,0-2 0-16,1 1 0 16,0 1 0-16,2 0-1 15,-1 0 2-15,2-1-1 16,1 0-1-16,1 0 1 0,2-1 0 16,1 2 0-16,1-2 0 15,1 0-1-15,1 2 0 16,2-1 0-16,-1 1 0 0,2 0-1 15,0 0 2-15,1 3 0 16,-2 0-1-16,3 0 1 16,-1 3-1-16,0-1 1 15,0 0 0-15,2 1 0 16,0 1-1-16,0-1 1 16,0 1 0-16,0 2 0 15,0 1-1-15,-1-2 2 0,1 3-1 16,-2-1 0-16,1 0 0 15,1-2 0-15,0 1 1 16,0-1-1-16,0 1-1 0,1 0 1 16,2-1 1-1,3 2-1-15,-1-1 0 0,1-1 0 16,1-2-1-16,1 0 1 16,1-3-1-16,-2 1 1 15,1-1 0-15,0-1 0 16,2-1-1-16,0-1 1 15,-1 0 0-15,1-2-2 0,1 0 1 16,-1-1 1-16,1-1 1 16,0 0-1-16,1-2 0 15,0 0 2-15,0-1-1 16,1 1-1-16,0-2 2 0,0 0-2 16,1 0 0-16,2 0 0 15,2 0-3-15,0 0-10 16,1 0-35-16,-1-6-19 15</inkml:trace>
  <inkml:trace contextRef="#ctx0" brushRef="#br0" timeOffset="96621.94">3572 11380 21 0,'-2'0'45'0,"0"0"-45"0,2 0 0 0,0 0 0 16,0 0 0-16,0 0 0 15,-1 0 0-15,1 0 5 16,0 0 11-16,0 0 10 16,-2 0-7-16,2 0-9 0,0 0-5 15,0 0-3-15,0 0-1 16,0-1-2-16,0 0 0 15,0-3 1-15,2 1-2 16,3 0 2-16,1-2 1 16,0 0-1-16,2-1 0 15,2 0 3-15,-1-2 0 0,2 1-3 16,3 1 6-16,0-1-4 16,2 0-1-16,1-2-1 15,2 2 1-15,1 0-1 16,1-1-1-16,0 2 2 0,2 0-1 15,0 0 0-15,0 1 2 16,2 0-2-16,1 0 0 16,1 2 0-16,1 0 0 15,-1-1 1-15,-1 3-1 16,0-3 0-16,-1 3 1 16,-3-2-2-16,-2 2 2 0,1 0-1 15,-2-1 0-15,-2 1 0 16,-2 0 0-16,0 0 0 15,-2 1 0-15,-3-1 0 16,-1 1 0-16,-2 0 0 16,-3 0 0-16,-1 0-2 0,-2 0-2 15,-1 2-4-15,0 3-7 16,-1-2-1-16,-5-1-55 16</inkml:trace>
  <inkml:trace contextRef="#ctx0" brushRef="#br0" timeOffset="96995.24">4205 11138 24 0,'0'0'2'0,"0"0"3"0,0 0 0 0,0 0-3 16,0 0 0-16,0 0 3 16,31 3 3-16,-28 0 8 15,2 1-1-15,0 1-2 0,-1 2-4 16,0-1-5-16,-1 1 0 15,1 1-2-15,-2 0 3 16,-2 2-1-16,0 2 0 16,0 1-4-16,-6 3 3 15,-3 1-1-15,-5 4 0 0,-5 3-8 16,-2 2-28-16,-2-2-42 16</inkml:trace>
  <inkml:trace contextRef="#ctx0" brushRef="#br0" timeOffset="100500.29">4867 11118 62 0,'-3'-3'2'0,"0"1"0"0,1 1-1 0,-1 1 1 0,0 0 1 15,-1 0 2-15,1 0 0 16,1 0-4-16,-1 1-1 15,-1 4 1-15,-1 2-2 16,1-1 1-16,1 3 1 16,0-1-1-16,-1 2-3 0,4 0 1 15,0-2 2-15,0 1 0 16,0-2 0-16,0 0 0 16,1 0 0-16,4-2 0 15,-1 0 0-15,2-2 2 16,-1 0-2-16,2-1 0 0,-2 1 1 15,1-2 2-15,0 0-1 16,-2 1 5-16,0-1-2 16,1 1-4-16,-1 1 1 15,-1 0-1-15,0-1 0 0,-2 3-1 16,1 0 2-16,-2 0-2 16,0 0 1-16,0 2 0 15,0-1 0-15,-2 0 1 16,-2-1 1-16,-3 0 2 15,-2-1 2-15,1 1 1 16,-5 0-2-16,1-2 2 16,-1 1 5-16,0-1-1 0,3-1-5 15,1 0-4-15,2-1-2 16,4 1-3-16,1-2-28 16,2 0-35-16</inkml:trace>
  <inkml:trace contextRef="#ctx0" brushRef="#br0" timeOffset="100938.03">4935 11161 96 0,'0'0'3'0,"0"0"-1"0,0 0 0 15,0 0-1-15,0 0 1 0,0 0 3 16,0 0 3-16,0 0-5 15,0 0-2-15,0 0 1 16,0 0-2-16,8-8 1 16,-5 16 0-16,0 2 0 15,0 1 1-15,1 2 1 0,0 2-2 16,-1-1 0-16,1 3-1 16,0-2 2-16,0 0-1 15,1-1-1-15,0-1 1 16,0 0 0-16,-2-4-1 0,-1 2-1 15,1-3-5-15,-1-1-15 16,-2-3-16-16</inkml:trace>
  <inkml:trace contextRef="#ctx0" brushRef="#br0" timeOffset="101381.15">4971 11153 75 0,'0'0'6'0,"0"0"17"16,0 0-4-16,20-34-2 15,-16 28-4-15,1 1-1 16,2 2-9-16,-3 1-1 0,2 0-2 15,0 1 0-15,1 1-3 16,-1 0 2-16,0 0 1 16,1 5-4-16,-1 0 3 15,-1 1 1-15,2 0 2 16,-2 0-3-16,-1 1 2 0,0-1-1 16,0-1-1-16,-4 0 2 15,0-1-2-15,0 1 1 16,-4-1 3-16,-3 0 8 15,-1 0-2-15,-1 0-5 16,-1 1 0-16,0-1 1 16,1 0-1-16,-1 2-3 0,1-2 0 15,2 1-1-15,0 2-1 16,3-2-3-16,1 0-19 16,1-2-18-16,2 0-8 15</inkml:trace>
  <inkml:trace contextRef="#ctx0" brushRef="#br0" timeOffset="101988.8">5203 11115 101 0,'0'0'6'0,"0"0"2"0,0 0-2 16,0 0-3-16,0 0 0 16,0 0-1-16,0 0 5 0,0 0 5 15,0 0-2-15,0 0-6 16,-27-17-3-16,25 17-2 15,-1 1 2-15,1 3-1 16,-1 3 0-16,1-2 0 16,1 2-1-16,1 2 2 0,-2-2-2 15,2 3 1-15,0-2 1 16,0 1-1-16,0-3 0 16,0 1 2-16,3-2-2 15,0-2 0-15,0-2-3 16,1-1 3-16,1 0-1 15,0 0 5-15,0-1-2 0,-1-4 1 16,1-1-2-16,-3-1 2 16,2 0 0-16,-2-1-1 15,0 3 1-15,-1-2-2 16,0 3 0-16,0 0 0 16,-1 2 0-16,0-1 2 0,0 3 1 15,0 0 1-15,0 0-5 16,0 0 0-16,2 0-7 15,0 0 5-15,1 4 1 16,-1 1 1-16,3-1 1 16,-1 2-3-16,0-2-2 15,2 1-11-15,1-1-6 0,-1-2-4 16,0-1-10-16</inkml:trace>
  <inkml:trace contextRef="#ctx0" brushRef="#br0" timeOffset="102804.35">5320 11077 91 0,'0'0'21'0,"0"0"6"0,0 0-12 0,0 0-7 0,0 0-3 16,0 0-4-16,0 0-3 15,0 0 1-15,0 0-2 16,0 0 4-16,13 0 1 16,-9 7-2-16,-1-1 0 0,1 1 0 15,1-1 1-15,-2-1-1 16,1-1 0-16,0 0 0 16,-1-1 0-16,-1-1 0 15,0-1 0-15,-2 0 0 16,0-1 0-16,0 0 2 0,0 0 10 15,0 0-7-15,0 0-5 16,0 0 1-16,-4-3-1 16,4 0 1-16,-1-2-2 15,1 1 2-15,0-1-1 16,0-1 0-16,0 1 1 0,1-1 0 16,3 0 0-16,-1 1-1 15,2 1 0-15,2 0 0 16,0-1 0-16,0 2 0 15,1 0 0-15,-1 1 0 16,0 2 0-16,-1 0-1 0,1 0 0 16,-3 3-2-16,2 2 1 15,-1 2 2-15,-3 1-1 16,3-2-3-16,-2 2 1 16,-2-1 2-16,1-1-6 15,0 0 5-15,0-3 2 16,-2 1 0-16,0-2-2 0,1-1 2 15,-1-1 0-15,0 0 2 16,0 0 5-16,0 0-2 16,0-2 0-16,0-2 0 15,0 0-1-15,0-3-2 16,0 1 0-16,2-1-1 0,1-1 1 16,2 1-4-16,0-1 4 15,2 0-2-15,1 0 0 16,-1-1 0-16,2 2 0 15,0 0 0-15,1 1 1 16,-1 0 0-16,1 2 1 0,-2 3 0 16,1-1 0-16,-3 2 0 15,0 0-1-15,-3 5-1 16,-1 5 2-16,0-1 0 16,-2 2-1-16,0 1-1 0,0-1 1 15,0-1-1 1,0 1-1-16,0-1-15 0,0-3-21 15,-1 0-5-15,-1-4-44 16</inkml:trace>
  <inkml:trace contextRef="#ctx0" brushRef="#br0" timeOffset="104327.92">5568 10809 50 0,'-8'-3'3'0,"1"-2"13"0,-1 2-3 16,1-1-3-16,-1 1 0 15,1-2 7-15,-1 1 2 16,-1 0-3-16,1 0 0 0,-3 0 0 16,1-1-7-16,-1 2-5 15,-1 1-2-15,0 0-1 16,-4 1 0-16,1 0-1 15,-4 1 0-15,0 0 1 16,-2 0 0-16,1 0 0 0,-2 0 3 16,2 0-1-16,0 0-2 15,-1 2 0-15,1 1-1 16,1 2-1-16,0 0 2 16,1 0-1-16,-1 1 0 15,1-1-1-15,-3 1 2 0,2-1 0 16,-2 1 0-16,1 1-1 15,0 0 0-15,-1 1 0 16,0 0 1-16,1 2-2 16,0-2 1-16,2 3 1 15,-1 0-1-15,1 0 0 16,-1 2-2-16,0-1 3 16,0 3-1-16,-1-2 1 0,0 3-1 15,-1-1 0-15,3 1 0 16,1-1 0-16,1 1 0 0,0-1 1 15,3-2-1 1,0 3-1-16,0-2 1 16,2 0 1-16,1 1-2 0,-1 1 1 15,1 1 1-15,0 0-1 16,3 3 0-16,-2 0 0 16,4-1 2-16,0 0-2 15,2 0 0-15,1-2 1 0,2-1-1 16,0-1-1-16,0-1 1 15,0-1 0-15,3-1-2 16,2 1 2-16,1-1 0 16,0-1 0-16,1 2 0 0,0-1-1 15,1 1-1-15,2 0 3 16,2 0-1-16,1 0 0 16,0-1-1-16,3 0 2 15,2 0 0-15,0-1-2 16,2 0 2-16,0-1-1 15,2 0 0-15,1-2 0 0,1 0 1 16,0-1-1-16,-1 1 3 16,1-1-3-16,1-2 0 15,-1-1-1-15,2-2 1 16,-1-2-2-16,2 0 0 16,0 0 4-16,1-1-2 0,-1-4 4 15,0 1-4-15,1-2 1 16,1-1-1-16,0 0 1 15,-2-2-1-15,3 2 1 16,0-3-1-16,0 1-1 16,-2-1 1-16,1-1 1 0,-3-2-1 15,2 2 1-15,-4-3-1 16,0 1 1-16,0 0 0 16,-1 0 1-16,-3-1 3 15,0 1-1-15,-1-1-1 16,-1 0 2-16,0 1-1 0,-2-3 0 15,-1-1-1-15,-1-1 0 16,-1 1-1 0,-2-2-2-16,1-1 1 0,0 0 0 15,-2 0 1-15,-2 2 0 16,-1-1-1-16,-1 1 0 16,1-1-1-16,-4 1 2 15,1-1-1-15,-2 1-1 0,-2 0 2 16,0 1 2-16,0 0 4 15,0 1 5-15,-6 0-3 16,2 1-3-16,-2 1-5 16,0 0-2-16,-1 1 1 0,1 1 0 15,-1 0-1-15,-2 1 0 16,2 1 0-16,-2 2 0 16,0-1 0-16,0 1 0 15,-1 3 0-15,-4 1 0 16,3 1-2-16,0 2 1 0,-1 1 1 15,1 2-9-15,-1 6-28 16,-2 0-36-16,2-1-74 16</inkml:trace>
  <inkml:trace contextRef="#ctx0" brushRef="#br0" timeOffset="110580.45">3425 9785 50 0,'0'0'17'0,"0"0"-1"0,0 0-2 16,0 0-4-16,0 0-2 0,0 0-2 16,0 0-2-16,0 0-1 15,0 0 6-15,0 0-2 16,0 0-6-16,0 0-1 15,0 1-3-15,3 2 2 16,0 3 1-16,0 1-1 0,1 4 1 16,1 3 0-16,-2 5 0 15,1 1 0-15,-1 5 0 16,0 2 1-16,2 2-2 16,-2 1 1-16,1 3 1 15,-2 1 0-15,1 1-1 0,-2 2 0 16,1 0 0-16,-1 1 2 15,0-1-1-15,1 1 0 16,-1-2 0-16,2 5 1 16,-1-1-1-16,2 0-1 15,-3-2 0-15,2 0 0 0,0-2 0 16,0-4 1-16,-2-4-2 16,1-3 2-16,1-2-1 15,-1-4 0-15,0-2 1 16,0-2-1-16,-1-2 0 15,1-2 1-15,-2-2-1 0,1 2 0 16,-1-3-2-16,0-2-30 16,0-6-21-16</inkml:trace>
  <inkml:trace contextRef="#ctx0" brushRef="#br0" timeOffset="111342.32">3394 9756 4 0,'0'0'20'0,"0"0"-7"0,0 0-3 16,0 0 0-16,0 0-4 16,-12 29-2-16,7-20 1 0,-2 1-3 15,0 1 1-15,0 2-2 16,-2 0 4-16,1-1-3 16,-2 2-1-16,1 0-3 15,1-2 5-15,-3 1 0 0,1-1 3 16,0 1-5-16,1-2-1 15,-1 1 2-15,1-2-2 16,2-2 0-16,3-3 0 16,0 2 0-16,4-7-12 15,0 0-60-15</inkml:trace>
  <inkml:trace contextRef="#ctx0" brushRef="#br0" timeOffset="111654.53">3392 9780 99 0,'0'0'5'0,"0"0"-1"15,0 0-2-15,0 0 1 0,0 0-1 16,0 0-1-16,0 0 0 15,0 0-1-15,30-5 0 16,-23 5 2-16,3 0-1 16,1 0 0-16,2 0 0 0,0 0 0 15,2 0 0-15,2 2-1 16,1 0 0-16,-1-1 1 16,3 1-1-16,-1 0 0 15,1-1 0-15,-4 1-6 16,0-2-56-16</inkml:trace>
  <inkml:trace contextRef="#ctx0" brushRef="#br0" timeOffset="113967.65">1726 9194 108 0,'-4'-3'7'0,"3"0"16"0,-1 0-11 0,1 1-5 16,1 2-1-16,-2-1-3 0,2 1 1 16,0 0-2-16,0 0-2 15,0 0-6-15,0 2 5 16,3 6-2-16,1 2 2 16,4 2 1-16,-3 1 0 15,4 3 1-15,-3-1 0 16,1 1-1-16,0-2 2 0,-1 1-2 15,0-3 0-15,-2-1 0 16,3-1-14-16,-2-2-11 16,0-4-10-16,0-3-56 15</inkml:trace>
  <inkml:trace contextRef="#ctx0" brushRef="#br0" timeOffset="114357.83">1862 9189 99 0,'0'0'1'0,"0"0"2"16,0 0-4-16,0 0 3 16,0 0 2-16,0 0-3 0,-17 31 1 15,17-19-1-15,0 1 0 16,0-1 0-16,4-2 0 15,0-2 0-15,2 0-1 16,0-5 3-16,1-1-2 16,2-2 2-16,-2 0 6 15,0 0 1-15,0-4-2 0,-1-2-1 16,0-1-2-16,-1-2 3 16,-3 0 4-16,-2-1 5 15,0-1-4-15,0 1 0 16,0-1-4-16,-4 0-3 15,-2 2-1-15,0 0-1 0,2 2-3 16,-2 2-1-16,2 1-2 16,1 4-4-16,0 0-12 15,3 0-52-15,0 3 25 16,0 2-17-16</inkml:trace>
  <inkml:trace contextRef="#ctx0" brushRef="#br0" timeOffset="114905.23">2012 9100 99 0,'0'0'9'0,"0"0"-4"0,0 0-6 0,0 0-1 16,0 0 3-16,0 0 2 15,0 0-1-15,0 0-1 0,0 0 2 16,26 23-1-16,-19-21 1 16,-1-2-1-16,3 0 1 15,-1 0 3-15,-1-2 7 16,-1-5-5-16,1-2-3 0,0-1-1 16,-2-2 0-16,-2 0-1 15,1 0-2-15,-1 0 2 16,-3 2-1-16,2 0 1 15,-2 5 2-15,0 0 11 16,0 2-7-16,0 3 0 16,0 0-5-16,0 0-13 0,0 9 3 15,0 1 8-15,3 3 1 16,2 2-2-16,0 1 0 16,2 0 0-16,0-1-1 15,-1 1 0-15,1-1 0 16,-2 0 0-16,2-2 0 0,-4 0 0 15,0-3 0-15,-1 0 0 16,-2-3-5-16,0 0 2 16,0-1 1-16,-2-2 3 15,-3-1 5-15,-1 0 1 0,-3-3-2 16,1 0-3-16,-1 0 0 16,-1 0-1-16,2 0-2 15,0-3-26-15,2-4-44 16,2-3-14-16</inkml:trace>
  <inkml:trace contextRef="#ctx0" brushRef="#br0" timeOffset="115318.93">2222 9035 60 0,'0'0'19'0,"0"0"-13"0,0 0-4 15,0 0 0-15,0 0 4 0,25-31-1 16,-21 23 3-16,1 0-2 16,-4 0 7-16,2 1 0 15,-2 0-2-15,-1-1 3 16,0 4-3-16,0 0-1 15,0 0-4-15,-2 1 0 0,0 3-1 16,-2 0-3-16,-2 0 2 16,2 0-7-16,-2 7 2 15,1 1 1-15,1 2 4 16,2 1-3-16,0 1 0 16,2-2-2-16,0 1 1 0,0-1-1 15,3 0 1-15,4-2-3 16,2 0 0-16,-1-2-5 15,4-2-19-15,1-2 1 16,-1-2-7-16,1 0-4 16</inkml:trace>
  <inkml:trace contextRef="#ctx0" brushRef="#br0" timeOffset="116080.34">2381 8904 79 0,'0'0'9'0,"0"0"10"16,0 0-15-16,0 0-6 16,0 0 0-16,0 0-3 15,-30 2 9-15,27 5-4 16,0 0 2-16,1 1-4 16,2 2 3-16,0 1 2 15,0-2-2-15,0 0-1 0,0-1 1 16,0-2-1-16,2 0 1 15,1-3-2-15,0-2-3 16,1-1 9-16,-1 0-4 16,0 0 4-16,1-3 6 0,-1-4-2 15,-1 0-4-15,1-1-1 16,-3 0 0-16,1 2 5 16,-1 0-2-16,0 1-3 15,0 2 2-15,0 1 3 16,0 1-1-16,0-1-2 0,0 2-4 15,0 0-3-15,0 0-19 16,0 3 20-16,3 2 1 16,1 0 0-16,0 1 0 15,2-1 0-15,0 1-1 0,-2-3 1 16,2 1-1 0,0-3 0-16,-2 1 0 0,1-1-1 15,-1-1 2-15,-1 0 0 16,-2 0-2-16,1-3 5 15,1-1-2-15,-2-2 0 16,2 0 1-16,-2-3-3 16,2-1 1-16,1 1-1 0,-1 0 0 15,0 0 0-15,3 2 0 16,-3 1 0-16,2 2 0 16,-2 1-1-16,1 2 1 15,-1 1-3-15,2 0-5 16,1 0 4-16,-2 4 4 0,0-1 1 15,2 1 1-15,-1-1-2 16,-1 0 1-16,-1-2-1 16,-2-1-1-16,1 0-1 15,-2 0 10-15,0-6 9 16,0 1-13-16,0-4-1 0,1 0 0 16,-1-2 0-16,0 2-1 15,1 0-1-15,1 1 0 16,-1 2-1-16,1 1 0 15,1 2-1-15,2 2-1 16,0 1-16-16,2 0-9 0,0 2-22 16,-1 2-14-16</inkml:trace>
  <inkml:trace contextRef="#ctx0" brushRef="#br0" timeOffset="116492.74">2723 8545 136 0,'0'0'-21'16,"0"0"32"-16,-15-28 0 0,12 21-6 0,-1 3 4 15,1 0 6-15,2 2 7 16,-1 2-8-16,1 0-6 0,0 0-9 16,0 9-9-16,1 5 6 15,0 5-1-15,0 5 10 16,0 6-5-16,0 7 0 16,0 4 3-16,0 0-8 0,0 2 5 15,0-2 3-15,0-2-1 16,0-3-2-16,0-5 0 15,0-1 1-15,0-1-1 16,-2-2 0-16,-1-2-4 16,0 0 1-16,-1-1 9 15,-1-1-3-15,4-1 0 0,-3-1-1 16,2-4-19-16,1-6-69 16</inkml:trace>
  <inkml:trace contextRef="#ctx0" brushRef="#br0" timeOffset="116914.38">2782 8859 137 0,'0'0'5'0,"0"0"2"16,0 0-7-16,0 0-1 16,0 0 0-16,0 0 1 0,0 0 0 15,0 0 0-15,0 0-1 16,22 29 0-16,-15-26 0 16,0 0 2-16,-1 0 3 15,2-1 1-15,-1 1 0 16,0 0-2-16,0-1 0 0,0 1-3 15,-3 2 0-15,2-2 1 16,-2 0-1-16,-1 2 1 16,0 0 3-16,-2 0 0 15,1 2 1-15,-2-1-2 16,0 1-3-16,0 1 1 16,-2 1 3-16,-2-1-2 15,0 2 1-15,1-2 0 16,-1-2-22-16,2-3-30 0,-1-3-46 15</inkml:trace>
  <inkml:trace contextRef="#ctx0" brushRef="#br0" timeOffset="117358.85">2819 8887 159 0,'0'0'7'0,"0"0"-1"0,0 0-11 0,0 0 4 15,0 0 0-15,0 0 1 16,20 29 0-16,-13-17 0 15,0 2 1-15,1 2-1 16,-2 0 1-16,1 0-1 16,0-1 3-16,0-1-3 15,-1-1-5-15,-2-1-21 16,1-5-19-16</inkml:trace>
  <inkml:trace contextRef="#ctx0" brushRef="#br0" timeOffset="117664.96">2958 8849 39 0,'0'0'55'15,"0"0"-53"-15,0 0-1 0,0 0 2 16,0 0 1-16,4 34 1 15,2-25 1-15,1-2 2 16,0 1-2-16,1 0-1 16,0-2 1-16,1 1-1 15,-2-2-2-15,-1 2-1 0,-1-2-1 16,0 0 0-16,-3 1 0 16,-1-2 3-16,-1 2 1 15,0-1-1-15,-1 0-5 16,-7 0-36-16,-2-5-67 15</inkml:trace>
  <inkml:trace contextRef="#ctx0" brushRef="#br0" timeOffset="117804.28">2938 8857 160 0,'0'0'7'15,"0"0"6"-15,12-36-2 16,-2 23-9-16,1 1 0 15,2-1-8-15,-2 1-69 16</inkml:trace>
  <inkml:trace contextRef="#ctx0" brushRef="#br0" timeOffset="118316.97">3111 8748 163 0,'0'0'9'0,"0"0"-14"16,0 0 3-16,0 0 2 16,0 0 0-16,0 0 0 15,0 0 0-15,21 28 0 16,-14-25-2-16,2-2 2 16,-1-1 0-16,2 0 2 0,-2-4 4 15,1-4-1-15,-2-2 2 16,-1 0-2-16,-1-3 3 15,-1 0 0-15,-1 0 2 16,1-1 1-16,-4 3-5 0,1 2-3 16,-1 3-1-16,0 1 0 15,0 2-1-15,0 3 1 16,2 0-2-16,-1 3-7 16,2 5 1-16,1 4 5 15,1 4 3-15,2 2-2 16,0 2 2-16,-1 0-2 0,2 0 1 15,-1-2 1-15,2-2-2 16,-3-1 1-16,0-2-1 16,-2-2 0-16,-1 0 1 15,0-1-2-15,-2-2-3 16,-1-1 4-16,0-2 0 0,0-1-3 16,-4-2 9-16,-2-2-1 15,1 0 1-15,-1-3 0 16,-1-4-4-16,0-2-4 15,3-4 1-15,1 1-22 16,3-2-33-16,0-3-40 0</inkml:trace>
  <inkml:trace contextRef="#ctx0" brushRef="#br0" timeOffset="118650.38">3384 8662 127 0,'0'0'6'0,"0"0"3"0,0 0-3 0,0 0-2 16,0 0 2-16,5-30-4 0,-5 22 0 16,0 2 1-16,0 0 3 15,-3 0-2-15,-1 2 4 16,-2 1 0-16,0 2-3 15,0 1-2-15,-1 0-3 0,2 0 0 16,-1 5-1-16,0 3 4 16,2 2-3-16,-2 3 1 15,5 0-1-15,-1 1 0 16,2 0 0-16,0 0-2 16,3-3-12-16,6-1-18 0,1-4 5 15,1-2 9-15,1-4-20 16</inkml:trace>
  <inkml:trace contextRef="#ctx0" brushRef="#br0" timeOffset="119434.31">3506 8588 135 0,'0'0'6'0,"0"0"18"15,0 0-6-15,0 0-16 16,0 0-1-16,0 0-11 0,0 0-3 15,-32-18 9-15,24 24 2 16,0 3 4-16,1 2-7 16,2-1 10-16,0 2-5 15,3-1 1-15,1 1-1 16,1-2 0-16,0-2 0 0,0 0 0 16,0-3-2-16,5-2-3 15,0-1 7-15,0-2 2 16,2 0-3-16,-3 0 1 15,2-6 2-15,-2-1 2 16,0-1 1-16,1-1 2 16,-4 1-2-16,1-1-4 0,-1 0-3 15,2 4 1-15,-3 0 1 16,0 0-1-16,1 3-1 16,-1 0 0-16,2 1 0 15,-2 1-4-15,3 0-1 16,-1 2 1-16,3 2 1 15,0 1 2-15,0 1 0 0,0-3 2 16,2 2-1-16,-2-2 0 16,0-3 0-16,0 1 0 15,0-1 1-15,-1 0 1 16,0-1 0-16,-1-4 1 0,1 0 0 16,-1-3-1-16,1 1-1 15,-3-1 1-15,3-2 0 16,-2 3 0-16,-1-1 1 15,2 3-2-15,-1 0 0 0,0 2-1 16,0 1 0-16,-1 1 0 16,2 1-1-16,0 0-4 15,0 0 0-15,0 3-3 16,0 0 5-16,-1 1 4 16,1-2 0-16,-1-1-1 15,1 1 0-15,-1-2 1 16,1 0 1-16,0 0 3 0,-1-3 1 15,2-3-1-15,-3-2-1 16,3 0 4-16,-2 0-2 16,1 0 3-16,-1 1-3 15,1-1 0-15,0 3-4 16,1 0-1-16,0 2-1 16,3 2-1-16,0 1 0 0,1 0 0 15,1 3-2-15,1 6 2 16,0 2-1-16,-2 3-17 15,-1 2-11-15,-4 4-14 0,-3 0-10 16</inkml:trace>
  <inkml:trace contextRef="#ctx0" brushRef="#br0" timeOffset="120991.67">2633 9427 23 0,'48'-15'2'0,"1"-3"7"0,2-3 6 0,-3 0-4 0,0-3 0 15,3-1-1-15,-1 1-3 16,1-1 2-16,-3 1-2 0,3 0-1 15,-1 0-2-15,1 0-2 16,1 2-1-16,-1-2 1 16,1 0-1-16,-2 1-1 15,0-2 0-15,-1-1 0 16,-4 0-1-16,-2-1 2 0,-1 1-1 16,-3-1 0-16,-3 2 1 15,-3-1 0-15,-1 0 2 16,-3-1 4-16,-3-1-3 15,-2 0-2-15,-5 0 0 16,-2 0 0-16,-3 0 5 0,-6 0 5 16,-1-2 7-16,-4 2-3 15,-3-2-4-15,0-1-1 16,-4 0-5-16,-5-1 0 16,-3 1-1-16,-3 0-2 15,-3 3 3-15,-2 3 1 16,-4 2-4-16,-1 3-5 0,-4 1 4 15,-2 1-4-15,-3 5 3 16,-4-2 0-16,-1 4-3 16,-3-1 2-16,-3 2-1 15,2-1 1-15,-3 1 7 0,-1 0-7 16,-1 0 3-16,-1 3-1 16,-2 1-2-16,-1 1-2 15,-1 4-1-15,-1-1 8 16,-1 2-7-16,-2 0-1 15,0 0 8-15,-2 1-5 0,2 2-2 16,-1 2 4-16,1 2-5 16,0 1 6-16,0 2-5 15,0 1 4-15,1 3-2 16,0 4 0-16,-2 0 0 16,0 2-7-16,-2 2 4 15,2 2 2-15,-2 3 0 0,0 1 0 16,3 2 0-1,0 4-4-15,5 1 4 0,0 1 5 16,2 1-8-16,4 1 7 16,3-1-3-16,1 1 0 15,3 0 3-15,3 3-4 0,2 1 2 16,3 2 0-16,1 1-1 16,2 1 1-16,3 1-1 15,3-3 1-15,3-1-1 16,5-1 0-16,4-3 0 15,3-1 0-15,5-1 0 0,2-1 0 16,0 0 0-16,4 1 0 16,4-3 0-16,2-1 0 15,0-1 0-15,4-1 0 16,1-3-1-16,2-1 0 16,0-1 0-16,6 0 0 0,2-1-3 15,5-1 2-15,3-2 1 16,6-3 0-16,3-3 5 15,3-3 0-15,2-4-3 16,2-6-2-16,-1-3 0 16,6 0-2-16,0-12 0 0,2-4-5 15,6-7-7-15,3-2-21 16,-2-6-21-16,-1-6-31 16</inkml:trace>
  <inkml:trace contextRef="#ctx0" brushRef="#br0" timeOffset="122238.18">2143 8177 62 0,'0'0'8'0,"-1"0"-4"0,1 0-1 0,0 0-2 16,0 0-1-16,0 0-1 0,0 0-4 15,0 0 2-15,0 0 3 16,0 0 0-16,1 0 0 16,3 0 0-16,-1 1 0 15,2 2 0-15,0 0 0 16,1 0 0-16,2 0 1 0,-1 2-1 16,-3 0 0-16,3 0 0 15,-2-2 0-15,-3 1-1 16,1-1 1-16,0-2 0 15,-1 1 0-15,-1-2 1 16,0 0-2-16,2 0-2 0,0 0 1 16,0-4 5-16,1-3 0 15,0-2-1-15,2 0-1 16,-1-2 0-16,2-1 1 16,2-2-1-16,-1 0 0 15,2-4 0-15,-2 1 1 16,2-2-1-16,0-2 4 0,0-1 7 15,2-2-1-15,-1-3 0 16,0-1 3-16,1-4 2 16,0 0-6-16,-1-3-5 15,4 2-3-15,-1-2-2 16,1 1-1-16,-2-5-34 0</inkml:trace>
  <inkml:trace contextRef="#ctx0" brushRef="#br0" timeOffset="129216.33">4626 8466 33 0,'0'0'13'0,"0"-1"-2"0,0 0-4 16,0-1-2-16,0 1-3 16,0-1-1-16,2 1 0 0,-2 0 0 15,0 0 0-15,0-1 2 16,0 2 4-16,0 0 3 16,0-1-8-16,0 1 0 15,0 0-2-15,0 0 0 16,1 0 0-16,1 0 0 0,0 1 0 15,1 4 0-15,0 2 1 16,1 1 5-16,1 4-1 16,-2 0 0-16,1 3 0 15,-1 2-1-15,-1 2 0 16,-1 2 2-16,1-1-3 16,-2 0 3-16,0-2-2 0,0-3-2 15,0-2-1-15,0-2 0 16,2-1 0-16,0-2 1 15,-1 0-2-15,-1 2 2 16,0 0-1-16,0 1 0 16,0 0-14-16,0-3-46 15,0-3-2-15</inkml:trace>
  <inkml:trace contextRef="#ctx0" brushRef="#br0" timeOffset="131306.7">4853 8530 56 0,'1'-1'5'0,"-1"0"-4"0,2 0 0 0,1 1 2 15,-3-2 3-15,1 1 6 16,-1 1 6-16,1-1 2 15,-1 1-1-15,0-2-9 16,2 1-7-16,-2 1-2 16,1-1-1-16,-1-1 0 15,0 2 0-15,0-2 2 0,0 1-2 16,0-1 1-16,0 0-2 16,0-1 2-16,0 1-4 15,-1 1 2-15,-2 0 4 0,-1 1-6 16,-1 0-1-16,1 2-4 15,-1 3 7-15,2 2-2 16,-2 0 3-16,2 1-1 16,1 0 1-16,1 0 0 15,1 0-1-15,0 0 0 16,1-1 1-16,6-2-1 0,-1 0-1 16,1-1 5-16,1-1-3 15,1 0 2-15,-1-1 0 16,2-1 0-16,-3 1 2 15,1-2-2-15,-1 2-1 16,-2-1 1-16,-1 1 0 16,-1 1 0-16,-2 0-2 0,-1 1 1 15,0 1 3-15,-1 0-2 16,-6 0-1-16,-1 2 4 16,-1-1-2-16,-1 2 3 15,2-1-5-15,-1-1 0 0,1 1 0 16,2-1 0-1,2-2-7-15,2-2-38 0,2-2-29 16</inkml:trace>
  <inkml:trace contextRef="#ctx0" brushRef="#br0" timeOffset="131698.63">4978 8523 27 0,'0'0'72'0,"0"0"-56"0,0 0-4 0,0 0-7 16,0 0-5-16,0 0-2 16,0 0 2-16,0 0 4 0,0 0-3 15,13 37 1 1,-9-24-1-16,1 0 0 0,2 2 1 16,-3 0 1-16,3 1-1 15,-2-1 0-15,1 0-1 16,-3 0-1-16,0 0 1 15,-2 0-2-15,-1-2-6 16,0-1-13-16,0-2-18 16,0-4-6-16</inkml:trace>
  <inkml:trace contextRef="#ctx0" brushRef="#br0" timeOffset="132075.27">4983 8532 112 0,'0'0'4'0,"0"0"12"0,0 0-7 16,0 0-1-16,18-31-5 16,-11 27-1-16,0-1-2 15,1 2 0-15,1 1 0 16,-1 2-1-16,-1 0 1 15,1 0 0-15,-1 3 0 0,0 2 1 16,-3 2-2-16,0-2 1 16,-1 3 2-16,-1-1 0 15,-2-1-1-15,0 0-2 16,0 2-2-16,-6-2 8 16,-1 1-1-16,-3 1 1 15,0-1-1-15,-2-1 1 0,2-1-5 16,0 0 2-16,3 0-2 15,0-2 1-15,2-1 1 16,2 1-9-16,2-3-24 16,1 0-35-16</inkml:trace>
  <inkml:trace contextRef="#ctx0" brushRef="#br0" timeOffset="132589.23">5239 8486 73 0,'0'0'17'0,"0"0"-10"0,0 0 2 15,0 0-6-15,-28-8-1 16,23 8 0-16,0 0-1 0,0 0 0 16,2 2-1-16,-1 4 0 15,1 0 0-15,0 3 0 16,1 0 0-16,1 1 1 16,1-1 0-16,0 0-1 15,0-2 0-15,1-1-1 16,4-2-2-16,2-1 2 15,-1-2 1-15,1-1 7 0,0 0 9 16,-1-1-7-16,1-4-5 16,0 0-1-16,-1-2 1 15,0 0-1-15,-3 1-1 16,0-1 0-16,1 1 1 0,-1 1-3 16,-1 2 3-16,-2 0 3 15,1 2 0-15,-1 1-2 16,1 0-5-16,0 0-7 15,1 4 4-15,1 1 6 16,0 0-1-16,3 2-10 16,-2-1-9-16,2-2-13 0,0 0-23 15</inkml:trace>
  <inkml:trace contextRef="#ctx0" brushRef="#br0" timeOffset="133230.95">5379 8474 49 0,'0'0'66'0,"0"0"-41"0,0 0-12 0,0 0-14 16,0 0-1-16,0 0 2 16,0 0 0-16,0 0 0 15,0 0-1-15,12 23 2 16,-11-16-2-16,1 0 3 15,0 1-2-15,1-2-1 16,-1 1 2-16,-1-2-1 0,1-2 0 16,-1-1 0-16,-1-1 0 15,1 1-1-15,-1-2 0 16,1 0 2-16,0 0 2 16,0 0 11-16,-1-5-11 15,2 0-3-15,1-2 0 0,-2-2 0 16,1 0 0-16,2-1 0 15,-1 0 0-15,-1 1 1 16,3 0 1-16,-1 1-2 16,0 1 0-16,1 1 0 15,-1 1 0-15,2 2-1 16,-1 2 0-16,0 1 0 0,2 0 1 16,-2 0-3-16,0 6 1 15,-2 2 2-15,1-1 0 16,-1 2-2-16,0-1 1 15,-1-1 1-15,0 1 0 0,-2-2 1 16,2-2-1-16,-1 0 2 16,-1-3-4-16,0-1 4 15,0 0-2-15,2 0 8 16,-2 0 19-16,1-5-13 16,3-2-14-16,-2-1 3 0,3 0 2 15,-1-2 0-15,2 1-3 16,-1 2 1-16,1 0 1 15,3 2-3-15,-4 3 0 16,5 2-1-16,-4 0-1 16,3 1 1-16,-2 7 0 0,-1 3-1 15,-2 1-36 1,-2 1-33-16</inkml:trace>
  <inkml:trace contextRef="#ctx0" brushRef="#br0" timeOffset="134224.66">4660 8444 10 0,'3'0'4'0,"4"-2"1"0,0-1 5 0,1-2 3 15,4 2-2-15,1-2-2 16,2 0-1-16,5-1-1 16,1-1 2-16,4 0-6 0,1 0-3 15,3-1 1-15,2 0-1 16,3 0 0-16,1 0 0 15,6-2 0-15,-1 0-1 16,2-1 1-16,-2 0 0 16,0 0 0-16,1 1 1 0,-2 0 1 15,-1 0 5-15,0 0-2 16,-1 3-2-16,-2-1-2 16,-3 2-1-16,-3-1 1 15,-3 4-1-15,-3-1 1 16,-1 0-1-16,-5 2 0 15,-3 0 0-15,-1 0 0 16,-3 1 0-16,-2-1 1 0,-2 2 0 16,-3 0-1-16,-1 0-1 15,-2 0-6-15,0-1-47 16</inkml:trace>
  <inkml:trace contextRef="#ctx0" brushRef="#br0" timeOffset="135307.29">4628 8740 1 0,'0'0'13'0,"0"0"0"0,1 30-4 0,-1-19-4 16,0 1-2-16,0-1-2 16,0-1 0-16,0 0-1 15,0 0 0-15,0-2 1 0,0 1-1 16,0-1 1-16,0-1-1 16,2-1 0-16,-1 2 0 15,0-3 0-15,2 0 1 16,0-2-1-16,0 0 1 15,3-1-1-15,-1 0 1 0,0-2 0 16,2 2 3-16,2-2-2 16,0 0 2-16,1 0 1 15,0 0 0-15,4 0-2 16,1 0 1-16,-1-3-1 16,6-1-1-16,1 1 1 0,3-2-2 15,2 0 0-15,1-2 0 16,2 1-1-16,0-1 0 15,2 0 0-15,3 1 1 16,1-1-2-16,3-1 2 16,3-2-1-16,-1 0 1 15,5-1 3-15,-2-2 0 16,5-2 3-16,-3 0 1 0,-1 0-3 16,-1 1-3-16,-1 1 1 15,-2 2-2-15,-1-1 0 16,-1 3-1-16,-3 0 0 15,-1 2 0-15,-5-1-6 0,-4 2-24 16</inkml:trace>
  <inkml:trace contextRef="#ctx0" brushRef="#br0" timeOffset="136339.79">5506 8213 69 0,'0'0'5'0,"0"0"7"0,0 0 3 15,0 0-3-15,0 0 2 16,0 0-3-16,0 0-5 15,0 0-4-15,0 0-2 16,0 0 1-16,0 0 0 0,27-19 1 16,-17 15-2-16,0 0 2 15,3 0-2-15,-1 0 0 16,0-1 1-16,0 2 0 16,1-2-1-16,-1 2 0 0,0 0 0 15,-2 1 0-15,-2 1 0 16,-1 1 0-16,1 0-1 15,-3 0-1-15,2 4-1 16,-2 6-1-16,0 0-1 16,-1 3 2-16,0 2 0 0,-2 3 2 15,0 1 1-15,1 1-2 16,0 1 4-16,0 0-1 16,1-1-1-16,1 1 1 15,0-1-1-15,0 0 1 16,0 0-1-16,0 1 0 15,0-4 1-15,0 1-1 0,-3-3 0 16,3 0 0-16,-3-2 1 16,-1 0 0-16,1-1 0 15,-2-1 2-15,0 2 1 16,0-1-1-16,-2 1 0 16,-2 0 2-16,-2 2-3 0,-1-1-3 15,-1 0 4-15,1 1-5 16,-1 1 5-16,-1 0-3 15,2-1 1-15,0-1-1 16,0 0 2-16,0-2-4 16,0-2-11-16,0-3-24 0,-3-3-69 15</inkml:trace>
  <inkml:trace contextRef="#ctx0" brushRef="#br0" timeOffset="141344.38">4955 8231 67 0,'0'0'5'0,"0"0"1"0,-2 0 0 0,2 0-2 0,0 0 0 15,-1 0 5-15,1 0-1 16,-1 0-1-16,1 0 0 16,0 0-1-16,0 0 0 15,0 0-2-15,0 0-3 0,0 0 0 16,1 0-1-16,3 0 0 15,0 0 0-15,-1 0-1 16,2 3 1-16,0-1 0 16,-1 0-1-16,-1-1 2 15,0 1-1-15,1-2 0 16,-1 0 1-16,-2 0 0 0,3 0 8 16,1-2 16-16,-1-5-5 15,2-1-11-15,1-3-4 16,3-2-1-16,0-4-2 15,3 0 0-15,0-1 1 16,1-3 0-16,3-1-1 0,0-1-1 16,0 0 0-16,2-3-6 15,-2-1-80-15</inkml:trace>
  <inkml:trace contextRef="#ctx0" brushRef="#br0" timeOffset="143968.23">6046 7917 0 0,'0'0'3'0,"0"0"3"0,0 0 7 0,0-1-4 16,0 1-6-16,0-1-1 15,0 0-1-15,0 1-1 16,0 0 1-16,0-1-1 16,0 0 1-16,0 0 0 15,0-1 4-15,0 0-1 16,0 1-1-16,0-1-2 0,0 2 0 16,0-1 1-16,0 1-2 15,3 0 0-15,-1 0 0 16,0 0 0-16,-1 0-3 15,1 0-4-15,-1 0-3 0,-1 0 3 16,1 0 6-16,1 0 1 16,-2 0 0-16,0 0 8 15,0-1-4-15,0 0 0 16,0-1-1-16,0 1 0 16,0-1-1-16,0 0-2 0,0 2 0 15,0-3 0-15,0 2 0 16,0 0 0-16,0 0 0 15,0-1 1-15,0 0-1 16,3 1 0-16,-2 1 1 16,1-2-1-16,-1 2 2 15,2 0-2-15,-2 0 0 16,1 0 0-16,-1 0 0 0,-1 0 0 16,2 0 0-16,-2 0 1 15,1 0-1-15,-1 0 0 16,1 0 0-16,1 0 0 15,-2 0 0-15,1 0-4 0,-1 0-14 16,0 0-17-16,0 0 35 16,0 0 0-16,0 0 10 15,0 0 16-15,0-2-10 16,0 0-4-16,-1-1 1 16,1 2-1-16,0 0-2 0,-2-1 1 15,1 1-1-15,1-2-3 16,0 3 2-16,-1 0-1 15,1-1 1-15,-2-1 5 16,2 2-2-16,0 0-2 16,-1-2-1-16,1 2-6 15,0 0-2-15,0-1 0 0,0 1-1 16,0 0 0-16,0 0 0 16,0 0-1-16,-2 1-3 15,1 7-6-15,-3 4 8 16,1 6 3-16,-4 7-3 0,0 8 4 15,-1 8-1-15,-2 9-1 16,-2 11 0-16,1 5 1 16,-5 7 1-16,0 4-1 15,-1 4 0-15,-3 2 1 16,-1-2 1-16,1-2 1 16,0-5 2-16,2-6 0 0,1-7 2 15,2-7-4-15,0-5 1 16,3-8-4-16,2-4 2 15,2-5-3-15,1-4 1 16,2-5 0-16,1-6-1 16,3-4-5-16,1-8-43 15,0-5-41-15</inkml:trace>
  <inkml:trace contextRef="#ctx0" brushRef="#br0" timeOffset="144612.87">6070 8285 97 0,'0'0'38'0,"0"0"-21"0,1 0-15 0,-1 0-2 16,3 0 1-16,3 1 1 15,-2 2-2-15,3 3 2 16,2-2-2-16,-1 3 0 16,-1-2 0-16,3 1 1 15,-2-1-1-15,2-2-2 0,2-1-12 16,-2-2-22-16</inkml:trace>
  <inkml:trace contextRef="#ctx0" brushRef="#br0" timeOffset="144890.69">6197 8249 71 0,'0'0'1'0,"0"0"-1"15,0 0 2-15,0 0 3 16,0 0 6-16,-17 33 0 15,17-24 1-15,-2 3 0 16,1 2 0-16,-1 3-4 16,-3 2-6-16,3 1 0 15,-1 0-1-15,-2 1 0 0,1-3 0 16,1-1-1-16,0-1-6 16,2-7-14-16,1-3-7 15,0-6-57-15</inkml:trace>
  <inkml:trace contextRef="#ctx0" brushRef="#br0" timeOffset="145295.8">6272 8226 147 0,'0'0'4'16,"0"0"-9"-16,0 0 3 15,0 0 3-15,-2 29 0 16,1-15-1-16,-1-1 2 16,2 1-2-16,0-1 2 0,0 1-1 15,0-2 0-15,0 0-1 16,0-2 1-16,2-2 0 16,-1 0-1-16,2-3 1 15,0-2 1-15,0-2-1 0,-2 0 1 16,5-1 3-16,-1 0 4 15,0 0 2-15,1 0-4 16,1-2-1-16,0-1-6 16,2-2 3-16,0 2-1 15,1-2 1-15,0 2 2 16,-1-1-4-16,1 1 0 16,0-2 0-16,-2 3-1 0,1-1 0 15,-3 0-11-15,-2-1-42 16,-1 1-31-16</inkml:trace>
  <inkml:trace contextRef="#ctx0" brushRef="#br0" timeOffset="145509.44">6301 8302 163 0,'0'0'-9'15,"0"0"18"-15,0 0 4 16,0 0-4-16,0 0-5 16,0 0-2-16,0 0-1 15,0 0-4-15,0 0 3 16,23-16 2-16,-13 11-2 0,0-2-8 16,0-1-43-16,-1 0-25 15</inkml:trace>
  <inkml:trace contextRef="#ctx0" brushRef="#br0" timeOffset="145624.54">6348 8184 122 0,'0'0'3'0,"0"0"-5"16,0 0-39-16</inkml:trace>
  <inkml:trace contextRef="#ctx0" brushRef="#br0" timeOffset="145955.52">6532 8099 83 0,'0'0'24'0,"0"0"5"16,0 0-18-16,0 0-12 15,0 0-6-15,-30 13 2 16,17-3 6-16,2 2-2 15,-1 1 3-15,2-1 0 0,3 2-1 16,3-2 0-16,2-1-1 16,2 0 4-16,0-3-3 15,3 1 0-15,4-3 1 16,2 0 0-16,1-2 3 16,0 0 5-16,0-2-4 0,-1 0 0 15,0-1-4 1,-2 1 1-16,-3 0-2 0,-1 1-1 15,-3 0 0-15,0 4 0 16,-6 1-1-16,-5 0-31 16,-2 1-69-16</inkml:trace>
  <inkml:trace contextRef="#ctx0" brushRef="#br0" timeOffset="146391.27">6234 8664 91 0,'0'0'0'0,"0"0"3"0,0 0-1 0,0 0 4 0,0 0-2 16,0 0-1-16,12 33-2 16,-11-25 0-16,1 1-1 15,-2-1 1-15,0-2-1 16,0-2 0-16,0-1-2 0,0 0-2 16,0-3-6-16,-2 0-12 15,1 0-18-15</inkml:trace>
  <inkml:trace contextRef="#ctx0" brushRef="#br0" timeOffset="146721.18">6235 8644 74 0,'0'0'3'16,"0"0"7"-16,0 0-2 16,0 0-6-16,34-14 0 15,-26 14-1-15,1 0 5 0,-1 0 2 16,2 4 2-1,-2-1-4-15,1 1 0 0,-1 1-1 16,-1-2-1-16,1 0-2 16,-3-1-1-16,-1 0 1 15,-1-1 0-15,-1-1 4 16,-2 0 9-16,0 0 30 0,0 0-1 16,0-3-22-16,0-2-18 15,0-1-1-15,-3-1 3 16,1-1-5-16,-2-2-1 15,3 1 0-15,-3 1 0 16,2-1-1-16,1 2-5 0,1 2-6 16,0 0-9-16,0 1-20 15,0 0-51-15</inkml:trace>
  <inkml:trace contextRef="#ctx0" brushRef="#br0" timeOffset="147068">6449 8545 50 0,'0'0'4'16,"0"0"-2"-16,0 0-4 16,0 0 0-16,0 0 6 15,0 0-1-15,0 0 4 16,0 0 3-16,0 28 1 15,0-20-3-15,0-1-1 0,3 1-1 16,-2-3-3-16,1 0-1 16,1-2-1-16,-1-1 4 15,1-2 2-15,0 0 13 16,0 0 10-16,0-1-8 16,0-5 1-16,-1 0-6 15,-1-4-4-15,-1 1-2 0,0-2-6 16,0 3-2-16,0-1-2 15,-1 3-1-15,-4 1-15 16,-4 5-45-16,-2 0-30 16</inkml:trace>
  <inkml:trace contextRef="#ctx0" brushRef="#br0" timeOffset="147368.78">6331 8797 95 0,'0'0'14'0,"0"0"-13"0,0 0 9 0,27-11 2 15,-15 5-2-15,1-1 0 16,1-1 6-16,2 0-7 0,-1 1 1 16,3-1-4-16,-1 1-4 15,0 2-1-15,-2 0-1 16,0 3-25-16,-7 2-49 16</inkml:trace>
  <inkml:trace contextRef="#ctx0" brushRef="#br0" timeOffset="147503.18">6435 8855 209 0,'0'0'7'0,"0"0"-1"16,0 0-26-16,0 0 14 0,38-4-19 16,-14-9-31-16</inkml:trace>
  <inkml:trace contextRef="#ctx0" brushRef="#br0" timeOffset="150665.21">5232 8887 10 0,'0'0'16'0,"0"0"-1"0,0 0 2 0,0 0-9 15,-1 0 0-15,0 0 7 16,0-2-8-16,1 1-1 16,-1 0 1-16,1 0 4 15,0 1 2-15,0 0-5 16,-2 0-1-16,2 0-4 16,0 0-3-16,0 0-2 0,0 0 0 15,0 5 2-15,0 1 0 16,0 4 0-16,3 4-1 15,0 2 2-15,1 3-1 16,1 3-1-16,0 3 1 16,1 3 0-16,0 0 1 0,-1 0-2 15,2-1 1-15,0 1 0 16,0-2 0-16,0-3 1 16,2 2-1-16,1-3 0 15,-3 1 0-15,0 0-1 16,1-2 2-16,-3 1-1 0,0-3-1 15,-1-2 2-15,0-3-2 16,-1-1 2-16,-1-5-1 16,0-1 0-16,0-2 0 15,-2-2 1-15,0-1-1 16,0-1 1-16,0 1-1 0,0-1 3 16,0 0 4-16,0 0-5 15,-2 2-3-15,-2 1-14 16,0-1-26-16,-2 0-55 15</inkml:trace>
  <inkml:trace contextRef="#ctx0" brushRef="#br0" timeOffset="151334.63">5228 9431 17 0,'0'0'8'0,"0"0"2"0,0 0-3 0,0 0-3 0,0 0-3 16,0 0 3-16,0 0 2 16,0 0-2-16,0 0 1 15,0 0-1-15,0 0-3 16,0 0-1-16,-3 2 1 0,3-2-1 16,1 0 0-16,2 1 0 15,1-1 1-15,2 0 0 16,0 0 4-16,1 1 0 15,1-1-1-15,0 0 2 16,1 0-1-16,-1 2-3 0,2-2 1 16,0 0-1-1,-1 0 0-15,0 1-1 0,0-1 0 16,-2 0 0-16,-2 0 0 16,0 0 1-16,-1 0-1 15,-1 0 4-15,0 0-1 0,0 0-2 16,-1 0-1-16,1 0 0 15,0 0-1-15,-1 0-1 16,1 0-1-16,-2 0-13 16,0 0-13-16,1 0-54 0</inkml:trace>
  <inkml:trace contextRef="#ctx0" brushRef="#br0" timeOffset="151954.71">5457 9306 39 0,'0'0'11'0,"0"0"-4"0,0 0-1 15,0 0 1-15,0 0 1 16,0 0 1-16,-19 35 1 0,13-24-4 15,0 1 1-15,1 3-4 16,-1 0-2-16,2 1 0 16,-5 1-15-16</inkml:trace>
  <inkml:trace contextRef="#ctx0" brushRef="#br0" timeOffset="166897.83">6384 12236 62 0,'0'-3'28'0,"-1"0"-11"0,1 2 3 16,0 0-3-16,-2 1-10 0,2-1-5 16,0 1-2-16,0 0 0 15,0 0 0-15,-1 0-2 16,1 0 5-16,0 2 8 16,-3 5 2-16,2 2-4 15,-2 3-3-15,1 5 1 0,-1 3-3 16,1 3 2-16,0 4-4 15,1 2 0-15,-3 6 0 16,3 3 0-16,-1 4 4 16,0 5-2-16,1 2-4 15,1 3 3-15,0-1-3 0,0-3 0 16,0-3 0-16,0-6-9 16,0-4-13-16,0-7-13 15,0-5-16-15,0-5-27 16</inkml:trace>
  <inkml:trace contextRef="#ctx0" brushRef="#br0" timeOffset="167931.36">6403 12198 75 0,'0'0'6'0,"0"0"-2"0,0 0 6 0,0 0 5 0,33-11 1 16,-23 11 0-16,2 0-4 15,0 0-5-15,5 0-5 16,0 1 0-16,4 1-2 0,4 0 1 16,2 0-1-16,5-1 1 15,1-1-1-15,3 0 0 16,1 0 0-16,0 0 0 15,0-5 0-15,2 0 0 16,-1-2 0-16,-2-1 1 16,-2 1-1-16,-2-1 2 0,-2 2-1 15,-3 1-1-15,-6 1 1 16,-2 1 3-16,-2 2 5 16,-5-1-4-16,-4 2-4 15,-2 0 0-15,0 0 0 16,-3 0-2-16,-2 0 1 15,0 3-1-15,0-1 1 16,-1 1-1-16,0 0 1 0,0 2 5 16,0 0-2-16,0 3-1 15,-1-1 0-15,-1 3-2 16,0 1 3-16,-1 3-2 0,3-1 1 16,-2 4-1-16,2-1 0 15,0 6 0-15,0-1-1 16,2 6 0-16,1 1 1 15,0 3-1-15,3 2 0 16,-2 1 0-16,0 2 1 16,1 1-1-16,0 0 0 0,0-1 0 15,0 0 0-15,-1-1 0 16,-1-3 3-16,-3-3-3 16,2-1 0-16,-2-3 1 15,0-1-1-15,0-3 0 0,0-2-1 16,-1-2 2-16,-3-3-1 15,-2-1 0-15,0-3 0 16,-1-2 1-16,-2-1 0 16,0 0 1-16,0-2-1 15,-2-1-1-15,-1 0 1 16,-3 0-2-16,-1 0 1 0,-3 0 0 16,-3 1 0-16,-2 0 0 15,-4 2-1-15,-4 0 2 16,-3 3-2-16,-5 1 1 15,-2 0 0-15,-3 1 0 16,1 0 2-16,0-4 4 16,2 2 1-16,4-4-5 0,1 1-2 15,5-2 0-15,1 0-3 16,5-2 0-16,4 1 3 16,2-1 0-16,3-3 2 15,5 1-1-15,4 0-1 0,2 0 0 16,2-1 1-16,4 1-5 15,0-1-32-15,0 0-82 16</inkml:trace>
  <inkml:trace contextRef="#ctx0" brushRef="#br0" timeOffset="169828.84">6296 12215 66 0,'1'-2'1'0,"1"2"3"0,-2-1 3 15,2 0 3-15,-2 1 3 0,0 0-3 16,0 0-6 0,0 0 3-16,1 4 10 0,1 3-7 15,0 1-4-15,1 2-3 16,2 3-1-16,0 2-1 16,1 3-1-16,1 3 0 15,0 2 1-15,2 4-1 0,-2 3 0 16,2 1 0-16,0 1 0 15,-2-1 0-15,0 0 0 16,0 1 0-16,-1-1 1 16,-2-1-2-16,0 1 5 15,1 0 5-15,-3-2-5 0,0 0-3 16,-1-1 1-16,1 0-2 16,-2-3-2-16,0 0 0 15,0-4 0-15,0-2 0 16,-2-3 2-16,1-2 1 0,0-2-1 15,1-3 0-15,-1-3-1 16,-1-2-20-16,0-2-20 16,1-2-55-16</inkml:trace>
  <inkml:trace contextRef="#ctx0" brushRef="#br0" timeOffset="171052.36">6497 12190 83 0,'0'0'1'0,"52"-5"1"0,-24 2-1 16,-1 0-1-16,3-1 1 0,-1 1-1 16,-1 0 0-16,3-2 0 15,-4 0 0-15,1 0 8 16,-1-1 6-16,-2 0-5 16,-1 2-4-16,-3 0-4 15,-2 2 0-15,-3 1 0 0,-3 1-1 16,-3 0 0-16,-1 0 1 15,-4 0 3-15,0 0 2 16,-2 0 1-16,1 1-1 16,-1 3-4-16,-1-2-1 15,1 2-1-15,1 1 1 0,-1-1-2 16,1 2 1-16,0 0-1 16,-1 0 0-16,1 0 0 15,1 2 1-15,-3-1 1 16,3 3-1-16,-2-2 0 15,-1 3 0-15,1 2 1 0,0 2-1 16,1 1 1-16,-2 4-1 16,1 1 0-16,0 2-1 15,-1 2 2-15,0 2-2 16,1-3-1-16,-1 3 1 16,-1-1-1-16,1-1 2 15,-1 0 1-15,0 1 0 0,2 0-1 16,-1 0 1-16,-1 1-1 15,1 0 0-15,-1-1 0 16,-1 2 0-16,0 0 0 16,0-2 0-16,0-1 1 0,0-2-2 15,0-3 1-15,0-2 1 16,0-2-1-16,0-2 0 16,0-1 0-16,0-1 0 15,0 0 1-15,-3-2 0 16,0-1 6-16,-1-2 6 15,0 0-3-15,-2-1-3 16,1-2 0-16,-1-1-6 0,-1-1 1 16,-1 1-2-16,-2-2 1 15,-2 1-1-15,-2 1 0 16,-2-1 0-16,-1 4 0 16,-3-2-1-16,-5 4 1 0,-1 0 7 15,0 0-6-15,-3 0 1 16,3-1 0-16,2-1-1 15,2-3-11-15,5-3-78 16</inkml:trace>
  <inkml:trace contextRef="#ctx0" brushRef="#br0" timeOffset="171935.76">7594 12580 46 0,'-1'0'-17'0,"1"0"13"0,-2-2 6 0,2 1 12 16,0-2 14-16,-1 1 7 15,1 0-2-15,0-1-3 16,0 1-4-16,0 0-10 16,0-1-8-16,0 0-4 0,0-1-3 15,0 1-1-15,0 0 0 16,0-2 1-16,3 1-1 15,2 0 1-15,1-1-1 16,1-2 1-16,2 1-1 16,3 0-1-16,-1 0 2 15,1 0-1-15,2 0 0 16,-1 1 0-16,1-1 0 0,2 1 0 16,1 0 0-16,1-1 0 15,1 1 0-15,1-1 0 16,0 2 0-16,0 0 0 15,0-1 2-15,0 0 2 0,-3 2 2 16,3 1-1-16,-2 0 0 16,0 0-3-16,-4 1 0 15,2 0-1-15,-2-1 0 16,-2 1-1-16,1 0 0 0,-3 1 1 16,0-1-1-16,0 1 0 15,-1 0 1-15,-2 0-1 16,0 0 0-16,-1 0 0 15,-2 0-6-15,-1 0-27 16,-1 0-44-16</inkml:trace>
  <inkml:trace contextRef="#ctx0" brushRef="#br0" timeOffset="172172.55">8045 12371 171 0,'0'0'7'0,"0"0"11"0,0 0-10 0,0 0 3 0,0 0 0 0,0 0-6 0,0 0 0 16,0 0-3-16,28-15 2 16,-23 22-3-16,1 3-1 15,-2 5 0-15,-2 2-1 16,-2 3-19-16,0 1-43 15,-6 0-29-15</inkml:trace>
  <inkml:trace contextRef="#ctx0" brushRef="#br0" timeOffset="174774.71">8067 12218 110 0,'0'0'-18'0,"0"0"18"0,0 0 2 0,0 0-2 15,0 0-2-15,0 0 1 16,0 0 4-16,0 0 5 16,0 0-2-16,23 5-6 0,-23-2-1 15,0 1-4-15,0-1-27 16</inkml:trace>
  <inkml:trace contextRef="#ctx0" brushRef="#br0" timeOffset="175130.32">8021 12314 28 0,'0'0'33'0,"0"0"8"15,0 0-3-15,0 0-15 16,0 0-25-16,0 0 4 16,0 0 0-16,0 0-2 15,-6 0 0-15,8 3 1 0,2-1-1 16,1 0 1 0,3 1-1-16,0 1 1 0,4 0 1 15,1 3-1-15,1 1-1 16,1 0 1-16,-1 2 1 15,1 0-1-15,-4 3 1 16,-1-3 0-16,-1 5 2 0,-5-3-1 16,-1 1 1-16,-3 0 1 15,0 3 0-15,-9 0 1 16,-5 3-3-16,-5 1-1 16,-5 3-26-16,-5 0-57 15</inkml:trace>
  <inkml:trace contextRef="#ctx0" brushRef="#br0" timeOffset="176616.79">8331 12272 161 0,'1'0'-1'0,"2"1"0"0,-2 3 2 0,1 3 2 15,1 6 4-15,-3 6 6 16,0 6-1-16,0 7-4 16,0 6-5-16,1 6-1 0,1 6-1 15,0 5-2-15,4 1-6 16,0 0-31-16,3-4-26 16</inkml:trace>
  <inkml:trace contextRef="#ctx0" brushRef="#br0" timeOffset="176925.32">8429 12288 51 0,'0'0'2'0,"30"-3"-1"15,-11 1 1-15,1 0-2 16,0 0 0-16,0 0 0 15,1 0-4-15</inkml:trace>
  <inkml:trace contextRef="#ctx0" brushRef="#br0" timeOffset="179292.83">8470 12251 108 0,'0'2'-2'0,"0"-1"-4"0,0 1 6 0,2-1 0 0,4 1 0 16,-1-1 3-16,2 1 8 15,0-1 3-15,1-1-6 16,2 0-8-16,5 0 2 16,-1 0 14-16,5 0-7 0,2 0-7 15,2-3-1 1,2 1-1-16,4 0 1 0,3 0 0 15,0 1 1-15,3-2 1 16,5 1-1-16,0 0 1 16,2-1-1-16,1 1 0 15,1 1 0-15,0-1-1 0,-2 0 3 16,-2 1-1-16,-3-1 1 16,-3-1 2-16,-6 3 1 15,-1-2-3-15,-6 2 0 16,-2-2-3-16,-4 2 0 15,-1 0 1-15,-4 0-1 0,-2 0 0 16,-2 0 0-16,-2 1 0 16,-1 5 0-16,-3 4 0 15,0 3 1-15,0 4 4 16,-5 7-4-16,-4 6-2 16,2 5 0-16,-3 3-1 0,0 6 0 15,1 3-2-15,3 0-4 16,2 4-4-16,2-1-4 15,2-1 1-15,0-4 5 16,7-2 6-16,1-3 3 16,1-4 0-16,-1-4 0 15,1-2 0-15,-2-3 1 0,0-2-1 16,-1-3 1-16,-3-4-1 16,0-2 0-16,-1-4 1 15,-2-3 0-15,0-2 1 16,-2 0 7-16,-7-3 8 15,-2-1-3-15,-5 0 1 16,-5 0 1-16,0-2-4 0,-8 1-5 16,0-1-4-16,-4 2 0 15,-2 0-1-15,-2-1-1 16,-2 0 1-16,0 1 0 16,-2-1-1-16,4 0 2 0,-2 0 4 15,3 0-1-15,2 0 0 16,2-1-1-16,2 0 4 15,0-1 2-15,6 0-6 16,4 0 6-16,0 0-3 16,5 0-2-16,5 0-3 15,0 0-2-15,3 0-1 0,1 0 0 16,1-1 0-16,0 0 0 16,1-1 0-16,1 0-1 15,-2-1-7-15,3 1-10 16,-3-4-18-16,0 0-46 15,-4-3-115-15</inkml:trace>
</inkml:ink>
</file>

<file path=ppt/ink/ink1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4-26T06:30:58.946"/>
    </inkml:context>
    <inkml:brush xml:id="br0">
      <inkml:brushProperty name="width" value="0.05292" units="cm"/>
      <inkml:brushProperty name="height" value="0.05292" units="cm"/>
      <inkml:brushProperty name="color" value="#FF0000"/>
    </inkml:brush>
  </inkml:definitions>
  <inkml:trace contextRef="#ctx0" brushRef="#br0">3369 2815 109 0,'0'0'-5'0,"0"0"16"0,0 0 3 0,-32-28-1 0,22 22-6 0,2-1-4 16,-1 1-1-16,-1-1 1 15,-2 1-2-15,1 1-1 16,-1-1 0-16,-3 0 0 0,1 2-3 16,1 0-1-16,-4 2 0 15,-1-1 3-15,0 1 3 16,-2 0 1-16,-5 0-1 16,1 1 0-16,-3 1 0 15,-1 0 1-15,-1 1-2 0,-3 5 1 16,-3 2-2-16,0 2 2 15,-3 1-2-15,-2 1 0 16,-1 5 2-16,-2 1 3 16,2 3-2-16,-3 2-2 0,2 2-1 15,2 1 1 1,0 0-1-16,2 0 0 0,2-2 0 16,3 1 0-16,4 2 0 15,-1-1-1-15,2 4 0 16,2 0 1-16,1 1-1 15,1 0 0-15,4 0 0 16,0-1 0-16,5 0 1 0,4-2 0 16,1 1 0-16,3-1 0 15,2 1 0-15,5-4 0 16,0 2 0-16,0-3 0 16,9-2-1-16,2-2-2 0,2-3 2 15,2 0 0-15,4-2 1 16,1 1 0-16,2-1 0 15,1 0 0-15,-1 2 0 16,3-1-2-16,2 1 2 16,0-1-1-16,3-2 2 0,3-1 1 15,4-2-2-15,2 1 5 16,1-4-3-16,2 0 0 16,2-1 0-16,2-2 0 15,2-2-1-15,2 0 0 0,-1-1 2 16,3-2-2-1,1 0 1-15,1 0-1 0,1 0 0 16,1-3 0-16,2 1 0 16,-1-1 0-16,0 1-1 15,-3 2 1-15,2 0-1 16,-1 0 0-16,1 0 0 0,-1 2 0 16,1 3 0-16,-1 0 0 15,1 1 1-15,2 1-1 16,1 1 0-16,-1-3 0 15,1 3 2-15,2-3-2 16,1 1 0-16,-2-2 0 16,1 1 0-16,1-1 1 0,0 0 1 15,0 0-2-15,1-1 0 16,-1-1 0-16,3 1 0 16,0-1 1-16,1-1-1 15,-1 1 0-15,1-2 3 16,2 0-3-16,0 0 1 0,-1 0 0 15,2 0 0-15,1 0 0 16,0 0 1-16,0 0 0 16,2 0 0-16,1 0 0 15,0 0 0-15,0 0 0 16,4 0 1-16,0 0-1 0,3 0 0 16,1-2 1-16,1 1-2 15,0-1 1-15,-1-1-2 16,1 3 1-16,0 0 1 15,-1 0 0-15,1-1 0 16,0 1 1-16,1 0-1 0,0 0-1 16,4 0 0-16,0 0 2 15,0 0-3-15,2 0 2 16,3 0-2-16,0 1 0 16,2 1 0-16,-2 1 1 15,2-2 0-15,-2 3-1 0,0-1 2 16,-1 0 0-16,-2 2-1 15,1 2 0-15,-1-1 0 16,0 0 1-16,1 1 1 16,-2 0-3-16,1 0 0 15,3-1 0-15,-2 1 0 0,1-2 2 16,1 0-1 0,0 1 0-16,1-2 2 0,-2 2 1 15,2-4 0-15,2 2 0 16,-1-1-2-16,3-2 1 15,2 1 0-15,-1 0-1 0,2-1 0 16,-1-1 0 0,1 0-1-16,0 0 0 0,-4 0 2 15,2 0-2-15,0 0-1 16,-2 0 1-16,2 0 0 16,-2 0-1-16,2 0 1 15,-2 0 0-15,0-3 0 16,0 0 0-16,0-1-1 0,-4 0 1 15,-1-3 0-15,-4 0-1 16,0-1 2-16,-6-2 0 16,-2-2-2-16,-4 1 2 15,-4-2-2-15,-3-1 1 16,-6-2-1-16,-5 1 2 0,-3-3-1 16,-2 0 2-16,-5-1-1 15,-1-2 2-15,-4 1-4 16,-1-1 1-16,-6 0 1 15,-1 1 0-15,-6-2-1 0,0 2 1 16,-6-3 0-16,0 0-1 16,-7-2 3-16,0 0 0 15,-5-3-1-15,-3 0 1 16,-2-3 1-16,-5-1 0 16,0 0-1-16,0 0 1 15,-8 1-2-15,-2-1-2 0,-3 2 2 16,-4 1 0-16,-1 0-2 15,-3 2-3-15,-3 0 5 16,-3 3 0-16,-1 1-4 16,-4 1 1-16,-5 4-3 0,2 0 0 15,-3 1 1-15,-3-1 1 16,0 1 1-16,0 0-1 16,-3 0 1-16,-1-1 0 15,-4 1 0-15,-1-1 0 16,-2 2-1-16,-2 0 1 15,-2 0 0-15,1 1-1 0,-2 0 1 16,-2 2 0-16,0 0-1 16,-3-1 2-16,0 1-1 15,-3 0 0-15,-4 2 0 16,2 1-1-16,-4-2 2 16,1 2-1-16,-4 0 0 0,-2 1-1 15,0 0 1-15,-4-1 0 16,1 2-1-16,-2 1 1 15,0 1-3-15,-2-1 0 16,-1 2-1-16,-2 0-1 0,-1 2-1 16,-4 0 0-16,-1 1 3 15,-1 1-3-15,-2 0 5 16,0 1-2-16,0 0 2 16,-1 0 2-16,-1 0-1 15,1 0 0-15,-3 0 0 16,1 0-1-16,-1 2 1 0,-2-2-1 15,-2 2-2-15,2-1 3 16,0-1 0-16,2 0 0 16,-2 0 0-16,3 0 0 15,-3 0 0-15,4 0 0 16,-2 0 0-16,-1-1 0 0,2-2 0 16,-1-1 0-16,0 1 0 15,0 0 0-15,0-1 0 16,1 2 0-16,-1-1 0 15,1 0 0-15,0 1 0 16,0-1 0-16,0 0 1 16,-1 0-1-16,1 1 1 0,-2-3-1 15,1 2 1-15,-1-3-1 16,2-1 0-16,-1 0 1 16,-1 0 0-16,1-1 0 15,-4-1 0-15,-1 2-1 16,-3 0 1-16,-2 1-1 0,-2 1 3 15,-6 2-2-15,2 3-1 16,-6 0 0-16,-6 4 0 16,-6 12 0-16,-6 6 0 15,-6 11-3-15,-5 6-19 16,-6 1-71-16,-2 2-110 0</inkml:trace>
  <inkml:trace contextRef="#ctx0" brushRef="#br0" timeOffset="3651.03">2853 3985 92 0,'0'0'3'0,"0"0"8"0,0 0 4 0,0 0-4 0,0 0-7 15,-34-32-1-15,27 29-2 16,-1-2 0-16,-1 1 0 16,-1 1-1-16,0 0 0 15,0 1 0-15,-1 1 0 0,1-1 0 16,0 1 0-16,0 1 0 15,-1 0 0-15,-2 0 0 16,-2 0-1-16,-2 1-1 16,-1 3-1-16,-4 2 0 15,-1 2 0-15,-2 1 2 0,-1-1 1 16,1 4 0-16,-2 1 0 16,2 0 0-16,1 2 0 15,1 0 0-15,0 2 0 16,0 1 1-16,0 0-1 15,1 2 0-15,-1-1-1 0,0 1 0 16,3 3 0-16,-2-2 0 16,3 1 1-16,2 1 1 15,1 1-1-15,2 1 1 16,3 0-1-16,1-2-1 16,1 1 1-16,3-1-1 15,2-2 2-15,1 1-1 0,3 0 1 16,0 1-1-16,0 1 0 15,7-1 0-15,1 1 0 16,1-3 0-16,2 2 1 16,1-4-1-16,3-3 0 0,0 0-1 15,2-3 1 1,0-1 0-16,3-2 1 0,0 0-2 16,2-1 3-16,-1-1-2 15,1 1 0-15,0-2 2 16,-1 1-1-16,1-1-1 15,2 1 1-15,-1-1 0 0,3 1 0 16,2-1 0-16,-1-1 0 16,-1 2 0-16,3-2 0 15,-2 1-1-15,3-3 0 16,-1 2 0-16,2-3-1 16,2 0 2-16,2-2 0 0,-1-1-1 15,2 0 1-15,-1 0-2 16,-1 0 2-16,1 1 1 15,-3 1-2-15,0 1 0 16,-1 0 0-16,3 1 1 0,-3-1-1 16,2 1 0-16,0-1 1 15,2 0-1-15,-1-2 1 16,4-1 0-16,1 0-2 16,1 0 2-16,2 0 0 15,0 0 0-15,0-2-1 16,1 0 1-16,1-1-1 0,-2-1 1 15,2 1-1-15,1 0 0 16,-2 0-1-16,1-1 2 16,1 2-1-16,-1 1 0 15,0 1 0-15,1 0 1 16,1 0 0-16,0 0-1 0,1 0 1 16,0 3 1-16,0-1-1 15,3 1 0-15,-3-1 1 16,2 1-2-16,1 0 1 15,-3 1-1-15,2-1 1 0,-1 0-1 16,1 1 0-16,-2-2 2 16,3-1-2-16,-2 0 1 15,3-1 0-15,-2 0-1 16,1 0 1-16,2 0-1 16,0 0 2-16,1 0-2 15,1-1 1-15,1-1-1 16,2-1 0-16,2-1 1 0,-2 0-1 15,2-1 1-15,-2 0-1 16,3-2 1-16,-5 2-2 16,2 0 3-16,0-1-2 15,0 1 0-15,-1-1 1 0,0 2 0 16,0 0 0-16,-1 1-1 16,2 0 1-16,-4 3-1 15,2 0 1-15,-2 0-1 16,1 0 0-16,1 0 0 15,0 0 2-15,2 0-2 16,-1 0 0-16,2 0 1 16,-1 0-1-16,0 0 0 0,2 0 1 15,-2 0-1-15,0 0 0 16,2 0 0-16,-2 0 0 16,3 0 1-16,-3 0 0 15,3 0-1-15,1 0 1 0,3 0 0 16,-1 0 0-16,2 0 0 15,2-2 0-15,2 1-1 16,-2-1 0-16,0 0 1 16,0-1 0-16,1 2-1 15,0-1 2-15,0 0-2 0,1-1 1 16,2 1 1-16,-2-1-2 16,-1 1 0-16,0 0 0 15,-1 1 0-15,1-1 0 16,-2 1 0-16,2-1 1 15,-1 1 1-15,0-1 1 0,2 1 2 16,-2-1-2-16,2 0 1 16,-2 0-1-16,0 1 0 15,1 0-2-15,-2 1 1 16,-1 0-1-16,0 0-1 0,0 0 1 16,0 0-1-16,2 0 1 15,-2 1-1-15,3-1 0 16,2 1 1-16,-3-1-1 15,1 0 0-15,-2 0 0 16,1 0 2-16,-2 2-4 16,1-2 4-16,-3 3-2 0,3-1 0 15,-1 0 0-15,2 1 0 16,-2-2 1-16,3 2 2 16,-1-1 0-16,1 2 1 15,1-1-1-15,0 0 1 16,3 2-1-16,-2-1 4 15,-1 0 1-15,-1 2 0 0,0 1-7 16,-2-1 0-16,0 2-1 16,-1 0 1-16,3 0-1 15,-1 2 0-15,0-2 1 16,-2 2-1-16,1-1 0 0,1 1 0 16,-1-2 0-16,2 2 0 15,-2-2 1-15,2 1-1 16,-2-1 0-16,0 0 1 15,0-2-1-15,-1 1 2 16,2 0-3-16,1-2 2 16,0 1 0-16,1-1 0 15,-3 0 0-15,2-3 1 0,-1 4-2 16,0-4 2-16,0 1-1 16,0-1 1-16,0 0 0 15,0-1 0-15,0-1-1 0,-1 0 0 16,-1 0 1-16,-3 0-1 15,0 0 0-15,-4-3-1 16,0-1 1-16,-2 0 0 16,0-2 1-16,-4 0-2 15,-2 0 1-15,-3-3 0 16,-3-1-1-16,-2 0 1 0,-4-3 0 16,-3-2-1-16,-1 1 2 15,-3-2 1-15,0-1-3 16,-6 0 2-16,0-3 0 15,-5 3 0-15,-3-2-1 0,-2-1 1 16,-3 1-2-16,-1-1 5 16,-1 1-5-16,-3-2 0 15,-1 1 0-15,0-2 0 16,-2 1 0-16,-3 1 0 16,1-1-3-16,-2 2 6 0,0 1-2 15,-5 0 0-15,0 1 1 16,-4 1 1-16,-1 1-1 15,-1-1-1-15,-4 2 0 16,-1-2-2-16,-2 1 6 16,-9 0-5-16,-3 0-1 15,-9 1-1-15,-9 0 0 0,-16 1-3 16,-16 1-6-16,-19 6-5 16,-24 4-10-16,-24 2-34 15,-20 0-53-15</inkml:trace>
  <inkml:trace contextRef="#ctx0" brushRef="#br0" timeOffset="5093.35">5511 5916 56 0,'0'0'18'0,"0"0"-5"0,0 0-11 0,0 0-2 16,0 0 0-16,0 0-1 0,0 0 2 15,0 0-1-15,0 0 1 16,0 0 0-16,0 0-1 16,0 0 1-16,0 0 1 15,22 29-1-15,-17-27 1 16,3-2 1-16,1 0 3 16,4-7 8-16,6-6 10 0,5-7-3 15,8-5-2-15,9-8-7 16,7-5-6-16,9-6-3 15,7-4-2-15,5-3 1 16,8 0-2-16,1-2-4 16,0-2-28-16,-5 2-101 0</inkml:trace>
  <inkml:trace contextRef="#ctx0" brushRef="#br0" timeOffset="5954.26">5033 8114 100 0,'0'0'11'0,"0"0"14"0,0 0-26 0,0 0 7 15,0 0-3-15,0 0-1 16,49-22 10-16,-17 1 6 15,11-10-7-15,13-12-8 16,9-12-5-16,4-15-105 16</inkml:trace>
  <inkml:trace contextRef="#ctx0" brushRef="#br0" timeOffset="11984.44">16455 3035 99 0,'0'0'8'0,"0"0"9"0,0 0-2 16,0 0-4-16,0 0-3 16,0 0 0-16,0 0 3 15,0 0-1-15,0 0-1 0,0 0 0 16,0 0-5-16,-19-5-4 15,15 7 1-15,-1 3-1 16,0 0 0-16,-1 2 0 16,0 1 0-16,0 0 0 0,2 0 0 15,0 1 0-15,0 1 1 16,0 0-1-16,2 0 1 16,0 0 0-16,1 1 0 15,1-1-1-15,0-1 1 16,1 1-1-16,5-1 1 0,0-1-1 15,4-1 2-15,1-1 2 16,1-1-2-16,1 0 1 16,1-2 1-16,2-1-3 15,0-2 3-15,2 0-2 16,0 0 2-16,-1-1-1 16,0-3-1-16,-1-2-1 0,-2 0 0 15,-3-1 1-15,0 1-1 16,-6-2 2-16,0-2 3 15,-1 3 3-15,-1-3 5 16,-2 0-6-16,-1-1 2 0,0-1 1 16,0 1-1-16,0-2-3 15,-4 1-5-15,-2 2 1 16,-2-1-4-16,-1 1 2 16,-2 3 2-16,-1-1-2 15,-4 4-2-15,0 1 0 16,-3 0 2-16,0 3-2 0,-1 0 4 15,-1 3-3-15,0 4-1 16,2 1 1-16,2 2-2 16,3 0-16-16,4 0-16 15,6-3-16-15,4-3-64 0</inkml:trace>
  <inkml:trace contextRef="#ctx0" brushRef="#br0" timeOffset="12875.88">16709 2887 108 0,'0'0'54'0,"0"0"-43"0,0 0 15 0,0 0-11 0,0 0-10 16,0 0-5-16,0 0 0 16,0 0 2-16,0 0-4 15,0 0 1-15,0 0 1 16,-7 31 1-16,7-21 1 15,0 3-4-15,1 0 4 0,0 0-1 16,1 2-1-16,-2 0 0 16,0 0 0-16,1 0 0 15,-1 1 1-15,0-2-1 16,0-1 0-16,0-2 0 16,0 1 0-16,0-3 0 0,0-1 0 15,0-2 0-15,0 0 1 16,0-2 0-16,0 0 0 15,0-2 0-15,0 0 0 16,0-2 0-16,0 0 1 16,0 0 4-16,0 0 7 15,0-3 11-15,3-5-26 0,0 1 2 16,0-1 2-16,1 1 0 16,0-1-2-16,1 1-1 15,0 1 2-15,2 1-1 16,-1 1 0-16,1 1 1 15,0 0-1-15,0 1 0 0,1 0 0 16,2 1 0-16,0 1 0 16,-2 0 0-16,2 0 0 15,-1 0-1-15,-1 0 1 16,0 3 0-16,-1 2-1 0,-2 1 0 16,2 1 1-16,-3 0-2 15,0 1 2-15,-2-1 0 16,1 1-2-16,-2 0 2 15,-1 1 0-15,0-1 0 16,0 0 0-16,-4-1 0 16,-4 1 0-16,-1 0 1 0,-2 1 0 15,-2-3 2-15,0 1-3 16,0-3 1-16,0-1 3 16,0-2 2-16,0-1 0 15,2 0 6-15,0 0-1 16,1 0-2-16,4-5 0 15,-2 0-2-15,4-1-1 0,0 0-1 16,2 0-3-16,0-1-4 16,2 1 2-16,0-1-3 15,0 2-14-15,3 1-21 16,3 0-19-16,1 0-66 0</inkml:trace>
  <inkml:trace contextRef="#ctx0" brushRef="#br0" timeOffset="13479.01">16966 3083 147 0,'0'0'13'0,"0"0"-19"0,0 0 7 0,0 0 1 16,0 0-2-16,0 0 1 15,0 0 0-15,0 0 1 16,13 29 0-16,-12-20 2 15,1 0 2-15,-1 1 3 16,2 2-1-16,0 3 0 0,-2 0-1 16,2 3 1-16,-2-1-2 15,2 1-1-15,-1 0-3 16,-2 2 0-16,1 0 1 16,-1 1 0-16,0-1 0 15,0 3 1-15,-3 0-1 16,-1-1 2-16,1-1-1 0,-1-1-2 15,-2 0 0-15,0-4 2 16,0 1 3-16,-2-5-3 16,0-1 0-16,1-3 4 15,0-1 0-15,-1-1 2 0,-1-2 0 16,1-1 0-16,-1-2-1 16,1-1-3-16,-2 0 4 15,0 0-2-15,-1-1-2 16,-1-5-3-16,2-1-2 0,0-1 1 15,1-4 0 1,1-1-4-16,2-3-2 0,2-2-15 16,-1-1-12-16,3-4-24 15,2 1-49-15</inkml:trace>
  <inkml:trace contextRef="#ctx0" brushRef="#br0" timeOffset="13679.68">16953 2936 214 0,'0'0'-2'0,"0"0"-11"0,0 0-24 0,0 0-11 0,0 0-66 15</inkml:trace>
  <inkml:trace contextRef="#ctx0" brushRef="#br0" timeOffset="14140.97">17098 3116 102 0,'0'0'2'0,"0"0"6"15,0 0 7-15,0 0 5 16,0 0-2-16,0 0 15 16,35 13-7-16,-27-13-10 15,1 0-8-15,0-6-6 0,0 2-1 16,-2 0 1-16,-2-3 1 15,1 2 9-15,-3-2 0 16,-2 2-3-16,-1-3-4 16,0 3-1-16,0-2-1 15,0 3-5-15,-4 0 5 16,-1 1-4-16,0 1 4 0,-3 2-2 16,1 0 0-16,-1 0 1 15,-1 5-2-15,1 3 0 16,-2 2 0-16,2 2 1 15,3 0-1-15,0 1 0 16,3-1 1-16,2 1-1 0,0-1 1 16,0 0-1-16,4 0-1 15,5-2 2-15,2 1 0 16,3-4-5-16,0-1-24 16,4-2-21-16,1-4-71 0</inkml:trace>
  <inkml:trace contextRef="#ctx0" brushRef="#br0" timeOffset="14483.7">17440 3065 82 0,'0'0'69'0,"0"0"-65"0,0 0 3 15,-30 0-1-15,20 3 9 0,1 2 0 16,-3 2-2-16,1 1-3 16,-1 2-3-16,2 0 1 15,1 1-3-15,2 0-2 16,1 1 0-16,4-2-2 16,2 2 2-16,0-2 0 0,0 1 0 15,5-2-2-15,4 1 2 16,3-1 0-16,3-4 2 15,3 1 0-15,2-3-1 16,3 0-3-16,2-3 0 16,2 0-3-16,2 0-12 15,-4-5-28-15,3-3-77 0</inkml:trace>
  <inkml:trace contextRef="#ctx0" brushRef="#br0" timeOffset="14788.68">17642 2964 183 0,'0'0'5'0,"0"0"-5"0,0 0-2 15,0 0 2-15,0 0 1 16,0 0-1-16,-23 35 4 15,18-20 7-15,3 4-3 16,0 0-5-16,2 0 0 16,0 1 0-16,0-1 0 0,0-1-1 15,1-2-1-15,1-1 1 16,-1-2-1-16,1-3 0 16,-1 0-1-16,-1-2-2 15,0-4-35-15,0-1-33 16,-1-3-13-16</inkml:trace>
  <inkml:trace contextRef="#ctx0" brushRef="#br0" timeOffset="15302.75">17553 3119 213 0,'0'0'6'15,"0"0"4"-15,0 0-12 16,0 0 6-16,0 0-3 15,34-8 1-15,-20 7 0 16,4-1 0-16,0 0 0 16,3 0 0-16,0-1-1 0,-1-1 1 15,0 0 1-15,-2-1-3 16,2 2 0-16,-4-1 1 16,0 1-1-16,0 1 0 15,-1-1 0-15,-2 2 0 0,-2 0 0 16,-3 0 1-1,-2 1-1-15,-2-2 0 0,-1 2 0 16,-3 0-2-16,0 0 1 16,0 0-4-16,-1 0 1 15,-4 4 4-15,-2 2 0 16,0-1 2-16,-1 3 0 0,-2 1-2 16,2-1 0-16,-1 2 0 15,0 1 1-15,3-1-1 16,-2 0 0-16,2 0 0 15,2 0 2-15,2 0 0 16,2-2-2-16,0-1 1 0,0 1-2 16,0-3 3-16,4 1 1 15,2-2-1-15,0-1 2 16,3-2 2-16,2-1-3 16,3 0 0-16,1 0-1 15,2-2-2-15,-2-4-5 0,2-3-35 16,-3-3-49-16,-3 0-25 15</inkml:trace>
  <inkml:trace contextRef="#ctx0" brushRef="#br0" timeOffset="15472.95">17813 2925 137 0,'0'0'117'0,"0"0"-114"0,0 0-4 0,0 0-10 16,0 0-44-16,0 0 25 16,0 0-4-16,0 0-44 15</inkml:trace>
  <inkml:trace contextRef="#ctx0" brushRef="#br0" timeOffset="16148.61">17976 3042 112 0,'0'0'7'0,"0"0"-3"0,0 0 10 16,0 0 3-16,11 30 0 15,-9-19 3-15,1 1-9 16,-2 1-3-16,2 0-4 0,0 0-2 15,1-1-1-15,-4-2 3 16,3-2-3-16,-2 0 1 16,0-4 1-16,-1-1 1 15,1-2-3-15,-1-1 6 16,1 0 38-16,0-4-8 0,-1-5-25 16,2-2-11-16,0-5-1 15,4-1 0-15,-2 2 0 16,4-1-3-16,0 1-1 15,-1 1 1-15,2 4 1 16,1 3 1-16,-2 1 0 16,0 3 0-16,2 0 0 0,-2 3 0 15,2 0 0-15,1 0 0 16,2 0 1-16,-1 0-2 16,0 1 2-16,1 1 0 15,0-2 0-15,1 0 2 16,-2 0-2-16,0 0 0 0,-1 0 1 15,-2 0-1 1,-1-2 0-16,0-3 2 0,-3 2-1 16,-1-2 0-16,-3-2 0 15,-1 4 1-15,0-2-1 16,0 3-7-16,-6 0-3 0,-3 1 2 16,-1 1 0-16,-1 0 10 15,-1 5-2-15,1 2 1 16,2 3-1-16,0-1 0 15,4 1-1-15,-1 0 1 16,4 0-2-16,2-2 0 0,0 1 2 16,0-1-2-16,3 0 1 15,7-2 1-15,3 0 3 16,4 0-1-16,4-4-2 16,2 0 1-16,3-2-37 15,3-7-161-15</inkml:trace>
  <inkml:trace contextRef="#ctx0" brushRef="#br0" timeOffset="16770.59">18986 2731 257 0,'0'0'4'0,"0"0"-1"0,0 0-2 0,6-34 1 16,-5 24-2-16,1-2 0 16,-1-1 1-16,0 0 1 0,0 1 6 15,-1-1 0-15,0 1 1 16,0 2-1-16,0 1-3 16,0 0-3-16,-1 4-1 15,-3 2-2-15,-2 3-2 16,-1 0-3-16,-1 0 7 15,-3 8-2-15,-2 6 1 0,0 2 0 16,0 5 0-16,2 2 0 16,-1 4 1-16,2 1-2 15,4 3-1-15,2 1 2 16,3 4 0-16,1-1 2 16,0 1-4-16,1 2 2 15,3-3 2-15,2 0-5 0,1-2 4 16,-2-2 1-16,-2 2-2 15,-1-2 1-15,-1-3-1 16,-1-1 0-16,0-4 0 16,0-2 1-16,-3-3-1 0,-2-3 0 15,-1-1 0-15,-2-4-5 16,-2-2-21-16,0-3-23 16,-4-5-57-16</inkml:trace>
  <inkml:trace contextRef="#ctx0" brushRef="#br0" timeOffset="17010.54">18683 3053 236 0,'0'0'4'0,"0"0"-10"0,0 0 8 0,0 0-3 16,40 0 3-16,-19 0-1 0,3-1 0 15,4-1 0-15,2 0-1 16,-1 0-28-16,4-2-37 16,-1-1-22-16</inkml:trace>
  <inkml:trace contextRef="#ctx0" brushRef="#br0" timeOffset="17429.74">19096 2982 155 0,'0'0'5'16,"0"0"-5"-16,0 0 1 15,-32 25 3-15,26-15 9 0,3 0 0 16,3 2-4-16,0-1-7 16,0 1 7-16,3-2-2 15,4 0-2-15,2-1-2 16,1-2 0-16,2-2 2 16,0-3 1-16,1-2 2 0,2 0-2 15,-3 0-3 1,3-4-1-16,-2-2-2 0,-1-3 2 15,-2 0-4-15,-4-1 4 16,-1 1-1-16,-1 0 1 16,-4 2-2-16,0 2 1 15,0 0 1-15,0 3 5 0,0 1 3 16,0 1-9-16,0 0-4 16,0 2-7-16,0 5 10 15,0 2-1-15,3 2-13 16,2-1-18-16,2 0-38 15,-1 0-21-15</inkml:trace>
  <inkml:trace contextRef="#ctx0" brushRef="#br0" timeOffset="17878.68">19358 3050 199 0,'0'0'2'0,"0"0"-5"0,0 0 3 15,0 0 0-15,0 0 2 0,0 0 0 16,20 30-2-16,-19-22 1 16,1 2 1-16,-2-3-2 15,0 0 1-15,0-1 1 16,0-2-2-16,0 0 0 0,0-3 1 15,-3-1 1-15,1 0 5 16,-2 0 2-16,1-4 2 16,1 0-2-16,1-5 1 15,1 0-1-15,0-2-3 16,1-1-1-16,6 1-5 16,1-1-3-16,2 3 0 0,4 0 4 15,-2 3-2-15,2 2 1 16,1 2 0-16,1 1-1 15,0 1 2-15,0 0-1 16,-1 3 1-16,-2 3-2 16,-1 1 1-16,-2 3 0 0,-1 2-2 15,-3-2-5-15,-2 1-28 16,-2-1-34-16,0-2-25 16</inkml:trace>
  <inkml:trace contextRef="#ctx0" brushRef="#br0" timeOffset="18199.71">19821 2997 171 0,'0'0'-4'0,"0"0"10"0,0 0-4 15,0 0-1-15,-37-5 1 16,23 9 2-16,2 5 0 0,1 0 1 16,0 2 2-16,2 1-2 15,2 0 1-15,3 0-2 16,2-1 0-16,2-2-2 16,0 1 0-16,6-2 3 15,4-1 0-15,4-2-2 16,3-1 1-16,4-3-2 0,1-1-1 15,2 0-8-15,-1-2-52 16,0-7-31-16</inkml:trace>
  <inkml:trace contextRef="#ctx0" brushRef="#br0" timeOffset="18483.32">19974 2829 208 0,'0'0'3'16,"0"0"-10"-16,0 0 7 15,0 0 1-15,-15 41-2 16,12-23 1-16,1 1 0 16,2 2 2-16,0-1 0 0,0 0 0 15,0-2-1-15,0-2 1 16,4-1-2-16,0 0 0 15,-1-4 2-15,0 1 0 16,0-4-1-16,-2 0-1 16,1-3-8-16,-2-3-36 15,0 0-15-15,0-2-44 0</inkml:trace>
  <inkml:trace contextRef="#ctx0" brushRef="#br0" timeOffset="18734.27">19927 3007 167 0,'0'0'7'0,"0"0"5"16,0 0-9-16,0 0 6 15,0 0 6-15,36-13-7 16,-21 11-4-16,1-1-2 0,0 3 0 16,1 0 0-16,2 0-2 15,-5 0 1 1,-1 3 2-16,-2 4-1 0,-2 1-1 15,-3 0 0-15,-2 2-1 16,-2-2 1-16,-2 1 0 16,0-2-1-16,0-1-12 15,0 1-17-15,0-4-41 0</inkml:trace>
  <inkml:trace contextRef="#ctx0" brushRef="#br0" timeOffset="18897.68">20120 2893 254 0,'0'0'-5'16,"0"0"9"-16,0 0-4 16,0 0-18-16,0 0-90 0,0 0 21 15</inkml:trace>
  <inkml:trace contextRef="#ctx0" brushRef="#br0" timeOffset="19310.28">20252 2996 157 0,'0'0'3'0,"0"0"-4"15,0 0 0-15,0 0 2 16,-30 18 0-16,25-10 0 16,3-3 3-16,1 3-1 15,1 0 1-15,0-1 1 16,6 1-2-16,3-1 2 0,2-4-3 16,1 1-1-16,-1-3 6 15,1-1 1-15,1 0 4 16,-2-2 9-16,-1-4 2 15,-1 1-2-15,-1-3 0 16,-1-1-3-16,-3-1-2 0,-3 1-3 16,1-2-1-16,-2 2-7 15,0 0-3-15,-2 2-2 16,-3 0 1-16,-3 3-6 16,0 2 3-16,-1 2 0 15,0 0-1-15,0 1-4 0,1 7-16 16,1-1-23-16,4 1-26 15,3-2-28-15</inkml:trace>
  <inkml:trace contextRef="#ctx0" brushRef="#br0" timeOffset="19746.8">20425 2994 155 0,'0'0'25'0,"0"0"1"16,0 0-20-16,0 0-6 16,0 0 0-16,0 0-2 15,0 0 2-15,0 0-1 16,0 0 1-16,24 24 0 16,-21-15 1-16,0-2-1 15,0-1 0-15,0 1 1 0,0 0 0 16,-2-3-1-16,1 1-1 15,-1-3 2-15,-1 0-1 16,1-1 0-16,-1-1 0 16,0 0 4-16,2 0 20 0,0-1 11 15,3-4-29-15,1-3-6 16,3-1 2-16,2-1-3 16,2 2 2-16,2-2-1 15,0 3 0-15,2 2 0 16,0 2 2-16,-2 3 2 15,2 0 1-15,-3 0-4 16,-1 7-1-16,1 4 0 0,-1 4 0 16,-2 2-2-16,-4 4-23 15,-2 1-28-15,-5-1-65 16</inkml:trace>
  <inkml:trace contextRef="#ctx0" brushRef="#br0" timeOffset="20882.31">16321 3637 88 0,'0'0'3'0,"0"0"3"0,0 0 1 0,0 0-1 0,36-1-3 16,-23 1 1-16,0-1 1 15,4 1-1-15,2 0 2 16,3 0 7-16,2 0-5 16,5-2-3-16,3 2-2 15,2-2-1-15,4 1 0 0,2-3-1 16,4-1 4-16,3 1-3 16,2 0 0-16,4-2 0 15,4 2 0-15,-1-1-1 16,4-1 1-16,0 0 0 15,2 2-1-15,2-2 0 16,4 0 1-16,4 1-1 0,2 0 1 16,7-1 0-16,1-1 1 15,0 2-1-15,2-1-2 16,2 0 1-16,0-1-1 16,0 0 0-16,2 0 0 0,0 2 0 15,-1-1 1-15,4-1-1 16,1 2 0-16,1-2 1 15,2 1 4-15,2-1 7 16,1 1-1-16,2-1 0 16,0 0-3-16,0-1-4 15,0 1-2-15,-2 1 1 0,2 0 6 16,0 0-1-16,-1 1-3 16,1 1-2-16,-1 0-2 15,0-1 0-15,-1 0 1 16,-5 1-3-16,-3-1 2 15,-4-1 1-15,-4 1-2 0,-4-1 0 16,-6 1 1-16,-4 0-1 16,-5 2 0-16,-3 1 1 15,-4 0-1-15,-4 2 0 16,-4 0-5-16,-10 0-38 16,-6-1-76-16</inkml:trace>
  <inkml:trace contextRef="#ctx0" brushRef="#br0" timeOffset="23948.6">18665 3897 7 0,'0'0'59'0,"0"0"-41"0,0 0-3 0,0 0-5 0,0 0 1 16,0 0 2-16,0 0 16 0,0 0 11 15,0 0-24-15,0 0-3 16,0 0-5-16,0 0-3 16,19-14-2-16,-20 13-5 15,0 1 4-15,-4 0-2 0,1 0-2 16,-1 0 5-16,-2 0-3 16,0 5 1-16,-2 0 0 15,1 2-1-15,-2 1 0 16,3 2 0-16,-2 0 1 15,1 2 0-15,1-1-1 16,2 1 1-16,1-1 0 16,3 1 1-16,1-3-1 0,0 0 3 15,0-1 1-15,3-3-1 16,3 3 2-16,2-3 0 16,2-1-2-16,0-1 3 15,4-1-3-15,2-1-3 0,-1-1 0 16,3 0-1-16,2 0-9 15,0-1-30-15,-1-6-23 16,0-3-32-16</inkml:trace>
  <inkml:trace contextRef="#ctx0" brushRef="#br0" timeOffset="24262.03">18860 3757 204 0,'0'0'2'0,"0"0"2"0,0 0-3 16,0 0-3-16,0 0 1 16,0 0 2-16,0 0-1 15,-11 35 1-15,9-21 1 0,2 1 1 16,0 0 1-16,0 0 0 15,0 2 0-15,0-2-2 16,0 0 4-16,3-1-2 16,1 0-2-16,1-1 1 0,-2 0-2 15,3-1 1 1,-2 0-2-16,-1 0-12 0,2-2-44 16,0-5-20-16</inkml:trace>
  <inkml:trace contextRef="#ctx0" brushRef="#br0" timeOffset="24719.02">19041 3930 158 0,'0'0'15'15,"0"0"21"-15,0 0-11 16,0 0-16-16,0 0-7 15,0 0 0-15,-32-9-4 16,21 9 4-16,-1 3 0 16,0 5-3-16,0-1 4 15,1 1-2-15,2 2 0 0,2-2-1 16,3 2 2-16,0 0 0 16,3 0-1-16,1-2 0 15,0-1 1-15,1-1-1 16,6 0 1-16,0-3-2 15,3-2 1-15,1-1 2 0,1 0-2 16,-1 0 0-16,1-5 0 16,-2-1 0-16,-1-1 1 15,0-3 1-15,-2 3 9 16,-3 0 1-16,-1 1 2 16,-1 1 3-16,1 1-1 15,-3 2-2-15,1 0-3 0,-1 2-8 16,0 0-5-16,0 0-9 15,1 0-17-15,1 6 12 16,5 0-12-16,-1 0-27 16,4-1-45-16,3-1-51 0</inkml:trace>
  <inkml:trace contextRef="#ctx0" brushRef="#br0" timeOffset="25116.36">19296 3888 193 0,'0'0'5'0,"0"0"9"0,0 0-1 0,0 0-9 16,0 0-2-16,-32-14-2 0,22 14 4 16,0 4-2-16,1 1 1 15,2 1-2-15,0 2 0 16,4-1 0-16,0 1 0 15,3-1 0-15,0-2-3 16,0 3 6-16,8-3-3 0,1-1 1 16,3 2 1-16,-1-3-1 15,4 3 0-15,-3-2-1 16,1 1-1-16,-2 0 1 16,-1 0-1-16,-1 0 0 15,-2 0 0-15,-3 0 0 0,-1-2 0 16,-3 0 2-16,0-1-4 15,0 1 0-15,-7-1 2 16,-3 1 1-16,-3-1 3 16,2-2-2-16,0 0-2 15,4 0-2-15,0 0-17 0,4-2-59 16</inkml:trace>
  <inkml:trace contextRef="#ctx0" brushRef="#br0" timeOffset="25595.03">19485 3894 97 0,'0'0'7'0,"0"0"29"0,0 0 15 0,0 0-27 0,0 0-13 16,0 0-1-16,0 0-5 15,0 0-5-15,-31-23 4 16,21 23-6-16,0 0 4 16,0 3 1-16,2 4-3 15,0-1 1-15,3 1-1 0,0 1 1 16,3-1 0-16,2 0-2 16,0-1-1-16,0-1 5 15,4 0-3-15,4-2 1 16,0-1 3-16,3 1 1 15,1-1-2-15,1 1-2 0,1 1-1 16,-2-1 0-16,2 2 1 16,-4-2-1-16,0 2 0 15,-2 0 0-15,-1-1 0 16,-4 0 0-16,-3-1 0 16,0 1-1-16,0-1 0 15,-7 0 1-15,-3 1 0 0,-2-1 2 16,-1 0-1-16,-1-1-1 15,1 0 2-15,2 0-1 16,1-1 0-16,4-1-8 16,2 0-42-16,4-2-82 15</inkml:trace>
  <inkml:trace contextRef="#ctx0" brushRef="#br0" timeOffset="25799.61">19582 3907 250 0,'0'0'7'0,"0"0"-7"15,0 0-1-15,0 0 0 0,0 0-2 16,0 0 3-16,0 0 2 0,13 28 0 16,-13-18-1-16,0 1 1 15,0-2 0-15,0 2-5 16,0-2-29-16,0-4-52 15</inkml:trace>
  <inkml:trace contextRef="#ctx0" brushRef="#br0" timeOffset="25964.42">19617 3832 242 0,'0'0'7'15,"0"0"-3"-15,0 0-2 16,0 0-3-16,0 0-32 16,0 0-98-16</inkml:trace>
  <inkml:trace contextRef="#ctx0" brushRef="#br0" timeOffset="26882.16">19696 3752 211 0,'0'0'2'0,"0"0"-3"15,0 0 3-15,37-11-2 16,-26 11 0-16,-2 0 1 16,0 6-2-16,0 2 0 15,-2 3-1-15,1 3 2 0,-2 3 1 16,0 1-1-16,-4 3 1 16,-1 1 0-16,-1 1 0 15,0 0 1-15,0 2 0 16,-3-1 2-16,-2-2-2 15,1-1 0-15,0-1 2 16,-3-1-3-16,2-1 2 16,0-2-2-16,0-1-1 0,2 0 4 15,0-3-1-15,3-3-1 16,0 0 0-16,0-3-2 16,0-3 1-16,5-1-1 15,1-2 2-15,2 0 3 0,0 0-1 16,1-3 3-16,0-4-1 15,-1-3 0-15,0 0 0 16,-4-3-2-16,1-1-3 16,-3-1-1-16,-1-3-3 15,-1 1-8-15,0 0 1 16,-1 1 1-16,-4 1 5 0,0 3 4 16,-1 2 2-16,-1 1 2 15,1 2-3-15,-1 3 1 16,2 0-5-16,-1 2 3 15,2 0-1-15,1 1 3 0,1 0 1 16,2 0-1-16,0 1-14 16,0 0 4-16,5 0 7 15,5 0 1-15,0 0 2 16,2-2 0-16,4-1-1 16,1 1-1-16,0-1 0 15,1 0 0-15,0-1 1 0,-1-2-1 16,0 1 0-16,-3 0 0 15,-3 0 0-15,-1 1 1 16,-1 1 1-16,-5 0 3 16,0 1 3-16,-1 1-2 15,-2-1 0-15,-1 2-1 0,0 0 2 16,0 0-5-16,0 0-5 16,0 3-3-16,-2 2 5 15,-1 2 4-15,0 3-2 16,0-1-1-16,2 0 1 15,1-1 2-15,0-1-2 0,0 1 1 16,0-3-2-16,0 1 2 16,1-2-2-16,5-1 1 15,0-1 1-15,2-2-2 16,1 0-3-16,1 0-27 0,-3-5-55 16</inkml:trace>
  <inkml:trace contextRef="#ctx0" brushRef="#br0" timeOffset="27032.79">19968 3785 237 0,'0'0'4'0,"0"0"0"16,0 0 4-16,0 0-9 0,0 0-27 15,0 0-68-15,0 0 56 16</inkml:trace>
  <inkml:trace contextRef="#ctx0" brushRef="#br0" timeOffset="28825.34">15287 4102 76 0,'-3'-2'9'0,"1"1"13"16,-1-1-3-16,3 1 2 0,0 0-6 15,0 1 2-15,0 0-5 0,0 0-13 16,0 1-2-16,0 5 7 16,0 2-7-16,0 4 7 15,2 1-3-15,-1 3-1 16,1 1 2-16,0 0-2 15,-1 0-3-15,-1-3-21 16,0-1-4-16,0-5-10 0</inkml:trace>
  <inkml:trace contextRef="#ctx0" brushRef="#br0" timeOffset="29310.76">15277 4046 178 0,'0'0'2'0,"0"0"2"0,0 0-3 16,0 0 1-16,33-12 1 16,-22 12-2-16,1 0 0 15,1 0 0-15,0 2-1 16,-1 4 0-16,-1 1 2 15,0 3-2-15,-3 0 0 0,-2 2-2 16,-2 0-1-16,-2 1-8 16,-2-2-9-16,0 2 12 15,-6-3 2-15,-1-2 6 16,-4 0 0-16,0-1 2 16,-2-2-2-16,2 1 5 0,-1-4 1 15,1 0-1-15,3 0 3 16,2-2 4-16,2 0 4 15,1 0 4-15,3 0 5 16,0 0-5-16,0 0-8 16,0-2-10-16,4 2-1 0,5 0 1 15,0 0-1-15,3 0 0 16,0 0 0-16,3 4 0 16,-3 1-1-16,3 1 0 15,0 0 1-15,-1 0-1 16,2 0-3-16,-2-2-35 0,1-3-44 15,-2-1-81-15</inkml:trace>
  <inkml:trace contextRef="#ctx0" brushRef="#br0" timeOffset="29715.65">15579 4155 180 0,'0'0'-2'0,"0"0"-30"0,0 0 33 0,0 0 0 16,0 0 1-16,0 0 6 15,30 5 2-15,-22-5-1 16,2 0-4-16,-1-5-4 16,0 1 0-16,1-2 0 15,-3 1 0-15,0-3 0 0,-4 3 1 16,-1 0 4-16,-2 0 5 15,0 0 0-15,0 2-5 16,-5 1 0-16,-3 2-4 16,-2 0-2-16,0 0 1 15,-4 2 2-15,3 5 0 0,-1 1-1 16,2 3-1-16,2-1 0 16,1 1 0-16,5 0 1 15,0-1 0-15,2-1-2 16,0 0 1-16,4-1-1 15,6 0 1-15,4-3 1 16,3 0-4-16,4-3-35 0,0-2-36 16,2 0-26-16</inkml:trace>
  <inkml:trace contextRef="#ctx0" brushRef="#br0" timeOffset="30278.02">15896 4109 104 0,'0'0'18'15,"0"0"25"-15,0 0-2 16,0 0-23-16,0 0-11 16,0 0-11-16,0 0 9 0,-35-22-6 15,22 27 2-15,2 2 2 16,0 1-1-16,2 2-1 16,1 0 0-16,2 0 0 15,3 0 0-15,2-2 1 16,1 0-3-16,0-3 1 15,4 1-1-15,5-3 3 16,0-2 2-16,4-1-3 0,0 0 0 16,1-1-3-16,0-4-3 15,-1-2 0-15,-1-3 5 16,1 3 1-16,-3-3 0 16,-1 2-1-16,-1 1 1 15,-2 0 0-15,-2 2 2 0,-3 1 3 16,1 3-3-16,-2 0 3 15,0 1-1-15,0 0-10 16,0 0-3-16,0 5 9 16,-1 2-1-16,-1 3 1 15,1 1-1-15,0 3 1 0,-1 0-1 16,2 1 1-16,0 2-1 16,0-1 0-16,-2 1 0 15,2-1 0-15,-1-1 1 16,1 0-1-16,-2-2 0 0,0-1 0 15,-1 0 0-15,-2-3 0 16,0-1-4-16,-4-1 3 16,-1-2 1-16,-1 0 2 15,-3-4 0-15,1-1 5 16,-1 0-5-16,3 0-1 16,-1-4 0-16,4-6-12 0,0 0-42 15,4-5-143-15</inkml:trace>
  <inkml:trace contextRef="#ctx0" brushRef="#br0" timeOffset="30721.05">16044 4107 142 0,'0'0'4'0,"0"0"-4"0,0 0 0 0,0 0 2 0,30 6-1 15,-25 1 0-15,2 1 1 16,-1 2 1-16,-2 0-1 0,0 0 0 16,1 0 0-16,-4 0-2 15,0-2 4-15,0-1-4 16,-1 0 1-16,0-2 3 15,0-1-4-15,0-3 3 16,-2 0 2-16,-1-1 7 0,-1 0 3 16,0 0 2-16,1-3 0 15,0-3-2-15,1-1-2 16,1-2-2-16,1 0-1 16,0-3-4-16,0 2-2 15,0-2 1-15,3-1-3 16,3 2-1-16,1 1-1 0,-3 2-1 15,2 1 1-15,1 2 0 16,3 0-7-16,0 3-24 16,2 0-31-16,1 0-29 15</inkml:trace>
  <inkml:trace contextRef="#ctx0" brushRef="#br0" timeOffset="31068.88">16248 4150 136 0,'0'0'10'16,"0"0"9"-16,0 0 11 15,0 0-14-15,0 0-8 16,28 5-3-16,-24-5-2 16,2-2 1-16,-2-2 1 15,1-1 2-15,0-1 1 0,-4 0 0 16,1 1 1-16,-1-2-3 15,-1 2-2-15,0-1-1 16,0 1-1-16,-1 2-1 16,-2-1 7-16,-2 3-5 15,0 0-1-15,1 1-2 0,-1 0 1 16,0 4 0-16,0 2-1 16,2 3 2-16,1 0-4 15,0 0 2-15,2 2-1 16,0-1-2-16,4 0-8 15,0-1-15-15,4-1-10 16,3-2-51-16</inkml:trace>
  <inkml:trace contextRef="#ctx0" brushRef="#br0" timeOffset="31496.75">16513 4061 124 0,'0'0'41'16,"0"0"9"-16,0 0-16 16,0 0-18-16,0 0-13 15,0 0-4-15,0 0 0 0,-31-25 1 16,21 28 0-16,2 4 1 16,-1 1 0-16,2 1-1 15,3 0 0-15,1 1 1 16,1-1-1-16,2-1 0 15,0-1 0-15,1-1-1 0,4-1 0 16,2 1 2-16,1-2 0 16,1-1 1-16,0-1-1 15,0 1 1-15,0 0-1 16,-2-1-1-16,-2 2 0 16,1-1 0-16,-3 0 0 0,0 2 0 15,-3-2 0 1,0 2-1-16,0-2-2 0,-3 1 2 15,-6 0 0-15,-3 0 0 16,0-1 2-16,-2-1-1 16,1 0 3-16,1-1-4 0,2 0 2 15,2-1-9-15,5 0-24 16,1-1-51-16</inkml:trace>
  <inkml:trace contextRef="#ctx0" brushRef="#br0" timeOffset="32159.41">16705 4029 120 0,'0'0'41'0,"0"0"-37"0,0 0 19 0,0 0 2 16,0 0-6-16,0 0-14 15,0 0-3-15,0 0 1 16,0 0-9-16,-30-25 8 16,17 29 0-16,1 3-1 0,-2 2-1 15,2 0 0-15,1 1 0 16,0 1 0-16,3 0 1 16,2-3 0-16,3 1-1 15,1-4 0-15,2 2-1 0,0-4 1 16,6 1 1-16,3-1 0 15,1-2 4-15,0-1 0 16,3 1-2-16,0 0 1 16,-1-1-1-16,2 2-3 15,-4 1 0-15,0 0 1 16,-2 2-1-16,-2 2 0 0,-1-2-1 16,-2 3 1-16,-3 0-2 15,0 0-1-15,0 1 5 16,-5-3-4-16,-2-1 2 15,0 0-2-15,-4-1 3 16,1-1-1-16,0-2 3 0,0 0-5 16,2-1 7-16,2 0-5 15,2 0 1-15,2-1 1 16,2-5 1-16,0 0-7 16,2-3-1-16,7-1 0 15,2 0-4-15,0-1-1 0,4 1 8 16,-1 2 2-16,0 1 1 15,0 2 1-15,-2 3 3 16,-1 1 3-16,0 1-5 16,-2 0 0-16,0 0-1 15,-1 1-2-15,0 4 2 0,0 0-2 16,-2 1 0-16,-1 1 0 16,-2 0-2-16,-1-1-10 15,-2-2-22-15,0 0-75 16</inkml:trace>
  <inkml:trace contextRef="#ctx0" brushRef="#br0" timeOffset="32329.47">16866 4029 227 0,'0'0'26'0,"0"0"-11"0,0 0-1 0,0 0-7 0,0 0-7 15,0 0-19-15,0 0-35 16,0 0-34-16,0 0 27 16</inkml:trace>
  <inkml:trace contextRef="#ctx0" brushRef="#br0" timeOffset="33063.12">16968 4046 251 0,'0'0'2'15,"0"0"2"-15,0 0-4 16,0 0-1-16,0 0-3 16,-28-8 3-16,18 9 3 0,-2 3-1 15,4 2 0-15,-2 1-1 16,4 1 0-16,2 0 0 15,2-1 0-15,2 1 0 16,0 0-1-16,0-1 1 0,1 0-3 16,5-1 0-16,0-1 2 15,3-1 1-15,-2-3 0 16,3 1 0-16,-3-2-2 16,3 0 4-16,-2 0-5 15,1-3 2-15,-2-2 2 16,0-1-1-16,0 0 1 0,0-1 1 15,-3 1 2-15,2-3 2 16,-2 3 1-16,0-2-6 16,1 2-1-16,-1 0 1 15,2 0-2-15,-2 2 2 16,2 1-2-16,-1 0 1 16,2 1 0-16,1 2 1 0,-2 0 0 15,2 0-1-15,0 0 0 16,0 3 0-16,-1 2 1 15,0 2-1-15,1-1 0 16,-4 1 0-16,1 0 0 0,-2 0 0 16,-2 0-1-1,-1 0 1-15,0-3-5 0,0 0 1 16,0-1 1-16,-1-1 2 16,-5-2-1-16,3 0 5 15,0 0-1-15,2 0 2 0,-3-3 0 16,4-2 1-16,0-2-3 15,0-1 0-15,0 1 0 16,1-1-1-16,5 0-2 16,1 0 0-16,-2 2 1 15,4 0 1-15,0 2 2 16,1 2-1-16,0 0 0 0,0 2 0 16,2 0-2-16,-2 2 0 15,0 4 0-15,-2 2-1 16,0 2-7-16,0 0-21 15,-2-2-47-15,-2-1-93 16</inkml:trace>
  <inkml:trace contextRef="#ctx0" brushRef="#br0" timeOffset="36209.05">20217 3854 190 0,'1'-5'8'0,"1"2"12"0,-2 0 6 0,0 0-15 16,0-1-5-16,-2 3-5 15,-3 0 1-15,-2-2-4 16,0 3 4-16,-3 0-2 16,-4 0 2-16,1 3 0 15,-1 4-1-15,1 0 0 16,1 1 1-16,2 0 3 0,5 0-2 16,-1 2 1-16,3-3-2 15,3 2 0-15,0-1-2 16,3-2 0-16,8 1 0 15,4-2 2-15,4-2-4 16,2 0-24-16,2-3-34 0,2 0-40 16</inkml:trace>
  <inkml:trace contextRef="#ctx0" brushRef="#br0" timeOffset="36601.24">20413 3872 88 0,'0'0'8'0,"0"0"20"15,0 0 15-15,0 0-5 16,0 0-21-16,0 0-10 16,0 0-2-16,-27-22 0 15,12 22-1-15,1 1 2 0,0 5-3 16,-1 1-1-16,3 0 0 16,1 1-1-16,4 0 0 15,1-1 2-15,4-2-3 16,2 2 0-16,0-4-3 15,5 2 3-15,4-3-2 16,2-2 1-16,3 0-2 0,1 0 0 16,1-1-3-16,0-5 4 15,-1 1 2-15,-1-1 1 16,-3 1-1-16,-3 1 6 16,-1 0 3-16,-3 2 4 0,-1 1 1 15,-2 1-1-15,0 0-11 16,-1 0-3-16,1 0 0 15,2 0 1-15,0 3-4 16,-1 1-9-16,1 1-12 16,2-2 1-16,0-1-16 0,1 0-32 15</inkml:trace>
  <inkml:trace contextRef="#ctx0" brushRef="#br0" timeOffset="36892.21">20606 3695 232 0,'0'0'6'0,"0"0"9"0,0 0-4 0,0 0-11 0,0 0-2 16,0 0 1-16,0 0 1 15,0 27 0-15,0-12 1 16,0 1 1-16,-1 1-2 0,-1-2 0 16,1 0 0-16,0-2 0 15,-1 0 0-15,1-1-3 16,-2-1-18-16,1-1-10 16,0-3-20-16,-3-1-3 15</inkml:trace>
  <inkml:trace contextRef="#ctx0" brushRef="#br0" timeOffset="37181.1">20529 3829 162 0,'0'0'36'0,"0"0"-7"0,0 0-20 16,0 0-8-16,0 0 4 15,0 0 0-15,32-16-3 16,-17 16 0-16,1-1-1 15,0 1 1-15,0 0-1 16,0 0 1-16,-3 0-1 0,-1 1 0 16,0 3 1-16,-2 2-1 15,-2-1-1-15,-4 1 0 16,2 0 2-16,-4 0-2 16,0-1 0-16,-1 1 1 15,1-2-1-15,1 0 0 0,0-1-12 16,0-2-24-16,3-1-78 15</inkml:trace>
  <inkml:trace contextRef="#ctx0" brushRef="#br0" timeOffset="37328.65">20749 3714 250 0,'0'0'0'15,"0"0"-2"-15,0 0-1 0,0 0-46 16,0 0-71-16</inkml:trace>
  <inkml:trace contextRef="#ctx0" brushRef="#br0" timeOffset="37739.44">20849 3798 140 0,'0'0'87'0,"0"0"-87"16,0 0 1-16,0 0 0 16,0 0-1-16,0 0 0 15,-19 30 2-15,18-23-2 16,-2-1 0-16,3 1-2 15,0-2 2-15,3-1-1 16,2 0 1-16,5-2 1 0,2-2-2 16,3 0 7-16,-1 0-4 15,0 0 0-15,0-4 2 16,-2-1 8-16,-2-1 3 16,-1-1 7-16,-5 1-4 15,-1-1 3-15,-1 2-7 0,-2-3-7 16,0 3-7-16,-7 0-2 15,-2 0 0-15,-2 3-1 16,-2 1-1-16,-2 1-1 16,0 0-8-16,3 1-16 15,-1 5-19-15,4-2-35 0,4-1-71 16</inkml:trace>
  <inkml:trace contextRef="#ctx0" brushRef="#br0" timeOffset="38282.08">21027 3789 128 0,'0'0'97'16,"0"0"-95"-16,0 0-1 0,0 0 2 15,0 0-3-15,0 0 1 16,0 0 1-16,30 11-2 15,-30-5 1-15,2-2 0 16,-1 1-1-16,0 3 1 16,-1-4-1-16,0 1 1 0,0 1-1 15,0-3 0-15,0 1-3 16,0-1-4-16,0-2 2 16,0 0 0-16,-4-1 4 15,2 0 6-15,0 0-4 0,0 0 2 16,1-1 0-16,0-3 4 15,1 0-3-15,0-1-1 16,0 0-1-16,2 0-3 16,2-1 1-16,2 0 0 15,1 0-1-15,0 1-2 16,1-1 4-16,1 1 0 0,1 0-1 16,1 1 0-16,0 1 0 15,2 0 0-15,0 0 1 16,0 2-1-16,-1-2 0 15,-1 3 2-15,-1 0 3 16,-1 0 0-16,-2 0-1 0,-2 5-2 16,0 3 1-16,-1-1-3 15,0 3 1-15,-3 3 0 16,-1-1-1-16,0 1 1 16,0 3 0-16,-8-1-5 15,-2 2-19-15,-2-4-44 16</inkml:trace>
  <inkml:trace contextRef="#ctx0" brushRef="#br0" timeOffset="39613.06">16491 4419 26 0,'3'-1'1'0,"0"0"3"0,0-2 5 0,0 1-2 16,0-2 2-16,-1 3 2 16,0-2 5-16,-2 2-2 15,1-2 1-15,0 2-2 0,-1 0-4 16,0-1-2-16,0 2 6 15,0 0-1-15,0 0-5 16,0 0-7-16,0 0 0 16,1 0-2-16,0 4 2 0,1 2 0 15,-2 1 0-15,1-1 0 16,2 0-5-16,-2 0 4 16,2-3 1-16,-1 0 0 15,0 0 0-15,2-3 0 16,1 0 3-16,4 0 9 15,3-4 10-15,2-5-8 16,3-2-7-16,5-4-4 0,5-3-1 16,7-4-2-16,1-4-1 15,5-4-14-15,1-5-76 16</inkml:trace>
  <inkml:trace contextRef="#ctx0" brushRef="#br0" timeOffset="41756.83">21454 3779 31 0,'0'-5'16'0,"0"1"20"0,0 1-16 0,0 1-3 16,0-1 3-16,0 1 1 15,0 2 4-15,0 0-3 16,0-1-14-16,0 1-5 16,0 0-3-16,0 0 0 0,0 0 0 15,0 1 2-15,0 4-2 16,0-3 1-16,0 1-1 15,0-1 1-15,0-2-2 16,1 0 4-16,5 0 20 16,3-7-7-16,3-2-11 15,5-3-2-15,5-3-1 16,1-5-1-16,4-1-2 16,-2-4-63-16</inkml:trace>
  <inkml:trace contextRef="#ctx0" brushRef="#br0" timeOffset="42467.52">19060 4382 94 0,'0'0'5'0,"0"0"11"0,0 0 11 0,0 0-4 16,0 0-9-16,0 0-4 16,0 0 3-16,0 0 4 15,0 0 1-15,0 0-1 0,0 0-1 16,0 0-5-16,-2-1-7 16,2 1-6-16,0 0 0 15,0 4 3-15,0 2-2 16,0 2 2-16,0-1-3 15,3 1-10-15,0-1-16 16,1 0-8-16,0-2-10 0,2-4-8 16,-2-1-25-16</inkml:trace>
  <inkml:trace contextRef="#ctx0" brushRef="#br0" timeOffset="42602.24">19121 4384 35 0,'0'0'212'0,"0"0"-175"0,0 0-14 15,0 0-11-15,0 0-11 16,0 0-5-16,0 0-5 16,0 0-5-16,12 12-37 15,-8-7-97-15</inkml:trace>
  <inkml:trace contextRef="#ctx0" brushRef="#br0" timeOffset="43133.17">19483 4502 151 0,'0'0'11'0,"0"0"20"0,0 0-10 0,0 0-11 15,0 0-2-15,0 0-6 16,0 0-2-16,0 0-2 15,0 0 6-15,0 0 0 16,1 31-3-16,-1-15 0 16,1 1 0-16,-1-2-1 0,0 5-2 15,0-5-20-15,0 2-46 16,-2-4 39-16,-1-4-43 16</inkml:trace>
  <inkml:trace contextRef="#ctx0" brushRef="#br0" timeOffset="43537.1">19483 4517 190 0,'0'0'2'15,"0"0"-2"-15,0 0 0 16,40-9 3-16,-25 9-3 0,-2 0 0 16,1 0 0-16,1 0 0 15,-3 0 1-15,0 2-1 16,-2 3 2-16,-1 1 0 16,-2 1 4-16,0 1 0 15,-2 2-4-15,-3 0 0 0,-2 0-1 16,0 2 0-16,0-1 0 15,-4 1-2-15,-3-2 1 16,-4-2 4-16,-1 2 0 16,-2-3 1-16,0-1 2 15,0-1 0-15,1-1 0 0,1-1-3 16,2-1 1-16,0 0-2 16,5-1-3-16,0-1 0 15,2 0-17-15,3 0-57 16</inkml:trace>
  <inkml:trace contextRef="#ctx0" brushRef="#br0" timeOffset="43912.05">19716 4563 225 0,'0'0'23'0,"0"0"-20"15,0 0-2-15,0 0-1 16,0 0 0-16,-9 33 1 16,8-26-1-16,1-1 1 15,0 1-1-15,0-2-1 0,3-2 2 16,4-1-1-16,1 0 1 16,1-2-1-16,1 0 3 15,1 0-2-15,0-4 1 16,0-2-1-16,-1-1 1 0,0-2 1 15,-3 0 5-15,-1-1 2 16,-2-2 2-16,-1 2-5 16,-3 2 0-16,0-2-2 15,0 5-3-15,-6 0-4 16,-1 5-4-16,-1 0-9 16,-1 0-1-16,1 2-2 0,0 4-19 15,4 2-46-15</inkml:trace>
  <inkml:trace contextRef="#ctx0" brushRef="#br0" timeOffset="44217.3">19974 4526 210 0,'0'0'1'0,"0"0"2"0,0 0 7 15,0 0 16-15,0 0-12 16,6-28-8-16,-10 27-1 16,-2 1-2-16,-2 0-1 15,-2 5-2-15,0 3-1 0,0 2 2 16,0 3-1-16,2 0 0 16,4-1 0-16,3 1 2 15,1-3-1-15,0 0 0 16,5-3 0-16,4-1-2 15,4-3 3-15,4-2 1 16,2-1-2-16,1 0-1 0,2-1-37 16,-3-5-77-16</inkml:trace>
  <inkml:trace contextRef="#ctx0" brushRef="#br0" timeOffset="44486.37">20127 4391 209 0,'0'0'8'0,"0"0"-8"16,0 0 1-16,0 0 0 16,-7 36-1-16,7-21 2 15,0 1 0-15,0 1 1 16,0 0 0-16,0 1 0 15,3 0 0-15,1 0-1 16,-1-3-1-16,0-1 0 0,2-1-1 16,-3-2 0-16,3-2-14 15,-1-3-36-15,-1-4-43 16</inkml:trace>
  <inkml:trace contextRef="#ctx0" brushRef="#br0" timeOffset="45105.42">20086 4540 71 0,'0'0'73'16,"0"0"-70"-16,0 0 0 15,0 0 0-15,0 0 9 16,0 0-2-16,0 0 2 0,0 0-3 15,23 3 0 1,-11-3-4-16,1 0-1 0,2 0-1 16,2 0 2-16,0-3-3 15,1 0 0-15,0-1 0 16,-1-1-1-16,-1 2 1 16,-4-2-1-16,-1 0-1 0,-3 2 4 15,-1-1 2-15,-3 2 4 16,-2 0 5-16,-2 0 0 15,1 2-5-15,-1-2-5 16,0 2-3-16,0 0-2 16,0 0 6-16,-2 0-5 0,-2 2-1 15,-1 4 1-15,2 1-1 16,0 1 1-16,1 1-2 16,2-1 1-16,0 1 0 15,0-2-1-15,0-2 1 16,0 1-1-16,3-2-2 0,2-1 0 15,2-3 2-15,2 0 2 16,2 0-3-16,-1 0 3 16,1-3-2-16,-1-2 1 15,1-1-2-15,-2-1 4 16,-2-1-2-16,-2 0 1 16,-2-1 5-16,0 1-2 0,-3 1 4 15,0 0-4-15,0 1-2 16,-5 2-3-16,-3 1 1 15,-1 2-1-15,-3 1-6 16,1 0 5-16,0 0-10 16,0 7-3-16,2-1-5 0,2 1-29 15,2-2-38-15</inkml:trace>
  <inkml:trace contextRef="#ctx0" brushRef="#br0" timeOffset="45512.3">20425 4492 229 0,'0'0'5'0,"0"0"-4"0,0 0 1 0,0 0 0 0,32-5-1 15,-25 5-1-15,0 0 1 16,1 2-1-16,-1 4-1 15,-1 1 0-15,1 1 1 0,-2 2 1 16,0 0-1-16,-2 1 1 16,0-1 0-16,-1 0-2 15,0-2 0-15,-2-2-1 16,0 0-1-16,0-2-4 16,-3-1 4-16,-1-2 3 15,-1-1 3-15,0 0 0 16,-1 0 2-16,2-2 1 0,1-4 3 15,0-1-1-15,2-1-1 16,1 0 2-16,0-4-2 16,0 2-6-16,4-3-1 0,1 0-3 15,3 2 3-15,0-1-13 16,1 2-17-16,-2 0-50 16,0 2-42-16</inkml:trace>
  <inkml:trace contextRef="#ctx0" brushRef="#br0" timeOffset="45868.18">20599 4267 146 0,'0'0'7'0,"0"0"-6"0,0 0 5 16,0 0 1-16,8 28-4 0,-6-21-3 16,-2 0 1-16,1-1-2 15,-1-2-17-15,0-1-18 16,0-1-39-16</inkml:trace>
  <inkml:trace contextRef="#ctx0" brushRef="#br0" timeOffset="46032">20635 4259 165 0,'0'0'77'0,"0"0"-55"0,0 0-25 16,0 0 3-16,0 0 0 16,0 0 0-16,9 38-7 15,-9-24-48-15,-1-1-82 16</inkml:trace>
  <inkml:trace contextRef="#ctx0" brushRef="#br0" timeOffset="47298.7">19660 4819 63 0,'0'0'41'0,"-35"3"-39"16,19-3-1-16,-1 0 0 15,2 0 1-15,2 0 7 0,0 0 14 16,2 0 7-16,2 0-9 16,1 0-9-16,3 0-3 15,-1-1-2-15,3 1-1 16,0 0-4-16,1 0 0 15,1 0-2-15,1 0 0 16,0 4-2-16,2 1 2 0,4 1 2 16,3 0 1-16,5 2-3 15,3-1 5-15,4-1-2 16,6 0-2-16,1-1 0 16,4 1 4-16,3-2-2 0,2 0 0 15,3-1-1-15,5-2-1 16,-1-1 2-16,1 0-2 15,2 0 1-15,0-4-2 16,1-1 1-16,-2-1 1 16,3-3 1-16,0 1 1 0,0-1-1 15,0-2 1-15,-2-2 1 16,-1-1 0-16,-1-2-2 16,-4-2 0-16,-3-2-2 15,-1-1 0-15,-5-1 3 16,-1-1-1-16,-3 0 2 0,-2-1-1 15,-1 0-2-15,-5-1-1 16,-3 1 0-16,-2 0 0 16,-4 1 4-16,-4 0 4 15,-3 2 2-15,-3 1 0 16,-1 1 0-16,-1 0-4 16,-7-1-6-16,-3-1-2 0,-2 1-3 15,-5-1 5-15,-2 1 2 16,-1-2-1-16,0 3-2 15,-2-1 3-15,0 2-4 16,0 1 1-16,-1 2-2 16,-1 2 4-16,-2 0-2 0,-2 3 0 15,-1 1-3-15,-3 2 4 16,1 1 0-16,-1 3-2 16,-1 1 0-16,-2 1 2 15,-2 1-1-15,0 0 1 16,-3 0-1-16,1 1 0 15,-1 3 1-15,3 0-3 0,0 2 3 16,0 0-1-16,1 1 0 16,-2 1 0-16,0 1 0 15,-1 2 0-15,-2 2-1 16,-2 1 1-16,0 3 0 0,-1 0 0 16,2 3-1-16,-1 1 2 15,3-1-1-15,2 3-1 16,3-1 1-16,2 1-1 15,3-2 2-15,2 1-4 16,2 1 3-16,3-2-3 16,3 1 2-16,2 2 0 0,4-2 0 15,3 0 0-15,2 1 0 16,3-1 0-16,2 0-1 16,4-1 0-16,1 1-1 15,0-2 2-15,8 0 0 16,2-1-1-16,2 0 1 0,4-1 1 15,0 2 0-15,4-2 0 16,2 2 0-16,1-1 1 16,1-2-1-16,2 1 1 15,2-1-1-15,2-4-1 0,1-3-1 16,3-3 3-16,5-3 0 16,0-2-1-16,4-2-2 15,0 0-13-15,4 0-22 16,-4-6-20-16,0-4-145 15</inkml:trace>
  <inkml:trace contextRef="#ctx0" brushRef="#br0" timeOffset="48857.33">20887 4444 66 0,'-3'3'5'0,"1"-1"5"0,1 0 4 0,1-1 0 15,0-1 2-15,0 0 14 16,0 0 10-16,0 0-20 16,4 0-10-16,4 0-1 0,1-3-4 15,4 0-2-15,3-1-1 16,2 1 2-16,3 0 1 15,2-1-1-15,-1 1 1 16,0 1-3-16,0-1-1 16,-3 3-1-16,0 0 0 0,-2-1-12 15,-2-1-57-15</inkml:trace>
  <inkml:trace contextRef="#ctx0" brushRef="#br0" timeOffset="49440.97">21453 4162 198 0,'0'0'16'0,"0"0"15"0,0 0-8 16,0 0-2-16,0 0-3 0,0 0-6 15,0 0-8-15,0 0-5 16,0 0-4-16,0 0-27 15,0 0-25-15,35-15-51 16</inkml:trace>
  <inkml:trace contextRef="#ctx0" brushRef="#br0" timeOffset="49597.4">21675 4143 208 0,'0'0'4'0,"0"0"-4"16,0 0 1-16,0 0-4 16,0 0-39-16,0 0-39 15</inkml:trace>
  <inkml:trace contextRef="#ctx0" brushRef="#br0" timeOffset="49775.41">21873 4123 189 0,'0'0'25'0,"0"0"-7"16,0 0-11-16,0 0-6 16,0 0-1-16,33-12-39 15,-27 11-62-15</inkml:trace>
  <inkml:trace contextRef="#ctx0" brushRef="#br0" timeOffset="49932.09">22057 4110 103 0,'0'0'14'0,"0"0"-5"0,0 0-6 15,0 0 0-15,31-8-3 16,-26 8-10-16,0-1-16 15,-1 1-19-15</inkml:trace>
  <inkml:trace contextRef="#ctx0" brushRef="#br0" timeOffset="50103.03">22247 4087 56 0,'0'0'139'0,"0"0"-126"16,0 0-9-16,0 0-3 16,0 0-5-16,0 0-28 15,0 0-48-15</inkml:trace>
  <inkml:trace contextRef="#ctx0" brushRef="#br0" timeOffset="50644.08">22399 3843 110 0,'0'0'1'0,"0"0"-12"16,0 0 12-16,0 0-1 16,0 0 1-16,0 0 0 15,0 0 3-15,0 0 2 16,0 0 5-16,9 34 2 15,-7-24-5-15,1 0-5 16,2 2-1-16,-2 2-1 16,1 2 0-16,1 2 0 0,0 1 0 15,0 3 0-15,0 1 1 16,0 0-1-16,-1 2-1 16,-1-1 1-16,-3 0 0 15,1 1 0-15,-1 1 3 0,0 1 1 16,0 0 1-16,-4 1 2 15,0-1-5-15,1-1 0 16,-2-2 0-16,3-3 2 16,0-3-5-16,2-1 2 15,0-7-1-15,0 0 1 16,0-2 0-16,0-2-1 0,2-4 2 16,2-2-19-16,2 0-130 15</inkml:trace>
  <inkml:trace contextRef="#ctx0" brushRef="#br0" timeOffset="51597.35">22624 4016 139 0,'0'0'53'0,"0"0"-43"0,0 2-11 0,0-1 3 16,0 1 8-16,4 2 1 15,2 0-1-15,0 0-3 16,2 1-4-16,0-1 0 15,0 0-3-15,2 2 1 16,-1-2-2-16,0-1-8 0,1 0-13 16,-3-2-31-16,-1-1-28 15</inkml:trace>
  <inkml:trace contextRef="#ctx0" brushRef="#br0" timeOffset="51833.11">22750 4005 214 0,'0'0'0'0,"0"0"1"16,0 0-2-16,0 0 1 16,-14 35 0-16,8-23 1 15,1 1-1-15,-1-1 0 16,0 0 1-16,2-1-1 15,1 0 0-15,-1-2-2 0,4-2-14 16,-1-2-33-16,1-2-9 16</inkml:trace>
  <inkml:trace contextRef="#ctx0" brushRef="#br0" timeOffset="52210.54">22806 3995 205 0,'0'0'3'0,"0"0"-13"16,0 0 10-16,0 0 0 16,0 0-2-16,0 0 4 15,1 36-2-15,-1-27 1 16,-1 0 0-16,0 1 0 15,-1-3 0-15,1-1-1 0,1 0 1 16,0-1 1-16,0-1 1 16,0 0 1-16,3-2 1 15,2-1 2-15,-1 1 3 16,2-1 3-16,1-1-3 0,2 0-2 16,-1 0-2-16,0 0-3 15,-1 0-2-15,0 0 0 16,0 0-1-16,-2 0 1 15,-1-2-2-15,-1 1-6 16,-2 1-19-16,-1-2-15 16,0 1-27-16</inkml:trace>
  <inkml:trace contextRef="#ctx0" brushRef="#br0" timeOffset="52410.72">22812 4062 217 0,'0'0'14'16,"0"0"-3"-16,0 0 2 15,0 0-9-15,0 0 2 16,0 0-4-16,0 0-2 0,0 0 0 16,0 0-8-16,30-13-30 15,-22 11-33-15,-1 1-4 16</inkml:trace>
  <inkml:trace contextRef="#ctx0" brushRef="#br0" timeOffset="52530.58">22875 3993 104 0,'0'0'6'16,"0"0"9"-16,0 0 0 16,0 0-11-16,-3-30-7 15,6 25-4-15,4 3-37 0</inkml:trace>
  <inkml:trace contextRef="#ctx0" brushRef="#br0" timeOffset="52885.86">23016 3960 176 0,'0'0'1'0,"0"0"-1"15,0 0-2-15,0 0-2 0,0 0 1 16,0 0 2-16,-30-3 9 16,22 5-6-16,1 2 3 15,1 3-2-15,2 0-1 16,0 1 1-16,2 0-1 16,2 0 1-16,0-1 0 0,0 1-2 15,4 0 3-15,3-1 2 16,0 0-2-16,0-1-1 15,0-1 2-15,-2-1-3 16,-2-1-1-16,-2 0 1 16,-1 0-1-16,0 0 1 0,-3-2 1 15,-4 2 0-15,-5 0 1 16,0-2-5-16,-2 0-41 16,3-1-118-16</inkml:trace>
  <inkml:trace contextRef="#ctx0" brushRef="#br0" timeOffset="53250.45">23121 3863 107 0,'0'0'2'0,"0"0"3"0,0 0 9 0,-4 32-5 15,3-18-4-15,-1 0 0 16,0 2-2-16,1 1-2 0,0 0 1 15,-1 1-2-15,1-1 1 16,-1-1 0-16,1-1 1 16,-1-3-2-16,1 0 0 15,1-4-2-15,0-2-8 16,0-1-14-16,0-3-45 0</inkml:trace>
  <inkml:trace contextRef="#ctx0" brushRef="#br0" timeOffset="53758.8">23197 4001 107 0,'0'0'3'0,"0"0"-1"16,0 0 1-16,0 0-1 15,0 0 1-15,0 0 1 16,0 0-3-16,20 31 0 0,-20-27 1 15,0-1-1-15,0 0 0 16,-1-1 1-16,-3-2 2 16,-1 0 1-16,1 0 1 15,0 0-2-15,3-4 3 16,-1-1-2-16,2-1-1 0,0 1-3 16,0-3-1-16,3 2 3 15,3-1-9-15,1 2-2 16,0 2 3-16,0 1 3 15,1 1 2-15,-2 1 1 16,0 0 0-16,0 0 4 0,0 3-3 16,1 1 1-16,0 1 0 15,-1-1 0-15,1 1-1 16,0-2-1-16,-2 1 2 16,0-3 6-16,1-1 14 15,-2 0 12-15,0 0-6 16,0 0-2-16,-1-6-4 0,0-1-6 15,-1 2-5-15,-1-2-4 16,0-1-1-16,1 1-4 16,-2 0-1-16,0 1-4 15,1 1-4-15,-1 2-10 16,1 1-14-16,1 1-37 0,1 1-75 16</inkml:trace>
  <inkml:trace contextRef="#ctx0" brushRef="#br0" timeOffset="54054.44">23419 3963 221 0,'0'0'11'0,"0"0"-19"0,0 0 7 0,0 0 1 0,0 0-1 15,0 0 2-15,0 28-1 16,0-23 1-16,3-1-2 15,1-1 2-15,1-1 2 16,0-1 8-16,2-1 0 16,0 0-3-16,-1 0 0 15,-1 0 3-15,2-3 7 0,-4-2 8 16,-1-1-2-16,-1-1-5 16,-1 0-3-16,0 0-12 15,0-1-7-15,-6 2-2 16,-8 1-22-16,-3-2-37 15,-5 2-101-15</inkml:trace>
  <inkml:trace contextRef="#ctx0" brushRef="#br0" timeOffset="59018.78">21554 4789 31 0,'3'0'2'0,"-2"0"3"0,2 0 4 0,-2 0 1 0,0-1 2 16,0-2 0-16,0 1-5 16,0-2 2-16,1 1 3 15,1-1-1-15,-1-1-3 16,0 1 0-16,1-1-5 16,1 1-2-16,-2 1-1 15,-1-2 1-15,0 3 2 0,-1-1 10 16,0 1 4-16,0 1 4 15,0-1-6-15,0 2-6 16,0-1 0-16,0 1-5 16,0 0-1-16,0 0-2 15,0 0-2-15,0 0-3 0,1 3 4 16,1 7-4-16,2 2 3 16,0 4 3-16,2 5-2 15,0 5 1-15,2 4 1 16,1 2-2-16,0 4 0 15,-2 2 0-15,0 3 1 16,-1 1-1-16,0 4 2 0,-1 2-2 16,-2 0 1-16,1 1-1 15,-1-1 0-15,-1-1 1 16,-2-4-1-16,2-2 0 16,-1-5 0-16,0-3 1 15,0-5 3-15,1-1 3 0,-1-4-2 16,1 0-3-16,-1-2 1 15,2-2 0-15,0-3 0 16,-2-1-2-16,2-1 0 16,-1-3-1-16,-1-3 1 15,1-1 0-15,0 1 0 0,-1-3-1 16,-1 1-2-16,0-2-14 16,0 1-25-16,0-2-84 15</inkml:trace>
  <inkml:trace contextRef="#ctx0" brushRef="#br0" timeOffset="59346.88">21593 5709 123 0,'0'0'0'0,"0"0"6"0,0 0 15 0,0 0-14 0,0 0-2 0,0 0 10 16,0 0 9-16,0 0-10 16,0 0-4-16,35 0-6 15,-24 2-2-15,-1-1-2 16,0 3 0-16,-1-1 1 15,1 1-1-15,1 0 0 0,1 0 0 16,-1 1 0-16,1-2-5 16,-1-2-44-16,-1-1-54 15</inkml:trace>
  <inkml:trace contextRef="#ctx0" brushRef="#br0" timeOffset="59495.93">21751 5677 274 0,'0'0'4'0,"0"0"-2"16,0 0-4-16,0 0 2 15,-28 30-1-15,22-16-24 16,-2 2-51-16</inkml:trace>
  <inkml:trace contextRef="#ctx0" brushRef="#br0" timeOffset="60171.95">21369 6221 108 0,'0'0'19'0,"0"0"-12"0,0 0 8 16,0 0 7-16,0 0-13 15,0 0-1-15,0 0-5 16,0 0 4-16,0 0 1 16,-7 35 0-16,6-24-4 15,1 4 0-15,0 0-3 0,0 0 0 16,3 1 1-16,1-1-2 16,0-1 1-16,1-1-1 15,-4-2-5-15,3-1-19 16,-2-4-20-16,-1-2-21 15</inkml:trace>
  <inkml:trace contextRef="#ctx0" brushRef="#br0" timeOffset="60856.28">21340 6258 148 0,'0'0'1'0,"0"0"0"15,0 0 3-15,0 0 3 16,38-17-2-16,-28 12 1 16,1 0 6-16,1 1 3 15,1 1-9-15,0 0 0 0,0 3 0 16,-2 0-1-16,0 0-2 15,-1 0-3-15,-2 5 0 16,-2 3 0-16,-3 2 1 16,-1 0-1-16,-2 0-1 15,0 3 0-15,-5-2 2 16,-2 0-1-16,-2-1 1 16,0-3 0-16,1-1 0 0,-1 0-1 15,2-2 1-15,0-1 1 16,3-3-2-16,1 2 0 15,0-2 1-15,3 0-1 16,0 0-3-16,0 0-4 16,3 0 8-16,4 0-1 0,2-2 1 15,-1-3 0-15,3 4-1 16,0-1 1-16,-1 0 0 16,2 2 0-16,-1 0-1 15,0 0 0-15,-2 0 0 16,0 4 0-16,-2 2 0 0,0-1 1 15,-1 2-1-15,-4-1 0 16,-1 1 0-16,-1 0 0 16,0-1 2-16,0 2-1 15,-3-1 1-15,-5 0 1 0,-1-1 0 16,0 1 0-16,-2-1-1 16,0-2 1-1,0-1-1-15,-1 0 1 0,1-3 3 16,1 0 0-16,1 0-4 15,0 0 0-15,3 0-2 16,1-1 0-16,1-2-1 0,1-1-9 16,3-2-32-16,0 0-42 15,0-1-48-15</inkml:trace>
  <inkml:trace contextRef="#ctx0" brushRef="#br0" timeOffset="61126.37">21664 6299 239 0,'0'0'2'0,"0"0"4"0,0 0-6 0,0 0-3 15,0 0 4-15,0 30 3 16,0-20-4-16,0 1 1 0,0-1-1 16,0 1 0-16,1-1 1 15,1-3-1-15,2 0-14 16,0-3-40-16,-1-4-42 16</inkml:trace>
  <inkml:trace contextRef="#ctx0" brushRef="#br0" timeOffset="61304.52">21646 6154 275 0,'0'0'3'15,"0"0"-3"-15,0 0-11 16,0 0-15-16,0 0-12 15,0 0-48-15</inkml:trace>
  <inkml:trace contextRef="#ctx0" brushRef="#br0" timeOffset="61803.19">21789 6279 236 0,'0'0'-4'16,"0"0"10"-16,0 0-7 0,0 0 1 15,0 0 1-15,0 0 0 16,0 0 1-16,0 0-1 16,5 24 0-16,-4-18-1 15,1 0 1-15,0-1-1 16,0 1-1-16,-1 0 1 0,1-2 1 15,-1 0-1-15,-1-1 0 16,1-1 0-16,-1-1 0 16,0-1 1-16,0 0 2 15,3 0 10-15,-2-3-5 16,2-5-8-16,0 0 1 16,1-2-2-16,2 0 0 0,-1-2 0 15,2 2-2-15,1 2 1 16,0 0 2-16,-1 0 0 15,2 3 0-15,-1 1 2 16,1 3 0-16,-1-1 1 16,1 2-3-16,0 0 0 0,-2 2 1 15,-1 4-2-15,1 1 2 16,-3 3-1-16,3-2 0 16,-6 2 1-16,3 0-2 15,-1 0-2-15,-1-2-14 0,1 0-16 16,1-1-44-16,0-5-35 15</inkml:trace>
  <inkml:trace contextRef="#ctx0" brushRef="#br0" timeOffset="62273.22">22123 6238 71 0,'0'0'23'0,"0"0"4"0,0 0 31 0,0 0-12 0,0 0-22 0,0 0-14 16,-18-27-5-16,11 27-3 15,-2 0-2-15,0 0 0 16,-1 2-2-16,-1 4 4 16,2 1-1-16,2 3-1 15,1-1 1-15,2 0 1 0,4 1-1 16,0 1 0-16,0-4-1 15,3 0 2-15,1-1-4 16,3-2 1-16,1-2 0 16,1-1 0-16,0-1 0 15,-1 0 1-15,1-4 0 16,0-2 0-16,-2-1 1 0,-1-1-2 16,0 0 2-16,-3 0 0 15,-1 1-1-15,0 2 2 16,-1 1 5-16,-1 2 6 15,0 0 3-15,0 2-5 0,0 0-10 16,0 0-3-16,4 3 0 16,-4 4 3-16,3-1 0 15,1 3-2-15,1 0 2 16,0-2-3-16,1 1-9 16,1-1-15-16,-2-2-12 15,2 0-61-15</inkml:trace>
  <inkml:trace contextRef="#ctx0" brushRef="#br0" timeOffset="62649.82">22226 6203 215 0,'0'0'9'0,"0"0"-1"0,0 0-4 0,0 0-1 0,0 0-2 15,0 0 0-15,34-7 0 16,-28 14 1-16,-1 0 3 16,2 0-3-16,-3 1 0 15,0 1-1-15,-1-2 0 16,0-1 0-16,-1-2 0 16,-2-1-1-16,0 0 1 0,0-2-1 15,0-1 1-15,0 0 14 16,-2 0-3-16,-1-2 1 15,2-3 4-15,-1-2-7 16,2-1 0-16,0-1-5 16,0 1-4-16,2-1-1 15,4 0 0-15,2 1-3 16,1-2-10-16,4 3-6 0,0 0-13 16,2 1-12-16,1 0-34 15,-4 1-24-15</inkml:trace>
  <inkml:trace contextRef="#ctx0" brushRef="#br0" timeOffset="63097.69">22422 6145 113 0,'0'0'44'15,"0"0"-29"-15,0 0-4 16,0 0 6-16,0 0-5 0,0 0-2 16,0 0-4-16,0 31-2 15,1-26 1-15,4 0-3 16,-1-2 0-16,2 1 0 15,-2-4-1-15,4 1-1 16,-3-1 3-16,3 0 1 0,0-1 0 16,1-4-1-16,-2-1-2 15,1-1 1-15,-1-2-2 16,1 1 1-16,-3 0-1 16,-1 3 0-16,0 0 0 15,-3 1 2-15,0 3-2 16,0 1 0-16,-1 0-2 0,0 3-1 15,0 4 3-15,0 5 0 16,0 3 0-16,0 1 2 16,1 4-2-16,-1 0 0 15,2 1 1-15,-1-1-1 16,1-2 0-16,-1 0 0 0,0-3-1 16,0-3 1-16,-1-2 0 15,0-2 1-15,0-2-1 16,-6-2 3-16,-1-1 2 15,-3 0-3-15,0-2 1 16,-2-1-3-16,-2 0-8 0,1 0-28 16,0 0-59-16</inkml:trace>
  <inkml:trace contextRef="#ctx0" brushRef="#br0" timeOffset="63580.39">22460 6662 138 0,'0'0'2'0,"0"0"7"0,0 0 12 0,0 0-5 15,0 0-2-15,-2-28-3 16,-3 25 4-16,-3 1-2 15,1 2-7-15,-2 0-2 16,-1 0-5-16,0 3 2 16,0 6 1-16,1 2 3 0,-1 2 3 15,4 2-5-15,2 0 1 16,3 2 0-16,1 1 1 16,2 0 1-16,5-3-3 15,5 2-1-15,2-3 0 16,2-2-6-16,4-1 5 15,2-5 0-15,1-2 1 0,1-2-14 16,0-2-32-16,-3 0-68 16</inkml:trace>
  <inkml:trace contextRef="#ctx0" brushRef="#br0" timeOffset="63888.12">22657 6500 183 0,'0'0'15'15,"0"0"-11"-15,0 0 3 16,-28-5 1-16,23 10-3 16,-2 5-2-16,2 1 4 15,1 4 5-15,0 2 0 0,2 1-4 16,1 2-2-16,1 0 3 15,0 1-6-15,3-1-2 16,2 0-1-16,2 1 1 16,2-2 1-16,0 1 0 15,4-1-1-15,-2-2-4 16,1-1-9-16,-1-2-20 0,0-3-31 16,2-4-66-16</inkml:trace>
  <inkml:trace contextRef="#ctx0" brushRef="#br0" timeOffset="64288.45">22803 6713 147 0,'0'0'4'16,"0"0"20"-16,0 0 4 16,0 0-14-16,0 0-2 0,-18-26-2 15,13 26-5-15,-4 0-2 16,2 5-2-16,-1 3 1 15,1 2 0-15,1 0 0 16,3 1-1-16,1-1 1 16,2 0 0-16,0 0 0 15,2-2-2-15,4-1 0 0,3-3-5 16,1-3-6-16,1-1 4 16,0 0 5-16,1-3 1 15,-1-5 2-15,-2-1 0 16,-1 2 0-16,-1-2 3 15,-3 2 9-15,0 1 10 0,-3 2 2 16,0 1-7-16,-1 1-9 16,0 0-6-16,0 2-2 15,0 0-1-15,0 0-3 16,0 0-17-16,0 2 4 16,2 3 1-16,-1 2-9 15,2-1-10-15,1 1-30 0,2-3-6 16</inkml:trace>
  <inkml:trace contextRef="#ctx0" brushRef="#br0" timeOffset="64671.14">22988 6644 100 0,'0'0'20'0,"0"0"44"0,0 0-25 16,0 0-20-16,0 0-12 0,-31-18-2 15,22 18-2-15,1 0 4 16,0 3-6-16,2 4 1 16,1 1-2-16,3 0 0 15,1-1 1-15,1 1-1 16,0 0 1-16,5-2-1 16,2 0 0-16,1-1-1 0,1 0 3 15,1 0 2-15,0 0-3 16,-1-2 0-16,-2 2-1 15,-2 0 0-15,-1-2 0 16,-1-1 1-16,-3 1-1 16,0 0 1-16,-1 1-1 0,-5-1 4 15,-2 0-1-15,-1 0-4 16,2-2 2-16,-1 0-1 16,2-1-1-16,3 0-8 15,2 0-12-15,1-1-55 16,1-4-91-16</inkml:trace>
  <inkml:trace contextRef="#ctx0" brushRef="#br0" timeOffset="65069.61">23110 6602 113 0,'0'0'9'15,"0"0"19"-15,0 0 4 16,6-28-10-16,-6 25-5 15,-2 0-4-15,-3 3-6 0,-2 0-7 16,0 0 3-16,0 0-3 16,1 6 3-1,1 0-2-15,0 1 0 0,4 1 0 16,1 0-1-16,0 0 0 16,2 0 0-16,4-1 1 15,3 0-2-15,0-1 2 0,1 1 0 16,0-1 1-16,0 1-1 15,0-1 0-15,1 0 0 16,-2 0-1-16,-2 1 0 16,-2-2 0-16,-1-1 0 15,-2 0 0-15,-1-1 1 16,-1-2 5-16,0 1 4 0,-2-2 6 16,-4 1-7-16,-1-1 0 15,-1 0-8-15,0 0 1 16,0 0-2-16,1 0-9 15,3 0-22-15,2-4-14 0,2-2-55 16</inkml:trace>
  <inkml:trace contextRef="#ctx0" brushRef="#br0" timeOffset="65276.9">23255 6614 199 0,'0'0'13'0,"0"0"-4"0,0 0 13 16,0 0-6-16,0 0-8 15,0 0-5-15,26 36 1 0,-22-29-3 16,0 3 0-16,2-3-3 16,-3-1-16-16,0-2-23 15,-1-4-61-15</inkml:trace>
  <inkml:trace contextRef="#ctx0" brushRef="#br0" timeOffset="65431.83">23319 6496 243 0,'0'0'52'15,"0"0"-49"-15,0 0-8 16,0 0-26-16,0 0-16 15,0 0-73-15</inkml:trace>
  <inkml:trace contextRef="#ctx0" brushRef="#br0" timeOffset="66178.72">23426 6433 134 0,'0'0'1'15,"0"0"-1"-15,0 0 3 16,0 0-1-16,31-4 2 16,-24 13 1-16,-3 2 9 0,-1 6 13 15,0 4-2-15,-1 2-9 16,0 5-10-16,-2 2-3 15,0 0-2-15,0-1 0 16,-3-2 0-16,-1-1-1 16,0-3 4-16,0-3 0 0,0-2 3 15,1-3 1-15,1-2-3 16,1-3 0-16,1-3-2 16,0-1 0-16,0-2 0 15,0-3-3-15,1 0 1 0,3-1 6 16,1 0 1-16,0 0-2 15,0-2-2-15,0-2 0 16,0-1-2-16,-2-1 0 16,-1-1 1-16,1-1 5 15,-2-2-7-15,0 0 0 0,-1-1-1 16,0-2 0-16,0 0-1 16,-4-1-6-16,-2 1-10 15,-1 1-1-15,-1-1 7 16,1 3 8-16,0 1 3 15,2 0 0-15,1 2 1 16,2 1 0-16,0 1-2 16,2 0 1-16,0 2 0 0,0-1-4 15,1-1 4-15,4 2-1 16,2-2 0-16,3 0 1 16,-1 2 0-16,2-2-1 15,0 2 2-15,1-1-1 0,0 0 0 16,-1 3 0-16,-1-2 0 15,-3 3 0-15,0 0 0 16,-3 0-1-16,-1 0 1 16,-2 0 0-16,-1 3-3 15,0 2 4-15,0 0 1 0,0 2 1 16,0 0 0-16,0-1-3 16,1 1 2-16,1-2-1 15,1 1 0-15,1-2-1 16,2-1-5-16,-1-2-21 0,0-1-69 15</inkml:trace>
  <inkml:trace contextRef="#ctx0" brushRef="#br0" timeOffset="66329.88">23588 6467 232 0,'0'0'-9'0,"0"0"-3"0,0 0-19 0,0 0-27 0,0 0-31 16</inkml:trace>
  <inkml:trace contextRef="#ctx0" brushRef="#br0" timeOffset="66620.7">23709 6500 182 0,'0'0'10'0,"0"0"12"16,0 0-8-16,0 0-4 15,-32 19-3-15,25-8-1 16,1 1 0-16,1 2-4 15,3-2 3-15,2 1-4 16,0 0 0-16,0-4-2 16,4 1 1-16,3-2 3 0,4-1-2 15,1-3-4-15,2-2-27 16,0-2-60-16</inkml:trace>
  <inkml:trace contextRef="#ctx0" brushRef="#br0" timeOffset="67076.34">23821 6482 21 0,'0'0'126'16,"0"0"-119"-16,0 0 18 16,0 0-6-16,0 0-8 15,33-13-1-15,-26 13 0 16,0 1 3-16,1 7-3 15,-1 1-7-15,-2 4 1 0,1 0 1 16,-3 3-3-16,-1-1 0 16,-1 1-1-16,-1-4 0 15,0-1 0-15,0-1-1 16,0-4 0-16,-3-2 0 16,-2 0-1-16,-2-2 1 15,0-2 5-15,2 0-1 0,-2 0-2 16,2-5 1-16,1 0 1 15,2-1-3-15,2-2-2 16,0 1 3-16,0 1-2 16,2 0 0-16,4 2 1 0,-1 0 0 15,2 4 2-15,1 0-1 16,0 0-2-16,1 0 0 16,-1 0 0-16,-1 3 0 15,0 1 1-15,0-1-1 16,-1 2-1-16,-1-2-2 15,1-1-13-15,-2 1-20 0,1-3-22 16,-1 0-27-16</inkml:trace>
  <inkml:trace contextRef="#ctx0" brushRef="#br0" timeOffset="67316.99">24020 6404 201 0,'0'0'18'0,"0"0"-10"0,0 0-7 0,0 0 18 0,0 0-2 0,0 38-6 16,0-21-4-16,0 0-3 16,0 1 0-16,0-2-3 15,0 1-1-15,1-2 0 16,1-1-2-16,-2-4-9 0,1 0-3 15,-1-3-29-15,0-3-45 16</inkml:trace>
  <inkml:trace contextRef="#ctx0" brushRef="#br0" timeOffset="67568.8">23995 6497 235 0,'0'0'5'0,"0"0"6"16,0 0-6-16,33-15 6 16,-21 14-6-16,-2 1 0 0,-1 0 0 15,-1 3 1-15,-1 5-1 16,2 0 1-16,-3 2-2 16,0 1-2-16,1 1-1 15,-4-2 1-15,0 0-3 0,0-2-8 16,-2-1-13-16,-1-2-12 15,1-3-23-15,-1-2-33 16</inkml:trace>
  <inkml:trace contextRef="#ctx0" brushRef="#br0" timeOffset="67684.53">24126 6479 46 0,'0'0'2'16,"0"0"24"-16,0-34 14 15,0 30-10-15,0 1-16 16,0 3-12-16,0 0-22 15,0 0-56-15</inkml:trace>
  <inkml:trace contextRef="#ctx0" brushRef="#br0" timeOffset="68142.25">24217 6475 276 0,'0'0'8'0,"0"0"5"16,0 0-12-16,0 0-4 16,0 0 6-16,0 0-3 0,0 0 1 15,0 0-1 1,-29 25 0-16,26-15 2 0,1 0-2 16,2-2 0-16,0 1-3 15,0-1-6-15,0-2 0 16,2 1-1-16,1-4-2 15,2-1-3-15,-1-1 8 0,0-1 2 16,1 0 2-16,0-2-7 16,0-4 8-16,-2 0 0 15,1-2 3-15,-1 1 1 16,0 0 10-16,1-1-1 16,0 3 1-16,2 0-5 0,1 0-1 15,0 2-3-15,-2 1-2 16,2-1-1-16,-1 3 0 15,-2 0 0-15,2 0 0 16,-2 0 0-16,1 3 2 16,-1 1-1-16,0 2 1 0,-1-1-1 15,-1 3 0-15,-2 2-1 16,0 0 0-16,-9 0-10 16,-7 0-29-16,-3-2-105 15</inkml:trace>
  <inkml:trace contextRef="#ctx0" brushRef="#br0" timeOffset="72506.67">22604 7105 112 0,'-2'1'21'0,"2"1"-17"0,0 1-5 15,0 1 3-15,0 2 8 16,0 2 2-16,0 1-2 0,0 0 4 15,0 2 0-15,0 1-4 16,0-1-7-16,0 0-1 16,2 1 0-16,-1-1-1 15,0-1-1-15,-1-1-8 0,0-3-22 16,0-1-9-16,0-3-16 16</inkml:trace>
  <inkml:trace contextRef="#ctx0" brushRef="#br0" timeOffset="72848.13">22610 7089 160 0,'0'0'5'16,"0"0"13"-16,33-11 1 15,-20 11-5-15,-1 0-8 0,-1 0-4 16,1 8 0-16,-1 2-2 15,-1 0 1-15,-2 4-1 16,1 0 2-16,-4 0-2 16,0 1 0-16,-2-2 0 15,-3-1-1-15,0-1 1 0,0-1 1 16,-2-2 1-16,-5 0-2 16,-1-3 7-16,-3 1 4 15,-1-2-6-15,-2-1-2 16,-1-1-1-16,0 0 0 15,3 0-2-15,0-1 1 0,2 1-1 16,1-1-6-16,3 0-15 16,1-1-43-16,2 0-32 15</inkml:trace>
  <inkml:trace contextRef="#ctx0" brushRef="#br0" timeOffset="73097.14">22805 7144 123 0,'0'0'67'16,"0"0"-28"-16,0 0-15 16,0 0-18-16,0 0-4 15,0 0 2-15,0 0-1 16,0 0 0-16,2 34-2 15,-2-25-1-15,0 0 0 0,0 0 0 16,0-2-4-16,0 0-19 16,0-4-46-16,0-3-41 15</inkml:trace>
  <inkml:trace contextRef="#ctx0" brushRef="#br0" timeOffset="73267.59">22814 7040 227 0,'0'0'11'0,"0"0"17"0,0 0-5 16,-10-26-13-16,8 26-7 15,2 0-8-15,0 3-21 16,0 6 3-16,0 2-19 16,0 2-25-16,0 2-11 15</inkml:trace>
  <inkml:trace contextRef="#ctx0" brushRef="#br0" timeOffset="73664.28">22947 7125 122 0,'0'0'31'0,"0"0"-2"16,0 0-2-16,0 0-10 15,19-29-8-15,-19 26-5 16,0 2 2-16,-1 0 1 15,-4 1-7-15,-4 0 7 16,2 0-10-16,0 5 3 0,0 0 3 16,1 2-3-16,1 2 3 15,2 0-3-15,2 1 0 16,1 0 2-16,0-1-2 16,1 0-3-16,5-2 4 15,0 0-2-15,0-1 4 0,0-1-3 16,0-1 2-16,-1-1-1 15,-1 0 0-15,-1 0-1 16,-3-1 0-16,0 0 1 16,0 1-3-16,-3-2 2 15,-5 1 3-15,-1 1-1 16,0-1-2-16,-1 0 2 0,2 1-2 16,2-1 0-16,3-1-9 15,2-1-45-15,1 0-83 16</inkml:trace>
  <inkml:trace contextRef="#ctx0" brushRef="#br0" timeOffset="73865.03">23253 7113 269 0,'0'0'2'0,"0"0"1"0,0 0-3 16,0 0 1-16,28-7-1 15,-17 7-10-15,-1-2-43 0,-1 1-72 16</inkml:trace>
  <inkml:trace contextRef="#ctx0" brushRef="#br0" timeOffset="74019.09">23277 7171 165 0,'0'0'96'15,"0"0"-95"-15,0 0-11 16,0 0 12-16,0 0 1 16,0 0-21-16,36 3-86 0</inkml:trace>
  <inkml:trace contextRef="#ctx0" brushRef="#br0" timeOffset="74242.78">23463 7047 303 0,'0'0'-1'16,"0"0"-4"-16,0 0 5 15,0 0 0-15,0 0 0 0,0 0 1 16,33 33-2-16,-26-28-11 16,1 0-16-16,-1-2-24 15,0 0-13-15,1-3 24 16,-1 0-39-16</inkml:trace>
  <inkml:trace contextRef="#ctx0" brushRef="#br0" timeOffset="74457.39">23571 7075 31 0,'0'0'29'16,"0"0"8"-16,0 0-10 15,14-33 2-15,-13 28 16 16,0-1-6-16,-1 4-10 16,0 1-1-16,0 1-9 0,0 0-14 15,0 0-8-15,0 7-3 16,-1 3 1-16,-4 2 9 16,1 1-1-16,1 2-1 15,-3-1 1-15,2 0-2 16,0 2 0-16,1-2 1 0,0-2-2 15,3 0-25-15,0-3-31 16,0-4-35-16,0-4-57 16</inkml:trace>
  <inkml:trace contextRef="#ctx0" brushRef="#br0" timeOffset="74762.47">23733 7021 250 0,'0'0'44'16,"0"0"-46"-16,0 0 0 15,0 0 0-15,1 29-3 16,-1-17 3-16,-2-2 1 16,-1-2 3-16,0 2-1 15,1-2-1-15,2 0 1 0,0-3-1 16,0 0 1-16,0-1-1 15,0-1 3-15,5 1-2 16,0-2 0-16,4 0 2 16,0-2-2-16,2 0 0 15,2 0 1-15,2 0-2 0,-3 0-3 16,2-1-15-16,-1-2-15 16,-3-1-47-16</inkml:trace>
  <inkml:trace contextRef="#ctx0" brushRef="#br0" timeOffset="74926.25">23779 7085 236 0,'0'0'4'0,"0"0"-3"0,0 0-4 15,0 0 5-15,0 0-17 16,0 0-27-16,32-5-18 15</inkml:trace>
  <inkml:trace contextRef="#ctx0" brushRef="#br0" timeOffset="75072.62">23812 7021 167 0,'0'0'18'0,"0"0"23"16,0 0-17-16,0 0-21 15,0 0-25-15,7-29-23 0,2 25-46 16</inkml:trace>
  <inkml:trace contextRef="#ctx0" brushRef="#br0" timeOffset="75394.22">23952 6981 206 0,'0'0'4'15,"0"0"2"-15,0 0 3 16,0 0-3-16,0 0-5 16,0 0-7-16,0 0-3 0,-22-10 8 15,17 10 2-15,-1 0 1 16,3 5-2-16,2 0 2 16,1 1-5-16,0 1 3 15,1 1 1-15,2 1 2 16,4 0-1-16,-1 0 0 0,1 1 0 15,0-1 1-15,-3 1-3 16,0-1 0-16,-3 0 0 16,-1 0 1-16,0-1-2 15,-5 2 4-15,-3-2 0 16,-4 1-1-16,-2 2-2 16,-6-1-4-16,-2 0-77 15</inkml:trace>
  <inkml:trace contextRef="#ctx0" brushRef="#br0" timeOffset="75686.41">23419 7354 214 0,'0'0'10'0,"0"0"2"0,0 0-1 0,0 0-6 0,0 0-4 15,28 0-1-15,-18 0-4 16,2 0-19-16,-3-2-29 15,-1 1-27-15</inkml:trace>
  <inkml:trace contextRef="#ctx0" brushRef="#br0" timeOffset="75837.73">23448 7399 251 0,'0'0'6'16,"0"0"-5"-16,0 0-4 15,0 0 7-15,0 0 1 16,0 0-14-16,33 8-32 16,-19-8-67-16</inkml:trace>
  <inkml:trace contextRef="#ctx0" brushRef="#br0" timeOffset="76349.71">23657 7338 247 0,'0'0'12'16,"0"0"-12"-16,0 0 0 16,0 0 0-16,0 0-2 15,0 0 3-15,0 0-2 16,13 34 3-16,-13-27-3 16,0 1 1-16,0-2-3 0,0 0-1 15,0-2-2 1,-3-1 1-16,0 0-13 0,0-2 4 15,-1-1 9-15,1 0 4 16,-1-1 4-16,3-4-3 0,1-3 3 16,0 1 4-16,1-3-5 15,6 3-2-15,0-2-1 16,0 4-1-16,1 1 1 16,1 1 0-16,-3 3 2 15,2 0-2-15,-1 0 2 16,-1 1-1-16,0 4 1 0,2 0 0 15,-3 0-1-15,1 0 1 16,-2 0-1-16,1-1 0 16,-1-2 1-16,0 0-1 15,0-2 5-15,-1 0 5 16,0 0 6-16,1 0 1 16,-1-5 0-16,1-1 0 0,0-1 0 15,-1-1-7-15,0-2-1 16,1 2-2-16,-1-2-3 15,0 2-3-15,1 0-2 16,-1 1-4-16,-1 2-14 0,2 2-15 16,-3 1-29-16,2 1-54 15</inkml:trace>
  <inkml:trace contextRef="#ctx0" brushRef="#br0" timeOffset="76740.86">23917 7311 187 0,'0'0'4'0,"0"0"-6"0,0 0 6 0,0 0 5 0,2 27-5 16,-1-19-1-16,2 0-1 15,-1-3-1-15,1 2 1 16,0-4 1-16,2 1 4 15,-1-3 1-15,2 0 2 16,0-1 2-16,1 0 1 0,0 0-4 16,1-3-4-16,-1-3-3 15,1 1-1-15,0-2 0 16,-3 1-1-16,2-1 0 16,-4-1 1-16,2 1 1 15,-4 1-1-15,0 0 1 0,-1 0 9 16,0 1 2-16,0 0-7 15,-4 3 0-15,-2-1-1 16,-1 1-2-16,-2 1-2 16,-2 1 1-16,-4 0-1 15,-1 4-4-15,-4 3-25 0,-6-2-70 16</inkml:trace>
  <inkml:trace contextRef="#ctx0" brushRef="#br0" timeOffset="80111">21437 8109 124 0,'-4'-3'2'0,"4"2"2"0,0 0-5 0,0 1-15 0,0-1 10 15,2 0-5-15,3 0-26 16</inkml:trace>
  <inkml:trace contextRef="#ctx0" brushRef="#br0" timeOffset="80545.16">21486 8074 155 0,'0'0'10'16,"0"0"16"-16,0 0-6 15,0 0-7-15,0 0-8 16,0 0-6-16,0 0-2 0,0 0 9 16,0 0-1-16,1 38 1 15,2-21-4-15,1-1 1 16,0 4-2-16,-1-1 1 16,0 0-2-16,-1-1-1 15,1-3-11-15,0-2-22 16,-2-6-14-16,0-1-8 0</inkml:trace>
  <inkml:trace contextRef="#ctx0" brushRef="#br0" timeOffset="81058.61">21522 8054 159 0,'0'0'-9'0,"0"0"21"0,0 0-11 16,0 0-1-16,0 0 0 15,0 0 2-15,0 0 7 16,20 29 0-16,-15-17-3 16,0 1 1-16,3 1-5 15,-1-1-2-15,1-1 1 0,0-2 0 16,1-1 0-16,-2-3 0 15,2-3 1-15,0-1-1 16,0-2 3-16,1 0-2 16,-1-5-1-16,0-4 0 15,-3-1-1-15,0-2 1 0,0 0-1 16,-2-2 0-16,0 1 1 16,-2 0 0-16,2 1 4 15,-2 0 6-15,2 3-4 16,-1 1-3-16,0 4-3 15,-1 0 0-15,0 2-2 16,0 2 1-16,0 0-1 0,-1 1-3 16,0 5 2-16,0 2 5 15,1 3-1-15,0 1-1 16,2 0 0-16,-2 2 0 16,1-1-1-16,0-1 2 15,0 0-2-15,2-2 0 0,-1-2-3 16,2 0-13-16,0-3-26 15,-1-3-24-15</inkml:trace>
  <inkml:trace contextRef="#ctx0" brushRef="#br0" timeOffset="81501.77">21827 8056 112 0,'0'0'46'0,"0"0"-26"0,0 0 8 0,0 0-22 16,0 0-7-16,0 0-2 16,0 0-2-16,0 0 8 15,0 0-1-15,5 38-1 16,-4-26 0-16,1 1 0 0,1-3 1 16,2-1-2-16,-1-1 2 15,3-1-1-15,1-5 1 16,2 0-1-16,2-2 2 15,-2 0-2-15,1-2-1 16,0-5-4-16,-2-3-1 16,-1-1 0-16,1-2 0 15,-3-2 3-15,0 2 1 0,0 1 0 16,-2 1 0-16,-1 1 2 16,-1 3-1-16,-1 2 1 15,-1 3 4-15,0 2 12 0,0 0-16 16,0 2 0-16,0 5-3 15,0 2 3-15,-1 2 0 16,1 1 0-16,0-1-1 16,0 0 0-16,0 1-12 15,0-4-29-15,0 0-8 16,1-3-24-16</inkml:trace>
  <inkml:trace contextRef="#ctx0" brushRef="#br0" timeOffset="81812.22">22065 7884 57 0,'0'0'5'0,"0"0"14"0,0 0-5 0,0 0-2 15,13 30-3-15,-10-17 2 0,1 2 0 16,-1 3-4-16,2 1-3 16,1-1-1-16,-2-2-2 15,1-1 0-15,-3 0-1 16,2-2 1-16,0-4-9 15,-3 0-20-15,2-5-18 0</inkml:trace>
  <inkml:trace contextRef="#ctx0" brushRef="#br0" timeOffset="82118.06">22210 7859 121 0,'0'0'42'0,"0"0"-43"16,0 0 0-16,0 0 5 16,0 0 3-16,15 41-2 15,-11-23 1-15,0 1-3 16,0 1-1-16,1 0-1 15,-2-1 2-15,-1-2-2 0,1 0-3 16,-1-2 7-16,0-2-3 16,-2-2-1-16,0 0 0 15,0-3-9-15,0 0-34 16,0-5-26-16</inkml:trace>
  <inkml:trace contextRef="#ctx0" brushRef="#br0" timeOffset="82406.55">22209 8039 158 0,'0'0'3'0,"0"0"3"0,0 0-1 16,0 0-3-16,0 0-1 16,39-19-1-16,-26 16 0 15,1 0-3-15,-1 2-4 16,-1 0 4-16,-1 1 3 0,-1 0-1 15,-3 0 1-15,-1 1 0 16,-2 4 1-16,-2 3-4 16,-1 1 4-16,1 1 0 15,-2 1 4-15,0-1-1 16,1-1-2-16,1-2-1 0,0-1-3 16,1-2-24-16,2-3-16 15,0-1-53-15</inkml:trace>
  <inkml:trace contextRef="#ctx0" brushRef="#br0" timeOffset="82566.61">22361 7921 199 0,'0'0'49'0,"0"0"-44"15,0 0-1-15,0 0-5 16,0 0-17-16,0 0-24 15,0 0-22-15,0 0-30 16</inkml:trace>
  <inkml:trace contextRef="#ctx0" brushRef="#br0" timeOffset="82871.67">22534 7975 149 0,'0'0'8'16,"0"0"28"-16,0 0-5 15,0 0-14-15,0 0-7 16,0 0-2-16,0 0 0 16,0 0-6-16,-22-3 1 0,20 14-1 15,-2 2-2-15,2 1 0 16,2 1 1-16,0-2-1 15,1-1-1-15,6-1-1 16,1-3 1-16,2-2 0 16,3-2 1-16,0-3-2 15,3-1-15-15,-1 0-16 0,0-6-26 16,-1-3-46-16</inkml:trace>
  <inkml:trace contextRef="#ctx0" brushRef="#br0" timeOffset="83164.21">22659 7771 201 0,'0'0'11'0,"0"0"17"15,0 0-16-15,0 0-11 16,0 0-2-16,0 0 0 15,-15 29 2-15,14-11-3 16,1 2 4-16,0 2-1 16,0 1 0-16,0-2 0 15,3-1 0-15,1 1 0 0,2-4 0 16,0-2 0-16,1-2-2 16,1-3-9-16,1-1-23 15,-1-2-22-15,1-3 4 16,0-2-44-16</inkml:trace>
  <inkml:trace contextRef="#ctx0" brushRef="#br0" timeOffset="83535.88">22787 7979 87 0,'0'0'36'16,"0"0"-7"-16,0 0 4 0,8-32-14 16,-8 26-2-16,0 1-1 15,-1 1-4-15,-3 3-4 16,-3 1-1-16,1 0-6 15,-1 1 2-15,-1 6-3 16,1 2 1-16,0 0-1 0,2 2 1 16,0-1 0-16,2 0 0 15,3-1-1-15,0-1 0 16,0-3-3-16,5 0-2 16,2-2 0-16,0-1 1 15,1-2 1-15,1 0 3 16,-2-4 1-16,1-2 2 0,-1 1-1 15,0-2 4-15,-4 4-3 16,0-2 5-16,-2 3 7 16,1 2-4-16,-1 0-7 15,-1-1-4-15,1 1-1 0,0 0-5 16,1 0-9-16,0 0 0 16,2 1 0-16,0 1-13 15,2 0-36-15,-1-1 7 16</inkml:trace>
  <inkml:trace contextRef="#ctx0" brushRef="#br0" timeOffset="83911.38">22960 7879 172 0,'0'0'20'0,"0"0"24"0,0 0-24 0,0 0-9 0,0 0-9 0,0 0 3 15,0 0-8-15,0 0 0 16,-30-16 0-16,23 25 4 16,0 2-2-16,2-1 2 15,2 1-1-15,1-1 0 16,2 0 0-16,0 0-1 0,3-2 0 16,4-1-1-16,3-1 4 15,1-1 0-15,1-1-1 16,0-1-1-16,0-1 1 15,-2 1-1-15,-2-2 1 16,-2 1-1-16,-3-2 0 0,-1 2 0 16,-2-1 0-16,0 0-3 15,-3 0 6-15,-3 1-6 16,-1 1-15-16,-1-1-3 16,0-1-11-16,2 1-5 0,3-2 2 15,3 0-28-15</inkml:trace>
  <inkml:trace contextRef="#ctx0" brushRef="#br0" timeOffset="84273.87">23095 7879 182 0,'0'0'2'16,"0"0"9"-16,0 0-3 0,0 0-1 15,0 0-4-15,0 0-3 16,0 0 4-16,0 0-3 16,0 0-1-16,-24-25-2 15,21 31 4-15,-1 0-2 16,4 2 0-16,0 1-2 16,0-1 0-16,0 0-2 0,4 1 2 15,2 0 0-15,-1-2 1 16,4 1 0-16,-2-1 1 15,0-1 0-15,1 1 1 16,-5-3 0-16,1 0-1 0,-3-2 2 16,-1 1-4-16,0 0 4 15,-4-2 11-15,-3 1-8 16,-1-1 0-16,-1 2-4 16,2-3-2-16,2 0-39 15,1 0-41-15</inkml:trace>
  <inkml:trace contextRef="#ctx0" brushRef="#br0" timeOffset="84723.63">23395 7836 154 0,'0'0'20'0,"0"0"6"0,0 0-10 0,0 0-1 16,0 0-1-16,0 0-12 15,0 0-1-15,0 0 0 16,0 0-1-16,0 0 0 16,-11 36 2-16,11-25-1 15,0 0 1-15,1-1-2 0,5 0 0 16,2-2 2-16,-1-1-1 16,3-2 1-16,0-2 1 15,2-3-1-15,1 0-1 16,0 0-1-16,1 0-9 15,0-7-16-15,-2-4 3 0,0-1-11 16,-1-2-3-16,-2-4 2 16,-1-1 14-16,-2-1-27 15</inkml:trace>
  <inkml:trace contextRef="#ctx0" brushRef="#br0" timeOffset="84929.05">23555 7769 0 0,'0'0'38'16,"0"-40"-1"-16,-4 22-5 0,0 4 9 15,0 3 10-15,-1 3-8 16,2 3-18-16,1 3-8 15,-1 2-12-15,-1 0-4 16,1 9 1-16,-1 1-4 16,1 4 3-16,1 2-1 0,0 3 0 15,0-2 0-15,2 2 1 16,0 0 0-16,0 0-2 16,2 0 1-16,2 0-2 15,3-2-6-15,0 1-15 16,-1-4-8-16,3 0-30 0,0-4-20 15</inkml:trace>
  <inkml:trace contextRef="#ctx0" brushRef="#br0" timeOffset="85319.39">23711 7861 141 0,'0'0'51'16,"0"0"-16"-16,0 0-7 15,0 0-16-15,-9-28-1 16,2 27-12-16,-1-1-1 0,-1 2-1 16,0 0 7-16,1 3-5 15,0 2 3-15,0 4-2 16,2 0 0-16,1-1 1 16,2 2-1-16,2 0 1 15,1 0-4-15,0-2-8 0,1-1-12 16,4 0-3-16,1-3 0 15,0-2 7-15,0-1 10 16,0-1 9-16,-2 0 13 16,1-1 31-16,-2-3-32 15,2 1-2-15,-4 0-2 0,0 2 1 16,1-1 0-16,-2 2-8 16,1 0 0-16,0 0-2 15,1 0 1-15,0 0-2 16,0 0 0-16,1 0-8 15,1 0-8-15,1 2-30 16,-1-1-36-16</inkml:trace>
  <inkml:trace contextRef="#ctx0" brushRef="#br0" timeOffset="85676.35">23865 7774 144 0,'0'0'-4'0,"0"0"18"0,0 0 22 0,0 0-12 0,0 0-20 15,0 0-4-15,0 0 0 0,-32-14 0 16,24 19 3-16,1 2-2 16,2 1-2-16,3 1 1 15,0 0 0-15,2 0-3 16,0-1 1-16,3 2 1 0,4-3 3 15,0 1-2-15,2 0 2 16,-1-2 0-16,0 0-1 16,-1-1-1-16,-2-1 1 15,-1 0-1-15,-3-2 0 16,-1 1-1-16,0-2-5 16,-4 1 9-16,-3 0 0 0,-3 1 0 15,-1-1-7-15,2-1-21 16,1-1-22-16,1 0-23 15</inkml:trace>
  <inkml:trace contextRef="#ctx0" brushRef="#br0" timeOffset="86059.71">23983 7759 114 0,'0'0'6'15,"0"0"23"-15,0 0 5 16,0 0-1-16,0 0-30 16,0 0-4-16,0 0 1 15,0 0 1-15,0 0-1 16,-32-7 2-16,28 14-4 0,2 1 2 16,2-1 2-16,0 1-4 15,0-1 1-15,0-1-2 16,1 2 5-16,3-1-1 15,3 1 0-15,0-1 1 16,0 0-1-16,0-1 0 0,-2 1 0 16,0-3-1-16,-2 0 0 15,-2-1 1-15,-1 0-1 16,0-1-2-16,0 0 4 16,-1-2 12-16,-5 0-4 15,-1 0-7-15,-2 0-2 16,2 0-1-16,1 0-15 15,0 0-56-15,3 0-40 0</inkml:trace>
  <inkml:trace contextRef="#ctx0" brushRef="#br0" timeOffset="86258.85">24055 7764 225 0,'0'0'6'15,"0"0"-6"-15,0 0 1 16,0 0 1-16,0 0-1 0,0 0 4 16,8 27-2-16,-8-18-2 15,0 0 0-15,0 0-17 16,0-4-13-16,0 0-34 16,1-4-54-16</inkml:trace>
  <inkml:trace contextRef="#ctx0" brushRef="#br0" timeOffset="87091.41">24202 7544 132 0,'0'0'20'15,"0"0"-17"-15,0 0 1 16,0 0-3-16,0 0 0 16,21 38 1-16,-21-18 6 0,0 2 0 15,-6 4-2-15,0 2-2 16,0 0 0-16,-1-1-1 16,2 0-1-16,-1 0-1 15,2-4 0-15,1 0 0 16,1-3 1-16,2-3-1 0,0-2 1 15,1-3 0-15,4-3-1 16,2-1 0-16,1-3 4 16,2-3 2-16,1-1 2 15,2-1-4-15,1 0 0 16,0-1-2-16,-3-6 2 0,-1 0 0 16,0-3-2-16,-3-1-1 15,-2-2 3-15,-2-2-5 16,-2-1 0-16,-1-1 0 15,0 4-7-15,-6-1-3 16,-2 3 2-16,-1 2 9 16,1 3 0-16,2 1 0 0,2 2 4 15,2 0-4-15,2 2 0 16,0 1-2-16,0-1-6 16,5 1 9-16,3 0-1 15,3-2 2-15,1 2-1 16,0 0 0-16,0-3 0 0,0 3 1 15,-5-2-1-15,2 1 1 16,-2 0 0-16,-2 0-2 16,0 1 0-16,-4 0-1 15,1 0 0-15,-2 3-2 16,0 5 2-16,0 1 6 0,0 2-1 16,-2-1-4-16,1 2 1 15,0 0-2-15,1-1 2 16,0-3-2-16,0 2 1 15,0-2-1-15,0-1-7 16,1-2-17-16,2-5-15 16,3 0-13-16,-4 0-41 0</inkml:trace>
  <inkml:trace contextRef="#ctx0" brushRef="#br0" timeOffset="87263.43">24383 7577 135 0,'0'0'104'0,"0"0"-101"0,0 0-2 0,0 0-2 0,0 0-73 16,0 0-2-16</inkml:trace>
  <inkml:trace contextRef="#ctx0" brushRef="#br0" timeOffset="87554.26">24509 7701 203 0,'0'0'10'15,"0"0"2"-15,0 0-1 16,0 0-9-16,0 0-1 0,-31 22 0 16,22-11 0-16,4-1 1 15,0 0-1-15,3 0-1 16,2 1 0-16,0-1-1 16,5-1-1-16,4-1 2 15,3-2-14-15,0 0-17 16,2-3-15-16,0-2 2 0,-1-1-17 15</inkml:trace>
  <inkml:trace contextRef="#ctx0" brushRef="#br0" timeOffset="87918.15">24608 7760 101 0,'0'0'12'16,"0"0"27"-16,6-37-3 0,-6 28-8 16,0 1-10-16,0 3-9 15,0 1 2-15,-2 2-3 16,2 2-1-16,-1 0-7 15,1 0-1-15,0 4-1 16,0 3 3-16,0 1-1 0,0 2 0 16,0 2-1-16,0-1 2 15,0-1-2-15,0-1-1 16,0-1-6-16,0-2 5 16,0-1 0-16,0-3 2 15,0 0-4-15,0-2 3 16,0 0 4-16,0 0 3 0,0 0-2 15,1-6-5-15,3 1 3 16,-1-2 0-16,4 0-2 16,-1 3 2-16,2 0 0 15,0 2 1-15,-1 0 0 16,1 2-1-16,0 0 0 0,0 0-1 16,-2 2 2-16,-1 1-4 15,-2 1-8-15,-2-2-71 16,-1-2-58-16</inkml:trace>
  <inkml:trace contextRef="#ctx0" brushRef="#br0" timeOffset="88108.34">24722 7611 264 0,'0'0'5'0,"0"0"-6"0,0 0 0 0,0 0 0 0,0 0 0 16,0 0-5-16,4 32-38 15,-10-20-27-15,-2 0-34 0</inkml:trace>
  <inkml:trace contextRef="#ctx0" brushRef="#br0" timeOffset="92083.47">22108 8476 64 0,'0'0'15'0,"0"0"-13"0,0 0-2 0,0 0 0 16,0 0-3-16,0 0 0 16,0 0-2-16,0 0 7 15,0 0 3-15,0 0 3 0,0 0-8 16,0 0-1-16,0 0 2 15,0 0 0-15,0 0 0 16,0 1 1-16,0-1 8 16,0 0-1-16,0 0-3 15,0 0 4-15,0 0 10 0,-2 0 3 16,2 0 1-16,0 0-12 16,0 0-7-16,0 0-5 15,0 2-6-15,-3-1-10 16,2 3 4-16,-1-1 9 15,0 2 2-15,-1 1-1 16,1 1 1-16,1 1 1 16,1 2 0-16,0-1 1 0,0 1-1 15,0 1 0-15,1 1 2 16,4-1-2-16,0 2 0 16,1-1 0-16,3 0 0 15,-1-1 0-15,2 2 0 16,1-1 1-16,0 0 0 0,1 1 0 15,-1-2-1-15,0 1 0 16,-1-1 1-16,1-2 0 16,1-1-2-16,0-1 3 0,1-1 4 15,1-1-5-15,0-2 2 16,-2-1 0-16,-1-1 1 16,-1-1 2-16,-1 0 3 15,-3 0-2-15,1 0 2 16,-3-1-2-16,-1-2-2 15,1 0-3-15,-1-1-1 0,0-1-5 16,-1 0-53-16,-1 0-43 16</inkml:trace>
  <inkml:trace contextRef="#ctx0" brushRef="#br0" timeOffset="92432.04">22363 8649 92 0,'0'0'21'0,"0"0"17"0,0 0 7 0,0 0-22 15,0 0-11-15,0 0-3 0,0 0 2 16,0 0 4-16,0 0-3 16,0 0-7-16,0 0-4 15,15 15-2-15,-13-5 3 16,-1 3-2-16,-1 2 1 16,0 1 1-16,-5 3-2 0,-5 2 2 15,-5 3-7-15,0 0-25 16,-5 1 12-16,-2-1-53 15,-3-2-23-15</inkml:trace>
  <inkml:trace contextRef="#ctx0" brushRef="#br0" timeOffset="97935.38">22670 8624 78 0,'1'-2'10'0,"-1"0"13"0,0 0 4 0,0 0-6 16,0 1 0-16,1 0-2 15,0 0-4-15,-1 0-7 16,0 1-1-16,0 0 3 0,0 0-4 15,1 0-7-15,1 2-3 16,-2 4 8-16,2 3 0 16,1 1-2-16,2 3-1 15,-3-1-1-15,0 3 1 16,1-2 0-16,-1 2-1 0,-1 0-1 16,-1-2 2-1,0 1-4-15,0 0-7 0,0-1-14 16,0-3-14-16,-2-3-18 15,0-1-37-15</inkml:trace>
  <inkml:trace contextRef="#ctx0" brushRef="#br0" timeOffset="98617.22">22728 8590 97 0,'0'0'23'0,"0"0"8"0,0 0 2 15,0 0-8-15,0 0-16 16,0 0-5-16,0 0-2 16,0 0-1-16,0 0-3 0,0 0 2 15,17-10 2-15,-14 15-1 16,-1 3 2-16,2 0-1 15,0 2-2-15,-1 2 1 16,1 1-1-16,1 0 2 16,-1-2-2-16,-1 1 1 15,1-3-1-15,-1 0 0 0,0-1 0 16,0-1 1-16,-1-3-1 16,1-1 0-16,-1 0-1 15,-1-3-3-15,1 0-9 16,-2 0 1-16,0 0 9 15,0 0-1-15,0-2-5 0,0-2-3 16,0-1 10-16,0 0 3 16,0-1-1-16,0 1 0 15,0-1-1-15,0-1 1 16,2 2-2-16,2-1 2 0,-3 0-7 16,2 2 3-16,-3 1 3 15,0 1 1-15,0-1-5 16,0 1-2-16,0 1 5 15,0-1 3-15,0 2 0 16,1-1 0-16,0 0-2 16,1 1 1-16,1-2-1 15,0 2-9-15,0 0-20 0,0 0-37 16</inkml:trace>
  <inkml:trace contextRef="#ctx0" brushRef="#br0" timeOffset="99676.93">22662 8538 119 0,'0'-3'6'0,"0"0"6"0,0 1 4 0,0 1-3 0,0 0-3 15,1 0 6-15,0 1 0 16,1 0-7-16,0 0-7 16,2 3 3-16,0 4-1 15,1 3-1-15,2 4 0 0,1 1-2 16,-1 4 1-16,2 0-1 15,1 1-1-15,0 2 1 16,-2-1-2-16,2 0 0 16,-1-2 0-16,-1-1-1 15,-2-2 0-15,-1-2 1 0,1-2 1 16,-2-3-3-16,1-2 3 16,-1-4-4-16,0-1-1 15,-1-2 4-15,-1 0-2 16,0-4 5-16,0-3 0 15,-1-2 2-15,0-4 2 0,1 0 1 16,0-4 0-16,-1 0-2 16,2-2-1-16,0-1-2 15,0-1-2-15,2 0 2 16,1 0 0-16,-1 1-1 16,0 3-1-16,1 2 0 15,-1 2-2-15,0 4-4 0,-1 2-13 16,-1 4-37-16,0 3-37 15</inkml:trace>
  <inkml:trace contextRef="#ctx0" brushRef="#br0" timeOffset="99897">22937 8616 61 0,'0'0'67'0,"0"0"-65"0,0 0 0 0,0 31 1 0,0-19 1 0,0 1-3 0,-1-3 0 15,0 0 3-15,1 0 0 16,0-2 0-16,0-1-2 16,0-2 0-16,0-2-5 0,2-3-26 15</inkml:trace>
  <inkml:trace contextRef="#ctx0" brushRef="#br0" timeOffset="100068.98">22927 8517 275 0,'0'0'5'0,"0"0"4"16,0 0-7-16,0 0-4 0,0 0-26 15,0 0-41-15,0 0-78 16</inkml:trace>
  <inkml:trace contextRef="#ctx0" brushRef="#br0" timeOffset="100431.7">23022 8611 203 0,'0'0'2'15,"0"0"-1"-15,0 0 5 16,0 0 1-16,35 8-1 16,-27-1-5-16,-1 1-1 15,-1-1 0-15,1 2 1 0,-3 0-3 16,-1-1 3-1,-1-1-2-15,-1-2 2 16,-1 0 0-16,0-2 0 0,0-1 0 16,0-1-2-16,0-1 10 15,0 0 19-15,2-5-13 16,0-3-9-16,1-2 0 16,1-1-4-16,1-1-4 0,1 2 1 15,1 0-9-15,2 2-16 16,-1 1-7-16,2 3-39 15,0 0-14-15</inkml:trace>
  <inkml:trace contextRef="#ctx0" brushRef="#br0" timeOffset="100810.63">23301 8593 163 0,'0'0'25'0,"0"0"21"0,0 0-13 16,0 0-14-16,0 0-12 15,0 0-3-15,0 0-2 16,0 0 0-16,-37-12 0 16,28 18-2-16,1 3 2 15,1 0-1-15,3 0 0 0,2 0 0 16,2 0-1-16,0-2-2 16,1 1-1-16,5-4-3 15,3-1-1-15,0 0-3 16,2-3 2-16,0 0 2 15,3-1 7-15,-3-6-1 16,-1 2-1-16,0 0 1 0,-2-1 1 16,-2 2 0-16,-2 1 2 15,-1 3 3-15,0 0-5 16,-1 0-1-16,3 0 0 16,-4 0-1-16,2 0 1 15,0 3 1-15,1 1-1 0,0-1 0 16,-1 0-12-16,1-1-26 15,-2-2-55-15</inkml:trace>
  <inkml:trace contextRef="#ctx0" brushRef="#br0" timeOffset="101065.35">23399 8398 252 0,'0'0'1'0,"0"0"12"0,0 0-3 16,0 0-12-16,0 0 0 0,0 0 2 16,-3 45 3-16,9-23-2 15,1 0 1-15,-1 1 0 16,2 1-2-16,0-2-24 15,-1-3-40-15,1-3-65 16</inkml:trace>
  <inkml:trace contextRef="#ctx0" brushRef="#br0" timeOffset="102008.15">23684 8347 149 0,'0'0'0'0,"30"-17"9"0,-13 12 13 15,-2 4-3-15,0 1-1 16,-1 0-1-16,0 11-9 16,-1 4-3-16,-4 5-2 15,-2 6-2-15,-1 4 0 16,-2 6 2-16,-2 1-1 0,-1 2-1 15,-1 2 0-15,0-1-2 16,0-1 1-16,0-1-1 16,0-1 0-16,0-4 0 15,0-4-2-15,0-5-4 16,0-3 0-16,1-6-2 0,0-5 8 16,2-3 1-16,1-2 1 15,2-4 1-15,-2-1-1 16,3 0 4-16,-1-9-2 15,0-1-1-15,0-5 1 16,-1-3 3-16,0-2 0 0,-1-4 1 16,-1-2-6-16,-1-2-1 15,-2 0-3-15,0 2-6 16,0-1 4-16,-3 3-1 16,-3 2 1-16,-2 4 3 15,-1 3 1-15,0 2 2 0,-1 1 6 16,-1 4-1-16,3 2-1 15,1 1-2-15,3 2-6 16,1 1 9-16,2 0-1 16,1 2-2-16,0 0-8 15,6 0 8-15,2 0-2 0,6 0 1 16,1-2-2-16,4 0 2 16,0 0-1-16,4-2 2 15,-2 0-2-15,0-2-1 16,0 0 1-16,-2 0-1 15,-2-2 1-15,-2 0-1 0,-2 0 1 16,-2-1 0-16,-4 0-1 16,-1 2 0-16,-4 0 1 15,-1 1-1-15,-1 1 0 16,-1 0-1-16,-4 0 1 16,-5 3-3-16,0 2 9 15,-1 0-5-15,-2 0 2 0,0 9 1 16,1-1 0-16,4 5-1 15,1 0-2-15,3 0-1 16,3 1 0-16,1 0 0 16,0-2-1-16,5-1 1 0,4 0 0 15,1-3-4-15,3-2-22 16,0-2-36-16,1-4-86 16</inkml:trace>
  <inkml:trace contextRef="#ctx0" brushRef="#br0" timeOffset="103022.52">24141 8428 290 0,'0'0'7'0,"0"0"-10"0,0 0-1 0,0 0 3 0,16 29 0 15,-13-17 1-15,1 1 1 16,0-3-1-16,-1 0-3 15,0-1 1-15,-2-3 1 16,1 0 2-16,-2-4-1 16,1 1 0-16,-1-3 1 0,0 0 8 15,1 0 8-15,1-6-10 16,1-3-6-16,0-2 1 16,1-2-2-16,0-2 1 15,4-1-1-15,-2 0-3 16,2 0 0-16,1 4 2 15,1 0-2-15,-1 3 0 16,1 4 0-16,-1 2 0 0,-1 2-1 16,1 1 0-16,-2 0-1 15,0 6 0-15,0 0-1 16,-1 2 1-16,-1-1 1 16,1 0 3-16,-2-2 1 0,1 0 0 15,0-2 0-15,-1-2 1 16,-1-1-2-16,1 0-1 15,2 0 4-15,-3-4 1 16,0-3 2-16,-1 0 1 16,0-2-1-16,-1 1-2 0,-1 1 0 15,0 0 0-15,0 2-3 16,0 0-2-16,-2 3-3 16,-3 1-3-16,1 1 2 15,-1 0-1-15,0 0 4 16,-1 3 4-16,-1 5 0 0,1 2-2 15,-1 0 2-15,1 3-1 16,0-1 1-16,3 1 0 16,1 0-1-16,1-1 1 15,1-2-1-15,0 0 1 0,0-3-1 16,2-1 2-16,2-2-1 16,3-1 0-16,1-1 1 15,-2-1 3-15,3-1 0 16,0 0-2-16,3 0 1 15,-1-5 0-15,-2 0-1 16,2-3-1-16,-1-1 1 0,-1-1-1 16,-1-1 0-16,-1-2-1 15,1 1 0-15,-4 0-1 16,-1 0 2-16,0 0-2 16,-1 2 0-16,1 2 1 15,-3 1 0-15,1-1 1 0,0 3-1 16,-1 2 0-16,1-1-1 15,0 1-1-15,-1 2-1 16,2 0 1-16,-1 0-4 16,2 1 2-16,-2 0-2 15,1 0 0-15,2 0 3 0,-1 1-1 16,1 4 1-16,2 2 2 16,-2 1 0-16,2 2-1 15,0 2 1-15,1 1 0 16,-1 0 1-16,-1 2 0 15,1-2 0-15,-1-1 2 16,-1-2-3-16,0-2 2 0,1-2 6 16,0-2 4-16,2-1-1 15,4-3-1-15,1 0-2 16,4 0-3-16,1 0-4 16,1-5-3-16,-4-5-17 0,-3 0-65 15</inkml:trace>
  <inkml:trace contextRef="#ctx0" brushRef="#br0" timeOffset="103805.46">21907 8602 242 0,'-1'-1'-2'0,"-2"1"10"0,3 0-2 0,0 1-9 0,0 8 2 15,0 4 1-15,0 7 0 16,0 3 1-16,4 2 0 0,4 6 0 16,1 2 0-16,3 1 0 15,2 0 0-15,0 3 1 16,4-1-2-16,-1-1 0 16,0 1 0-16,3-3 0 15,-1 1 0-15,4-4 1 16,1-2 4-16,2-3 6 0,3-2 0 15,-1-3 1-15,3-3-3 16,0-3-4-16,0-2-1 16,-3-4-1-16,3-1 0 15,-2-4-1-15,-3 0 1 16,-3-3 0-16,-1 0-1 0,-2 0-1 16,-3 0 0-16,-4 0-1 15,0 0-4-15,-3 0-10 16,-3 1-16-16,-2 0-20 15,-4-1-44-15</inkml:trace>
  <inkml:trace contextRef="#ctx0" brushRef="#br0" timeOffset="104170.33">22759 9161 295 0,'0'0'20'0,"0"0"-14"0,0 0-9 0,0 0-4 0,0 0 6 16,0 0 1-16,7 31 2 16,-5-17-1-16,0 0 1 15,-1 5-2-15,1-1 1 16,-1 3-1-16,-1-1 0 16,0 2-7-16,0-4-1 0,0-2-11 15,0-3-19-15,-3-4-26 16,0-6-50-16</inkml:trace>
  <inkml:trace contextRef="#ctx0" brushRef="#br0" timeOffset="104388.32">22599 9183 252 0,'0'0'78'15,"0"0"-83"-15,0 0 11 16,41-19-5-16,-17 14 1 16,2 0 2-16,4 0-1 15,0 1-3-15,1 0-1 16,-1 1-8-16,-3 1-39 0,0 1-32 16,-4-1-15-16</inkml:trace>
  <inkml:trace contextRef="#ctx0" brushRef="#br0" timeOffset="104843.51">22961 9128 202 0,'0'0'26'15,"0"0"-10"-15,0 0-8 16,0 0 1-16,0 29 1 16,0-18-4-16,0-1-4 15,4 0-1-15,1 0 0 0,2-2 1 16,0-2-2-16,1-1-1 15,1-3-2-15,0-2 3 16,2 0 5-16,0 0-4 16,0-6 2-16,0-2-3 15,0-1-4-15,-2-1 1 0,1 0-2 16,-3 2 3 0,-3 0 2-16,2 3 1 0,-4 1 0 15,0 4 2-15,-1-1 2 16,0 1-4-16,1 0-4 15,-1 4 3-15,0 5 2 16,0 0-1-16,-1 2 0 0,2 2 1 16,-2 0-1-16,0 0 1 15,0 2 0-15,-2-2 2 16,-3 1-2-16,-1-1 0 16,-3-2 0-16,-1-1-1 15,-1 0 4-15,-1 0-3 0,0-4 3 16,-2-1 0-16,3-1-3 15,-2-1 0-15,3 0-2 16,2-3-4-16,2 0-13 16,1 0-23-16,2 0-54 0</inkml:trace>
  <inkml:trace contextRef="#ctx0" brushRef="#br0" timeOffset="105135.09">23235 9148 281 0,'0'0'5'0,"0"0"-6"0,0 0 2 0,0 0 1 16,29 34-2-16,-23-20-2 15,-1 3 5-15,-1 0-4 16,-2 3 1-16,-2 0 1 16,0-2-1-16,0 1 0 0,0-2 2 15,-3-2-2-15,0-2-10 16,1-4-20-16,-3-4-29 16,2-4-34-16</inkml:trace>
  <inkml:trace contextRef="#ctx0" brushRef="#br0" timeOffset="105399.15">23266 9156 239 0,'0'0'15'0,"0"0"-14"16,29-12 0-16,-18 9 1 15,-1 2-2-15,0 1 0 16,0 0-1-16,-4 0-4 15,-1 6-4-15,-2 2 4 16,-3 2 4-16,0 0 0 0,-1 3 3 16,-6 0-3-1,-3 0-4-15,-3-1 4 0,-1-3 4 16,-1 0-5-16,-1-3 1 16,-1-3-20-16,3-3-23 15,2 0-43-15</inkml:trace>
  <inkml:trace contextRef="#ctx0" brushRef="#br0" timeOffset="105857.08">23359 8960 252 0,'0'0'13'0,"0"0"-14"16,0 0 1-16,12 31 4 0,-8-17-3 16,2 2 0-16,0 0 1 15,-1 1 0-15,2 1-1 16,-3 0 0-16,2-1 0 16,-4-1-1-16,0-1 1 15,0-4-1-15,-1 0 1 0,-1-3-2 16,0-2 2-16,1-2-1 15,-1-1 2-15,2-3-1 16,-2 0 2-16,0 0 5 16,1-3 0-16,2-3-6 15,0-2-2-15,1-1 0 0,0 0 1 16,3 1-1-16,-1 3 2 16,1-2 1-16,2 4 3 15,-1 1-3-15,2 1-2 16,-3 1-2-16,1 0-2 15,1 3 0-15,-2 4 0 16,0-1 0-16,-2 2 2 0,1 1-7 16,0-1-19-16,-2-1-31 15,0-1-58-15</inkml:trace>
  <inkml:trace contextRef="#ctx0" brushRef="#br0" timeOffset="106190.11">23602 9120 267 0,'0'0'21'16,"0"0"-14"-16,0 0-10 15,0 0 3-15,0 0-2 0,0 0 1 16,-10 34 1-16,10-24-3 16,0-2 0-16,0-1 2 15,0-1 0-15,4-2 0 16,0-1 0-16,1-3 1 15,-1 0 2-15,2 0 1 0,-1-3 4 16,0-3 1-16,0-2 3 16,-1-1-2-16,-1-1-3 15,0 0 0-15,-3 0 0 16,0-1-2-16,0 4 1 16,0 0-4-16,-4 3-2 0,0 2-5 15,-1 1-4-15,0 1-17 16,1 0-4-16,2 3 2 15,-1 1-49-15,2 0-68 16</inkml:trace>
  <inkml:trace contextRef="#ctx0" brushRef="#br0" timeOffset="106396.29">23709 9106 298 0,'0'0'11'15,"0"0"-9"-15,0 0-7 16,0 0-2-16,0 0 3 16,0 0 8-16,0 0 0 15,6 30-2-15,-2-21-2 16,-4 0 1-16,4-2-4 0,0-2-17 16,0 0-22-16,-1-5-64 15</inkml:trace>
  <inkml:trace contextRef="#ctx0" brushRef="#br0" timeOffset="106545.01">23740 9022 326 0,'0'0'5'16,"0"0"0"-16,0 0-5 15,0 0-13-15,0 0-59 0,0 0-25 16,0 0-21-16</inkml:trace>
  <inkml:trace contextRef="#ctx0" brushRef="#br0" timeOffset="106943.68">23838 9118 240 0,'0'0'76'15,"0"0"-74"-15,0 0-2 0,0 0 2 16,0 0-5-16,0 0 1 16,0 0-4-16,0 0 3 15,-11-15 0-15,7 22 2 16,2 0-3-16,2 2-3 16,0 1-4-16,0-2 1 15,0-1 4-15,5 0-1 0,0-2 0 16,0-2-5-16,2-3-4 15,0 0 3-15,0 0 12 16,1-5 2-16,0-2 2 16,-3-3 1-16,2-1 2 0,-2-2 12 15,0-1 3-15,-3-2-10 16,-1 0 0-16,-1 1 0 16,0 1-1-16,0 2-5 15,0 3-2-15,0 1-3 16,-1 3-4-16,-1 5-7 15,-1 0-29-15,-1 0-25 0,0 0-39 16</inkml:trace>
  <inkml:trace contextRef="#ctx0" brushRef="#br0" timeOffset="108081.28">24050 8882 325 0,'0'0'-2'0,"0"0"3"0,33-25-1 16,-18 19 0-16,-1 2 1 15,-1 3-2-15,-2 1-1 16,0 3-1-16,-3 8-5 0,1 7-2 15,-3 4 7-15,-2 6 2 16,0 5 5-16,-2 2-3 16,-2 1 0-16,0-1-6 15,0-3-8-15,0-3 8 16,0-6 6-16,0 0-1 0,0-6 1 16,0-4-1-16,1-1 1 15,2-4 0-15,1-3 0 16,1-4 3-16,0-1-1 15,2 0 6-15,0-4-4 16,-2-5-2-16,3-2-1 0,-3-3-1 16,0-1 0-16,-3-1 1 15,0-1-2-15,-1-2 0 16,-1 1 0-16,0 1-5 16,-4 2-3-16,-4 2-1 15,-1 2 6-15,1 2-4 0,1 4 3 16,0 2 3-16,2 1 5 15,1 2-3-15,1 0-2 16,2 0-2-16,1 0-2 16,0 0-8-16,0 0 9 15,6 0 6-15,3 0 6 0,3 0 1 16,2 0-4-16,1 0-1 16,2-5-3-16,0 0 2 15,-1-2-2-15,-1-1 0 16,-1 0 0-16,-2 0 0 15,-2 1 3-15,-3-1-3 16,-2 2 3-16,-3 0-1 16,-1 0 0-16,-1 4-3 0,0-2-3 15,-6 2-7-15,-1 1 3 16,-3 1 3-16,1 0 5 16,-1 5 3-16,1 4 1 0,2-1-1 15,1 5 0-15,4-2-1 16,2 1 0-16,0-3-1 15,4 2 0-15,5-1 1 16,2-3-2-16,2-1 0 16,1-1-6-16,1-2-21 15,-2-3-29-15,-2 0-16 0,-2 0 27 16,-2-6 39-16,-3-1 6 16,-1-3 4-16,-1-1 14 15,-1-2 6-15,-1 0-6 16,0 2 1-16,0 0 3 15,0 4 7-15,0 2 3 0,0 4-9 16,0 1-13-16,1 0-14 16,1 5-4-16,1 3 7 15,0 4 6-15,0 1-3 16,0 0-2-16,-1-1 0 16,1-1 1-16,1 0-2 0,0-3 1 15,0-2-1-15,-1-3 1 16,-1-1-1-16,0-2 4 15,0 0 1-15,2-2 7 16,0-6 0-16,3-4-5 16,1-1-4-16,0-3-2 0,2-1 0 15,0 2 0-15,0 1-1 16,1 2 0-16,-2 3-1 16,0 3 0-16,0 1 0 15,-1 5-2-15,2 0 1 16,-3 0-2-16,1 0-1 0,0 2 2 15,-1 1 1-15,-5 3-6 16,-2-5-29-16,-8-1-131 16</inkml:trace>
  <inkml:trace contextRef="#ctx0" brushRef="#br0" timeOffset="108807.74">21721 8803 95 0,'-3'13'1'0,"2"2"2"0,1 3 4 0,0 5-1 0,0 4-1 16,0 4 1-16,0 3-1 16,4 3 3-16,3 4-2 15,3 4-2-15,2 3-3 16,2 1 0-16,4 3-4 0,2 0-3 16,2-2 5-16,4-1 1 15,0-3 0-15,4-2 2 16,1-4 6-16,3 0 3 15,4-5 4-15,2-1 3 0,3-3 4 16,1-3 1-16,1-3-7 16,3-1-1-16,-1-4-5 15,0 0-5-15,-1-3-3 16,-1-3-2-16,-2-2 1 16,-5-1 1-16,0-4-1 0,-5 0 0 15,-3-3-1-15,-3 0-5 16,-3-4-25-16,-5 0-46 15,-5 0-46-15</inkml:trace>
  <inkml:trace contextRef="#ctx0" brushRef="#br0" timeOffset="109027.98">22743 9792 137 0,'0'0'3'0,"0"0"10"0,0 0 4 0,0 0-7 16,17 28-2-16,-12-20-7 0,0 0-1 16,-1 2-16-16,0-3-34 15,-1 0-31-15</inkml:trace>
  <inkml:trace contextRef="#ctx0" brushRef="#br0" timeOffset="109306.58">22770 9737 258 0,'0'0'1'0,"0"0"-3"16,0 0-2-16,0 0 4 16,0 0 0-16,2 33 0 15,2-19 0-15,1 1 0 16,-2 3-1-16,1-1 1 0,-2 2 0 16,-2 2 0-1,0-1 0-15,0 0 0 0,-4 1-1 16,-2 0-10-16,0-2-30 15,-3-1-36-15</inkml:trace>
  <inkml:trace contextRef="#ctx0" brushRef="#br0" timeOffset="110120.03">22924 9904 316 0,'0'0'6'16,"0"0"-12"-16,0 0 5 0,0 0 1 15,10 30-3-15,-7-22-5 16,-1-1 1-16,-1-2 1 16,-1-1 1-16,0-2 1 15,0-1 1-15,0-1 4 16,0 0 4-16,0-2 2 15,-2-5-9-15,-1-4-7 0,-1-4-5 16,1-2-4-16,0-1 10 16,2 0 11-16,1-2 7 15,0 0-3-15,0 2 2 16,1 2-5-16,4 4-4 16,-1 2-2-16,0 5-1 0,0 5-2 15,0 0-4-15,-2 3-10 16,1 7 14-16,3 1 6 15,-3 2 1-15,1-2-1 16,2 1 0-16,1-1-1 16,2-4 1-16,-2-1-1 15,4-2-1-15,1-4 2 16,2 0 0-16,-2 0 0 0,0-7 1 16,0-1-1-16,0-3-1 15,-3 2 1-15,-1-2 5 16,-1 1 7-16,-2 2 0 15,-1 2-4-15,-3 2 4 0,1 2-2 16,-2 0 1 0,0 2-10-16,0 2-9 0,0 5 3 15,0 4 4-15,0 2 0 16,0 2 2-16,0 2-6 16,0 0-12-16,0-2-23 0,0-3-6 15,4 0-13-15,1-6 20 16,1-1-6-16,1-3-15 15,1-2 49-15,2 0 12 16,0-8 25-16,0-2 13 16,-2 0-18-16,2-2-9 15,-4 2 0-15,-2 0 14 0,-3 4 22 16,-1-1 3-16,0 4-4 16,0 1-26-16,-4 2-21 15,-2 0 3-15,1 2-3 16,-1 4-1-16,2 1 0 15,0 3 0-15,4 0-1 0,0-2-3 16,1 0-4-16,8-2 3 16,2-1-6-16,3-4-2 15,0-1-19-15,3 0-38 16,0-3-5-16</inkml:trace>
  <inkml:trace contextRef="#ctx0" brushRef="#br0" timeOffset="110375.71">23305 9615 290 0,'0'0'22'0,"0"0"0"0,0 0-4 0,0 0-9 16,0 0-11-16,0 0-7 15,0 0 3-15,0 0 2 16,-15 34 4-16,18-11 0 0,1 1 0 15,0 1 1-15,1 0 0 16,1-1-1-16,1-1-3 16,0-1-6-16,0-3-15 15,2-3-10-15,0-2-16 16,1-7-39-16,0-2 4 16</inkml:trace>
  <inkml:trace contextRef="#ctx0" brushRef="#br0" timeOffset="110601.07">23436 9817 167 0,'0'0'51'16,"0"0"-14"-16,0-30-8 0,-1 23-11 16,-4 2-3-16,-3 1-16 15,-2 2 9-15,1 2-9 16,-2 0-6-16,2 3 4 16,1 2 3-16,2 3 3 15,2 2-3-15,3-1 0 0,1 0-1 16,0 1 1-16,4-3 0 15,4 1-2-15,2-1-1 16,3-2-9-16,-1-2-7 16,1-3-11-16,0 0-29 15,-2 0-27-15</inkml:trace>
  <inkml:trace contextRef="#ctx0" brushRef="#br0" timeOffset="111086.12">23491 9750 67 0,'0'0'213'16,"0"0"-190"-16,0 0-19 15,0 0 2-15,32 0 2 16,-19 4-3-16,-1 3-1 16,-1 2-4-16,-2 1 0 15,-1 2-5-15,-3-2-1 0,-1 3 4 16,-4-2 1-16,0-3 0 15,0-1 2-15,-4-2 0 16,0-3 2-16,-2 0-1 16,3-2 1-16,0 0 3 15,2-5-2-15,1-5 0 0,0 0 3 16,0-5-4-16,6 1-1 16,3-1-2-16,2 1-5 15,1 0-17-15,2 3 0 16,-1 3-6-16,0 1 4 15,-1 2 1-15,-1 2 0 16,-2 2 11-16,0 0 5 0,-2 1 7 16,-2 0 0-16,-1 0 6 15,0 0 19-15,-1 3 7 16,0 3-5-16,1 2-10 16,0 0-7-16,0 1-6 0,0 1-2 15,0 0-1-15,0-2 0 16,-2 0-2-16,2-1-2 15,-2-1-4-15,1-3-3 16,0-1-15-16,-1-2-38 0,0-3-129 16</inkml:trace>
  <inkml:trace contextRef="#ctx0" brushRef="#br0" timeOffset="111222.84">23754 9589 339 0,'0'0'-20'0,"0"0"-22"0,0 0-65 15</inkml:trace>
  <inkml:trace contextRef="#ctx0" brushRef="#br0" timeOffset="111640.47">23863 9671 231 0,'0'0'0'0,"0"0"0"0,0 0 3 16,0 0 10-16,29-10 4 15,-22 10-6-15,-1 0 2 16,1 4-4-16,-2 2-8 16,0 3-1-16,-1 3-4 15,-3 0-2-15,-1 1-11 16,0-1-12-16,-1 0 15 0,-6-3 1 16,0-2 0-16,0-3 12 15,-1-1 0-15,2-2 2 16,2-1 0-16,1 0 15 15,2-6 10-15,1 3-4 16,0-3-7-16,5 2-2 0,2 0-1 16,3 3-2-16,0-1-8 15,1 2-2-15,0 0 0 16,2 2-1-16,-1 1-23 16,-1 0-59-16,0 0-38 15</inkml:trace>
  <inkml:trace contextRef="#ctx0" brushRef="#br0" timeOffset="112481.21">24121 9592 212 0,'0'0'1'15,"1"-30"4"-15,0 17 6 0,2 2-3 16,0 2-1-16,0 4-2 16,1 2-2-16,1 3-2 15,1 0 4-15,1 5 4 16,-1 7-5-16,1 6-1 16,-1 3-1-16,-2 6-1 0,-3 4-3 15,-1 1 4-15,0 2-4 16,0 0-2-16,-1-1 2 15,-2 0 2-15,2-2-2 16,1-2 2-16,0-4-1 16,1-4 0-16,4-4 2 0,4-5-1 15,1-5 0-15,3-5 0 16,0-2 1-16,1-3 4 16,0-7 4-16,-2-4-9 15,-3-3 3-15,-3 0-3 16,-2-2-1-16,-4-1-1 15,0 0-1-15,-2 1 2 0,-7 1-1 16,-1 2 1-16,-3 1-5 16,-1 2-5-16,-1 3 15 15,0 3 1-15,2 2-1 16,0 2-4-16,3 2 0 0,2 1 1 16,2 0-1-16,4 0 1 15,2 0-4-15,0 0-9 16,3 0 5-16,6 0 6 15,1-1 2-15,3-2 2 16,2 0-2-16,-1-1 0 0,2-2 0 16,-2 0-1-16,1-1 1 15,1-1 1-15,-3 0 3 16,0-1 0-16,-3 2 1 16,-1-1-1-16,-3 2-3 15,-2 1 0-15,-3 1 0 16,-1 0 4-16,0 2-4 0,-3 2-2 15,-4 0-4-15,0 0-4 16,-1 3 9-16,0 2 0 16,1 4-2-16,1-1 1 15,1 1-1-15,3 1-1 16,1-1 0-16,1-1-4 0,0-1-1 16,4-1-2-16,3-2-3 15,1-1 2-15,2-2 7 16,-1-1 3-16,1 0 1 15,1 0 4-15,0-5 1 16,-1 0 2-16,0-4-2 0,-1 0-2 16,-2-2-1-16,-1-3-26 15,-4-3-102-15</inkml:trace>
  <inkml:trace contextRef="#ctx0" brushRef="#br0" timeOffset="114003.65">24648 8390 70 0,'2'3'21'0,"-1"-1"-18"0,2 1 2 0,0 0 4 16,-1 1-4-16,2-1-2 15,-2 2-2-15,3-2 1 16,-2 1-2-16,2-1 1 0,-3 0-1 16,1 0 1-16,2-3 2 15,-2 0 14-15,2 0 4 16,1 0 1-16,2 0-6 15,2-4-6-15,2-3-4 16,3-1 0-16,1-1-1 16,2-1 0-16,3 1-1 0,-1-2-2 15,0 0-2-15,-1 3-4 16,-2 0-22-16,-5 1-53 16</inkml:trace>
  <inkml:trace contextRef="#ctx0" brushRef="#br0" timeOffset="114515.31">24611 8931 41 0,'0'0'3'0,"0"0"6"0,0 0 5 0,0 0-3 15,0 0 1-15,0 0 0 0,0 0-1 16,0 0 4-16,18 27-1 16,-17-22 4-16,2-2-1 15,-2 0-3-15,2-1-3 16,-2 0-3-16,2-2 3 15,2 0 5-15,0 0 0 16,4-2 7-16,4-5-9 0,2-1-10 16,3-2-1-16,6-3-2 15,3-1 0-15,1-1 1 16,4-1-4-16,-1-1-6 16,1 1-51-16,-5 1-53 15</inkml:trace>
  <inkml:trace contextRef="#ctx0" brushRef="#br0" timeOffset="114913.88">24556 9570 179 0,'0'0'1'0,"0"0"-2"0,0 0 25 0,0 0-5 16,43-3-9-16,-19-3-4 15,4-4-5-15,4-1-6 16,-3-3-85-16</inkml:trace>
  <inkml:trace contextRef="#ctx0" brushRef="#br0" timeOffset="116095.46">21554 8898 102 0,'0'0'2'0,"0"0"6"0,0 0 0 0,-7 35-5 0,7-22-1 15,-2 2-1-15,2 2 0 16,-1 3 2-16,1 3 1 15,0 1-2-15,0 4-1 16,0 2 1-16,1 3 0 0,3 3 1 16,2 4-1-1,1 3 0-15,1 3-1 0,0 4 0 16,2 1-1-16,3 2 0 16,0 2 1-16,1-1-1 15,3 1 1-15,0 1-1 0,4-2 1 16,3 1 0-16,5-4 0 15,4-1 1-15,2 0 0 16,5-2-2-16,1 0-1 16,1-3-6-16,3 1-2 15,0-3 0-15,1 0-4 16,-1-6 2-16,-1-3 9 16,-1-3 1-16,0-5 2 0,0-4 1 15,-2-2 0-15,0-6-1 16,0-3 3-16,-2-4 4 15,-1-4 5-15,-3 0 5 16,-2-3 5-16,-1 0 2 16,-4 0 3-16,-1-3-8 0,-5 0-9 15,-1 1-7-15,-3-1-2 16,-3 1-1-16,-4 1 0 16,-2-1-1-16,-3 0 2 15,-1 1 12-15,-3-1 1 16,1 0-8-16,-1 1-6 15,-2 0 0-15,2 0-1 0,-2 0-7 16,0 1-18-16,0 0-16 16,0-1-47-16,0 1-53 15</inkml:trace>
  <inkml:trace contextRef="#ctx0" brushRef="#br0" timeOffset="118389.96">24684 8418 79 0,'0'0'2'0,"0"0"-11"0,0 0-28 0</inkml:trace>
  <inkml:trace contextRef="#ctx0" brushRef="#br0" timeOffset="119201.02">24684 8418 45 0,'25'-28'21'16,"-24"26"-14"-16,0 0-1 15,0-1-3-15,1 1-2 16,0-1 0-16,0 1-1 0,-1-1 0 15,-1 1 1-15,1-2 2 16,1 0 10-16,-1 1-3 16,2 0-2-16,1-1-4 15,0 1-3-15,2 1 0 16,-1 1 0-16,2-1 0 0,-2 2-1 16,3 0 1-1,2 0 1-15,0 2 1 0,3 1-2 16,-2 5-1-16,0-1 0 15,-1 5-2-15,-1 1 0 16,-2 1-1-16,-3 4 1 0,0 2 4 16,-4 0-2-16,0 3 1 15,0-1 3-15,0 0 0 16,-4-2 0-16,0 1 4 16,1 0-3-16,-2-1 2 15,1 3-2-15,-1 1 0 0,2 3-2 16,-1 0-2-1,1 1 0-15,1 2-1 0,1-1 0 16,1 0 1-16,0 0-1 16,3-3 1-16,4-2-1 15,2-1 1-15,0-5-1 16,1-3 0-16,2-4 1 0,0-3 4 16,-1-1 6-16,2-4-4 15,1-1-3-15,-4-1-1 16,0-1 2-16,0 0-1 15,-4 0-3-15,-3-2 2 16,-1-1-2-16,-2 0 2 0,0 2 2 16,0 0-4-16,-6 1 2 15,-2 0-4-15,-2 2-2 16,-2 6 1-16,0 4 2 16,0 2 0-16,0 4-1 0,1 1 0 15,3 1 1-15,-1 2-1 16,4-1 0-16,1-1 0 15,3 2 1-15,1-2 0 16,0 3 0-16,0 0 1 16,0 1 1-16,2 1 2 0,-1 2 4 15,1 0 0 1,-2 3-3-16,0-1 0 0,0 4 2 16,-3 1-2-16,-5 0-3 15,-2 2 1-15,-4 0-2 16,-6 0 0-16,-6-1 0 0,-5-4-6 15,-11-5-15-15,-6-7-47 16,-10-9-96-16</inkml:trace>
  <inkml:trace contextRef="#ctx0" brushRef="#br0" timeOffset="121641.99">21691 7814 74 0,'0'-4'15'0,"0"2"-12"0,0-1 2 0,0 1-2 15,0 1-2-15,0-1 1 16,0 2 1-16,-2-2 1 15,-1 2-3-15,-1 0 1 0,1 0 2 16,0 0-1-16,-2 0-2 16,2 0-1-16,-3 0 0 15,1 0 1-15,-1 0-1 16,-1 1 1-16,-2 0 0 16,0 1 1-16,-1-2 5 15,-2 1-2-15,1-1 1 16,-2 2-4-16,-1-2-1 0,-1 3 1 15,1-1 3-15,-2 0 0 16,-2 1-2-16,0 1 1 16,1 0 3-16,-2 1-1 15,-1 2-1-15,0-2-1 0,0 4-1 16,0-2 2-16,0 1-1 16,0 1-1-16,-1 1-2 15,1 1 1-15,0 1-2 16,0 1 2-16,0 0-2 15,1 2 0-15,2 0 0 0,0 0 0 16,3 0 1-16,3-2-1 16,1 0-1-16,1 2 1 15,2-2 1-15,2 2-2 16,0 2 2-16,0 0-1 16,3 0 0-16,0 3 0 15,2-2 0-15,0 2 0 0,0 1 0 16,4 0-1-16,3-2 2 15,2 0-4-15,3-2 1 16,2 0-1-16,1-2 3 16,4 0 1-16,2-2-2 0,1 0 2 15,4 0-1-15,1-3 0 16,2 0 1-16,1 0 0 16,4-2 0-16,0-3-1 15,3-2 3-15,1 1-3 16,2-3 2-16,1 0-2 0,-2-1 1 15,2 0 1-15,-3 0-1 16,2 0-1-16,-1 0 0 16,0 0 1-16,2 0-2 15,0 0 0-15,-2 0-2 16,2 0-1-16,0 0 4 0,2 0-1 16,-1-2 1-16,-2-1 0 15,0 1-1-15,1-2 1 16,-3 1-2-16,2 0 2 15,-1 0 1-15,1 0 1 16,-1 1-3-16,0 0 2 16,-1-1 0-16,2 1-1 0,-2-1 4 15,1 0 0-15,0-1 0 16,1-1 1-16,0 0-1 16,-3-1 0-16,2-1-1 15,0 2 1-15,-1-2-2 0,1 2 0 16,2-2 0-16,2 1-1 15,1 1 1-15,2-2-2 16,0 1 1-16,2-1-1 16,-2 1 1-16,0-1-1 15,-1-1 0-15,-1 0 1 16,-1 0 4-16,1 0 1 16,2-1-3-16,0 1 0 0,1-1-2 15,4 1 0-15,1-2 0 16,1 1 0-16,1 0-1 15,-2-1 1-15,-2-1-1 16,0 3 2-16,-2-2-2 0,1 1 0 16,-1 0 0-16,1 0 0 15,-2 2 1-15,1-1-1 16,0 0 0-16,-3 0 0 16,1 1 0-16,-2 1 1 15,-2-1-2-15,-2-3 1 0,-2 3 0 16,1-1 1-16,-5-2-2 15,1 0 2-15,-2-1-1 16,-1-4 0-16,-4 0 0 16,-3 0 0-16,-2-1 0 15,-5-2 0-15,-3-1 0 0,-5 1 0 16,-2-1 0-16,-3-1 2 16,-2 0 0-16,-1 0 3 15,-2-1 0-15,0 2-2 16,0-2-2-16,-2 1 0 15,-5 0 1-15,-1 0 0 16,-3 2-2-16,-2-2 2 16,-4 4-2-16,0-1-2 0,-4 1 2 15,-3 1 2-15,-3 2-4 16,-3 1 1-16,-1 1 0 16,-1 1-2-16,-1 1 2 15,-2 0 3-15,1 0 0 0,-1 3-2 16,-1-1 1-16,0 2-1 15,0 0 0-15,-1 2 1 16,-2 1-2-16,0 0 1 16,-1 1 0-16,1 1 0 15,-3 0-1-15,2 0 2 0,-1 0-4 16,1 0 0-16,-1 0 3 16,0 3 1-16,-1-1-1 15,-1 3 2-15,-1 0-2 16,0 1-1-16,1-2 0 15,-3 1-3-15,0 3 0 16,-1-3 0-16,0 1 2 0,0-1 1 16,-2 1 1-16,-1 0 0 15,-1 2 0-15,1-1 0 16,-3 1 0-16,1 1 1 16,-2 0-1-16,3 0-1 0,1-1-3 15,1-1-1-15,2-1 2 16,3 2 1-16,1-3-1 15,0 0 4-15,1 0 1 16,0 0-2-16,-1 1 1 16,-2 0 0-16,2 1-1 0,0-1 1 15,-2 1-2-15,2-1 1 16,1 1 0-16,1-2 1 16,3 0-1-16,1 0 2 15,2-1 0-15,2 0 2 16,-1 0-1-16,0 2-1 15,2-1-2-15,-4 3 1 0,1-3-2 16,1 2 2-16,0 1-1 16,1-2-1-16,-1 1 1 15,0 1 1-15,1 0-1 16,2-1 0-16,0 2 2 16,2 0 3-16,2 1-4 0,1 0 0 15,0 2-1-15,-2-1 1 16,0-1-1-16,2 2 0 15,-2-1 0-15,1-2 1 16,3-1 0-16,2-1 0 16,5-2 0-16,3-1-1 0,2 0 2 15,3 0-1-15,2-2-2 16,2 0-7-16,3-2-16 16,-1 0-50-16,3 0-51 15</inkml:trace>
  <inkml:trace contextRef="#ctx0" brushRef="#br0" timeOffset="122186.87">21854 7567 63 0,'-2'0'48'0,"2"0"-36"0,-1 2 6 0,1-1-19 16,0 1 2-16,0 1-1 15,2-1 1-15,0 2-1 16,0 0 0-16,1-1 0 0,-2 0 0 16,1-2 2-16,2 1-1 15,0-2 6-15,1 0 11 16,1 0 1-16,4-7-2 16,2-3-1-16,3-3-6 15,6-3-2-15,6-5-4 16,7-5-3-16,7-4-1 0,5-7-16 15,-1-5-96-15</inkml:trace>
  <inkml:trace contextRef="#ctx0" brushRef="#br0" timeOffset="126140.92">21747 6067 94 0,'-6'0'3'0,"2"0"4"0,1 0 5 15,0-1-8-15,0-1-1 16,-1-1-1-16,1 1-1 16,0-1 0-16,1 0-1 15,-4 1 1-15,2-1-2 16,-3 1 1-16,-1 2-1 0,-4 0 1 15,-1 0-1-15,-2 0 0 16,-3 3 0-16,-2 4 1 16,-4-2 0-16,0 3 0 15,0-1 1-15,-2 0 1 0,0 2 1 16,0 0 1 0,2 1-3-16,-2 1-1 15,3 0 1-15,1 1 0 0,-1 1-1 16,3 2 0-16,0 0 1 15,-1 2-1-15,4 1 0 0,1 0 0 16,3-1 1-16,3 2-1 16,3-1 1-16,2 1-1 15,3 0 0-15,2 2 0 16,0 0 1-16,0 0-1 16,3 1 0-16,3-2 0 15,2-1-1-15,2-2 1 0,2-2 3 16,2-1 4-16,3-3-1 15,4 0 1-15,0-1 4 16,4-2-6-16,3-1-1 16,2-1-2-16,3-1 2 15,2-2 0-15,2 1-5 0,1-2 6 16,0 0-3-16,0 0-1 16,0-1 0-16,0-1 0 15,-1 0 0-15,2 0-3 16,0 0 1-16,-1-2 0 15,0-3 3-15,0-1-4 0,0 0 4 16,-1-2-6-16,1 2 11 16,-1-2-10-16,0 0 8 15,0-1-4-15,-2 0-1 16,0 1 2-16,-1-2-2 16,-4 0-2-16,2 1 4 15,-2 0-2-15,2 0 0 0,-3 0 0 16,1 0 0-16,-2 1 1 15,-1 1-1-15,-3 0 0 16,-4 0 0-16,-2 4 0 16,-3 0-1-16,-3 1 2 0,-2 0-4 15,-2 2 3-15,-3 0-2 16,-1 0-2-16,-3 1-6 16,0 3-3-16,-1 0 8 15,0 1 4-15,-3 1 1 16,-5 1 3-16,0 1-1 0,-3 0-2 15,-1 2 1-15,-1 0 0 16,-2 0-2-16,0 2 2 16,-3 0-1-16,-1-1 1 15,-1 0-3-15,0 1 4 16,0-1-2-16,0 1 0 0,0-1 1 16,1 1 1-16,0 0-2 15,0 1 1-15,0-2-2 16,4 0-1-16,-2 1 2 15,4 0 0-15,0-2 0 16,2 5 0-16,1-1 0 16,2 3 0-16,-1 0 0 0,3 1 0 15,1 1 0-15,0 0-1 16,3-1 1-16,0-1-2 16,2-2 0-16,0-1 1 15,0-1 1-15,0-2-1 0,4-2-1 16,2 0 3-16,-1 0 0 15,3-2 0-15,-1 3 2 16,4-2-2-16,-1 1-1 16,3-1 2-16,0 1-3 15,2-2 1-15,1 0-1 16,3-2 0-16,0 0 1 0,2-4 7 16,1 1-5-16,-1-1 0 15,1 0-1-15,1-1 0 16,0 0-1-16,0 0 1 15,2 0 0-15,0 0-1 16,0 0 1-16,2 0-1 0,0-3 0 16,1 0-1-16,2 0 1 15,1-1-1-15,-1 0 3 16,3-1-2-16,-1 0 0 16,3 0 2-16,-2-1-2 15,4 2 1-15,1-2-1 0,-2 1 0 16,1-2 0-16,1 1 0 15,1-1 0-15,-2 0-3 16,3 0 5-16,1 0-4 16,1 0 5-16,0 0-1 15,1 1-2-15,1-1 0 0,0 2 0 16,-1-3 0-16,2 3-16 16,-1-3 2-16,0 4 11 15,0-2 3-15,-1 1 1 16,2-2 0-16,0 4-1 15,-1-2 0-15,1 1 0 16,0 1-1-16,0 0-13 0,-1 1 4 16,1-2 7-16,-1 0 3 15,0 1-1-15,-2-2 2 16,-1 0-1-16,-5-1 1 16,0 0 0-16,-3 0-1 0,-3-2 3 15,-3 1-1-15,-1-1-1 16,-2-1 0-16,-3-2 0 15,-1 0 0-15,-3-2 4 16,1-1 5-16,-4-3 2 0,0 1 7 16,-2-2-11-16,-3-2-4 15,0 2-4-15,-5-1 1 16,-1 0-1-16,-3-1 0 16,0 2-3-16,0-1 3 15,-7 1 7-15,1 0-2 16,-5 2 1-16,-1-1 1 15,0 0-6-15,-4 1 4 0,-3 1-3 16,-2 1-3-16,-4 0 1 16,-2 4 0-16,-4 0 3 15,0 2-2-15,-3 0-1 16,-1 2 0-16,-3 0 0 0,-1 2 0 16,-2 1 2-16,-4-1 1 15,0 2-2-15,-2 0 2 16,1-1 1-16,-2 3 2 15,1 0-3-15,-1 0-1 16,0 0 0-16,0 0-1 0,1 3 1 16,4 1-1-16,-2 0 2 15,0 1-3-15,2 1 1 16,-2 0-1-16,2 1 0 16,-1 1 0-16,2-1 0 15,2-2 0-15,2 1 0 16,2-2 0-16,4 0 1 0,3-2-1 15,4 0 1-15,4-2-1 16,4 0 0-16,3 0 1 16,4 0 1-16,3-2-1 15,4 0 2-15,1-2 0 0,2 0-7 16,0-3-1-16,7-1 2 16,3-2-2-16,4-1-2 15,2-2 4-15,3-2 3 16,1-1 0-16,1-1 1 15,0 2-1-15,1-2 0 16,-2 2 2-16,-2 0-2 16,-1-1 1-16,-6 3 0 0,-2 0 0 15,-4 0 2-15,-2 1 2 16,0-1-1-16,-3 1 2 16,0-1-1-16,-3 0-4 15,-3 0-1-15,-4-2 0 16,-2 1 0-16,-2 0 1 0,-3-1-2 15,-1 0 3-15,-3 2-3 16,-1-1 1-16,-2 1-1 16,-1 2-1-16,-2 0 2 15,0 2-1-15,-3 0 3 0,-2 0-1 16,-2 2-2-16,1 1 2 16,-3 1-2-16,0 1-3 15,1 1 7-15,1-1-2 16,-2 1-1-16,-1 2 1 15,-1-1-2-15,-1 2-3 0,-1 0 7 16,-1 0-3-16,-2 0-4 16,0 0 7-16,-2 0-3 15,-5 0 0-15,-5 0 0 16,-10 6-3-16,-17 5 6 16,-19 2-11-16,-25 0-123 15</inkml:trace>
  <inkml:trace contextRef="#ctx0" brushRef="#br0" timeOffset="130159.19">16886 12421 168 0,'0'0'19'0,"0"0"-11"0,0 0 2 0,0 0-3 0,0-1-2 15,0 1 5-15,0-2 11 16,-1 0-3-16,0 0-5 16,0 1-3-16,1-1-6 15,0 2-2-15,0 0 0 0,0 0-4 16,0 0 1-16,0 0-2 15,0 5 3-15,0 2-1 16,3 5 1-16,-1 1 0 16,0 3 0-16,1 2 0 15,-1 1 1-15,1-3-1 16,-2 2 0-16,-1-3-7 0,1 0-8 16,-1-2-11-16,0-2-18 15,0-3-26-15,0-4-53 16</inkml:trace>
  <inkml:trace contextRef="#ctx0" brushRef="#br0" timeOffset="130592.98">16834 12423 102 0,'0'0'5'15,"0"0"8"-15,0 0 12 16,28-3 1-16,-18 1-2 16,0 2-5-16,1 0 2 15,1 0-9-15,3 0-4 16,-3 0 1-16,3 2-6 15,-1 3-2-15,-1 3-1 0,2 0 0 16,-4 5 1-16,-1 0-3 16,-2 0 0-16,0 2-4 15,-2-1 1-15,-4 2-7 16,-2-1 1-16,0 0 1 16,-1 0-1-16,-8-2 2 0,-1 1 6 15,-2-3 3-15,-4 1 3 16,0-1-1-16,-2-2-1 15,0-1-1-15,-1 0-2 16,2 0 2-16,1-3-10 16,2-2-28-16,1-2-22 0</inkml:trace>
  <inkml:trace contextRef="#ctx0" brushRef="#br0" timeOffset="131112.98">17186 12522 61 0,'0'0'88'0,"0"0"-48"0,0 0-3 0,0 0-16 16,0 0-15-16,0 0-6 0,-28 10 1 15,21-3-1-15,3 1 0 16,-2 3 0-16,3 0 1 16,-1 0-1-16,3 1 1 15,1 0-1-15,0-2 2 0,0 0-2 16,4 0 0-16,3-1 0 15,0-3-1-15,2-1 1 16,0-3 0-16,2-2 1 16,1 0 0-16,-1 0-1 15,-1-4 0-15,4-4 2 16,-4-2 1-16,0-1 2 0,-3-1 3 16,-1 1 3-16,-4-2 5 15,-2 1 0-15,0 1 0 16,0 0-2-16,-4 3-5 15,-2 1-2-15,-2 1-3 16,1 4-5-16,-2 2-5 0,0 0-11 16,0 4-5-16,1 4-19 15,2 0-7-15,0 2-54 16</inkml:trace>
  <inkml:trace contextRef="#ctx0" brushRef="#br0" timeOffset="131497.73">17453 12519 133 0,'0'0'51'0,"0"0"2"0,0 0-21 15,0 0-16-15,0 0-10 0,0 0-6 16,0 0-2-16,0 0-7 16,0 0 5-16,-36-2 0 15,27 9 7-15,0 1-3 16,2 2 0-16,0 3 0 16,0 0 1-16,3-1 0 0,2 3-1 15,1-3 0-15,1-1-2 16,0-1 2-16,5-2 0 15,4-1 2-15,0-2 1 16,2 0 3-16,3-3 1 16,1-1-3-16,2-1-3 0,0 0-2 15,1-2-14-15,1-6-44 16,-3-4-68-16</inkml:trace>
  <inkml:trace contextRef="#ctx0" brushRef="#br0" timeOffset="131777.41">17600 12387 25 0,'0'0'231'0,"0"0"-228"16,0 0 2-16,0 0-1 0,0 0-5 15,0 0-1-15,0 0-1 16,0 0 3-16,0 0 0 15,-6 29 2-15,6-12-2 16,1 3 0-16,1-1 0 16,1 4 0-16,-2-3 0 0,1 0 0 15,-1-2 0-15,1-2-2 16,-2-2-11-16,0-1-11 16,0-4-46-16,0-3-35 15</inkml:trace>
  <inkml:trace contextRef="#ctx0" brushRef="#br0" timeOffset="132365.7">17527 12541 1 0,'0'0'115'15,"0"0"-114"-15,0 0 1 16,0 0-1-16,0 0 0 0,35 3-1 16,-24-3 0-16,3 1 3 15,-1-1-1-15,1 0 1 16,1 0 3-16,0-3 3 16,-1 0 13-16,-1-1-1 15,0-2 5-15,-2 2 1 0,-1-1-2 16,-2 1-9-16,-3 0-5 15,0 3-2-15,-4 0 3 16,0 0 2-16,-1 1-5 16,0 0-8-16,0 0-5 15,0 1 1-15,-2 5 6 0,-4 3-4 16,3 0-1-16,-2 2-3 16,1 0 2-16,3 0 2 15,1 0-1-15,0-2-2 16,2 1-3-16,5-3 3 15,-2-1 2-15,4-3 1 16,-1-1 1-16,2-1-2 0,0-1 1 16,1 0 1-16,0-1-1 15,-1-4 1-15,0-1 1 16,-1-2 2-16,0 0 0 16,-4-2-1-16,0 2 1 0,-3-2 4 15,-2 0-2-15,0 2 4 16,0-2-4-16,-6 2-4 15,0 0 1-15,-3 2-3 16,0 2-1-16,1 2-3 16,-2 2-7-16,2 0-9 15,2 0-12-15,-2 0-52 0,4 2-83 16</inkml:trace>
  <inkml:trace contextRef="#ctx0" brushRef="#br0" timeOffset="132871.92">17881 12506 11 0,'0'0'115'0,"0"0"-113"0,0 0 12 0,0 0 24 16,0 0-4-16,32-9-10 15,-26 9 2-15,-2 0-10 16,2 0-5-16,-1 0-4 0,2 0-4 16,-1 0-3-16,0 5 1 15,2 0-2-15,-1 3 1 16,0 1-2-16,0-1 1 16,0 2-2-16,0 0 2 15,0 0-2-15,-2-2-8 16,0 2-2-16,-3-3-1 0,0 1-5 15,0-2 0-15,0-2-3 16,-2 1 9-16,0-2 8 16,0-3-3-16,0 0 6 15,0 0 9-15,-3 0-4 16,2-2-2-16,-1-3 3 0,0-1 14 16,2-1-1-16,0-1 0 15,0-1 3-15,0 0-2 16,0-1 3-16,0 0-3 15,4-1-4-15,2 1-4 16,-2-1-3-16,3 1 0 16,0 0-3-16,0 0-2 0,0 2-2 15,1 0-4-15,1 3-32 16,-3-1-54-16</inkml:trace>
  <inkml:trace contextRef="#ctx0" brushRef="#br0" timeOffset="133713.9">18399 12485 256 0,'0'0'8'0,"0"0"-7"0,0 0 0 0,0 0 0 16,0 0-7-16,0 0-6 15,0 0 8-15,0 0 3 16,0 0 1-16,0 0 0 16,-2 31-2-16,2-22 2 0,2-2-1 15,4 2-1-15,-1-3-9 16,1 0-2-16,3-1-4 15,-3-3 3-15,0 1 6 16,2-3 3-16,-2 0 5 16,0 0 4-16,-3 0 9 0,0-4 5 15,1-2 1-15,-2 0-5 16,0 1-6-16,0-2-3 16,2 1-2-16,-2-1 1 15,2 0 4-15,1-1-3 16,1 3 1-16,1-1-3 0,2 1-1 15,0 1-1-15,1 0-1 16,1 2 0-16,0 2 0 16,-1 0 0-16,1 0 0 15,-1 0 1-15,-3 3-2 16,0 2 2-16,-1 2 0 0,-2-1 1 16,-2 1-4-16,1 0 2 15,-3-1 2-15,0 1-2 16,0-1-4-16,-3-1 3 15,-2 0-3-15,-4-3-11 16,-1 0-5-16,-1-2-48 16,-1 0-79-16</inkml:trace>
  <inkml:trace contextRef="#ctx0" brushRef="#br0" timeOffset="133859.45">18427 12378 321 0,'0'0'-11'0,"0"0"-7"0,34-13-3 15,-20 10-36-15,1 3-97 0</inkml:trace>
  <inkml:trace contextRef="#ctx0" brushRef="#br0" timeOffset="134620.38">18992 12433 198 0,'0'0'2'16,"0"0"0"-16,0 0 13 15,0 0-5-15,27-4 5 16,-24 1 7-16,-2 0 5 16,-1-2-12-16,0 0-3 0,0 2-8 15,0-2-2-15,0 0-4 16,-6 1-10-16,1 2-6 16,-4 0-10-16,0 2 16 15,0 0 11-15,-1 0 2 16,3 5-1-16,0 1 0 0,3 1-1 15,0 3-1-15,3-1-2 16,1-1 0-16,0 1-1 16,3-1 0-16,4-1-1 15,3-1 6-15,0-2 6 16,0-1-2-16,0-1 0 0,0-1 2 16,1-1 3-16,0 0 2 15,-4 0 3-15,-1-1-3 16,1-2-3-16,-4-1 0 15,0 2-2-15,-1-1 1 16,0 0-2-16,-1 1 1 16,0 1-4-16,1 1-1 0,-1 0-1 15,2 0-2-15,1 3 1 16,1 4-2-16,0 3 2 16,1 3 0-16,0 1 1 15,-1 3-1-15,-1 1 0 16,-2 2-1-16,-2 0-4 0,0 3-1 15,0-3-11-15,0 1 11 16,-2-2 0-16,-2-3-2 16,0-3 6-16,1-1 4 15,-2-4-2-15,-1-1-5 16,-3-3 6-16,-2-2 0 0,0-2-5 16,-2 0 0-16,-1-1-6 15,1-6 9-15,2-1 5 16,2-2 10-16,4-3 3 15,2-1 0-15,3 0-2 16,0-1-3-16,7 0-12 0,2-2-8 16,3 2-9-1,4-1-8-15,1-1-17 0,1 1-35 16,2 1-45-16</inkml:trace>
  <inkml:trace contextRef="#ctx0" brushRef="#br0" timeOffset="134969.1">19236 12446 279 0,'0'0'26'0,"0"0"-15"0,0 0-10 0,0 0-11 0,0 0-11 16,0 0 15-16,0 0 2 0,0 0 4 16,-34 30 1-16,28-20-1 15,2 1-1-15,3-3 1 16,1-1-2-16,0 1-4 15,1-3 0-15,5-1-3 16,1-3-1-16,1-1 6 0,-1 0 4 16,3 0 1-16,-4-3 2 15,0-2 7-15,0-2 4 16,-2-1 1-16,-1 0 2 16,-1 0 0-16,-1-1-6 15,-1 1-3-15,0-1-4 0,-1 1-5 16,-5 1-2-16,0 1-5 15,1 2-4-15,-2 2-5 16,0 2-14-16,-1 0 2 16,0 0-26-16,1 0-14 15</inkml:trace>
  <inkml:trace contextRef="#ctx0" brushRef="#br0" timeOffset="135409.23">19351 12441 88 0,'0'0'-10'0,"0"0"7"0,0 0 7 0,0 0 3 0,-34 22 3 15,26-14 1-15,2 1-1 16,2 0-4-16,1 0-1 16,2-1-3-16,1 1 1 0,0-2-3 15,2-2 1-15,5 0 1 16,2-2 1-16,1-3 0 16,1 0 1-16,1 0 10 15,0 0-3-15,-1-1 5 16,1-3 6-16,-2-1-3 0,-1-1 5 15,-2-1-4-15,0 0-2 16,-5-1-9-16,0 2-1 16,-2-3-3-16,0 3-2 15,0 1-2-15,-7 0-5 0,0 2-2 16,-3 1-8-16,0 2-6 16,0 0-1-16,1 0-12 15,2 0-31-15,1 0-16 16</inkml:trace>
  <inkml:trace contextRef="#ctx0" brushRef="#br0" timeOffset="135816.51">19565 12478 227 0,'0'0'7'15,"0"0"-6"-15,0 0 4 16,0 0 4-16,0 0-4 16,0 0 5-16,0 0 1 15,0 0-2-15,0 0-10 0,-4-24 1 16,-5 24-2-16,1 0 0 16,-2 5-3-16,-1 2-5 15,3 0 2-15,1 1 2 16,1 0-4-16,3 0-3 15,2 0 1-15,1-1 5 16,0-2 0-16,0-1-2 0,5-3 9 16,4 2 4-16,-1-3-4 15,4 0-6-15,-2 0-19 16,0-3-18-16,1-2 7 16,-2-3 22-16,1-2 15 15,-2-1 0-15,-1-3 15 0,-1 0-9 16,-1-2-5-16,-1-2-2 15,-3 0-12-15,-1 0-61 16</inkml:trace>
  <inkml:trace contextRef="#ctx0" brushRef="#br0" timeOffset="135994.21">19604 12311 25 0,'0'0'41'0,"0"0"3"16,0 0 8-16,0 0-3 16,0 0-19-16,0 0-27 15,0 0-4-15,0 0 2 16,-12 11 3-16,12 6 2 15,0 3 5-15,0-1 0 0,0 0-6 16,5 0-2-16,0-2-3 16,2-2 0-16,0 1 0 15,1-4-10-15,2-2-60 16,0-5-78-16</inkml:trace>
  <inkml:trace contextRef="#ctx0" brushRef="#br0" timeOffset="136364.31">19965 12421 182 0,'0'0'23'0,"0"0"-10"15,0 0-10-15,0 0-1 16,-35 22 1-16,25-15 0 0,2 0 2 15,2 0-2-15,2 0-1 16,4-1-1-16,0-1 0 16,0 1-3-16,8-3 2 15,2 0 3-15,0-2-2 16,2 0-2-16,-1-1 1 0,-1 0 1 16,1-2 4-16,-3-3 3 15,-1 0 11-15,-2-2 1 16,-3-1 6-16,-2 0-7 15,0 1-2-15,0-1-9 16,-2 0-6-16,-4 1-1 16,0 2-3-16,-2 2-14 0,-3 3-4 15,0 0-26-15,1 0-30 16</inkml:trace>
  <inkml:trace contextRef="#ctx0" brushRef="#br0" timeOffset="136720.69">20044 12423 151 0,'0'0'31'0,"0"0"-30"16,0 0 4-16,34-6 6 15,-27 6 1-15,-2 0-6 16,1 0-1-16,-3 6 0 15,0 1 0-15,-1 1 0 16,0 2-3-16,0 0-2 0,-2-2-3 16,0 0-16-16,0-2-2 15,0-1 5-15,0-3 12 16,0-1 1-16,0-1 8 16,-2 0 18-16,1-1-1 15,0-6 2-15,1 0 0 0,0-2 0 16,0 0-9-16,5-2-2 15,2 2-6-15,4-1-3 16,0 0-7-16,3 1-19 16,4 0-31-16,1 2-62 15</inkml:trace>
  <inkml:trace contextRef="#ctx0" brushRef="#br0" timeOffset="137388.6">20509 12429 117 0,'0'0'15'0,"0"0"-12"0,0 0 4 15,0 0 9-15,0 0-1 16,0 0-10-16,0 0 3 0,0 0-2 15,31-26 4-15,-23 26 4 16,0 0-5-16,0 0-3 16,1 2 0-16,0 3-4 15,0 1-2-15,-1 1 0 16,-1 3 0-16,0-3-5 0,-2 1-3 16,-2 0 1-16,-1-3 1 15,-2 1-2-15,0-4 3 16,0 0 1-16,0-2 1 15,-3 0 12-15,-1 0-5 16,-1 0 0-16,0-3-4 0,1-2 1 16,1-1 0-16,1 0 5 15,2-1 4-15,0 0 5 16,0 1 3-16,4 0-5 16,1 1-7-16,2 0 0 15,1 1 3-15,1 1-5 16,1 1 0-16,0 2 0 15,0 0-2-15,1 0-1 0,-2 2 0 16,1 5-1-16,-3 1 0 16,1-1 0-16,-4 1-1 15,-1 2 0-15,-2 1-9 16,-1-3-10-16,0-1-12 0,0 0-29 16,-4-3-43-16</inkml:trace>
  <inkml:trace contextRef="#ctx0" brushRef="#br0" timeOffset="138072.9">20816 12410 272 0,'0'0'4'0,"0"0"-3"0,0 0 2 0,0 0-1 0,0 0 2 0,0 0-1 15,0 0-1-15,0 0-1 16,0 0 1-16,0 0-2 16,-19 7 1-16,15 1-1 15,3-1 0-15,1-1-2 0,0 2 0 16,0-1 1-16,5-3 0 16,0 0 2-16,2-1-1 15,0-1 2-15,0-2-1 16,1 0-1-16,0 0 0 15,-2 0 1-15,1-2 0 16,-1-3 1-16,-2-1-2 0,-2-1 2 16,0-1 2-16,-2 0-1 15,0-2-2-15,0 0-1 16,0-1 1-16,-2 0 0 16,1-2-4-16,0 1-2 0,0 1-4 15,1-2 1-15,0 2 1 16,0 0 5-16,6 1-1 15,0 1 2-15,2 0-3 16,-1 1-1-16,1 1-7 16,1-1-7-16,-1 1-1 0,2 1 7 15,0-1 10-15,0 1 3 16,1 1 0-16,-1 0 0 16,1 1 0-16,-1 1 1 15,-2 2 1-15,-1 1 0 16,-1 0 6-16,-1 0 2 15,-1 4-4-15,-2 5 1 0,0 1 2 16,-1 1-2-16,1 3-2 16,-2 1 0-16,1 1 0 15,-1 0-3-15,2-1 0 16,-1 1 0-16,0-1-2 0,1-1 2 16,-1-3-2-16,0 1 0 15,1-4 1-15,0 2-1 16,0-3-1-16,-2-2-7 15,0 0-15-15,0-2-15 16,0-3-37-16</inkml:trace>
  <inkml:trace contextRef="#ctx0" brushRef="#br0" timeOffset="138256.1">21000 12400 269 0,'0'0'17'0,"0"0"-1"0,0 0-12 0,0 0-4 16,0 0 1-16,0 0-1 15,33-12-1-15,-21 12 1 0,1-3-13 16,1 0-35-16,2-1-75 16</inkml:trace>
  <inkml:trace contextRef="#ctx0" brushRef="#br0" timeOffset="138705.48">21290 12241 100 0,'0'0'3'0,"0"0"7"16,0 0 14-16,0 0 1 15,0 0 2-15,-1-31-5 0,3 26-4 16,1 3 1-16,1-1-3 16,3 0-10-16,-3 1-4 15,3 2 1-15,2 0-3 16,-3 0 1-16,2 0-1 15,0 0 0-15,0 3 0 16,-2 2 0-16,1 0 0 0,-3 0-1 16,1 3 1-16,-4-1 0 15,-1 3-1-15,0-1-1 16,-3 1-2-16,-4 1 3 16,-1 0 3-16,-1-1-3 0,2 2 2 15,-1-1 0-15,1 1 0 16,1-1-1-16,2-1 1 15,1 0-5-15,3 0-16 16,0-1-32-16,0-1-36 16</inkml:trace>
  <inkml:trace contextRef="#ctx0" brushRef="#br0" timeOffset="138832.98">21365 12447 165 0,'0'0'59'0,"0"0"-46"15,0 0-1-15,0 0-8 0,0 0-4 16,0 0-17-16,0 0-116 16</inkml:trace>
  <inkml:trace contextRef="#ctx0" brushRef="#br0" timeOffset="141312.21">16982 12861 126 0,'0'0'4'0,"0"0"16"0,0 0-2 0,0 0-9 15,0 0 1-15,0 0-6 16,0 0 0-16,0 0 0 15,0 0 0-15,0 0-2 0,0 0 1 16,0 0-2-16,-7 8 0 16,12-7-1-16,1 1 1 15,2-1-1-15,2 1 0 16,1-2 2-16,3 1 0 16,2-1 1-16,4 0-2 0,1 0 3 15,3 0-2-15,3 0 1 16,2-2 4-16,3 0-2 15,1-3 0-15,3 2 1 16,3-2-3-16,1 2-3 16,3-2 0-16,4 0 1 15,0-2-1-15,7 0 0 0,0-2 1 16,4 2-1-16,4-1-1 16,3 0 0-16,1 1 0 15,2-1 0-15,1 1 0 16,2 1-3-16,-1-1 0 15,2 2 2-15,0-1 1 0,0 2 1 16,0 0 0-16,-1 0 0 16,1 1 0-16,0-1 1 15,1 2-1-15,-1-1 0 16,0 0 0-16,1 0 0 0,0 1 0 16,0-3 0-16,1 1 0 15,2 0 0-15,-2-1 0 16,1 0 1-16,3 1-1 15,-1 1 0-15,2 0 0 16,1 2 0-16,0-1 0 0,0 2 0 16,1 0 0-16,-2 0-1 15,-2 0 1-15,-1 0 1 16,-3 2-1-16,0-1 0 16,-3-1 2-16,-4 0 3 15,-1 0 1-15,1 2-3 16,-4-1 0-16,0-1-2 0,-2 0-1 15,-1 1 0-15,-1 0 2 16,-3-1-2-16,-1 0 0 16,-2 0 0-16,-1 0 0 15,-3 0 0-15,-3-1 0 16,-2-3 0-16,-2 0 0 0,-2-2 0 16,-3-1 0-16,-4-4 0 15,-2-2 0-15,-6-1 0 16,-2-3 0-16,-4 0 0 15,-4-3 1-15,-2-2 2 16,-2 0 4-16,0-2-1 16,-3 0 4-16,0 0 1 0,0 0-4 15,-1 0 4-15,-1-2-5 16,0 1-1-16,-1 2-3 16,-2-2 1-16,-2 0 0 15,0-1-2-15,-1 3-2 16,-6-3 0-16,-3-1 1 0,-2 1 0 15,-3-2-1-15,-2-2 0 16,0 3-1-16,-3 2 2 16,-3 2-1-16,-2 2-1 15,-1 4 1-15,-3 4-6 0,-2 3-4 16,-4 2 0-16,-2 4 7 16,0 2-7-16,0 2 0 15,-2 0 0-15,-2 0 6 16,1 1-1-16,-2 4 0 15,-2 0 3-15,-3 0 2 16,0 2 0-16,-3 0 1 0,-1 0-1 16,-1 0-3-16,0 1-8 15,-3-1-7-15,-1 1-3 16,-2 1-2-16,0-1 9 16,-7 0 6-16,-1-1 7 15,-2 1 1-15,-1-1 2 16,-2-1 0-16,-2 0 2 0,0 0 0 15,-1 0 2-15,-2 0-5 16,0 0-1-16,-1 0-7 16,2-2-12-16,-1-1-6 0,-3 1 10 15,2-3 16-15,0 2 2 16,0-1 6-16,-2-2 4 16,3 1 4-16,0-1 3 15,0 0-7-15,1 1-2 16,-1-1-4-16,1 0-4 15,-1 0 1-15,3 0-2 0,-1 0 4 16,0 1 3-16,1-1 3 16,1 1 0-16,0 0 1 15,-2 2-6-15,1 0 0 16,2-1 0-16,-1 3-2 16,-1-1-1-16,4 1 0 0,2 0-2 15,0 1 0-15,2-1 0 16,3 1-1-16,5-1 4 15,2 0-2-15,5-1 3 16,4 1-1-16,4 1 1 16,2-1-5-16,2 0 1 15,2 3-1-15,0-1 0 0,4 1 0 16,0 1 0-16,2-1 0 16,0 2 0-16,2 0 1 15,-2 1-1-15,2-1 0 16,1 1 0-16,1 1 0 0,3-2 0 15,0 2-2-15,2-1-4 16,3-1 2-16,0 2 2 16,-1-1 2-16,1 1 0 15,3 0 0-15,-3 1 0 16,2 2 1-16,-1 0-1 0,4 2 1 16,0 1-1-16,4 1 1 15,2 2-1-15,4-1-1 16,0 2-1-16,3 1 2 15,0 0-2-15,7 2 3 16,4-1-1-16,3 2-1 16,4-2 0-16,2 1 0 0,4-5 0 15,3 1 1-15,5-5-2 16,4-1 5-16,3-2-2 16,8-3 1-16,1 0-1 15,8-3 0-15,6 0 1 0,6-4 0 16,8-3 0-16,6 0 0 15,4-3-38-15</inkml:trace>
  <inkml:trace contextRef="#ctx0" brushRef="#br0" timeOffset="142174.57">21127 11663 95 0,'6'2'7'0,"1"-1"16"0,2-1-4 0,1 0 3 0,2 0 3 15,5-1 6-15,1-6 3 16,7-1-9-16,4-2-2 16,4-2-6-16,5-4-11 15,6-2-3-15,5-4-2 0,3-3-21 16,0-5-68-16</inkml:trace>
  <inkml:trace contextRef="#ctx0" brushRef="#br0" timeOffset="153759.29">22073 11224 140 0,'0'0'2'0,"0"0"2"0,0 0-1 0,0 0-5 16,0 0-1-16,0 0 0 16,0 0 8-16,0 0 8 0,0 0 23 15,0 0 8-15,0 0-14 16,-4 0-10-16,3 0-7 16,1 0-7-16,0 0-3 15,0-2-1-15,0 1 0 16,5-1-2-16,2 0 1 0,1-1-1 15,2 0 2-15,0 3 1 16,-2-1 1-16,1 1-2 16,-1 0 1-16,-1 0-3 15,-2 4 0-15,0 3 0 0,-2 2 0 16,-2 2 0-16,-1-1 0 16,0 1-3-16,0 0 3 15,-4 0 3-15,-3-2-6 16,-3-1 2-16,-1 1 2 15,-1-3 2-15,0 1-3 16,-1-1 1-16,1-2 0 16,3 1-1-16,3 0 1 0,1-3-1 15,3-1-9-15,2 1-26 16,0-2-19-16,6 0-19 16,2-2-8-16</inkml:trace>
  <inkml:trace contextRef="#ctx0" brushRef="#br0" timeOffset="154159.21">22230 11209 189 0,'0'0'2'0,"0"0"5"0,0 0 3 15,0 0-12-15,0 0 5 16,0 0-4-16,0 0 3 15,0 0 0-15,0 0 3 0,0 0 1 16,-28-13-3-16,21 17-1 16,1 2-1-16,0 1 1 15,0 2-2-15,0 0 0 16,-1 1 1-16,3-1-1 16,-1 1 2-16,2 0-2 15,2-1 0-15,1 0 2 0,0-2 3 16,0 0 2-16,3-1 4 15,3-1-1-15,-2 0 0 16,3-3-3-16,0 3-1 16,0-2-1-16,0-2 2 15,0 1-3-15,0-2-2 0,0 2 1 16,-1-2-4-16,0 0 2 16,1 0-5-16,-1 0-30 15,0 0-30-15,-1 0-72 16</inkml:trace>
  <inkml:trace contextRef="#ctx0" brushRef="#br0" timeOffset="154454.32">22340 11303 99 0,'0'0'24'0,"0"0"-2"15,0 0-8-15,0 0-2 16,0 0 7-16,0 0 2 0,0 0-3 16,0 0-4-1,0 0-3-15,6 28-1 0,-5-20-3 16,0 2 1-16,0 0-3 16,0 1-3-16,0 1 0 15,0-1-1-15,0 0 0 16,0-1-1-16,2 1 1 15,-2-1-1-15,1 0-8 0,0-3-34 16,0-4-93-16</inkml:trace>
  <inkml:trace contextRef="#ctx0" brushRef="#br0" timeOffset="155004.69">22519 11328 91 0,'0'0'29'0,"0"0"0"0,0 0-11 0,0 0-9 15,0 0-3-15,0 0-1 16,0 0-2-16,31 0-2 15,-21 0 0-15,1-2 0 16,0 1 4-16,1-1 3 0,0-1 7 16,2 2-1-16,2-1 7 15,-1 0-7-15,4-1-8 16,0 2 3-16,1-2 0 16,0 0-6-16,0 1-2 15,1 1-1-15,-5 0 1 0,0 0-1 16,1 0 0-16,-3 1 0 15,0-1 0-15,-1 1 2 16,-1 0-2-16,-2 0 0 16,-3 0 0-16,0 0 0 15,-2 0-4-15,-2 0-9 0,-3 0-13 16,0 0-33-16,0 0-37 16</inkml:trace>
  <inkml:trace contextRef="#ctx0" brushRef="#br0" timeOffset="155233.54">22911 11237 200 0,'0'0'6'0,"0"0"22"0,0 0 2 0,33 21-20 16,-27-9-8-16,-4 3-1 16,-2 1 1-16,0 1-2 0,-8-2-31 15,-3-2-51-15</inkml:trace>
  <inkml:trace contextRef="#ctx0" brushRef="#br0" timeOffset="156365.17">23110 11119 69 0,'0'0'16'0,"0"0"20"0,0 0-2 16,0 0-3-16,0 0-6 15,0 0-9-15,0 0-7 16,0 0-3-16,0 0-3 0,0 0 0 16,25-24-2-16,-17 24-1 15,1 8 1-15,0 4-2 16,-3 4 1-16,0 5 0 16,-2 5 0-16,0 2 1 15,-2 3 0-15,0-3 0 0,-2 1 0 16,0-3 0-16,0-5-2 15,1-2 3-15,0-2-1 16,1-5 1-16,2-1 2 16,1-2 0-16,0-2 6 15,2-2-1-15,1-1-1 0,0-1 0 16,0-2-2-16,0-1-3 16,0 0-1-16,-2 0 1 15,-1-5-1-15,-1-3 1 16,-1-1-2-16,-2-2 0 15,-1-1 0-15,0-1 0 16,-1 0-3-16,-6-1-5 16,-4 1-3-16,0 1 2 15,-2 1 4-15,0 3 2 0,-1 1 2 16,4 1 2-16,0 2-1 16,3 1 2-16,1 1-5 15,2 1 2-15,3-1 2 0,1 1-2 16,0-1 0-16,3-1 0 15,7-1 0-15,3 1 0 16,2-1 0-16,3-1 0 16,0 1 0-16,2-1 0 15,0 0 0-15,-1 0 0 0,-3-1 0 16,0-1 4-16,-2 0 2 16,-4 2 2-16,-2-1-3 15,-2-1 0-15,-3 2 0 16,-2 0 1-16,-1 1 2 15,0 0-4-15,0-1-4 0,-6 2 0 16,1 1-1-16,-1 0 0 16,-1 1 0-16,-1 1-2 15,-1 0 3-15,1 1-1 16,-1 4 1-16,2 3 0 16,0 1 0-16,3 2 0 0,0 0-1 15,3 0 1-15,1 0-1 16,1 1 1-16,7-3 0 15,1 0 0-15,2-1 1 16,2-1 1-16,2-2 0 16,-3-2-4-16,1-2-15 0,0-1-26 15,-3 0-29-15,0-6-66 16</inkml:trace>
  <inkml:trace contextRef="#ctx0" brushRef="#br0" timeOffset="157168.65">23430 11186 202 0,'0'0'22'0,"0"0"10"16,0 0-31-16,0 0 0 0,0 0 5 15,0 0 2-15,13 26 0 16,-10-13-4-16,1-1 0 16,-1 1-3-16,0-2-1 0,2-1 1 15,-3-3-1-15,1 0 1 16,-1-4-1-16,1-1 0 15,-1-2-1-15,-1 0 3 16,2-2 1-16,1-4-1 0,-2-2-1 16,1-4 0-16,2 3 2 15,-1-3 1-15,2 0 0 16,-1 2-4-16,2 1 2 16,0 3-2-16,1 1 1 15,-1 4-1-15,1 1-1 0,2 0 1 16,-3 0-1-16,0 4 1 15,2 1-1-15,0 1 1 16,-1 0 1-16,0-2-1 16,0 0 0-16,0-1 0 15,0-1 0-15,-1-2 0 0,0 0 1 16,1 0 0-16,-3-2-1 16,0-4 2-16,-1 1 0 15,-3 0 3-15,1-1-3 16,-2 0 1-16,0 0 0 15,0 2-3-15,0 1 3 0,-3 0-2 16,-1 2-2-16,1 1 2 16,-2 0-3-16,1 1 4 15,-1 6-2-15,1 2 0 16,-1 0 0-16,2 2-1 16,1-1 0-16,1 2 0 15,1-1 0-15,0-2-5 16,0 1 2-16,0-4 1 0,2-1-2 15,3 0 0-15,-1-3 3 16,2-1 1-16,1-1 2 16,1 0 0-16,-1-3 2 15,1-4-1-15,1-1 2 16,1 1-1-16,-1-1 1 0,0 1-1 16,-2 1 2-16,0 3-1 15,0 1 1-15,-1 1-3 16,1 1-2-16,0 0 0 15,-1 1 0-15,1 2-1 0,-2 1 2 16,1-1-1 0,1-1 1-16,-2-1-2 0,0-1 2 15,-1 0 4-15,-2-1 20 16,2-4 9-16,-3-3-20 16,0-1-9-16,0-2-4 0,0 0-4 15,-1-3-31-15,0 0-31 16,0-4-133-16</inkml:trace>
  <inkml:trace contextRef="#ctx0" brushRef="#br0" timeOffset="158012.84">23947 11186 91 0,'-4'0'22'0,"1"0"13"0,0 0-11 0,2 0-16 0,1 0-5 16,0 0-1-16,0 0 6 15,0 0 0-15,0-1 1 16,0 0 2-16,0 1-9 16,0 0-1-16,3-1-1 15,0 1 0-15,2 0 1 16,3 0-1-16,-1-1 0 0,3 0 0 16,2-1 2-16,1-1 2 15,1 1 4-15,1-1 0 16,2 1-1-16,-1-1 3 15,0 1 0-15,1-1-3 0,-2 2-2 16,-1-1-1-16,0 0-3 16,-2 2-1-16,-2 0 1 15,0 0-1-15,-2 0-4 16,-3 0-15-16,-4 0-21 16,-1-1-73-16</inkml:trace>
  <inkml:trace contextRef="#ctx0" brushRef="#br0" timeOffset="158208.72">24188 11130 176 0,'0'0'3'0,"0"0"27"16,0 0-4-16,28 25-13 15,-25-11-9-15,0 1-3 0,-3 3 1 16,0-1-22-16,-7-4-61 16</inkml:trace>
  <inkml:trace contextRef="#ctx0" brushRef="#br0" timeOffset="159951.26">24356 11170 66 0,'0'-1'4'0,"0"0"5"0,0-1 2 15,0 2-4-15,0 0-4 16,0 0-1-16,0 0-1 0,0 0-1 16,0 0 1-16,0 0-1 15,0 0 3-15,0 0 6 16,0 0 5-16,0 0-3 16,0 0-2-16,0 0-5 15,0 0-3-15,0 0-1 0,0 0 0 16,0 0 3-16,0 2-2 15,0 0 0-15,0 1-1 16,1 0 2-16,0 0 1 16,1 0-3-16,1 1 1 15,0-1-1-15,1 0 1 0,-1 1 0 16,0-1-1-16,0 0 0 16,-1-1 0-16,-1 2 2 15,0-1-2-15,1 2 0 16,-2-2-2-16,1 0 2 15,1-1 2-15,0 1-2 0,0-2 0 16,-1 1 0-16,1-1 0 16,2 0 1-16,-3 1-1 15,2-2 0-15,-1 0 1 16,3 0 1-16,1-3 13 16,1-3 2-16,1-2 0 15,4-2-4-15,3-2 3 0,1-2-2 16,2-3-2-16,3-1-5 15,1-3 1-15,3-1-2 16,3-1-2-16,2-1-1 16,3 0-2-16,1 0 0 15,-3 2-1-15,1 2 0 0,-5 2 0 16,0 2 1-16,-9 4-1 16,-1 2 0-16,-2 4-1 15,-5 2-3-15,-3 4-17 16,-2 0-10-16,-5 0-16 15,0 5 7-15,-2 3 12 16,-6-1 0-16,-2 3-47 0</inkml:trace>
  <inkml:trace contextRef="#ctx0" brushRef="#br0" timeOffset="161217.16">24353 11193 114 0,'2'-4'2'0,"-1"2"4"0,1 0 8 0,-1 0-4 0,0 1-2 16,0-2 4-16,1 3-2 16,-1-3 1-16,1 3 1 15,-1 0-2-15,1-1-6 16,-2 0 0-16,0 1 0 16,1 0-2-16,-1 0 0 0,0 0-2 15,0 0 0-15,1 5 0 16,0 0 0-16,1 2 0 15,1 1 1-15,0-3-1 16,0 2 1-16,2-1-1 16,-1-1 0-16,0 0 0 0,2-2 1 15,-2-1-1-15,2-2 0 16,1 0 3-16,0 0 0 16,3 0 7-16,0-6 0 15,4-1-3-15,0-2-3 16,2-3-1-16,-1-2 0 15,3-1 2-15,2-3 1 0,-1-2-2 16,2-1 2-16,5-4-1 16,1 0-1-16,1-3-1 15,3 1 1-15,0 1-3 16,1 3 0-16,-2 1-1 16,-1 3 1-16,-3 2 0 0,-3 2-1 15,-3 2 1 1,-4 3-1-16,-1 3 0 0,-3 2 0 15,-2 2 0-15,-3 3-4 16,-4 0-16-16,-2 3-16 16,-1 2-32-16,-2 1-44 0</inkml:trace>
  <inkml:trace contextRef="#ctx0" brushRef="#br0" timeOffset="162627.98">22016 11806 134 0,'10'0'51'0,"-3"0"-50"0,1 0 3 0,1 0 6 15,-1 0-6-15,0 4-2 16,-2 1 0-16,0 1-1 0,-2 2-1 16,-1 0 1-16,-3 0 0 15,0 0 0-15,0-3 1 16,0 2 0-16,-2-1 0 16,-2 0 2-16,3-2-3 15,-3-1 1-15,1-1-1 0,2-1 0 16,-1-1 0-16,2 0 3 15,0 0 7-15,0 0 0 16,0-4-9-16,3-2-2 16,4-3 0-16,-4 2 2 15,4-3-2-15,-2-1 1 0,2-1 1 16,-2 1 1-16,-1 0 0 16,0 2 0-16,-1 2 1 15,-1 3-1-15,-1 2 0 16,-1 2-1-16,0 0-2 15,0 0-2-15,0 6-1 0,0 4 5 16,0 2-2-16,0 1 2 16,2 1-2-16,2 0 0 15,2-1-15-15,0-2-20 16,1-3-48-16,2-2-61 16</inkml:trace>
  <inkml:trace contextRef="#ctx0" brushRef="#br0" timeOffset="162916.81">22238 11866 160 0,'0'0'23'0,"0"0"15"0,0 0-7 0,0 0-14 15,30-19-6-15,-24 19-6 16,-1 0-5-16,0 0 1 16,-1 5-1-16,-1 3 0 15,-2 0-1-15,-1 5-9 16,0-1-3-16,-1-1-7 15,-5 1-1-15,-1-2 11 0,0-2 5 16,0-1 8-16,2-3-2 16,1 0 8-16,3-4 3 15,1 2-6-15,0-2-1 16,0 0-3-16,10 0 4 16,0 0-3-16,2 0-2 0,4 0-4 15,2-2-31-15,0-4-53 16</inkml:trace>
  <inkml:trace contextRef="#ctx0" brushRef="#br0" timeOffset="163118.09">22485 11878 213 0,'0'0'0'0,"0"0"3"15,27-4 9-15,-13 1 2 0,2 0 8 16,3 1-2-16,4-1 0 16,1 1-13-16,5 1-6 15,2-2-2-15,0-1-43 16,-2-3-133-16</inkml:trace>
  <inkml:trace contextRef="#ctx0" brushRef="#br0" timeOffset="164015.81">23054 11681 163 0,'0'0'-17'15,"0"0"24"-15,23-28 2 16,-10 21-5-16,1 1-2 0,1 3 1 16,-1 1 4-16,2 2 3 15,-3 0 0-15,-1 2-4 16,-1 7-1-16,-3 5-2 15,-2 2-2-15,-1 4 1 0,-3 5 0 16,-2 2-2 0,0 1 0-16,0 1 0 0,-4-1 0 15,-1-1-1-15,0-4 1 16,2-3 3-16,2-2 1 16,1-5-2-16,0-1 1 15,0-4 0-15,4 0-2 16,2-1 1-16,1-5 1 0,0 0 3 15,2-2 4-15,0 0-2 16,1 0-5-16,0-3 0 16,-2-3-1-16,-1-1-1 15,-2-1-1-15,-2-2 2 0,-3 0 0 16,0 0-1-16,-2-4 0 16,-6 2-3-16,-1 1-8 15,-5-1-1-15,0 2 3 16,-2 1 2-16,1 1 6 15,0-1 0-15,2 2 1 16,3 0 2-16,4 3 2 16,3 0 0-16,3-1 3 0,0 1-3 15,9 0-2-15,5 0-3 16,2-1 0-16,4 1 0 16,3 0 1-16,2 0-2 0,0-2-4 15,1 0 0-15,-3 1 5 16,-3-1 0-16,-1 0 0 15,-5 1 2-15,-1 0-1 16,-3 1 1-16,-3 0-1 16,-3-1 1-16,-1 3-1 0,-3-2 6 15,0 0 1-15,-2 2-2 16,-4-1-4-16,-2 1 0 16,-3 2-2-16,1 0-1 15,-1 0 2-15,0 0-2 16,1 6 3-16,0 0-1 15,1 4-1-15,4-2 0 16,2 2 2-16,2 0-1 0,1 0-1 16,1 0-3-16,6-3 1 15,3 0-3-15,1-1-5 16,3-2 0-16,1-2-5 16,0-2-26-16,1 0-44 15</inkml:trace>
  <inkml:trace contextRef="#ctx0" brushRef="#br0" timeOffset="164606.24">23473 11754 15 0,'0'0'144'0,"0"0"-87"0,0 0-9 0,0 0-22 15,0 0-7-15,0 0-8 16,0 0-7-16,0 0-7 16,0 0 2-16,0 0 0 15,0 0 1-15,0 0 1 16,5 27-2-16,-1-16 2 15,0-3-5-15,1 0-6 0,-3-2-1 16,1-3-1-16,0-1 4 16,0-2 1-16,0 0 4 15,0-2 4-15,0-3-1 16,0-4 1-16,1 1 1 0,1-2 0 16,0 0 5-16,0-1-1 15,2 1 1-15,1 2-1 16,0 1-6-16,0 2 1 15,0 2-1-15,-1 3 0 16,1 0-1-16,0 2-1 0,-3 4 0 16,0 1 0-16,2-1 1 15,-1 1 0-15,1 1-3 16,-2-3-1-16,0 0 1 16,0-3 4-16,2-1 0 15,-4-1 0-15,4 0-1 16,-3-1 0-16,2-4 2 0,-2-2-1 15,-1 1 1-15,0-1 2 16,-2 2 1-16,-1 0 4 16,0 0 3-16,0 3 2 15,0 2-9-15,0 0-3 16,0 0-2-16,0 0 2 0,0 5 0 16,0-1-2-16,0 4 1 15,0-1 1-15,0-1-2 16,4 1 2-16,1-2 0 15,0 0-2-15,2 0 2 16,-2-1-3-16,3-2-9 0,-1-1-9 16,0-1-5-16,-1 0-57 15,1-3-56-15</inkml:trace>
  <inkml:trace contextRef="#ctx0" brushRef="#br0" timeOffset="164904.54">23911 11731 142 0,'0'0'0'0,"0"0"0"16,0 0 2-16,0 0-4 0,0 0 2 15,0 0 0-15,29 8 3 16,-21-8 3-16,2 0 20 15,3 0-3-15,1 0-5 0,0 0-5 16,4 0-3-16,-1 0-2 16,1 0-4-16,0 0-2 15,0-1-1-15,-2 1-1 16,-2 0 1-16,-3 0-1 16,-2 0-2-16,-2 0-10 0,-2 0-16 15,-2 0-46-15</inkml:trace>
  <inkml:trace contextRef="#ctx0" brushRef="#br0" timeOffset="165217.67">24145 11708 231 0,'0'0'4'16,"0"0"2"-16,0 0-2 16,0 0 4-16,0 0 0 15,29-5 2-15,-19 5 2 16,1 0-1-16,-1 4-2 0,2 3-7 16,-1 0-2-16,-3 3 0 15,-2 0 1-15,-3 1-2 16,-3-1-3-16,0 1-6 15,-9-2-4-15,-4 0-5 16,-1-1 3-16,-1-3-14 16,1-2-45-16</inkml:trace>
  <inkml:trace contextRef="#ctx0" brushRef="#br0" timeOffset="165580.98">24346 11704 186 0,'0'0'35'0,"0"0"-2"0,0 0-26 16,0 0-7-16,0 0 3 15,0 0-2-15,0 0 0 16,0 0 0-16,8 33 0 15,-4-26 0-15,2-2 0 16,-1 1 0-16,-1-2-1 16,3-1 0-16,-1-3 1 0,3 0 3 15,1 0 3-15,3-3 4 16,4-2-4-16,0-5-4 16,2 0 1-16,0-3-2 15,3 1 3-15,-1-2-1 0,5-1-1 16,3-1-1-16,2 0-2 15,7 3-2-15,-2-1-19 16,0 2-42-16,-4 2-133 16</inkml:trace>
  <inkml:trace contextRef="#ctx0" brushRef="#br0" timeOffset="185001.18">21467 3630 72 0,'0'0'6'0,"0"0"-6"0,0 0 1 16,0 0 1-16,0 0-2 0,0 0 0 16,0 0 1-16,-1 26-2 15,1-22 2-15,0 0-1 16,0 1-9-16,0 0-26 16</inkml:trace>
  <inkml:trace contextRef="#ctx0" brushRef="#br0" timeOffset="185765.12">21462 3698 36 0,'0'0'13'0,"0"0"-3"0,0 0-7 16,0 0-3-16,0 0-9 15,0 0-8-15,0 0 5 16,0 0 3-16,-3 11 3 15,3-9 4-15,0-1 3 16,0-1 0-16,0 0 6 0,0 0 18 16,0 0 3-16,0 0-9 15,0 0-13-15,0 0-3 16,0 0 1-16,0 0 4 16,0 0 0-16,0 0 1 0,0 0 2 15,0 0 5-15,0 0 7 16,0 0-10-16,0 0-9 15,0 0-2-15,0 0-4 16,0 0 1-16,0 0 0 16,0 2 0-16,0-2 1 15,0 0-1-15,0 2-1 0,0-2 4 16,0 3-1-16,0 0 0 16,0 1-1-16,0-1 0 15,0 3 1-15,1-1-1 16,-1 1 0-16,1 0 0 15,-1-1 0-15,0 0 0 0,1-2 1 16,0 2-1-16,0-3 0 16,-1-1 0-16,1 1 2 15,0-1-2-15,2 0 1 16,-3 0-1-16,2-1 0 16,0 2 0-16,0-2 0 0,-1 0-1 15,2 0 1-15,-2 0-2 16,1 0 0-16,0 0 1 15,1 0 2-15,0-4 3 16,2 0-1-16,-1-1-1 16,0-2-2-16,2 2 1 15,0-1-1-15,1-1 1 16,0 0-1-16,1-3 0 0,1 0 0 16,0-1 0-16,3-4 0 15,0 0 0-15,3-3-1 16,-2 1 2-16,2-2-1 15,-1 2-1-15,-1-2 1 0,-1 2-1 16,0-1 1-16,1 3 0 16,-1-2 3-16,-1 3-1 15,2 0-1-15,-2 1-1 16,0 5 0-16,-1 1-4 16,-3 3-32-16,-4 4-44 0</inkml:trace>
  <inkml:trace contextRef="#ctx0" brushRef="#br0" timeOffset="192036.12">5419 5858 47 0,'0'0'10'0,"0"0"-5"0,0 0-3 0,0 0 0 15,0 0-1-15,0 0 15 16,0 0 7-16,0 0-10 0,0 0 0 16,0 0-7-1,0 0 1-15,0 0-4 0,0-5-2 16,0 5-1-16,0 0 0 16,0 0 0-16,0 0 1 15,0 0 6-15,0 0 9 16,0 0-1-16,0 0-5 15,0 0-5-15,0 0-3 0,0 0-1 16,0 0-1-16,0 0-1 16,0 0 2-16,2 0-2 15,-1 0 0-15,-1 0 1 16,2 0 0-16,-1 0 0 16,1 0 0-16,0 3 0 15,1 0 0-15,0-1 0 0,1 1 0 16,-1-1 0-16,1 1 0 15,-1-1 0-15,1 1 0 16,-1-1 0-16,-2 1 0 0,3 0 0 16,-1-1 0-16,-1 0 0 15,1 1 0-15,1 1 0 16,-1-1 0-16,-2-2 0 16,1 2 0-16,2-1 0 15,-3 0 0-15,2 0 0 16,-1-1 1-16,0 1-1 0,1-1 0 15,-1 0 0-15,0-1 0 16,-1 1 0-16,1 0 1 16,0 0-1-16,-1-1-1 15,1 1 2-15,0-1-2 16,-1 1 2-16,1-1-1 0,0 0 2 16,0 0 0-16,-1 0 0 15,1 0-1-15,0 0 1 16,3 0-1-16,-4 0-1 15,2 0 1-15,1 0-1 16,-2 0 0-16,1 0 0 0,-2 0 4 16,2-1 3-16,0 0-3 15,0 0 0-15,-1-1-3 16,3 2-1-16,0-1 0 16,-2 0 1-16,4-1-1 15,-4-1 0-15,2 1 0 0,1-1 1 16,0 0-2-16,-1-1 2 15,0-2 0-15,0 2 1 16,1-2-1-16,0 0 0 16,0 0 3-16,3-2-3 15,-2 1 1-15,1-1-1 0,-1-2 0 16,1 1 1-16,0-1-2 16,2-1 2-16,1 0-1 15,-1-2 0-15,0 1 2 16,3-1-1-16,-1-3-2 15,3 1 2-15,0-1 0 0,0-1-2 16,1 2 1-16,2-2 0 16,-4 4 0-16,2-2-1 15,-1 3 1-15,-3 3-1 16,0 1 0-16,-2 2 0 16,-4 3 0-16,1 3-5 0,-6 0-28 15,-1 0-47-15,0 5-22 16</inkml:trace>
  <inkml:trace contextRef="#ctx0" brushRef="#br0" timeOffset="193140.1">5481 5845 47 0,'0'0'26'0,"0"0"-14"0,0 0-3 0,0-1 3 16,-2 1-2-16,1 0 1 16,0-1 0-16,1-1-1 15,-1 2 0-15,1 0 3 16,0 0 1-16,-2-1-6 16,2 1-5-16,0 0-3 0,0 0 0 15,0 0 0 1,0 0-3-16,0 0 2 0,0 0 0 15,0 0 1-15,0 0 0 16,2 2 0-16,-1 1-1 16,2 1 1-16,0 0-1 15,0 1 1-15,-1-2 0 0,3 2-1 16,-2-1 2-16,0 0-1 16,1 1 0-16,1-2 0 15,-2 0 0-15,1 0 0 16,0 0 0-16,0-1 0 15,1-1 1-15,-1 1-1 0,0-1 0 16,1-1 0-16,0 0 0 16,-1 0 0-16,1 0 0 15,0 0-1-15,-2 0 2 16,2-1-2-16,0-1 3 16,0-2-1-16,0 0-1 15,2 0 1-15,0-2-1 0,-2 1 3 16,3-1-1-16,-1 0 0 15,1-2 1-15,-1 2 0 16,1-1 0-16,1-1 1 16,-1-1-1-16,-1 1-1 0,2-3-1 15,2 2 2-15,-3-2-3 16,2-1 1-16,-1-1 0 16,2-2 1-16,1-1 0 15,0-1 4-15,2 1-2 16,-1-3 1-16,1 0-3 0,2 1 1 15,-1-1-1-15,2 1 1 16,0 0-1-16,1 1 0 16,2-1 0-16,-2 2 1 15,3-1-3-15,0 3 2 16,1-1-2-16,-5-2 0 16,-2-1-9-16,-10-5-238 0</inkml:trace>
  <inkml:trace contextRef="#ctx0" brushRef="#br0" timeOffset="199321.65">2932 5844 86 0,'-10'0'6'0,"1"0"1"0,2 0-4 0,-1-2-2 16,3 1-1-16,0 1 1 16,0 0 1-16,0 0 1 15,3-1 3-15,0 1 4 16,2 0 0-16,0 0-6 16,0 0-6-16,2 0 0 0,5 0 3 15,3 0-1-15,0 0 1 16,3 0-1-16,1 1 1 15,2-1-2-15,5 0 0 16,0 0 0-16,3 0 2 16,3-3-1-16,0-1 1 0,5 0 0 15,-2 0-1-15,2 0-1 16,-1 0 2-16,3 1 0 16,1 1-1-16,2 0 0 15,2-1-1-15,-1 2 1 16,2-1 1-16,-1 2-1 0,1 0 0 15,-1-2 0-15,-1 2 1 16,2 0-1-16,0 0 1 16,1 0 2-16,-1 0-2 15,0 2-1-15,1 1 0 16,-1-1 0-16,2 0 0 0,0-1 1 16,2 1-1-16,2-1 0 15,1-1 0-15,0 1 0 16,3-1 0-16,-2 0 1 15,0 0-1-15,2 0 0 16,-3 0 0-16,3 0 0 16,-1 0 0-16,1-2 0 15,1 2 0-15,-1-2 1 0,0 1-1 16,4-1 0-16,-2 0 0 16,0-1 1-16,1 0-1 15,-1 2 0-15,2 0 0 0,-2-1 1 16,1 1-2-16,1 1 1 15,1 0 0-15,2 0 0 16,0 0 0-16,-2 0 1 16,4 3-1-16,0-1 0 15,1-2 0-15,0 1 0 0,1 1 0 16,2-2 1-16,-1 0-1 16,0 0-1-16,0 0 0 15,-1 0 3-15,1 0-2 16,0 0 2-16,-2 0-1 15,1 0-1-15,1 0 1 0,0 0 1 16,1 1-1-16,-1 0 1 16,0-1-1-16,3 0 0 15,0 0 0-15,-1 0 1 16,1 0-2-16,-1 0 0 16,3-2 0-16,-4-1 0 0,2 3 2 15,0-1-2-15,1 0 1 16,1 1 1-16,0 0-2 15,-1 0 1-15,4 0-1 16,-1 0 1-16,-2 0-1 16,2 0 0-16,1 1 0 15,-2-1 0-15,1 0 1 0,0 0-1 16,2 0 1-16,-2 0 0 16,-2 0 0-16,0 0 3 15,0 0 1-15,-1 0 0 16,0 0 0-16,1 0-2 15,0 0-2-15,0 0 1 0,0 0-2 16,-3 0 0-16,1 0 0 16,0 0 1-16,1 1-1 15,-2 2 0-15,1-3 0 16,2 2 0-16,-2-1 0 16,-1-1 1-16,-2 3-1 0,0-1 0 15,1 0 0-15,-2 0 0 16,-1-1 0-16,-1 2 0 15,0-1 0-15,0 0 1 16,-2-1-1-16,-1 0 0 16,3-1 0-16,-2 0 0 15,2 0 0-15,-2 0 1 0,1 0-1 16,1-1 0-16,-1-2 0 16,0 0 0-16,-3-1 0 15,2 1 1-15,-1-2-1 16,2 2 0-16,1-2 0 15,-1 2 0-15,3-1 0 0,0-1 2 16,0 1-2-16,-2 0 0 16,-2-1 0-16,0 2 1 15,-3-2 0-15,0 3 0 16,-2 1 0-16,-1 1 1 0,-1-1-1 16,-1 0 1-16,1 0-1 15,-2 1 2-15,0-1-2 16,-1 0 0-16,0-1 1 15,3 1-1-15,-1-1 0 16,1 0 0-16,1 2 0 0,0-3-1 16,3 1 0-16,-2 1 0 15,-2-1 2-15,-1 0-2 16,0 1 0-16,-1 0 0 16,1 0 0-16,-2-1 0 15,4 1 0-15,0 0 0 16,-1-2 0-16,2 0 0 0,-3 1 0 15,3 1 0-15,-4-1 0 16,1 0 0-16,-2 1 0 16,0 1 1-16,1-2-1 15,-2 2 0-15,2 0 2 16,-1 0-1-16,1 0-1 0,1 0 1 16,-2 2-1-16,2-1 1 15,1-1-1-15,-3 2 0 16,0-2 0-16,2 1 1 15,-1 0-1-15,0-1 0 16,0 1 0-16,-2 1 0 0,2-2 1 16,-3 0-1-1,2 2 1-15,-2-1-1 0,1 0 1 16,-1 0 0-16,-1 0-1 16,2 0 1-16,-1 0-2 15,-1-1 1-15,3 2 1 0,-3-1-1 16,3-1 0-16,-4 0 0 15,0 1 1-15,0 0 0 16,-3 0 1-16,2 0-1 16,-2 1 0-16,0 1 0 15,-1 0-2-15,0-1 1 16,0 0 1-16,1-1-2 0,-1 2 2 16,1-2-1-16,1 1 0 15,-1-1 0-15,-1 0 0 16,0-1 0-16,0 2 0 15,1-2 1-15,-4 0-1 16,1 0 0-16,-2 0 0 0,0 0 0 16,-1 0 1-16,0 0 0 15,2 0 0-15,0 0 0 16,0 0 0-16,0 0 0 16,2 0 0-16,-4-2 0 0,0 1-1 15,-2 0 0 1,-1 1 0-16,-5 0 0 0,0 0-2 15,-3 0-3-15,-7 2-37 16,0-2-67-16</inkml:trace>
  <inkml:trace contextRef="#ctx0" brushRef="#br0" timeOffset="200189.96">15443 5736 64 0,'6'0'3'0,"1"0"2"0,2 0 1 0,-1 0 2 15,-1 0-3-15,0 0-1 16,1 0 0-16,0 0-3 16,-1 0 1-16,3 0 0 15,4 0 1-15,-1 0 0 0,2 0 0 16,3 0 0-16,3 0 0 15,1 0-2-15,4 0 1 16,3 0 1-16,-1 0 4 16,7 0 0-16,1 0 0 15,4 0 0-15,4 0 2 16,5 0-4-16,1 0 3 0,5 0-4 16,3 0-1-16,3 0 0 15,1 0-1-15,1 0-4 16,2-1 5-16,3-2-2 15,-2 0 0-15,-1 0 0 16,0-1 0-16,-3 1 0 0,0 0 1 16,-4-3 1-16,-2 2-2 15,-3-1 1-15,-5 0 0 16,-9 1 3-16,-3 0 0 16,-6 0-1-16,-4 3 3 15,-4-1 0-15,-4 2-6 0,1 0-1 16,-4 0 0-16,-1 0-3 15,-5 0-36-15,-5 0-151 16</inkml:trace>
  <inkml:trace contextRef="#ctx0" brushRef="#br0" timeOffset="201321.11">17799 5731 113 0,'0'0'4'0,"0"0"8"0,0 0-11 16,0 0 3-16,0 0-4 15,0 0 5-15,36-5-2 0,-22 3-1 16,2 0-1-16,4 2 0 16,1-1-1-16,3-1 0 15,2 2 0-15,1-2 1 16,3 1-1-16,1 1-1 16,4-2 2-16,1 1 0 0,1 0-1 15,3 1 0 1,2 0 0-16,3 0 0 0,1 0 1 15,4 0-2-15,0 0 2 16,2 0-1-16,2 0 0 16,1 0-1-16,0 0 2 15,0 0-1-15,0 1-1 0,0 0 2 16,0 1-1-16,1-1 0 16,2 1 0-16,1-2 1 15,-1 0-1-15,0 2 0 16,1-1 0-16,-2 1 0 15,0-2 1-15,0 1-2 0,1 0 1 16,2 0 2 0,0 1-2-16,2-2 1 0,2 0-1 15,1 2 0-15,2-1 0 16,-1-1-1-16,1 0 1 16,2 0 0-16,0 0 1 0,1 0-1 15,0 0 0-15,-1 0 0 16,0-1 1-16,-2-1-1 15,0 0 3-15,-1 1-1 16,2-1 6-16,-2 1 1 16,3 0-3-16,-1-2-1 0,1 3-1 15,-1-3 0-15,0 1-1 16,0 0-3-16,2-1 2 16,-2 2-2-16,1-2 1 15,2 0-1-15,-2 0 1 16,0-3 0-16,1 3 1 15,1-2 5-15,0 1 3 0,2-1 0 16,2 0-1-16,1 1-2 16,-1 0-2-16,1-1-2 15,-2 3 0-15,1-1-3 16,0 2 0-16,-3 0 2 16,-2-2-2-16,-1 3 0 0,-4-2 0 15,-4 1 0-15,-5-1 0 16,-5 2-2-16,-7 0 0 15,-6-2-20-15,-8-4-124 16</inkml:trace>
  <inkml:trace contextRef="#ctx0" brushRef="#br0" timeOffset="203642.98">2351 5955 91 0,'0'0'3'0,"-32"-10"2"0,14 8 4 0,1 1 2 15,-1 1-7-15,-2 0-3 16,1 2 0-16,0 6 0 16,-1 1-1-16,1 2 1 0,0 2-2 15,1 0 2-15,1 2-2 16,2 0 2-16,0 0-2 15,1 1 2-15,1 1-2 16,1-1 2-16,1 2-2 16,1 1 1-16,0 0 1 15,3 3-1-15,0 0 0 0,2 1 0 16,5 1 0-16,0-1 0 16,0 1 1-16,0-2-1 15,7-1 0-15,1 0 0 16,0-1 0-16,4 1 0 15,0-3 1-15,0 1-1 0,3 0 0 16,-1 0 0-16,0 0 0 16,3 0 1-16,0 2 1 15,1-2-2-15,2 1 0 16,2 0 0-16,1-1 1 0,1-2-1 16,4 2 1-1,0-4-1-15,-2 3 0 0,3-3 1 16,-2 2-1-16,3-3 0 15,-1 0 0-15,4 0 0 16,0-1 0-16,4-1 3 0,0 0-3 16,0-1 0-16,3-2 1 15,0-1-3-15,4-3 2 16,1-2 1-16,2-1 0 16,0-2-2-16,0 0 0 15,2 0 4-15,1 0-2 0,-2 0 0 16,1-1-3-16,2-2 6 15,1-1-4-15,0 0-2 16,1-2 6-16,2 0-4 16,1 1 2-16,0-1-1 15,3 1 0-15,-1-2-1 0,1-1 1 16,-1 1-1-16,0-2 0 16,1-1 0-16,-4-1-3 15,1 2 5-15,-3-3 0 16,1-1 0-16,-2 2-2 15,0-2 0-15,-4-1 3 16,1 1 1-16,-4-3-2 0,1-3 0 16,-3 1 0-16,-4-3 1 15,-1-2-1-15,-4 1 2 16,-2-3 0-16,-4 1 7 16,-3-1-2-16,-1-2-5 15,-3 1 3-15,-2-1-1 0,0 0-4 16,-3-2 1-16,-2 0-2 15,-3-1 0-15,0 0 0 16,-5 0 0-16,-1 2 0 16,-3 0 0-16,-2 2 0 15,0 2 1-15,-3 0-1 0,-6-1-1 16,1 2 2-16,-4 0-2 16,-1-2 2-16,-1 4-2 15,-2-1 2-15,-2 4 2 16,-2 0-1-16,-1 1 3 15,-4 4-5-15,-2 1 0 0,-4 1 0 16,1 1 1-16,-3 3-2 16,0 1-1-16,-2-1 2 15,1 2-1-15,-5 2-1 16,-2-2 1-16,0 3-1 16,-3-1 1-16,-4 1 1 0,1 1-1 15,-5-1 0-15,0 1 0 16,-4-1-1-16,0 0 4 15,-3-1-2-15,-5 1 3 16,-1-1-2-16,-6 0 1 16,-4-1-1-16,-5 3 1 0,-4 1 1 15,-8 0-2 1,-6 11-1-16,-10 9-2 0,-9 11-1 16,-15 11-22-16,-14 7-100 15</inkml:trace>
  <inkml:trace contextRef="#ctx0" brushRef="#br0" timeOffset="213149.09">1495 11694 67 0,'0'-3'21'0,"0"0"-3"0,-2 0 3 0,0 0 0 15,1 1-2-15,-1 1-1 16,2 1-1-16,-1-1-2 16,1 1-5-16,0 0 0 15,0 0-12-15,0 0-2 16,0 5 2-16,3 2 0 0,2 4 1 16,3 2-1-16,1 3-1 15,1 2 1-15,0 1 2 16,1 1-5-16,-1 2 6 15,1-2-1-15,-3-1 0 16,-2-2 1-16,1-3 0 16,-1-2-7-16,-2-1 9 0,-2-1-6 15,-1-1 10-15,-1-1-6 16,0 2-8-16,0-3-13 16,-4-1-18-16,-3-4-9 15,-2-2-27-15</inkml:trace>
  <inkml:trace contextRef="#ctx0" brushRef="#br0" timeOffset="213697.83">1371 11846 64 0,'0'0'2'0,"0"0"2"16,0 0 1-16,0-31 4 0,1 21-1 16,1 0 0-16,1-3 0 15,2 0-2-15,1 1 1 16,-1-2 0-16,3 0 1 16,0 0-6-16,2 0 1 15,2-1-3-15,0 2 1 0,2 0 1 16,-1 1-2-16,1 1 0 15,2-1 0-15,-1 2 0 16,0 2 0-16,1 1 0 16,2 2 0-16,-1 2 0 15,0 3-2-15,2 0 2 16,0 4-1-16,-1 5 1 0,-2 2-3 16,-2 3 0-16,0 4 5 15,-3 1 0-15,-2 2-3 16,-5 4 4-16,0 1 2 15,-4 0-1-15,0 1-7 16,0 1 11-16,-5-2 2 0,-4 0-5 16,0 0 0-16,-3-3 2 15,-2-3-3-15,0-1 2 16,-2-4 6-16,0-3 8 16,-3-2-6-16,4-3-3 15,-1-3-2-15,2-2-2 0,0-2-4 16,3 0-2-16,4-1-4 15,1-7-14-15,2-6-57 16,2-3-53-16</inkml:trace>
  <inkml:trace contextRef="#ctx0" brushRef="#br0" timeOffset="214446.16">1877 11613 83 0,'0'0'4'0,"0"0"3"0,0 0 0 0,0 0 3 0,0 0 0 16,0 0 1-16,0 0 1 16,-31-11-7-16,27 11-1 15,-1 0 2-15,1 3-4 16,0 4-1-16,2-1-1 0,0 4-1 15,0-1 1-15,2 1 0 16,0 1-1-16,0 1 0 16,0-2 0-16,4-2 0 15,1 0-2-15,-2-1 2 16,2-2 0-16,0-2-1 0,-1 1 1 16,0-3 0-16,2 1 0 15,-1-2 3-15,0 0 3 16,1 0-1-16,0-3 0 15,-2-4 1-15,2 0 2 16,-3-3-2-16,0 0 1 16,-1-1-1-16,0-1 3 15,-2 2-2-15,0-1-1 0,0 2-1 16,0-1 0-16,0 3 1 16,-4 1-2-16,2 2 3 15,-1 1-1-15,3 1 0 16,-1 2-2-16,1 0-4 15,0 0-7-15,0 3 4 0,4 3 1 16,3 0 4-16,0 0-1 16,3 2-1-16,-2-3-1 15,2 0 0-15,2-1-1 16,-2 0-1-16,0-2 1 0,0-2 2 16,-1 0 2-16,1 0 0 15,-2 0-1-15,1 0 1 16,-1-6 0-16,-2-1-3 15,0-3-13-15,-2 0-20 16,-2-5-27-16</inkml:trace>
  <inkml:trace contextRef="#ctx0" brushRef="#br0" timeOffset="-214581.62">1820 11192 50 0,'0'0'3'0,"0"0"7"0,0 0-4 0,0 0-12 15,0 0 2-15,0 0 12 16,0 0 3-16,0 0-6 0,0 0-2 16,17 32-1-16,-9-22 2 15,2 2-1-15,0 1 1 16,2 1-1-16,0 1 1 16,3 0 1-16,0 1-1 0,0 0 0 15,2 1-2-15,-1-1 0 16,1 0-1-16,0 0 2 15,-2-2-2-15,-2 1 0 16,1-2 2-16,-4 0-1 16,2-3 0-16,-4 1 2 15,-1-1-2-15,-2-3 1 16,1 2-1-16,-2-2 1 0,-1-1 1 16,0-1 0-16,-1-2-5 15,-2-3-11-15,0 0-18 16,0 0-24-16</inkml:trace>
  <inkml:trace contextRef="#ctx0" brushRef="#br0" timeOffset="-214332.86">1977 11487 14 0,'0'0'105'15,"0"0"-108"-15,0 0 3 16,0 0 4-16,0 0 5 16,0 0 8-16,0 0-9 0,18-32-1 15,-12 26-2-15,1-1-1 16,1 0-2-16,1 0-1 16,1-1 1-16,1 0-1 15,1 0 0-15,1-2-13 16,-3 0-40-16</inkml:trace>
  <inkml:trace contextRef="#ctx0" brushRef="#br0" timeOffset="-213615.63">2142 11264 91 0,'0'0'5'0,"0"0"-2"15,0 0 4-15,0 0-2 0,3-29-1 16,1 21 3-16,2 2-3 15,-1-1 4-15,1 2-2 16,0-1 0-16,1 2-3 16,1 1 0-16,-1 1 0 15,1 1-1-15,-1 1 0 16,1 0-1-16,1 0 0 16,-3 6 0-16,3 1-1 0,-1 0-1 15,0 2 5-15,1 1-3 16,-2 2-2-16,-1 1 3 15,1 0-2-15,-2 0 3 16,0-1-3-16,-2 1 1 0,1-1 0 16,-2-1-1-16,-1 1 0 15,-1-2 1-15,0-1-1 16,0-2 1-16,0 1 0 16,-5-2-1-16,-1-2 2 15,0 1 3-15,-2-3-2 0,1 1 2 16,-3-3 3-16,3 0-2 15,-1 0 0-15,-2 0 3 16,2 0-3-16,1-2 0 16,-2-1-5-16,3-2-1 15,1 2-1-15,0-3-1 0,3 1 0 16,-1 1 1-16,3-2 4 16,0 1-5-16,0 0-1 15,1-2 0-15,5 2-1 16,0 0 3-16,2 0-2 0,1 2-1 15,1 1 3-15,2-1 1 16,1 3 1-16,1 0-1 16,1 0 0-16,0 0 2 15,-2 3-1-15,2 4-2 16,-1 3-12-16,-2 0-17 16,-2 0-26-16</inkml:trace>
  <inkml:trace contextRef="#ctx0" brushRef="#br0" timeOffset="-212759.43">1510 12326 67 0,'0'0'7'0,"0"0"-2"0,0 0 3 0,0 0-4 16,0 0-4-16,0 0 1 15,0 0-1-15,0 0 0 16,0 0 2-16,32-28-1 0,-24 23 3 16,2-1-1-16,2-2 2 15,1-1-1-15,4-3-3 16,3-1 0-16,2-2 1 16,4-2-1-16,3-2-1 15,0-3 3-15,1-1-3 0,0-5-4 16,4 0 12-16,-3-2 2 15,4 0-3-15,-1 0-2 16,3-2-3-16,-1 3 0 16,-2 0-2-16,0 2 2 15,0-1 2-15,-2 2-1 0,-1 1-1 16,0 0-1-16,0 4 0 16,-2 1 2-16,1 2-1 15,-3 1 1-15,-2 4-2 16,-3 0 1-16,-2 3-1 15,-2 0 0-15,-1 2 0 0,-1 1 0 16,-3 1 0-16,0 2 0 16,-2-1 0-16,0 0-4 15,-3 0-39-15,-1-3-58 16</inkml:trace>
  <inkml:trace contextRef="#ctx0" brushRef="#br0" timeOffset="-208856.18">2443 11063 126 0,'0'0'46'0,"-4"0"-41"0,-2-1 9 0,3-1 1 0,0-1-10 16,2 2-3-16,-2 1 0 16,2 0-1-16,1 0 1 15,0 0-8-15,0 0-22 16,4 4 19-16,2 1-6 16,1 0-22-16,-1 2-12 15</inkml:trace>
  <inkml:trace contextRef="#ctx0" brushRef="#br0" timeOffset="-208647.23">2547 11315 187 0,'0'0'6'15,"0"0"-9"-15,0 0-11 16,0 0 14-16,0 0 2 15,0 0-2-15,0 0-6 0,0 0 1 16,4 2-3-16,1-2-13 16,-3 0-16-16,1-6-33 15</inkml:trace>
  <inkml:trace contextRef="#ctx0" brushRef="#br0" timeOffset="-208421.73">2650 11070 162 0,'0'0'-7'0,"0"0"4"15,0 0 1-15,0 0 3 16,0 0 0-16,0 0-1 0,34-23 2 15,-26 22-2-15,0 1-27 16,-3-2-52-16</inkml:trace>
  <inkml:trace contextRef="#ctx0" brushRef="#br0" timeOffset="-200060.4">3138 10641 72 0,'0'0'2'0,"0"0"-1"0,0 0 0 0,0 0-1 0,0 0 1 15,0 0-1-15,0 0 0 16,0 0 2-16,0 0 4 16,0 0 1-16,-2-3 0 0,2 2 1 15,-2-1-3-15,2 1-3 16,-2-2-1-16,1 3 0 16,1-1 0-16,-2-1 1 15,1 2-1-15,-2 0-1 16,2 0-1-16,-1 0-8 15,1 0-13-15,-2 2-14 0</inkml:trace>
  <inkml:trace contextRef="#ctx0" brushRef="#br0" timeOffset="-196596.83">1995 10819 89 0,'-11'0'-8'0,"-2"-2"9"0,1 0 1 0,2 1 0 15,-2 0 0-15,-1-1 0 16,0 2 5-16,-1 0-3 16,1 0 4-16,-2 0-2 15,-1 0-4-15,3 0 2 16,-1 0-1-16,0 0-3 15,-1 3 1-15,-2 1-1 0,-2 1 0 16,-1 3 0-16,-2-1 0 16,-1 4 0-16,-3 0 0 15,0 3 0-15,-1 1 0 16,1 1 0-16,-1 3 1 16,-1 2-1-16,0 2 0 0,-2 1-1 15,0 1 0 1,-2-1-1-16,0 0 1 0,-1-1 2 15,2 0 0-15,3 1 0 16,1 0 2-16,2 3-3 16,0 3 1-16,1 0 0 0,3-1-1 15,1-1 0-15,1 0 1 16,3-3-2-16,-1-2 2 16,3 0-1-16,-1 0 0 15,2 0 0-15,0 1 0 16,0 0 0-16,2 1 0 0,-1 2 0 15,2 0 2-15,1 2-1 16,1 2 0-16,0 2-1 16,1 0 0-16,2 3 1 15,2-1-2-15,-2 3 2 16,3-2-1-16,2-3 0 0,0-1 1 16,0-1-2-16,0-2 2 15,2 0-1-15,4-1 0 16,0 0 0-16,1-1 0 15,-1-1-1-15,2-3 1 16,2-1-1-16,2-4 1 0,0 0-1 16,3 0 0-16,3-4-1 15,2 0 2-15,3-3-1 16,0 0-1-16,3-3 1 16,1 1 1-16,2-3-1 15,0-1 0-15,0-3-1 0,1 1 2 16,2-2-1-16,1 1-1 15,2-2 0-15,-2 0-1 16,3 0 1-16,-2-3 3 16,4-3 1-16,0 0 5 15,0-2-1-15,6-2-4 16,-2-1-2-16,0-1 4 0,2-3-2 16,-1-3-1-16,-1-5 0 15,0-4 1-15,0-5 0 16,0-3 3-16,-1-5 0 15,0 1 2-15,-3-3 2 0,1-1-2 16,-2 0-6-16,0 0 11 16,-2 1-7-16,-3 0-2 15,-2 2 0-15,-5-1 1 16,-1 0 2-16,-4 0 1 16,-6-1 4-16,0-1 4 15,-2 2-10-15,-4 1-1 0,-3 2 0 16,-3 3-1-16,-2-1 3 15,0 3-3-15,-3 1 0 16,-6 2 1-16,1 1-2 16,-2 3 0-16,-4 1 1 15,1 2 0-15,-2 2 1 0,-2-1-2 16,0-1 0-16,-4 0-1 16,1 2-1-16,-4-1 0 15,-1 1 2-15,-2 1 0 16,2 4 4-16,0 0-4 15,-1 1-1-15,2 2 0 16,-2 0 0-16,1 4 0 0,0 1 0 16,3 2 0-16,-1 3-1 15,1 3-1-15,3 0 0 16,3 1-1-16,1 9-19 16,1 2-22-16,3 2-46 0,-1-3-32 15</inkml:trace>
  <inkml:trace contextRef="#ctx0" brushRef="#br0" timeOffset="-195979.86">1569 10911 53 0,'-1'2'4'0,"0"0"-3"0,1 0 0 0,0-1-1 16,0 0-1-16,0 0 2 15,0-1-2-15,0 2 1 0,0-2 0 16,0 0 0-16,0 1 2 16,0-1-1-16,2 0 0 15,1 0 0-15,0 0 0 16,3 0 2-16,0-5 7 15,2-3-2-15,2-5-3 0,4-3 8 16,3-6-6-16,1-4-5 16,7-8 0-16,4-5 4 15,2-7 0-15,8-5 3 16,5-7-8-16,4-5 0 16,4-5-1-16,7-4-45 15</inkml:trace>
  <inkml:trace contextRef="#ctx0" brushRef="#br0" timeOffset="-192471.04">2707 10739 4 0,'0'1'2'0,"-2"-1"-1"0,2 0 1 15,-2 0-1-15,2 0 5 16,-2 0 7-16,1 0 2 16,1 0-3-16,0 0-2 15,0 0-5-15,-2 0-2 0,2 0 2 16,0 0 1-16,0 0-4 16,0 0 0-16,0 0 8 15,-1 0-5-15,1 0-2 16,0 0 3-16,0 0 0 15,-2 0-3-15,2 0 0 0,0 0-2 16,0 0 0-16,0 0 0 16,0 0-1-16,0 0 0 15,0 0-1-15,0 0 1 16,0 0-1-16,0 0 0 16,0 0 1-16,0 0-1 15,0 0 2-15,0 0 0 0,0 0 0 16,0 0-1-16,0 0 1 15,0 0-1-15,0 0 1 16,0 0-1-16,0 0 1 16,0 0 2-16,0 0-1 15,0 0-1-15,0 0 0 0,0 0-1 16,0 0-3-16,2-1 4 16,2 0-3-16,-1-1-20 15,0-2-47-15</inkml:trace>
  <inkml:trace contextRef="#ctx0" brushRef="#br0" timeOffset="-191565.62">2661 10733 3 0,'0'0'10'0,"0"0"5"0,0 0-7 0,0 0-3 0,0 0-4 16,0 0 1-16,-1 0-1 15,1 0 0-15,0 0 3 0,-2-1 7 16,2-1-2-16,0 2 0 16,0 0-3-16,0 0 0 15,0 0-1-15,0 0-7 16,0-1-1-16,0-1 0 15,0-3-43-15</inkml:trace>
  <inkml:trace contextRef="#ctx0" brushRef="#br0" timeOffset="-190099.26">2822 10536 24 0,'0'0'11'0,"0"0"3"0,0 0 0 0,0 0-1 0,0 0-2 16,0 0-7-16,0 0 1 15,0 0-2-15,0 0-1 16,0 0-1-16,0 0-1 0,0 0 0 16,0 0 0-16,-23 11 0 15,22-9 0-15,-3 1 0 16,2 0 0-16,1 0 1 16,-1 1-1-16,-1 1 0 15,1 0 0-15,0 0 0 0,-1 1 1 16,0 3-1-16,1-1 0 15,0 1 2-15,0 0-2 16,2 1 0-16,0 0 0 16,0 0 0-16,0 0 0 15,0 1 0-15,4 0 0 16,1-1 0-16,-2 0 0 0,3-1-2 16,-2-1 2-16,3-2-1 15,0 1 0-15,1 0 1 16,0-1 0-16,4-1 0 15,-2 0 0-15,0-2 0 16,0 1-2-16,0-3 3 16,0 0 0-16,0-1-2 0,-1 0 0 15,-2 0 5-15,1-4 2 16,-1-1 3-16,0-2 0 16,-3-1-3-16,2-1 2 15,-3-1-2-15,0-1-2 0,-1-1 1 16,0 1-2-16,-1 0 0 15,-1-2-1-15,0 3 1 16,0-2 1-16,-3 2-1 16,-4 1 4-16,2 0-3 15,-3 3 0-15,1-1 2 16,-1 2-1-16,-1 0-1 0,1 3-1 16,-2-1-1-16,-1 3 1 15,1 0-2-15,0 0 1 16,0 4-1-16,0 3 0 15,2 2-2-15,0-1 2 0,1 2 0 16,1 3-1-16,0-1 0 16,3-1 0-16,2 1-1 15,-2 1 1-15,3-3-2 16,0 1-4-16,0-2-16 16,7 1-8-16,0-6-6 15,0-3-7-15</inkml:trace>
  <inkml:trace contextRef="#ctx0" brushRef="#br0" timeOffset="-189513.39">2956 10489 58 0,'0'0'5'0,"0"0"5"0,0 0-6 0,0 0-2 16,0 0 0-16,0 0-1 0,0 0-1 15,0 0 0 1,0 0 0-16,0 0 1 0,0 0 0 15,0 0 2-15,-6 23 0 16,6-16 2-16,-2 2-3 16,2-1 0-16,-2 1-1 0,2 0 1 15,0 0-1-15,0 0-1 16,4-1 0-16,-1 0 0 16,4-1 0-16,-2-2 0 15,1-2-2-15,1 0 1 16,0-2 3-16,0-1-2 0,2 0 2 15,-2 0 6-15,2-5 5 16,-1-2 2-16,-1-1-5 16,1-1 3-16,-1 0-4 15,-1 0-1-15,-2-2 0 16,1 1 0-16,-5 0-2 0,1-1 4 16,-1 0-1-16,0 0-3 15,-3-1-2-15,-1 1 2 16,-5-1-2-16,1 5-2 15,-2-1 3-15,-2 5-2 16,-1 3-3-16,-1 0 1 16,2 5-10-16,-1 6-12 15,0-1-24-15,-1 0-29 0</inkml:trace>
  <inkml:trace contextRef="#ctx0" brushRef="#br0" timeOffset="-189166.34">2708 10403 101 0,'0'0'2'15,"0"0"2"-15,0 0-2 0,0 0-1 0,0 0-1 16,0 0 2-16,-28 41-1 16,23-24 1-16,1 3 2 15,1 1-1-15,2 2 0 0,1 0-2 16,0 0 0-16,4-1-1 15,6 1-1-15,4 0 0 16,4-4-3-16,5-6-20 16</inkml:trace>
  <inkml:trace contextRef="#ctx0" brushRef="#br0" timeOffset="-188731.58">3156 10352 57 0,'0'0'7'0,"0"0"6"0,0 0-3 15,0 0-2-15,0 0-4 0,0 0-4 16,0 0 1-16,0 0-1 16,0 0 3-16,30-31 1 15,-18 19 1-15,3-3 0 16,0 1-2-16,2 0 0 16,0-1-3-16,-1-2-24 0</inkml:trace>
  <inkml:trace contextRef="#ctx0" brushRef="#br0" timeOffset="-188234.2">3281 10154 57 0,'0'0'4'16,"0"0"7"-16,0 0 0 0,36-32-2 16,-24 22 1-16,1-3-1 15,-1 0 0-15,1 1-3 16,-1 1 1-16,-2-1-3 15,0 4-1-15,-3 0-1 16,-2 4 1-16,-2 0-3 0,-2 3 2 16,-1 1-1-16,0 0 1 15,0 0-2-15,0 0 1 16,0 4 1-16,0 3 0 16,0 1 1-16,0 3-2 15,0 1 0-15,0 1 0 0,0 2 0 16,0 0 0-16,0 1 1 15,0-1-2-15,0 0 0 16,0 0 0-16,1-2 0 16,2-3 0-16,0 1 0 15,-1-2 0-15,2-2 0 16,-1-1 0-16,2-3-4 0,-2-3-42 16,2 0-38-16</inkml:trace>
  <inkml:trace contextRef="#ctx0" brushRef="#br0" timeOffset="-187795.95">3522 10048 109 0,'0'0'-3'0,"0"0"3"0,0 0-3 0,0 0 0 16,0 0 3-16,0 0 0 15,0 0 0-15,0 0 2 16,-12 30-2-16,14-24 0 16,2 2 1-16,2-2-1 15,0-1 0-15,1-1 0 0,1-2-1 16,-1-1 7 0,1-1-4-16,-1 0 2 0,2-1 6 15,-3-5 3-15,-1-2 1 16,1-1 0-16,-2-2-6 15,-2 0-2-15,-1-1 1 16,-1 1 2-16,0 1-2 0,-1-1 0 16,-6 3-1-16,-1 1 1 15,-2 2-2-15,0 2-4 16,-2 2 0-16,0 1-1 0,0 0 3 16,2 6-1-1,0 2-1-15,4 2-2 0,0 1-4 16,6 1-21-16,0-3-12 15,0 0-2-15,7-6 0 16,4-3-45-16</inkml:trace>
  <inkml:trace contextRef="#ctx0" brushRef="#br0" timeOffset="-187428.01">3765 9680 57 0,'0'0'3'0,"0"0"3"0,0 0 1 0,0 0 1 0,0 0 3 15,0 0-3-15,-26-2-2 16,25 10-6-16,1 2 3 15,0 5 1-15,0 3 0 16,0 3 2-16,3 3-2 0,2 1-2 16,3 4 2-16,1-1-3 15,1 2-1-15,-2 0 2 16,1-3-2-16,-1 0 1 16,-1-2-1-16,0 0 1 15,-3-2 0-15,2 1-1 0,-2-3 0 16,0 1-1-16,-1 0 2 15,0-7-5-15,-3-3-47 16</inkml:trace>
  <inkml:trace contextRef="#ctx0" brushRef="#br0" timeOffset="-187270.47">3753 10022 124 0,'0'0'23'0,"0"0"-22"0,0 0-4 16,0 0-20-16,0-30-38 15</inkml:trace>
  <inkml:trace contextRef="#ctx0" brushRef="#br0" timeOffset="-186347.17">3468 10522 4 0,'0'0'19'0,"0"0"-4"0,0 0 4 0,0 0-7 0,32 33-6 16,-24-21 0-16,0-1-1 16,2 4 0-16,0-1 0 15,0 3-2-15,0 0-2 16,1 2 1-16,-1 0 2 16,1 2 0-16,1-1 0 0,-2 3-2 15,1-3 1-15,0 3-1 16,0-4 0-16,0 0 0 15,-1-1 1-15,-2-1-1 16,2 1 1-16,-1-1-1 16,-2 2-1-16,0-2 0 0,0 0-1 15,0-1 1-15,0-1-1 16,-2-1 0-16,0-3-2 16,0-1-8-16,-2-2-20 15,-3-3-66-15</inkml:trace>
  <inkml:trace contextRef="#ctx0" brushRef="#br0" timeOffset="-186041.95">3636 11052 124 0,'0'0'0'0,"0"0"3"0,0 0-2 0,0 0-1 16,0 0 5-16,0 0-3 16,28-10 1-16,-22 10-1 15,1 0-1-15,-1 0-1 0,2-1 1 16,0-1-1-16,2-2 0 15,0 0-1-15,0-3 2 16,0-3-3-16,-1-1-43 16</inkml:trace>
  <inkml:trace contextRef="#ctx0" brushRef="#br0" timeOffset="-185863.81">3805 10844 148 0,'0'0'10'0,"0"0"15"0,0 0-7 16,0 0-14-16,0 0-3 16,0 0-1-16,-25 43 0 15,21-20-1-15,4 3-2 16,0 3-13-16,0 1-23 16,0 4-12-16</inkml:trace>
  <inkml:trace contextRef="#ctx0" brushRef="#br0" timeOffset="-185507.73">3496 11561 213 0,'0'0'-43'16,"0"0"52"-16,0 0 7 0,0 0-13 15,0 0 0-15,0 0 0 16,0 0 2-16,22 31-4 15,-15-16-1-15,-2 2 2 16,0 1-2-16,-2-2 0 0,-1 3 1 16,-2-2-8-16,0 0-22 15,0-4-18-15,0-1-5 16</inkml:trace>
  <inkml:trace contextRef="#ctx0" brushRef="#br0" timeOffset="-185158.09">3450 11602 127 0,'0'0'-14'0,"8"-34"17"16,0 14 6-16,0 2-2 15,2 1-2-15,2 2 5 16,0 4 0-16,-2 2-2 15,2 3 2-15,1 4-7 0,-1 2-2 16,0 0 0-16,-1 6 1 16,2 4-4-16,-4 0 4 15,-1 4 5-15,-2 2-4 16,-3 2 3-16,-2 0-4 16,-1 2 1-16,0 2 2 15,-4-1-1-15,-5 4-2 0,1-1-1 16,-1 1 0-16,1 0-1 15,0-1-2-15,4-3 0 16,3-4-15-16,1-7-37 16,0-6-20-16</inkml:trace>
  <inkml:trace contextRef="#ctx0" brushRef="#br0" timeOffset="-184651.46">3798 11554 46 0,'0'0'27'16,"14"-30"-25"-16,-13 19 1 15,1 1-2-15,-2 4 2 16,-2 2 1-16,-5 1 1 16,-1 1 6-16,-2 2 6 15,-1 0 4-15,0 0-7 0,0 0-6 16,1 5-5-16,0 2-3 15,1 1 0-15,2 3 0 16,0 1 0-16,3 1 0 16,2 2 0-16,0-1 0 0,2 0 0 15,0-4 0-15,2 0 0 16,4-3-2-16,1-2 1 16,0-2-2-16,-1-3-3 15,1 0 7-15,-1 0 0 16,0-7 4-16,-1-3 1 15,2-1-6-15,-2-6 9 0,-2 2-7 16,0 0 0-16,-1 1 2 16,0 0-2-16,0 4 2 15,-2 2 0-15,1 3 4 16,-1 4 1-16,2-1-5 16,-1 2-7-16,1 0 1 15,3 0 1-15,0 3 1 0,0-1 3 16,2 3-2-16,1-4-3 15,-1 1-2-15,2-1-1 16,-1-1-13-16,0 0-11 16,-1-1-18-16,-2-7-27 15</inkml:trace>
  <inkml:trace contextRef="#ctx0" brushRef="#br0" timeOffset="-184374.76">3815 11186 91 0,'0'0'4'0,"0"0"0"0,0 0-4 0,0 0 1 16,-5 36 7-16,10-18 3 15,3 2-6-15,1 0-1 16,2 1-3-16,1 0 0 15,-2 0 1-15,0-2-1 16,0-1-1-16,-3-1 1 0,0 0-1 16,-1-3 0-16,-1 0 1 15,-3-3-7-15,0-2-21 16,-2-4-28-16</inkml:trace>
  <inkml:trace contextRef="#ctx0" brushRef="#br0" timeOffset="-184197.21">3825 11394 203 0,'0'0'-8'0,"0"0"17"16,0 0 0-16,-5-28-9 0,7 18 0 16,6 0 0-16,2-3 1 15,3 3 2-15,1 0-6 16,1-1-32-16,0 2-33 15</inkml:trace>
  <inkml:trace contextRef="#ctx0" brushRef="#br0" timeOffset="-183407.11">3992 11204 57 0,'0'0'2'0,"0"0"1"16,0 0 5-16,0 0 1 15,-28-9 3-15,28 3 1 0,0-2-4 16,0 0-2-16,2 0-5 16,5-2 5-16,2 0 5 15,0 0-9-15,1 2-2 16,1 0 3-16,-1 3-2 15,0 3 1-15,-1 1-2 0,-1 1 2 16,3 1 0-16,-4 6 1 16,0 4-4-16,0 0 6 15,0 1-3-15,-2 3-2 16,-1-1 0-16,-1 0 0 16,-2-1 0-16,-1 0 0 0,0 0 0 15,0-1 1-15,-4 1-1 16,-2-3-1-16,0 0 1 15,1-2 0-15,-2-1 0 16,1-4 0-16,0 0 0 16,1-2 0-16,0-1 1 15,2 0 0-15,-1-1-2 16,3-5-1-16,-1-3-1 0,2 1 2 16,0-2-1-16,0 1-3 15,2 0 3-15,1 1 0 16,0 1-5-16,2 1 7 15,1 1-4-15,-2 2 4 0,0 1-2 16,2 0 0-16,0 2 1 16,-2 0 1-16,3 0 0 15,0 0 0-15,1 4 2 16,-1-1 0-16,0 3-1 16,-1-1 0-16,1 1-1 15,0-2 1-15,-1 0-1 0,1 0 0 16,2 0-1-16,-1-2 1 15,0 1-1-15,2 0 2 16,0-1-2-16,0 1 1 16,0-3 1-16,-1 2-7 0,1-2-5 15,-3 0-6-15,-2 0 4 16,0 0 8-16,-3 0 4 16,-1-1 1-16,1 0 1 15,-2 1 6-15,0 0 23 16,0 0-1-16,0 0-10 0,0 2-13 15,1 3-7 1,5 0 0-16,2 0-2 0,2-4-11 16,-2-1-71-16</inkml:trace>
  <inkml:trace contextRef="#ctx0" brushRef="#br0" timeOffset="-182467.6">4227 9650 66 0,'0'0'23'16,"0"0"-12"-16,0 0-5 0,0 0-5 0,0 0-2 16,2 0-3-16,6-5 4 15,4-3 1-15,2-4 3 0,3-1 4 16,4-4-6-1,0-2 5-15,5-1-6 0,3-2-1 16,-1-1 2-16,3 3-4 16,0-1 6-16,1 1 0 15,-2 3-3-15,-3 1 1 16,-3 1-1-16,-3 3-3 0,-1-1-1 16,-3 2-15-16,-4 1-4 15,-3 0-11-15</inkml:trace>
  <inkml:trace contextRef="#ctx0" brushRef="#br0" timeOffset="-182204.78">4560 9303 94 0,'0'0'0'0,"0"0"1"16,0 0 1-16,0 0 5 15,29-13 2-15,-19 13-5 0,2 2-1 16,-1 7-1-16,2 6-3 16,-2 2 0-16,1 6 4 15,-6 7-3-15,0 0-23 16,-6-2-49-16</inkml:trace>
  <inkml:trace contextRef="#ctx0" brushRef="#br0" timeOffset="-181705.53">4798 9383 115 0,'0'0'-3'0,"0"0"-1"15,0 0 6-15,0 0 10 16,0 0 1-16,0 0 2 15,0 0-4-15,4-35-2 0,-8 25-2 16,0 0 3-16,1 2-6 16,-3-3 1-16,1 2-3 15,2-1-2-15,-2-1 0 16,2 0 0-16,0 0-3 16,2-1-1-16,1-1 2 0,0 2 0 15,0 1 0-15,0 0 1 16,1 2 0-16,5 2-2 15,1 2 0-15,1 3 1 16,0 1 0-16,2 0 1 16,0 0 1-16,2 2-1 15,0 5 1-15,-2 1 0 0,1 0 0 16,-1 1 0-16,-1 2 0 16,-2 2 0-16,0 2 2 15,-4 1-7-15,-3-1-29 16,0 0-23-16</inkml:trace>
  <inkml:trace contextRef="#ctx0" brushRef="#br0" timeOffset="-180845.3">4745 9326 89 0,'0'0'37'0,"0"0"-42"0,0 0 1 0,24-34 4 16,-11 25-5-16,3-2 5 0,0 1 8 16,-2 1-8-16,2-1 1 15,-1-1 2-15,-3 1-2 16,0 0 0-16,-2 0-1 16,-2-3-5-16,0 1 1 15,-1-2-1-15,-1 0 0 16,-2-1-5-16,-2 1 2 0,-2-2 7 15,0 1 2-15,0-1-1 16,-2 1 1-16,-3-1-1 16,0 1 1-16,0 0-1 15,0 4 3-15,2 3 6 16,-1 2 12-16,3 3-3 0,-1 3-8 16,2 0-7-16,0 2-17 15,0 7 14-15,0 3 3 16,3 3-3-16,3 2 1 15,0 0-1-15,2 0 0 16,2 0 1-16,0-3-1 0,2 0 0 16,0-1 0-16,2-2 0 15,-1-2 0-15,0 0 0 16,-1-3-1-16,2-1 0 16,-1-3-1-16,2-2-1 15,0 0 3-15,-1-7-6 0,1-2-3 16,-1-4 7-16,-2-1 1 15,-1-3-1-15,-2 1 4 16,0-1 0-16,-5 2 0 16,-1-1 2-16,-3 4 4 15,0 1 8-15,0 1-4 16,-4 5-1-16,-2 1-3 0,0 3 0 16,-2 1-7-16,1 0 1 15,0 5 1-15,-1 3-3 16,0 2 0-16,1 3 0 15,3-1 0-15,1 1 0 0,0 0 0 16,3-3 0-16,0 0-3 16,3-2 1-16,3 0 1 15,2-1-1-15,0-2-1 16,0 1 2-16,3-2-1 16,-1 2 3-16,-2-1 0 15,2 1 0-15,0 2-1 0,0 1 1 16,-1 1-1-16,-3 0 0 15,1 2 0-15,-4-1 1 16,1 1 0-16,-2 0 1 16,-2-1 1-16,0 1 0 15,0-1-2-15,-5-1-1 16,3-1 0-16,-3-1 0 0,2-5-8 16,2-3-15-16,0 0-4 15,1-5-28-15</inkml:trace>
  <inkml:trace contextRef="#ctx0" brushRef="#br0" timeOffset="-180487.18">5219 8960 121 0,'0'0'4'0,"0"0"-5"0,0 0-2 0,0 0 3 15,-10 34 0-15,10-22 0 16,0-2 0-16,6 3 0 16,1-5-1-16,1-1 2 0,3-2-1 15,-3-2-1-15,3-3 5 16,-3 0 0-16,1-3 9 16,-1-6 0-16,-1-2 0 15,-1-2-3-15,1 2-1 16,-5-3-2-16,-2 2 2 15,0 1 4-15,0-1 9 0,-6 2-16 16,0 2-6-16,-2 1 1 16,1 3 5-16,-1 1-7 15,4 3-10-15,-1 0-26 16,3 4-9-16,1 1 2 16,1 0 4-16</inkml:trace>
  <inkml:trace contextRef="#ctx0" brushRef="#br0" timeOffset="-179956.12">5339 8910 87 0,'0'0'7'15,"0"0"18"-15,0 0-7 16,0 0-4-16,34-26-6 16,-27 24-4-16,0 2-2 15,0 0-2-15,0 0 1 16,-2 3-2-16,1 4 1 0,-1-1 6 15,0 0-3-15,-2 0-1 16,-1 0-1-16,2-2-1 16,-3 0-2-16,-1-1 5 15,0-2-2-15,0 1 0 16,0-2 7-16,0 0 27 0,0 0-17 16,0-2-11-16,-4-3-3 15,1-1-1-15,2-4-3 16,1 2 0-16,0-2-2 15,0-1 7-15,1-2-7 0,6 2-10 16,0-2-19-16,2 1-5 16,0 1 3-16,2 1 13 15,-1-1 9-15,1 2 9 16,1 1 1-16,-2 1 2 16,0 0-1-16,-1 2 0 0,0 2 4 15,-2 2 5-15,0 1 6 16,0 0-5-16,-2 1-5 15,1 7 1-15,0 0-1 16,-2 2 0-16,2 1-2 16,-1 1 0-16,1-2-1 15,-1 0-1-15,0-3-1 0,1 1 1 16,-2-3-1-16,0 0 0 16,-1-2 0-16,-1-1 0 15,1-2-7-15,-3 0-28 16,0-3-3-16</inkml:trace>
  <inkml:trace contextRef="#ctx0" brushRef="#br0" timeOffset="-179815.39">5489 8619 119 0,'0'0'-48'0,"0"0"49"0,0 0-14 0</inkml:trace>
  <inkml:trace contextRef="#ctx0" brushRef="#br0" timeOffset="-179528.6">5600 8575 119 0,'0'0'2'0,"0"0"-2"15,0 0 2-15,0 0 1 16,0 0-1-16,35 25 3 0,-27-11-3 16,2 2-1-16,-1 1 0 15,1 3 0-15,-2 0-1 16,1 0 0-16,-3 0 0 15,0-1 0-15,-2-2 1 16,-1-2-4-16,-2-3-22 0,-1-4-12 16,0-5-37-16</inkml:trace>
  <inkml:trace contextRef="#ctx0" brushRef="#br0" timeOffset="-178956.17">5674 8763 25 0,'0'0'10'15,"0"0"12"-15,0 0-8 16,0 0-10-16,0 0 2 16,15-35 8-16,-6 25-3 15,1-1-2-15,-2-1-1 16,2 1 3-16,0-2-7 16,0-1 2-16,0 0-3 0,-3 0 0 15,0 1-1-15,-3 0 3 16,-2 1-1-16,-1 2 3 15,-1 2 0-15,0 2 5 16,0 1-3-16,-3 2-1 16,0 1-4-16,0 2-3 0,2 0 0 15,1 0-5-15,0 2-4 16,0 4 5-16,0 2 0 16,3 0 4-16,1 4-2 15,3-2 0-15,-1 2 1 0,3-1 0 16,-1 0 0-16,-1 1 0 15,0-4 0-15,0 2 1 16,-3-3-2-16,0-1 2 16,-2-2-1-16,-1-1 0 15,-1-2 0-15,0-1 1 0,0 0 6 16,0 0 22-16,0-2-26 16,0-4-3-16,0-2-1 15,0-2 1-15,0 0-2 16,0 1 1-16,3 0 1 15,1 1-2-15,2 1-1 16,0 1 3-16,2 2-1 0,0 2-2 16,2 1 3-16,1 1-1 15,1 0 1-15,-1 0 0 16,1 4 0-16,1 1-1 16,-1 0-4-16,-1-1-21 0,0 1-16 15,-1-2-3-15,0-3-19 16</inkml:trace>
  <inkml:trace contextRef="#ctx0" brushRef="#br0" timeOffset="-178660.44">6035 8601 71 0,'0'0'23'0,"0"0"13"0,0 0 9 0,0 0-33 16,0 0 4-16,0 0 2 16,0 0-8-16,0 0-7 15,0 0-8-15,0 0 7 16,14-20-5-16,-9 26 2 15,2 1-4-15,-2 0 2 0,2-1 5 16,-4 0-7-16,1-3 1 16,-3 0 2-16,-1-2 2 15,2-1 2-15,-2-1 25 16,0-5-11-16,1-2-18 0,1-3 8 16,0-1-1-16,3 1-3 15,0 0-1-15,5 2-1 16,0 1 1-16,4 5-2 15,0 3 1-15,3 0-1 16,0 11-11-16,-5 6-43 0,-6 5-67 16</inkml:trace>
  <inkml:trace contextRef="#ctx0" brushRef="#br0" timeOffset="-97583.29">1510 10889 4 0,'0'0'16'0,"0"0"-8"0,0 0 0 0,0 0 2 15,0 0-4-15,35 7 3 0,-28-7 0 16,1 0 0-16,-1-1 3 16,0-7 3-16,0-7 11 15,0-4 4-15,3-9-2 16,3-9-12-16,5-8 2 16,2-8-8-16,7-10-4 15,6-12-4-15,1-8-1 0,1-11-61 16</inkml:trace>
  <inkml:trace contextRef="#ctx0" brushRef="#br0" timeOffset="-94805.12">3014 9780 38 0,'-9'0'36'0,"1"0"-31"0,-1 0 3 0,1 0-4 0,-1 0 0 16,-2 0-2-16,1 0 0 15,-2 0 3-15,0 0 0 16,-1 0-2-16,-2 2 0 16,-2 3 1-16,2 0-2 15,-1 2-2-15,-3 2 0 0,0 0 0 16,1 4 0-16,-1 2-1 16,1 1 2-16,0 1-1 15,-1 1 0-15,2 0 0 16,1 0 1-16,0-1 3 15,3 0-3-15,-2 1 0 0,2 1-1 16,-1 1 0-16,-1 2 0 16,2 2 0-16,-4 1 1 15,2 0-1-15,-2 3 0 16,4-2 0-16,-1-2 1 16,1 0 1-16,5-2-1 15,-1 1-1-15,2 0 0 0,4-1 0 16,0 2 0-16,0 1 0 15,0 0 0-15,2 3-1 16,-1 0 2-16,2-1-1 16,-1 2 0-16,1-1 2 0,0-2-1 15,0-2 0-15,0 0-1 16,3-2 1-16,2-1-2 16,3 0 0-16,-1-2 1 15,3 0-1-15,2-1 0 16,-1-1 1-16,3 0 0 15,1 1-2-15,1-3 3 0,1-1-5 16,0-1 4-16,2-2-1 16,-1-2 0-16,2-1 1 15,0-1 0-15,0-2-1 16,3-1 2-16,0-2-2 16,0-2-1-16,3 0 1 0,-1 0 1 15,1 0 0-15,-2-4-1 16,1-2 2-16,1 2 4 15,0-3-1-15,-1 3-3 16,3-1 1-16,3 0-1 16,0 0 0-16,4 0 0 0,-1-1 0 15,0-4 0-15,0-1-1 16,2-2-3-16,-2-3 1 16,3 0 0-16,0-2 5 15,1 1-4-15,-1-2 4 16,0 2 1-16,0 0-1 0,-2 0-2 15,-1 0 0-15,-1-1-1 16,0-1 0-16,3-2-1 16,-1-2-5-16,-2-4 1 15,1-1 7-15,1-4-1 16,0-2 1-16,-1-2-1 0,0-1 3 16,-1 2-3-16,-1 1 6 15,-4-1-6-15,-3 0-2 16,-1-1 3-16,-4 0 8 15,-2-1-1-15,-1 0 1 16,-1 0-2-16,-1-2-2 0,-2 2-3 16,-3 1-1-16,-3 1 1 15,-3 2 1-15,-3 5-2 16,-1 0 2-16,-1 5 5 16,-7 1 6-16,-1 1 0 15,-3 3-2-15,0-2-4 0,-3 3-2 16,0 0 0-16,0 0-3 15,-2 0 0-15,0 0 0 16,-1 0-3-16,-2 0 1 16,-1 0-2-16,-3-1 1 15,0 0-1-15,-3 2 0 0,-1-1-2 16,0 2 1-16,-2 2 1 16,-2 2-1-16,-1 1 1 15,0 3 1-15,-4 2-4 16,0 0 1-16,0 3 1 15,0 2 1-15,0 0-1 16,-2 7 2-16,1 2-2 0,-4 3 1 16,-3 5-6-16,-2 5 5 15,-7 5 0-15,-2 7-3 16,-5 4 0-16,-2 6 1 16,-6 6-8-16,-7 6-1 15,3 5-2-15,1 2-1 0,1 0-7 16,2 1 5-16,4 3-9 15,6-2-26-15,2-4-57 16</inkml:trace>
  <inkml:trace contextRef="#ctx0" brushRef="#br0" timeOffset="-91121.64">1527 10828 8 0,'0'4'4'0,"0"-1"4"0,0 1-1 0,2 2-1 0,1-2-2 15,-2 0 1-15,2 0 0 16,1-2-2-16,1-2-3 15,0 0-1-15,2-7 5 16,5-11 16-16,3-12-4 0,8-14-4 16,13-16 1-16,9-21-5 15,13-16-5-15,15-16 0 16,9-11-2-16,8-14-34 16</inkml:trace>
</inkml:ink>
</file>

<file path=ppt/ink/ink1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4-26T06:36:55.193"/>
    </inkml:context>
    <inkml:brush xml:id="br0">
      <inkml:brushProperty name="width" value="0.05292" units="cm"/>
      <inkml:brushProperty name="height" value="0.05292" units="cm"/>
      <inkml:brushProperty name="color" value="#FF0000"/>
    </inkml:brush>
  </inkml:definitions>
  <inkml:trace contextRef="#ctx0" brushRef="#br0">5216 12121 44 0,'0'-2'12'0,"0"2"8"16,0-1 0-16,0 1 0 0,-1 0-4 15,1 0-15-15,0 3 1 16,0 5 0-16,0 1-1 15,0 3 0-15,1 3-1 16,4 2 0-16,0 1 1 0,0 0-1 16,0-1 0-16,0-1 1 15,0-2-1-15,-2-1 0 16,0-3 0-16,0-1 0 16,-2-3 1-16,-1-1-1 0,0-2 0 15,0-1 0-15,2-1 0 16,-2-1 0-16,0 0 3 15,0 0 5-15,0 0-7 16,-3-3 0-16,0-4-1 16,0-1-1-16,0-4 1 0,2-1-2 15,-1-4 2-15,2 1-2 16,0-4 2-16,0 0 0 16,0-2-1-16,0-2 1 15,0 2 0-15,2 0 0 16,1 0 0-16,1 3 1 15,-1 2-3-15,2 5 2 0,-3 2 2 16,1 3-2-16,0 3-1 16,0 2 2-16,1 2-1 15,1 0-1-15,2 3 1 16,-2 7 1-16,3 0 3 0,2 6 0 16,-2 1-3-16,3 0 0 15,-3 1-1-15,1 0 0 16,-1 0 1-16,0 0-1 15,-3-1 0-15,0-2 0 16,-2 1-1-16,-1-3 0 16,-2 1 0-16,0-2 0 15,0 0-2-15,0-1-17 0,-4-4-57 16</inkml:trace>
  <inkml:trace contextRef="#ctx0" brushRef="#br0" timeOffset="205.61">5208 12287 140 0,'0'0'4'0,"0"0"-1"0,0 0 1 0,0 0 7 0,0 0-10 16,0 0 1-16,0 0-2 15,0 0 3-15,34-38-1 16,-15 27-4-16,0-2-9 15,1 1-2-15,0 0-5 16,-1-2-16-16,-1-1-14 0</inkml:trace>
  <inkml:trace contextRef="#ctx0" brushRef="#br0" timeOffset="453.99">5425 12012 8 0,'0'0'28'15,"0"0"-27"-15,0 0-1 16,0 0 1-16,0 0 1 0,0 0 2 16,0 0 1-16,0 0-2 15,31 24-1-15,-26-13 1 16,1 0 0-16,1 3-3 15,-1 0 0-15,0 2-1 0,-1-2-2 16,0 0-22-16</inkml:trace>
  <inkml:trace contextRef="#ctx0" brushRef="#br0" timeOffset="712.28">5473 12213 64 0,'0'0'23'0,"0"0"3"16,0 0-4-16,0 0-16 16,0 0-3-16,0 0-5 0,0 0 5 15,0 0-3-15,18-24 3 16,-10 20-1-16,1-1-2 16,-2 0 0-16,0 1 5 15,0 1 3-15,0 0-5 16,0 2-2-16,-1-2-1 0,1 2 1 15,-1 1-2-15,-2 0-1 16,0-1-33-16,-2-2-35 16</inkml:trace>
  <inkml:trace contextRef="#ctx0" brushRef="#br0" timeOffset="923.2">5432 12024 155 0,'0'0'5'0,"0"0"0"16,0 0-3-16,0 0-3 15,12-37 0-15,-2 25-4 16,3 0-2-16,-1 0-32 0</inkml:trace>
  <inkml:trace contextRef="#ctx0" brushRef="#br0" timeOffset="1543.15">5784 11731 137 0,'0'0'2'15,"0"0"-2"-15,0 0-1 0,0 0-3 16,0 0-5-16,-28 33 3 16,25-19 2-16,-4 0 3 15,3 1 1-15,-2 0 0 16,4 0 0-16,-1 1 1 15,1-3 0-15,1-1 0 16,1 0-1-16,0-3 0 0,3 0 0 16,2-3 0-16,3-1 0 15,1-3-1-15,-2 0-1 16,-1-2 1-16,-1 1 1 16,-2-1 2-16,-1 3 0 15,-2 2-3-15,0 2 5 0,0 3-3 16,-3 3 0-16,-3 2 2 15,2 1-2-15,-3 2 2 16,4 0 0-16,1 1-2 16,2-2 0-16,0-2-1 15,0-1 0-15,5-4 1 16,3-4-1-16,2-3 0 0,2-2 0 16,1-1 2-16,4-5-2 15,0-5 1-15,-1-4-24 16,1-3-68-16</inkml:trace>
  <inkml:trace contextRef="#ctx0" brushRef="#br0" timeOffset="1941.76">5932 11904 157 0,'0'0'0'0,"0"0"6"0,0 0 1 0,0 0-2 0,0 0-5 16,0 0-4-16,0 0 4 15,0 0 0-15,0 0 0 16,5 25 0-16,0-15 0 0,2 0 0 16,0-2 1-16,-3 0-1 15,-1-3 0-15,0 0 0 16,0-3 0-16,-2 1 1 16,-1-3-1-16,2 0-2 15,-2 0 4-15,0-5 11 16,0-3-15-16,0-2 5 0,0-2-2 15,0-2 0-15,0 2-2 16,1-1 0-16,0 2 0 16,2 1 7-16,2 3-5 15,-2 4-2-15,3 2 7 16,-3 1-8-16,4 4-2 16,-2 5 3-16,1 0 6 0,1 3-3 15,-1 1-2 1,3-2-2-16,-1-1-4 0,3-1-16 15,0-4-13-15,2-2-14 16</inkml:trace>
  <inkml:trace contextRef="#ctx0" brushRef="#br0" timeOffset="2654.26">6230 11795 106 0,'0'0'22'0,"0"0"-12"15,0 0 0-15,-36-8-10 16,22 16-3-16,4 1-4 16,2 3 6-16,1-1 1 15,2 0 2-15,4-1-3 0,1-3 2 16,0-1-1-16,4-4-2 16,5-1-7-16,-1-1 6 15,3 0 1-15,0-6 3 16,1 1-1-16,-4-5 0 15,0 2 1-15,-4 0 0 16,-1 1 1-16,0 3 0 16,-3 1 6-16,0 2 7 0,0 1-3 15,0 1-16-15,1 6 8 16,2 5-2-16,-2 2-3 16,3 0 3-16,-1 1 0 15,4 1-2-15,-3-1 0 0,2 1 1 16,-2-2-1-16,0-1 0 15,-2 0 0-15,-1-1 0 16,1-2-1-16,-2-1-1 16,0-4 2-16,0 0 0 15,0-3 0-15,0-2 2 16,1 0 1-16,-1-3-2 0,0-6-10 16,3-2 3-16,-2-2 4 15,1-4-3-15,1-1 3 16,1 0 1-16,1-3 2 15,1-1-2-15,1 1 2 16,0-2-1-16,3 1 0 0,-3 2 1 16,0 2-1-16,0 1 0 15,-1 3 0-15,-1 2 1 16,-4 4 0-16,1 1 0 16,0 4 3-16,-2 3 5 0,0 0-8 15,0 3-7-15,0 4 10 16,0 4-3-16,0 2 0 15,1 1-1-15,3-1 2 16,-1 0-1-16,4-2 0 16,1-2 0-16,1-3 1 15,2-2-2-15,3-4 2 0,-2 0-2 16,4-3 3-16,0-7-3 16,-2-2-4-16,0-3-23 15,-3-3-35-15</inkml:trace>
  <inkml:trace contextRef="#ctx0" brushRef="#br0" timeOffset="2776.64">6391 11579 162 0,'0'0'-17'0,"0"0"17"0,0 0-53 0</inkml:trace>
  <inkml:trace contextRef="#ctx0" brushRef="#br0" timeOffset="3203.96">6499 11658 90 0,'0'0'18'0,"0"0"-18"15,0 0 0-15,0 0 0 0,6 32 1 16,-1-23-1-16,0 1 1 16,1-1-1-16,1-1 1 15,0 0 0-15,-2-1-1 16,2-2 1-16,-2-2 0 16,0 0-1-16,-1-1 1 15,1-2 0-15,-2 0 2 0,-2 0 1 16,1 0 15-16,-1-6-2 15,0-1-8-15,1-3-5 16,-2 0-2-16,3-2 0 16,-2 0-1-16,3 1-1 0,1 1-1 15,2 0 0 1,-2 2-2-16,3 2 2 0,1 1 3 16,1 3-2-16,1 2 2 15,1 0-2-15,0 0 0 16,0 5-2-16,3 3 1 0,-2 2-1 15,0 1-8-15,-2-2-24 16,1 0-20-16</inkml:trace>
  <inkml:trace contextRef="#ctx0" brushRef="#br0" timeOffset="3579.89">6809 11674 154 0,'0'0'6'16,"0"0"-7"-16,0 0-14 0,0 0 6 16,0 0 7-16,0 0 2 15,0 0 2-15,0 0-3 16,31-34 1-16,-24 24 5 16,0-3 0-16,-2 2-4 15,-4 0 6-15,0-1-5 0,-1 3 1 16,0 1-1-16,-4 3-2 15,-2 3 1-15,-1 2 9 16,-2 0-8-16,1 4 0 16,-1 7-2-16,0 3 1 15,4 3 0-15,-1 0-1 0,3 1 0 16,3-1 0-16,0-3 0 16,0-1-1-16,3-4 0 15,6-2 3-15,-1-3-3 16,4-3-3-16,2-1 1 15,2 0 1-15,1-9-6 16,2 0-22-16,0-2-42 0</inkml:trace>
  <inkml:trace contextRef="#ctx0" brushRef="#br0" timeOffset="4233.82">7021 11538 70 0,'0'0'2'15,"0"0"2"-15,0 0 1 16,0 0 1-16,0 0-4 16,-28 23-1-16,26-20 0 0,2 1 0 15,0-1-1-15,0 0 2 16,3-2-2-16,1-1-2 16,2 0 2-16,0 0 5 15,1-4 9-15,-1-1-6 16,-2-2 2-16,1 1-2 15,-2-2-4-15,-2 1 1 0,-1-1 1 16,0 1 3-16,0 1-2 16,-4 1 1-16,-3 1-2 15,2 2 0-15,-4 0 6 16,2 2-11-16,-1 0-3 16,2 5 1-16,-1 4-2 0,2 2 4 15,0 1 1-15,3 2-2 16,2 1 0-16,0-2 0 15,0 0 0-15,7-2 0 16,0-2 2-16,2-3-4 16,2 0 2-16,2-5-3 0,1-1 0 15,-1 0 1-15,2-4 3 16,0-4-3-16,0-4-5 16,-1-1-7-16,-3-2 0 15,-2 0 10-15,-4-1 3 16,1 0 1-16,-4 1 0 15,0 2 1-15,-2 2-1 0,0 2 2 16,0 3 7-16,0 2 5 16,0 2-5-16,0 2-5 15,3 0-6-15,1 0 2 16,2 2 0-16,1 4 1 16,1 1 0-16,1 0-1 0,-1-1 0 15,-1-1 1-15,-1-2-1 16,1 0 0-16,0-2 1 15,-3-1-1-15,-1 0-1 16,0-7 7-16,-3-3 4 0,2-3-7 16,-2-2-2-16,0-1-19 15,0-4-126-15</inkml:trace>
  <inkml:trace contextRef="#ctx0" brushRef="#br0" timeOffset="9497.4">8026 11189 4 0,'0'2'2'0,"0"0"-2"0,-1 1 1 0,1 0 4 0,-1 0 6 16,1-1 1-16,-2 3 2 16,2-1-5-16,0 2-3 15,-1 2 1-15,1 2-2 0,-3 3-3 16,2 2-1-16,-1 5 2 16,2-2-1-16,-1 5-1 15,-1 2 0-15,2 1 1 16,-1 1 1-16,1 3 1 15,-2 0-2-15,2 3 1 16,0 1 0-16,0 1 0 0,0 1 0 16,0-1-2-16,0 4 3 15,0 0 2-15,0 2 1 16,0 4 3-16,0 4-2 16,0 3-1-16,0 6 0 0,2 2-1 15,1 0-5-15,-2 2 0 16,0-3 2-16,0-3-1 15,0-5 5-15,0-4 4 16,1-4-1-16,-2-1-5 16,1-2 1-16,-1 0-2 15,0 0-2-15,0-2 0 0,0 2 1 16,-4-1-2-16,2-3 1 16,0-3-2-16,-1-4 1 15,0-4-1-15,0-6 1 16,0-2 0-16,2-4 2 15,-4 0 2-15,3-3-4 0,-2-1 0 16,3-3 0-16,-2-1-2 16,2 0 1-16,-2-5-1 15,3 1-9-15,-3-1-25 16,0 0-42-16</inkml:trace>
  <inkml:trace contextRef="#ctx0" brushRef="#br0" timeOffset="9851.29">7875 12922 69 0,'0'0'12'0,"0"0"-7"0,0 0 8 0,0 0-1 0,0 0-7 15,33 2 0-15,-28 1-1 16,2 0-1-16,-2 1 3 0,2 0 1 16,-2-1-1-16,2 1-2 15,1 1-2-15,-1 0-1 16,0-2-1-16,2 3 1 15,-4 0-1-15,2 2 0 16,-2 0-2-16,0-3-14 16,0 0 4-16,-2-5-18 0,0 0-14 15</inkml:trace>
  <inkml:trace contextRef="#ctx0" brushRef="#br0" timeOffset="10085.81">8063 12844 155 0,'0'0'7'0,"0"0"2"0,0 0-8 16,0 0-3-16,0 0-16 16,0 0 0-16,0 0 10 15,-5 31 7-15,4-19 1 16,0 3 0-16,-1 0 0 15,-1 0 1-15,1-2-1 16,-2-1-2-16,1-4-26 0,-1-2-49 16</inkml:trace>
  <inkml:trace contextRef="#ctx0" brushRef="#br0" timeOffset="10783.77">7977 11195 82 0,'0'0'1'0,"0"0"10"0,0 0 3 0,0 0 2 16,0 0-1-16,0 0 4 15,0 0-2-15,0 0-4 16,0 0-2-16,0 0-2 15,0 0-8-15,-15-14-1 16,9 27-1-16,-1 4 2 0,-2 4 0 16,-1 0-1-16,1-1 0 15,-1-3-1-15,0-2 1 16,2-4 0-16,2-2-1 16,1-3-1-16,1-4-6 15,3-1-29-15,1-1-27 0</inkml:trace>
  <inkml:trace contextRef="#ctx0" brushRef="#br0" timeOffset="10954.28">7935 11204 155 0,'0'0'3'16,"0"0"-3"-16,0 0 4 15,32-6 1-15,-17 6 1 16,-1 0-2-16,4 0-1 15,3 5-1-15,3 2-1 16,1 0-1-16,0-2-63 0</inkml:trace>
  <inkml:trace contextRef="#ctx0" brushRef="#br0" timeOffset="12598.73">8729 11234 97 0,'0'0'2'0,"0"0"1"0,0 0 6 0,0 0 2 0,0 0-4 0,7-32-1 16,-7 26-1-16,-3-1 1 15,-4 2-1-15,0-3-1 16,1 3 0-16,-3 0-1 16,1 0 2-16,0 0 3 0,1 2-5 15,-1 3-1-15,1 0 1 16,0 0-3-16,2 6 0 15,-1 3-1-15,0 4-1 16,-1 2 1-16,1 2-1 16,-1 2 2-16,0 3 0 15,3-1 0-15,-2-1 0 0,2 1 0 16,2-2 0-16,0-1 0 16,2-1 0-16,0 0 0 15,0-3 0-15,4-1-1 16,2 0 0-16,1-5 0 15,3 1 0-15,0-3 1 0,0-1-1 16,0-2 0-16,0-2 2 16,2-1-1-16,-2 0 1 15,1-2 0-15,-1-3 0 16,1-3 0-16,-1-1 0 16,1-1 1-16,-1-3-2 15,-1 1 1-15,-1-1-1 0,-1 0 3 16,0 0-1-16,0 0 0 15,-4 1-2-15,2 1 1 16,0 1-1-16,-3 3 1 16,1 0-1-16,-1 4 0 0,-2 0 0 15,0 3 0-15,1 0 0 16,-1 0-2-16,2 1 0 16,-1 5 2-16,0 2 0 15,2 1 0-15,-1 0 1 16,1 0-1-16,-1 2 1 15,3-1-2-15,-2 0 2 0,0-1-1 16,2-2 0-16,-1 2-1 16,1-3 1-16,0-1 0 15,3 0 0-15,-1-3-2 16,-1-2 2-16,1 0-1 0,0 0 3 16,0-5 0-16,0-4 1 15,-1 0 0-15,1-1 2 16,-2-3-3-16,0 1 2 15,-3-2 0-15,3 1-2 16,-2 0-1-16,-2 1-1 0,1 3 1 16,0 2-1-16,-2 2 0 15,0 2 1-15,0 3 0 16,0 0 0-16,2 0-6 16,-1 6 1-16,1 3 6 15,-1 2-1-15,2 1 0 16,0 2-1-16,0-2 0 15,1 0 1-15,1 0-1 0,1-1-1 16,1-1-1-16,1-2-16 16,1-3-33-16,-1-3-81 15</inkml:trace>
  <inkml:trace contextRef="#ctx0" brushRef="#br0" timeOffset="13003.53">9137 11235 152 0,'0'0'-12'0,"0"0"16"0,0 0-3 0,0 0-2 16,0 0-11-16,0 0 6 16,0 0-3-16,0 0 6 0,0 0 4 15,-29 24-1-15,25-10 0 16,-1 1 0-16,3 0 0 15,-1 0 0-15,0-2 1 16,2 0-1-16,1-1 0 16,0-3-1-16,4-3 0 15,1 2 0-15,3-3 2 16,2-2-1-16,-2 1 0 0,2-1 0 16,-2 0 1-16,0 0-1 15,-2 0-1-15,-1 0 1 16,-1 0 0-16,-4 0 1 15,0 2-1-15,0 0-1 16,-9 2 6-16,-3 1-4 0,-1-1 0 16,-1 1 1-16,-2-1-2 15,2-2 0-15,2-1 0 16,1-2-7-16,2-2-33 16</inkml:trace>
  <inkml:trace contextRef="#ctx0" brushRef="#br0" timeOffset="13359.2">9254 11036 134 0,'0'0'-1'0,"0"0"2"0,0 0 0 0,0 0 1 15,0 0-1-15,0 37 0 16,0-20 1-16,0 3 1 0,0 0 0 16,0 3 1-16,0 0 2 15,1 4-3-15,1-2 0 16,2 1-1-16,-2-1-2 15,-1-2 0-15,0-2 0 16,0-1 0-16,-1-3 0 0,0 0 0 16,0-3-4-16,0-3-22 15,-3-3-45-15</inkml:trace>
  <inkml:trace contextRef="#ctx0" brushRef="#br0" timeOffset="13835.74">9180 11311 123 0,'0'0'1'16,"0"0"-1"-16,38-27 2 16,-22 18 0-16,2 1-1 15,1 1 0-15,0 1-1 16,-2 2 0-16,1 1 2 15,-4 1 1-15,0 2 0 16,-1 0-1-16,-3 0-1 0,1 4 2 16,-4 4-3-16,-3 2 2 15,-2 2-2-15,2 1 2 16,-4 0 1-16,0 0 4 16,0-1-2-16,0-2 0 15,0-1 1-15,0-2-3 0,1 0-1 16,4-4-2-16,2-1 1 15,1-2-1-15,2 0 3 16,0-2 4-16,2-8-1 16,0 0-2-16,-2-2 0 15,-2-2 3-15,-1-1 3 0,-2 0 3 16,-5 0 2-16,0 0-2 16,-2 2-5-16,-8 3-3 15,0 2-2-15,-4 5-5 16,1 3 0-16,-2 0 3 15,1 6-5-15,2 6-2 16,3 1-16-16,6-1-29 0,0-2-20 16</inkml:trace>
  <inkml:trace contextRef="#ctx0" brushRef="#br0" timeOffset="14604.85">9566 11235 155 0,'0'0'2'0,"0"0"0"0,0 0-2 0,0 0-1 15,0 0 0-15,0 0 1 16,0 0 0-16,0 0 1 15,15 36 0-15,-12-24-1 0,0 0 0 16,0-1 0-16,-2-1 1 16,1-1-1-16,-1-3 0 15,-1 0 0-15,0 0 0 16,0-3 1-16,0 0-2 16,0-2 1-16,0-1-1 0,0 0 2 15,0 0-1-15,0-4-1 16,-1-3-1-16,1-1 2 15,0-1 0-15,1-1 1 16,3-2-2-16,2 1-1 0,3 0 2 16,-1 1 0-16,1 1 0 15,-1 2 0-15,1 2 0 16,0 2 0-16,0 3 0 16,-1 0-1-16,-2 0 0 15,2 6 0-15,-3 3-2 16,0 2 0-16,0-1 2 15,-2 1 1-15,0-1-1 16,-1 1 1-16,0-3 0 0,-2 2 1 16,0-3-1-16,0 1 0 15,0-3 0-15,-3-1 1 0,1-2-1 16,0 1 1-16,-1-3 0 16,1 0 4-16,0 0 3 15,1-3-3-15,1-3-1 16,0-1-1-16,0-2-1 15,0 1 2-15,0-3 0 16,7-1-4-16,1 1-1 16,1-1 4-16,2 1-3 0,2 0-2 15,-1 2 2-15,0 2 0 16,-1 4-1-16,-2 1 1 16,-1 2 0-16,1 0-2 15,-3 7 2-15,1 2-1 0,-3 2 2 16,1 3 1-16,-2 0-4 15,-1 0 4-15,1 0-2 16,-1 0 0-16,-1 0-8 16,-1-2-16-16,2-2-16 15,-1-2-51-15</inkml:trace>
  <inkml:trace contextRef="#ctx0" brushRef="#br0" timeOffset="15308.48">9908 11315 122 0,'0'0'-7'0,"0"0"5"0,0 0 2 0,0 0 0 0,0 0 2 16,0 0 0-1,0 0 1-15,0 0 2 0,0 0 4 16,30-35 3-16,-26 25 3 15,-4 0-4-15,1-1-6 16,-1-1 0-16,0 2-4 16,0-1 1-16,0 2-1 15,-1 1-1-15,-4 1 0 0,3 4 0 16,-2 0 0-16,1 3 2 16,0 0-2-16,1 3-4 15,0 5-1-15,-1 3 1 16,0 3 2-16,2 1-1 0,1 2 1 15,0 1 2-15,0-2 0 16,0-1-1-16,0 0 1 16,0-4 0-16,4-3-1 15,1-1 0-15,0-1 1 16,2-3 0-16,0 0-2 16,-1-3 2-16,1 0 0 0,1 0 0 15,-1 0 2-15,0-4 1 16,1-3 0-16,-1-2 0 15,-2 1-1-15,2-3-1 16,-2-1 1-16,0-1-1 16,-1-1 1-16,0 0-2 0,-1 0 0 15,1 1 1-15,-1 0-1 16,0 3 0-16,0 3 0 16,0 2 0-16,1 0 0 15,0 3 0-15,-2 2-1 16,3 0-2-16,-2 0 1 0,2 5-1 15,0 3 2-15,-3 1 0 16,4 1 2-16,-3 3 0 16,3-3-1-16,-2 2 1 15,2-1-1-15,-2-1 0 16,2-1 1-16,0-1-1 0,1 0 0 16,0-3 0-16,-1 1 0 15,1-2-1-15,-2-1-7 16,0-1-19-16,-2-1-11 15,1-1-41-15</inkml:trace>
  <inkml:trace contextRef="#ctx0" brushRef="#br0" timeOffset="15678.68">10221 11158 84 0,'0'0'1'0,"0"0"4"0,2-30 0 0,-2 24-1 16,0 1 3-16,0 0 0 16,-3 3 2-16,-1-1-4 15,1 1 3-15,0 2-4 0,0 0 1 16,0 0-5-16,0 0-3 16,-1 5-4-16,0 0 0 15,2 3 3-15,1 0 4 16,-1 1 0-16,2-1 0 15,0 3 0-15,0-2 1 0,2 1 0 16,1-2-1-16,2 1 1 16,0-1 0-16,-2 0 0 15,1 0 0-15,-1-2-1 16,-3 1 1-16,1-2 1 16,-1 0-1-16,0 0 2 15,-3 0-1-15,-3-1-1 0,1 0-1 16,-2-2-7-16,-1-2-59 15</inkml:trace>
  <inkml:trace contextRef="#ctx0" brushRef="#br0" timeOffset="15822.1">10184 11189 193 0,'0'0'-1'16,"0"0"-3"-16,0 0-2 0,0 0-14 15,0 0-13-15,0 0-19 16</inkml:trace>
  <inkml:trace contextRef="#ctx0" brushRef="#br0" timeOffset="16846.59">8645 11569 59 0,'0'0'1'0,"39"0"0"16,-17 0 2-16,4 1 2 0,0 4-2 16,3 2 0-16,1 3 1 15,3 0 4-15,1 0 1 16,7-1 1-16,2 0-3 16,5-2-1-16,2-2-3 15,4-2 1-15,2-3-1 0,0 0 0 16,3 0 0-16,2 0 2 15,2-5 5-15,1 0 1 16,1-2-4-16,4-1-2 16,0 0-3-16,1-4 0 15,-3-1 0-15,-1-1-1 16,1-3 2-16,-5-3 1 16,-5-3 4-16,-2-1 6 0,-3-2 3 15,-6-2 2-15,-5-1-5 16,-4 0-3-16,-7-2-2 15,-5 0-2-15,-5 1 1 16,-7 0-3-16,-4-1 1 0,-8 2 0 16,-1 0 24-16,-4 0-29 15,-9 0-3-15,-4-4 1 16,-4 2-3-16,-2-2 0 16,-6 0 0-16,1-2 1 0,-6 2 2 15,-1 3-3-15,-3 2-2 16,-4 3 4-16,0 0 1 15,-3 6-2-15,-2 1-2 16,0 1 0-16,-3 4-3 16,1 0 3-16,-4 1-3 0,1 3 2 15,-3 0 0 1,0 2 8-16,-1 2-4 0,0 2-1 16,-2 1 1-16,-3 2 4 15,2 0-5-15,-3 7 9 16,0 3-5-16,-3 5 1 15,-2 3-1-15,0 3 1 16,3 3-2-16,-1 2 0 0,1 5 1 16,2 1-3-16,3 2 4 15,4 3 2-15,0 4-2 16,5 2 1-16,6 2 2 16,3 0 1-16,8 2-2 15,7 1-2-15,7-2-2 0,11-1-2 16,8-2 1-16,1-2-3 15,19-4-1-15,12-4 0 16,11-4-3-16,11-4-6 16,12-4-22-16,3-6-54 0</inkml:trace>
  <inkml:trace contextRef="#ctx0" brushRef="#br0" timeOffset="17630.28">10214 11440 137 0,'-1'0'4'0,"-1"0"8"0,1 0 5 16,1 0-16-16,0 2-6 16,0 1-6-16,1 2 10 15,6 0-2-15,5 3 0 16,3-1 2-16,5 2 1 0,5 1 0 15,6 1 1-15,3-1-1 16,4 1 0-16,2 1 1 16,2-2-1-16,3 0-2 15,-2-1 2-15,5-2 0 0,-2-1 2 16,1-2 7-16,0-1 3 16,2 0 0-16,0-1-2 15,-5 1-1-15,1 2-4 16,0 0 0-16,-5 2-3 15,-4-1-1-15,-2 3 1 0,-3-1-1 16,-2-1 0-16,-2 3 0 16,-3-3 1-16,-4 1-2 15,-2-2-5-15,-5 0-24 16,-2-3-20-16,-6-3-28 16</inkml:trace>
  <inkml:trace contextRef="#ctx0" brushRef="#br0" timeOffset="17786.32">11269 11540 177 0,'0'0'1'15,"0"0"0"-15,37-6 5 16,-20 10 1-16,-2 13-3 16,2 7 0-16,-4 9 0 15,-5 5-7-15,-5 7-63 16</inkml:trace>
  <inkml:trace contextRef="#ctx0" brushRef="#br0" timeOffset="19217.09">11762 11653 46 0,'-2'-5'4'0,"1"2"16"0,1 0-7 0,0 0-8 16,0 1-2-16,0 2 5 16,0-1 4-16,0 1-2 0,-2 0-6 15,2 0-2-15,0 4 9 16,0 3 8-16,2 3-5 16,1 4-2-16,4 3-7 15,-2 4-3-15,4 1-1 16,-2 5-1-16,0 1 1 0,-2 1-1 15,-3-1-1-15,-2-3-16 16,0-1-20-16,0-5 6 16,-2-6-17-16</inkml:trace>
  <inkml:trace contextRef="#ctx0" brushRef="#br0" timeOffset="19557.57">11753 11680 129 0,'0'0'4'0,"17"-37"14"16,-5 23 11-16,3 2-13 15,2 2-6-15,3 2-5 16,0 5-2-16,-1 3-2 16,1 0 0-16,-2 10 0 15,-2 5-1-15,-2 4 5 0,-2 1-3 16,-2 3-2-16,-3-1 1 15,-2 2 0-15,-5-1-1 16,0 1 2-16,-2-1-1 16,-6-2-1-16,-2-1 2 15,-4 0-2-15,0-2 5 16,-2-2-4-16,-1-1 0 0,0-1 1 16,2-1-2-16,2-2-3 15,1-2-6-15,4-3-31 16,4-2-25-16,4-4-58 15</inkml:trace>
  <inkml:trace contextRef="#ctx0" brushRef="#br0" timeOffset="19999.18">12146 11748 198 0,'0'0'15'15,"0"0"-10"-15,0 0 2 16,9-34 3-16,-9 28-7 16,-6 1-3-16,-2 2 4 15,-2 1-6-15,-2 2 2 0,-3 0 1 16,2 2 1-16,1 4 0 16,0 4 0-16,2 0-2 15,3 2 1-15,2-1-4 16,1 1 2-16,4-2 0 15,0-1-2-15,3-2 1 0,4-3 0 16,2-1-3-16,1-2-2 16,0-1 9-16,0 0-1 15,0-2-1-15,0-2-1 16,-1-2 0-16,-2 1 3 16,0-1 2-16,-1 1-4 15,0 3 4-15,0 0-2 0,-1 2-2 16,1 0 1-16,0 0 0 15,0 2-1-15,1 2-1 16,-2 0 1-16,3-1 1 16,-1 0-3-16,-1-3-4 15,3 0-4-15,0 0-2 0,2-8-17 16,-2-4-34-16</inkml:trace>
  <inkml:trace contextRef="#ctx0" brushRef="#br0" timeOffset="20220.97">12295 11457 188 0,'0'0'-2'0,"0"0"-5"0,0 0 8 0,5 36 1 0,0-16-1 15,-1 5 0-15,2 0 0 16,1-1-1-16,-1 1 0 15,1-2 0-15,-1-2 0 16,-2 0-3-16,-1-2-27 16,1-3-6-16,-1-3-11 0</inkml:trace>
  <inkml:trace contextRef="#ctx0" brushRef="#br0" timeOffset="20426.5">12273 11652 256 0,'0'0'-4'0,"0"0"2"15,24-30 3-15,-7 20 0 0,3 0 0 16,5 2 0-16,-2-2 0 16,1 3-11-16,1 4-14 15,-4 0-15-15,-1 3-7 16,-1 0 1-16,-5 0-27 15</inkml:trace>
  <inkml:trace contextRef="#ctx0" brushRef="#br0" timeOffset="20733.81">12545 11570 38 0,'0'0'46'15,"0"0"-24"-15,0 0-2 16,0 0 0-16,-30-9-11 16,19 9 2-16,0 0 5 15,1 3-2-15,-1 4-4 0,2 1-5 16,4 1-3-16,-1 0 0 15,3 1-2-15,-1-2 0 16,4 1 0-16,0-3 0 16,0 0 0-16,0-2-1 15,0-1 0-15,4-1 0 0,-1-2 0 16,0 0-1-16,0 0 10 16,0 0-1-16,0 0-4 15,1 0-1-15,0 0 0 16,0 0-2-16,3 0 1 15,0 3 1-15,1 1-2 16,1 1-2-16,4 1-11 0,-2-1-13 16,3-1-16-16,-2-2-13 15</inkml:trace>
  <inkml:trace contextRef="#ctx0" brushRef="#br0" timeOffset="21267.34">12553 11432 163 0,'0'0'-1'0,"-52"-54"31"15,24 29-7-15,-1 1-14 0,-2 0-6 16,-2 2-2-16,-4 1 0 16,1 3-1-16,-4 1 2 15,1 4-2-15,-2 3 0 16,-1 3 0-16,0 5 0 15,-1 2 1-15,-2 4-2 0,-1 9 1 16,1 7 0-16,-2 5-2 16,4 4 4-16,1 7-2 15,2 5 0-15,5 7 0 16,0 8-2-16,6 5 2 16,4 5 0-16,6 5 0 0,7 0-1 15,9-4 0-15,3-4-1 16,9-3 1-16,11-6-1 15,10-6-1-15,5-5-4 16,9-5 6-16,6-5 0 0,3-4 1 16,7-7 2-16,4-6 1 15,-1-7-1-15,4-6 4 16,-2-3 0-16,2-8 1 16,-2-10 4-16,-3-7-4 15,-1-8-2-15,-5-8 2 16,-4-4-2-16,-6-4 1 0,-9-4 0 15,-5-3-1-15,-7 1-1 16,-10 2 1-16,-5 2-3 16,-8 3 2-16,-2 7 0 15,-5 5-3-15,-5 4 0 16,-5 6-5-16,-1 6-18 0,-1 5-27 16,1 5-50-16</inkml:trace>
  <inkml:trace contextRef="#ctx0" brushRef="#br0" timeOffset="21892.99">12743 11858 81 0,'0'0'2'0,"0"0"0"0,30-1 7 0,-13 5-4 0,0 3 0 16,4 3-1-16,4 3-1 15,2 1-1-15,2 2 2 16,6-1 6-16,-2 2 2 15,3-1 4-15,2 1 0 16,-1-1 1-16,2 0-4 0,-2 1-4 16,1-2-4-16,-5 0-1 15,-1-1-1-15,-3 0-2 16,-4-4 0-16,-3-1 0 16,0-2 0-16,-3-3 0 0,-1-1 0 15,-3 0 0-15,-1-3 1 16,-4 0-4-16,-1 0-16 15,-4 0-22-15,2-2-30 16,-5-4 58-16,-1-1-11 16,0-1 15-16,0-3 11 15,-1 0 12-15,0 0-4 0,0 1-4 16,0 1-1-16,-1 1-2 16,0 1 2-16,0 3 1 15,0 2 11-15,1 1 5 16,0 1-9-16,0 0-14 15,2 0 3-15,3 4 8 0,1 3 2 16,2 4-4-16,2 1-4 16,-1 4-2-16,0 4 2 15,0 1-2-15,-3 3-2 16,-4 3-5-16,-2 2-19 16,-4-2-48-16,-9 2-49 0</inkml:trace>
  <inkml:trace contextRef="#ctx0" brushRef="#br0" timeOffset="23415.85">13396 11944 67 0,'-1'2'8'0,"-1"0"-1"0,2-1-1 0,0 2 1 0,0 1 0 16,0 0 0-16,3 0 0 16,2 2 1-16,2-1-3 15,0 2 0-15,3 1-2 16,3 2 0-16,1 0 1 0,0 2-3 16,3 1-1-16,-2 0 0 15,2 0 1-15,-3-1-1 16,1 1 0-16,-5 0 0 15,-2-3 0-15,-1 0 1 16,-4 0-1-16,-3-2 1 16,0 2 10-16,-8 0 1 15,-7 3 1-15,-3-1-6 0,-5 4-5 16,-2 1 1-16,-3 3-3 16,-3 1-1-16,0 4 1 15,1 3-18-15,5-2-43 0,1-1-42 16</inkml:trace>
  <inkml:trace contextRef="#ctx0" brushRef="#br0" timeOffset="25777.83">13652 12501 8 0,'1'-4'28'0,"-1"-1"-10"0,0 0 16 0,0 0-5 16,0 0 7-16,0 0 9 15,-1 1-14-15,-2 1-10 16,0-1-10-16,0 4-6 16,-1-2-4-16,1 2-2 0,-2 0 2 15,1 4 4-15,-2 5-3 16,1 5-5-16,-1 1 3 15,3 3-2-15,0 1 3 16,3 2-2-16,0-2 1 0,0 0 0 16,5-2-1-16,3-2-2 15,2-3 2-15,1-1 1 16,2-4-3-16,1 1 0 16,1-6-15-16,1 0-45 15,-1-2-7-15</inkml:trace>
  <inkml:trace contextRef="#ctx0" brushRef="#br0" timeOffset="26146.87">13775 12522 47 0,'0'0'63'0,"0"0"-48"16,0 0 8-16,0 0-14 15,0 0-1-15,35-12-2 16,-26 12 0-16,0 7 1 0,1 2-3 16,0 1-5-16,0 1 0 15,-1 2 1-15,0 0-13 16,-2-2-2-16,-4 1 5 16,-1-3 4-16,-2-1 1 15,0-2 0-15,0-1-4 16,-2-3 13-16,-1 0 1 0,-2-2 13 15,-1 0 12-15,2-2 11 16,1-5-12-16,2-2-9 16,-1-4-13-16,2-1-1 15,0-3-5-15,2-2 5 16,4 2-5-16,3-1-9 0,2 3-17 16,0-2-32-16,1 4-33 15</inkml:trace>
  <inkml:trace contextRef="#ctx0" brushRef="#br0" timeOffset="26495.42">14018 12520 83 0,'0'0'1'0,"0"0"0"15,0 0 0-15,0 0-1 16,0 0 13-16,0 0 0 15,0 0-2-15,27-6-4 16,-24-1 0-16,-1-1 16 16,-2 2-5-16,0-1 3 15,0-1-4-15,0 1-1 0,0 2 0 16,-3 2-10-16,-1 0-3 16,1 2 2-16,-3 1 1 15,2 0-7-15,-2 5-1 16,2 5 3-16,-2 2-2 15,2 3 0-15,4-1 1 0,0 2 0 16,0-2 0-16,0 1-2 16,7-2-1-16,3-3-5 15,1-1-19-15,3-4-31 16,0-5-8-16</inkml:trace>
  <inkml:trace contextRef="#ctx0" brushRef="#br0" timeOffset="27429.4">14213 12486 253 0,'0'0'12'0,"0"0"2"0,0 0-13 16,0 0-4-16,-30-15 5 16,23 15-4-16,-1 0 1 15,4 6-4-15,-2 3 5 16,3-1 0-16,2 2-1 0,1 0 1 15,0 1-1-15,0-2-1 16,3-1-7-16,2-1-9 16,2-3-1-16,0-1-4 15,1-3 9-15,1 0 13 16,-2 0 1-16,1-6 3 0,0 0 0 16,-3 0 6-16,1-2 7 15,0 3-1-15,-3 0 6 16,0 1-6-16,0 2-8 15,1 0-5-15,-1 2-2 16,3 0 0-16,-2 0 0 16,3 0 1-16,-1 0-2 0,1 0 1 15,0 0 0-15,0 0 0 16,0 0-4-16,1 0 1 16,-2-3 0-16,1-1-12 15,0-2 0-15,-2-2 4 16,0-2 5-16,-2 0 6 15,1-4 0-15,-1-2 4 0,0-2 1 16,-1-4 1-16,0-1 0 16,0-1-1-16,-2-3 0 15,0 1 1-15,0 0-2 16,0 1 9-16,0 0-9 0,-5 3-2 16,1 1 3-16,0 4 4 15,0 2 2-15,1 5-6 16,-2 2-2-16,3 5-6 15,0 3 4-15,2 0-4 16,0 3-7-16,0 7 12 16,0 5-8-16,0 6 8 15,0 1-3-15,6 1 2 0,0 3-1 16,1 0 1-16,1-1-3 16,0-1 0-16,1 0 1 15,2-3 1-15,-2-3-4 0,1-4 2 16,0-2 1-16,1-3-1 15,0-3-2-15,0-3 0 16,0-1 3-16,1-2-2 16,-1 0 9-16,1-3-4 15,0-4 2-15,-1-3-2 0,-1-1 0 16,-1-2-1-16,-4 1 2 16,0-3-2-16,-3 2 1 15,-2 1-1-15,0 3-1 16,-4 2-1-16,-1 3-5 15,-2 1 6-15,1 3-5 0,0 0 9 16,2 2-5-16,-2 4-5 16,5 3 4-16,-1-1 2 15,2 3-1-15,0-2-2 16,4-1 0-16,4 0 0 0,2-1 2 16,0-2-5-1,2-2-1-15,0-1-29 16,0-2-34-16,-1 0-30 0</inkml:trace>
  <inkml:trace contextRef="#ctx0" brushRef="#br0" timeOffset="27620.94">14406 12286 264 0,'0'0'0'0,"0"0"-5"0,0 0-2 0,0 0 3 16,0 0-13-16,39-23 1 15,-19 16-15-15,1-1-27 16,3 0-42-16</inkml:trace>
  <inkml:trace contextRef="#ctx0" brushRef="#br0" timeOffset="28262.84">14824 12147 172 0,'0'0'10'15,"0"0"-3"-15,0 0-8 16,0 0 2-16,0 28 0 16,0-16-1-16,0 2 0 15,0 0-1-15,3 1 0 16,1 1 1-16,2-2-2 0,0 0 1 16,1-2-1-16,0-2 1 15,1-3 1-15,0-1 0 16,0-3-2-16,0-1 5 15,-1-2-2-15,-1 0 2 0,0-3 8 16,-1-5 0-16,-1-1 2 16,-1 1-7-16,0-2-3 15,-1 0 0-15,1 0-2 16,-2 3 0-16,1-1 0 16,0 3-1-16,0 1 0 15,1 2 0-15,0 2 0 0,3 0-2 16,1 0-2-16,0 3 1 15,1 2 1-15,0 2 0 16,2-2-3-16,0 1 5 16,-1-2-1-16,0 0 1 15,2-2-1-15,-1 0 1 0,1-2 0 16,-2 0 2-16,0 0 4 16,-1-5 3-16,-2-1 5 15,-2-1 5-15,-1-2-2 16,-2 0 0-16,-1-1-1 15,0 0-3-15,-1-2-7 16,-4 0-2-16,-1-1-4 0,0 3 0 16,0-1-3-16,2 4 0 15,0 1-4-15,2 2-9 16,1 3-16-16,1-1-38 16,0 1-97-16</inkml:trace>
  <inkml:trace contextRef="#ctx0" brushRef="#br0" timeOffset="28624.54">15179 12155 1 0,'0'0'234'0,"0"0"-234"0,0 0 3 0,0 0-33 15,0 0 30-15,0 0 4 16,-7 30-2-16,5-22-2 15,2-1-1-15,0-1-1 16,2 0-3-16,4-3 3 0,2 0 3 16,2 0 2-16,-1-3 0 15,3 0-2-15,-2 0-2 16,-2-3 3-16,2-3 1 16,-4-1 6-16,1-3 6 0,-3 0 3 15,-1-1 1-15,-3 0-2 16,0-3 4-16,0 1-4 15,-5 0-9-15,-2 3-7 16,1 2 0-16,-3 1-5 16,-1 3-11-16,1 4-5 0,1 0 3 15,0 2-11-15,1 5-32 16,4 0-17-16</inkml:trace>
  <inkml:trace contextRef="#ctx0" brushRef="#br0" timeOffset="29058.48">15356 12096 149 0,'0'0'3'16,"0"0"3"-16,0 0 11 15,0 0-6-15,28-16-5 16,-25 16-5-16,-1 2-3 15,0 6-2-15,0 3 7 16,-2 1 0-16,2 1 4 0,-1-1-5 16,-1-1-1-16,4-1-1 15,-4-1 0-15,1-5 0 16,-1 2 0-16,2-4 0 16,-2-1-3-16,0-1 1 15,0 0 7-15,0-1 10 0,0-7-14 16,0 0 5-16,1-2 11 15,2-3-4-15,3-1-3 16,-2 1-3-16,4 0-2 16,1 1-3-16,1 2-1 15,1 2 1-15,-1 4-3 16,0 2 2-16,0 2-2 0,-2 0 0 16,-1 4-1-16,0 5-12 15,-4 2-6-15,4 2 2 16,-5-1-10-16,1 0-31 15,0-1-26-15</inkml:trace>
  <inkml:trace contextRef="#ctx0" brushRef="#br0" timeOffset="29549.51">15651 12058 212 0,'0'0'10'0,"0"0"11"0,0 0-7 0,0 0-12 0,0 0-5 16,0 0-3-16,0 0-5 0,-31 0 11 15,23 13-1-15,2-1 2 16,0 1-1-16,3 0-2 16,3-2-4-16,0 0-14 15,0-4 0-15,4-1-5 16,2-3-3-16,3-2 14 15,-2-1 14-15,1 0 1 0,0-6 0 16,-3-4 17-16,2-1 14 16,0-4-7-16,-4 1-8 15,-2-5-8-15,0-1-4 16,-1-1 2-16,0-1-1 16,0 0-1-16,-4 0 2 0,0 2 3 15,0 0-5-15,-2 3-2 16,2 3-1-16,2 3-2 15,-3 3 4-15,2 3-2 16,2 2-1-16,0 3-3 16,-1 0-3-16,1 8 4 0,0 4 1 15,1 2 0-15,0 3 0 16,0 3-1-16,2 1 0 16,2 0-2-16,4 1-4 15,-1 0-15-15,2-1-19 16,0-4-23-16,0-1-24 15</inkml:trace>
  <inkml:trace contextRef="#ctx0" brushRef="#br0" timeOffset="30440.35">15746 12095 243 0,'0'0'15'0,"0"0"4"0,0 0-14 0,0 0-5 0,13-32 1 15,-7 27-4-15,1 1-3 16,-2 0-4-16,1 0-3 0,-2 0 5 16,1 0 8-16,-2-1 0 15,-3 0 1-15,0-1 2 16,0 1 0-16,0-1-2 16,-3 0-5-16,-3 2-1 15,0 0 0-15,-1 4 4 0,-1 0 4 16,1 0-5-16,0 0 4 15,0 7-3-15,3 1 0 16,-1 2 0-16,4 0-1 16,1 1-3-16,0 0-1 15,1-2 1-15,5 2 3 16,1-2 1-16,0-1-1 16,1-1-15-16,-2-2-9 0,0-2 13 15,2 0 8-15,-4-3 3 16,1 0 4-16,-1 0 0 15,0-5 5-15,1-3 2 16,-2-2-1-16,2-2-3 0,-1-1-1 16,3-2 8-16,-2 2-1 15,3 0-6-15,0 0-2 16,-1 3 0-16,1 1-1 16,0 3 3-16,-1 3 4 15,0 1-1-15,0 2-4 0,1 0-1 16,-2 4-3-16,3 4 0 15,-1 0 2-15,1 2-1 16,1-2-2-16,-1 2 0 16,-1-3-1-16,1-1 0 15,-1 1-6-15,0-4 1 16,-1 0 1-16,0-1-5 0,-1-2 6 16,1 0 6-16,-2-5-1 15,2-2 2-15,-1-3-1 16,2-3 2-16,-2-2 4 15,-2-1 7-15,0-1-5 0,-1 1-2 16,-1-2 3-16,-2 3-6 16,0 0-2-16,0 3 0 15,0 3 0-15,0 2-2 16,0 3 2-16,0 1-2 0,-2 3-1 16,-1 0-1-1,1 1 8-15,0 5-6 16,1 4-1-16,-1 1 0 0,2 3-2 15,0 0 2-15,0 0 0 16,3 1-3-16,1-1 1 16,3 0 1-16,0-1 1 15,-1-2 1-15,1-1-3 0,1 0 3 16,-2-2 1-16,-1-1 1 16,0-2-2-16,-1 2 1 15,-2-2-1-15,-2-2-4 16,0 1-14-16,0-1-14 15,-3-2-17-15,-3-1-5 0</inkml:trace>
  <inkml:trace contextRef="#ctx0" brushRef="#br0" timeOffset="30610.28">16075 11965 271 0,'0'0'12'0,"0"0"2"0,0 0-16 16,0 0-14-16,0 0 7 16,-13 32 3-16,1-12-10 0,-4 1-34 15,-5 1-45-15</inkml:trace>
  <inkml:trace contextRef="#ctx0" brushRef="#br0" timeOffset="32047.83">13848 12217 113 0,'0'0'-1'0,"0"0"5"0,0 0 4 0,-26 0-3 16,18 0-4-16,-1 0-1 15,0 1 2-15,-1 0-2 16,0 1 2-16,-2-1 8 15,0 2 11-15,-3 0-10 0,-1 1-5 16,0 2-4-16,-1 1-1 16,-2 1-1-16,0 1 1 15,0 2-1-15,-1 0 2 16,2 2 2-16,-1 2 2 16,-1 0-1-16,1 5-3 0,-1-1-1 15,0 3 1-15,0 3-2 16,0 2 0-16,3 2 0 15,1 0 0-15,2 2 0 16,1-2 0-16,4 1 0 16,1 0-2-16,2 0 2 0,3 1 0 15,3-1 0-15,0 1-1 16,0-1 1-16,6-2-1 16,4 2 0-16,5-1 0 15,1 0-3-15,6-1 1 16,3-1-1-16,4-2 2 15,5-2-2-15,4-5 1 0,4-2 5 16,3-5 2-16,5-3-1 16,4-3-2-16,5 0 3 15,3-1-2-15,2 0-2 16,4-2 1-16,3-2-2 16,2 0 7-16,4 0 5 0,4 0 5 15,4-5-5-15,4-2-5 16,2-2-5-16,1-2 1 15,4-4 0-15,2-4-2 16,2-2 2-16,1-6 2 16,2-1 1-16,-1-2-2 0,-1 1-1 15,-2-1 0-15,-4-3 1 16,-3 0-6-16,-5 0 4 16,-3-2 1-16,-7-1-1 15,-4-2 2-15,-5 0 1 16,-6-2 3-16,-3 1-2 0,-6-1-2 15,-4-1-1-15,-5-1 0 16,-6 1 0-16,-4 1-1 16,-7 1 1-16,-4-1-1 15,-7 2 4-15,-5-1 2 0,-3 1 0 16,-3-1-2-16,-5 2 2 16,0 1-5-16,-7 0-2 15,-4 2-7-15,-8 1 4 16,-4 1-3-16,-6 1 3 15,-6 4 7-15,-3 2 1 16,-8 1-3-16,-2 3 1 0,-7 3-3 16,-6 4 2-16,-7 3-1 15,-6 5-1-15,-12 5 1 16,-10 1-1-16,-11 10-1 16,-15 11 0-16,-15 9-4 15,-16 11-14-15,-18 11-12 0,-19 13-15 16,-17 12-61-16</inkml:trace>
  <inkml:trace contextRef="#ctx0" brushRef="#br0" timeOffset="56583.07">15326 10114 27 0,'-3'0'22'0,"1"0"-5"0,1 0 1 0,0 0-10 16,1 0-6-16,0 0-4 16,0 0 0-16,0 0 0 15,0-2 3-15,-2 1 2 16,2-1 4-16,0 2-2 16,-1-1-2-16,0 0-2 0,0 0-1 15,1 1 1-15,0-2-1 16,0 2 0-16,0 0 1 15,0-1 1-15,0 1-3 16,0-1-8-16,0-2-21 16</inkml:trace>
  <inkml:trace contextRef="#ctx0" brushRef="#br0" timeOffset="56895.31">15331 10078 138 0,'0'0'4'0,"0"0"13"16,0 0 8-16,0 0-8 0,0 0-6 15,0 0-10-15,0 0-3 16,0 0 2-16,-16 28 0 15,16-12 1-15,2 4 0 16,1-2-1-16,0 2 0 0,-1 1 1 16,2-4-2-16,-4 0 2 15,0-1-1-15,0-1 0 16,0 1-9-16,-4-2-20 16,-2-1-20-16,-3-5-26 15</inkml:trace>
  <inkml:trace contextRef="#ctx0" brushRef="#br0" timeOffset="57333.73">15320 10066 90 0,'0'0'14'15,"0"0"6"-15,0 0-8 0,0 0-8 0,0 0-3 16,0 0 0-16,0 0 1 16,0 0-1-16,35-18 5 15,-27 16 6-15,2-1 1 16,0 0 3-16,3 0-7 0,1 0-5 16,-3 2-1-16,2-1-3 15,0 1 0-15,-2 1 1 16,3 0-1-16,-3 0 0 15,-1 0-1-15,-2 0-25 0,-2 1-35 16,-2 2-19-16</inkml:trace>
  <inkml:trace contextRef="#ctx0" brushRef="#br0" timeOffset="57536.49">15431 10174 102 0,'0'0'7'0,"0"0"1"0,0 0-2 15,0 0 1-15,0 0-1 16,0 0-4-16,31 1-1 16,-20-1-1-16,2-2 0 15,-2 1-2-15,2-4-39 16</inkml:trace>
  <inkml:trace contextRef="#ctx0" brushRef="#br0" timeOffset="58597.42">15686 10178 53 0,'0'0'18'16,"0"0"-10"-16,0 0 0 16,0 0 1-16,0 0 8 15,0 0-4-15,0 0-3 16,-31-18-4-16,24 18 0 0,0 0-2 16,0 5-3-16,2 3-1 15,-2 0 2-15,2 1 0 16,0 1-2-16,2-2 0 15,1 2 0-15,2-3 0 16,0 0-2-16,0-1 4 0,0-1-4 16,4 1 4-16,2-4-4 15,1 1 4-15,2-3-1 16,0 0 0-16,1 0-1 16,0 0 1-16,-1-2-1 15,-1-2 1-15,-2-1-1 16,0 0 1-16,-3 1 2 0,-1-2-2 15,0 1 6-15,0 0 0 16,-2 2 0-16,0-1-1 16,0 1 0-16,0 0-3 15,-3 1 0-15,2 1-2 0,0 1-1 16,0 0 0-16,0 0 0 16,1 0-1-16,0 0-3 15,0 0 2-15,0 0-1 16,0 4-1-16,0 1 2 15,2-1 1-15,0 2 1 0,2 1 1 16,-2-1-1-16,1 1 0 16,2-2 0-16,-2 0 1 15,3 0-1-15,-3-2 1 16,0 1-1-16,1-3 1 16,0 1 1-16,-1 0-1 15,1-2 1-15,1 0-1 0,0 0 0 16,0 0 2-16,2-2 2 15,-2-1 3-15,2-1-6 16,-2-1-1-16,1 0 3 16,0-1-2-16,-1 1 0 0,0-1-1 15,-1 0 0-15,-1 0 1 16,1 1-1-16,-2-2 1 16,0 1-1-16,0-1 1 15,-1 0-1-15,-1 2 1 16,2-1 1-16,0 1-2 15,0 0-1-15,1 3 0 16,2-1-1-16,-1 1 1 16,3 2 0-16,-1 0-2 0,2 0 2 15,0 0-1-15,0 3 1 16,-1 1-1-16,0 3 0 16,0-1 0-16,-2 1 0 0,1-1 1 15,-2 1 0-15,1-1 0 16,-2-1 0-16,1 0 0 15,0 0 1-15,1-1-1 16,0-1-2-16,1 0-15 16,0-1-22-16,0-2-20 15</inkml:trace>
  <inkml:trace contextRef="#ctx0" brushRef="#br0" timeOffset="59355.06">16040 10134 81 0,'0'0'3'0,"0"0"5"0,0 0-1 16,0 0-2-16,0 0 2 0,0 0-8 16,0 0 1-16,0 0 2 15,0 0 0-15,0 0-1 16,8 31 1-16,-6-22-2 15,1-2 2-15,-1 0-2 16,1-1 1-16,1 0-1 16,-3-2 0-16,1 0 1 0,0-1 0 15,0-2-1-15,-1 0 1 16,-1-1 0-16,2 0 0 16,-2 0 7-16,0 0 11 15,0-1-16-15,0-3-1 0,0-2-1 16,0 0 3-16,1 1 0 15,1-2 0-15,1 1-3 16,1 0 0-16,0-1-1 16,2 2-1-16,1 0 1 15,0 0 0-15,0 1 0 16,0 0 0-16,0 2 0 0,0 2 0 16,-3 0 0-16,3 0 0 15,-3 0 0-15,2 4-1 16,0 5-1-16,-1-1 2 15,0 2-1-15,1-1 2 16,1 2-1-16,-2-2 2 0,2-1-4 16,-3-1 4-16,2-2-2 15,-2 0 0-15,2-2 1 16,-4-1-1-16,1-1 0 16,0-1 0-16,-1 0 1 15,-1 0 2-15,0 0 13 0,2-4 2 16,-2-2-13-16,3 0-4 15,-3-1 0-15,3-1 0 16,-1-2 0-16,1 2-1 16,-1-1 3-16,0 1 4 15,2 2 3-15,-2 0-3 0,3 0 7 16,-1 3-11 0,1 1-1-16,1 0-4 0,0 2 2 15,0 0-1-15,-2 2-1 16,1 5 1-16,1-1 0 15,-3 4-1-15,2-2-2 0,0 0-6 16,0-1-10-16,-2 0-3 16,2 1-23-16,-4-3-14 15</inkml:trace>
  <inkml:trace contextRef="#ctx0" brushRef="#br0" timeOffset="60061.28">16428 10185 66 0,'0'0'11'0,"0"0"-1"0,0 0 2 16,0 0 2-16,0 0-5 0,0 0 1 15,0 0-2-15,0 0 1 16,29-20 0-16,-22 15-4 16,-3-1-3-16,0-1-1 15,-2 2 0-15,0 0 0 16,0 0 2-16,-2 0 12 0,0 2 3 16,0 0-4-16,-2 0-3 15,-2 1-6-15,0 2-7 16,0 0 1-16,-2 0-4 15,2 3 2-15,-2 1-1 16,2 2 2-16,-3 2 2 0,5 1-1 16,1-1-1-16,-1 3 1 15,2-2 0-15,0 0 0 16,0 1 2-16,0-2-2 16,5-1 1-16,0 0-1 15,1-3 0-15,1 0-2 16,0-1 5-16,-1-2-4 0,1 0 4 15,0-1-1-15,0 0 1 16,0 0 0-16,0-4 0 16,-1 1-1-16,1-2 1 15,-3 0-1-15,2-1 2 16,-3-1 0-16,1 0-1 0,0-1 2 16,-1 1 0-16,1-1-1 15,0 0-1-15,0 2 0 16,2 1-1-16,-2 0-2 15,2 3 2-15,-1-1-1 0,1 1 0 16,0 2 0-16,1 0-1 16,-1 0 1-16,1 5-1 15,0 0 1-15,1 1 0 16,0 1 0-16,-1 0 0 16,2 0 0-16,1 0 0 0,0-1 0 15,1 0-10-15,0-3-4 16,-1 1-8-16,1-2-31 15,2-2-4-15</inkml:trace>
  <inkml:trace contextRef="#ctx0" brushRef="#br0" timeOffset="60475.72">16834 10102 142 0,'0'0'12'0,"0"0"24"16,0-33-21-16,0 25-9 0,0 1-5 15,0 1-1-15,-4 1 3 0,1 2 1 16,-1 1-1-16,-1 1-2 16,-1 1 1-16,0 0-5 15,-4 0 3-15,2 4 1 16,1 3 0-16,0 3-1 16,0 0 0-16,2 0 0 15,4 1 0-15,-1 1-1 0,2-3 1 16,0 0 0-16,0 1-1 15,6-2 1-15,-2-1 0 16,3-1-1-16,3-1 1 0,-2 0 1 16,2 0 1-1,-2 0-2-15,1 0 1 0,-2-1 0 16,-1 0-1-16,-1 0 0 16,-2-1 0-16,-1 0 1 15,0-1-2-15,-2 3 1 16,0-2-1-16,0 1 1 0,-5-1 1 15,0 0-1-15,-1 1 1 16,0-1-4-16,0 0-10 16,1-3-38-16,0 0-8 15</inkml:trace>
  <inkml:trace contextRef="#ctx0" brushRef="#br0" timeOffset="60694.52">16832 10131 92 0,'0'0'3'0,"0"0"5"16,0 0 13-16,0 0 7 0,0 0 0 16,0 0-15-16,0 0-15 15,0 0 6-15,0 0-6 16,0 0 2-16,-26 39-3 0,17-22-22 15,-2-2-17-15,-4 1-20 16</inkml:trace>
  <inkml:trace contextRef="#ctx0" brushRef="#br0" timeOffset="62146.47">15673 10496 11 0,'40'-3'14'0,"3"-2"3"0,4 1-5 0,2-1-3 0,2 3 0 15,1-1-4-15,-1 2 5 16,3 1 2-16,-1 0-8 16,3 0 3-16,1 0-5 0,0 0 1 15,4-2 8-15,1-2 2 16,-1-2 2-16,-2-2 6 16,-3-1 8-16,-3 1-10 15,-1-2-1-15,-3 2-9 16,-3-2-4-16,-2 1-3 15,-2 0-1-15,-4 0-1 0,-2-2 1 16,-3 1-1-16,-3-1 2 16,-3-1-2-16,-1 1 1 15,-5-1-1-15,-1-1 2 16,-1 1-2-16,-3-1 0 0,-4 1 0 16,-3-1 0-1,-4-2 0-15,-2 0 0 16,-3-3 2-16,0 0-3 0,-5 0 2 15,-3-3-1-15,-4 1 1 16,-2 0 0-16,-3 0 3 16,-1 2 2-16,-2 0-4 0,-3 2-2 15,-1 2-1-15,-5 0 3 16,-2 2-3-16,-1 1 0 16,-4 1 0-16,0-1 1 15,-1 3 2-15,0-2-2 16,1 2-5-16,0 0 8 15,0 1 0-15,0 0-5 0,-2 0 3 16,-1 1 0-16,0 1-2 16,-3 0 3-16,1 0-3 15,-2 2 1-15,0-2 1 16,-1-2-1-16,1 2 0 16,-3 1-1-16,2-2 1 15,1 2 2-15,0 0-1 0,1-1 0 16,-2 3 4-16,0-1-4 15,1 3-1-15,-1 0 0 16,1 0 0-16,0 0 1 0,1 0-2 16,-1 5 2-16,1 0-2 15,0 2 2-15,1 2 0 16,2 0-1-16,-1 3 0 16,2 1 0-16,-1 0-1 15,1 2 1-15,2-2 0 0,1 4 0 16,2-1 1-16,1 0-2 15,2 1 2-15,0 1-1 16,1 0 0-16,2 2 0 16,1 0 1-16,2 1-2 15,3-1 1-15,4 2 1 0,1-1-1 16,3-1 0-16,2 0 0 16,5-2 0-16,0 2 0 15,3 0-1-15,2 0-2 16,1-1-1-16,0 3 2 15,2-2 0-15,6 1 1 0,2-1 0 16,2 0-2-16,3 1 4 16,2-4-3-16,3 0 2 15,2-1 0-15,4-3-1 16,0-1 2-16,3-1-1 16,0-1 1-16,4-2-1 0,0-2 1 15,3 0-1-15,1-1 0 16,4-3 1-16,-2 0 0 15,2-2-1-15,1 0 1 16,-2-3-1-16,0-3 4 16,2-1 1-16,0-1-1 0,0-2-3 15,-1 0-1-15,1 0 2 16,-1-3-2-16,-3 0-3 16,-2-5-39-16,-3-4-84 15</inkml:trace>
  <inkml:trace contextRef="#ctx0" brushRef="#br0" timeOffset="62709.54">16083 9874 23 0,'3'2'3'0,"-2"0"4"0,4 0 4 0,-3-1-1 16,0-1 9-16,1 0 2 0,0 0 2 16,0 0 8-16,1-3 9 15,2-4-5-15,3-1-9 16,1-4-11-16,4-4-5 16,3-3 0-16,5-4 1 15,2-3-2-15,6-2 0 16,4-5-1-16,6-3-6 0,7-4-1 15,4-3-1-15,8-5-1 16,6-4-18-16,6-9-48 16</inkml:trace>
  <inkml:trace contextRef="#ctx0" brushRef="#br0" timeOffset="66813.89">16048 9770 72 0,'-1'0'5'0,"0"0"5"0,0 0 3 0,1 0-2 16,0 0-2-16,0 0-8 0,0 2-3 15,0-2 2-15,0 3 0 16,0-1-2-16,0 1 2 15,2 1-1-15,1 0-1 16,0 0 2-16,-1 3 1 16,1-1-2-16,1 1 2 0,-2 0-1 15,-1-1 0-15,4-3 0 16,-3 1 0-16,0-2 0 16,3-2-2-16,1 0 14 15,3 0 8-15,5-8-5 16,5-3-10-16,3-6-4 0,7-5-12 15,1-4-75-15</inkml:trace>
  <inkml:trace contextRef="#ctx0" brushRef="#br0" timeOffset="69740.85">18113 9987 67 0,'4'0'3'0,"-2"0"-2"0,-1 0 1 0,-1 0 27 16,0-1-2-16,0-1-5 16,0-1-1-16,0 1 0 15,0 0 5-15,0 0-8 0,0 2-8 16,0 0-8-16,0 0-7 16,1 2 2-16,3 6-1 15,0 2-2-15,2 5 1 16,-2 2 8-16,2 2 0 15,-1 3 0-15,0 0 0 16,-1 2-2-16,0-2-3 0,0-1-17 16,-4-2-12-16,1-5-6 15,-1-4-11-15,0-8-18 16</inkml:trace>
  <inkml:trace contextRef="#ctx0" brushRef="#br0" timeOffset="70125.11">18122 9998 165 0,'0'0'0'0,"0"0"0"16,13-31 0-16,-7 25 0 16,4 0-2-16,0 1 1 15,2 1-1-15,2 3-1 16,2 1-3-16,0 0-3 15,1 0 3-15,0 7 5 0,-1 3 5 16,-2 3 2-16,-1 0-1 16,1 2-3-16,-7 2 1 15,2-2 0-15,-2 2 0 16,-3-1-2-16,-2 0 0 16,0-2 1-16,-2 0-1 0,0 0 10 15,-2 0 3-15,-4 0-6 16,-2 0-3-16,-1 0-3 15,-1-3 0-15,0 0 4 16,0-2-5-16,1-1 3 16,1-1 1-16,0-2-4 0,1 0 1 15,2-3-6-15,2-2-30 16,3 0-34-16</inkml:trace>
  <inkml:trace contextRef="#ctx0" brushRef="#br0" timeOffset="70594.31">18429 10045 95 0,'0'0'40'0,"0"0"-36"0,0 0 10 0,0 0 4 16,0 0-14-16,0 0-5 15,0 0 1-15,0 0-2 16,0 0 3-16,1 24-1 0,1-13 1 16,3 0 1-16,0-1-1 15,2-2 0-15,1-1 0 16,-1-1 2-16,1-1-1 16,1-1-1-16,2-3 0 15,1-1 2-15,3 0 1 0,-2 0-1 16,2-6 0-16,-2-2-1 15,2-1-2-15,-4-3 1 16,1 0-1-16,-3 0 1 16,-1 0-1-16,-1 2 0 15,-3 0 1-15,0 3 0 16,-3 1 4-16,-1 4 14 0,0-1-5 16,0 3-6-16,0 0-10 15,0 0-5-15,1 5 5 16,0 1 4-16,1 1-1 15,1 0-1-15,2 3 1 16,-1-2-6-16,2-1-26 0,0-1-26 16,2-1-43-16</inkml:trace>
  <inkml:trace contextRef="#ctx0" brushRef="#br0" timeOffset="71247.77">18767 10017 198 0,'0'0'4'0,"0"0"8"0,0 0 6 0,0 0-15 15,0 0-2-15,0 0-1 0,0 0-2 16,0 0-1-16,0 0-3 16,0 0 0-16,22 10 6 15,-20 0 2-15,-1 1-2 16,-1-1 1-16,0 1-1 15,0-2-1-15,0-2-6 0,0-1-7 16,0-3 6-16,-2-1 7 16,1-1-3-16,0-1 10 15,1 0 1-15,0-5 5 16,0-3-3-16,0 0-2 16,0-1-6-16,3-2 1 0,3 0-2 15,0 1 0-15,2 1-3 16,1 0 0-16,1 2 5 15,0 1-1-15,0 2 0 16,0-1 1-16,1 3-4 16,0 2 2-16,-1 0 0 15,0 0 2-15,-1 5-2 0,-2 2 3 16,-1 1-2-16,0 2-8 16,-5 0 1-16,1 0-3 15,-2-2 1-15,0 1 6 16,0-2-3-16,-1-3 0 0,-1 0 1 15,-1-3 4-15,-1 1 1 16,3-2 7 0,-1 0 2-16,2-5 4 0,0-3-4 15,0-1 0-15,0-2-5 16,3-1-3-16,4 2 0 16,1-1-3-16,1 2 4 0,2 1-2 15,-1 3 0-15,0 1-1 16,1 2-1-16,-1 2 1 15,0 0-2-15,-3 4 2 16,0 4 2-16,-1 2-5 16,0 2-3-16,-4 3-5 0,0-3-25 15,0 1-14-15,-1-3-37 16</inkml:trace>
  <inkml:trace contextRef="#ctx0" brushRef="#br0" timeOffset="71576.06">19192 9989 67 0,'0'0'15'0,"0"0"14"0,0 0-16 15,0 0-18-15,0 0 12 16,0 0 12-16,0 0-7 0,1 37-7 16,-2-22-1-16,-2 2 3 15,2 3-5-15,-2 1 0 16,1 2-1-16,1-1 1 16,-2 1 0-16,3-1-1 15,-1-1 2-15,-2-1-2 0,3-2 1 16,-2-2-2-16,1-1-10 15,1-2-18-15,0-3-10 16,0-3-2-16</inkml:trace>
  <inkml:trace contextRef="#ctx0" brushRef="#br0" timeOffset="71888.53">19213 10063 115 0,'0'0'1'16,"0"0"2"-16,29-39-2 15,-17 28-1-15,-1 2 0 16,-1 1 0-16,2 2-1 16,-3 0 6-16,1 3 7 15,0 1-3-15,-3 2-4 0,2 0-5 16,-4 5-4-16,-2 3 0 15,-3 2 0-15,0 2 10 16,-1 1-1-16,-6-2 1 16,-5-1-8-16,-2 0 1 15,0-1 0-15,-3-5 5 0,0 0 0 16,0-3-2-16,0-1-14 16,2-2-65-16</inkml:trace>
  <inkml:trace contextRef="#ctx0" brushRef="#br0" timeOffset="72879.16">19277 9737 79 0,'0'0'2'0,"-26"-28"2"16,11 13 11-16,-1 1-5 15,-2 0-1-15,0-2 7 16,-1 4-2-16,-2-3-6 16,-2 1 2-16,0 2-1 15,-1-2-2-15,-4 2-2 0,-2 0-2 16,0 1-3-16,-2 1 0 15,0 1 0-15,-5 1 1 16,-1 1-1-16,-2 2-1 16,-3 1 2-16,-4 0-2 15,0 2 0-15,-2 1 2 16,-1 1-1-16,-1 0 1 16,-1 0-2-16,3 5 0 0,-2 2 1 15,4 3-1-15,0 1 0 16,0 2 2-16,2 2-2 15,1 2 1-15,1 1 2 16,1 1-2-16,2 2 1 0,2 1-2 16,4 1 0-16,-1 2 0 15,3 2-1-15,5 1 2 16,0 5-1-16,5 0-2 16,3 2 6-16,5-1-4 15,-1 1 2-15,5 1 0 0,3-1 0 16,1 0 0-16,4 3-1 15,2-2 2-15,0 1-2 16,5-1 0-16,6-1 2 16,3-1-1-16,4-2-3 15,4-1 3-15,3 0 2 0,4 2-2 16,4-2 1-16,4-1 0 16,0 0-1-16,3-2-1 15,2-1 1-15,3-3 0 16,1-1 0-16,2-1-1 15,1-1 2-15,4-1 2 16,2-5 0-16,3 0 0 0,2-6 4 16,4-4 0-16,2-3-3 15,5-2 0-15,-1-2 1 16,1-7-4-16,1-3 0 16,2-1-1-16,-2-1 0 15,0-2 0-15,-3 0 0 0,-1-2 0 16,-4 0 1-16,-3-1-2 15,-3-2 0-15,-4-1 0 16,-3-2 1-16,-2-3-1 16,-5-1 0-16,-4-4 2 0,-5 0-2 15,-4-3 0-15,-5 2 0 16,-6-4 1-16,-3 0 0 16,-5-2 3-16,-5-1 2 15,-5 0 0-15,-2 0 3 16,-3 1 1-16,-10-1-4 15,-3 2-2-15,-6 0 3 0,-7-1-2 16,-4 2-3-16,-9-1-3 16,-8 5 2-16,-11 0-3 15,-14 6 0-15,-15 4-11 16,-18 1-23-16,-22 3-34 16</inkml:trace>
  <inkml:trace contextRef="#ctx0" brushRef="#br0" timeOffset="82857.5">17418 12268 49 0,'1'2'55'0,"0"-2"-56"0,0 0 1 0,1 0 3 16,-1 0 1-16,0 0 9 0,1 0 18 16,1 0 11-16,0 0-15 15,0-2-6-15,-1-2-7 16,3 1-2-16,-2-2-3 16,-1 0-3-16,3 0 0 15,-2-1 0-15,-1-1-2 0,2 0 0 16,0 2-1-16,-2-3-1 15,0 2-1-15,0 1 0 16,-1 0 0-16,1 1-1 16,-2 2 0-16,1 0 2 15,-1 2-2-15,0 0-2 0,1 0-1 16,0 1-5 0,1 4 7-16,1 5 2 0,1 0 0 15,0 1 0-15,1 3-1 16,1-1 1-16,0 2-1 15,-2 0 0-15,1 0 0 16,-2-1-1-16,-1 1-9 16,-1 0-8-16,-1-1-17 0,0-2-28 15,0-1-25-15</inkml:trace>
  <inkml:trace contextRef="#ctx0" brushRef="#br0" timeOffset="83086.88">17476 12392 257 0,'0'0'7'0,"0"0"-9"0,0 0 10 0,0 0-1 16,0 0-2-16,0 0-1 16,0 0 1-16,0 0 1 15,0 0-5-15,30-14 0 16,-21 13 1-16,-1 1-2 15,3 0 0-15,-1-2-4 0,1 2-21 16,1-2-39-16,0 0-47 16</inkml:trace>
  <inkml:trace contextRef="#ctx0" brushRef="#br0" timeOffset="83256.75">17718 12326 241 0,'0'0'16'0,"0"0"-3"16,0 0 2-16,0 0-12 0,0 0-5 15,0 0-5-15,0 0-25 16,0 0-41-16,3 1-84 16</inkml:trace>
  <inkml:trace contextRef="#ctx0" brushRef="#br0" timeOffset="83577.45">17906 12155 200 0,'0'0'1'0,"0"0"-4"16,0 0 3-16,0 0 0 16,0 0 1-16,30 28-1 15,-19-18 1-15,1-1-1 0,1 0 0 16,1 0 0-16,-1-1 0 15,1-1-4-15,0-2-32 16,-3-2-25-16</inkml:trace>
  <inkml:trace contextRef="#ctx0" brushRef="#br0" timeOffset="83939.73">18155 12097 195 0,'0'0'1'0,"0"0"-1"16,0 0 0-16,0 0 2 0,0 0-2 15,0 0 2-15,0 0 4 16,-23 35 6-16,20-26 1 15,1 2-3-15,-2 2-6 16,1 2-1-16,0 0-1 16,-1 1-1-16,-1 1 1 15,2 1-1-15,-3 1 0 0,0 1 1 16,0 0-1-16,0 1-1 16,0 0 1-16,-1-2 1 15,2-2-2-15,1-2 0 16,3-2-6-16,1-4-18 15,0-6-24-15,0-3-56 0</inkml:trace>
  <inkml:trace contextRef="#ctx0" brushRef="#br0" timeOffset="84239.88">18237 12263 155 0,'0'0'37'0,"0"0"-1"16,0 0-11-16,0 0-17 16,0 0-5-16,0 0-3 15,0 0 6-15,0 0-1 16,0 29-2-16,0-18-2 0,0 0 1 15,0-1-2-15,0-2 1 16,2 2-1-16,0-1 0 16,0-2-5-16,1-2-16 15,-1-3-40-15,1-2-84 16</inkml:trace>
  <inkml:trace contextRef="#ctx0" brushRef="#br0" timeOffset="84401.87">18265 12147 286 0,'0'0'29'0,"0"0"-35"16,0 0-4-16,-6-28-25 15,6 22-55-15</inkml:trace>
  <inkml:trace contextRef="#ctx0" brushRef="#br0" timeOffset="84822.24">18383 12297 81 0,'0'0'-29'0,"0"0"24"0,0 0 4 16,0 0 2-16,0 0 16 15,0 0 20-15,29-1-4 16,-25-6-10-16,0-1-9 16,1 1-5-16,-4-1-4 15,-1 1 0-15,0 1 9 0,0 0 6 16,0 2 0-16,-3 2-8 15,-2 1 0-15,2 1-3 16,-2 0-7-16,1 3 0 16,1 3-1-16,0 3 0 15,2 2 0-15,1-1 0 16,0 1 0-16,1-1-1 0,6-1 0 16,1-1 2-16,2-3-1 15,0 1 0-15,2-3-1 16,0-2 0-16,2-1-8 15,1 0-38-15,-1 0-39 16,1-8-63-16</inkml:trace>
  <inkml:trace contextRef="#ctx0" brushRef="#br0" timeOffset="85088.79">18610 12030 200 0,'0'0'14'16,"0"0"3"-16,0 0-20 0,0 0 4 15,-7 28-1-15,6-11 2 16,0 4 8-16,1 2 2 16,0 2-3-16,0 0-4 15,0-2-2-15,0 0-1 16,2-2 1-16,1-1-3 0,3-2 1 15,-2-2-3-15,1-1-23 16,-1-3-36-16,2-3-61 16</inkml:trace>
  <inkml:trace contextRef="#ctx0" brushRef="#br0" timeOffset="85575.1">18768 12270 278 0,'0'0'-20'0,"0"0"0"16,0 0 16-16,0 0-41 15,0 0-2-15,0 0 39 16,-31-12 15-16,23 14 7 16,2 3 2-16,0 2-11 15,4-1 3-15,0 1 0 16,1 0-2-16,1 0-6 0,0 1 0 15,4-3 0-15,3 0 0 16,1-3-5-16,2-1 0 16,-2-1-7-16,2 0 3 15,0-3 7-15,0-5 2 16,-1-2 2-16,0-2-2 16,-3-2-2-16,1-3-25 15,-4 0-26-15,0-3 22 0,-2-2 31 16,-1 0 10-16,0-2 9 15,0 2 2-15,0-1-5 16,0 5 4-16,0 3-3 0,0 3 11 16,-1 4 5-16,-1 3 1 15,1 3-6-15,1 2-10 16,0 0-17-16,0 10-2 16,0 3 0-16,0 3 1 15,3 4 1-15,0 2-1 0,2 0 0 16,2 1 1-16,1-3-16 15,0-3-37-15,-1-4-94 16</inkml:trace>
  <inkml:trace contextRef="#ctx0" brushRef="#br0" timeOffset="85848.41">19138 12182 113 0,'0'0'67'0,"0"0"-86"0,0 0 23 0,6 28 5 15,-6-16 1-15,0 2 4 0,0 1-8 16,0 0-1-16,0 0-3 15,0 2-1-15,0-1-1 16,-1 0 0-16,-2-4-38 16,-1 0-10-16,-1-6-78 15</inkml:trace>
  <inkml:trace contextRef="#ctx0" brushRef="#br0" timeOffset="86140.72">19138 12180 226 0,'0'0'8'15,"0"0"-7"-15,0 0 2 16,37-28-1-16,-26 24 0 16,1 3 0-16,-1 1 2 0,0 0-2 15,-3 4-1-15,-1 5-1 16,-1 2 2-16,-4 1-3 15,-2 1 5-15,0 2-4 16,-1-3 0-16,-6 1 0 16,-3-2-1-16,0-2 0 0,-2-1 2 15,0-2-5 1,1-2-10-16,0-1-11 0,3-3-41 16,1 0-64-16</inkml:trace>
  <inkml:trace contextRef="#ctx0" brushRef="#br0" timeOffset="86481.04">19278 12176 133 0,'0'0'2'0,"0"0"0"15,29-4 1-15,-20 4 2 16,-2 0-2-16,-2 6-1 15,1 1 14-15,-3 1-3 16,-1 1-7-16,-1 0-4 0,1 0-2 16,-2-1 0-16,0-1-3 15,0-2-3-15,-3 0 10 16,0-4-3-16,1 1 2 16,-2-2 16-16,1 0 7 15,2 0 4-15,0-5-9 16,1-2-8-16,0-1-4 0,1-2 0 15,7-2-9-15,2 0 2 16,2 0-2-16,1 0-13 16,2 2-28-16,0 1-10 15,0 2-27-15</inkml:trace>
  <inkml:trace contextRef="#ctx0" brushRef="#br0" timeOffset="86816.21">19521 12212 147 0,'0'0'4'0,"0"0"-3"15,0 0 0-15,0 0 0 16,0 0 0-16,0 0 11 16,0 0 34-16,0 0-17 15,0 0-13-15,12 3-6 0,-10-8-3 16,-1-2-4-16,0-1-1 15,-1 0-2-15,0-1-1 16,0 1-1-16,-3 1 1 16,-1 0 0-16,-1 3 0 15,0 2 2-15,1 2 1 0,0 0-3 16,0 4 2-16,0 5-1 16,2 0 0-16,0 1 0 15,2 1-1-15,0 1 1 16,4-2-2-16,4-2-13 15,3-1-25-15,1-2-53 16</inkml:trace>
  <inkml:trace contextRef="#ctx0" brushRef="#br0" timeOffset="87512.95">19716 12181 177 0,'0'0'5'0,"0"0"4"16,0 0-5-16,0 0-3 16,-27 8-2-16,19 1 2 0,1 1 1 15,1 0-2-15,2-1 0 16,2 0 0-16,2-2 0 16,0 0 0-16,2-3 0 15,3 0-2-15,3-3-2 16,2-1-9-16,0 0-15 15,1-3 3-15,1-4 9 0,-1-2 9 16,-1-3 4 0,0-1 4-16,-2-3 2 0,-1-3 7 15,-2-1 3-15,0-3-6 16,-1-1-1-16,-2 0 0 16,-1 0-3-16,1 2 0 15,-1 1 13-15,-1 4 3 0,0 2-7 16,0 4 0-16,0 3-4 15,0 3 1-15,0 2-2 16,0 3-1-16,0 0-4 0,0 4-5 16,0 6 3-16,-3 3 0 15,2 4 0-15,-1 4 1 16,0 1-1-16,0 1 0 16,0 0 1-16,1 1-1 15,1-2 0-15,0-1 1 16,0-4-1-16,0-2 0 0,0-2 1 15,2-4-1-15,1-1 0 16,4-3 0-16,-1 1 0 16,1-4 0-16,0-2-1 15,1 0-3-15,0 0 3 16,0-2 1-16,1-6-1 0,0 1 2 16,-2-1 1-16,0 0 1 15,-1 1 4-15,-1 0 0 16,-2 3 7-16,0 0 5 15,-1 1 0-15,0 3-8 16,-1 0-10-16,1 0-2 0,0 1-1 16,2 5 3-16,0 0 0 15,1 2-1-15,-1-1-2 16,2 0-25-16,-2-2-23 16,1-4-56-16</inkml:trace>
  <inkml:trace contextRef="#ctx0" brushRef="#br0" timeOffset="87669.46">19958 12066 330 0,'0'0'-10'0,"0"0"6"0,0 0-6 0,0 0-14 0,0 0-13 0,0 0-48 16,0 0-18-16</inkml:trace>
  <inkml:trace contextRef="#ctx0" brushRef="#br0" timeOffset="87989.77">20086 12134 146 0,'0'0'3'16,"0"0"1"-16,0 0 14 15,0 0-9-15,0 0 3 0,0 0-4 16,0 0 1-16,0 0-3 16,-28-5-2-16,23 14 1 15,0 3-1-15,3 1-1 16,0 0 1-16,2 0-2 15,0-2-1-15,0-1-1 0,3-2-1 16,4-1 3-16,4-2-2 16,-1 0-3-16,2-4-20 15,2-1-39-15,1-1-89 16</inkml:trace>
  <inkml:trace contextRef="#ctx0" brushRef="#br0" timeOffset="88224.39">20273 12000 241 0,'0'0'4'16,"0"0"8"-16,0 0-11 16,0 0-3-16,0 0 3 15,0 0 0-15,-5 37 2 16,1-19-2-16,1 1 1 0,0 1-1 15,1-1 1-15,0 0-2 16,0-2 0-16,1-1-9 16,-2-3-35-16,1-4-42 15</inkml:trace>
  <inkml:trace contextRef="#ctx0" brushRef="#br0" timeOffset="88508.71">20157 12150 244 0,'0'0'-23'0,"0"0"0"16,33-14 3-16,-19 10 3 16,2-1 17-16,-1 2 1 15,1 0 7-15,-4 1 12 16,0 2 0-16,1 0-8 0,-5 0-7 15,1 2-4-15,-4 6 0 16,0 0 1-16,-2 0-2 16,-1 2 0-16,-2-1-4 15,0-1-1-15,0 0-6 16,1-5-10-16,1-1-35 0,-1-2-78 16</inkml:trace>
  <inkml:trace contextRef="#ctx0" brushRef="#br0" timeOffset="88651.92">20386 12048 321 0,'0'0'-12'0,"0"0"6"16,0 0-21-16,0 0-34 15,0 0-63-15</inkml:trace>
  <inkml:trace contextRef="#ctx0" brushRef="#br0" timeOffset="89050.52">20451 12119 129 0,'0'0'3'0,"0"0"4"0,0 0 5 16,0 0-2-16,0 0-6 16,-28 12-3-16,24-4 5 15,1 0 0-15,3 2-4 16,0 0 1-16,0-2-2 0,3-1-1 16,5 0 1-16,-3-2-1 15,3-2 0-15,0-1-1 16,1-2 0-16,-2 0 3 15,-1 0 4-15,-1-1 14 16,1-4 7-16,-3-1-6 16,0-1 2-16,-1-3-1 0,-2 0-7 15,0 0-7-15,0 0-3 16,0 1-5-16,-5 1-1 16,0 2-6-16,0 3-4 15,1 1-5-15,1 2-15 16,-1 0-37-16,2 0-58 15</inkml:trace>
  <inkml:trace contextRef="#ctx0" brushRef="#br0" timeOffset="89480.4">20530 12129 149 0,'0'0'49'15,"0"0"-42"-15,0 0 7 16,0 0-4-16,0 0 2 16,0 0-6-16,28-15-3 0,-25 15-2 15,-2 0 1-15,2 7-1 16,0 2 3-16,0 1-1 16,-1 0-3-16,0 0 0 15,-1 1-9-15,0-2-1 16,0-2 0-16,-1-3 6 0,0 0 0 15,0-3 1-15,0 0 3 16,0-1 0-16,0 0 8 16,1 0 8-16,1-5-5 15,-1-2 5-15,2 1-2 0,1-3 4 16,2-1-9-16,0 2-1 16,1 0-3-16,1 1 1 15,3 1-4-15,-1 4-1 16,2 0-2-16,0 2 1 15,2 0-1-15,-4 9 0 16,2 2-4-16,-3 2-12 0,-2 5-18 16,-4-1-17-16,-3 1-64 15</inkml:trace>
  <inkml:trace contextRef="#ctx0" brushRef="#br0" timeOffset="93254.54">17515 12788 113 0,'0'0'1'0,"0"0"0"0,0-2 0 0,0-1 0 0,0 1 9 16,3-1 13-16,-1-1 3 0,1 1-2 16,2 0-3-16,-3 0-6 15,2 1-3-15,0 2-5 16,-1 0-1-16,0 0-3 15,0 0-2-15,0 0-1 16,-1 0 1-16,3 0-1 0,-3 2 2 16,1 3-2-16,-1 0 0 15,1 0 0-15,0 0 0 16,-3 1 0-16,0 1-1 16,0 3-2-16,0-2-8 15,-2-1-4-15,-2 3 8 16,-1-1 0-16,-2-2 6 0,2 3-3 15,-3-2 4-15,1 2-5 16,0-1-3-16,1-1 1 16,2 0 1-16,-1-1 5 15,1-1 1-15,3-1 0 0,1-1 0 16,0 0 1-16,0-2 2 16,0 0-1-16,0 0 1 15,0 1 0-15,0-2 5 16,3 0 3-16,0 0 1 15,4 0-3-15,-1-1 0 0,2 1-4 16,1-1-1-16,0 1-2 16,1-1-2-16,1 2 0 15,-2-1 0-15,2-1-2 16,-1 0-20-16,-1 0-38 16</inkml:trace>
  <inkml:trace contextRef="#ctx0" brushRef="#br0" timeOffset="93391.37">17708 12894 236 0,'0'0'35'0,"0"0"-132"0</inkml:trace>
  <inkml:trace contextRef="#ctx0" brushRef="#br0" timeOffset="94563.11">18219 12839 294 0,'0'0'4'0,"0"0"2"0,0 0-4 0,0 0-1 16,0 0-6-16,0 0-2 16,-30-16 3-16,18 16 3 15,0 0 0-15,1 2 4 0,-1 5-2 16,2 1 0-16,0 3 0 15,5 0-1-15,-1 1-2 16,4 1-10-16,2-2-1 16,0 0 6-16,1-2 3 15,6-2 4-15,1-1-1 16,4-2 1-16,-2-1-1 0,1-3 0 16,2 0-3-16,1 0-2 15,0-3-7-15,-2-4-1 16,0-2 8-16,-2-3 7 15,-2-1 8-15,0-1 1 16,-2-2 1-16,0-1-4 0,-2 1-3 16,-1-4-2-16,-2 0-1 15,1-1-2-15,-2-2 2 16,0 1-1-16,0 2 1 16,0-1-1-16,0 5 2 15,0 2 5-15,0 3 5 0,0 3-7 16,0 4-2-16,0 1 4 15,0 3-3-15,0 0-4 16,0 0-4-16,0 6-6 16,0 4 8-16,0 2 2 15,-2 6 1-15,2 0-1 0,0 3 0 16,-3-2 1 0,3 1 0-16,-1 0-1 0,1-1 1 15,0-2 0-15,0 0-1 16,0-1 2-16,4-2-1 15,-1-2 0-15,2 0-1 0,0-4 1 16,2 0-1-16,-1-3 0 16,2-1 1-16,2-1 0 15,0-3 0-15,0 0 0 16,1 0 1-16,-1-2-2 16,0-5 0-16,1-1 0 15,-3-1 0-15,-2-2-2 0,1 0 2 16,-1-1 2-16,-2 1-2 15,-1 1 0-15,-2 2 0 16,0 1 2-16,-1 2 7 16,0 2 9-16,0 2-2 15,0 1-8-15,0 0-9 0,0 0-3 16,0 6 3-16,1 1-1 16,0 1 2-16,1 2 2 15,2 0-4-15,0-1-3 16,2-2 1-16,0 0-22 0,0-2-20 15,1-4-47-15</inkml:trace>
  <inkml:trace contextRef="#ctx0" brushRef="#br0" timeOffset="94713.02">18451 12771 319 0,'0'0'6'0,"-9"-29"8"15,8 16-7-15,-2 3-3 0,2 3-3 0,1 2-7 16,-2 3-15-16,2 2-12 16,0 0-52-16</inkml:trace>
  <inkml:trace contextRef="#ctx0" brushRef="#br0" timeOffset="95106.1">18571 12788 283 0,'0'0'26'0,"0"0"-29"0,0 0 2 16,0 0 2-16,0 0 6 16,0 0 3-16,10-27 3 15,-14 25-10-15,-2 2-2 16,0 0-1-16,-1 0-4 15,0 4-2-15,1 4-3 16,2-1 6-16,0 0 1 0,4 1-4 16,0 0-3-16,0-1 1 15,0 1 4-15,2-1 1 16,3 1 2-16,1-2 0 16,2 1 1-16,-4 1 0 15,2-1 0-15,-1 0 0 16,-2-1 1-16,-1 1-1 0,-2 0 1 15,0-1-2-15,-2-1 1 16,-3 1 1-16,-3-2-1 16,-1-1-2-16,0 0-25 15,1-3-52-15</inkml:trace>
  <inkml:trace contextRef="#ctx0" brushRef="#br0" timeOffset="95496.35">18627 12834 278 0,'0'0'3'15,"0"0"-9"-15,0 0 7 16,0 0-1-16,0 0 0 16,0 0-2-16,28 9 2 0,-25-9 0 15,2 0 0-15,-1 0-2 16,2 0 7-16,-1-4-3 15,1-2 1-15,-1-1 1 16,-1 0 1-16,0-1-2 16,-1 1 0-16,-1 1-2 15,-2-1 0-15,0 4 5 0,0-2 9 16,0 3-4-16,-6 1-9 16,3 1-1-16,-1 0 0 15,0 0 0-15,-1 5-1 16,1 1-1-16,1 4 1 0,2 0 0 15,-3 1 0-15,3 0 0 16,1 0-4-16,0 0-4 16,0-2-10-16,2-1-8 15,5 0-17-15,1-4-41 16,2-1-11-16</inkml:trace>
  <inkml:trace contextRef="#ctx0" brushRef="#br0" timeOffset="96439.75">18873 12793 280 0,'0'0'23'0,"0"0"4"0,0 0-15 16,0 0-7-16,0 0-5 16,0 0-3-16,0 0 3 15,0 0 1-15,0 0-4 16,-26-18 5-16,20 24-2 0,1 1 1 15,-1 2-2-15,2 0 1 16,-1 0-6-16,3-1-1 16,1 2-6-16,1-2-2 15,0-1-3-15,0-1-1 16,0-1-4-16,3-2-3 16,2-2 7-16,-1-1 6 0,0 0 12 15,1 0-1-15,-1 0 4 16,0 0 15-16,-1 0 14 15,-2-1-4-15,1 1-3 16,-1 0-13-16,-1 0-8 0,4 0-3 16,-3 0-3-16,2 2 2 15,3 1 2-15,-2 0-1 16,2-1-1-16,-2-2 0 16,2 0 0-16,-1 0 1 15,0 0 0-15,-1 0 1 0,0-5-1 16,1 0 1-16,-2-1 1 15,4-2 5-15,-2-1-2 16,3 1 4-16,-1-2-5 16,3 1-1-16,0 1-2 15,2 1 0-15,-1 1-1 0,1 2 0 16,-1 1 1-16,1 2-1 16,-1 1 0-16,0 0 0 15,-2 3 0-15,-1 3-2 16,-1 2-7-16,-1 0-4 15,-3 0-1-15,0-1-7 0,-2 2 3 16,-1-3 11-16,0-1-4 16,0-2-7-16,-3-2 11 15,-2-1 9-15,1 0 0 16,2 0 11-16,-2-1 9 16,2-5-3-16,2-1-12 15,0 0-3-15,0 0 1 0,3 0 0 16,3 0 0-16,-1 0-3 15,1 3 1-15,1 1 0 16,0 0 0-16,0 2-3 16,2 0 1-16,0 1-1 0,1 0 0 15,-1 0 0-15,2 0-1 16,0 0-1-16,0 0 2 16,0 0-1-16,1-1 1 15,-2-1 0-15,1-1 1 16,-3-1-1-16,1 0 0 0,-5 0 0 15,-1-1 2 1,0 0 2-16,-3 2 11 0,0-2-1 16,0 4-8-16,-3 0-1 15,-2 1 0-15,3 0-1 16,-3 2-3-16,2 4-1 16,2 1-1-16,1 3 0 15,0-1-2-15,2 1-6 0,9-1-6 16,0-2-17-16,5-2-31 15,5-4-79-15</inkml:trace>
  <inkml:trace contextRef="#ctx0" brushRef="#br0" timeOffset="96713.17">19655 12686 241 0,'0'0'-3'0,"0"0"3"0,0 0 1 16,1 37 2-16,-1-23 2 0,0 1 3 16,0 1 1-16,-2 2-3 15,-1-1-4-15,-1-1 0 16,1-2-1-16,1-1-4 15,-3-2-10-15,3-4-5 16,0-3-14-16,-2-3-28 16,2-1-1-16</inkml:trace>
  <inkml:trace contextRef="#ctx0" brushRef="#br0" timeOffset="96969.7">19634 12697 278 0,'0'0'2'0,"0"0"1"16,28-26 2-16,-15 20-3 16,-1 2 1-16,-1 2 1 15,0 2-2-15,-2 0 1 16,0 6-3-16,-3 2 1 0,-1 3 0 16,-2 2-2-16,0 0-5 15,-3 1-5-15,0 0-1 16,-4-2-3-16,-5-1-1 15,-1-2-3-15,-2-3 12 16,1-2 4-16,-1-3-9 0,1-1-30 16,2 0-28-16</inkml:trace>
  <inkml:trace contextRef="#ctx0" brushRef="#br0" timeOffset="97303.1">19806 12689 208 0,'0'0'4'0,"0"0"-1"0,38 0-1 15,-25 0-1-15,-2 7-1 16,-4 3-1-16,-1 0-3 16,-3 2 3-16,-2 2 2 15,-1-3-1-15,0-2-11 16,0-1-3-16,-3-4 4 15,-1-1 7-15,0-3 8 0,0 0 13 16,-1 0 0-16,2-6 6 16,1-2 11-16,-1-2-8 15,1-1-8-15,2-3-5 16,0 0-8-16,3 0-1 16,4 0-5-16,3 0-2 0,2 1-16 15,3 2-11-15,0 1-20 16,0 3-31-16,-1 1-38 15</inkml:trace>
  <inkml:trace contextRef="#ctx0" brushRef="#br0" timeOffset="97608.51">20023 12711 171 0,'0'0'2'16,"0"0"-1"-16,0 0 0 0,0 0 1 15,0 0 0-15,28 8 1 16,-23-10 1-16,0-3 18 16,0-2 1-16,-2-1-3 15,-1 0-3-15,2 1-4 16,-4 0 8-16,0 1 2 16,0 1-7-16,0 2-5 0,-3 1-2 15,-1 2-6-15,1 0-2 16,-2 7-2-16,1 3 0 15,0 0 1-15,3 3-4 16,1 0-4-16,0 0-2 16,0-1-1-16,7-2-22 15,2-2-39-15,2-5-64 0</inkml:trace>
  <inkml:trace contextRef="#ctx0" brushRef="#br0" timeOffset="98256.44">20242 12706 268 0,'0'0'55'16,"0"0"-48"-16,0 0 0 15,0 0-12-15,0 0-2 0,0 0-8 16,-36 0 13-16,26 9 3 16,3 3-1-16,-1-1 0 15,4 1-7-15,2-2-9 16,2 0-2-16,0-3 1 15,1-3-3-15,5 0-10 0,2-3-13 16,2-1 6-16,-1 0 17 16,2-4 13-16,-1-4 8 15,0-3 3-15,-1-2 13 16,0-2 18-16,-3-3 0 16,2 0-13-16,-4-2-1 15,2-1-11-15,-3 2 5 0,0 1 0 16,-1 1-1-16,0 2-2 15,-2 3-2-15,0 3 1 16,0 3-4-16,0 2-3 16,0 1-1-16,0 3-6 15,0 0 1-15,-1 5-5 0,-2 4 4 16,0 3 3-16,-1 5 0 16,0 0 0-16,1 2 1 15,1 1-1-15,2-2-3 16,0 0-1-16,0-1-4 15,0-1-2-15,0-4-2 0,6 0-3 16,0-4 5-16,2-2-2 16,2-4-5-16,-1-1 1 15,3-1 5-15,-2 0-5 16,0-6 10-16,-1-2 6 16,0-2 4-16,-2 0 15 0,0 0 4 15,-3 2-13-15,0 1 6 16,-1 1 4-16,-2 2 10 15,0 2-6-15,0 1-11 16,-1 1-10-16,0 0-4 16,2 2-1-16,-1 3 1 15,3 1-6-15,-1 0-10 0,1-2-23 16,0 0-31-16,-1-4-127 16</inkml:trace>
  <inkml:trace contextRef="#ctx0" brushRef="#br0" timeOffset="98407.05">20451 12610 75 0,'0'0'234'0,"0"0"-235"0,0 0 2 0,0 0-3 16,0 0-28-16,0 0-71 15,0 0-39-15</inkml:trace>
  <inkml:trace contextRef="#ctx0" brushRef="#br0" timeOffset="98676.98">20524 12653 208 0,'0'0'6'15,"0"0"-4"-15,0 0 6 16,0 0-4-16,0 0-3 16,0 0-1-16,-27 16 2 15,22-4-2-15,2 0 3 16,0 1-2-16,3 0-1 0,0-2 0 16,3-1-1-16,2 0-6 15,4-4-14-15,2-2-22 16,1-3-11-16,2-1-27 15</inkml:trace>
  <inkml:trace contextRef="#ctx0" brushRef="#br0" timeOffset="98905.19">20692 12553 236 0,'0'0'18'0,"0"0"11"15,0 0-8-15,0 0-19 16,0 0-4-16,0 0 2 16,0 0 1-16,-6 30 0 15,5-12 0-15,-2 1 1 16,2 2-2-16,0-1 1 0,1 1-2 16,-1-2-16-16,0-3-38 15,0-3-60-15</inkml:trace>
  <inkml:trace contextRef="#ctx0" brushRef="#br0" timeOffset="99154.95">20651 12651 289 0,'0'0'-5'16,"32"-13"5"-16,-15 9 1 15,-1 1 2-15,-2 3 2 16,-2 0 8-16,-2 0-2 16,-1 8-5-16,-3 2-2 15,-2 2-1-15,-3 0-3 0,-1 1-7 16,0 0-11-16,-3-2-13 16,-3-2-12-16,0-4-29 15,0-4-13-15</inkml:trace>
  <inkml:trace contextRef="#ctx0" brushRef="#br0" timeOffset="105175.25">20980 12063 46 0,'6'0'5'0,"0"0"10"0,0 0 0 0,1 0-7 15,-2 0-3-15,1 0 0 16,-2 0 0-16,-1 0 7 16,0 0 0-16,-2 0 5 15,0 0-3-15,0 0 0 0,1 0-5 16,0 0-2-16,2 0 2 16,-1 0-4-16,4 0-3 15,-2 2 1-15,1-1-1 16,1 1 1-16,-1 1-2 15,0-1 1-15,-1 1-1 0,0 0 0 16,-2 1 2-16,0 1-2 16,1 0 2-16,-3 1-2 15,1 1 0-15,0 3 0 16,-1-2-1-16,1 4 1 16,-1-1-1-16,0-1 0 15,-1 3 0-15,0-1 0 16,0 1 0-16,0 0 0 0,0 0 2 15,0 1-2-15,0 0 1 16,-2 0 1-16,2 2-1 16,-1-1 0-16,1 0-1 0,0 0 0 15,0-1 1-15,2 0-1 16,1-1 1-16,1 1-1 16,3-3 2-16,-3-1-1 15,3-2 1-15,1 1 0 16,-3-1 2-16,2-2-2 15,-1-1-1-15,-1 0 0 0,-1 0 0 16,1-3-2-16,-5 1 2 16,1 0-1-16,-1-2 0 15,0 3 2-15,0 0-1 16,-1 1 1-16,-1 2 1 16,-4 2-1-16,2 2-2 0,-3 0 0 15,2 2 0-15,0 0 0 16,0 2 0-16,2 2 0 15,0 0 0-15,2 0 0 16,0 0 0-16,1 2-2 0,0-3 2 16,0 1 0-16,0 0 0 15,0 1 0-15,1-3 2 16,1 3-2-16,0-3 0 16,1 2 1-16,0-1 1 15,-2-1-1-15,2 0 0 0,-1-2 2 16,1-1-1-16,0-1-1 15,0-1 0-15,-1 1 0 16,0-1 0-16,-1-1-1 16,-1-2 0-16,0 0 1 15,0-1-1-15,0-1 4 16,-5-1 3-16,0 1 0 0,-1-3-3 16,-1 1-1-16,-1 0-3 15,-1 0 0-15,-2-2-14 16,-1-1-38-16,0 0-84 15</inkml:trace>
  <inkml:trace contextRef="#ctx0" brushRef="#br0" timeOffset="105826.19">21423 12372 29 0,'0'0'19'0,"0"0"2"0,0 0 0 16,0 0 0-16,0 0-2 0,0 0-2 15,0 1 1-15,0 1-12 16,1 0-4-16,0 0 2 16,1 1-1-16,-1 0 0 15,1 0-3-15,1 1 1 0,-2 0-1 16,2 0 1-16,0-1-1 15,-3 1 1-15,2-1 0 16,0 0 1-16,-2-3 9 16,3 0 7-16,-1 0 6 15,0 0 4-15,1-5-6 16,3-1-10-16,-1-3-5 0,2-2 2 16,1-3 1-16,2 0-2 15,2-3-1-15,2-3-5 16,3 0-1-16,5-3-2 15,5-4-13-15,0-5-48 16,4-3-81-16</inkml:trace>
  <inkml:trace contextRef="#ctx0" brushRef="#br0" timeOffset="107305.55">20954 12063 62 0,'0'0'1'0,"0"0"2"0,0 0 0 0,0 0 9 15,0 0 13-15,0 0 4 16,0 0-1-16,15-28-8 16,-11 25-10-16,1 0-2 15,3 2-6-15,1-2-2 16,1 1 1-16,1 1-1 0,0 0 0 15,2 0 0-15,0 1 1 16,1 0 0-16,-4 0-1 16,0 2 2-16,-2 1-2 15,-1 3 1-15,0 1-1 16,-3 0-1-16,0 2 2 16,-1 0 1-16,0 2-1 15,-2 1-2-15,1-1-1 0,-1 1-6 16,-1 0 2-16,0 3 2 15,0-2 3-15,0 1 1 16,0-1 1-16,-2 0 0 16,0 3 2-16,0-3-2 0,1-1 1 15,0 3-2-15,1-2 0 16,0 0 1-16,0-1 0 16,0-1 0-16,2 1 0 15,1-1 0-15,3-1 1 16,-2 0 2-16,2-2 0 0,-1-1 0 15,1 0 0-15,-1-2-2 16,0-1 0-16,-2 0-1 16,2-3 0-16,-2-1-1 15,0 0 1-15,1 0 0 0,-4 0 2 16,2 0 6-16,-2-2-1 16,0-2-3-16,0 1-2 15,0-1-1-15,0 2 1 16,-6-1-1-16,2 3-4 15,-2 0 1-15,1 0-1 16,0 0 2-16,0 2 0 0,0 3 0 16,0 3 0-16,1 1 0 15,-1 0 0-15,1 1 0 16,0 3 0-16,2 1-1 16,0-1 1-16,2 3 0 15,-2-1-1-15,2 1 1 0,0-2 0 16,0 1 0-16,0 0 1 15,0 0-1-15,0 0 0 16,2 0 1-16,0 0 2 16,1 1-1-16,2 0-1 15,-1 1 0-15,2-1 0 0,-1 2-1 16,0-1 0-16,-2 0 0 16,-1-1 0-16,0-1 0 15,-2-2 0-15,0 0 0 16,0-3 1-16,-2 0-1 15,-2-1 0-15,-2-1 1 16,1 0-1-16,-3-2 0 0,1-1-1 16,0-1 2-16,-1 1-1 15,-1-1 0-15,1-2 0 16,1 0 2-16,-1-1 3 16,0 1 4-16,0 0 0 0,-1 0-6 15,0-1-3-15,-1 2-12 16,-1-1-47-16,-1-2-110 15</inkml:trace>
  <inkml:trace contextRef="#ctx0" brushRef="#br0" timeOffset="122978.65">20784 12126 25 0,'0'0'12'0,"0"0"-9"0,0 0 4 0,0 0-3 16,0 0-2-16,0 0 1 15,1 0 3-15,-1 0 11 16,0 0 3-16,0 0 1 16,0 0 5-16,0-2-5 15,0 1-8-15,0-1-3 0,0 1-2 16,0 0-4-16,0 0-1 16,0-1 1-16,0 0-2 15,0 2 0-15,0-1 0 16,0 0 1-16,2 0 0 15,-2 0-2-15,0 0 0 16,2 1-3-16,-2 0-1 0,2 0 1 16,-1 0 0-16,1 0 2 15,3 0 1-15,-3 3 0 16,1-1-3-16,0 2 2 16,0-1-1-16,1 0 1 15,-2 2 0-15,2-2 1 0,-1-1-1 16,0 1 0-16,1-1 0 15,-1 0-2-15,1-1-1 16,-1-1-2-16,0 2 2 16,0-2-2-16,2 0 1 15,-3 0 1-15,2 0 3 16,2-3 1-16,0-2 0 0,1-1-1 16,2-3 1-16,3 0 0 15,4-3-1-15,-1-2 0 16,4 1 3-16,1-2-1 15,2-2-2-15,-1-1 0 16,2 2 1-16,1-2 0 0,-3 0-1 16,1 1 1-16,0 0-1 15,-1 1 2-15,-1 0-1 16,-1 2 1-16,-2 1 2 16,-1 1 1-16,-3 1-1 0,-3 2 3 15,-1 2 2-15,-2 1-3 16,-3 3 0-16,-1 0-2 15,-1 1-3-15,-1 2-1 16,-1 0-1-16,0 0-12 0,0 0-23 16,0 3-14-16,-4-1-30 15</inkml:trace>
  <inkml:trace contextRef="#ctx0" brushRef="#br0" timeOffset="123659.72">20737 12099 73 0,'0'0'19'0,"0"0"-15"0,0 0-4 0,0 0 0 0,0 0 1 15,0 0-1-15,0 0 2 16,0 0-1-16,0 0 3 15,0 0 2-15,0 0-2 16,0 0-3-16,0 0 0 0,27 20 2 16,-23-18 0-16,-1 1 1 15,1-1-1-15,1-1 0 16,0-1 0-16,1 0 0 16,2 0 1-16,2 0 2 15,3-4 1-15,1-3 1 16,3-1-1-16,3-4-2 0,2-1 0 15,4-2 3-15,3-3 2 16,3-2 5-16,2-3 3 16,5-1 4-16,0-2-1 15,3-2-13-15,4 1-7 0,-2 0 0 16,3 0-1-16,-1 4-5 16,-1 2-19-16,-5 3-15 15,-4 3-48-15</inkml:trace>
  <inkml:trace contextRef="#ctx0" brushRef="#br0" timeOffset="134965.07">20284 9850 21 0,'0'0'4'0,"-2"1"-3"0,-1 1-8 0</inkml:trace>
  <inkml:trace contextRef="#ctx0" brushRef="#br0" timeOffset="135374.51">20284 9850 75 0</inkml:trace>
  <inkml:trace contextRef="#ctx0" brushRef="#br0" timeOffset="135762.09">20284 9850 75 0,'39'6'7'0,"-39"-6"6"0,0 0-6 0,0-1-3 0,0-1-2 15,0 2 3-15,0 0 11 16,0-1 5-16,0 1-5 15,0 0-2-15,0 0-9 16,0 0-7-16,0 0-1 16,0 0 3-16,1 3 0 0,0 2 2 15,1 0-2-15,0 0-2 16,0 1 2-16,1 1 2 16,-1-2-4-16,1 0 2 15,1 0 2-15,-2 0-2 16,2-1 0-16,1 0 1 0,-2 0 0 15,0-2 1-15,1 0-1 16,-1-2 0-16,0 0 0 16,2 0 1-16,-2 0 0 15,4-2 1-15,-2-4 0 16,3-1-1-16,1-1 0 0,1-2-1 16,3 0 1-16,-1-1 0 15,3-3-1-15,-1 0 1 16,2-1-1-16,-1 0 1 15,-1-1 10-15,-1 1-1 16,-2 1-1-16,0 3-1 0,-1 1-3 16,-4 3-3-16,0 0-7 15,2 2 7-15,-3 4-3 16,1 0 0-16,-3 1-33 16,0-1-82-16</inkml:trace>
  <inkml:trace contextRef="#ctx0" brushRef="#br0" timeOffset="138895.68">20314 9883 16 0,'2'0'4'0,"-2"0"-3"0,2 0 0 0,-1 0-1 15,0 0 0-15,-1 0 1 16,0 0 5-16,0 0 6 0,0 1-2 15,0 0-5-15,1 2-2 16,-1 0-1-16,2 1 1 16,-2 0-1-16,1 0 1 15,0 1-2-15,1-2-1 16,0 1 1-16,0-2-2 0,1-1-2 16,0-1 2-16,1 0 7 15,0 0 0-15,2-4 15 16,1-3-3-16,3-2 7 15,3-3-2-15,2-3-2 16,5-1-5-16,3-2-4 0,2-2-1 16,2-1-4-16,1 1-4 15,-1 0-1-15,0 2-1 16,-1 1-1-16,-2 3-1 16,-3 0-13-16,-2 4-38 0</inkml:trace>
  <inkml:trace contextRef="#ctx0" brushRef="#br0" timeOffset="139763.24">20901 9836 57 0,'0'0'7'0,"0"0"14"0,0 0-2 16,0 0-2-16,0 0 2 15,0 0-4-15,0 0 1 16,0 0-4-16,0 0-4 16,5-27-1-16,-4 26-7 0,0 1-3 15,2 0 0-15,-1 0 2 16,-2 0 1-16,2 0 1 16,-1 2 0-16,1 3-3 15,0-1 0-15,1 2 2 16,-3-1 1-16,3 2 0 15,-1-1 0-15,1 1 0 0,-1-1 1 16,-2 1-1-16,3-2 1 16,-1 0-2-16,0-2 0 15,1 0 0-15,-2-1 0 16,0-2 1-16,1 0 1 16,2 0 0-16,1 0 0 0,2-5 1 15,1-3 0-15,2 0-1 16,4-2 0-16,-2-3 1 15,3-1 3-15,2 0 1 16,1-3 1-16,2-1 0 16,0-2-3-16,2 3 0 15,0-2-4-15,3 1 0 0,3-1 1 16,0 3-6-16,1-4-26 16,-2 3-46-16</inkml:trace>
  <inkml:trace contextRef="#ctx0" brushRef="#br0" timeOffset="141494">21538 9802 39 0,'0'0'27'0,"0"-1"-9"0,0-1-2 16,0 1-3-16,0 0 3 15,-1 0-3-15,1 0 2 0,0 0-2 16,0 0-4-16,0 0 1 16,0 1-1-16,0 0-3 15,0 0-5-15,0 0-1 16,0 0-2-16,0 0 2 15,0 3-1-15,0 2 0 16,0 0 1-16,0 0 0 16,0 0 1-16,0-1-1 0,0-1 0 15,2 0 0-15,1-3 1 16,0 0-2-16,2 0 3 16,2 0 7-16,3-3 3 15,1-5-6-15,4-2-1 0,1-2 0 16,4 0 1-16,0-3 0 15,1 0-1-15,2-3 1 16,2 2-2-16,1-2 0 16,3 0-2-16,2-1-1 0,1-1-4 15,-1-1-30-15,-3 1-114 16</inkml:trace>
  <inkml:trace contextRef="#ctx0" brushRef="#br0" timeOffset="143536.93">22157 9744 9 0,'0'0'3'0,"1"0"4"0,1 0 5 15,-2 0 3-15,1 0-3 0,-1 0-4 16,0 0-4-16,0 0-4 15,1 0 1-15,-1 0-1 16,0 0 2-16,0-2 7 16,0 2 1-16,0-1 2 15,0 1 3-15,0-2 2 16,0 2-9-16,0 0-3 0,1 0-4 16,0 0-1-16,0 0 1 15,1 0-2-15,1-1 0 16,-2 1 1-16,1-1 0 15,0 1 1-15,1 0 0 16,0 0 2-16,0 0 0 0,-1 0-1 16,1 0-1-16,0 0-1 15,0 0 0-15,0 0 0 16,-1 1-1-16,0 2 0 16,1 0 1-16,-1 1 1 0,0 0-2 15,1 0 1-15,-2-1 0 16,1 0 1-16,0 2 0 15,0-3 0-15,1 1 0 16,-2-3 0-16,0 0 3 16,2 0 13-16,3 0 11 15,3-5 5-15,4-6-10 0,8-4-11 16,5-4-7-16,9-3 0 16,6-5-4-16,7-3 3 15,4-4-28-15,0-5-82 16</inkml:trace>
  <inkml:trace contextRef="#ctx0" brushRef="#br0" timeOffset="148720.65">22918 9705 7 0,'1'-1'18'0,"-1"0"5"0,0 1-10 0,0-2-5 16,0 2 0-16,0 0 1 15,0 0-5-15,0-1-2 16,0 1 0-16,0 0 0 0,0 0 1 15,0 0-2-15,0 0 3 16,0 0 3-16,0-1 3 16,0 1 3-16,0 0-7 15,0 0 0-15,0 0 0 16,0-1-3-16,0 1-1 16,0 0-2-16,0 0 0 0,0 0-3 15,0 0 0-15,2 0 2 16,-2 0 1-16,1 0 0 15,0 1 0-15,0-1 0 16,-1 2 0-16,2 0 0 16,-2-1 0-16,2 1 0 0,0 1 0 15,0 1 0-15,0-1 0 16,-1-1 0-16,1 1 0 16,0 1 1-16,-1-1-1 15,1 0-1-15,0 0 2 16,0-1-2-16,0 0 2 0,0 1-1 15,1-2 0-15,-1 1 0 16,0 0 0-16,-1-1 0 16,0 0 0-16,0 0 0 15,-1 0 0-15,1-1 1 16,1 0 4-16,1 0 24 16,0 0-6-16,1-3-9 0,3-2-9 15,1-2 1-15,3-1 1 16,2-3 4-16,4-1-4 15,6-3-2-15,6-3-3 16,6-5-1-16,8-2-2 16,3-6-43-16,4-3-96 0</inkml:trace>
  <inkml:trace contextRef="#ctx0" brushRef="#br0" timeOffset="150940.68">23625 9679 10 0,'0'1'15'0,"0"0"-6"0,0 1-2 0,0-1 3 0,0 3-2 16,0-1-3-16,0 1-2 15,0 1 0-15,0-1-1 16,3 1 1-16,0-1 0 16,1 0 2-16,0-2-2 15,0 0 3-15,3-2 2 0,2 0 4 16,3 0 8-16,4-5 5 16,6-5-3-16,6-3-5 15,9-4-8-15,10-3-3 16,9-2-4-16,12-4-2 15,6-5-2-15,9-4-84 16</inkml:trace>
  <inkml:trace contextRef="#ctx0" brushRef="#br0" timeOffset="151907.96">24365 9658 29 0,'0'0'16'0,"0"0"-8"0,0 0 5 15,0 0 2-15,0 0-2 16,0 0 2-16,0 0 0 0,0 0 9 16,0 0 4-16,0 0 0 15,0 0-15-15,0 0-4 16,35-2-6-16,-16-4-1 16,7 1-1-16,9-5-2 15,8-2-16-15,6-4-84 0</inkml:trace>
  <inkml:trace contextRef="#ctx0" brushRef="#br0" timeOffset="153283.21">20002 9726 9 0,'-3'21'12'0,"3"3"-6"0,-1 1-2 0,0 5-2 16,0 2-2-16,1 1 1 16,0 2 1-16,0 1-1 15,0 2 0-15,0-1 0 0,1 0 5 16,2 2 3-16,1 1 0 16,-2 1 2-16,1 3-2 15,-2 3-2-15,2 0 3 16,-3 5-2-16,0 0 0 15,0 1-2-15,0 3-3 0,0 2-1 16,0-2 0-16,-4 0 1 16,1-1-2-16,2-4 0 15,0-6-1-15,1-6 1 16,0-7-1-16,0-6 1 16,1-8 0-16,3-5 0 15,0-11-5-15,-1-4-60 0</inkml:trace>
  <inkml:trace contextRef="#ctx0" brushRef="#br0" timeOffset="154571.56">20008 9583 106 0,'0'0'3'0,"0"0"8"0,0 0-7 0,0 0-3 15,0 0 0-15,0 0 1 0,0 0-1 16,32-3 3-16,-18 2-3 15,0 1 0-15,5 0-1 16,2 0 1-16,2 0 0 16,4-2 0-16,1 2-1 15,2-3 1-15,5 0 0 0,0-1 4 16,4-1 0-16,3 0-2 16,0-1 1-16,4 4-2 15,1-3-2-15,3 0 1 16,3 2 0-16,3-2-2 15,5 0 2-15,4 0-1 16,5 0 0-16,1 0 2 0,3 0 2 16,1-1 0-16,1 1-1 15,2-1 0-15,0-1 0 16,2 1 0-16,2 1 1 16,1-1 0-16,0 3 1 0,3-1-2 15,1 1-1-15,0 0 0 16,2 1 0-16,0 2-2 15,-2-2 1-15,1 1 1 16,0-1-4-16,-1 2 4 16,0-3-2-16,0 3 1 15,0-2 0-15,0 0 5 16,-1-1 1-16,2 0-3 0,-2 0-2 16,1-1 0-16,-3 1-1 15,-1 0-1-15,-2-1 0 16,-2 1 0-16,0-1 0 15,0 2 2-15,-1-1-2 0,0 1 0 16,-3 0 1-16,-2 0-1 16,-3-1 0-16,-2 0 0 15,-3 1 0-15,-2-1 0 16,-2 0 0-16,-2 1 0 16,0-1 0-16,-3 0 1 15,-4 0-1-15,-1 0 0 0,-3 0 0 16,-1 0 0-16,-7-1 0 15,0 1 0-15,-2 0 0 16,-4 0 0-16,-2-1 0 16,-3 3 1-16,-3-1-1 15,-1 1-1-15,-2 1 1 0,-2 0 0 16,-1 0-1-16,-5 0-5 16,1 0 3-16,-3 4 2 15,0 0 0-15,-4 2 0 16,1 2 1-16,-2 0-1 15,-1 2 0-15,-1-1-2 0,1 2 2 16,-5 2 0-16,1-1 0 16,-1 3 0-16,-1 2 1 15,-1 1 0-15,0 3 1 16,0 2 0-16,0 5-1 16,0 1 0-16,0 2 1 0,-2 1 0 15,-1 2 0-15,0 0-1 16,0 1 2-16,0 1-2 15,2 4 1-15,1 2 2 16,0 5 0-16,0 4 3 16,0 6-2-16,3 4 0 15,3 1-1-15,-1 1 1 0,1 0-2 16,-2 0-1-16,2-2 0 16,-2 1 1-16,1 2 0 15,-2 3-1-15,0-1 0 16,0 0 1-16,-3-5-2 15,-4-4-2-15,-11-5-7 0,-6-11-69 16</inkml:trace>
  <inkml:trace contextRef="#ctx0" brushRef="#br0" timeOffset="155724.03">20079 11022 89 0,'-4'1'5'0,"-2"0"16"0,3-1-6 0,-2 2-8 0,2-2 3 16,1 1 8-16,0-1-4 15,1 0-4-15,1 2-1 0,0-2-9 16,0 2 0-16,1-1 0 16,3 0 0-16,4 1 0 15,2-1 0-15,2 0 0 16,3-1 0-16,5 0 0 16,4 0 2-16,3 0-1 0,2-2 1 15,5-1 0-15,4 0-2 16,2-2 0-16,3 2 0 15,5-1 4-15,3 1-3 16,2 0 1-16,5-1-1 16,7 0 1-16,2 0-2 15,5-1 1-15,7 2-1 0,0-3 0 16,1 0 0-16,2 1 2 16,5-1-2-16,-1-1 5 15,4 1 0-15,2-1 2 16,2-1 0-16,5 0-1 0,1 1-2 15,4 0-1-15,1 0 1 16,1 1 1-16,3 1 1 16,1-1-1-16,1 1-1 15,-1 1-1-15,3-1-1 16,2 2 2-16,4-2-3 0,1 2 1 16,1 0-1-1,1 1 0-15,4 0 1 0,1 1 0 16,2-1-2-16,-4 2 2 15,2 0 3-15,-2 0 2 16,-3 3-1-16,-4 1-5 16,-5 2 0-16,-5-1-1 0,-2-2 2 15,-3 0-1-15,-4-1 4 16,-7-2 0-16,-6 0-1 16,-7 0-1-16,-9 0-1 15,-11-1-1-15,-7-1-1 16,-10-1 0-16,-7 1-1 15,-10 2 1-15,-10 0 0 0,-12 0 0 16,-3 0-6-16,-17 3-26 16,-11 2-29-16,-12-1-70 15</inkml:trace>
  <inkml:trace contextRef="#ctx0" brushRef="#br0" timeOffset="156129.35">22690 11384 44 0,'0'0'2'0,"0"0"-2"16,0 0-9-16</inkml:trace>
  <inkml:trace contextRef="#ctx0" brushRef="#br0" timeOffset="157409.67">22729 11492 97 0,'0'0'2'0,"0"0"7"16,0 0-1-16,0 0-1 15,0 0-3-15,0 0 7 0,0 0 1 16,0-12-2-16,3 10 2 16,0-1-4-16,1 0-2 15,0 0-4-15,2 1-2 0,0-2 0 16,0 1 1-16,3-2-2 16,-4 2-1-16,4-2 3 15,-1 0-1-15,1 1 0 16,0 0 1-16,1-1-2 15,1 1 2-15,0-1 0 16,-1 1-1-16,0-1 2 16,1 1 3-16,-1 1-3 0,3 0-1 15,-1 1-1-15,1 0 1 16,1 1-1-16,1-1 0 16,1 2 0-16,-1 0 0 15,1 0 0-15,1 0 0 16,1 0 0-16,0 0 1 0,1 0-1 15,3 0 0-15,-1 0 0 16,0 0 0-16,0 0 0 16,0 1 0-16,-1 0 0 15,0 0 0-15,-1-1 1 0,-3 2 1 16,1-1 8-16,-1 0 2 16,-2 2-4-16,-1-1-4 15,-1 1-3-15,-2 0 0 16,0 2-1-16,-2-1 0 15,1 2 0-15,0-1 1 16,-2 2-1-16,2 3 0 16,-1 0 1-16,2 3-1 0,0 1 0 15,1 1 0-15,0 3 1 16,1 1-1-16,0 2 0 16,1-1-1-16,-1 3 1 15,0-3 0-15,-2 1 1 16,0-1-1-16,-2 0 0 0,0 0 0 15,-2 1-2-15,0 0 3 16,-4 1 0-16,0 1-1 16,-2 2 0-16,0-1 1 15,0 0-1-15,-4 1 0 0,-3 1 1 16,-6-1 1 0,0 2-1-16,-2 0 1 0,-3 1 2 15,0-2-2-15,-1 1 0 16,0-1-2-16,-1 0 3 15,0-1-2-15,-4-1-2 16,-1 1 2-16,-1-2-1 0,-3-1 2 16,-2-1 2-16,-2 1-2 15,-1-2 0-15,1 0 2 16,-3 1-3-16,0-2 0 16,2-2-1-16,0-3 1 15,0 0 0-15,1-4-1 0,0 0 2 16,1-2 0-16,0-1-2 15,-1 2 2-15,-2-2 0 16,1-2 0-16,-1 2 0 16,-2-2-1-16,2 2 0 0,0-2 0 15,0 0 1-15,2-1-2 16,-2 1 0-16,1-2 1 16,-1 1 0-16,1-3 1 15,-1 1 2-15,1-2 1 16,1 0 0-16,3 0 0 0,0 0 0 15,2 0 0-15,1 0-3 16,2 0 0-16,-2 0 1 16,2 0-3-16,-2-1 0 15,3 1 0-15,0 0 0 16,1 0 0-16,1 0 0 16,1 0 0-16,1 0 1 0,0 0-1 15,5 0 0-15,-2 0 0 16,3 0 2-16,3 0-1 15,1-1 2-15,1 1-3 16,3-1 1-16,1 1-1 16,-1 0-1-16,2 0 2 0,3 0-4 15,-2 0 2-15,2 0 0 16,-1 0-1-16,1 0-4 16,-1 2-9-16,1-1-13 15,-1-1-32-15,2 0-118 16</inkml:trace>
  <inkml:trace contextRef="#ctx0" brushRef="#br0" timeOffset="158313.03">21926 12368 78 0,'2'0'21'0,"-1"0"-14"0,0 0-1 15,-1 0 4-15,1 0-6 16,-1 0 2-16,1 0 3 16,-1 0 3-16,0 0-3 15,0 1 3-15,0 2-6 16,0 0-3-16,-1 1-1 0,-2-1 0 16,0 2-2-16,-2 0 1 15,1-1 0-15,0 1 0 16,-1-1-1-16,1-1 1 15,0 2 0-15,0-2 0 0,1 1 1 16,-4-1-4-16,4 3 4 16,-4-2-2-16,3 1 0 15,-2 0 1-15,1 0-2 16,-1 1 2-16,0-2-1 16,0 1 0-16,-1-1 0 15,0 0 2-15,-1 0-2 0,1 0 1 16,0-1-1-16,0 1 0 15,1-1 1-15,1-1-2 16,0 1 1-16,1-1 0 16,3-1 0-16,-2 0-1 15,1 0 3-15,2-1-2 16,0 2 1-16,0-1 0 0,0 2-1 16,0-1 1-16,0 1 0 15,2-1-1-15,2 3 1 16,-1 0-2-16,1-2 0 15,0 1 0-15,1 1 2 0,-1 0-1 16,1 0 0-16,0-2 0 16,0 3 2-16,0-1-2 15,2 0 1-15,-1 0 2 16,2 0-3-16,-3 0 3 16,3 0 3-16,0 2-1 0,-1-1-4 15,3-1 2-15,-1 2 1 16,1-1-1-16,-1-1-2 15,0 1 1-15,-1 0-2 16,-1-1 2-16,0 0-2 16,0-2 1-16,-1 1 0 0,-1 0 2 15,0-2 2-15,-1 0 0 16,-1 1-1-16,0-3 3 16,1 3 3-16,-3-1-3 15,2-2-4-15,0 0-2 16,1 2-1-16,-1-2-1 15,1 0-8-15,-1-1-48 0</inkml:trace>
  <inkml:trace contextRef="#ctx0" brushRef="#br0" timeOffset="176391.76">20975 12054 92 0,'0'0'8'0,"0"0"14"0,0 0 0 0,0 0-1 16,0 0-2-16,0 0 5 16,-31-16-6-16,27 13-1 15,-1 0 4-15,3 1-1 16,-1 1-10-16,1 0-9 15,0 1-1-15,2 0 0 16,0 0-2-16,0 0-6 0,2 0 5 16,3 0-2-16,0 0 7 15,1 0-2-15,1 2 1 16,0 1-1-16,-1 2 1 16,3 2-1-16,-3 1 0 15,2 2 0-15,0 2 0 0,-4 2 0 16,-1 3-1-16,-2 1 0 15,-1 3 1-15,0 0 0 16,-1 1 0-16,-4 1 0 16,1-1 1-16,-1 2-1 0,2 0 1 15,-2 4-1-15,3-2 0 16,2-1 0-16,-1 1-1 16,1-2-2-16,0-1-3 15,0-2 4-15,0-4 1 16,1 1 1-16,4-3 0 15,0-4-1-15,0-3 1 0,2-2-1 16,0-3-1-16,-1-1-13 16,0-2 4-16,-2 0 5 15,-1 0 11-15,-1 0-1 16,-2-2 2-16,0 0-1 0,0 1-1 16,0-1 6-16,0 1-1 15,0 0-4-15,0 1-2 16,0 0-2-16,0 0-3 15,0 5 1-15,0 5 1 16,2 5 0-16,1 3 0 16,1 5 0-16,1 2 0 0,0 6 0 15,3 2-1-15,-4 1-10 16,2-1-7-16,-1 0 14 16,0-3 4-16,-1-2 0 15,-1-4 1-15,2-1-1 16,-3-2 0-16,0 0 0 15,-1-2 0-15,-1-2 1 0,0 0-1 16,0-3 0-16,-4-1 1 16,-3-1 0-16,-2-2 6 15,-3 0 1-15,-3 0-4 16,-4 1-3-16,-2 1-13 16,-6-2 0-16,-2 0-44 0</inkml:trace>
</inkml:ink>
</file>

<file path=ppt/ink/ink2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4-26T06:40:26.953"/>
    </inkml:context>
    <inkml:brush xml:id="br0">
      <inkml:brushProperty name="width" value="0.05292" units="cm"/>
      <inkml:brushProperty name="height" value="0.05292" units="cm"/>
      <inkml:brushProperty name="color" value="#FF0000"/>
    </inkml:brush>
  </inkml:definitions>
  <inkml:trace contextRef="#ctx0" brushRef="#br0">17444 11462 59 0,'0'-2'22'0,"0"0"-2"0,0 1 0 0,0 1-8 16,0-2-3-16,0 2 6 0,0-2 0 15,0 1 0-15,0 1-2 16,0-2-3-16,-1 2-5 16,1 0-1-16,0 0-1 15,0 0-2-15,-2 0-2 16,2 0-3-16,0 2 3 0,0 5 2 16,0 1-4-16,0 3 0 15,0 2 3-15,0 2 2 16,0 4 0-16,0 1-1 15,0 4 1-15,2 1 1 16,1-2-2-16,-3 3 0 16,2-2-1-16,0 0 2 0,-1 1-1 15,1 1 1-15,-2-1 4 16,2 1-1-16,-2-2 2 16,0-3-3-16,0 1 2 15,0-4 1-15,0-2-2 16,0-1 2-16,0-3-2 0,-2-1 0 15,0-2 0-15,1-1-2 16,-1 0 0-16,1-2-2 16,0-2 3-16,1 1-1 15,0-1-1-15,0-1-7 16,0-2-27-16,0-1-19 0,-2 0-42 16</inkml:trace>
  <inkml:trace contextRef="#ctx0" brushRef="#br0" timeOffset="291.1">17336 11949 126 0,'0'0'3'0,"0"0"10"0,0 0 7 0,0 0-23 0,0 0 3 16,0 0 2-16,0 0-1 15,0 0 2-15,27 16-2 0,-16-11-1 16,-1 0 1-16,1 1-1 16,-1 0 1-16,2-1-1 15,-2 0 0-15,3 1 0 16,-3-6-10-16,1 0-67 15</inkml:trace>
  <inkml:trace contextRef="#ctx0" brushRef="#br0" timeOffset="440.5">17544 11908 256 0,'0'0'-13'0,"0"0"10"0,0 0 1 16,-21 31 5-16,18-16 0 15,3 1-7-15,0 1-34 16,0-2-41-16</inkml:trace>
  <inkml:trace contextRef="#ctx0" brushRef="#br0" timeOffset="1380.59">19758 11384 24 0,'0'0'9'0,"0"0"15"0,0 0-6 15,0 0-2-15,0 0-6 0,0 0 5 16,0 0 10-16,0 0-11 16,0 0-1-16,8 34-3 15,-8-23-4-15,0 2-2 16,0 3-2-16,0 4 0 15,0 3-1-15,0 5-1 16,0 0 12-16,0 2-1 0,0 1-3 16,0 0-1-16,0-1-6 15,0 0 2-15,0-1-3 16,0 2 1-16,0-1 0 16,0 0 1-16,0-2 1 15,-2-2 2-15,0-3 0 16,0 0 1-16,0-4 0 0,2-2-2 15,-2 0-2-15,2-2 0 16,-2 1 0-16,0-2 0 16,1-2 0-16,1-1-1 15,0-1 0-15,0-3-5 0,-1-1-7 16,-1 0-13-16,0-2-34 16,-3-2-33-16</inkml:trace>
  <inkml:trace contextRef="#ctx0" brushRef="#br0" timeOffset="1629.73">19656 12061 91 0,'0'0'19'0,"0"0"-17"0,0 0 2 16,0 0 16-16,0 0-3 15,0 0-5-15,0 0-9 0,36 17-1 16,-27-15-1-16,1-2-11 16,1 0-60-16</inkml:trace>
  <inkml:trace contextRef="#ctx0" brushRef="#br0" timeOffset="1751.29">19786 12043 216 0,'0'0'0'16,"0"0"-1"-16,0 0-22 0,0 0-78 16</inkml:trace>
  <inkml:trace contextRef="#ctx0" brushRef="#br0" timeOffset="2509.6">21744 11374 97 0,'0'0'36'0,"0"0"3"0,0 0-6 0,0 0-2 16,0 0-14-16,0 0 0 15,0 0-12-15,0 0-6 16,0 0 4-16,0 0-2 15,-11 10-1-15,6 0 1 0,0 6-1 16,1 3 0-16,1 2 1 16,0 3-1-16,0 2 2 15,0 3-2-15,2-1 1 16,-3 0 0-16,2-1 1 16,0 1 1-16,-2-1-2 15,1-3 1-15,-2 0-1 16,2-1 0-16,0 0 2 0,0-2-2 15,1 0 0-15,-2-1 3 16,3-3-3-16,-1 1 0 16,0-4-1-16,1 1-1 15,1-3-2-15,0 0-13 0,-1-1-10 16,-1-2-15-16,1-1-39 16,-2-3-54-16</inkml:trace>
  <inkml:trace contextRef="#ctx0" brushRef="#br0" timeOffset="2784.07">21554 11970 120 0,'0'0'2'0,"0"0"-5"0,0 0 4 0,0 0 0 16,0 0 2-16,0 0 3 15,0 0 10-15,0 0-2 0,21 31-4 16,-11-27-3-16,-1 1-4 16,3-2 0-16,-1-1-3 15,3-2-1-15,0 0-26 16,-1 0-36-16</inkml:trace>
  <inkml:trace contextRef="#ctx0" brushRef="#br0" timeOffset="2889.37">21733 11957 158 0,'0'0'5'0,"0"0"-3"16,-29 7 0-16,13 1-4 0,-3 1-46 15</inkml:trace>
  <inkml:trace contextRef="#ctx0" brushRef="#br0" timeOffset="4669.53">18405 12600 136 0,'0'0'4'0,"0"0"7"0,0 0 0 0,-30 3-3 0,23-3 1 0,2-2 14 16,0-3-1-16,1-2-5 16,1-2-5-16,0-2-4 15,2-1-1-15,0-3-5 16,1 0 0-16,0-1-2 16,0 0 2-16,2-1 0 15,3 0-2-15,0 2 0 0,2 1-2 16,3 0 2-16,0 2-2 15,1 2-2-15,0 2 5 16,1 2-1-16,0 1 0 16,2 3 0-16,-1 2-1 0,-1 4-1 15,0 6 0-15,2 6-1 16,-3 5-1-16,-1 6 4 16,0 2 2-16,-1 6-2 15,-1 5 3-15,-1 5-1 16,1 3-2-16,-4 2 2 0,1 0-1 15,-2 1 0-15,1-3-1 16,-1-3 1-16,1-4-1 16,0-3 2-16,2-4-1 15,-2-2-1-15,2-6 3 16,0-3-1-16,0-5 0 16,1-2 0-16,-2-3-2 0,0-5 1 15,-1-3-1-15,2-2-1 16,-3-3 1-16,2 0 1 15,0-5 0-15,1-3 4 16,-1-5 0-16,-1 0 0 16,0-4 1-16,-2 1-3 15,-1-2-2-15,0-1 1 0,-1 1 0 16,0 0 1-16,0 0-3 16,-3-2 0-16,1 4 1 15,-5-1-1-15,1 3 0 16,0 0 0-16,-2 1 1 0,0 0-1 15,-1 1 0-15,2 2 0 16,-2 0 0-16,2 1 0 16,0 2 0-16,0 0 0 15,0 3 0-15,1 1-1 16,-1 0-2-16,1 1-1 0,1-1 0 16,1 3 3-16,1-1 2 15,1 0 0-15,1 1-1 16,1 0 0-16,0 0-3 15,0-1-7-15,0 1 8 16,4 0 1-16,3-2 0 0,3 0 0 16,1 0-1-16,0 0 2 15,4-2 0-15,0 0 2 16,3 0-2-16,-1-1 1 16,1 0-1-16,0 1 0 15,-2-2 0-15,1 0 0 16,0-2 0-16,-3 1 1 0,0-2 1 15,-1 0-1-15,-1 0 0 16,-2 2-1-16,-4-1 1 16,-2 2 1-16,-1-1-2 15,-3 3 2-15,0-1 6 0,-1 1-2 16,-5 1-3-16,0 0-3 16,-2 2-1-16,-1 1-2 15,-1 0 0-15,1 0 2 16,-2 7-2-16,0 3 1 15,3 1 3-15,1 3 0 16,1 0-1-16,3 2 0 0,1-2 0 16,2 1 0-16,0-1 0 15,4-3 1-15,5 1 0 16,2-2-1-16,2-1 0 0,4-1 1 16,0-1-1-1,1-2-5-15,2-3-14 0,0-2-14 16,0 0-29-16,0-2-36 15</inkml:trace>
  <inkml:trace contextRef="#ctx0" brushRef="#br0" timeOffset="5088.41">19012 12724 206 0,'0'-5'10'16,"-3"0"16"-16,-2 4 1 0,-3 0-20 0,-1 1-9 0,-1 0-3 0,-2 5 3 15,-1 3 0-15,1 4 1 16,0-1 1-16,4 1 0 16,-1 0 2-16,3-1-2 15,2-1 1-15,4-2-2 16,0 0 1-16,0-2-1 0,2-2-3 16,6-2-1-16,1-2 3 15,-1 0 2-15,4 0-1 16,0-7 2-16,1-1-1 15,0-1-1-15,1-3 2 16,-4 2 0-16,0-1-1 0,-5 3 1 16,1 1 0-16,-3 2-1 15,-3 1 5-15,1 3 8 16,-1 0 0-16,0 1-8 16,2 0-7-16,-1 1 0 15,3 5 1-15,-2 1 2 16,2 1 0-16,1 0 0 0,0 0-1 15,1-1 1-15,2-2-2 16,-1 0-10-16,1-2-14 16,2-3-29-16,-1 0-50 15</inkml:trace>
  <inkml:trace contextRef="#ctx0" brushRef="#br0" timeOffset="5380.5">19158 12504 182 0,'0'0'8'0,"0"0"-12"0,0 0 2 0,0 0 3 16,0 0 4-16,11 30 8 15,-8-17 3-15,3 4-1 16,-2 2-7-16,2 1-2 16,-1 0-4-16,2 1 0 15,-1 1-1-15,1-1 1 0,-2-1-4 16,-1-2-19-16,-3-3-34 16,-1-5-64-16</inkml:trace>
  <inkml:trace contextRef="#ctx0" brushRef="#br0" timeOffset="5615.67">19136 12679 223 0,'0'0'-1'0,"0"0"8"15,0 0-10-15,0 0 2 16,0 0 1-16,0 0 1 16,29-10-1-16,-16 5 1 15,-1 0-1-15,3 0 1 0,1-1-15 16,0-1-64-16</inkml:trace>
  <inkml:trace contextRef="#ctx0" brushRef="#br0" timeOffset="6776.16">19354 12629 123 0,'0'0'2'0,"0"0"-2"16,0 0-2-16,0 0 2 16,0 0 2-16,-2 27 5 15,2-17 5-15,0-1-2 16,0 0-2-16,2 0 0 0,2 0-4 15,0 0-1-15,2-3-1 16,0 1 1-16,1-3-3 16,0-2 2-16,-1-1 0 15,2-1-2-15,-1 0 2 16,0-4 0-16,3-3-1 0,-3-3 1 16,0-1 0-16,0 0-1 15,-1 0 1-15,-1 1-2 16,-1 1 0-16,0 2 0 15,-2 1 2-15,-2 2 9 16,0 2 6-16,0 1-6 16,0-1 0-16,0 2-6 0,0 0-5 15,1 3-5-15,0 3 0 16,1 3 5-16,1 1 4 16,0 2-3-16,1-1 0 15,2 1-1-15,-2-2 1 0,3-2-1 16,0 0-1-16,0-2 1 15,0 0-2-15,1-3 0 16,-2-3-1-16,2 0 2 16,0 0 0-16,0-2 0 15,0-6 1-15,1 0-1 16,1-5-7-16,0 0 4 0,-1-1-2 16,0 1 0-16,0-2 2 15,-2 2 4-15,0 2 0 16,1 0 0-16,-2 3 1 15,1 1-1-15,0 1 0 16,-2 1-1-16,0 2 1 0,-1 2-1 16,0 1-1-16,-1 0-1 15,-1 3 0-15,0 5 2 16,0 2 1-16,-1 1 1 16,1 2 0-16,0 1-1 0,1 0 1 15,2-1-1-15,-2-2 0 16,3-1 1-16,0-1-1 15,1-2 0-15,-1-2 0 16,2-2 2-16,0-1-1 16,2-2 0-16,0 0 0 0,0 0 1 15,2-3-1-15,-1-3 0 16,1-2 1-16,-2-1 0 16,1-1-2-16,-1-1-2 15,-3 0 2-15,0-2 4 16,-1 0-3-16,-2-1-2 15,-1 1 1-15,0 0-2 0,-3 2-4 16,0 2-4-16,0 1 7 16,-2 2 1-16,-3 2 0 15,-1 1 4-15,-2 2-8 16,0 1 0-16,0 0 0 16,-1 0 5-16,1 6 2 0,1 2 1 15,2 2-4-15,-1 1 4 16,2 2-2-16,2-1 0 15,0 3 0-15,2-3 0 16,0-1 1-16,2 2 5 16,4-3 3-16,2 0-1 0,2-1-2 15,0 0 0-15,3-1 0 16,-1-1-4-16,3 0 0 16,-1-4-1-16,2-1-7 15,0-2-9-15,1-2-74 16</inkml:trace>
  <inkml:trace contextRef="#ctx0" brushRef="#br0" timeOffset="7237.75">20127 12509 62 0,'-8'-2'-1'0,"1"1"2"0,0-1 0 16,0 2 0-16,-1-2 11 0,1 2-1 16,1-1 12-16,0 1-4 15,1 0-6-15,-2 0-6 16,2 0-7-16,-2 3-1 16,1 2 0-16,1 2 1 15,0 2-1-15,2 0 1 0,1-1-1 16,1 3 2-16,1-1-1 15,0-3 0-15,2 1 1 16,2 0 4-16,3-1 6 16,1-2-2-16,0 1 1 15,0 0-5-15,1-2 4 0,2 0-2 16,-1 0-2-16,1 2-2 16,1-3 0-16,0 1 1 15,-1 0-1-15,-1 1-2 16,0-1-1-16,-3 1 0 15,-1 0 1-15,-2 1-1 0,-1-1-4 16,-3-1-4-16,0 2-2 16,0-1 4-16,-7 0-3 15,-2 2-9-15,-1-1-13 16,-1-1-20-16</inkml:trace>
  <inkml:trace contextRef="#ctx0" brushRef="#br0" timeOffset="7687.72">20116 12547 77 0,'0'0'2'0,"0"0"8"0,0 0 0 16,0 0-1-16,0 0 4 0,0 0-6 16,0 0 4-16,0 0-3 15,0 0-4-15,0 0 0 16,-23 20 0-16,19-10-2 15,-3 3-1-15,1 1 2 16,-3 3-1-16,0 1 3 16,-1 1 6-16,0 2 4 0,-1 0 1 15,-1-1-3-15,1 0 0 16,1 0-1-16,-2-2 0 16,-1-1-4-16,2-1 3 15,0-2-2-15,1 0-4 16,1 0-3-16,3-1 0 0,1 0-4 15,4-8-38-15,1-5-218 16</inkml:trace>
  <inkml:trace contextRef="#ctx0" brushRef="#br0" timeOffset="9244.33">23393 11387 56 0,'0'-3'5'0,"0"0"19"0,0 0 0 0,0 1-4 0,0-1 0 16,0 1-2-16,0 0-2 15,0 2-1-15,0-2 0 16,0 2-4-16,0-1 0 15,0 1-6-15,0 0-4 0,0 0-4 16,0 5 1-16,0 6 1 16,0 1 2-16,1 3 0 15,0 3 0-15,1 1 0 16,0 2-1-16,-2 0-1 16,2 2 0-16,-2 2 2 15,1 0 0-15,0 0 0 0,0 0-1 16,0-1 0-16,-1-1 0 15,0-1 1-15,0-1 0 16,0-3-1-16,0 0 0 16,4-1 1-16,-4-2 0 15,2 0-1-15,-1-2 1 0,0 2-1 16,0-4 2-16,0-1-2 16,0 0 1-16,-1 0-1 15,0-5 1-15,0 2 1 16,0-1 0-16,0-1-1 15,0 0-1-15,0 0 2 16,0-1-5-16,-2 0 4 0,0-2 1 16,0 3-2-16,1-2-1 15,1-1-12-15,-5 2-28 16,2-2-28-16,-1-2-61 0</inkml:trace>
  <inkml:trace contextRef="#ctx0" brushRef="#br0" timeOffset="9763.77">23298 11900 67 0,'0'0'9'0,"0"0"17"0,0 0 0 0,0 0-1 16,0 0-2-16,0 0-13 15,0 0-5-15,0 0 0 16,0 0-1-16,0 0-1 16,0 0-1-16,0 0-1 15,25-2 3-15,-21 2-1 16,1 0-2-16,0 2 1 0,0 1-1 15,0-1-1-15,1 2 1 16,0-2-1-16,0 1 1 16,0 1 1-16,1-1-1 15,-2 0-1-15,0 0 0 16,1-1-3-16,-1 1-10 0,0-1-15 16,0 0-14-16,-1-2-19 15</inkml:trace>
  <inkml:trace contextRef="#ctx0" brushRef="#br0" timeOffset="9982.87">23499 11824 161 0,'0'0'10'16,"0"0"23"-16,0 0-13 15,0 0-18-15,0 0-2 16,0 0 2-16,-32 37-1 16,22-19 1-16,0 4-2 15,0 1-5-15,0 2-23 0,-2 1-31 16</inkml:trace>
  <inkml:trace contextRef="#ctx0" brushRef="#br0" timeOffset="10745.96">22771 12251 153 0,'0'0'6'0,"0"0"9"0,0 0-4 0,29-15-6 16,-21 12 1-16,1 3-3 16,2 0-2-16,0 0-1 15,0 5 1-15,1 3 0 16,0 2 0-16,-1 0 0 0,2 4-1 15,-2 0 0-15,-2 0 1 16,-3 0-7-16,-3 1-8 16,-1-3-6-16,-2-1 16 15,0 0 4-15,-5-3 2 0,-1-2 0 16,0-3 7-16,-1 1 2 16,0-4-1-16,1 0-2 15,0 0 13-15,2 0 5 16,1-6-7-16,2-2-3 15,-1-3 2-15,2-2-11 16,0-2-4-16,2-2-5 16,5 2 0-16,1-1-2 0,3 2 0 15,-1 2-14-15,1 3-17 16,-1 0-27-16,-1 2-43 16</inkml:trace>
  <inkml:trace contextRef="#ctx0" brushRef="#br0" timeOffset="11101.13">23020 12311 127 0,'0'0'2'0,"0"0"-2"16,0 0 4-16,0 0-3 15,0 0 0-15,29-7 1 16,-24 1 0-16,-1 0 13 15,0-1 3-15,0 0 1 16,-1-1-5-16,0-1-8 0,-1 1-3 16,-1 0-2-16,-1 1-1 15,0-1 0-15,0 6 0 16,-1 0 0-16,-4 2 1 16,-2 0 6-16,-1 4-2 15,-1 6-2-15,2 1-2 0,0 3 1 16,2 0-1-16,3 1 1 15,2-2-1-15,0-1 0 16,3-1-2-16,7-2-5 16,1 0-8-16,2-5-8 15,1-4-28-15,3 0-70 0</inkml:trace>
  <inkml:trace contextRef="#ctx0" brushRef="#br0" timeOffset="11436.19">23247 12215 163 0,'0'0'2'16,"0"0"18"-16,0 0-4 15,0 0-13-15,0 0-3 16,0 0 2-16,-33-12-5 16,25 20 6-16,3 2-3 0,1-1 3 15,2 1-3-15,2 0 2 16,0 0-2-16,3-1 0 15,4-1 0-15,1-1 0 16,2-1 0-16,0-2 1 16,-2 1-1-16,1-2 1 0,-4 0-2 15,1-1 1-15,-5 0 0 16,-1 1-1-16,0-1-2 16,-5 2 6-16,-4 0-2 15,-2 1 0-15,-1 2-1 0,-1-2-1 16,0 3-9-16,3-3-14 15,3-2-19-15,3-3-55 16</inkml:trace>
  <inkml:trace contextRef="#ctx0" brushRef="#br0" timeOffset="11698.43">23352 12213 234 0,'0'0'-6'0,"0"0"10"16,0 0-8-16,0 0 0 15,0 0 1-15,0 0 4 16,0 0 4-16,5 38 2 16,-4-23-3-16,2 4-1 15,0 0-1-15,-1 1 0 0,1 0 2 16,-1 1-3-16,1 2-1 15,-3-3-14-15,0 1-9 16,0-4-15-16,0-6-61 16</inkml:trace>
  <inkml:trace contextRef="#ctx0" brushRef="#br0" timeOffset="12047.66">23380 12235 120 0,'0'0'-3'0,"0"0"13"16,0 0 1-16,39-24 1 15,-29 21-2-15,-2 0-5 0,2 3 1 16,-2 0-2-16,0 0-1 15,-3 0 2-15,1 6-1 16,-3 0-1-16,-2 0-3 16,-1 1 1-16,0 3-3 15,-5-2-1-15,-4 0 4 0,-1 0 4 16,-2 1 1-16,-1-3-2 16,0 2-1-16,-1-2 0 15,3 0-1-15,1-1 0 16,2 0-2-16,4-1-12 15,3-3-65-15</inkml:trace>
  <inkml:trace contextRef="#ctx0" brushRef="#br0" timeOffset="12425.77">23538 12205 155 0,'0'0'4'16,"0"0"-1"-16,0 0 0 16,0 0-2-16,0 0 0 0,-20 34 3 15,20-26-2-15,0 0 0 16,0-1 3-16,6-1-2 16,3-1 0-16,1-2 3 15,0-3-2-15,0 0-2 0,1 0-2 16,0-3 1-16,0-4 0 15,-2-1 2-15,1-1 6 16,-5-1 3-16,0-1 7 16,-4 1 7-16,-1 1 9 15,0 0-16-15,0 1-9 0,-3 3-3 16,-1 1-6 0,-3 2-4-16,0 2 1 0,-3 0-15 15,2 4-10-15,0 6-4 16,0 0 1-16,3-2-17 15,2 0-38-15</inkml:trace>
  <inkml:trace contextRef="#ctx0" brushRef="#br0" timeOffset="12852.64">23716 12185 165 0,'0'0'0'0,"0"0"2"16,0 0-1-16,0 0-1 16,30-5 2-16,-25 8-2 15,-1 3 3-15,0 0 1 0,-2 2-1 16,1 0-1-16,-2-1 1 16,0 1-3-16,-1-1-1 15,0 0-4-15,0-4 0 16,0 0 2-16,-2-3 4 15,-1 0 5-15,-1 0 2 16,1 0 1-16,0-6-2 0,1-1 1 16,2-1-3-16,0 0 1 15,0-1-2-15,0-1 0 16,6 1 2-16,2 0-2 16,1 1 1-16,2 2 1 0,1 0-1 15,1 3-2-15,0 0 1 16,0 3-1-16,0 0-1 15,-1 0 1-15,0 6-1 16,-3 3-4-16,-2 0-15 16,-2 1-8-16,-3 0 3 15,-2-1-30-15,0-1-83 0</inkml:trace>
  <inkml:trace contextRef="#ctx0" brushRef="#br0" timeOffset="13249.55">23985 12146 123 0,'0'0'96'0,"0"0"-94"0,19-35 0 0,-14 24 0 0,-3 0-1 0,-1 3 7 15,-1 1 14-15,0 2 5 16,-4 1-13-16,-3 2-3 15,-1 2-8-15,0 0-4 16,0 2 0-16,-2 6 1 16,4 0 0-16,2 4 0 0,2-1 0 15,2-1-5-15,0 2-4 16,0-2-3-16,5-1 5 16,2 0 8-16,3 0 1 15,0-2-1-15,-2 1-1 16,1-1 1-16,-4-1-1 15,0 0 0-15,-2 0-3 0,-3-1-6 16,0-1 4-16,-8-1 6 16,-2 3 0-16,-1-2-1 15,0-1-8-15,-4 1 0 16,3 0-20-16,2-2-21 0,2-2-57 16</inkml:trace>
  <inkml:trace contextRef="#ctx0" brushRef="#br0" timeOffset="13967.85">24046 12136 120 0,'0'0'40'0,"0"0"-34"0,0 0-6 15,0 0 1-15,0 0 3 0,0 0-2 16,0 0 5-16,0 0 9 16,0 0 2-16,0 0 5 15,0 0-2-15,0 0-5 16,29 5-9-16,-23-12-3 15,1 2-1-15,-2-4-2 0,-2 2 1 16,0 0-1-16,0 0-1 16,-3 0 0-16,0 1 1 15,0 3-2-15,0 0-2 16,-1 2-4-16,-6 1 3 16,0 0-5-16,-1 7 2 0,-2 4 3 15,1 4 3-15,0 0 5 16,1 2-3-16,4-1 1 15,1-1 0-15,3-1 0 16,0-1-5-16,3-3-13 0,5-3-4 16,4-3-7-16,3-4-47 15</inkml:trace>
  <inkml:trace contextRef="#ctx0" brushRef="#br0" timeOffset="14451.53">24438 11905 96 0,'0'0'15'0,"0"0"24"0,0 0 3 15,0 0 1-15,0 0-9 16,0 0-6-16,0 0-15 16,0 0-15-16,0 0-2 15,-21 34 2-15,3-11 2 0,-7 8 4 16,-9 5-3-16,-8 8-2 15,-9 4-8-15,-11 5 7 16,-7 3 11-16,-7 3-4 16,-7 0-3-16,-3-2 0 15,0 1 1-15,1 0-1 0,1-1 0 16,5-1 1-16,6-2 0 16,5-5 5-16,8-4 0 15,9-4 1-15,7-5-5 16,8-5-3-16,9-2 0 15,8-5-2-15,9-2-24 16,7-6-2-16,3-7-43 0,5-9-48 16</inkml:trace>
  <inkml:trace contextRef="#ctx0" brushRef="#br0" timeOffset="14701.15">23409 12787 204 0,'0'0'-6'16,"0"0"9"-16,0 0-5 16,0 0 1-16,0 0 4 15,0 32 1-15,1-18 2 16,1 1-2-16,1 0-2 15,1 2-1-15,0-1-2 0,-1-1-7 16,0-1-34-16,-2-4-80 16</inkml:trace>
  <inkml:trace contextRef="#ctx0" brushRef="#br0" timeOffset="14920.83">23325 12842 305 0,'0'0'-17'0,"0"0"9"16,0 0-7-16,0 0 14 16,0 0-2-16,32-33 0 15,-15 24 3-15,2 0 1 16,5-1-2-16,2-3-26 0,0-2-39 15</inkml:trace>
  <inkml:trace contextRef="#ctx0" brushRef="#br0" timeOffset="15668.79">23622 12775 140 0,'0'0'21'0,"0"0"3"16,0 0-1-16,0 0-5 16,-34-3-10-16,31 3-4 15,-2 0-1-15,2 0 1 0,-1 3-1 16,2 2-3-16,1 1 1 15,-1 2-1-15,1 0 0 16,0 2-1-16,1 0 0 16,0-1-1-16,0-1 0 15,1 0-2-15,3-2-1 16,2-2-1-16,2-2 1 0,-2-2 4 16,2 0-2-16,-1 0 2 15,2-2 2-15,-5-3 2 16,2-1-2-16,-3-1 2 15,-1-1 3-15,-1 0 10 16,0 3-2-16,-1-1 1 0,0 2 1 16,0-1 0-16,0 2-4 15,0 1-6-15,1 1-3 16,1 0-3-16,1 1-3 16,1 0 1-16,1 0 1 0,0 0-1 15,2 2 0-15,-1 4 1 16,1-1 0-16,0 0 1 15,1 0-1-15,-2 1-4 16,1 0-8-16,0-3-1 16,-2 2-4-16,2-3 3 15,-4-1 2-15,0-1 5 0,-1 0 6 16,0-1 2-16,0-6 2 16,0 1-1-16,0-3 2 15,2 1 0-15,-1-3 0 16,4 1 3-16,-2 0 0 15,2 1-2-15,0 0 1 0,1 2 0 16,1 2-2-16,-2 1-2 16,2 2 0-16,-2 2-1 15,0 0 0-15,0 0 0 16,-1 6-1-16,-1 1 1 16,1-1-4-16,0 2-7 15,2-1-4-15,-1-3-7 0,1 0-12 16,0-2-28-16,1-2-5 15</inkml:trace>
  <inkml:trace contextRef="#ctx0" brushRef="#br0" timeOffset="16344.47">23920 12763 26 0,'0'0'38'0,"0"0"4"0,2-32 1 0,-2 23-14 16,-3-1-11-16,-1 3-1 16,-2-1 1-16,2 3 6 15,-3 2-11-15,3 3-5 16,-1 0-6-16,1 0-3 0,2 3 3 15,0 5-2-15,2 1 0 16,0 1 0-16,0 1 1 16,2 1-1-16,0-1 0 15,5 0 0-15,-1 1 0 16,1 0 1-16,0-2-1 16,0 3 0-16,-1-2 0 0,-2-1-6 15,-3 1-2-15,-1-3-1 16,0-1 1-16,-4-1 2 15,-4-2 6-15,-2-2 1 16,-1 0 2-16,-1-2 1 16,2 0-1-16,0 0 1 0,3 0-1 15,3-6-1-15,1 1-5 16,3-2 0-16,0-1-10 16,7-2-3-16,3 0 8 15,2 2 1-15,1-2 1 0,-1 2 4 16,2 1 1-1,-3 0 2-15,1 1-1 0,-2-1 0 16,1 1 0-16,0 1 0 16,-1-1 0-16,0 0 0 15,0 0-1-15,-2 1 2 16,1-1-1-16,-2 1 0 0,-2 0 3 16,1 1 0-16,-5-1-2 15,2-2 0-15,-2 2 0 16,-1 0-1-16,0 0 3 15,0 0 6-15,0 1 4 0,0 0 5 16,-3 3 0-16,2 0-12 16,-3 1-4-16,1 0-2 15,0 2-3-15,-1 4 3 16,0 3 1-16,1 2 0 16,2 1-1-16,0-1-1 0,1 1-1 15,0-3 0-15,2-1-2 16,3-2 1-16,2-2 2 15,3-1 0-15,0-3 0 16,3 0-3-16,2-2-7 16,-1-4-8-16,1-4-13 15,-1-2-47-15</inkml:trace>
  <inkml:trace contextRef="#ctx0" brushRef="#br0" timeOffset="16551.16">24181 12545 192 0,'0'0'-1'0,"0"0"9"0,0 0 1 15,0 0-8-15,0 0-4 16,0 0 5-16,0 0 5 16,-4 35 5-16,4-18-2 0,2 0-4 15,3 0 0-15,0 2-4 16,1-2-2-16,-2-2-10 15,0-3-33-15</inkml:trace>
  <inkml:trace contextRef="#ctx0" brushRef="#br0" timeOffset="16677.49">24193 12625 278 0,'0'0'-17'0,"0"0"-3"0,33-21-21 15,-23 17-88-15</inkml:trace>
  <inkml:trace contextRef="#ctx0" brushRef="#br0" timeOffset="17261.78">23633 13189 121 0,'0'0'56'15,"0"0"-44"-15,0 0-9 16,0 0-3-16,0 0 7 15,0 0 2-15,0 0-1 0,26 28 4 16,-18-16 1-16,-1 4-5 16,2 1-3-16,0 1-1 15,1 0 0-15,-3-4-2 16,3 0 1-16,-5-4-1 16,0-3-1-16,-3-2 1 15,0-3 1-15,-2-2 0 0,0 0 20 16,0-2 15-16,1-6-14 15,-1-4-10-15,0-1-5 16,2-4 1-16,-2-3-8 16,4-3-3-16,-1 2 0 0,1-1-4 15,2 1-5-15,1 3-5 16,0 2-13-16,4 4-24 16,-1 0-15-16,-2 3-74 15</inkml:trace>
  <inkml:trace contextRef="#ctx0" brushRef="#br0" timeOffset="18182.54">23911 13139 204 0,'0'0'13'15,"0"0"-12"-15,0 0 0 16,0 0 2-16,0 0 0 15,0 0 11-15,0 0 8 16,0 0-4-16,-28-18-6 16,19 18-6-16,2 6-6 0,0 3 0 15,1 3 1-15,-1 0 0 16,1 3 1-16,2 0-2 16,2-1-3-16,0-1 2 15,2-2-2-15,0-2 3 16,0-1-2-16,2-2 1 0,4-2-2 15,1-1-3-15,1-2 2 16,0-1-3-16,2 0 4 16,-1-2 2-16,-4-6-2 15,2 1-4-15,-2-2 1 16,0 0 5-16,-1-1 2 16,0 3 0-16,-1-2 0 0,0 4 0 15,-1-1 4-15,0 3 4 16,-2 0 1-16,0 2-4 15,2 1-1-15,-1 0-5 16,1 0-3-16,0 1 1 16,3 4 1-16,-1 2 0 0,-1 1 0 15,2-1 0-15,-2 1 0 16,2-1 1-16,-1 0 0 16,-1-1-5-16,1-2-10 15,-1-2-4-15,1 0 3 0,1-2 4 16,-1 0 6-16,2-4 6 15,1-5 0-15,0-1 2 16,0-2-1-16,2-1 0 16,-1-2 0-16,0 1 0 15,1 0-1-15,-2 3 1 16,-1 1-1-16,-1 1 4 0,-1 4 2 16,0 2 2-16,-3 0 3 15,0 3-4-15,1 0-5 16,-1 0-2-16,-1 5-1 15,0 3 2-15,0 3 0 16,0 1 1-16,0 0-1 0,0 1 0 16,0-2 0-16,3-1-2 15,1-1 1-15,0-3 0 16,1-3-2-16,0-1 3 16,2-2-1-16,2 0 1 15,-1-6-1-15,1-2 1 0,0-3-3 16,0-1-3-1,-2-2-2-15,-2 1 3 0,0 0 3 16,-3 1 2-16,0 2 0 16,-2 1-1-16,0 2 10 0,0 3 10 15,0 1-1-15,0 2-3 16,0 1-6-16,0 0-9 16,0 0-10-16,0 7 4 15,0 1 4-15,0 1-5 16,1 3-5-16,2-2-11 15,0-2-11-15,1-5-23 16</inkml:trace>
  <inkml:trace contextRef="#ctx0" brushRef="#br0" timeOffset="18328.81">24195 13039 253 0,'0'0'-14'0,"0"0"19"0,0 0-4 16,0 0-8-16,0 0-35 0,0 0-54 16</inkml:trace>
  <inkml:trace contextRef="#ctx0" brushRef="#br0" timeOffset="18587.16">24292 13058 205 0,'0'0'1'15,"0"0"4"-15,0 0 13 16,0 0 7-16,0 0-8 0,0 0 6 16,0 0-9-16,0 0-12 15,-23-14-3-15,16 22 5 16,1 2-4-16,1 2-1 15,4 0-5-15,1 0-14 16,0-2-8-16,2-3-9 0,6-3-8 16,-1-3-32-16</inkml:trace>
  <inkml:trace contextRef="#ctx0" brushRef="#br0" timeOffset="18963.32">24329 13082 69 0,'0'0'3'15,"24"-31"-3"-15,-13 13 3 0,-2-1 14 16,-2 0 4-16,-1-1 4 15,-3 0 2-15,-1 2-2 16,-2 1-2-16,0 3-2 16,0 3-1-16,0 3-10 15,-1 2-7-15,-4 2-2 16,1 4-3-16,-2 0-12 0,0 0-1 16,-2 5 2-16,2 5 10 15,0 0 1-15,1 2 2 16,2 1 0-16,3-1-1 15,0 0 1-15,0-1 0 16,4 0-1-16,2-2 2 0,1 1-1 16,-1-1 3-16,-1-1 1 15,0-1 0-15,0 1 1 16,-1-1-4-16,-1 1 0 16,-3-1-1-16,0-1 1 0,-1 2 0 15,-10-1 1-15,0-1-1 16,-2-1-1-16,0-1 1 15,2-1 1-15,0-1-2 16,4-2-3-16,1 0-16 16,5 0-25-16,1-5-68 0</inkml:trace>
  <inkml:trace contextRef="#ctx0" brushRef="#br0" timeOffset="19168.66">24393 12934 215 0,'0'0'8'0,"0"0"-6"0,0 0-5 0,0 0-26 15</inkml:trace>
</inkml:ink>
</file>

<file path=ppt/ink/ink2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4-26T06:41:09.353"/>
    </inkml:context>
    <inkml:brush xml:id="br0">
      <inkml:brushProperty name="width" value="0.05292" units="cm"/>
      <inkml:brushProperty name="height" value="0.05292" units="cm"/>
      <inkml:brushProperty name="color" value="#FF0000"/>
    </inkml:brush>
  </inkml:definitions>
  <inkml:trace contextRef="#ctx0" brushRef="#br0">5541 2354 66 0,'0'0'1'0,"0"0"4"0,0 0 0 0,0 0-1 16,0 0 1-16,0 0-1 15,0 0 6-15,0 0 0 16,0 0 1-16,0 0 2 16,0 0-1-16,-9-11 0 15,9 11-5-15,0 0-4 0,0 0-4 16,0 0-1-16,0 0 2 16,0 0 0-16,3 2 0 15,-2 1-3-15,2 3 2 16,0-2 0-16,1-1 1 15,0 1 1-15,2-1-1 16,0-2 1-16,3-1 0 0,5-6 1 16,4-12 12-16,9-15 19 15,10-12-7-15,12-18-12 16,15-16-10-16,14-12-2 16,13-15-1-16,6-12-16 15,5-12-203-15</inkml:trace>
</inkml:ink>
</file>

<file path=ppt/ink/ink2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4-26T06:41:48.752"/>
    </inkml:context>
    <inkml:brush xml:id="br0">
      <inkml:brushProperty name="width" value="0.05292" units="cm"/>
      <inkml:brushProperty name="height" value="0.05292" units="cm"/>
      <inkml:brushProperty name="color" value="#FF0000"/>
    </inkml:brush>
  </inkml:definitions>
  <inkml:trace contextRef="#ctx0" brushRef="#br0">8944 3281 0 0,'-3'-1'4'0,"1"-1"2"0,-1 0 7 0,1 2 0 16,0-1-5-16,1-1-1 15,-1 2 3-15,0 0 2 0,1 0-2 16,0-1-3-16,1 0 0 15,0 1-4-15,0 0-1 16,0 0-1-16,0-1 0 16,0 1-1-16,0 0-2 15,0 0 0-15,0 0 1 0,0 0-2 16,0 0 2-16,0 2 0 16,0 1-1-16,1 1 2 15,2 0-1-15,-1 1 0 16,-1 0-1-16,2-1 3 15,-1 1-1-15,2-1 1 0,-3 1 0 16,3-3 0-16,1-1 1 16,-1-1 0-16,5 0 3 15,1-2 6-15,6-9 5 16,2-6 4-16,7-9-5 16,8-8 0-16,9-10-7 0,10-10-3 15,11-9-3-15,14-10 0 16,14-6 1-16,11-10-3 15,8-8-76-15</inkml:trace>
  <inkml:trace contextRef="#ctx0" brushRef="#br0" timeOffset="1210.15">9676 7159 91 0,'0'0'4'0,"0"0"2"0,0 0 8 0,3-29-2 16,-2 24 0-16,1 0-6 16,1 3-3-16,1 0-3 15,2-1 0-15,1 1 0 16,3-3 2-16,5-4-1 15,7-6 3-15,6-9 2 16,9-12 3-16,11-13 1 16,13-15 0-16,13-11-2 0,15-13 0 15,8-6-6-15,12-7-1 16,10 2-2-16,4 0 3 16,-2 4-22-16,-8 5-145 15</inkml:trace>
  <inkml:trace contextRef="#ctx0" brushRef="#br0" timeOffset="2436.83">10273 10773 12 0,'0'-2'23'0,"0"1"-17"0,0-1-1 0,2 0-2 16,-1 1-2-16,2-1-1 16,0 2 0-16,0 0 0 15,-1 0 2-15,3 0-3 16,-1 4 3-16,0 1-1 16,3-1 3-16,-2 1 2 15,2-1 2-15,2-3-2 0,0-1 1 16,3 0 3-16,5-11 2 15,4-12 2-15,6-11 5 16,10-15 1-16,12-17-3 16,11-15-6-16,17-16-7 15,15-15-1-15,11-13 0 0,9-15-51 16</inkml:trace>
  <inkml:trace contextRef="#ctx0" brushRef="#br0" timeOffset="11582.15">1174 3266 3 0,'-1'0'8'0,"1"0"0"0,0 0-1 0,0 0 0 0,0 0-5 15,0 0-1-15,0-1 0 16,0-1-1-16,0 0 1 16,0-1 0-16,0 2 1 15,0-1 3-15,0 0 0 16,0 1 2-16,0 0 1 0,0 0-3 16,0 1-1-16,0-2 0 15,0 2 3-15,0-1-2 16,0-1 3-16,0 2-1 15,0 0-2-15,0 0-2 0,0-2 2 16,0 2-2-16,0 0 2 16,0 0 1-16,0 0 0 15,0 0 0-15,-2-1-1 16,2 1 2-16,0-1-1 16,0 0-1-16,0 1 0 0,0 0-3 15,0 0 0-15,-1 0-1 16,1 0-1-16,0 0 1 15,0 0-1-15,0 0 0 16,0 0-1-16,0 0-1 16,-2 0 1-16,2 0 1 15,-1 0 2-15,-2 3-4 0,0 2 2 16,0 2-1-16,0-1 1 16,-1 3-1-16,1 0 2 15,-2 1-3-15,0 2 3 16,1 3-6-16,-1-1 9 15,0 3-5-15,-1 0 2 0,0 1-1 16,0 0 0-16,1 3 0 16,-1 0 1-16,0 0-1 15,1-1 0-15,0 0 0 16,0-1 0-16,3-1 0 16,-1-2-1-16,1 0 1 15,2-1-1-15,0 1 0 0,0-1-2 16,0 0 1-16,0 0 0 15,0 0 1-15,4 0-1 16,-3-2-1-16,3 3-1 16,-1-4 1-16,2 3 3 0,0-1-1 15,2 0 1-15,-2-1 1 16,3 0-2-16,1 0 2 16,-1 1-1-16,0-3 1 15,2 3-1-15,0-3 0 16,0 2 1-16,2 0 0 15,-2-1 0-15,0 1-1 0,2 0 0 16,0-1 0-16,0 1 1 16,-1 0-1-16,1-1 2 15,0 1-1-15,-1 2 0 16,2-2-1-16,-2 1 0 0,2-1 0 16,1 1 0-1,-3 1 0-15,2-1 0 0,0 1 0 16,-2 1 0-16,1 0-1 15,-2 1 2-15,2 0-1 16,-2 1 0-16,0 3 0 16,0 0 0-16,-3 3 0 0,2-1 0 15,-5 3 0-15,0-1 0 16,-1 1 1-16,-1-4-1 16,-1 3 1-16,-1-2-1 15,0 0 1-15,0 2 0 16,0 1 1-16,-6-1-2 0,-1 3 1 15,-1 0 0-15,-1-1 2 16,-3-1-2-16,1 1 1 16,-1-3 0-16,-1-1 0 15,1 0 0-15,0-1 1 16,-1-2 0-16,1 0 1 0,1 0-1 16,-2 1 1-16,1-1-2 15,1 0-1-15,-1-1 0 16,2 0 0-16,0-2 0 15,2 0 0-15,-1-2 0 16,0-1-1-16,0 1 1 0,4-1-1 16,-1-2 0-16,0 1 0 15,3-1 0-15,0-3 0 16,1 1-1-16,2-1 0 16,0-1 1-16,-2 0-1 15,2 0-1-15,0-1 0 0,0 1 2 16,2 0-2-16,1-1 1 15,2 1 1-15,1-1 0 16,0 1-2-16,2 1 5 16,1 0-1-16,-3-1-2 15,3 2 0-15,-2 0 1 0,1 2-1 16,-2 0 0-16,0-1 1 16,1 2-1-16,-1 2 1 15,1-2-1-15,-1 2 0 16,-1 1 0-16,2 0 0 15,-2 2 0-15,-1 0-1 0,1 2 1 16,-2 0-1-16,1 2 1 16,-3 0-1-16,2 2 1 15,-1 0 0-15,-2 2 0 16,0 1 0-16,0-3 1 16,0 1-1-16,0 2 1 0,0-2-1 15,0 1-1-15,0 1 2 16,0-1-1-16,0-2 0 15,0 1 0-15,0-2 0 16,0-1 0-16,0 1 0 16,0-1 0-16,0 1 0 15,0 0 0-15,0 2 0 0,0 0 0 16,0 1 0-16,0-1 0 16,0-1 0-16,1 1-1 15,2 0 1-15,1-2-1 16,-1 2 1-16,4-2 0 15,-1-1 0-15,2-1-2 0,2-3 1 16,0 0 1-16,4-3 0 16,0-2 1-16,5-4 1 15,4-3 0-15,4-6 3 16,8 0 1-16,6-10-8 0,2-9-31 16,1-8-41-16</inkml:trace>
  <inkml:trace contextRef="#ctx0" brushRef="#br0" timeOffset="12920.3">1190 3233 23 0,'0'-1'76'0,"0"-1"-73"0,0 0 2 0,-3 2-2 16,0 0-2-16,-1 0-3 15,0 2 6-15,-2 3-4 16,0 3 0-16,0 0 0 16,-1-1 1-16,1 3-1 15,-1 0 0-15,2 0 0 16,-2 1-1-16,0 2 2 0,0 1-1 15,0 2 0-15,1 2-1 16,2 2 1-16,-3 0 0 16,1 2 0-16,3 1-1 15,-2 0 1-15,2 0 0 16,-1 2-2-16,1 1 4 0,1 1-1 16,-1 2 0-16,1 1 0 15,-1 1 0-15,3 2 0 16,0 1-1-16,0-1 0 15,0 1 0-15,5-2 0 16,2-1 2-16,1-1-2 16,2-1 0-16,2-1 0 15,1-1 0-15,2-1 0 0,1-4-2 16,1-1 1-16,2-1 2 16,0-5-2-16,-1 2 2 15,2-4-1-15,2 0 0 16,0 2 0-16,-1 0 0 0,3 0-1 15,0 2 0-15,-3 3 0 16,1 2 1-16,-2 3 0 16,-1 3 0-16,-3 0 0 15,-2 5 0-15,-1 0 1 16,-6 2 1-16,-1 2 0 0,-3 3-1 16,-3 3 0-16,0 2 0 15,-6 1 1-15,-4 2-1 16,-3-2 1-16,-2-1-1 15,-3-3 1-15,1-3 2 16,0-3 1-16,2-5 2 0,-1-4-1 16,3-4 4-16,3-6-4 15,2-3 0-15,1-4-3 16,2-2-1-16,3-4 1 16,2-1-3-16,0 0-8 0,0-3 5 15,9 0 3-15,3 0 1 16,2 0 3-16,5 0-2 15,4 1 0-15,3 5-2 16,0 7 0-16,1 9 0 16,-1 10-7-16,-3 10-22 15,-7 10-12-15</inkml:trace>
  <inkml:trace contextRef="#ctx0" brushRef="#br0" timeOffset="14338.95">1157 7316 108 0,'-4'-1'6'0,"1"0"7"0,1 0-1 16,-1 1-4-16,1 0-2 16,-1 0-6-16,-1 5 2 0,1 3-3 15,-4 3 1-15,2 4 0 16,0 2 0-16,-3 3-1 16,2 1 0-16,0 2 1 15,-1 2-1-15,0 0-1 16,-1 1 2-16,1 2 0 0,0 2-1 15,1 0 1-15,-1 3-1 16,0-2 1-16,4 1-2 16,0-1 2-16,-1-1 0 15,4 0-1-15,0-1 1 16,0-2-2-16,6-1 1 0,1-2-2 16,2-1 0-16,1-4 0 15,2 1-1-15,2-4 1 16,0-2 0-16,3 0 1 15,2-2-1-15,-3 0 1 16,3 0 1-16,-2-1 0 0,1 2 1 16,-1-3 0-16,1 3 0 15,-1-1 0-15,0 1 0 16,0 0 0-16,0 0 0 16,-1 1 0-16,-3 1 0 15,1 1 0-15,-2 1 0 0,-1 2 0 16,-2-1 0-16,-3 3-1 15,-2 1 2-15,-1 0 0 16,-3 1 5-16,0 2-3 16,-1 1 0-16,-6 1 0 15,-2 0 0-15,-1 2 0 16,-2-3-1-16,-1 1 0 0,2-3 0 16,-1-2-1-16,0-2 1 15,1-5 0-15,1-2-1 16,3-4 0-16,1-2 1 15,0-2 0-15,2-2 0 0,3-2-1 16,-2 0 1-16,3-1-1 16,0 0-1-16,0 0 12 15,0 0-15-15,0 0 1 16,0-3 0-16,4 1 1 16,2-2-1-16,1 0 1 15,0 2 0-15,0-1-2 16,3 3 1-16,0 0 0 0,1 0 0 15,-3 3 0-15,2 4-5 16,-1 1 6-16,-1 5 2 16,2 1 0-16,-4 2 0 0,3 3 2 15,-2 2-1-15,1 0-2 16,-1 1 1-16,0 1-1 16,-1 0 1-16,-1 0-2 15,0 0 3-15,-1 1-2 16,0 1 1-16,0 0 0 15,-2 2 1-15,-1 3-1 16,-1 1 3-16,0 1-2 0,0 1-1 16,0 1-1-16,0-1 3 15,-3 1-3-15,-2 0 0 16,2 1 0-16,-1 1 0 16,2 1 0-16,1 1 1 0,-1 1-1 15,2-1 0-15,0 3 0 16,0-1 0-16,0-1-1 15,3 0-1-15,4-3 1 16,3-2 1-16,1-3-1 16,2-4 0-16,1-3 0 0,5-5-1 15,3-4-2-15,6-5 1 16,10-10 5-16,5-4 5 16,6-20-12-16,1-16-112 15</inkml:trace>
  <inkml:trace contextRef="#ctx0" brushRef="#br0" timeOffset="15314.76">1976 12309 33 0,'0'0'1'0,"0"0"-2"0,0 0 4 0,33 18 1 15,-19-11 1-15,-1 1 1 16,2 1-4-16,1 2-1 0,-3 0 2 16,1 2-1-16,-1-1 0 15,-1 0-2-15,-2-1-10 16,-2-4-41-16</inkml:trace>
  <inkml:trace contextRef="#ctx0" brushRef="#br0" timeOffset="15527.04">2157 12311 39 0,'0'0'55'0,"0"0"-52"16,0 0 11-16,0 0 8 16,0 0-3-16,0 0-4 15,0 0-4-15,-28 11-6 16,22 11-4-16,3 5-3 15,0 7 3-15,-1 5 0 0,1 4-3 16,0 0-17-16,-1-3-40 16</inkml:trace>
  <inkml:trace contextRef="#ctx0" brushRef="#br0" timeOffset="16303.29">1932 12043 56 0,'0'0'1'0,"0"0"4"0,-27 0 5 0,17 0-5 15,0 2-1-15,-1 1-1 16,-1 1 1-16,2 2 0 16,-2 1 1-16,1 1-2 0,-1 2-1 15,2 3-2-15,0 3 1 16,0 2-1-16,1 2 0 16,1 2 0-16,1 1 0 15,-1 3 1-15,1-1 1 16,2 2 2-16,3-1 0 0,2 5-1 15,0 1 0-15,4 2-2 16,4 3-1-16,2 1 0 16,1 1 0-16,3 1 0 15,3 2 0-15,3 0 0 16,0-3 0-16,4 0 0 16,2-5 0-16,3-4-1 0,4-5 1 15,1-4 0-15,1-6 0 16,2-3 0-16,1-6 1 15,1-6 3-15,-4 0-2 16,1-7 0-16,-3-7-1 0,-4-2 2 16,-6-7-2-16,-1-2 9 15,-7-7 5-15,-2-4-2 16,-4-3 2-16,-3-6-2 16,-5-3-1-16,-1-2-1 15,-2-4 0-15,-12-1-2 16,-6 0 0-16,-5 2-2 0,-5 1-1 15,-5 3-3-15,-6 4-2 16,-2 5 0-16,-2 4-1 16,-2 8-1-16,-4 6-6 15,1 5-40-15,-4 6-51 0</inkml:trace>
  <inkml:trace contextRef="#ctx0" brushRef="#br0" timeOffset="46014.78">5404 5211 40 0,'0'0'12'0,"0"0"-3"0,0 0-4 15,0 0 0-15,0 0-1 0,0 0-1 16,0 0-2-16,-28 0 4 15,24 0 2-15,1 0 3 16,-1 0-2-16,-1 0-2 16,2 0 2-16,-2 0-3 15,-1 0 6-15,0 0 3 16,-1 0-2-16,1 0 2 16,1-1 2-16,-4 0-9 0,3-1 1 15,-4-1-3-15,1 0-3 16,1 0-1-16,-4-1 0 15,2 1 1-15,-3-1 0 16,-2-1 2-16,1 2 3 0,-1-2 1 16,0 2 3-16,-4 0-6 15,3 2-1-15,-3-2 0 16,1 3-3-16,-4 0 0 16,2 0-1-16,0 0 1 15,-2 0 0-15,2 2-1 0,0 1 0 16,-2 2 0-16,2 0 0 15,1 1 0-15,-2 1 0 16,0 3 0-16,-2-1 1 16,0 2-2-16,-1 1 2 15,1 1-2-15,-1 0 1 0,1 0-1 16,1 2 1-16,4 0 0 16,-1 0 0-16,2 1 0 15,-1 1-1-15,3-2 1 16,2 0 1-16,-1-1-1 15,4 3 0-15,-2-2-1 0,3 0 1 16,2 0 0-16,-2 0 0 16,4-1 0-16,-1 1 0 15,-1-2 0-15,2 1-1 16,1-1 1-16,-1 0 0 16,2 1 0-16,1-3 0 0,2 2-1 15,0-2 1-15,0 1-1 16,0 0 1-16,5-1-1 15,0 2 1-15,0 0 0 16,2 0 0-16,-2 1 0 0,0-1 0 16,0 2 0-1,1-2 0-15,1-1 0 0,-1 1 0 16,2 1 0-16,0-2 0 16,1-1 0-16,1 0 0 15,0-1 0-15,1 1 0 16,1-1 0-16,0 0 0 0,2 0 0 15,-1 0 0-15,0 0 0 16,1 0 0-16,1 0 0 16,-1 0-2-16,0 1 2 15,3-2 0-15,0 0 0 16,0 1-1-16,0 0 1 16,1 0 0-16,0-1 1 15,-1-1-2-15,1 0-1 0,1-2 2 16,1 0 0-16,2-1-1 15,1-1 0-15,2-2 1 16,4-2 1-16,1 0-1 16,0 0-1-16,1 0 3 0,-2 0 0 15,0 0-2-15,0 0 1 16,-2 0-1-16,1 0 2 16,0 0-2-16,3 0-2 15,-3 0 4-15,1 3-2 16,0 0 0-16,0-1 0 0,0 0 0 15,1 1 0-15,-2-2 0 16,4 0 0-16,-1 0 0 16,0-1 0-16,1 0 0 15,-2 0 0-15,0 0 0 16,0 0 0-16,0 0 0 0,1 0 0 16,0 0 0-16,0 0 0 15,0-2 0-15,0 1 0 16,0-2-3-16,0 0 4 15,0 1-1-15,0-1 2 16,4-1-2-16,0 1 0 0,1 0 0 16,0-1 0-16,0 1 0 15,-1 0 0-15,-2 0 0 16,0-1 0-16,-1 1 1 16,2 0-2-16,1-1 1 15,-1 1 0-15,0-2 0 0,-1 2 0 16,-1 0 0-16,0 1 0 15,-2 0 1-15,2 0-1 16,-1 1 0-16,2-1 0 16,-1 2 0-16,1 0 0 15,-1 0 0-15,0 0 0 0,-4 0 0 16,4 0 1-16,-2 0-2 16,1 0 2-16,0 0-1 15,3 2 0-15,-4-1 0 16,3 1-1-16,-1-2 1 15,0 2 0-15,0-1 1 0,5 1-1 16,-1 0 0-16,3-1 0 16,0-1 0-16,3 1 0 15,-1 0 0-15,3-1 0 16,-2 0 0-16,2 0 0 16,1 0 0-16,-2 0 0 0,0 0 0 15,0-2 0-15,2-2 0 16,0 0 0-16,1-1 0 15,-1 0 1-15,1-2-2 16,0 3 1-16,-1-1-1 16,1 1 1-16,-1-1 1 0,-2 2-1 15,1 1 1-15,0-1-2 16,-1 3 2-16,-1 0-1 16,0 0 0-16,1 0 0 15,-2 0 0-15,1 0 0 16,1 0 0-16,1 2 0 0,0-1 0 15,-3 0 0-15,3 0 0 16,-2-1 1-16,2 0-1 16,-1 0 0-16,1 0 0 15,-1 0 0-15,0 0 0 16,0 0 0-16,1 0-1 16,-4 0 1-16,2-3 1 0,0 0 0 15,-1 0-1-15,0 0 0 16,-2 0 0-16,2 0 1 15,-3 1-1-15,1-1 0 16,1 1 1-16,-2 1-1 16,1-1 0-16,0 1 0 0,-2 1 0 15,1 0 0-15,-1 0 1 16,2 0-1-16,-3 0 0 16,2 0-1-16,-3 1 2 15,0 1-1-15,0 3 0 16,-1-2 0-16,3 1 0 0,-2 1 0 15,5-1 0-15,-3 1 0 16,0-1 0-16,1 0 2 16,-3 0-2-16,2-2 0 15,-2 1 0-15,4-3 0 16,0 0 0-16,-1 0 0 16,1 0 1-16,2-2-2 0,-1-4-2 15,1-1 4-15,-1-1-2 16,1-1 1-16,-1-2 0 15,-1 0 1-15,-1-2 4 16,-1 0-3-16,-3-1 0 16,1 0 2-16,-2-1 3 0,-1 1-2 15,-2-1-1-15,-3 1 0 16,0-2-1-16,-5 3-1 16,0-2 0-16,-3 0-1 15,-2 2 2-15,-3-2-2 0,-2 2 0 16,-2-2 0-16,-2 0 1 15,-4 0 0-15,-1 0 2 16,-3-2-1-16,0 0-2 16,0 0 0-16,-6-1-2 15,-2 2 1-15,-3-1 1 16,-2 0 0-16,0 1 1 0,-3-1-1 16,-1-1 2-16,0 1 2 15,-2 0-4-15,0 0 1 16,-1 0-2-16,-1 1 0 15,-1 1-1-15,-3 2 1 16,0-1-1-16,-2 3 1 0,0-1 0 16,-1 4-1-16,0-1 2 15,-4 3-4-15,-1 0 5 16,0 1-2-16,-2 1 0 16,-1 1-2-16,-2 1 2 0,2 0 0 15,0 1 0-15,0-2 0 16,0 2 0-16,-2-1 0 15,0-1 2-15,-1-1-4 16,0 1 2-16,0-1 0 16,-1 1 2-16,-2-2-2 15,2 2 0-15,-2-1 1 0,0 0-1 16,-1 1 0-16,1-1 0 16,-2 1 0-16,1-2 1 15,-1 2 0-15,-3-1-2 16,2 1 2-16,-4 0-1 15,1 1 1-15,0 0-1 0,-1-1 1 16,1 1 0-16,1 1-1 16,1-1 1-1,-2 0-1-15,3-1 0 0,-2 2 1 16,2-2-1-16,-1 2 0 0,0-1 2 16,-2 1-1-16,1 1 0 15,-1 0 0-15,-1 0-1 16,1 1 0-16,-2 6 2 15,1-2-2-15,0 2 0 16,-1-2-2-16,0 1 2 16,0-1 0-16,0 2 0 0,-2-2 0 15,0 0 0-15,1 3 0 16,-1-3 0-16,4 2 2 16,-2-1-2-16,1-1-2 15,0-1 4-15,1 0-2 16,1-2-2-16,0-1 4 0,-1 0-2 15,3-1 0-15,-1 0 1 16,1 0-1-16,1 0 0 16,0 0 0-16,1 0 0 15,0 0 0-15,0 0 1 16,-1 0-1-16,-1 0 0 0,2 0 0 16,0 0 0-16,0 0 2 15,0 0-2-15,1 1 0 16,0-1 0-16,2 0 0 15,-1 0 0-15,3 0 0 16,-3 0 0-16,1 0 0 0,2 0 0 16,-2 0 0-16,-1 0 0 15,3 0 0-15,-2-1 1 16,1 0-1-16,-1-2 0 16,0 0 1-16,1 1-1 15,-3-1 0-15,3-2 0 0,-1 2 0 16,-1-2 1-16,0 0-1 15,-1 0 0-15,0-2 1 16,-1 2-1-16,-2-1 1 16,-3-1 0-16,0 2 0 15,0-1 0-15,-3 2-1 16,-1-1 1-16,-4 1 1 0,0 0-2 16,-3 3 1-16,-3 1-1 15,-9 0 1-15,-4 4-2 16,-5 9 0-16,-9 9-2 15,-9 9-3-15,-7 7-21 16,-9 2-74-16</inkml:trace>
  <inkml:trace contextRef="#ctx0" brushRef="#br0" timeOffset="47868.4">11356 5586 28 0,'0'0'23'0,"0"0"-11"0,0 0-6 0,0 1-1 16,0 0-2-16,0 1 2 15,0 0-3-15,0-1 1 16,0 0-1-16,0-1 1 16,2 0-1-16,-1 0 0 15,2 0 1-15,4 0 5 0,3-7 6 16,8-4-5-16,5-3 0 16,9-5-1-16,8-5-5 15,12-4-1-15,10-5-2 16,10-7-6-16,5-11-13 15</inkml:trace>
  <inkml:trace contextRef="#ctx0" brushRef="#br0" timeOffset="85931.89">14218 2695 89 0,'0'0'14'0,"0"0"-14"0,0 0 0 0,0 0 7 0,-1 0 20 15,-3 0-13-15,-2 0-12 16,2 0 2-16,-2 0 10 16,2 0-2-16,-3 0 3 15,5 0-9-15,-3 0-4 0,2 0 1 16,3 0-1-16,-2 0 3 15,0-2 5-15,2-1 2 16,0-2-2-16,0 0 1 16,0 0-1-16,2-1-9 15,0 0 1-15,5 0 0 0,-3-1-2 16,3 1 0-16,-2 1 0 16,2 1 0-16,-3 0 0 15,0 2 0-15,0 1 1 16,1 1-4-16,-1 0 2 15,-1 0-1-15,1 2 1 0,0 3 0 16,-1 1-1-16,1 2 1 16,-3-1-1-16,1 2-1 15,-2-2 3-15,2 0-1 16,0 1 2-16,2-2-1 16,-2 1 2-16,2-1-2 15,2-1 0-15,-1 0 0 16,2-1 1-16,1-1-1 15,2 0 0-15,0-1 2 0,2-1-4 16,0-1 4-16,1 0-2 16,-1 0 1-16,1 0 0 15,-3-4 0-15,2-1-1 16,-1-1 1-16,-2 0 0 0,1-1-1 16,-1-1 1-16,-1 0 1 15,1 0 1-15,-3-1-1 16,1 0-1-16,-3 0 0 15,0 0-1-15,-1 0 0 16,-1 2 2-16,-1 0-1 0,-1 2 1 16,0 1-2-16,0-1 1 15,0 5-3-15,0-2-1 16,0 2 3-16,0 0-4 16,0 0-2-16,0 0 3 15,0 3 2-15,-1 2 1 0,-1 2-1 16,2 0 0-16,0 1-1 15,0 1-1-15,0 0 2 16,0 3 0-16,0-2-1 16,2 3 2-16,-1-1 2 15,1 1-2-15,2-1 0 0,-1 2 1 16,-1-1-1-16,3 1-1 16,-2 0 1-16,-1 0 0 15,3 0 1-15,-3 0-1 16,1-1 0-16,-2 2 0 0,2-2 1 15,-3 0-1-15,3 0-1 16,-3-2 1-16,0-1 0 16,0-1 0-16,0-2 0 15,0-2-1-15,-5-2 0 16,1 0-1-16,-3-1 0 16,-1-2 11-16,-2 0-2 0,-1 0-5 15,-2 0 6-15,0 0-2 16,0 0-2-16,0 0-1 15,3 0 0-15,0-3 1 16,3 1-1-16,0-1-1 16,1-1-1-16,2 1 2 0,4 0-13 15,0-4-37-15,0-2-122 16</inkml:trace>
  <inkml:trace contextRef="#ctx0" brushRef="#br0" timeOffset="86495.95">14898 2706 66 0,'7'0'50'0,"0"0"-39"0,1 0 6 0,0-3 4 16,1 2 2-16,-1-2-6 16,1 0-6-16,-1 0-4 15,2 3-3-15,-1-1 0 16,0 1-4-16,0 0 0 16,-1 0 0-16,-1 0 0 15,2 1 0-15,-1 3-2 0,-2 1-16 16,-1-1-38-16,-2 0-8 15</inkml:trace>
  <inkml:trace contextRef="#ctx0" brushRef="#br0" timeOffset="86688.16">14995 2806 165 0,'0'0'19'0,"0"0"-21"16,0 0 7-16,0 0 7 0,0 0 1 16,39 0-7-16,-21 0-3 15,4 0-3-15,1-4-26 16,3-2-97-16</inkml:trace>
  <inkml:trace contextRef="#ctx0" brushRef="#br0" timeOffset="87456.19">15724 2525 63 0,'0'0'15'0,"0"0"1"0,0 0-7 0,0 0 1 16,0 0-1-16,0 0-2 15,17-31 4-15,-17 25-2 16,0 0-1-16,0 1 2 16,0-1-2-16,-4 1 1 15,-2-1-3-15,1 2-5 0,0 1 1 16,-3 0 0-16,3 0 1 16,0 2-3-16,-2 1 0 15,2 0-5-15,-1 0 8 16,0 3-1-16,0 2-2 15,2 1 0-15,0 2-2 16,1 2-1-16,0 1-5 16,3 2 0-16,0 0 4 0,0 5 2 15,0 0 1-15,0 2 3 16,2 2-1-16,0-1 0 16,0 4 0-16,1-2 0 15,-2-1-1-15,2 0 0 0,0-3 0 16,0-3 1-16,1-1-4 15,-1 0 2-15,1-3 1 16,0-1 1-16,-2 0 0 16,0-1 0-16,1 0-1 15,-3 0 2-15,0 0-1 16,0-2-3-16,0-1 5 0,-2-2-20 16,-4-2-30-16</inkml:trace>
  <inkml:trace contextRef="#ctx0" brushRef="#br0" timeOffset="87718.5">15558 2740 76 0,'0'0'74'0,"0"0"-70"0,0 0 1 16,0 0-6-16,29-2 8 16,-16 0-2-16,1 2 1 0,3-1-2 15,1 1-1-15,4-1-2 16,-1 1-1-16,3-1 1 16,0 1-2-16,1-2-6 15,2-2-69-15</inkml:trace>
  <inkml:trace contextRef="#ctx0" brushRef="#br0" timeOffset="88082.33">16099 2477 121 0,'0'0'3'15,"0"0"1"-15,0 0-3 16,-34-2-1-16,24 8 1 16,-2 2-1-16,-1 3 0 15,-2 2 2-15,1 2-1 16,1 0 4-16,0 4 2 0,1-2-3 15,2 2 0-15,3 0-2 16,0 1 0-16,1-2 0 16,3-1 1-16,2 1-3 15,1-2 1-15,0-1 2 16,8 0-1-16,1-3-2 0,3-2-18 16,1-4-51-16</inkml:trace>
  <inkml:trace contextRef="#ctx0" brushRef="#br0" timeOffset="88907.7">16092 2667 87 0,'0'0'16'16,"0"0"5"-16,0 0 0 15,0 0-1-15,0 0-2 16,0 0-5-16,0 0-3 0,4-30-8 16,3 24 5-16,0 2-6 15,2-1 0-15,1 2 1 16,0 0 0-16,2 1-2 15,1 1 0-15,-2 1 1 0,1 0-1 16,-2 0 0-16,0 4-1 16,-1 1 1-16,-3 4-3 15,0-1 2-15,-1 1-2 16,-2 0 0-16,-2 1-3 16,-1 0 3-16,0-2 0 15,0 0 6-15,0-1-4 0,-3-1 1 16,-1-2-3-16,1-1 3 15,0 0 0-15,0-1-2 16,1-2 4-16,0 0-2 16,1 0 5-16,-1 0 0 15,1 0-1-15,1-2 0 0,0-3-2 16,0 0 5-16,0-3-5 16,1 0 2-16,3 0 1 15,-1-2 0-15,3 0-2 16,0-2 0-16,0 1-2 15,1-1 1-15,0-1 2 16,0 3-1-16,1 0-2 0,-4 0-1 16,2 2 1-16,-2 1-1 15,-1 4 0-15,0 0 2 16,-2 0-1-16,-1 3-1 16,0 0 2-16,0 0-4 15,0 0-5-15,0 2 3 0,-3 2 2 16,-1 4 3-16,1 0 1 15,0 1-3-15,0 1 2 16,2 0-1-16,-1-1 1 16,2 1 0-16,0-1-2 0,0-2 2 15,0 1-3 1,0-2 2-16,3 1-1 16,3-2-2-16,1 0 6 0,1-2-1 15,1 0 0-15,1 1 0 16,1-3-1-16,-1 1 2 15,0-2-5-15,3 0-4 0,-3 0-4 16,1 0-7-16,0-3-25 16,0-4-31-16</inkml:trace>
  <inkml:trace contextRef="#ctx0" brushRef="#br0" timeOffset="89456.32">16475 2483 77 0,'0'0'14'0,"0"0"-6"0,0 0-6 0,0 0 0 0,0 0 5 15,0 0-1-15,31-12 3 16,-24 11 4-16,1 0-1 16,1 0 0-16,0 1-3 15,2 0-3-15,-1 0-1 16,2 0-3-16,-2 1-1 0,1 2 0 16,1 2-1-16,-1 0 1 15,0 2-1-15,-1 0-1 16,-1 2 1-16,0-1 1 15,0 2-1-15,-1 0 0 16,-2 1 0-16,-1 1 0 0,-1-2 0 16,1 3 0-16,-3-3 1 15,0 2-1-15,0 1 0 16,0-1 1-16,-2 0 0 16,0 0 0-16,0 1 0 15,0-1 0-15,-1-1 2 16,-4 0-1-16,1-1-2 0,-2-1 2 15,2 0 1-15,-3-3-3 16,0 3 3-16,3-3 3 16,-4 1-1-16,2-1-1 15,-1 0-2-15,1 0 1 16,-1 2 0-16,0 0-1 0,-1-3-1 16,1-1-40-16</inkml:trace>
  <inkml:trace contextRef="#ctx0" brushRef="#br0" timeOffset="92163.61">15388 3415 191 0,'7'0'-9'0,"3"0"7"0,2 0 2 0,2 0 2 16,1 0-1-16,2 0 0 16,-1 0-20-16,-2 0-39 15</inkml:trace>
  <inkml:trace contextRef="#ctx0" brushRef="#br0" timeOffset="92299.54">15507 3500 119 0,'0'0'56'0,"0"0"-57"16,0 0-3-16,0 0 4 16,0 0-5-16,0 0-10 15,34 15-28-15</inkml:trace>
  <inkml:trace contextRef="#ctx0" brushRef="#br0" timeOffset="92698.54">15954 3293 189 0,'0'0'-3'16,"0"0"5"-16,0 0-1 15,4-28-2-15,-4 21-5 16,-3 1-11-16,-3-1 13 15,-1 1 3-15,1 2 6 16,-1 0 8-16,-1 3-7 0,1 1 0 16,0 0 0-16,-2 3-3 15,2 7 0-15,-2 4-4 16,2 4 0-16,1 3 1 16,2 2 1-16,0 2 0 0,3 1 0 15,1 1-1-15,0-1 1 16,0-1 1-16,1-4 2 15,3-1-2-15,-1 0 0 16,-1-2 0-16,0-3-1 16,0 0 1-16,-1 0 0 15,-1-2-1-15,0 2 0 0,-4-2 0 16,-3 0-41-16,-2-6-25 16</inkml:trace>
  <inkml:trace contextRef="#ctx0" brushRef="#br0" timeOffset="92867">15770 3555 212 0,'0'0'9'0,"0"0"2"16,0 0-1-16,0 0-4 16,0 0-6-16,42-28 1 0,-23 23-1 15,2 2 0-15,2-2-5 16,0 0-54-16,2-1-54 15</inkml:trace>
  <inkml:trace contextRef="#ctx0" brushRef="#br0" timeOffset="93138.1">16212 3248 225 0,'0'0'-4'0,"0"0"14"16,0 0 1-16,0 0-9 16,-33-1-5-16,18 14 2 15,-3 3-2-15,1 7 8 16,1 1-5-16,2 4 2 0,1 1-2 16,4-2 4-16,5 1-2 15,1-3 0-15,3-4 1 16,0-1-2-16,2-4-2 15,5-2-14-15,3-5-38 16,1-2-44-16</inkml:trace>
  <inkml:trace contextRef="#ctx0" brushRef="#br0" timeOffset="93650.86">16224 3443 212 0,'0'0'2'15,"0"0"24"-15,3-28-4 16,1 21-8-16,-1 1-8 16,2 2-4-16,0 1-2 15,1 0-1-15,0 3 1 0,0 0-1 16,1 1-1-16,-1 7 0 16,-1 2 1-16,-2 2 0 15,0 1-3-15,-3 1 1 16,0-3 2-16,0 1 0 15,0-2-1-15,-4-2 1 0,2-2 1 16,0-3 0-16,0 1 1 16,0-4 2-16,2 0-2 15,0 0 2-15,0 0 5 16,0-3-6-16,2-4 5 16,3-4-10-16,0-2 5 15,2-1-1-15,0 0-2 0,-2 0 2 16,1 1 0-16,-1 0-1 15,-1 3 1-15,-1 0 0 16,-1 5 1-16,-1 1 3 16,1 1-2-16,-2 2 0 0,0 1-2 15,0 0-6-15,0 5 1 16,2 3 0-16,-2 2 4 16,2 3 1-16,0 0 0 15,1 0-1-15,1 1 2 16,-1-1-2-16,4 0 0 15,-2-1-14-15,3-2-18 0,1-2-21 16,1-2-12-16,0-2-9 16</inkml:trace>
  <inkml:trace contextRef="#ctx0" brushRef="#br0" timeOffset="93835.96">16489 3487 103 0,'0'0'44'0,"0"0"23"0,0 0-17 0,0 0-20 0,0 0-15 15,0 0-13-15,0 0-5 16,0 0-2-16,0 0 4 16,0 0 3-16,11 14 0 0,-9-3-1 15,0 1-6-15,1-2-30 16,-1 0-18-16,2-3-19 16,0 0 32-16,3-3-8 15</inkml:trace>
  <inkml:trace contextRef="#ctx0" brushRef="#br0" timeOffset="93942.95">16566 3555 41 0,'0'0'44'16,"0"0"3"-16,0 0-5 16,0 0-29-16,0 0-15 15,0 0-1-15,0 0-4 16,23 7-21-16,-16-3-32 0</inkml:trace>
  <inkml:trace contextRef="#ctx0" brushRef="#br0" timeOffset="94435.54">16816 3389 137 0,'0'0'-2'16,"0"0"3"-16,30-4-1 16,-21 4 0-16,-4 7-2 15,0 2-4-15,-5 4 0 16,0 0 3-16,0 2 4 0,0-1 0 16,-7-1 0-16,2-2-2 15,0-2-1-15,-1-2 4 16,2-4-4-16,2-1 2 15,0-2 4-15,1 0 0 16,1-5 2-16,0-3 0 0,3-4-4 16,3-3-1-16,2 0 7 15,0-1-5-15,2-1 7 16,0 2 4-16,-3 2-3 16,0 2 2-16,0 4 4 0,-3 1 7 15,1 4-12-15,-3 0-2 16,1 2-10-16,1 0-3 15,-1 8 0-15,2 3 1 16,0 1 3-16,-1 2 0 16,2 2-1-16,-2 1-11 15,0-1-24-15,0-2-29 16,0-3 5-16</inkml:trace>
  <inkml:trace contextRef="#ctx0" brushRef="#br0" timeOffset="94703.4">17016 3481 154 0,'0'0'18'0,"0"0"8"16,0 0-12-16,36-30-7 15,-26 27-4-15,0-2-2 16,-3 5-1-16,2 0 0 16,-3 0 0-16,-2 2-1 0,-3 6-5 15,-1 0 0-15,0 1 1 16,-3 2 3-16,-4-1-2 15,-3 0 4-15,1-2 1 16,1 0 3-16,1-1 1 16,3-3-1-16,1 0-2 15,3 0 1-15,0-1-3 16,7-1-8-16,3-2 4 0,4 0-17 16,2 0-57-16</inkml:trace>
  <inkml:trace contextRef="#ctx0" brushRef="#br0" timeOffset="94840.45">17222 3506 189 0,'0'0'29'15,"0"0"-22"-15,0 0-7 16,0 0 0-16,-4 28 1 0,1-17 0 16,1 1-2-16,1 0-65 15</inkml:trace>
  <inkml:trace contextRef="#ctx0" brushRef="#br0" timeOffset="95380.19">17492 3331 188 0,'0'0'-16'0,"0"0"18"0,0 0-1 16,0 0 0-16,29-15 1 16,-23 15 0-16,-3 0-2 15,1 0 0-15,1 6 2 16,0 3-2-16,-1 2 0 15,-1 3-2-15,0 0 2 0,-3 3-2 16,0-3-1-16,0 0 5 16,0-4 0-16,-3 0-3 15,0-5 2-15,2 0 0 16,-2-2-2-16,1-3 9 16,1 0 19-16,1 0-7 15,0-8-15-15,0-1-1 0,0-2 7 16,0-2-7-16,3 0 0 15,1-1 1-15,-1 1 2 16,1 0-2-16,-1 5 6 16,0-1 5-16,-2 3-4 15,0 3-5-15,0 1-2 0,0 2-5 16,1 0-3-16,1 0-2 16,-1 7 4-16,3 2-1 15,0 3 1-15,2 1 2 16,-1 2-1-16,1 3-15 15,0-3-32-15,0-2-70 0</inkml:trace>
  <inkml:trace contextRef="#ctx0" brushRef="#br0" timeOffset="95764.95">17687 3427 242 0,'0'0'10'0,"0"0"6"0,0 0-6 0,27-29-5 0,-21 24-2 16,1 3-1-16,-1 1-1 0,-3 1-2 15,-1 0-2-15,0 5 1 16,-2 2-4-16,0 3-7 16,-4 1 10-16,-4-1-2 15,0 2 3-15,-1-2 2 16,1-2 2-16,0-1 4 15,4-1-4-15,1-1-2 0,2-2 2 16,1 1-3-16,0-2 0 16,4 1 5-16,3 0-3 15,0-1 1-15,1 1-1 16,-1 0 1-16,-1 0-2 16,-2 1 1-16,-1-1-1 0,-3 0-1 15,0 2-4-15,-3-1 0 16,-3 1 5-16,-3 0 3 15,0-1-14-15,1-2-72 16,2 0-70-16</inkml:trace>
  <inkml:trace contextRef="#ctx0" brushRef="#br0" timeOffset="95913.82">17775 3483 258 0,'0'0'8'15,"0"0"-12"-15,0 0 3 16,0 0 1-16,11 38-13 16,-10-29-45-16,0-1-73 15</inkml:trace>
  <inkml:trace contextRef="#ctx0" brushRef="#br0" timeOffset="96440.46">18024 3276 206 0,'0'0'-3'15,"0"0"6"-15,0 0 2 16,33-14-2-16,-22 13 0 16,-1 1-2-16,-1 0-1 15,-1 3 0-15,-3 4-2 0,1 1 1 16,-3 2-1-16,-1 0 1 16,-1 2 0-16,-1-1 0 15,0-2-3-15,0 2 2 16,-2-2 2-16,-2-3-4 15,0-1 2-15,0-3-5 0,1-1 1 16,1-1 12-16,1 0 5 16,1-2 1-16,0-6 1 15,0-1-14-15,4-3 4 16,2 0-1-16,1-1 1 16,1 0-2-16,-3 2 6 15,2 1 4-15,-2 2 3 0,-2 2 1 16,0 3-4-16,-1 2-5 15,0 1-3-15,1 0-7 16,-2 4 3-16,2 5 1 16,1 2 0-16,-1 2 0 15,1 2-17-15,1 0-15 0,-1 0-18 16,2-3-46-16</inkml:trace>
  <inkml:trace contextRef="#ctx0" brushRef="#br0" timeOffset="96717.67">18276 3364 191 0,'0'0'18'0,"0"0"-12"0,0 0-7 0,0 0-10 0,0 0 6 0,0 0 5 16,0 0 2-16,-25 31 2 15,17-21-2-15,2-1-2 16,2-2 0-16,1 0 2 15,3 0 1-15,0-3-3 16,0 0 2-16,9 1 6 16,0-5-3-16,4 0 1 0,0 0 0 15,2 0-5-15,-1 0 1 16,1-5-2-16,0 2-9 16,-5-1-25-16,0-1-37 15,-5-1-54-15</inkml:trace>
  <inkml:trace contextRef="#ctx0" brushRef="#br0" timeOffset="96932.2">18292 3366 250 0,'0'0'0'0,"0"0"-14"15,0 0 16-15,0 0-1 16,0 34 1-16,1-22-1 15,2 1 0-15,-1 1-1 16,1 0 1-16,-1 0-1 0,-2-2 1 16,1 0-5-16,-1-2-28 15,1-4-44-15,-1-4-26 16</inkml:trace>
  <inkml:trace contextRef="#ctx0" brushRef="#br0" timeOffset="97284.54">18451 3156 134 0,'0'0'1'16,"0"0"5"-16,38-14 12 16,-21 11 1-16,0 3-2 15,1 0-7-15,-1 1-2 16,1 8-2-16,2 1-1 16,-1 5-2-16,0 4 1 0,0 3-3 15,-4 2 2-15,-1 3 0 16,-4 3 0-16,-6 5 0 15,-4 3 1-15,-3 3-1 16,-17 5 0-16,-12 2-12 16,-13 3-75-16</inkml:trace>
  <inkml:trace contextRef="#ctx0" brushRef="#br0" timeOffset="98263.12">14665 3520 124 0,'0'0'15'0,"0"0"17"0,0 0-10 16,0 0-2-16,0 0 1 0,0 0-13 16,0 0-3-16,-30-23-1 15,26 16 6-15,1 0 3 16,0 0-5-16,3 0-2 16,0 1-6-16,0-1 4 15,0 0-6-15,6 1 2 16,1 1-1-16,2 2-2 0,1 1 3 15,-2 2-1-15,2 0 0 16,0 0-1-16,-1 7 2 16,2 3-1-16,-1 0 1 15,0 0 0-15,0 1 0 16,-1-2 0-16,0-1 0 0,0-2 0 16,0-1 0-16,-2-3 0 15,1 0 1-15,0-2 0 16,2 0-1-16,0-2-1 15,-1-5 0-15,2-1 3 0,-2-2-1 16,-1-1-1-16,-1 0 1 16,0 2-1-16,-3 0 0 15,-1 2 1-15,0 3-1 16,-2 0 0-16,-1 4 2 16,1 0-2-16,1 0-5 15,-1 2-14-15,2 5 13 0,0 4 5 16,1 1 1-16,1 1 0 15,0 1 0-15,0 0 0 16,-1 1 0-16,-1-2 0 16,0 2-1-16,-3-2 0 15,0-1 0-15,0 1 0 0,-7 0-1 16,-4-4-1-16,-3 1 6 16,-3-1 2-16,-1-2 1 15,-2 1 0-15,-1-1 1 16,2-1 0-16,0 0-4 15,2 0 0-15,3-3-17 16,2-3-144-16</inkml:trace>
  <inkml:trace contextRef="#ctx0" brushRef="#br0" timeOffset="101346.02">16175 3810 36 0,'0'1'46'0,"-1"-1"-45"0,1 0 2 0,0 0 2 16,0 0 10-16,0 0-5 0,0 0-2 16,0 0 5-16,0 0-11 15,0 0-1-15,0 0 0 16,0 0 2-16,0 0-1 16,0 0-1-16,0 0 0 15,0 0 0-15,0 0-2 0,0 0 1 16,0 0 0-16,0 0 2 15,0 0-1-15,0 0-1 16,0 0 1-16,0 0 2 16,3 0 0-16,1 0-3 15,2 0 1-15,1 0-2 16,1 0 2-16,1 0 0 0,1 0-1 16,5 0 0-16,-2 0 0 15,1 0 0-15,2 0 0 16,0 0 1-16,1-1-1 15,1 1 0-15,-1 0 0 16,1 0 0-16,-1-2 0 0,1 2 0 16,-1 0 0-16,1-1 0 15,1 0 0-15,1 1 1 16,0 0-1-16,2-2-1 16,-1 0 5-16,2 0-4 15,0 0 3-15,2 1 1 0,-2-2-2 16,0 1-1-16,3 0-1 15,-2-1 1-15,2 0-1 16,2 1 1-16,0-1 0 16,0-1-1-16,1 2 1 15,0-1-1-15,1-1 1 0,0 1-1 16,1 0 2-16,2 0-2 16,1 1 1-16,1-1-1 15,3 0 1-15,-3 0 0 16,5-1 0-16,-1 1-1 15,-1-1 1-15,2-2-1 16,2 2 1-16,2-2 1 0,0 1 1 16,2 0 4-16,1 0-2 15,0-1 0-15,0 0-3 16,2 1 0-16,-4-1-1 16,4 2 1-16,-2-2-2 15,1 1 1-15,1 0-1 0,-4 0 0 16,2 0 0-16,-1 0 0 15,-3 0 1-15,-2 1-1 16,-1 0 0-16,-1 1 0 16,-2-1 0-16,-3-1 2 0,-2 2-2 15,-2 0-2-15,-5 1 4 16,0-1-5-16,-3 2 0 16,-6 0-12-16,-2 0-15 15,-4 1-25-15</inkml:trace>
  <inkml:trace contextRef="#ctx0" brushRef="#br0" timeOffset="102048.87">15879 3848 16 0,'-12'2'4'0,"0"-1"3"0,4 2 3 0,0 0 3 16,4-2-3-16,0 2-4 16,1-2-5-16,2 1 2 0,0-2 1 15,1 1 0-15,0 0 2 16,0-1 1-16,0 2 3 16,4-2 8-16,1 1-8 15,1-1-6-15,4 0-2 16,1 0 0-16,4 0-1 0,1 0 1 15,7 0-2-15,0 0 1 16,4 0-1-16,3-3 0 16,4 0 1-16,3-2-1 15,5 0-1-15,4 0 1 0,5-2 3 16,3 1 2 0,7-1 1-16,4 2 4 0,4-3-4 15,3 0-2-15,4-1-2 16,7 1-1-16,1-2-1 15,4 0 0-15,2-1 0 16,-1 0 0-16,2-1 1 0,1 1-1 16,0 0 0-16,-6-2-1 15,1 1-38-15</inkml:trace>
  <inkml:trace contextRef="#ctx0" brushRef="#br0" timeOffset="105509.49">19066 3382 110 0,'0'0'23'0,"0"0"-3"0,0 0-5 0,0 0-1 16,0 0 2-16,0-1-6 0,0 0-2 16,0 1-2-16,6 0-4 15,1 0-1-15,3 0 0 16,4 0 0-16,1 0-1 15,4 0 1-15,2 0 0 0,0 0 1 16,3 0-2-16,1 0 1 16,0-2-1-1,2 0 0-15,-1-1 2 0,2-1-2 16,-3 1 0-16,0 0 0 16,-1 0 1-16,-3 0-1 0,0 0 0 15,-3 1 0-15,0 1 0 16,-1-1-4-16,-2 1-34 15,-2 0-26-15,-3-2-34 16</inkml:trace>
  <inkml:trace contextRef="#ctx0" brushRef="#br0" timeOffset="105756.78">19532 3289 168 0,'0'0'4'0,"0"0"-3"16,0 0-1-16,0 0 1 0,0 0 0 16,0 0-1-16,0 0-1 15,19 37 1-15,-19-24 0 16,0 3 0-16,-1 2-3 15,-7-3-26-15,1-2-30 16</inkml:trace>
  <inkml:trace contextRef="#ctx0" brushRef="#br0" timeOffset="106457.89">19855 3104 175 0,'0'0'7'0,"0"0"-5"0,0 0-8 16,0 0 10-16,0 0-4 15,0 0-2-15,6 36 2 16,-3-21 2-16,1 0-1 0,-1 2-1 15,1-1 0-15,1-2 1 16,-1 2-1-16,0-4 1 16,0-2-1-16,0 0 0 15,0-2 0-15,-2 0 1 16,2-3-1-16,-2 1 0 0,0-2 0 16,-2-1 0-16,2-1 1 15,-2 0-2-15,0-2 2 16,0 0 0-16,0 0 3 15,0 0 7-15,0-5-10 16,0-2-1-16,0 0 2 16,2-1 0-16,3 0-2 0,0 0 0 15,3 1 0-15,2 0 2 16,-1 1-2-16,2 2 0 16,1 1-1-16,-2 0 1 15,2 3 1-15,-1 0-1 0,2 0 1 16,-2 0 1-16,4 0 0 15,-4 3-1-15,0 2-1 16,-1 0 0-16,-2 0 1 16,-3 2-2-16,-1 0 1 15,-3 1-1-15,-1-2-1 16,0 2 0-16,0-1-8 16,0-1-28-16,0-2-13 0</inkml:trace>
  <inkml:trace contextRef="#ctx0" brushRef="#br0" timeOffset="106884.12">20220 3243 211 0,'0'0'3'0,"0"0"0"0,0 0 1 0,0 0-4 0,0 0-3 16,0 0 3-16,-30 3 1 15,22 4 1-15,4 0-1 16,-1 0 0-16,3 1 0 16,2 0-1-16,0-1 0 15,0 0-1-15,7-1 3 0,0-1 0 16,2-2-1-16,1-1-1 16,2-2 3-16,3 0-3 15,-1 0 0-15,2 0 0 16,-1-4 3-16,1-1-3 0,-3-1 0 15,0-2 1-15,-3 1-1 16,-1-3 0-16,-3 2 2 16,-4-2-1-16,-2 1 4 15,0 1 4-15,-2 0-4 16,-6 2-4-16,-2 2-4 16,-1 1 2-16,-2 3-3 0,0 0 7 15,0 0-6-15,2 5-5 16,2 3-9-16,5-2-17 15,0 0-15-15,4-1-4 16</inkml:trace>
  <inkml:trace contextRef="#ctx0" brushRef="#br0" timeOffset="107701.14">20422 3207 145 0,'0'0'16'0,"0"0"26"0,0 0-20 0,0 0-12 0,0 0-2 16,0 0-6-16,0 0-5 16,0 0 6-16,0 0 0 15,0 0-3-15,-3 17 1 16,3-8-1-16,0 0-1 15,0 0 1-15,1-2 3 0,2 0-5 16,3 0 3-16,0-1 0 16,1-3 0-16,0 1-1 15,2-3-1-15,0 1-1 16,1-2-4-16,-2 0 2 16,0-2 3-16,0-4 2 15,0-1-1-15,-3-2 1 16,2 0-1-16,-2 0 1 0,0 1-1 15,-1 0 1-15,0 0 4 16,-1 3 5-16,-1 2 1 16,-2 0 1-16,1 1-3 15,0 2-7-15,-1 0-2 0,1 0-2 16,3 0-1-16,-3 4 3 16,3 0 0-16,1 1 0 15,0 3 0-15,1-3-1 16,0 0-5-16,1 0-3 15,0-2 3-15,-1 1 1 16,2-1 2-16,-1-3 2 0,0 0 0 16,0 0 1-16,1 0-3 15,1 0-4-15,-2-2 5 16,0-3 0-16,0-1 2 16,1-1 0-16,-3 0 0 15,2-1 1-15,-2 2 1 0,0-1 3 16,-1 1 2-16,0 0 2 15,1 1 1-15,0 1-4 16,2 0-3-16,0 2-2 16,3-1-1-16,0 3 1 15,2 0-1-15,-1 0 0 0,0 3-1 16,0 3 1-16,0 2-1 16,-1 1 1-16,-2 1 0 15,0-1 0-15,-4 2 0 16,0-1 0-16,-2-1-1 15,-2-3 0-15,0 1-1 16,-2-1-2-16,-5-2 0 0,-3 0 3 16,1-2-4-16,0-1 1 15,-1-1-3-15,7 0 3 16,1 0-1-16,2-3-57 16,0-3-54-16</inkml:trace>
  <inkml:trace contextRef="#ctx0" brushRef="#br0" timeOffset="108035.65">20907 3210 106 0,'0'0'13'0,"0"0"7"0,0 0 1 0,0 0-1 16,0 0-10-16,0 0-4 15,30-5 0-15,-26 2-2 16,0 1-2-16,0-1-1 15,0-2 1-15,-1 2 0 0,-1-2 7 16,0 0 1-16,1 0 5 16,-3 1-4-16,0 0-2 15,0 0-5-15,-3 3-4 16,-3-1-4-16,-3 2 4 0,-1 0-3 16,0 3 4-16,-1 5 1 15,2-1 0-15,2 2-2 16,2 0 1-16,3 1 3 15,2-1-4-15,0-1-2 16,6 1 0-16,8-1-10 0,5-2-14 16,4-4-70-16</inkml:trace>
  <inkml:trace contextRef="#ctx0" brushRef="#br0" timeOffset="108369.9">21291 3140 115 0,'0'0'29'0,"0"0"-20"0,0 0-10 0,0 0 4 16,0 0 1-16,6 34-2 15,-3-19 2-15,0 2-4 16,0-1 0-16,-1 2 1 16,0-2-1-16,1 0 1 0,-1-3 0 15,0-2-1-15,0-1-3 16,-1-3-13-16,0-4-33 15</inkml:trace>
  <inkml:trace contextRef="#ctx0" brushRef="#br0" timeOffset="108676.73">21340 3111 163 0,'0'0'2'0,"0"0"3"16,31-13 1-16,-20 13-2 16,2 0-1-16,-4 0-3 15,0 1 1-15,-4 5-1 16,0 2-1-16,-1 0 1 16,-2 2 0-16,-1 2 1 0,-1 0 0 15,0-1-1-15,-3 0 2 16,-4-1-1-16,-2-2 0 15,-1 1-1-15,-3-3 1 16,-1-1 0-16,-2 0 7 0,1-3-6 16,1 1-10-1,2-3-52-15,2 0-70 0</inkml:trace>
  <inkml:trace contextRef="#ctx0" brushRef="#br0" timeOffset="109124.08">21513 3095 146 0,'0'0'1'15,"0"0"2"-15,30-2 6 16,-21 2 4-16,1 0-7 15,-1 5-4-15,-2 1 0 16,0 1-1-16,0 1-1 0,-4 2 1 16,1 0-1-16,-3-1 1 15,1 0 0-15,-2-2 0 16,0 1-1-16,-2-4 0 16,-3-1-1-16,-2-1 0 15,1-2 2-15,-3 0 4 16,1 0-3-16,0-1 3 0,2-4 0 15,2 0 3-15,1-1-1 16,1-2 1-16,2-1-3 16,0 1-2-16,0-2 0 15,6 0 4-15,3 0-6 16,2 2-1-16,3 0 0 0,-1 3-4 16,1 0-5-16,0 0-9 15,0 5-6-15,0-1-1 16,0 1-4-16,-2 0-12 15,0 0-9-15</inkml:trace>
  <inkml:trace contextRef="#ctx0" brushRef="#br0" timeOffset="109273.08">21737 3101 66 0,'0'0'12'16,"0"0"18"-16,0 0-9 16,0 0-8-16,-1 35-7 15,-1-28-1-15,1 1-1 0,1-1-2 16,0-1 1-16,0 2 0 15,0-3-3-15,0-2-11 16,4-3-22-16,-1 0-88 16</inkml:trace>
  <inkml:trace contextRef="#ctx0" brushRef="#br0" timeOffset="109423.53">21748 3002 198 0,'0'0'-6'16,"0"0"7"-16,0 0-4 15,0 0-99-15</inkml:trace>
  <inkml:trace contextRef="#ctx0" brushRef="#br0" timeOffset="109901.88">21946 3054 203 0,'0'0'6'16,"0"0"11"-16,0 0-5 15,0 0-13-15,0 0-8 16,0 0 7-16,0 0 4 15,-39 3-2-15,29 7 1 0,1 1-1 16,3 2 0-16,-2-1 0 16,4-1 2-16,2 1-2 15,2-2 0-15,0-2 1 16,3-1-2-16,8-2 1 16,-1-2 5-16,4 1-3 15,3-3 0-15,0-1-1 0,2 0 0 16,0 0-1-16,-2-5 1 15,1 0 0-15,-3-3-2 16,-3 1 1-16,-2-3 1 16,-3 2 0-16,-3 0 1 0,-3 1 3 15,-1 0 5 1,0 3-3-16,-4 2-6 0,-3 0-3 16,-2 2 2-16,0 0 2 15,0 5 0-15,1 4-2 16,3 1 2-16,3 1-1 0,2 2-6 15,0-1-7-15,7-1-10 16,5-1-27-16,4-3-44 16</inkml:trace>
  <inkml:trace contextRef="#ctx0" brushRef="#br0" timeOffset="110171.89">22346 3053 210 0,'0'0'-4'0,"0"0"7"0,0 0-12 0,0 0 9 15,0 0 0-15,0 0 0 16,1 39 0-16,-1-23 0 0,1 3 0 15,-1 0 1-15,1-1-6 16,0-2-28-16,2-2 11 16,0-3 5-16,-1-3-8 15,1-4-68-15</inkml:trace>
  <inkml:trace contextRef="#ctx0" brushRef="#br0" timeOffset="110448.13">22412 3050 222 0,'0'0'-6'0,"0"0"8"16,36-13 1-16,-22 11-2 16,-1 2 1-16,0 0-1 15,-1 0 0-15,0 0-1 0,-5 7 0 16,-2-1 0-16,-1 3-2 15,-3-1 0-15,-1 2-4 16,-2-1 3-16,-6 0 2 16,-2-1 0-16,-2-1 0 15,-1-2 2-15,0-2-2 0,0 0-9 16,2-3-38-16,2 0-34 16</inkml:trace>
  <inkml:trace contextRef="#ctx0" brushRef="#br0" timeOffset="110789.62">22574 3020 85 0,'0'0'42'16,"35"-5"-41"-16,-19 5 1 0,-1 0 3 15,-2 0 4-15,-3 7 2 16,-2-1-3-16,-2 3-5 15,-2 1-2-15,-3 1 2 16,-1-1-5-16,0 0-4 16,0-3-1-16,-4-1-2 15,-3-2 2-15,2-2 5 0,-4-2 0 16,2 0 6-16,0 0 2 16,1-4 4-16,0-3 7 15,3-1 2-15,1-2 6 16,2 0-5-16,0 0-6 0,0 0-7 15,8 0 0-15,2 2-7 16,3-1 0-16,1 2-16 16,2 0-32-16,3 3-31 15</inkml:trace>
  <inkml:trace contextRef="#ctx0" brushRef="#br0" timeOffset="111165.39">22863 3017 223 0,'0'0'12'0,"0"0"-5"0,0 0-8 15,0 0 1-15,0 0 0 16,0 0 1-16,0 0 0 16,0 0-3-16,0 0 3 15,5 2 0-15,-1-2 4 0,0-1-4 16,2-2 0-16,-2 0-1 15,2 1-2-15,-2-3-1 16,-1 2 1-16,-1 0 2 16,-2 0 0-16,0 0 0 15,0 2-4-15,-5-2 2 16,-2 3 2-16,0 0 3 16,-2 0 0-16,-1 3-1 0,3 2 0 15,0 1-2-15,2 1 1 16,4-1 0-16,1 1-3 15,0 0 2-15,5-2 2 16,7 0-7-16,2 0-8 0,4-3-55 16,1-2-55-16</inkml:trace>
  <inkml:trace contextRef="#ctx0" brushRef="#br0" timeOffset="111859.6">23107 2997 29 0,'0'0'175'15,"0"0"-141"-15,0 0-11 16,0 0-19-16,-5-28-7 16,-4 25-1-16,0 2 4 15,-4 1 1-15,0 0-1 16,0 0 3-16,1 6-1 0,2 2-4 16,-1 0 4-16,6 1-2 15,1 0 0-15,3-1-2 16,1 1 2-16,0-4-1 15,6 0-4-15,2-2 8 0,2-1 2 16,2-2-5-16,0 0 0 16,2 0 1-16,0-3 0 15,-1-4-1-15,-2-1 1 16,-1-2-2-16,0-3 3 16,-2-1-1-16,-1-1 0 15,-1-1-1-15,1-4 2 0,-3 2-3 16,1-4 4-16,-1 3-3 15,-1 0 0-15,-2 1 0 16,0 4 2-16,-1 2 1 16,0 2 1-16,0 4 2 15,0 2-3-15,0 2-3 0,0 2-1 16,0 0 1-16,0 0-2 16,0 2-5-16,0 7 6 15,-4 2 1-15,1 4 0 16,1 3 0-16,0 0 0 15,1 2 0-15,0-2 1 16,1 2-2-16,0-4 1 0,1-1-1 16,5-2 1-16,0-2-1 15,2-2 2-15,-1-2-3 16,3-2 3-16,0-2 0 16,-1-1 0-16,2-2 0 15,-1 0-1-15,-2-2 0 16,1-4 1-16,0-1-1 0,-1 0 1 15,-1 1-1-15,-2-1 1 16,1 1-1-16,-5 2 4 16,1 1 4-16,-2 0 4 15,1 3 3-15,0 0-9 0,-1 0-9 16,2 0-4-16,1 6 5 16,1-1 0-16,0 2-15 15,2 0-2-15,-1-1-33 16,2-1-60-16</inkml:trace>
  <inkml:trace contextRef="#ctx0" brushRef="#br0" timeOffset="112044.78">23425 2898 99 0,'0'0'152'0,"0"0"-147"0,0 0 3 0,0 0-6 15,-6-28-3-15,3 28-9 16,-1 0-3-16,1 0-8 16,-1 8-10-16,0-1-24 0,2 1-23 15</inkml:trace>
  <inkml:trace contextRef="#ctx0" brushRef="#br0" timeOffset="112307.23">23492 2934 251 0,'0'0'5'0,"0"0"3"16,0 0-10-16,0 0-5 0,0 0 6 16,0 0 0-16,-33-3 2 15,23 10 0-15,1 2-1 16,2 0 1-16,3 2-1 15,0-1-1-15,4 2-2 16,0-4 3-16,2 0-3 0,6-1-1 16,3-1 0-16,4-2-9 15,-2-2-17-15,5-2-39 16</inkml:trace>
  <inkml:trace contextRef="#ctx0" brushRef="#br0" timeOffset="112592.14">23650 2836 205 0,'0'0'6'0,"0"0"7"15,0 0-15-15,0 0 1 16,0 0 2-16,0 0-1 15,-17 34 1-15,15-19-6 0,1 0 3 16,1 2 5-16,0-1 1 16,0-1-2-16,0-1-1 15,2-2 0-15,-1 0 0 16,2-3-1-16,-3-1 0 16,0-1 1-16,0-2-29 0,-4-1-62 15</inkml:trace>
  <inkml:trace contextRef="#ctx0" brushRef="#br0" timeOffset="112797.51">23599 2943 210 0,'0'0'5'0,"0"0"3"15,27-10 0-15,-17 8 0 16,1 2 5-16,-4 0-4 15,2 0-6-15,0 7-3 0,1 0 0 16,0 2 0-16,-1 1 0 16,-1-2-21-16,0-1-43 15,-2-2-56-15</inkml:trace>
  <inkml:trace contextRef="#ctx0" brushRef="#br0" timeOffset="112932.94">23719 2918 186 0,'0'0'-2'0,"0"0"2"0,0 0-6 15,0-28-34-15,0 24-65 16</inkml:trace>
  <inkml:trace contextRef="#ctx0" brushRef="#br0" timeOffset="113623.49">23881 2906 125 0,'0'0'8'0,"0"0"14"16,0 0 7-16,0 0-22 16,0 0-8-16,0 0 3 15,0 0-3-15,-26-20 3 16,16 20 0-16,-2 4-1 15,2 2-1-15,1 1 2 16,1 1-2-16,3 1 0 0,-1-1 0 16,3-2-2-16,3 1-4 15,0 0 3-15,0-1-8 16,3-4 5-16,4 3 2 16,3-2 3-16,-1-3-1 15,3 2-7-15,0-2-1 0,-2 0-4 16,0 0 7-16,-1 0 3 15,0-1 4-15,-4-2 1 16,0-3 4-16,-1 2 11 16,-1-4 2-16,0 3 2 15,-1-3-3-15,1 3-9 16,0-2-4-16,1 2-2 0,0-1-2 16,0 2 0-16,2 1 1 15,0 0 0-15,-1 3-1 16,2 0 2-16,-1 0-1 15,2 0 0-15,0 4 0 16,1 2-1-16,0 1 0 0,-1 1 1 16,-1 0-1-16,0 1-1 15,-3-1 1-15,1 0 0 16,-4-2 0-16,0 1 0 16,-1-4-1-16,0 1 0 15,0-1-1-15,0-3-1 0,0 1 2 16,0-1 2-16,-1 0 13 15,1 0-7-15,0-3-2 16,0-2-1-16,3 0-7 16,4 0 10-16,3-1-7 15,1 1 1-15,0 1 1 0,1 1-5 16,1 0 2-16,-1 3 1 16,1 0 0-16,-2 2 0 15,-1 6-2-15,-2 0-3 16,-3 4-25-16,-2-1-30 15,-2 2-78-15</inkml:trace>
  <inkml:trace contextRef="#ctx0" brushRef="#br0" timeOffset="120371.1">19023 3780 104 0,'-1'0'3'0,"-3"0"-2"0,2 0 0 0,0 0-1 16,1 0 1-16,0 0 5 0,-2-2 12 15,1 0 3-15,1-1 2 16,0 0-1-16,0 0-4 15,0-1-5-15,1 1-5 16,0 0 1-16,0 0-1 16,0-1-5-16,3 2 2 15,1-1-4-15,2 0-2 0,1 2 1 16,0 0 0-16,-1 0 0 16,-1 1 0-16,1 0 0 15,1 0-3-15,-3 1 0 16,2 4 2-16,-2 0 0 15,2 2 2-15,-2 1 0 0,3 0-1 16,-3-1 0-16,3 0 0 16,-2-1 0-16,1-1 0 15,3 0 1-15,-3-2-1 16,2-1 2-16,2 0-1 0,1-2-1 16,-1 0 2-16,1 0-2 15,1-2 1-15,-1-2-1 16,-1-2 0-16,-1-2 1 15,0 1-1-15,-2-1 0 16,-2-1 1-16,0 0-1 16,-2 2 0-16,-1-1 1 0,0 3-2 15,-2 0 2-15,1 2 0 16,-1 1-1-16,0 1-1 16,0 0 0-16,0 1-5 15,0 0-6-15,0 1-2 16,0 3 15-16,0 3-1 0,0 2-1 15,0 2 2-15,0 0-1 16,3 1 1-16,0 2 0 16,0 0-1-16,0-1 1 15,-1 0 0-15,1 1 0 16,-2-3-1-16,0-1 0 0,-1 3 1 16,0-3 0-16,0 0-1 15,-2-2-1-15,-3 2-1 16,-4-4 0-16,1 0 3 15,-1-1 1-15,-1-3 1 16,1-1-2-16,2-1 3 0,-2 0 0 16,0 0 0-16,3-2-3 15,0-2 3-15,1 0-2 16,1-2-1-16,3 2 2 16,-2 0 0-16,3 0-3 15,0-1-1-15,3 1-1 0,2 2-25 16,4-2-36-16,1 1-23 15</inkml:trace>
  <inkml:trace contextRef="#ctx0" brushRef="#br0" timeOffset="121064.34">19500 3841 67 0,'0'0'5'0,"0"2"-6"0,0-2 1 0,0 1-2 0,0-1 4 16,0 0 6-16,3 0 2 15,2 0 1-15,0 0 0 16,2 0 4-16,0 0 0 16,0 0-6-16,2 0 0 0,2 0-3 15,-1 0-1-15,3 0-3 16,0 0 0-16,1 0-1 15,-1 0-1-15,2 0 2 16,-1 0 1-16,1 0 2 16,0-1-1-16,3-1 7 0,-2 2-5 15,3 0-1-15,-1-3-3 16,0 3-1-16,-1 0 2 16,0-2 3-16,-2 2 0 15,1-1-3-15,-1 0-1 16,0 1-2-16,-3-1 1 15,0 0-1-15,-1 0 1 0,-2 1-1 16,0 0 1-16,-2 0-1 16,-3-1 0-16,-1 0-5 15,0 0-25-15,-3 0-37 16,0-1-32-16</inkml:trace>
  <inkml:trace contextRef="#ctx0" brushRef="#br0" timeOffset="121566.56">19885 3749 79 0,'0'0'12'0,"0"0"-4"0,0 0-7 0,0 0 0 16,0 0 1-16,0 0-2 15,0 0 7-15,0 0-4 0,0 0-2 16,0 0 0-16,0 6-1 16,1-4 1-16,1 3 2 15,0-2 1-15,0 0 6 16,2 2-1-16,0-1-4 15,0-1-1-15,1 2-1 16,-1-1 1-16,0 0-3 0,1-2 1 16,-1 1-1-16,0 0 0 15,0 1 1-15,0-2-1 16,0-1 0-16,-1 1 0 16,-1-2 2-16,2 3-1 0,-3-2 0 15,-1 0-1-15,0 2 0 16,0 0 2-16,0 2 15 15,-6 0 0-15,-3 2-7 16,-2 4-3-16,-3 1-7 16,-6 4 6-16,-2 4-6 15,-8 5 2-15,-4 6-1 16,-6 1-8-16,-2-1-129 0</inkml:trace>
  <inkml:trace contextRef="#ctx0" brushRef="#br0" timeOffset="130704.18">16310 3294 69 0,'-8'-3'19'0,"2"1"-3"0,0-2 4 0,1 0-14 0,2 1 2 16,-1-2-2-16,-1 3-1 16,1-3 3-16,0 2 6 15,-2 0-6-15,-1-1 2 16,1 1-7-16,-1 2-4 0,-2-1 1 16,0 2 1-16,0 0 0 15,1 0-1-15,0 0-1 16,-2 0 2-16,-1 0-2 15,2 3 0-15,-2 2 0 16,1-1 0-16,0 2 0 0,0 1 1 16,1-1 0-16,0 2 0 15,2-1-1-15,0 3 0 16,1-2 1-16,1 2-1 16,-2 2 1-16,2-1 0 15,-1 2 0-15,2-1 0 16,-1 1 0-16,3 0-1 0,-1 1 1 15,1-1-1-15,1 2 0 16,1 1 1-16,0-2-2 16,0 1 2-16,0-2 0 15,0 3 2-15,0-3-2 16,0 1 0-16,3 0 0 0,-2-1 0 16,2 1 1-16,0-2 0 15,2 0 1-15,0 0-1 16,1 0-1-16,0-2 1 15,2 1 3-15,1-1 2 0,1 0-3 16,0 0 0-16,1-2 1 16,1 1-2-16,0 0-1 15,1-2-1-15,0-2 1 16,1 2 0-16,2-3 0 16,3 0 0-16,3-1 1 0,-1-1-2 15,1-2 2-15,1 0 0 16,1 1-2-16,-2-1 1 15,1 1-1-15,-2 0 0 16,2-1 1-16,0 0-1 16,1 2 0-16,1-2 0 15,0 1 0-15,1-1 0 0,0 2 1 16,-1 0-1-16,2-1 0 16,-3 2 0-16,4-1 0 15,-2 2 0-15,2-1 0 16,3-2 0-16,2 2 0 15,-1 0 0-15,4-2 0 0,-3 1 0 16,2-1-1-16,-1-1 1 16,2 0 1-16,1 0-2 15,-1 0 2-15,3 0-1 16,-2-1 0-16,2-3 0 16,0 1 0-16,2 0 0 15,0-2 0-15,-1 2 0 0,1-1 0 16,-1 2 0-16,1-2 0 15,-3 0 0-15,1 1 0 16,-1-2 0-16,2 0 0 16,-3 1 0-16,1 0 1 0,-2 1-2 15,0-1 1-15,-1 0-3 16,0 0-1-16,-2-1 2 16,1 0 0-16,0 0-5 15,-1-1 6-15,-1-1 1 16,-1 1 0-16,0 0 0 0,-1-2 1 15,-3 2 1-15,-1-1 0 16,-2 0 0-16,-2 1 1 16,-2-2-2-16,-1 1 1 15,-1-1-1-15,-2 1 1 16,0-1-1-16,2-1 0 0,-4 1-1 16,2-1 1-16,0-1-2 15,0 1 1-15,-2-2 0 16,-1 1 1-16,2-2-1 15,-3-1 0-15,0 1 1 16,-1-3-1-16,-2 1 1 16,-1-3 4-16,-3 2 0 0,0 0-3 15,-3 0-1-15,-2 1 0 16,0 0-2-16,-4 1-7 16,-7-2-40-16</inkml:trace>
  <inkml:trace contextRef="#ctx0" brushRef="#br0" timeOffset="131569.17">20324 3762 56 0,'0'-2'4'0,"0"2"-3"0,0-1 0 0,0-1-2 15,0 2 0-15,0-1 2 16,0 0 4-16,0 0 11 16,0 0 4-16,0 0-6 15,0-1 0-15,0 0-3 16,0 2-2-16,0-3-2 16,0 3-3-16,0-1 0 0,0-1-3 15,0 2 4-15,0 0 3 16,0 0-1-16,0 0-2 15,0 0-3-15,0 0 0 16,0 0-2-16,0 0-2 0,0 0-1 16,0 0 1-16,0 3-10 15,0 0-14-15,0-1-7 16,0 1-13-16</inkml:trace>
  <inkml:trace contextRef="#ctx0" brushRef="#br0" timeOffset="131723.04">20324 3762 109 0</inkml:trace>
  <inkml:trace contextRef="#ctx0" brushRef="#br0" timeOffset="131971.72">20324 3762 109 0,'31'10'3'0,"-35"-10"8"0,0 0 1 0,1 0 0 16,-1-2 2-16,1-1 3 0,0 1-6 16,2 0 1-16,1 1-1 15,0-1 1-15,0-1-5 16,0 3-6-16,0-2-2 16,2 1 2-16,3-1 1 15,2 0-4-15,0 1 4 0,0 1-2 16,0-1 0-16,1 1-2 15,1 0 4-15,-2 0-2 16,0 0 0-16,1 0 0 16,-2 2 0-16,1 2-2 15,-4-1 1-15,1 0-3 0,-1 0-8 16,-2-1-2-16,0 1 3 16,-1-1-3-16,0-2-21 15,0 0-40-15</inkml:trace>
  <inkml:trace contextRef="#ctx0" brushRef="#br0" timeOffset="132811.91">20368 3753 70 0,'0'-3'1'0,"-1"2"1"0,1 0-1 0,-2 0-1 16,1-1 0-16,-1 2 3 15,1 0 3-15,-1 0 1 16,0 0 3-16,1 0-1 16,0 0 4-16,0 0 4 15,1 0 1-15,0 0-1 16,0 0-5-16,0 0-3 0,0 0-4 15,0 0-4-15,0 0-1 16,0 0 1-16,0 0 0 16,0 0-1-16,0 2 0 15,0-1 0-15,0 0 0 0,0 0-1 16,0-1-5-16,0 0-8 16,0 0 5-16,0 0 8 15,0 0-3-15,0 0-14 16,0-2 14-16,0-2 5 15,0-1 0-15,0 1 1 16,0-2 1-16,0 3-1 0,0-1-3 16,0 0 2-16,0 2 1 15,0 0 0-15,0 0 5 16,0 1 7-16,0 1 4 16,0 0-5-16,0 0-7 15,0 0-1-15,0 0-5 16,0 0-1-16,0 0 1 0,0 3 0 15,1-1 1-15,-1 3-1 16,0 0-1-16,0-2-8 16,0 2-3-16,1-2-2 15,0 1 1-15,0-3-14 0,-1-1-29 16</inkml:trace>
  <inkml:trace contextRef="#ctx0" brushRef="#br0" timeOffset="133207.56">20292 3766 173 0,'0'0'13'0,"0"0"-1"16,0 0-11-16,0 0 0 0,0 0 5 15,0 0 12-15,0 0 1 16,0 0-11-16,38-9-5 16,-21 5 1-16,1-1 0 0,2-1 0 15,-3 3 1-15,1-1 1 16,1 1-3-16,-4 1-2 16,1 2-1-16,-3 0 0 15,-2 0 0-15,-3 5 0 16,-1 2-1-16,-4 1 0 15,-1 2 1-15,-2 0 0 0,0 2 1 16,0 0 0-16,0 1 0 16,0-2 0-16,-2 0 0 15,0 1 0-15,1-2-2 16,1-1-12-16,0-1-19 0,0-3-18 16,0-1-54-16</inkml:trace>
  <inkml:trace contextRef="#ctx0" brushRef="#br0" timeOffset="133590.81">20614 3770 216 0,'0'0'2'15,"0"0"1"-15,0 0-3 16,0 0 0-16,0 0 1 15,0 0-1-15,-27 32 1 0,26-24-1 16,1-1 0-16,0-1-1 16,6-1 1-16,1-1 2 15,3-1-3-15,4-3 2 16,-2 0 1-16,2 0 1 0,1-1 0 16,1-5 2-16,-1 1 1 15,-3-3 1-15,-3 0 2 16,0-2 4-16,-6 0 0 15,-2-1 5-15,-1 0-5 16,0 0-8-16,-7 1-5 0,-3 3-2 16,-3 1 0-16,-1 4 0 15,-1 2-5-15,0 0 1 16,1 3-13-16,3 5-8 16,4 0-28-16,0-1-70 15</inkml:trace>
  <inkml:trace contextRef="#ctx0" brushRef="#br0" timeOffset="134675.98">20945 3671 26 0,'2'-1'5'0,"-2"-1"9"0,0 2 7 0,0 0 3 16,0-1 1-16,0 1-5 16,0-1-8-16,0 1-6 15,0 0 1-15,0 0 3 0,0 0 6 16,0 0-4-16,1 0-9 15,-1 0-2-15,0 0-1 16,0 0-1-16,0 0 0 16,0 0 0-16,0 0 1 15,0 0 0-15,0 2 0 16,0 3 2-16,0-1 0 0,0 2 1 16,-1 2 2-16,-1-1 1 15,1 2 2-15,1-2-1 16,0 1 1-16,2 0-3 15,5-1 11-15,3 0-7 16,5-3 6-16,7 1-1 0,4-2-5 16,7 1-7-16,2-4-3 15,1 0-87-15</inkml:trace>
  <inkml:trace contextRef="#ctx0" brushRef="#br0" timeOffset="135173.26">19634 4165 91 0,'0'0'34'0,"0"0"-30"0,0 0 3 0,0 0 9 15,41 7 3-15,-21-5-7 0,2 0-4 16,5 2 1-16,-1-1-1 16,5 0 1-16,3 1-5 15,2-1-1-15,1 2-2 16,-1-1 0-16,4 0 0 15,-6 1-1-15,2-2-1 0,-2-1 2 16,-1 1-1-16,0-1-2 16,-3-2-21-16,-3 0-24 15,-5 0-39-15</inkml:trace>
  <inkml:trace contextRef="#ctx0" brushRef="#br0" timeOffset="135384.91">20327 4125 210 0,'0'0'14'0,"0"0"-13"16,0 0 1-16,0 0 2 16,28 13 0-16,-20-3-1 15,-2 2-2-15,0 3 0 16,-4 1 1-16,-2 4-4 0,0-1-19 15,-7 1-28-15,-1-3-22 16</inkml:trace>
  <inkml:trace contextRef="#ctx0" brushRef="#br0" timeOffset="135709.73">20617 4105 214 0,'0'0'5'0,"0"0"7"15,0 0-11-15,0 0 2 16,0 0 7-16,0 0 3 0,0 0-5 15,0 0-4-15,11 30-2 16,-9-17 0-16,2-1-1 16,0 1-1-16,2-3 1 15,0 3-1-15,2-3 1 16,2-1-6-16,4-3-14 0,-1-1-41 16,5-2-70-1</inkml:trace>
  <inkml:trace contextRef="#ctx0" brushRef="#br0" timeOffset="135992.99">20949 4144 206 0,'0'0'13'16,"0"0"5"-16,0 0-3 16,0 0-3-16,6-27-8 15,-13 22-2-15,-2 3 3 0,-3 1-6 16,-1 1 1-16,0 0 0 15,-3 1 3-15,3 6 1 16,2 1-2-16,1 2-1 16,2 2 1-16,2-1 1 15,4 1 0-15,2-1-2 16,0-1 1-16,4-1-2 16,4 0 0-16,4-2 2 0,2 0-2 15,2-2-4-15,1-1-15 16,1-3-40-16,-2-1-59 15</inkml:trace>
  <inkml:trace contextRef="#ctx0" brushRef="#br0" timeOffset="136275.94">21043 4155 171 0,'0'0'18'0,"0"0"-2"0,0 0-9 16,0 0-1-16,32-4-1 15,-25 8 1-15,-1 2 7 16,0 1-12-16,-1 0 0 16,-2 1 0-16,-1-1-2 15,1-1 1-15,-1-2 3 0,-2-3-1 16,0 1 1-16,0-2 6 16,2 0 14-16,2-2 10 15,1-5-10-15,2-1-19 16,0-3-3-16,3-1-1 15,1-3-1-15,-1 2-18 0,0 0-29 16,-6 1-30-16,-4 1-121 16</inkml:trace>
  <inkml:trace contextRef="#ctx0" brushRef="#br0" timeOffset="136724.85">19658 4355 217 0,'0'0'55'0,"0"0"-51"0,0 0-4 0,0 0-2 0,0 0 2 16,0 0 0-16,-6 34-2 0,23-24 2 16,5-1-1-16,6 4 0 15,4-3-1-15,6 1 8 16,2 1-6-16,2-2 2 15,3 0-3-15,-2-1 2 16,3 0-2-16,-1-2 4 16,1 1 0-16,0-2 0 0,-2 2-2 15,0-1-1-15,-5 1 1 16,-2-1-1-16,-5-1 0 16,-2 1-7-16,-3-2-17 15,-6 1-29-15,-4-2-28 16</inkml:trace>
  <inkml:trace contextRef="#ctx0" brushRef="#br0" timeOffset="136995.01">20591 4509 200 0,'0'0'4'0,"0"0"6"0,0 0 1 16,0 0 2-16,0 0 0 16,0 0 0-16,30 18-5 15,-25-4-2-15,0 3-5 16,-1 1 1-16,0 3-2 16,-2-2-2-16,0 2-13 15,-1-1 10-15,-1-2-11 0,0-3-15 16,0-4-24-16,2-4-33 15</inkml:trace>
  <inkml:trace contextRef="#ctx0" brushRef="#br0" timeOffset="137155">20764 4624 252 0,'0'0'72'0,"0"0"-66"15,0 0-11-15,0 0-9 16,0 0 1-16,0 0-31 0,0 0-56 16</inkml:trace>
  <inkml:trace contextRef="#ctx0" brushRef="#br0" timeOffset="137686.46">20944 4551 146 0,'0'0'1'15,"0"0"10"-15,0 0 10 16,0 0-14-16,0 0-7 16,0 0 1-16,0 0 8 15,-35-6 3-15,28 7-4 16,0 2-2-16,1 0-5 15,1 0-1-15,2 0 1 16,0-3-1-16,1 2 1 0,2-1 0 16,-1-1 1-16,1 0 1 15,0 0 14-15,0 0 4 16,2-1-10-16,3-3-9 0,1 0-1 16,1 0 0-16,2 1 0 15,0-1 0-15,3 3-1 16,-2 1 0-16,0 0 0 15,0 0 0-15,-1 3 0 16,-3 5-1-16,-1 2-1 16,-5 3-4-16,0 1-1 0,0 1 3 15,-7-2 2-15,-1 0 2 16,-1-3 0-16,2-2 1 16,0-1 2-16,3-3 4 15,-1-2-1-15,3 0-2 16,2-1 1-16,0-1-1 0,0 0-1 15,5 0-2-15,4 0 5 16,4 0-4-16,3-3-1 16,4 1-1-16,0-1-10 15,2 0-35-15,1 0-32 16,-3-1-19-16</inkml:trace>
  <inkml:trace contextRef="#ctx0" brushRef="#br0" timeOffset="137942.6">21261 4551 119 0,'0'0'28'0,"0"0"18"0,0 0-13 0,0 0-15 16,0 0 0-16,-3-26-9 16,-4 24-6-16,0 2-2 15,-4 0 0-15,3 5 1 16,-1 2 0-16,1 3-1 0,2 0 0 15,2 1 0-15,1-2 1 16,3 0-1-16,0 1-1 16,4-3 2-16,3-1-9 15,3-2-7-15,0 0-10 16,2-3-35-16,1-1-56 0</inkml:trace>
  <inkml:trace contextRef="#ctx0" brushRef="#br0" timeOffset="138220.26">21341 4558 184 0,'0'0'12'0,"0"0"-2"15,0 0-2-15,0 0 2 16,34-8-3-16,-26 8-7 16,0 1 4-16,0 6-3 0,-3 0 2 15,0 1-2-15,-1 0 3 16,-2-1 0-16,-1 1-2 15,0-3-2-15,-1-2 1 16,0 0 1-16,0-2 0 16,0-1 15-16,0 0 15 15,0-4-10-15,0-4-17 16,2-2-5-16,1-2 4 0,2-2-9 16,-2-1-21-16,0 0-37 15,-2-3-94-15</inkml:trace>
  <inkml:trace contextRef="#ctx0" brushRef="#br0" timeOffset="138818.32">19644 4531 99 0,'0'0'5'0,"0"0"18"0,0 0 7 15,-28-3-3-15,25 3-1 16,2-1-5-16,-1 1 0 0,1 0-2 16,1 0-11-16,0 0-9 15,0 1 0-15,0 6 2 16,3 4 0-16,1 3-1 15,2 2 0-15,1 4 0 16,3 0 0-16,2 3-1 16,4 0 1-16,2 1 0 0,4 1 1 15,4 2-2-15,2-4-2 16,7 2-2-16,1-2 4 16,4-3-3-16,4-2 0 15,0-1 4-15,3-1 3 0,2-4-2 16,-2-1-1-16,1-1 0 15,0-5 0-15,-4 1 1 16,-2-5 0-16,-4 0 0 16,-3-1-2-16,-4 0 1 15,-3 0-2-15,-4 0-14 0,-4 0-28 16,-4-2-40-16</inkml:trace>
  <inkml:trace contextRef="#ctx0" brushRef="#br0" timeOffset="138996.07">20499 4883 100 0,'0'0'49'0,"0"0"-45"16,0 0 20-16,35 23-10 15,-25-14-12-15,-3 0 0 0,-2 2-8 16,-3 0-30-16,-2 2-18 15</inkml:trace>
  <inkml:trace contextRef="#ctx0" brushRef="#br0" timeOffset="139259.15">20712 4925 247 0,'0'0'30'0,"0"0"-12"16,0 0 3-16,0 0-12 15,0 0-4-15,0 0-8 16,0 0 0-16,0 0 9 16,3 28-2-16,-3-10-3 0,1 3 0 15,-1 1-2-15,0 1-7 16,0-1-27-16,0-3 4 15,0-2-14-15,3-6-43 16</inkml:trace>
  <inkml:trace contextRef="#ctx0" brushRef="#br0" timeOffset="139402.17">20827 4992 306 0,'0'0'9'0,"0"0"-7"0,0 0-3 16,0 0-26-16,0 0-89 16</inkml:trace>
  <inkml:trace contextRef="#ctx0" brushRef="#br0" timeOffset="139808">20995 4928 262 0,'0'0'0'0,"0"0"0"15,42-10 0-15,-29 10 2 16,-2 0-9-16,-2 0-8 16,-2 3 4-16,-5 2-12 15,-2 1 2-15,0 1 12 16,-1 2 6-16,-5-1 7 0,1 0 2 15,-2 0-4-15,2-2 1 16,1 0 0-16,0-1 2 16,4-2-3-16,0 1 1 15,0 0 6-15,4 0 7 16,2 2-4-16,1 0-4 16,-1 0-3-16,1 1 0 0,-2-1-2 15,0 1-2-15,-4-1 1 16,0-1-2-16,-1 0 0 15,0-1 0-15,-7 1 1 16,-1-2 1-16,-1-1 0 0,-1-1-2 16,2 1 1-16,1-2-3 15,4 0-23-15,3-2-78 16</inkml:trace>
  <inkml:trace contextRef="#ctx0" brushRef="#br0" timeOffset="140087.49">21257 4948 180 0,'0'0'64'0,"0"0"-57"16,0 0 12-16,0 0 6 16,0 0-21-16,0 0-4 15,0 0 4-15,0 0-1 16,-36-3 0-16,26 11-1 15,1 1-2-15,2 2 1 16,3 0-1-16,2 2 1 0,2-3 1 16,0 3-2-16,3-3-5 15,4-1 1-15,2-3-4 16,4-1-9-16,-1-1-15 16,2-3-27-16,0-1-29 15</inkml:trace>
  <inkml:trace contextRef="#ctx0" brushRef="#br0" timeOffset="140377.25">21378 4991 97 0,'0'0'16'0,"0"0"-9"0,0 0 7 16,0 0-2-16,31-12 10 16,-24 12 5-16,-2 0-10 15,0 3-3-15,-1 4-1 16,0 1-2-16,1 1-8 15,-4 0 0-15,1 1-1 16,-1-1 1-16,-1-1-5 16,1-2 4-16,-1-2-2 0,0-1-2 15,0-1 4-15,0-2 5 16,0 0 17-16,0-2 4 16,0-5-14-16,0-4-4 15,0-1 0-15,5-4-4 0,2-3 2 16,6-3-10-16,1-5-22 15,5-3-66-15</inkml:trace>
  <inkml:trace contextRef="#ctx0" brushRef="#br0" timeOffset="145871.51">17743 3828 71 0,'0'0'11'0,"0"0"-10"0,0 2 0 0,0-1 0 16,0-1-1-16,1 1 0 15,-1 1 1-15,1-1-1 16,0-1 0-16,0 1 0 16,-1 1 0-16,0 1 2 15,0 0 2-15,0 1 4 0,0 1-1 16,0 1-5-16,-1 1 0 16,0 1-1-16,1 1 0 15,0 2-1-15,0 0 1 16,0 1 0-16,0 3-1 15,1 0 1-15,3 1 0 16,0 2-1-16,0 2 2 0,3 0-2 16,-2 2 1-16,2 1-1 15,1 0 0-15,2 1 0 16,-2 3 0-16,4 0 1 16,-2 2 0-16,2 1 0 0,0 1-1 15,0 2 0-15,4-3 1 16,-3 0 0-16,4 2 0 15,-1-1-1-15,4 0 0 16,-1 1 2-16,2 2 0 16,1 1 1-16,0 1-2 15,-1-1 0-15,3 1 0 0,-1 0 0 16,1-1 0-16,2 2 0 16,0 0-1-16,2 0 1 15,2-1-1-15,-3 1 1 16,1-1-2-16,1-1 2 0,-1-1-1 15,0 1 1-15,3-1-2 16,1-2 2 0,3 1 1-16,0 0 0 0,2 0 4 15,0 0 0-15,1 2-4 16,2 1-2-16,-1-1 1 16,2 1-1-16,0-1 1 0,0-4-1 15,1 1 0-15,-2-4 1 16,3-2-1-16,-1 0 0 15,4-2 0-15,0-3 0 16,-1 1 2-16,4-3-2 16,-2-2 1-16,1 1 4 0,1-2 3 15,-1-2 15-15,0-1-19 16,2 2-1-16,1-2-1 16,-1 0-2-16,0 1 1 15,1-1-1-15,-2 0 0 0,1-2 0 16,0-1 0-16,1 0 0 15,-2-2 1 1,1-1-1-16,0 0 0 0,1-1 0 16,-2-1 1-16,0 0-1 15,-2-1 0-15,0-1 0 16,-4 2 1-16,-1-2-1 0,-3-1 0 16,-3 1 2-16,-1 0 8 15,-5-1 1-15,-1 0 3 16,-2 0-2-16,0 0 1 15,-5-1-5-15,2 1 0 16,-1-1-4-16,-4 0 2 0,0 1-1 16,-2-2-3-16,-3 2-1 15,-3-1-1-15,-3 0 1 16,-3 0-1-16,-1-1 0 16,-4 2-2-16,0-2-4 15,0 0-9-15,0 0-9 0,-8 0 8 16,-2 0-34-16,-1 0-59 15</inkml:trace>
  <inkml:trace contextRef="#ctx0" brushRef="#br0" timeOffset="146304.57">20639 5780 216 0,'1'0'5'0,"2"0"8"0,-2 0-9 16,2 0-3-16,3 0 1 16,-2 0-2-16,2 0 1 15,-2 0-1-15,4 0 0 0,-3 2 0 16,3 1 0-16,-1 2 0 15,3-1 0-15,-2 2 0 16,1 1 0-16,2 1 1 16,0-1-1-16,-1 1 0 0,0 0 0 15,-2 0 1-15,2 1-1 16,-3-1 0-16,1 0 1 16,-4 0-1-16,0 1 3 15,-3-1-1-15,-1 3 0 16,-1 1-1-16,-9 1 3 15,-6 2 0-15,-5 5 2 0,-9 3-1 16,-8 5 3-16,-9 6-5 16,-14 9-2-16,-14 7-4 15,-14 1-52-15,-14 4-171 16</inkml:trace>
  <inkml:trace contextRef="#ctx0" brushRef="#br0" timeOffset="150565.82">16410 3301 33 0,'0'0'13'0,"0"1"-2"0,0 0-2 0,0-1-2 15,0 0 2-15,0 0 4 16,0 0 9-16,5 0 7 15,2-3-5-15,1-3-21 16,6-2 0-16,0-2 3 16,6-1-4-16,1-1 0 0,4-3-3 15,0-1-5-15,0 1-29 16,0-3-34-16</inkml:trace>
  <inkml:trace contextRef="#ctx0" brushRef="#br0" timeOffset="150934">16868 3276 109 0,'0'0'11'0,"0"0"17"0,0 0-16 16,0 0-9-16,30-33-1 15,-11 24-7-15,2-3-26 16,3-2-28-16</inkml:trace>
  <inkml:trace contextRef="#ctx0" brushRef="#br0" timeOffset="151413.25">17515 3139 86 0,'0'0'6'0,"0"0"6"0,0 0 1 0,27-23 0 0,-16 15 1 15,4-1-9-15,2-2-3 16,3 1-1-16,4-3 0 16,-1 0-15-16,2-2-61 0</inkml:trace>
  <inkml:trace contextRef="#ctx0" brushRef="#br0" timeOffset="159607.48">14827 3308 97 0,'0'0'19'0,"0"0"-10"0,0 0-5 15,0 0-3-15,0 0-1 16,0 0-1-16,0 0 4 15,0 0-3-15,0 0 1 0,0 0 1 16,0 0 5-16,-9-3 4 16,8 2 1-16,1 1-3 15,0 0-8-15,0 0-2 16,0 0 0-16,0 0-2 16,0 0-1-16,0 0 1 0,0 0 3 15,0 0 0-15,0 0-1 16,-1 0-1-16,0 0 2 15,0 0 2-15,1 0-1 16,0 0 1-16,-1 0-2 16,-1 0 1-16,2 0 0 15,-1 0 0-15,-1 0 1 0,0 0-2 16,0 0 1-16,1 0 1 16,-1 0 3-16,-1-1 1 15,1 1-2-15,1-1-1 16,0 0 1-16,0 1-1 0,-1 0-1 15,0-1 0-15,0 0 1 16,0 1 4-16,1 0-1 16,-2-1-1-16,-2 0 0 15,1 0 2-15,1 1-5 16,-2 0 0-16,0 0 0 0,1 0-1 16,0 0 2-16,-2 0 1 15,2 0 0-15,2-1 0 16,-3 0 3-16,3 0 1 15,1-1 1-15,-3 1 1 16,2 0-3-16,0-2-2 0,-1 3-3 16,2-2-2-16,-3 1 0 15,1 1 0-15,0-1-1 16,-2 0 0-16,0 1 1 16,-1 0 0-16,0 0-2 15,-1 0 2-15,-2 0-2 16,0 0 2-16,-1 0 0 0,-1 0-1 15,0 2 0-15,-1 1 1 16,-1 1 0-16,-1-1 0 16,2 0 0-16,-1 2 1 15,2-1-2-15,-1 0 1 16,0-1 0-16,0 1 0 0,0 1 0 16,-1-2 1-16,2 2-1 15,-3 0 0-15,1 3-1 16,1-2 1-16,-1 2 0 15,1 0 0-15,2 1 0 16,-2 0 0-16,1 0 0 0,1 0 0 16,3 1 0-16,-4 0 0 15,3-1 0-15,-2 0 0 16,2 2-2-16,0 0 2 16,-1 0 0-16,2 1-1 15,-1 1 1-15,0 0 0 0,-1 1 0 16,1 0 1-16,-1-2-1 15,1 4 0-15,-1-2 0 16,1 0 0-16,3 0 0 16,-1 0 0-16,0 1-1 15,2-1 2-15,0 1-2 0,1-1 2 16,0-2-2-16,1 1 1 16,1-1 1-16,0-1-2 15,1 1 1-15,-2-3 0 16,2 0 0-16,0 3-1 15,0-3 1-15,0 0 0 0,0 0 0 16,0 1 0-16,0-3 1 16,0 1-1-16,2-1 0 15,-2 1 0-15,2-1 0 16,0 1 0-16,1-1 0 16,0 0 0-16,1 0 0 15,0 2 0-15,1-2 0 0,0-1 1 16,1 2-2-16,0-1 2 15,0 0 1-15,0 0-2 16,2 0 0-16,-2 0 0 16,1 0 0-16,2-1 1 0,-2 1-1 15,1-1-1-15,1 0 1 16,2 0 0-16,0 0 0 16,0-1 1-16,2 1-1 15,-1 0 1-15,0-1 1 16,0 0-2-16,3 0 0 0,-2 1 1 15,1-1-2-15,4 0 2 16,-1-1 0-16,0 2 0 16,1-1-1-16,2 0 1 15,-1 0-1-15,-1 0 1 16,4-1 0-16,-2-1-2 0,2-1 0 16,-1-1 0-16,1-1 1 15,1 0 1-15,0 0 0 16,0 0-1-16,1 0 1 15,-1-2-1-15,2-2 0 16,-2-2 0-16,1-1 2 16,-1 0-1-16,1-2 1 0,-2 1-1 15,-2-2-1-15,2 0 3 16,-4-1-3-16,-2-1 1 16,1 0 0-16,0-1 0 15,-2-1-1-15,-2-1 1 16,1-1-1-16,0-1 0 0,-2 0 1 15,0-1-1-15,-1 0 0 16,1 0 0-16,-2 0 1 16,-2-2-2-16,-1 2 2 15,-2-2-1-15,0 0 0 16,-3 0 1-16,1 1 1 0,-1 0-1 16,-1-2 0-16,1 1 2 15,-2-2-3-15,0 1 0 16,0 0 0-16,-2-1 0 15,-4-1 0-15,-1-2 0 16,0-1 0-16,-3-1 0 0,-4 2 0 16,0-3 0-16,-4 3 0 15,-2 2-3-15,-4 0 3 16,-3 3-2-16,-3 4 0 16,-7 3-2-16,-10 4-11 15,-8 4-19-15,-8 4-27 0,-10 1-94 16</inkml:trace>
  <inkml:trace contextRef="#ctx0" brushRef="#br0" timeOffset="164664.1">21469 5795 91 0,'0'0'13'0,"0"0"-1"0,0 0 18 0,0 0-8 15,0 0-2-15,0 0-12 16,0 0-6-16,0 0-4 16,0 0 2-16,0 0 6 15,0 0 2-15,2 18-3 16,2-11 2-16,1 1-4 16,1 0 0-16,3 1 0 0,0-1 1 15,2 0-1-15,0-1 0 16,1-1-2-16,1-1 1 15,0-2 4-15,0-2-6 16,-2 0 0-16,1-1 5 16,-1 0-1-16,-1 0-1 15,-1-1-1-15,-2-3-2 0,0-1 2 16,-4 0-1-16,1-1 0 16,-1-1-1-16,-1 0 1 15,-1-1-1-15,1 1-1 0,-2 1 2 16,0-1-2-16,0 3 1 15,0 0-1-15,0 1 2 16,-2 1 3-16,1 0 1 16,0 1-1-16,0 1-2 15,-2 0-1-15,3 0-1 16,-2 0-1-16,1 3 0 0,0 2-1 16,0 0 3-16,0 4-1 15,0 0 0-15,-1 1 1 16,0 0-1-16,0 2 0 15,1-1 0-15,-1 1 0 16,2-1 1-16,-2 1-1 0,1 0 0 16,0-1 2-1,0-1-1-15,1 2 1 0,0-3-1 16,-1-2 0-16,1 1-1 16,0-1 3-16,0-2-1 15,0-1 0-15,0-1 0 16,0 0 0-16,0-2 0 0,0 1-1 15,0-2-1-15,0 1-1 16,0 0-5-16,0 0-12 16,0-1-26-16,-2 0-52 15</inkml:trace>
  <inkml:trace contextRef="#ctx0" brushRef="#br0" timeOffset="165320.6">21763 5825 92 0,'0'0'15'0,"0"0"15"0,0 0-6 15,0 0-5-15,0 0-4 16,0 0-12-16,0 0-5 15,0 0 5-15,0 0-2 0,0 0 1 16,0 0 8-16,0 0 0 16,16 20-1-16,-13-9-3 15,-2 1 0-15,2 0 0 16,0 1-1-16,-3 0 0 16,2-2 1-16,-1-1 0 0,1 0 1 15,-1-2-2-15,1-1 0 16,0-1-2-16,-1-4 0 15,0 1 0-15,0-1-2 16,0-2 0-16,1 0-2 16,-1 0 0-16,3 0 7 15,0 0-5-15,1-1-1 0,0-2 0 16,1 1-1-16,1-2 1 16,-1 1 1-16,2 2 2 15,-1-1 0-15,2 0-1 16,1 0-1-16,1 2-1 15,0 0 2-15,0 0 0 16,-1 0 1-16,-1 0-3 0,-1 0-2 16,-1 0-6-16,-2 0 1 15,-2 2-12-15,-1 0-16 16,-2-1-26-16,0-1-50 16</inkml:trace>
  <inkml:trace contextRef="#ctx0" brushRef="#br0" timeOffset="165599.01">21851 5863 92 0,'0'0'24'0,"0"0"9"0,0 0-6 15,0 0-7-15,0 0-10 16,0 0-4-16,0 0-1 16,0 0 0-16,0 0-2 15,0 0-2-15,33-15 0 16,-25 13 1-16,-3 2-3 0,2 0-17 16,-2 0-7-16,-1-1-12 15,-4 0-20-15</inkml:trace>
  <inkml:trace contextRef="#ctx0" brushRef="#br0" timeOffset="165773.99">21865 5780 129 0,'0'0'10'15,"0"0"23"-15,0 0-21 0,0 0-9 16,0 0-1-16,0 0 0 15,0 0-1-15,34-15-6 16,-24 15-40-16,0 0-52 16</inkml:trace>
  <inkml:trace contextRef="#ctx0" brushRef="#br0" timeOffset="166375.68">22109 5760 70 0,'0'0'16'0,"0"0"12"0,0 0-5 16,0 0-5-16,0 0-8 15,0 0-8-15,0 0 2 16,0 0-4-16,-19-8 0 16,12 8-1-16,2 0 4 15,-3 2-2-15,0 1 2 0,3 1-3 16,-1 2 3-16,2-1-4 16,3 0 1-16,-2 0 1 15,3 0-2-15,0 0 4 16,0-2-3-16,1 2 2 15,4 0 0-15,0-2 1 0,2 2 3 16,2-2-3-16,-1 2-1 16,2-1 1-16,-3-1 0 15,1 0 0-15,-1 1-1 16,-1-1 0-16,-1 2-1 16,-1-2 0-16,1 2 1 15,-3-3 2-15,-1 3-3 0,-1-2 3 16,0 2-2-16,0-2 2 15,0 1 2-15,-2 0-2 16,-3 0 1-16,1 0-2 0,-2-1 1 16,0 1-2-16,-1-2 0 15,2 0 1-15,-1 1 0 16,2-2 0-16,-3 1 2 16,4-2 0-16,0 0-2 15,1 1-3-15,0 0 0 16,1 1-11-16,0-1-50 15,0-1-48-15</inkml:trace>
  <inkml:trace contextRef="#ctx0" brushRef="#br0" timeOffset="167055.44">22492 5782 74 0,'0'0'23'0,"0"0"10"0,0 0-1 0,0 0-8 16,0 0-7-16,0 0 2 16,0 0-9-16,0 0-3 15,0 0-5-15,0 0-1 16,0 0-1-16,0 0 0 15,32-12 0-15,-27 12 1 0,1 0-1 16,1 0 0-16,-1 0 0 16,0 0-1-16,0 1-16 15,-2 2-24-15,-3 0-41 16</inkml:trace>
  <inkml:trace contextRef="#ctx0" brushRef="#br0" timeOffset="167226.19">22494 5859 215 0,'0'0'0'0,"0"0"-4"0,0 0 6 16,0 0-2-16,0 0 3 16,0 0-3-16,39 0-1 15,-27-1-22-15,2-2-61 16</inkml:trace>
  <inkml:trace contextRef="#ctx0" brushRef="#br0" timeOffset="167766.92">22761 5780 137 0,'0'0'46'15,"0"0"-41"-15,0 0 2 16,0 0-4-16,0 0 0 16,0 0 1-16,0 0 5 15,0 0-7-15,22-26 1 0,-18 19 2 16,0 2-3-16,0-2-1 15,0-2 1-15,-1 0 0 16,1 1-2-16,-1-2 3 16,-1 2-2-16,0-2 0 15,1 3-1-15,-2 0 1 16,0 0 0-16,1 2-3 16,-2 1 2-16,0 3 0 0,0-1 2 15,0 2-1-15,0 0-5 16,0 0-14-16,0 4 2 15,0 3 20-15,0 4 4 16,0 0-4-16,2 1 0 0,0 4 0 16,2-3 2-16,1 1-1 15,-2 0-1-15,1-2-1 16,1 1 1-16,-1-3-1 16,1 2 1-16,0-1 0 15,-1 0 0-15,1 0-2 0,-3-3-4 16,0 2-8-16,-2-3-8 15,0 0-15-15,0-1-10 16,-5-1-27-16</inkml:trace>
  <inkml:trace contextRef="#ctx0" brushRef="#br0" timeOffset="167902.07">22817 5878 117 0,'0'0'24'0,"0"0"25"0,0 0-27 0,0 0-12 16,0 0-3-16,0 0 0 15,35-15-5-15,-21 15-1 0,-1 0-1 16,1 1-26-16,-3 3-112 16</inkml:trace>
  <inkml:trace contextRef="#ctx0" brushRef="#br0" timeOffset="168415.45">21861 6312 146 0,'0'0'28'0,"0"0"9"0,0 0-9 0,0 0-10 15,0 0-5-15,0 0-2 0,0 0-4 16,0 0-6-16,0 0-5 16,0-12-2-16,3 17 7 15,0 2 3-15,1 1 1 16,-1 1 0-16,1 1 0 0,0-1-6 15,-1 1-12-15,-2 0-8 16,0-2-11-16,-1 1 1 16,0-3-11-16,-1-2-33 15</inkml:trace>
  <inkml:trace contextRef="#ctx0" brushRef="#br0" timeOffset="168858.37">21864 6307 94 0,'0'0'-15'0,"0"0"13"16,0 0 8-16,0 0 2 15,0 0 1-15,31-10 1 0,-22 10 7 16,0 2 1-16,3 4-3 15,0 1-3-15,1 0-6 16,1 2 1-16,-1 0 0 16,-1 2 0-16,1-2-3 15,-1-1-2-15,0-1 4 16,-4-2-3-16,1-2 0 0,-3-1 2 16,-1-2-3-16,-1 0 0 15,-1 0 3-15,-3-6 2 16,1-1 3-16,-1-2 1 15,0-3 9-15,0 1-2 16,0-1-5-16,-1-1-3 0,0-2-3 16,1 3-1-16,0 0-8 15,0 1-5-15,0 3 5 16,0 1 0-16,0 4 2 16,0 0 0-16,0 3-5 15,0 0-51-15,0 0-11 0,0 3-22 16</inkml:trace>
  <inkml:trace contextRef="#ctx0" brushRef="#br0" timeOffset="169297.13">22184 6285 107 0,'0'0'4'0,"0"0"-1"0,0 0 2 0,0 0 0 16,0 0 4-16,0 0-2 15,-16 27-1-15,14-19 0 16,2 0 1-16,0 1-1 16,0-1 2-16,1 0-4 0,3-3-1 15,2 2 0-15,1-3-1 16,1-2 5-16,0 0-1 15,1-2-4-15,1 0 1 16,0 0-1-16,-1 0 1 16,0-3 0-16,1-2 1 15,-3-2 4-15,-1-1 0 0,-1 0 1 16,-3-1 2-16,-2-2-3 16,0 1 1-16,0-2 1 15,-5 2-5-15,-3 0-3 16,0 1 4-16,-2 2-2 0,0 4-5 15,-1 2 1-15,-1 1-1 16,1 0-2-16,1 7-11 16,-1 3-28-16,5-1-10 15,2-1-40-15</inkml:trace>
  <inkml:trace contextRef="#ctx0" brushRef="#br0" timeOffset="169674.94">22579 6251 184 0,'0'0'8'0,"0"0"-2"0,0 0-1 0,0 0 2 0,0 0-1 0,0 0 0 15,29-5-2-15,-22 3-1 16,0 2 0-16,-1-1-3 15,2 1 2-15,-3 0-1 16,1 0-2-16,-3 0 1 16,3 1-5-16,-4 3-20 0,1-1-18 15,-3 0-29-15</inkml:trace>
  <inkml:trace contextRef="#ctx0" brushRef="#br0" timeOffset="169825.51">22617 6317 124 0,'0'0'27'0,"0"0"-25"15,0 0 3-15,0 0-1 0,34 3-1 16,-21-3-22-16,1 0-85 16</inkml:trace>
  <inkml:trace contextRef="#ctx0" brushRef="#br0" timeOffset="170544.44">22934 6208 103 0,'0'0'5'0,"0"0"-2"16,0 0-2-16,0 0-1 0,0 0 0 16,0 0 0-16,0 0 1 15,0 0 2-15,-16 10 4 16,13-7 4-16,-1 0-1 15,-1 1-3-15,1 2-1 16,0 1-3-16,-1-1-2 0,0 0 0 16,1 1 0-16,-1 0 1 15,2 1-1-15,0-2 3 16,0 0-1-16,1 2-1 16,2-3 0-16,-1 1 3 15,1-1-2-15,0-1 0 0,0 0 0 16,0-1-2-16,1 2 0 15,3-2 4-15,-2 0-5 16,2-1 3-16,1 0 0 16,0-2 2-16,0 2-2 15,1-2 0-15,0 0-1 0,0 0 0 16,0 0 1-16,1 0-1 16,-1 0-1-16,0-2 0 15,-1 0-1-15,1 0 1 16,-1-1 0-16,0 1-1 15,0-1 1-15,-1 0 1 0,0 0-2 16,-1 0 3-16,1 1-2 16,-2-2-1-16,0 1 1 15,0-2 0-15,1 2 3 16,-3-1 3-16,0-1 1 16,0 0 0-16,0-1-2 15,0 2 0-15,0-2-3 0,0 1 2 16,0 0 1-16,-5 0-2 15,1 0 1-15,-2 2-3 16,-3 0-1-16,-3 1-4 16,-4 2-6-16,-7-2-39 0,-6 0-84 15</inkml:trace>
  <inkml:trace contextRef="#ctx0" brushRef="#br0" timeOffset="174579">21544 3578 78 0,'0'0'9'0,"0"0"14"0,0 0-12 0,0 0-3 16,0 0 0-16,0 0 1 0,0 0-6 15,-28 0-3-15,24 0 1 16,0 0 0-16,0 0 1 16,1-1 10-16,1 1 5 15,-2-2 7-15,3 2-5 16,0-1-5-16,1 1-3 16,-1-1 0-16,1 0-1 0,0 1-1 15,0 0-5-15,0 0-5 16,0-2-2-16,0 2 5 15,5-2-6-15,0 1 6 16,2-1-2-16,2 1 1 0,-1-1-1 16,1 2-1-16,0 0 1 15,1 0 0-15,-2 0 0 16,1 0-1-16,-2 0 0 16,-1 4 0-16,2-1 0 15,-4 0 0-15,3 2 0 16,-2 0 1-16,0 1-2 0,1 1 2 15,0-1-1-15,-1 2 0 16,0 0 1-16,-1 1-3 16,1 1 0-16,-3 0-4 15,0 0 2-15,0-1-3 0,-1 2 3 16,-1-1 2-16,0 1 2 16,1-1 0-16,-1-1 1 15,0 2 0-15,0-1 0 16,0 1-3-16,0-2 4 15,-1 4-1-15,-1-3 0 16,0 1 0-16,0 1 0 0,-1 0 0 16,1-1 2-16,-1 1-2 15,1 0 0-15,0 0 0 16,2-2 1-16,0 2-1 16,0 0 0-16,0-1 1 15,0 2-2-15,0-1 2 0,3 0-1 16,0 1 1-16,3-2-1 15,-1 1 0-15,2 0 1 16,0-1-1-16,0-1 0 16,0-2-1-16,1 0 1 15,-1-1 0-15,-1-1 0 0,-1-2 1 16,0 0-1-16,-3-1 0 16,0 0 0-16,-2 0-1 15,0 0-5-15,0 1-7 16,-2-1 5-16,-2 1 7 15,-4 1 0-15,1 0 1 16,-2 1 0-16,1-1 0 0,1 2 0 16,0-1 1-16,1 2-1 15,0 0 0-15,2 1 0 16,-2 0 0-16,0 1 0 16,1 0 0-16,0 1 0 0,1-1 0 15,1 1 1-15,2 1-2 16,1-1 2-16,0 2-1 15,0 1 0-15,0 0 0 16,1 0 1-16,2 0-1 16,-1 0 0-16,0 2 0 15,1-1-1-15,-2 0 2 0,2-2-1 16,0 0 0-16,-1 2 0 16,0-2 0-16,1 2 1 15,2 0-1-15,-3 0 2 16,2 0-2-16,0 3 2 15,0-1-1-15,0 1 0 16,-1 0-1-16,0-2 1 0,0 2-1 16,1-3 2-16,-2 1-1 15,2-2 1-15,1 1 0 16,0 0 1-16,0-2 0 16,0 2 0-16,2 0-2 15,-2 1 0-15,0-1-1 0,2 0 1 16,-2 2-1-16,1-1 0 15,-2-1 0-15,1 1 1 16,-1 0-1-16,0-2 0 16,-1 0 0-16,-1 0 1 0,0-4-1 15,0 0 0-15,-1 1 0 16,-1-2 1-16,0-1-1 16,0 0 0-16,0-1 0 15,0 0 2-15,-3-1-1 16,0 0-1-16,0-2 1 15,1 2 1-15,-1 0-2 16,0-1 0-16,-1 0 1 0,1-2-1 16,1 0 0-16,-1 2 1 15,1-3-1-15,0 0 1 16,1 0 0-16,-2-1 1 16,3 1-1-16,-3-1 2 0,2-1 2 15,1 0 4-15,-2 0-1 16,0 0 1-16,1 0-3 15,0 0-1-15,0 0 1 16,-2 0 0-16,2 0 0 16,0-1-4-16,-1 0-1 0,2 1-1 15,-1 0-1-15,0 0-7 16,0 0-23-16,-2 0-31 16,2 0-121-16</inkml:trace>
  <inkml:trace contextRef="#ctx0" brushRef="#br0" timeOffset="176914.99">23137 5635 29 0,'0'0'19'0,"0"0"-5"0,0 0 9 0,0 0-2 0,0 0-3 16,0 0-6-16,0 0 3 0,0 0 4 15,0 0-12-15,0 0-5 16,0 0-2-16,0 0 0 16,0 0 1-16,-1 0-2 15,1 0 2-15,-1 0-1 16,1 0 0-16,0 0 0 16,0 0 2-16,0 0-2 0,0 0 0 15,0 0-4-15,0 0 1 16,0 0 2-16,0 0 3 15,2 0-5-15,2 0 8 16,2 0-4-16,1 0 0 16,0 0 1-16,0 0-2 0,0 0 0 15,0 0 2-15,-1 0-2 16,-1 0 1-16,0 0 0 16,-1 0-1-16,-1 0 0 15,1 2 0-15,0 1 0 16,0 0 0-16,0 0 0 0,1 2 0 15,-1-1 1-15,1 1-1 16,0 1 0-16,0-1 0 16,0 2 0-16,-1-1 0 15,-1 0 0-15,-2 0 0 16,0 0 1-16,0 0 2 0,-1-1-2 16,0 1 3-16,0-2-2 15,0 2-1-15,0 0 0 16,0-1 1-16,0-1-1 15,0 4-1-15,0-3 1 16,0 0-1-16,0 0 0 16,0 1 1-16,0-2-1 15,0 1 1-15,0-2 1 0,-1 0-1 16,-1 2 5-16,-2-3 4 16,1 2-3-16,-1-1-1 15,-1 3-3-15,1-1-1 16,0 0-1-16,-1 0 0 0,1 0 1 15,3 1-2-15,-4 1 1 16,3-2 0-16,0 2-1 16,1-1 1-16,0 0 0 15,1 0 1-15,0-1-2 16,0 0 2-16,0 0-2 0,0 0 1 16,0-2 0-16,4 1-3 15,-1 0 4-15,1-2-2 16,2 1 1-16,-1-1 0 15,1 0 1-15,1-2-1 16,-1 1-1-16,-1 0 2 16,1-1-2-16,-2 0 0 0,0 0 1 15,-1 0 0-15,-1 0 0 16,-1 0 0-16,-1 0 1 16,2 0-1-16,-2-2 2 15,0 1-2-15,0 0 0 0,0 0 0 16,0 0-1-16,0 1 2 15,0-1-1-15,-2 1-1 16,2 0-1-16,0 0 1 16,-1 0-1-16,-1 0-1 15,1 2 2-15,1 1 0 0,0 0 0 16,0 2 0-16,0-2 0 16,0 2 0-16,0-2 0 15,0 2 0-15,0-1 0 16,3 1 0-16,-1 0 0 15,0 0 0-15,2 1 0 0,-2-1 0 16,0 0 0-16,1 2 0 16,0-1 0-16,-1 1 1 15,1-1-1-15,0 1 0 16,1 1 0-16,-2 1 1 16,1 0-1-16,0-2-1 15,-1 3 1-15,0-1 0 0,-1-1 0 16,2 0 1-16,-3 0-1 15,2 2-1-15,-1 1 2 16,0 0-2-16,1 0 2 16,-1 0-2-16,0 1 2 15,0-2-1-15,1 1 0 0,0 0 0 16,-1-1 0 0,2 2 0-16,-1-1 0 0,-1 0 0 15,1-1 0-15,0-2 0 16,-1 1 1-16,0-3-1 15,-1 1 0-15,0-1 0 0,0 1 0 16,0-2 0-16,0 1 0 16,0 0 0-16,0-2 0 15,0 2 0-15,-2 0 0 16,2-1 0-16,-4 0 0 0,1 0 0 16,2 1-1-16,-2-2 1 15,0-1 1-15,2-1 0 16,-1-2 0-16,0 2 1 15,0-1-1-15,-2 1 1 16,1-2 1-16,0 0 0 16,-1 0 0-16,-1 0 4 0,0 0-4 15,0 0 0-15,-2-2 1 16,-1-1 0-16,0 1-3 16,-1 0-1-16,1-1 1 15,-1 1-1-15,1-1 1 16,1 1 0-16,-1 1-2 0,1-1 0 15,1 2-1-15,3 0-1 16,-1 0-4-16,2-1-10 16,2 1-11-16,0-2-68 15</inkml:trace>
  <inkml:trace contextRef="#ctx0" brushRef="#br0" timeOffset="178002.92">23516 5955 67 0,'0'0'17'0,"2"-3"-5"0,-2 2 1 0,1 0 0 16,0 1-3-1,-1-1 2-15,1-1-3 0,1 2-1 16,-2 0-1-16,0 0 4 16,1 0 0-16,0 0-5 15,-1 0-4-15,1 0-2 16,0 0 1-16,2 0-1 0,0 0 0 16,-1 0 0-16,0 3 1 15,1-1-1-15,0 1-1 16,0 0 1-16,-1 0 0 15,0 0 0-15,1 1 1 16,-2-2 0-16,1 0-1 16,-1 1 1-16,1-3-1 0,0 3 0 15,0-2 1-15,-1 0 0 16,2-1-1-16,-2 0 1 16,-1 1 0-16,1-1 1 15,0 0-2-15,-1 0 1 16,1 0 1-16,-1 0 4 0,3 0 2 15,-2 0-4-15,2-1-1 16,1-1-1-16,0-1-1 16,0 1 0-16,1-2 0 15,0 0-1-15,1-1 1 16,1 0-1-16,0 0 0 0,0-2 0 16,1 1-1-16,-1-1 4 15,1 1-2-15,-1-1 0 16,0 0 0-16,0 0 0 15,0 0-1-15,0 3 4 16,0-2-3-16,0 1 1 0,0 0 0 16,1-1 2-16,0 1 3 15,-1-1 0-15,-1 0 0 16,0 2 1-16,0 1 1 16,0-1-7-16,-2 0 0 15,2 4 1-15,-2 0-3 16,0 0 0-16,0 0-4 0,-3 0-26 15,-1-3-128-15</inkml:trace>
  <inkml:trace contextRef="#ctx0" brushRef="#br0" timeOffset="179454.52">22147 4021 201 0,'0'0'-17'0,"0"0"20"0,0 0-3 15,0 0 1-15,-6 35-1 16,5-22 1-16,1 2-1 16,0 2 1-16,0-1-1 0,0-1 0 15,0-2-1-15,0-2-6 16,0 0-21-16,0-4-4 16,0-3-38-16</inkml:trace>
  <inkml:trace contextRef="#ctx0" brushRef="#br0" timeOffset="179909.73">22126 4015 112 0,'0'0'60'16,"0"0"-55"-16,19-30 3 15,-12 22-6-15,2 3-1 16,-2 0 1-16,1 2-1 15,0 2 3-15,0-2-1 16,-1 3-3-16,0 0 2 16,0 2-2-16,-2 4-1 0,0 1 1 15,0 3-1-15,-1 0 1 16,-2 1 0-16,0 1 1 16,-2 1-2-16,0-2 1 15,0 0 0-15,-3 0 0 16,-1-3-5-16,-1 0 7 15,0-2 1-15,2-1-6 0,-1-2 6 16,0 0 0-16,2-1-2 16,-1-1-1-16,2-1 1 15,1 1 0-15,0 0 0 0,0-1-3 16,0 0 4-16,1 2-1 16,3-2 6-16,2 1 3 15,0 1-4-15,1-1-1 16,1 1-2-16,0 0-3 15,0 2 0-15,1-1 1 16,0 1-2-16,0 0-20 0,0-2-44 16,0 0-20-16</inkml:trace>
  <inkml:trace contextRef="#ctx0" brushRef="#br0" timeOffset="180273.05">22381 4112 154 0,'0'0'16'0,"0"0"-14"0,0 0-3 0,0 0 3 15,0 0 1-15,0 0-2 16,0 0 0-16,0 0 3 16,0 0 1-16,32-18 1 15,-27 14 6-15,-1-2-4 16,0 1-3-16,0-2-4 15,-2 1 3-15,-1-1-3 0,-1 1 1 16,0 2 0-16,-1-1 2 16,-3 3-2-16,-3 1-1 15,-1 1 1-15,1 0-3 16,0 0 4-16,-1 7-3 16,1 1 0-16,1 1 0 15,2 0 0-15,3 0 0 0,1 1-3 16,0-1-2-16,5-1-4 15,3-1-12-15,5-3-19 16,0-1-5-16,4 0-8 16</inkml:trace>
  <inkml:trace contextRef="#ctx0" brushRef="#br0" timeOffset="180810.35">22592 4077 37 0,'0'0'60'0,"0"0"-35"16,22-33 10-16,-20 25-9 0,-2 0-11 15,0 1-4-15,0 1-2 16,-4 3-8-16,-3 2 1 16,-2 1 0-16,0 0-3 15,0 3 3-15,-2 6-1 16,2 0 0-16,3 2-1 0,1 0 0 16,2 1 0-16,3-4 0 15,0 2 0-15,0-2 1 16,3-3-1-16,4-1 0 15,2-3 0-15,0-1 2 16,0 0 1-16,2 0-1 16,-1-3-1-16,-1-3 1 15,-1 0-1-15,-2 1-1 0,-1-1 1 16,-1 1 0-16,-2 1 7 16,-2 2 10-16,1-1-1 15,-1 2-3-15,0-1-5 16,0 2-4-16,0 0-6 0,0 0-5 15,0 7 1-15,0 1 5 16,0 2 3-16,0 3-1 16,0 0-2-16,1 0 0 15,-1 2 1-15,0-2-1 16,1 1 0-16,0-4-1 0,-1 2 2 16,0-1 0-16,0-3-1 15,0-1-1-15,0-2-3 16,-3 0 4-16,-2-2 0 15,-2 0 1-15,-2-3 0 16,0 1-1-16,0-1 2 0,-1 0-3 16,1 0-8-16,2-4-11 15,1-5-26-15,3-1-61 16</inkml:trace>
  <inkml:trace contextRef="#ctx0" brushRef="#br0" timeOffset="181229.28">22723 4011 122 0,'0'0'2'0,"0"0"4"0,0 0 0 0,0 0-1 16,31-8 1-16,-25 8 0 0,-1 5 8 15,1 2 1-15,-2 2-9 16,2-1-1-16,-2 1-2 16,-1 0-1-16,0 0 0 15,-2 0-1-15,-1-3-1 16,0-1 0-16,0-1 1 16,0-1-1-16,0-2 1 0,0-1 4 15,0 0 18-15,0 0-1 16,0-3-6-16,-1-2-5 15,0-3-5-15,1-2-3 16,0-2-3-16,0-1 5 16,0 0-4-16,0-2 1 15,3 0-2-15,2 2-2 0,0 0 1 16,2 3-1-16,-1 1-12 16,0 3-10-16,0 1-20 15,-1 3-26-15,1 2-23 16</inkml:trace>
  <inkml:trace contextRef="#ctx0" brushRef="#br0" timeOffset="181583.22">22888 4011 108 0,'0'0'6'0,"0"0"6"15,0 0 3-15,0 0 10 16,0 0-11-16,0 0 9 15,28-3-2-15,-23-2-16 16,0-2 3-16,-2-1 4 16,1 0-6-16,-1 1-2 0,-1-1 2 15,-2 0-3-15,0 3-1 16,0 0 0-16,0 2 2 16,0 2-5-16,-4 1-2 15,0 0 2-15,0 4 4 16,-1 4-3-16,1 2 0 15,1 1-2-15,0 3 4 0,2-1-2 16,1 0 1-16,0 2-1 16,2-5-1-16,5 1-2 15,1-1-2-15,4-3-7 16,1-2-10-16,3 1 1 16,-1-4-32-16,1-2-17 0</inkml:trace>
  <inkml:trace contextRef="#ctx0" brushRef="#br0" timeOffset="181966.8">23154 3927 162 0,'0'0'17'16,"0"0"7"-16,0 0-16 15,0 0-6-15,0 0-2 16,-31-10 0-16,23 10 1 0,1 5 0 15,1 0-1-15,3 2 0 16,-2 0 0-16,3 2 1 16,1-1-1-16,1 1 2 15,0-1-2-15,1 0 1 16,6-1 2-16,-1-1-3 0,1 0 1 16,1-1 0-16,0-1 2 15,-1-1-1-15,-1 1-2 16,-1-2 2-16,-2 1-2 15,-2-1 0-15,-1 1 0 16,0 0 0-16,-2-1 3 16,-5 3 3-16,-3-2-1 15,0 2-3-15,-1-1-1 0,0 2 0 16,3-3-1-16,2 1-4 16,3-1-12-16,3-1-29 15,0-2-40-15</inkml:trace>
  <inkml:trace contextRef="#ctx0" brushRef="#br0" timeOffset="182580.3">23278 3927 94 0,'0'0'-2'16,"0"0"7"-16,21-32 2 15,-18 24-2-15,-3 2 2 16,0 1 6-16,0 1-1 15,-2 0-6-15,-3 2 6 16,-2 2-4-16,0 0 0 0,1 0-1 16,-1 0-5-16,0 6 0 15,3 1-1-15,1 0 0 16,0 1 1-16,3 1-1 16,0 0 0-16,0 1 2 15,6-2 0-15,2-1-3 0,2 1 1 16,2 0 0-16,-2-1 1 15,2-2 1-15,-2 3 0 16,0-3-1-16,-2 2-2 16,-2 1 1-16,-1-1-1 15,-2 0 1-15,-1-1-1 16,-2 2 1-16,0-3-2 0,0 0 3 16,-6-2 0-16,1 1-2 15,-3-3 3-15,1 1 1 16,-1-2-2-16,0 0-2 15,2 0 0-15,0 0 2 0,2-5-2 16,1 0-2-16,3-2-5 16,0-4 3-16,5 1-5 15,4 0 7-15,1-1-3 16,2 2-9-16,2 0 10 16,1 2 4-16,-3 3 0 15,2 0 0-15,-2 2 0 0,2 2 6 16,-3 0 7-16,0 0 0 15,-1 0 1-15,-1 6-5 16,-1 0-5-16,-1 2-4 16,-1 0 1-16,-4 0 0 0,-1 1-1 15,-1-1-5-15,0 0-6 16,0-3-1-16,-3-2-23 16,-1-1-41-16</inkml:trace>
  <inkml:trace contextRef="#ctx0" brushRef="#br0" timeOffset="182743.62">23495 3848 226 0,'0'0'-3'0,"0"0"6"0,0 0-5 0,0 0-49 16,0 0 0-16,0 0 3 15</inkml:trace>
  <inkml:trace contextRef="#ctx0" brushRef="#br0" timeOffset="183426.29">23605 3902 124 0,'0'0'5'0,"0"0"13"16,0 0 3-16,0 0-11 16,0 0-5-16,0 0-1 15,0 0-2-15,0 0-1 0,-13-3-1 16,9 11 0-16,1 1 0 16,3-1 1-16,-3 3-1 15,2-2 1-15,1 1-2 16,0-2 1-16,0 0-1 15,0-3 1-15,4 1 0 16,1-2 0-16,0-1-1 0,0-3 1 16,0 0 0-16,-1 0-1 15,-1 0 3-15,0 0-1 16,-1-5-4-16,0-1-14 16,-1 0 3-16,1-2 5 15,1 0 8-15,-2-2 2 0,2 2 0 16,0 1 0-16,1-1 3 15,0 2 5-15,1-1 1 16,0 2 0-16,2 0-5 16,-1 2-1-16,0 1-3 15,2 1 1-15,-2 1 1 0,1 0-2 16,0 0-1-16,-1 5 2 16,1 1-1-16,-1 2 0 15,-1 0 0-15,0 1-1 16,-2-1 1-16,-2 2-1 15,-1 0 1-15,0-4-2 16,0 2-2-16,-1-4 1 0,-2-1 0 16,0 0 2-16,-1-3 0 15,1 0 4-15,1 0 6 16,2-4 1-16,0-2-3 16,0-3-2-16,2 0-2 0,4-2 0 15,2 1 2-15,3-2-3 16,1 2-1-16,1 2 6 15,2 2-2-15,0 2 1 16,1 2-4-16,1 2-2 16,-3 7-2-16,-2 5-5 15,-6 3-58-15,-4 5-144 0</inkml:trace>
  <inkml:trace contextRef="#ctx0" brushRef="#br0" timeOffset="184266">23536 6467 115 0,'5'-5'7'0,"-1"0"10"0,-2 1-1 0,1 0 3 0,-3-1-2 15,0 3-3-15,0-1-2 16,0 0-1-16,-1 3-4 15,-5 0-6-15,0 0-1 0,0 2 0 16,-2 6 2-16,3 3-1 16,0 1 0-16,2 4 1 15,2 1 1-15,1 1-1 16,0-1-1-16,5-1 0 16,4-1 1-16,1 0-3 0,0-2 1 15,1-3 1-15,3-2-2 16,0-3-1-16,4-2-11 15,-1-3-20-15,2 0-33 16,-1-8-60-16</inkml:trace>
  <inkml:trace contextRef="#ctx0" brushRef="#br0" timeOffset="184566.75">23735 6292 251 0,'0'0'-13'0,"0"0"18"15,0 0-4-15,0 0-1 16,0 0 1-16,-21 40-1 16,21-24 2-16,0 3-1 0,0 0 1 15,1 3-1-15,4-1 0 16,1 2 0-16,0-1 0 15,1 1-1-15,0-1 0 16,1-1-2-16,1-3-7 16,-1 1 0-16,2-2-2 15,0-5-11-15,1-4-9 0,0-3-14 16,2-5-32-16</inkml:trace>
  <inkml:trace contextRef="#ctx0" brushRef="#br0" timeOffset="184977.85">23940 6517 203 0,'0'0'-2'16,"0"0"23"-16,0 0 4 15,0-30-13-15,-3 24-5 16,-1 2-3-16,-2 1-2 0,-1 1 1 16,-1 2-1-16,-1 0-1 15,0 2 0-15,0 4 0 16,2 3-1-16,0-1 1 15,3 2 0-15,1 0-1 16,3 1 0-16,0-2 0 16,0-1 0-16,2 0-5 0,5-3-6 15,-2-2-2-15,2-2 0 16,1-1 7-16,1 0 4 16,-1-6 4-16,1-3-1 15,-2 0 2-15,0 0 3 16,-2 0 8-16,-1 0 3 15,-1 3 2-15,-1 3 2 0,0-2-6 16,-2 3-7-16,1 2-5 16,-1 0-2-16,2 0-1 15,1 0-2-15,-1 5 0 16,2 0-3-16,1 2-4 0,0 1-9 16,1-1-18-16,-1-1-6 15,1-3-28-15,1-2-13 16</inkml:trace>
  <inkml:trace contextRef="#ctx0" brushRef="#br0" timeOffset="185369.3">24090 6451 132 0,'0'0'34'0,"0"0"19"0,6-32-19 0,-6 24-15 0,0 1-3 0,0 1-1 15,-4 3-8-15,-1 1-7 16,-1 1-2-16,-1 1 2 15,2 0-1-15,-3 0 4 16,2 4-2-16,1 3 0 16,0 0-1-16,3 0 0 0,-1 0 0 15,3 0 0-15,0 1-1 16,0 0 2-16,3-2-1 16,3 0 1-16,0 1-1 15,1-2 0-15,0 0 2 16,0 1-2-16,0-1 1 0,-2 2-1 15,0-2 0-15,-2 0 0 16,-1-2 0-16,-2 2 0 16,0-2-1-16,0 0-2 15,-5 0 3-15,-1-1 0 16,0 1-2-16,-1-1-5 16,2-1-8-16,0 0-5 0,3-1 3 15,2 0-2-15,0 0-18 16,4-5-43-16,4-3-32 15</inkml:trace>
  <inkml:trace contextRef="#ctx0" brushRef="#br0" timeOffset="185781.94">24212 6399 170 0,'0'0'-8'15,"0"0"18"-15,0 0 6 16,0 0 6-16,0 0-5 0,0 0-7 15,0 0-6-15,0 0 0 16,0 0 1-16,-19-24-1 16,11 26-3-16,1 4 0 15,2-1-1-15,-1 3 1 16,3-1-1-16,3 1 0 16,0-1 0-16,0-1-1 0,4-1 1 15,5 0 0-15,-1 0-1 16,2-2 5-16,2 1-4 15,-1-1 2-15,0 0-1 16,0 1-1-16,-2-1 0 0,-1 2 2 16,0-2-2-1,-5 2 0-15,0 1 0 0,0-2 0 16,-2 1 0-16,-1 0 0 16,0-2 0-16,-3 2 0 15,-2-2 1-15,-3-1 0 16,1 1 1-16,0-1-2 0,-1-1 1 15,2 1-1-15,2-2-2 16,1 0-20-16,2 0-38 16,1-3-41-16</inkml:trace>
  <inkml:trace contextRef="#ctx0" brushRef="#br0" timeOffset="185967.29">24333 6423 203 0,'0'0'16'0,"0"0"6"0,0 0-15 0,0 0-6 16,0 0-2-16,0 0 3 15,0 0 1-15,0 0-2 16,11 31 1-16,-11-21-3 16,0-2-11-16,0 0-39 15,0-3-40-15</inkml:trace>
  <inkml:trace contextRef="#ctx0" brushRef="#br0" timeOffset="186116.54">24338 6328 128 0,'0'0'-6'16,"0"0"-25"-16,0 0-41 15</inkml:trace>
  <inkml:trace contextRef="#ctx0" brushRef="#br0" timeOffset="186856.05">24468 6267 135 0,'0'0'7'15,"0"0"17"-15,0 0-1 16,33-28-13-16,-25 25-6 16,-1 3 1-16,-1 0-2 15,-2 0 0-15,0 8 4 0,0 2 0 16,-2 3 2-16,1 5-3 16,-1-1-4-16,0 5 0 15,1 1-1-15,-2 0 0 16,1 2-1-16,-1-1 2 15,2-1-2-15,0-1 1 0,-1-2 0 16,3-2 0-16,-1-2 1 16,2-1 0-16,2-3 1 15,-1-2 0-15,0-2-3 16,0-1 4-16,0-3 2 16,1-2 0-16,-2 0 0 0,0-2-1 15,-1 0-2-15,1-1 0 16,-2-5-2-16,0 0 2 15,1-1-1-15,-2-3-1 16,1 0-1-16,-3-1 1 16,2-3-2-16,-3 1 0 0,0-1-5 15,0 0-6-15,-1 1-2 16,-5 2 2-16,-4-1-4 16,1 3 5-16,-3 1 10 15,2 1 1-15,-2 1 0 16,3 1 4-16,2 0 0 0,1 2-2 15,3 1-1-15,2-1 0 16,1 1 0-16,0-2-5 16,0 0 6-16,6-1-2 15,1 0-1-15,1 0 2 0,2-1 0 16,-1 1-1-16,2 0 0 16,1 0 0-16,1 0 1 15,-3 1-2-15,1 1 1 16,-1 1 1-16,-4 2-2 15,0 0 2-15,-3 0-2 0,-1 0 1 16,0 2 4 0,-1 5 1-16,-1 0-1 0,2 1-1 15,0 0 0-15,-1 1-1 16,1-2-2-16,-1 1 0 16,0-2 1-16,-1-1-5 15,1-2-14-15,0-3-24 0,-1 0-46 16</inkml:trace>
  <inkml:trace contextRef="#ctx0" brushRef="#br0" timeOffset="187021.56">24698 6213 231 0,'0'0'5'0,"0"0"-1"0,0 0-4 0,0 0-9 15,0 0-6-15,0 0-6 16,0 0-26-16,0 0-11 0</inkml:trace>
  <inkml:trace contextRef="#ctx0" brushRef="#br0" timeOffset="187661.41">24819 6246 176 0,'0'0'9'0,"0"0"9"15,0 0-5-15,0 0-8 16,0 0-1-16,-31 15 2 16,21-1 1-16,3-1-3 15,0 1 2-15,3 1-2 16,1-2 0-16,3 1-2 0,0-3 1 15,3-1-2-15,3-2-1 16,2 0 0-16,2-3 2 16,0-1-10-16,1-3-17 15,0-1-16-15,-1 0-22 16,-2-3 2-16,0-4 20 16,-1-2 33-16,0-2 18 0,-1 0 19 15,1 0-12-15,0 0-6 16,-1 0 7-16,0 3 3 15,2 0 1-15,-2 2 10 16,1 2-1-16,1 2-14 16,1 2-4-16,-2 0-3 15,-2 3-5-15,1 5-2 0,-1 2-1 16,-4 2-1-16,0 1 2 16,-1-1-1-16,0-1-2 15,-4 1 0-15,-2-4 0 16,-2 0-2-16,1-3-3 0,-3-3 6 15,2-2 0-15,1 0 1 16,2 0-1-16,1-5 1 16,3-1-2-16,1-3-2 15,0 2-1-15,7-1 5 16,1 0-4-16,0 2 2 16,1 1 3-16,1 2 0 0,-1 2 0 15,-1 1-1-15,-1 0-1 16,0 0 0-16,0 0-1 15,-2 4 0-15,0 0 0 16,-1-1-5-16,-1-1-14 16,-1 0-38-16,-1-2-30 0</inkml:trace>
  <inkml:trace contextRef="#ctx0" brushRef="#br0" timeOffset="187894.54">25015 6190 142 0,'0'0'9'0,"0"0"13"0,0 0-2 0,0 0 2 0,0 0-3 16,14 36-4-16,-12-21-6 16,1 4-3-16,0-2-2 15,0 0-2-15,-1-1-2 16,0-2 1-16,-1-2-1 15,-1-2-4-15,0-3-23 16,0-2-45-16,-5-3-54 0</inkml:trace>
  <inkml:trace contextRef="#ctx0" brushRef="#br0" timeOffset="188055.76">25025 6274 224 0,'0'0'7'0,"0"0"1"16,27-14 2-16,-16 13-6 16,0 1-3-16,0 0-11 0,-3 1-43 15,-3 3-43-15</inkml:trace>
  <inkml:trace contextRef="#ctx0" brushRef="#br0" timeOffset="188168.7">25115 6307 199 0,'0'0'18'0,"0"0"16"0,0 0-21 16,0 0-13-16,-7-36-53 15</inkml:trace>
  <inkml:trace contextRef="#ctx0" brushRef="#br0" timeOffset="-189617.82">10790 6891 170 0,'0'0'-7'0,"0"0"26"0,0 0-1 0,0 0-8 16,0 0 1-16,0 0-6 15,0 0 1-15,0 0-2 0,0 0-3 16,0 0-2-16,0 0 0 16,-31 19 0-16,20 1-2 15,-5 8 4-15,-2 6 1 16,-3 6-1-16,-4 4 0 15,-1 3-1-15,-2 2 1 16,-1 1-2-16,3-1 0 0,-3-2 0 16,2-3 3-16,0-1-1 15,0-1-1-15,-1-1 1 16,3-4-1-16,-4 0 0 16,4 0 2-16,1-4-1 15,3-2-1-15,6-3 1 0,2-3-1 16,6-2 0-16,4-7-20 15,3-6-77-15</inkml:trace>
  <inkml:trace contextRef="#ctx0" brushRef="#br0" timeOffset="-188907.95">11128 6996 62 0,'0'0'2'0,"0"0"0"0,0 0-1 0,0 0 8 0,0 0 4 15,10 33-1-15,-10-20-4 16,0 3-3-16,0 2 0 16,0 2-3-16,0 0 1 0,0 2-1 15,0-1-1-15,-1 1 2 16,-1-1 1-16,-2 1 0 15,3-1 0-15,-4-2 0 16,1 0-1-16,1-1 0 0,-1-1 0 16,1-4 1-16,2 1-1 15,-2-2 0-15,3-2-1 16,-2 0 1-16,2-3 0 16,0 0 2-16,0-2 2 15,5-1-3-15,2 1-1 16,0-3 5-16,4 0 2 15,1-1 2-15,3-1-3 0,-1 0-1 16,2 0-2-16,-1 0-1 16,2 0-2-16,0 0-1 15,-3-1-2-15,4-1 1 0,-4 2-1 16,3 0 0-16,-4 0-1 16,1 0-22-16,0 0-63 15</inkml:trace>
  <inkml:trace contextRef="#ctx0" brushRef="#br0" timeOffset="-188343.66">11668 7283 111 0,'0'0'4'0,"0"0"15"0,0 0 9 0,0 0-6 16,-7-28-11-16,-1 25-7 15,-2-2 3-15,-3 3-1 16,0 2-2-16,0 0-3 0,-1 0 4 16,-2 5-5-16,0 5 2 15,0 1-2-15,0 3 0 16,2-1 0-16,1 4 0 15,4-2 1-15,2 0-1 0,4-1 0 16,2-2 1-16,1-1-1 16,0-1-1-16,3-3-1 15,4-1 3-15,1-2 0 16,2-3-1-16,2 1 2 16,1-2 0-16,0 0 0 15,1-5 1-15,0-2-3 0,-3-1 1 16,1 0 0-16,-2-2-1 15,-2-1 1-15,-2 2-1 16,0-1 1-16,-2 2 0 16,-1 3 0-16,0 0 6 15,-3 3 5-15,0 0 4 0,0 2-9 16,0 0-8-16,0 0-2 16,2 2 1-16,-2 2 3 15,3 2 0-15,2 3 0 16,1-3-1-16,1 3 0 0,3-1 0 15,0-1-11 1,2-1-17-16,2-3-41 0,-1-3-25 16</inkml:trace>
  <inkml:trace contextRef="#ctx0" brushRef="#br0" timeOffset="-187753.99">11864 7257 193 0,'0'0'5'0,"0"0"0"0,0 0-2 0,0 0 1 15,0 0 0-15,29-29 3 16,-21 25 1-16,2 1 0 16,0 1-2-16,0 2-2 15,0 0-4-15,-2 0 1 16,1 0-2-16,-1 6-1 0,-2 3 1 15,-3 0 0-15,-2 3 0 16,-1 1-2 0,-3 2 1-16,-7 2 2 0,-1 1 0 15,-3-2-3-15,-1-1 5 16,-1-1-2-16,3-2 2 16,2-2-1-16,2-3-1 0,2-3 1 15,4-3 0-15,3 1 0 16,0-2-2-16,0 0 0 15,4 0 0-15,4 0 5 16,2-3-2-16,3-1 1 16,2 1-3-16,-1 2 1 0,3 0 0 15,-3 1 0-15,2 0-1 16,-3 2 0-16,-1 6 0 16,-2 1-1-16,-1 2 1 15,-4 1 0-15,-2-1-1 16,-3 4 0-16,0-2 1 0,-8-1-3 15,-3 1 5-15,-4-2 0 16,0-1-2-16,-4 0 1 16,0-2 0-16,2-2 1 15,-2-2 0-15,5-4 0 16,0 0 5-16,3 0-2 0,1-3 6 16,4-4-6-16,2-2-4 15,4-3-1-15,0-1-12 16,7-4-34-16,5-1-59 15</inkml:trace>
  <inkml:trace contextRef="#ctx0" brushRef="#br0" timeOffset="-187156.63">12114 7265 210 0,'0'0'2'16,"0"0"1"-16,0 0-4 0,0 0-1 0,0 0-1 0,0 0 0 15,0 0 5-15,0 0-1 0,0 0-1 16,8 31 0-16,-2-24 1 16,0 0-1-16,2-1 0 15,2-3 2-15,2-1 1 16,2-1 0-16,1-1 4 15,0 0-1-15,2-3-2 0,1-3-1 16,-4-2 0-16,1-1 1 16,-4 1 1-16,1-1 0 15,-2-2 1-15,-1 1-3 16,-3 1-1-16,-1 0-1 16,-1 3-1-16,-1 0 0 15,0 2 1-15,-3 2-1 0,0 2 0 16,2 0 1-16,-2 0-4 15,0 2-4-15,0 4 5 16,0 4 3-16,1 2 0 16,1 2-1-16,1 0 2 15,2 2-2-15,2-1 1 16,-2 0-1-16,2 0 0 0,-4-2 2 16,1-1-2-16,-1-1 0 15,-3-2 0-15,0 0 0 16,0-3-3-16,-5 0 0 15,-3 0 7-15,-4-2 1 16,-2 2-5-16,-3-2 7 0,0-1-5 16,-1 1 0-16,4-1-1 15,0-2 1-15,3 1-2 16,2-2 1-16,6 0-1 16,-2 0-6-16,4-2-47 0,1-6-111 15</inkml:trace>
  <inkml:trace contextRef="#ctx0" brushRef="#br0" timeOffset="-186513.98">12843 7296 110 0,'0'0'1'0,"0"0"0"0,0 0 0 0,0 0 1 0,0 0 4 15,0 0 5-15,0 0 3 16,0 0 8-16,0 0 6 15,30 9-10-15,-24-16-10 16,2-1-4-16,0-2-2 0,0-2 1 16,-1-2 1-16,0-2-2 15,-3-2 0-15,2-1-1 16,-4-3-1-16,0-3-4 16,1 0-7-16,-2-3 2 15,-1-1-3-15,0 2 0 16,0 0 7-16,0 3 4 0,-1 4 1 15,-4 2 1-15,1 3 5 16,-2 4 4-16,2 1-3 16,-2 6-6-16,0 3-4 15,-1 1-2-15,-3 0 0 16,1 10-2-16,-1 1 7 0,1 4 0 16,-1 3 0-16,2 2 0 15,1 2 0-15,1 1 0 16,2 0 0-16,2 0 2 15,2 0 3-15,0-3-1 16,0-2 0-16,5-1 1 0,3-1-1 16,3-1-1-16,-1-2 1 15,4 0 0-15,2 0-2 16,-1-2 1-16,2-1 0 16,4 1-2-16,0-3-1 15,2 0-3-15,1-4-47 0,-2-1-98 16</inkml:trace>
  <inkml:trace contextRef="#ctx0" brushRef="#br0" timeOffset="-186052.61">13199 7250 159 0,'0'0'2'0,"0"0"-1"0,0 0-1 0,0 0 1 16,0 0 1-16,0 0-2 16,30 10 0-16,-21-10 5 15,1 0 4-15,-1-3 1 16,1-2-1-16,-1-2-5 16,-1 1-1-16,-1-3 2 15,-1 1-3-15,0 0-1 0,-3 0 0 16,-3-2 1-16,0 3-1 15,0 0-1-15,-6 2-3 16,-3 0 3-16,0 4-1 16,-3 0 1-16,1 1 0 15,-3 0 0-15,-1 4 1 0,0 4-1 16,-1 2 1-16,2 3-1 16,1-2 1-16,1 1-1 15,5 0 1-15,1-2 0 16,4-1 3-16,2-1-2 15,0 0 0-15,5-2-1 0,4 1 3 16,4-2-3 0,3 0 2-16,3-2-1 0,2-1-1 15,3-1-1-15,0-1-16 16,1 0-29-16,3-3-19 0</inkml:trace>
  <inkml:trace contextRef="#ctx0" brushRef="#br0" timeOffset="-185250.71">13604 7187 167 0,'0'0'11'0,"0"0"20"16,0 0-19-16,0 0-11 0,0 0-2 0,-33-9-2 15,17 9 7-15,-1 3-3 16,-2 3 1-16,2 0-4 0,-2 3 4 15,1-1 2-15,5 2-2 16,-1 0-1-16,4 0 1 16,3 0 0-16,2-2-1 15,3 1 1-15,2-2-2 16,1-1 1-16,6-1 0 16,4-2 0-16,1-1 2 0,3-2-1 15,1 0 2-15,1 0-2 16,0-2-1-16,0-3 0 15,0-2 0-15,-2 1 0 16,0-2 0-16,-3 0 0 16,-4 1 2-16,-1 0-1 0,-1 2-2 15,-3 0 2-15,-2 1-1 16,-1 2 3-16,0 0 1 16,0 1-4-16,0 1 0 15,-1 0-3-15,-3 0 1 0,0 1 2 16,0 5-1-16,2 1 1 15,0 0-1-15,0 0 0 16,2-1 0-16,0 1 0 16,0-1 0-16,4-1 0 15,1-1-1-15,2-1 2 16,3 0-1-16,1-1 1 0,0-2 0 16,1 0 1-16,-1 0-2 15,2-2 1-15,-3-1 0 16,0-3-1-16,-2 0 1 15,0-2-1-15,-2 1 1 16,-2-1 2-16,-1 0-1 0,2-1 1 16,-4 0-2-16,2-1 0 15,1 2 1-15,-1 0-1 16,4 2-1-16,-1 0 1 16,2-1-1-16,0 4 0 15,2-1-1-15,0 2 2 16,-1 1-1-16,1 1-1 15,0 0 1-15,-1 0 0 0,1 0 0 16,-1 6 0-16,0-2-1 16,0 3 2-16,2-1-1 15,-4 0 0-15,0 0 1 16,-1 1-1-16,2-1-1 0,-2-1 2 16,1 0-2-16,0 1-6 15,1-2-13-15,2 0-16 16,0-2-41-16,0-2-3 15</inkml:trace>
  <inkml:trace contextRef="#ctx0" brushRef="#br0" timeOffset="-184741.05">14045 7171 112 0,'0'0'25'0,"0"0"24"0,0 0-25 0,0 0-8 0,0 0-3 16,0 0-11-16,0 0-3 15,0 0 0-15,0 0 1 16,0 0 0-16,0 0 0 16,0 0 1-16,24 28-1 0,-20-18 0 15,2-2 0-15,-2 0 1 16,0 1-1 0,1-3 0-16,-3 1 0 0,3-1 1 15,-4-2-1-15,1-1 0 16,-2 0 0-16,0-2-2 0,0-1 0 15,0 0 4-15,0 0 5 16,-3 0-6-16,-1-4 1 16,2-2 1-16,1-1 5 15,1 0-7-15,0-1 2 16,0-2-1-16,3 3-2 16,4-1-1-16,0 0 1 0,1 1-1 15,3 2 1-15,2-1-1 16,0 2 3-16,1 1-2 15,2 0 1-15,-1 0-1 16,0 3 1-16,-1 0-1 16,-2 0 1-16,-2 0-1 15,-2 4 1-15,0 2-1 0,-2 0 0 16,-2-1 0-16,-1 3 1 16,0 0-1-16,-2-1 0 15,1 0-2-15,-2 1-5 16,1-1-7-16,2-1-16 15,3-3-40-15,0-1-25 0</inkml:trace>
  <inkml:trace contextRef="#ctx0" brushRef="#br0" timeOffset="-184550.59">14382 7196 204 0,'0'0'21'0,"0"0"-12"0,0 0-9 0,0 0-2 16,0 0 2-16,0 0 0 16,0 0 2-16,0 0-2 0,0 0 0 15,12 31 0-15,-9-26 0 16,0 0-16-16,-1-3-57 16</inkml:trace>
  <inkml:trace contextRef="#ctx0" brushRef="#br0" timeOffset="-184377.86">14362 7116 241 0,'0'0'10'0,"0"0"4"16,0 0-12-16,0 0-12 15,0 0-35-15,0 0-44 16,0 0-11-16</inkml:trace>
  <inkml:trace contextRef="#ctx0" brushRef="#br0" timeOffset="-183782.51">14475 7182 184 0,'0'0'5'0,"0"0"-6"15,0 0-1-15,0 0-2 16,0 0 7-16,0 0 4 16,0 0 3-16,0 0 5 15,-4 3 3-15,4-3-4 0,0-1-1 16,0-2-6-16,0-2-1 16,1 0-4-16,4 1-2 15,2-2 0-15,2 2 1 16,1 0-3-16,1 2 3 15,-1 0-1-15,2 2 0 16,0 0 1-16,3 0-1 0,0 2 0 16,-3 2 0-16,0 2 0 15,0 1 0-15,-3-1 0 16,-3-1 0-16,0 0 0 16,-3-1-1-16,-1 0 1 0,-2-2-1 15,0 0 0-15,0-1 0 16,-5 0 1-16,-2-1 1 15,1 0 4-15,1 0-2 16,-2 0 2-16,4-1-1 16,-2-1 1-16,3-2 1 15,1 0-1-15,1 0-2 0,0-1 1 16,6-2-3-16,4 2-2 16,2-2 2-16,2 1-1 15,3 1-1-15,0 1 1 16,1 1 0-16,-1 3 0 15,0 0 1-15,1 0-2 0,-2 5 1 16,1 2 0-16,-1-1-2 16,1 2-3-16,-1-1-10 15,0 0 5-15,-2-2-7 16,2-1-1-16,-2 0-11 16,2-2-15-16,-1 0-7 15,1-2-7-15</inkml:trace>
  <inkml:trace contextRef="#ctx0" brushRef="#br0" timeOffset="-183132.59">14997 7191 7 0,'0'0'54'0,"27"-13"-13"0,-15 5-2 0,-2-1 2 0,0-3-7 0,-1 1-10 0,-1 0-5 15,-2 0-12-15,-2 0-3 16,-2 2 6-16,-2 1-4 16,0 3-7-16,-4 0 0 15,-5 4 0-15,-2 0-4 16,-2 1 5-16,-1 0-2 0,-1 4 5 15,0 6-2 1,3 0 0-16,2 1-1 0,2 1 0 16,3-1-1-16,3-2-1 15,2-1-2-15,0-4-3 16,0 0 1-16,3 0 4 16,3-3 2-16,1-1 3 15,3 0-1-15,0 0 0 0,0-5-1 16,1 0 1-16,-1-2 1 15,1 0 5-15,-2 0-3 16,-1-3 0-16,1 3-3 16,-4 1 0-16,2-1 1 0,-2 4-3 15,0 0 0-15,-2 2 0 16,2 1 0-16,0 0-2 16,0 2 2-16,0 5-1 15,2 1-1-15,-3 2 1 16,3 3 1-16,0 0 1 0,0 1-1 15,2 0 0-15,-1 1 1 16,0 2-1-16,-1-1 0 16,-1 2-1-16,-1-2 1 15,0 0 1-15,-4-1-1 16,-1 0-1-16,0-1 0 16,-4-2 1-16,-4 3-3 0,-4-3 3 15,-3-2-5-15,0-3 4 16,-1-3 0-16,2-2 3 15,-3-2 3-15,4 0 5 16,1-6 8-16,0 0-7 0,2-2 1 16,2-1-4-16,1 0-2 15,4-3-2-15,-1 2 0 16,4-2-1-16,0-1 0 16,8-2-2-16,9 1-5 15,4 0-19-15,9 0-26 0,0 0-28 16,2 1-132-16</inkml:trace>
  <inkml:trace contextRef="#ctx0" brushRef="#br0" timeOffset="-158186.79">11831 6768 9 0,'0'0'16'0,"0"0"9"0,0 0-12 0,-29-18-2 0,20 13-4 0,0 0-5 16,-1 1 0-16,2 0-1 15,-3 0 1-15,1 1 1 16,-3-1 1-16,1 1 0 15,-3 1-2-15,0 1 3 16,-2-2-1-16,0 3-1 0,-3 0-1 16,1 0-1-1,0 0 0-15,0 0 1 0,1 0-1 16,-1 0 1-16,-1 3-2 16,2 2 1-16,-3 0-1 15,0 1 0-15,1 1 1 16,-4 1-1-16,1 1-1 0,0 1 1 15,-1 1 0-15,-1 2-1 16,-1-1 1-16,2 1 0 16,-4 0 1-16,5 1-1 15,-2-1 0-15,2 0 0 16,3 0 0-16,0 1-1 0,0 0 0 16,3 3-1-1,-2-1 0-15,2 2 1 0,1 2 0 16,-1 0 1-16,2 2 1 15,-2 2 0-15,1 1-1 16,0 0 0-16,-2-1 2 16,3 1-2-16,-2-1 0 0,1-3 0 15,2 2 1-15,2-1 0 16,2-3-1-16,2 1-1 16,3 0 1-16,1-2 0 15,3 1 0-15,1 0 0 0,0-2 0 16,0 1 1-16,3-2-1 15,3 1 1-15,3-2-1 16,-1 0 0-16,2-1 1 16,3 1-1-16,0 0 1 15,2-1 0-15,-1 0 0 0,2-1 0 16,0 1-1-16,0-1 0 16,-1-1 1-16,3-1-2 15,1 0 2-15,1-1 0 16,1 0 2-16,3-2-1 0,0 1 0 15,2-1 0 1,0-1-1-16,2 3 0 0,-1-2 0 16,-3 1 0-16,0 0-1 15,-2-1 0-15,1 1 2 16,-1-3-2-16,1-1 0 16,1-1-2-16,4-1-1 0,-1-3 6 15,4 0-1-15,1 0 2 16,-1 0-2-16,1 0 0 15,1-2 0-15,2 0 1 16,1-1-2-16,0-2 1 16,2 1-1-16,2-2 0 15,0 1 2-15,1-2-3 0,-3 1 0 16,0 0 1-16,1-1-1 16,-2 2 0-16,-1 1 0 15,0 1 1-15,-2 0-2 16,-2 3 1-16,2 0 1 0,0 0-1 15,1 3 0-15,3 1 1 16,-1-1-1-16,2 0 2 16,2-3-2-16,1 0 1 15,2 0 0-15,1-6 0 16,-2-2 0-16,0-1 0 16,0 1-1-16,-2-2 1 0,-1 2 0 15,1 0 1-15,1 1 2 16,-1 0-2-16,2 0-1 15,0 1-1-15,1 2 2 16,-1 0-2-16,1-1 1 16,-1 3-1-16,0-1 1 0,0 0-1 15,-1 2 0-15,1-2 1 16,-1 3-1-16,2-3 0 16,3 3 1-16,-2-2-1 15,1 1 0-15,0-1 0 16,-2 1 1-16,0 0-1 15,-1 1-1-15,1-1 2 0,-3-1-1 16,4 2 0-16,1 0 0 16,1-1 2-16,0 1-2 15,2 0 0-15,-1 0 0 16,1 0 0-16,-4 1 1 0,2 2-2 16,-4-1 1-16,0-2 1 15,-1 2-2-15,-2-2 2 16,0 0-1-16,0 0 0 15,-1 0 5-15,-1 0 0 16,3-3 1-16,-1 1-2 0,2-2-1 16,0 1 0-16,-2 1-2 15,2-1-1-15,-2-1 1 16,-2 1 0-16,0 0 0 16,-3-2 1-16,2 2-2 15,-3-2 0-15,1 0 1 0,3-1-1 16,-4-1 0-16,1 0 0 15,-2-2 2-15,0 2-2 16,-2-3 0-16,-1 1 0 16,-3 0 1-16,-2-1-1 15,0-3 3-15,-2 1-2 16,-2-1 1-16,-3 0-1 0,-1-1 1 16,-2 1 0-16,-2 1 2 15,-3-1 2-15,-1 2 2 16,-3-1-3-16,-1-1 1 15,-1 2-1-15,-1-2-1 0,-3-1 0 16,0 2-1-16,0-2-2 16,0 0 0-16,0 0-1 15,-2-1 1-15,-1-2 2 16,-2-1-2-16,0 0 1 16,0-2-2-16,0 2 0 0,-2 0 1 15,1-2 0-15,-1 5 1 16,-3-2-1-16,0 1-1 15,0 1-1-15,-1 2 1 16,-2 0 1-16,0 1 0 16,-2 1-2-16,1 1 1 15,-2 0 1-15,1 2-2 0,-3-2 1 16,1 1-3-16,-3 0 7 16,-1-1-4-16,0 1 1 15,-3 1-2-15,-3 1 1 16,2 1-1-16,-5-1 0 15,2 4 1-15,-2-2-2 0,4 2 2 16,-3 0 2-16,1 1-4 16,1 0 2-16,-3 2 0 15,0-2 2-15,-2 2-2 16,-2 0 1-16,0 0-1 16,1 0 0-16,-2 0-1 0,0 0 2 15,1 0-2-15,-1 0 1 16,0 0 0-16,0 0 0 15,-1 0 1-15,1 0-1 16,-1 0 0-16,1 0 0 16,-1-1 0-16,0-1 0 0,-1 0 0 15,-1-1 0-15,0 0 0 16,1-1 0-16,0 1 0 16,-3 0 1-16,2 2-1 15,-2-1-1-15,2 2 2 16,-1 0-2-16,1 0 1 15,3 0-1-15,-3 0-1 0,2 0 2 16,0 0 0-16,0 0-1 16,-3 1 0-16,2 0-1 15,2 0 1-15,0-1 1 16,-1 0-1-16,2 0 1 0,0 0 0 16,-1-1 0-16,1-1 0 15,1-1 0-15,1 2 0 16,2-2 0-16,0 3-1 15,0-2 2-15,1 2-1 16,-2-1 0-16,1 1-1 16,0-1 1-16,1 1-1 0,-2-1 1 15,0 1 0-15,2 0-1 16,-4 0 2-16,1 0-2 16,0 0 2-16,0 0-1 15,-2 0 0-15,-2 0 0 0,0 0 1 16,-3 0-1-16,-2 0 0 15,-4 0-1-15,-4 0 2 16,-5 0-1-16,-8 2 0 16,-7 4-7-16,-7 4-24 15,-11 4-11-15,-8 2-31 0,-9-1-31 16</inkml:trace>
  <inkml:trace contextRef="#ctx0" brushRef="#br0" timeOffset="-145721.2">17296 8537 21 0,'0'6'6'0,"0"2"7"0,0 1 4 0,0 1-5 15,0 1-5-15,0-2 0 16,-1 2-3-16,-1-1 0 16,1 0 1-16,-1 0-1 0,2 0-1 15,-1 0 2-15,1 1-2 16,0 0 1-16,0 0-2 15,0-2 3-15,0 1-2 16,2-1 1-16,2-2 0 16,1-1 3-16,1-2 4 0,1-1-2 15,2-2 7-15,-1-1 6 16,4 0-8-16,1 0-7 16,1-4 0-16,2 0-4 15,-1-1-1-15,1 0-2 16,1 0 1-16,-3 2-1 0,0-1 0 15,0 1 2-15,-2 0-4 16,0-1-21-16,-1 0-73 16</inkml:trace>
  <inkml:trace contextRef="#ctx0" brushRef="#br0" timeOffset="-145165.62">17714 8562 101 0,'0'0'14'0,"0"0"1"0,0 0-3 0,0 0-5 0,-35-3-4 16,24 3 3-16,-1 5-3 15,0 1-2-15,0 1 2 16,0 2-3-16,1 1 1 16,1 2 1-16,1-1 0 15,2 0-1-15,4-2-1 16,2 1 2-16,1-3 0 16,0-1-1-16,0-1 1 0,3-1 3 15,2-1-5-15,0-2 2 16,3-1-1-16,1 0 1 15,-1 0 0-15,0 0-1 16,1-5 0-16,1 0 0 0,-2-2 1 16,1 0-2-16,-4 0 1 15,2 0 1-15,-2 0-2 16,-1-1 1-16,0 2 2 16,-2 3 3-16,-1-1 3 15,1 1 3-15,-1 3-3 0,0 0-5 16,0 0-4-16,1 0-1 15,0 0 0-15,1 1 1 16,0 3 1-16,1 1 0 16,2-2-1-16,0 1 1 15,1-1-1-15,0 0-4 0,2 0-13 16,-1-3-19 0,2 0-27-16,-1 0 2 0</inkml:trace>
  <inkml:trace contextRef="#ctx0" brushRef="#br0" timeOffset="-144609.15">17862 8553 100 0,'0'0'20'0,"0"0"13"0,0 0-12 16,0 0-5-16,0 0-3 16,0 0-2-16,0 0-9 0,0 0-2 15,0 0 0-15,0 0 0 16,-5 5 0-16,0 2 1 15,4 1-1-15,1 0 1 16,0-2-1-16,0 1 3 16,0-1-2-16,2-2 0 15,2 0-2-15,0-1 1 0,0-3 1 16,2 0-2-16,2 0 2 16,-1-1 0-16,1-4-1 15,1-1 0-15,-1-2 1 16,0 0-1-16,-1 1 0 15,-2 1 1-15,0 1-1 0,0 1 0 16,-4 1 1-16,1 3 1 16,0 0 0-16,0 0-2 15,1 0 0-15,-1 0-2 16,2 4 2-16,0 1 0 16,2-1 2-16,-1 1-2 0,1 0 0 15,-1-3 0-15,1-2 0 16,0 2 0-16,2-2 0 15,-3 0 1-15,2-2-2 16,1-3 4-16,-3-2 0 16,1 0 3-16,-2-2 3 15,-1 1 7-15,-1-1 0 16,-2 1-8-16,0 0-3 0,0 0 0 16,-2 1-3-16,-2 4-5 15,1 1 3-15,-1 2-6 16,0 0-12-16,1 0-16 15,-1 3-19-15,2-1-45 0</inkml:trace>
  <inkml:trace contextRef="#ctx0" brushRef="#br0" timeOffset="-143956.39">18098 8452 154 0,'0'0'5'16,"0"0"1"-16,0 0-4 0,0 0 3 0,0 0-5 0,0 0 0 16,0 0-1-16,0 0 1 15,0 0 1-15,0 0 4 16,0 0-3-16,29 27 1 16,-25-15-2-16,2 0 1 15,-2-1-1-15,2 0 1 0,-2-4 0 16,2 1-1-1,-2-3-1-15,2-2 0 0,-2-2 0 16,0-1 1-16,2 0-1 16,0-1 3-16,1-5 0 15,0-2-3-15,1-3 2 16,0-1 0-16,-2-1 0 0,2 0 3 16,0 0-3-16,-1 3 1 15,1 0 2-15,-1 2-1 16,-2 3-2-16,1 0-2 15,-3 3 1-15,1 1-1 16,-2 1-1-16,-1 0 0 0,-1 0-5 16,1 0 2-16,-1 0 0 15,0 0-1-15,0 0 2 16,0 3 2-16,0 1 1 16,0 1 0-16,0 1 0 15,0 2 0-15,0 1-1 0,0 1 2 16,0 3 1-16,-1 0-1 15,1-1 1-15,0 2 0 16,0-1-1-16,0-1 0 16,0 2 0-16,1-1-1 15,-1 0 0-15,0 0 1 0,0 0-2 16,-2 1 1-16,-6-3-6 16,1 1 7-16,-1-4 1 15,-2-1 2-15,1-3 0 16,0-2 3-16,0-2-1 15,1 0-1-15,4 0-3 0,-2 0 2 16,5-7-1-16,1-3-8 16,0-3-18-16,5-2-60 15</inkml:trace>
  <inkml:trace contextRef="#ctx0" brushRef="#br0" timeOffset="-143249.58">18373 8487 89 0,'0'0'-1'0,"0"0"2"0,0 0-1 0,0 0 0 16,0 0 2-16,0 0 6 15,0 0 6-15,0 0 3 16,0 0-3-16,0 0-5 15,0 0-1-15,23-31-4 0,-21 24-3 16,-1 0 1-16,0-1 0 16,1 3-2-16,-1-1 1 15,-1 3 1-15,0-1 7 16,0 3 4-16,0 0-3 16,-3 1-4-16,-1 0-6 0,1 0 1 15,-1 1-2-15,0 3 1 16,-2 0 0-16,2 4 1 15,1-3-1-15,-1 3 0 16,1 0 0-16,3 1 0 16,-1 0 0-16,0-1 0 0,1 1 0 15,0-1 1-15,0-1-1 16,0 0 0-16,1-1 1 16,1-1-2-16,2 0 1 15,1-2 0-15,-2-2-2 16,1 0 2-16,1-1 2 15,0 0-1-15,-1 0 0 0,0 0 0 16,2-3 0-16,-2-1-1 16,2-4 1-16,-2 3 0 15,2-3-1-15,0 1 0 16,-1-1 2-16,3 0-4 0,-2 1 4 16,0 0-2-16,-2 1 0 15,2 3 0-15,-4 0 1 16,1 2 1-16,0 1-1 15,1 0-1-15,-1 0-1 16,2 5 0-16,-1 1 2 0,2 1-1 16,-1-3 1-16,2 2 0 15,-1-3 0-15,1-1 0 16,1-2 0-16,-1 0 1 16,0 0 2-16,2-3-1 15,-1-5 0-15,2 0-1 16,1-2-2-16,-1-3-2 0,0-4-40 15</inkml:trace>
  <inkml:trace contextRef="#ctx0" brushRef="#br0" timeOffset="-136797.81">22868 8373 17 0,'1'0'4'0,"0"0"-1"0,1-1 0 0,-1 0-1 0,-1 0 2 16,1 1-3-16,-1 0 0 16,1 0-1-16,-1 0 1 15,1 0-1-15,-1 0 0 0,1 0 0 16,0 0 1-1,-1 0 0-15,0 0 2 0,0 0-2 16,0 0 2-16,0 0 4 16,0 0 24-16,0 0-8 15,0 0-16-15,0 0 1 16,0 0-5-16,0 0-2 0,0 2 0 16,0 1-1-16,0 2 1 15,-2 0 0-15,2 1-1 16,-1-1 1-16,1 1 0 15,0 0 2-15,0 1-1 16,0 0 0-16,0 0-1 0,0 2-1 16,0-1 1-16,0 3-1 15,0 0 0-15,0 1 0 16,0-1 0-16,1 2 1 16,2 0-1-16,0 0 0 15,-2-1 0-15,3-1 1 16,-1 2 0-16,2 0 1 0,-2-1 0 15,1 2-1-15,0 0 0 16,-1 1 0-16,2 0 0 16,-3 2 0-16,1 1 1 15,2 1 0-15,-4 1 2 16,1 2-2-16,-1 0 0 0,1 1 0 16,-2-1 1-16,1 0 1 15,-1 1-1-15,2-2-1 16,-1 0 0-16,-1 1-1 15,1 0 1-15,-1 3-1 16,2 1 1-16,-1-1-2 16,1 2 1-16,-2 1-1 0,1 0 0 15,0-2 1-15,0 3-1 16,0-1 0-16,-1 2 1 16,0 0-1-16,1 0 1 15,-1 3-1-15,2-3 0 0,-2-1 0 16,1 1 0-16,0-3 0 15,-1 0 0-15,1-1 0 16,-1 0 0-16,0 1 0 16,0 0 0-16,0-1 0 15,0-1-2-15,0-3 0 0,-2-2-7 16,0-3-19-16,0-6-24 16</inkml:trace>
  <inkml:trace contextRef="#ctx0" brushRef="#br0" timeOffset="-135780.08">22888 8373 34 0,'-3'-3'23'0,"0"0"-9"0,0 0 3 0,2 1-5 0,0-1-4 16,1 1 0-16,0-2 0 15,2-1-2-15,4 1 1 16,1-1 2-16,2 1 4 16,0-1-7-16,2 0-3 0,2 2 0 15,1 0-1-15,2-1-2 16,1 1 1-16,3 0-1 15,1 0 1-15,2-1-1 16,2 1 1-16,2 1 0 0,0-1 0 16,2 1 0-16,1-1-1 15,0 1 1-15,2-1 2 16,2 1 2-16,-1-1 2 16,2 1-1-16,0-1-1 15,2 1 0-15,0-1-1 16,2 1 2-16,0 1-1 0,1-1 0 15,1 1-2-15,-2-1-2 16,2 0 1-16,0 1-1 16,-1-1-1-16,1 0 1 15,-1-1 0-15,-2 0 0 0,0 0 0 16,-4 1 0-16,-2 0 0 16,-1 0 2-16,0 1 1 15,-2 1-1-15,-1 0 0 16,1-2-2-16,-3 2-1 15,-1 0 1-15,-2 0-1 0,1 0 0 16,-4 0 2-16,0 0-2 16,2 0 0-16,-4 0 0 15,0 0-2-15,1 0 2 16,-1 0-3-16,-1 2-15 16,-1 0-30-16,1-1-13 15,0-1-6-15</inkml:trace>
  <inkml:trace contextRef="#ctx0" brushRef="#br0" timeOffset="-134755.05">24437 8251 102 0,'0'0'6'0,"0"0"5"15,0 0-8-15,0 0 0 0,0 0-3 16,0 0 3-16,0 0 2 16,34-4-1-16,-23 1 0 15,1 3 7-15,-1-1-4 0,3-1-5 16,0 2-2-16,0 0 1 16,-1 0-3-16,0 0 3 15,2 0-1-15,-2 0 0 16,2 0 0-16,-2 0 1 15,1 0-1-15,1 0-1 0,0-1 2 16,0 1-1-16,-2-1-3 16,1 1 2-16,-3 0 0 15,3 0 2-15,-6 0-1 16,1 0 1-16,-2 0 0 0,-3 0 0 16,2 0 0-16,-3 0-1 15,0 0 1-15,-2 0-1 16,1 0-2-16,0 4 0 15,-2 1 1-15,0 1 3 16,0 3 0-16,0 0-1 16,0 3 1-16,0 1-2 0,0 2 1 15,0 1 0-15,0 3-1 16,0 1 0-16,0 1 1 16,0-1-2-16,0 3 2 15,0-1-1-15,0-1 0 16,3 1 2-16,0-3-2 0,1 0 0 15,-1-1 1-15,1-2-1 16,-1-1 1-16,-1 3-1 16,1-3 1-16,-1 3-1 15,2 2 0-15,-4 0 1 0,0 0 0 16,0 2-1-16,0 2 0 16,-6 1 1-16,1 1-1 15,2 2 0-15,-3 1 0 16,1 0 1-16,2-2-2 15,1 1 2-15,0-2-1 16,-1 3 0-16,3-2 1 16,-3 1 0-16,2-3 0 0,0 3-1 15,-1-3 2-15,0 0-2 16,0-1 0-16,0-1 0 16,-1 0 0-16,1-1 0 15,1-2 0-15,0-2 1 16,1 1 1-16,0-1 2 0,0-2 3 15,0 4-2-15,0-2-1 16,0 2 1-16,0 1-1 16,0 2 0-16,0 1 1 15,0 0-3-15,0 0-1 0,0 0 0 16,0 0 0 0,0 0-1-16,0 0 0 0,0 0 0 15,-2-3-1-15,-5-1-10 16,-2-4-56-16,-1-5-82 15</inkml:trace>
  <inkml:trace contextRef="#ctx0" brushRef="#br0" timeOffset="-133569.78">22916 9772 48 0,'8'0'2'0,"0"2"-2"0,1-1 1 16,0-1 1-16,2 1 3 0,0 1 1 15,1-1 5-15,0 0 3 16,2 1-2-16,2-2 1 16,-2 2-1-16,4-2 0 15,-1 1 0-15,3-1-1 0,0 2-2 16,1-1 0-16,4 1 5 15,-1 0-4-15,3 0-2 16,1 0-6-16,2 0-1 16,0 0 0-16,0 0-1 15,1-2 0-15,-2 2 1 0,0 0-1 16,2 0 0-16,1-1 0 16,1 2 1-16,1-2-1 15,2 1 1-15,-2 0-1 16,2-2 0-16,0 0 0 15,0 2-1-15,0-2 1 0,0 0 1 16,-1 1-1-16,-2-1 0 16,-2 0 0-16,-1 2 0 15,-2-2 0-15,-2 0 0 16,0 0 1-16,-1 0-1 16,1 0 0-16,-1 0 0 0,0 0 0 15,-1 0 0-15,0 0 2 16,2 0-2-16,-2 0-2 15,1 0 4-15,-1 0-4 16,0-2 0-16,1-1 2 16,0 2 0-16,0 0-1 15,0-1 1-15,-1 1 0 0,2 1 0 16,-2-2 1-16,-1 2-1 16,-1-1-1-16,2 1 2 15,0-1-1-15,0 0-1 16,0-1 1-16,1 1-2 15,-1-1-1-15,-2 2 3 16,-1-2 0-16,-3 0 0 0,-3 1-5 16,-1-1-10-16,-5-1-30 15,-2-2-64-15</inkml:trace>
  <inkml:trace contextRef="#ctx0" brushRef="#br0" timeOffset="-130697.16">22973 8746 37 0,'7'-3'9'0,"-1"2"9"0,-1-1 0 0,1 0-5 0,0-1-2 16,0 3-2-16,0-3-2 15,1 2-2-15,-1-1 0 16,1 1-1-16,0 1-2 16,1-3-1-16,1 3 0 0,0 0-1 15,-2-1 0-15,2 1 0 16,-1-1 0-16,-1 1 1 16,-1 0-1-16,-1 0 0 15,1 0 0-15,-2 0 0 16,-2 0 1-16,0 0-1 15,0 0 0-15,0 0 0 0,0 0 0 16,-2 0 0-16,0 0-1 16,0 0-1-16,0 1 1 15,0 2 1-15,0 2-2 16,-3 1 10-16,0 2-5 16,0 1-1-16,0 2-1 0,1 2 0 15,2 1 2-15,0 2-2 16,0 2 1-16,0 1-2 15,0 0 2-15,0 3-1 16,0 1-1-16,0 3 0 16,0 2 1-16,0 1-1 0,1 2 0 15,1 0 0-15,-1 2 1 16,0 2-1-16,-1 1 0 16,1 2 0-16,0 2 1 15,-1 1 1-15,0-1-2 16,0-2 0-16,0-3 0 15,0-3 0-15,0-3 0 0,0-6 0 16,0 1 0-16,0-5 0 16,0-3 0-16,-3-1 1 15,-1-5 1-15,0 0 2 16,-1-2 1-16,-1-1 1 0,-3 0-2 16,0-1-3-1,-1-1 1-15,-1 0 0 0,-1-2 2 16,0 1 1-16,0-1-2 15,-1 0-1-15,0-1-2 16,2-1-1-16,0-1-4 0,2 0-11 16,0 0-10-16,0-5-3 15,3-4-19-15</inkml:trace>
  <inkml:trace contextRef="#ctx0" brushRef="#br0" timeOffset="-130255.68">22947 8963 66 0,'0'0'43'0,"0"0"-42"0,35-7-1 0,-18 4 0 0,1-2-7 16,2 0-15-16,-2 0-1 15,1 3 3-15,-1-1 17 16,-3 1 3-16,-1 1-1 15</inkml:trace>
  <inkml:trace contextRef="#ctx0" brushRef="#br0" timeOffset="-130028.62">22943 9083 242 0,'0'0'-4'16,"0"0"7"-16,0 0-3 16,28-9 3-16,-13 5-2 0,1-1 1 15,1 3-2-15,-2-1 1 16,1 2-1-16,-2 1 0 16,0 0-7-16,-3 0-24 15,-5 0-52-15</inkml:trace>
  <inkml:trace contextRef="#ctx0" brushRef="#br0" timeOffset="-129812.3">22959 9247 199 0,'0'0'7'15,"0"0"-5"-15,0 0-6 16,0 0 8-16,0 0 0 15,0 0 0-15,0 0 6 16,0 0 1-16,41 7-4 16,-25-7-2-16,1 0-3 0,-1 0-2 15,-3 0-26-15,-3 0-89 16</inkml:trace>
  <inkml:trace contextRef="#ctx0" brushRef="#br0" timeOffset="-129658.99">22955 9465 200 0,'0'0'4'0,"0"0"-5"16,0 0-3-16,0 0 7 0,27-6-3 16,-10-3-11-16,3-7-54 15</inkml:trace>
  <inkml:trace contextRef="#ctx0" brushRef="#br0" timeOffset="-128538.98">23085 8724 63 0,'0'0'10'0,"0"0"-7"0,32 0 4 15,-16 0 2-15,4-1 8 16,1-2 3-16,5-1-1 0,3 0-7 16,1 0-4-16,3-1 0 15,1 1-1-15,3-2-2 16,0 1 0-16,3-1 3 15,2 1-3-15,3 1 3 16,3-2 0-16,3 3-3 16,2-3-1-16,1 4-1 15,1-2-1-15,0 2-1 0,-1-1 0 16,1 2-1-16,0-2 0 16,-3 1 1-16,1 0 0 15,-1 0-1-15,0-1 1 16,-3 3 0-16,-2-1 0 15,-4 1 0-15,-3 0-1 0,-3 0 0 16,-7 0 1-16,-4 0 1 16,-6 0-2-16,-5 0 0 15,-5 0 0-15,-4 0 0 16,-5 0 0-16,-1 0-3 0,-1 0-12 16,-14 0-47-16</inkml:trace>
  <inkml:trace contextRef="#ctx0" brushRef="#br0" timeOffset="-128112.58">23414 8306 25 0,'0'0'66'0,"0"0"-63"0,0 0 6 0,2 31 11 16,-1-16-6-16,1 3 1 15,-2 3-1-15,1 4-6 16,0 2-4-16,1 2-3 16,0 0 0-16,2-2-1 15,-3-2 0-15,2-2-1 16,0-3-1-16,0-5-3 0,-1-2-14 15,1-5-5-15,1-4-15 16</inkml:trace>
  <inkml:trace contextRef="#ctx0" brushRef="#br0" timeOffset="-127777.65">23645 8345 157 0,'0'0'3'16,"0"0"4"-16,0 0-1 15,0 0-5-15,0 0 1 0,0 0-1 16,0 0 2-16,16 37 5 15,-13-15 3-15,0 5-4 16,1 1-2-16,2 0-4 16,-2-1 0-16,2-1 0 15,-3-5-1-15,2-3 0 16,0-3 0-16,0-2-1 0,1-2-3 16,-1-3-18-16,2-4-25 15,0-3-35-15</inkml:trace>
  <inkml:trace contextRef="#ctx0" brushRef="#br0" timeOffset="-127491.65">23954 8299 125 0,'0'0'59'0,"0"0"-57"0,0 0-1 16,0 0 0-16,3 45 1 15,-3-22 1-15,0 5 2 16,0 2-3-16,0 1-1 16,-1 0-1-16,0-1 0 15,1-5 0-15,0-2 0 16,0-5-1-16,1 0-4 15,4-7-49-15,1-4-23 0</inkml:trace>
  <inkml:trace contextRef="#ctx0" brushRef="#br0" timeOffset="-127257.55">24350 8363 224 0,'0'0'2'15,"0"0"0"-15,0 0 1 16,23 34-2-16,-17-15 1 16,-4 3-1-16,-1 3 0 15,0 1-2-15,-1-2-3 0,0-2-25 16,-4-4-46-16</inkml:trace>
  <inkml:trace contextRef="#ctx0" brushRef="#br0" timeOffset="-126780.79">23377 8497 82 0,'43'0'10'0,"3"-6"11"0,4 0-2 16,5 0 0-16,2-1 4 16,2 0-5-16,0-1 3 15,-1 3-6-15,-2-1-4 16,-1 3-2-16,-4 0-6 15,0 1-1-15,-2 0-1 0,0 2 0 16,-2-1 0-16,-4 1-1 16,0 0 0-16,-7 0 0 15,-3 0 0-15,-7 0 0 16,-2 0-5-16,-5 0-10 0,-5 0-8 16,-5 0-25-16,-3 0-14 15</inkml:trace>
  <inkml:trace contextRef="#ctx0" brushRef="#br0" timeOffset="-126589.14">24350 8476 210 0,'0'0'0'16,"35"0"9"-16,-11 0-2 15,4 0-5-15,-1-2-1 16,3 2 1-16,0 0-2 0,0 0 0 15,-3 0 1-15,-4 0-2 16,-3 6-5-16,-7-2-42 16,-7-1-87-16</inkml:trace>
  <inkml:trace contextRef="#ctx0" brushRef="#br0" timeOffset="-126026.42">22886 8397 109 0,'0'0'5'0,"0"0"-4"0,0 0-1 16,30 0 2-16,-19 0 1 16,3 0 2-16,2 0-1 15,3-2 1-15,2 0-2 0,4 1 1 16,3-1-1-16,7 0-1 15,4 0-2-15,5 0 0 16,4 0-1-16,3 1 0 16,2-2-1-16,2 1 1 15,1-1 1-15,1 1 0 16,2-2 0-16,3 1 1 0,1-1 1 16,1 1-2-16,-3-1 0 15,-3 0-25-15</inkml:trace>
  <inkml:trace contextRef="#ctx0" brushRef="#br0" timeOffset="-125566.05">22950 8583 82 0,'0'0'2'0,"49"-10"0"15,-15 3 0-15,6 2-2 0,8-3-7 16,4 0-12-16,3 1 16 16,2-1 4-16,0-1-1 0,0 0-1 15,-3-1-43 1</inkml:trace>
  <inkml:trace contextRef="#ctx0" brushRef="#br0" timeOffset="-125157.78">24118 8330 110 0,'0'0'3'0,"27"0"-2"0,-10 0-1 0,2 0 0 0,-1 0-4 16,2 0-4-16,1 0 5 0,1-2-2 16,3 0-3-16,1 0-25 15</inkml:trace>
  <inkml:trace contextRef="#ctx0" brushRef="#br0" timeOffset="-124977.78">24552 8302 127 0,'0'0'7'16,"0"0"10"-16,0 0 7 0,0 0-8 15,28 0-11-15,-21 0-3 16,1 0-2-16,2 0 0 15,0 0 0-15,-1 3-20 16,-1-2-37-16</inkml:trace>
  <inkml:trace contextRef="#ctx0" brushRef="#br0" timeOffset="-124460.24">23178 8465 100 0,'0'0'7'0,"0"0"-2"0,17 39 0 0,-11-22-1 16,-2 2-3-16,0 2-6 15,-4-1-13-15,0 0-4 16,0-1 3-16,0 0 12 16,0-6-4-16,0-1-5 0</inkml:trace>
  <inkml:trace contextRef="#ctx0" brushRef="#br0" timeOffset="-124062.84">23249 8388 137 0,'0'0'-4'16,"5"30"8"-16,-1-10-1 15,2 1 3-15,0 3-4 16,2 0-1-16,-1 0 0 16,3 0-1-16,-4 0 0 15,0 0-1-15,-1-3-18 16,-1-1-49-16</inkml:trace>
  <inkml:trace contextRef="#ctx0" brushRef="#br0" timeOffset="-123847.81">23571 8568 218 0,'0'0'-5'0,"0"0"8"15,0 0-9-15,0 0 1 16,0 0-38-16,0 0-43 16</inkml:trace>
  <inkml:trace contextRef="#ctx0" brushRef="#br0" timeOffset="-122888.1">24337 8682 83 0,'0'0'17'0,"0"0"-9"0,0 0 5 0,0 0-7 16,0 0-5-16,0 0 0 16,0 0 0-16,0 0-1 15,21 31 2-15,-19-24-1 0,-1 3 0 16,-1 0-1-16,0 2 2 15,0 2 0-15,0 3-1 16,0 1 1-16,-1 4-1 16,1 2-2-16,-2 1 2 15,1 1-2-15,-1 2 2 16,0 1-1-16,-1 0 2 0,-1 2-2 16,1-1 0-16,0 1 1 15,1-1-1-15,0 0 0 16,-1 0 0-16,1 0-1 15,0 0 1-15,2 1 1 0,0-1-1 16,0-1 0-16,0 1 0 16,0-3 0-16,0 1 1 15,3-2-1-15,-2 2 0 16,-1-2 1-16,1 3-1 16,0 0 1-16,-1-1 1 15,0 2 3-15,0-2 1 0,0 0-2 16,-1-1-3-16,0 0-1 15,0-3 1-15,1-1-1 16,0 0 0-16,0-4 0 16,0-2 0-16,4-3 0 0,-1-3 1 15,0-1-1-15,1-2 0 16,0-3 2-16,-1-2-4 16,-1-2 2-16,2-1-3 15,0-1-8-15,-1-7-17 16,2-5-84-16</inkml:trace>
  <inkml:trace contextRef="#ctx0" brushRef="#br0" timeOffset="-122254.72">24405 8885 124 0,'0'0'8'0,"0"0"-2"15,0 0-6-15,0 0 1 0,0 0 2 16,0 0 4-16,0 0 4 16,0 0-3-16,0 0 4 15,0 0-3-15,0 0-6 16,0 0-2-16,0 0 1 0,26-2-1 15,-15 1 2-15,1-3-2 16,5 1 0-16,2 0 1 16,4-2-1-16,1 2 0 15,5-1 2-15,1 1-2 0,3 1 3 16,2-1-2-16,-1 3 0 16,-3 0-2-16,-3 0 0 15,-5 0-1-15,-6 2-11 16,-7 2-26-16,-6 0-41 15</inkml:trace>
  <inkml:trace contextRef="#ctx0" brushRef="#br0" timeOffset="-121960.59">24367 9064 94 0,'0'0'6'16,"0"0"11"-16,42 0-1 16,-21 0-7-16,3-1-4 15,0-1 2-15,3 1 4 16,2-1-1-16,4 2-1 15,-1 0 0-15,2 0-4 0,-3 0-4 16,0 0-1-16,-7 0-13 16,-7 1-44-16</inkml:trace>
  <inkml:trace contextRef="#ctx0" brushRef="#br0" timeOffset="-121685.24">24402 9219 113 0,'0'0'17'0,"0"0"-13"15,0 0 11-15,0 0-1 16,43-4-3-16,-22 1-1 15,0 0-4-15,5 0 3 0,-1 1-4 16,2 0-3-16,0 1-2 16,0 1 0-16,-2 0-2 15,-4 0-15-15,-3 0-28 16,-6 1-25-16</inkml:trace>
  <inkml:trace contextRef="#ctx0" brushRef="#br0" timeOffset="-121428.04">24389 9463 135 0,'0'0'0'0,"0"0"10"16,0 0-2-16,0 0 1 0,34 8 1 15,-16-8-2-15,2 0 2 16,0 0 3-16,4 0-3 16,2-1-6-16,3-1-3 15,3 1-1-15,0-1-6 16,0 2-24-16,-2-2-36 16</inkml:trace>
  <inkml:trace contextRef="#ctx0" brushRef="#br0" timeOffset="-120966.77">24436 8733 114 0,'0'0'8'0,"0"0"-8"0,0 0 7 0,0 0 13 15,0 49 3-15,-1-23-7 16,-1 6-5-16,1 5-5 16,-2 4-3-16,1 2-3 0,0 0 0 15,-2-1-2-15,0-3-1 16,0-1-5-16,2-7-10 15,0-3-1-15,2-4 0 16,0-4 8-16,0-3-5 16,0-6-18-16</inkml:trace>
  <inkml:trace contextRef="#ctx0" brushRef="#br0" timeOffset="-120653.89">24549 8918 42 0,'0'0'72'0,"0"0"-61"16,0 0 13-16,0 0-18 15,0 0-7-15,0 0 4 16,-3 33-2-16,-2-9 3 0,1 4 5 16,1 2-3-16,0 2-3 15,1-4-3-15,1-3 2 16,1-1-2-16,0-3-3 16,0-5-18-16,0-3-15 15,0-3-7-15</inkml:trace>
  <inkml:trace contextRef="#ctx0" brushRef="#br0" timeOffset="-120355.05">24680 8888 163 0,'0'0'0'15,"0"0"5"-15,1 45 2 16,-1-20-4-16,0 5-2 16,0-1 0-16,0 2-1 15,0-5 0-15,0-2 2 16,0-4-2-16,0-3-2 0,0-4-1 15,-3-3-20-15,-1-4-18 16,4-4-62-16</inkml:trace>
  <inkml:trace contextRef="#ctx0" brushRef="#br0" timeOffset="-119978.41">24480 8656 78 0,'0'0'3'0,"0"0"8"15,0 0 16-15,0 0-7 16,0 0-8-16,0 0-10 16,0 0 0-16,36-16 4 15,-18 15-4-15,5-1 0 16,1 1-2-16,3-1 0 15,3 1 0-15,-1 0-12 0,-1-2-25 16,-4-2-46-16</inkml:trace>
  <inkml:trace contextRef="#ctx0" brushRef="#br0" timeOffset="-119735.66">24571 8629 54 0,'0'0'5'16,"0"0"7"-16,-17 44 3 0,10-23-11 15,1 0-3-15,1 1-5 16</inkml:trace>
  <inkml:trace contextRef="#ctx0" brushRef="#br0" timeOffset="-104792.9">24612 8347 24 0,'0'0'9'0,"0"0"17"0,0 0-4 0,13-30-6 16,-9 25-7-16,-1 0 4 15,-2 3 3-15,3 1 3 16,-4 1 1-16,0 1-20 15,0 9 5-15,0 3-4 16,0 6 4-16,0 2-4 0,0 4 1 16,0 3-2-16,0-1 0 15,0-1-1-15,0 1-2 16,-2-3-14-16,1-2-17 16,1-4-27-16</inkml:trace>
  <inkml:trace contextRef="#ctx0" brushRef="#br0" timeOffset="-104672.89">24664 8615 170 0,'0'0'-3'0,"0"0"3"0,-29 31 0 16,15-13-8-16,-1-1-72 16</inkml:trace>
  <inkml:trace contextRef="#ctx0" brushRef="#br0" timeOffset="-103697.39">23110 9608 61 0,'0'0'5'0,"0"0"15"0,0 0 1 0,0 0-3 0,0 0-5 16,0 0 1-16,0 0-7 15,0 0-5-15,0 0 2 0,0 0-1 16,0 0-1-16,-18 42-1 16,15-19-2-16,-1-3-3 15,-3-2-34-15</inkml:trace>
  <inkml:trace contextRef="#ctx0" brushRef="#br0" timeOffset="-99706.2">23601 9600 120 0,'4'0'1'0,"1"-5"1"0,1-2-1 0,3 2 0 0,-1-2 0 16,1 0-1-16,0 1-32 15</inkml:trace>
  <inkml:trace contextRef="#ctx0" brushRef="#br0" timeOffset="-98966.35">23669 10474 77 0,'0'0'18'0,"0"0"12"16,0 0-4-16,0 0-4 16,0 0-3-16,0 0 1 0,0 0-8 15,0 0 3-15,-11 18 2 16,11-18 5-16,-1 0-10 15,1 0-5-15,0 0-1 16,0 0-3-16,0 0-2 16,0-1 0-16,0-3 0 0,-3-2-1 15,3-1 1-15,-3-3 8 16,2-1-5-16,0-3-1 16,-1-2 1-16,0-4-4 15,0-1-3-15,1-3-1 16,0 0-3-16,0 0 1 0,0 0 2 15,-1 2 2-15,0 1 2 16,-1 3 0-16,0 1 1 16,0 0-1-16,-1 0 1 15,1 0-1-15,0 0 1 16,-1 1-1-16,1 0 0 0,0 1-1 16,2 0 2-16,-2 3-1 15,1 0 0-15,1 4-1 16,-2 0 2-16,2 4-2 15,-2 1 2-15,3 0 0 16,-2 3-1-16,0-1 0 0,2 1 1 16,0 0 0-16,-1 0-5 15,-1 1 2-15,2 4 0 16,-4 0 2-16,1 3 1 16,-1 2-1-16,1-1 0 15,-1 0-1-15,-2 0 1 0,0 1 0 16,-2-1 0-16,-1 1 0 15,-2-1-3-15,-1 1-17 16,0-2-21-16,1-3-36 16,0 0 8-16</inkml:trace>
  <inkml:trace contextRef="#ctx0" brushRef="#br0" timeOffset="-98781.77">23471 10092 188 0,'0'0'3'0,"0"0"11"0,25-8-3 0,-9 5 1 16,2-2-5-16,2 0-5 15,1 2-1-15,3-2 0 16,-3 0-1-16,2 2 0 16,0-1-1-16,-3 1-31 0,0 0-108 15</inkml:trace>
  <inkml:trace contextRef="#ctx0" brushRef="#br0" timeOffset="-98244.05">23609 10834 202 0,'0'0'21'0,"0"0"-4"0,0 0-5 0,0 0 0 16,0 0-4-16,0 0 3 15,0 0 0-15,0 0-6 16,0 0-5-16,-26-24-2 0,17 32 0 15,-1 5 6-15,1 3-1 16,1 5-1-16,1 1 0 16,1 3 0-16,5 0-2 15,1-2 1-15,0-1 1 16,0-4 0-16,5-2-2 0,2-3 0 16,1-4 0-16,0-4 0 15,3-4-3-15,2-1-2 16,1-5-12-16,0-8-26 15,0-4-89-15</inkml:trace>
  <inkml:trace contextRef="#ctx0" brushRef="#br0" timeOffset="-97613.74">23724 10699 119 0,'0'0'25'0,"0"0"-18"16,0 0-5-16,0 0 8 15,0 0 6-15,0 36 1 16,0-21-3-16,0 5-2 15,0-1-2-15,0 3-1 16,0 1 3-16,0 2-1 16,0-1-4-16,2-2-1 0,2-1-1 15,-1-3 1-15,1-2-1 16,1-2-1-16,0-3 3 16,1-2-5-16,-2-2 3 0,2-2-4 15,-1-2-3-15,1-1 4 16,1-2-2-16,-2 0 1 15,1 0 2-15,-2-2-1 16,1-4 0-16,-1-1 0 16,-1-1 0-16,1-1-1 0,-1 1 1 15,0-2 1 1,0 0-3-16,-1-1 1 0,0 1-1 16,0 0 0-16,1 0 0 15,-3 3 0-15,2 1 0 16,-2 3 1-16,0 1-1 15,1 1 0-15,-1 1 0 0,2 0-1 16,-1 2 0-16,1 5 2 16,1 1 1-16,1 3 0 15,0 0 1-15,1 0-2 16,1 1 1-16,0-4-2 16,2-1 1-16,1 0-1 0,-2-3-1 15,1-2 0-15,1-2-2 16,0 0-7-16,-2-7-19 15,-1-3-22-15,-2-3-97 16</inkml:trace>
  <inkml:trace contextRef="#ctx0" brushRef="#br0" timeOffset="-97463.61">23918 10814 145 0,'0'0'103'0,"0"0"-72"0,0 0-4 0,0 0-20 0,0 0-5 15,-26-29-4-15,26 25-6 16,0 1-20-16,0 0-17 16,0-1-52-16</inkml:trace>
  <inkml:trace contextRef="#ctx0" brushRef="#br0" timeOffset="-97085.59">23973 10914 146 0,'0'0'5'0,"0"0"15"15,0 0-8-15,0 0-2 16,0 0-5-16,0 0 6 16,30-1 7-16,-26-7-5 15,-2-2-5-15,1 0-2 16,1-1-4-16,-2 1-1 0,-1-1-1 15,-1 3-1-15,0-1 2 16,0 5-1-16,0 0 0 16,-5 2 0-16,0 2 0 15,-2 0 7-15,2 2-3 16,-2 6-1-16,0 3 0 0,2 2-1 16,1 2-1-16,1 0 0 15,1 0 0-15,2-2 0 16,0-1 1-16,6-1-3 15,1-1 0-15,2-3 0 16,0-1-7-16,0-4-8 16,1-2-27-16,-1 0-61 0</inkml:trace>
  <inkml:trace contextRef="#ctx0" brushRef="#br0" timeOffset="-96648.2">24083 10870 177 0,'0'0'19'16,"0"0"-1"-16,0 0-17 16,0 0 2-16,0 0-2 15,0 0 3-15,0 0 1 0,0 0 3 16,0 0 0-16,18 36 0 16,-14-24-5-16,0-1-1 15,2 0-1-15,-2-1-1 16,0-2 0-16,-1-2 0 15,0-2-1-15,-1-2 0 16,-2-1-1-16,0-1 0 0,0 0 4 16,0-3 1-16,0-4-2 15,0-1-1-15,0-4 1 16,2 1-1-16,0 0-1 16,1 0 0-16,1 3 2 0,-1 2-1 15,0 1 7-15,2 1-3 16,-1 3-3-16,3 0 1 15,-3 1 0-15,2 0-1 16,0 0-1-16,-1 0 2 16,1 4-1-16,0 3 0 0,0-1 0 15,0 2-1-15,1-1 0 16,-2 1-3-16,1-3-8 16,-1-1-13-16,-1-2-19 15,0-2-49-15</inkml:trace>
  <inkml:trace contextRef="#ctx0" brushRef="#br0" timeOffset="-96371.73">24265 10783 187 0,'0'0'26'0,"0"0"-11"0,0 0-12 0,0 0 14 16,0 0 2-16,2 33-7 0,1-20-1 16,1 2-2-16,-1-2-1 15,0 2-2-15,1-2-2 16,0 1-4-16,-1-3 0 16,-2-1 0-16,2 0-4 15,-2-4-8-15,-1-1-15 16,0-3-16-16,0-1-29 0,-4-1-16 15</inkml:trace>
  <inkml:trace contextRef="#ctx0" brushRef="#br0" timeOffset="-96232.02">24249 10909 218 0,'0'0'43'16,"0"0"-42"-16,0 0 1 15,0 0 9-15,0 0-9 16,46-27 0-16,-20 15-1 15,4-1-2-15,4-5-10 16,1-2-131-16</inkml:trace>
  <inkml:trace contextRef="#ctx0" brushRef="#br0" timeOffset="-90056.31">23688 10529 99 0,'0'0'2'0,"0"0"5"0,0 0-2 0,0 0-2 0,0 0 0 16,0 0-3-16,0 0 1 0,0 0-1 16,0 0 1-16,0 0 1 15,0 0 0-15,0 0 1 16,0 0 3-16,-17 23 9 15,17-23 22-15,-1 0-8 16,0 0-12-16,0 0-9 0,0-1 0 16,1-3-5-16,-3-1-2 15,3 0-1-15,-2-2-1 16,1 1-2-16,1-6 2 16,0 2-1-16,0-4 2 15,0-2 2-15,-1 0-2 16,0-4-5-16,1 3-2 0,-1-2-1 15,1 0 5-15,-1 0 2 16,1 1 1-16,0-1-1 16,0 1 1-16,0 0 0 15,0 2 2-15,0-1-1 0,0 1 6 16,0-1 1-16,0 2 0 16,-3 0 1-16,2 2-2 15,-2 0-4-15,0-1-3 16,0 3 1-16,1-2-1 15,0 3 1-15,0-2-1 16,1 2 0-16,0-1 0 16,0 1 0-16,-1 1 0 0,2 0 0 15,0-1 0-15,0 2 0 16,0-1 0-16,0 3 0 16,0-2 0-16,0 3 0 0,-1 1 1 15,1 1-1-15,-1 0 0 16,1 1 0-16,0 2 0 15,0 0 0-15,0 0-1 16,0 0-1-16,0 0-1 16,0 0 0-16,0 0 0 15,0 0 1-15,1 0 1 0,-1 0 1 16,1 0 0-16,-1 0-1 16,0 0 1-16,0 0 0 15,0 0 2-15,0 0 1 16,0 0 0-16,0 0-1 15,0 0-1-15,0 0 0 0,0 0-1 16,0 0-2-16,0 0 0 16,0 0 6-16,0 3-6 15,0-1 3-15,-3 3-1 16,-1 3 0-16,-1 1 0 16,0 2 0-16,-3 2 0 15,-1 3 0-15,1-1-1 0,-2 1 1 16,0-1 1-16,2 1-1 15,-1-1 0-15,-1-2 0 16,2 0 0-16,0-3 0 16,3-1-1-16,-2-3-6 15,6-1-18-15,1-5-14 0,0 0-15 16,0-6-15-16</inkml:trace>
  <inkml:trace contextRef="#ctx0" brushRef="#br0" timeOffset="-89893.23">23579 10052 175 0,'0'0'-1'0,"0"0"4"0,0 0-1 0,0 0 4 16,40 8-2-16,-26 0 2 0,6 2-1 16,4 1-3-16,1 1-1 15,3-3 0-15,-2-2-26 16</inkml:trace>
  <inkml:trace contextRef="#ctx0" brushRef="#br0" timeOffset="-87196.03">23650 9698 49 0,'0'0'37'0,"0"0"-20"0,0 0 3 0,0 0 5 15,0 0-8-15,0 0-9 16,0 0 3-16,0 0-10 16,0 0-1-16,0 0-17 15,4 0-27-15,-1 0-20 0</inkml:trace>
  <inkml:trace contextRef="#ctx0" brushRef="#br0" timeOffset="-86580.98">24532 9232 13 0,'0'0'38'0,"0"0"-19"0,0 0 2 15,0 0-8-15,0 0-3 16,0 0-3-16,0 0 2 0,0 0-1 15,0 0-4-15,0 0-2 16,0 0-4-16,0 0-4 16,0 0-5-16,0 2-23 15</inkml:trace>
  <inkml:trace contextRef="#ctx0" brushRef="#br0" timeOffset="-86195.79">24313 9455 83 0,'0'0'3'16,"0"0"6"-16,0 0 7 15,0 0 1-15,0 0 10 16,0 0 1-16,0 0-13 0,0 0 4 15,0 0-5-15,4-15-10 16,-3 15-4-16,1-2-3 16,4 2 0-16,-1-3-24 15,1-2-55-15</inkml:trace>
  <inkml:trace contextRef="#ctx0" brushRef="#br0" timeOffset="-85943.74">24583 9183 109 0,'0'0'6'0,"0"0"15"16,0 0 0-16,0 0-8 15,0 0-6-15,0 0-2 16,0 0-3-16,0 0-3 16,0-9-4-16,-2 9-16 15,-1 0-17-15,0 0-39 0</inkml:trace>
  <inkml:trace contextRef="#ctx0" brushRef="#br0" timeOffset="-85694.8">24544 9022 48 0,'0'0'6'16,"0"0"12"-16,0 0-3 15,0 0-3-15,0 0-3 16,0 0-5-16,0 0-1 16,0 0-1-16,-4-11-4 15,4 9-7-15,0 0-47 0</inkml:trace>
  <inkml:trace contextRef="#ctx0" brushRef="#br0" timeOffset="-85438.06">24523 8813 116 0,'0'0'-3'0,"0"0"13"15,0 0-6-15,0 0-4 16,0 0-3-16,0 0 3 16,0 0 0-16,0 0-2 0,-4-5 3 15,5 5-9-15,2 0-21 16</inkml:trace>
  <inkml:trace contextRef="#ctx0" brushRef="#br0" timeOffset="-85174.78">24448 8712 120 0,'0'0'8'15,"0"0"19"-15,0 0-7 16,0 0-16-16,0 0-3 16,0 0-1-16,0 0-2 0,0 0-3 15,-4-7-15-15,4 7 0 16,0 0-21-16,0 0-37 16</inkml:trace>
  <inkml:trace contextRef="#ctx0" brushRef="#br0" timeOffset="-84961.84">24229 8528 54 0,'0'0'-15'16,"0"0"-15"-16</inkml:trace>
  <inkml:trace contextRef="#ctx0" brushRef="#br0" timeOffset="-84591.77">23570 8551 69 0,'0'0'-15'16,"0"0"17"-16,-34 7-8 16,28-7-42-16</inkml:trace>
  <inkml:trace contextRef="#ctx0" brushRef="#br0" timeOffset="-84314.59">23178 8637 111 0,'0'0'3'0,"0"0"2"16,0 0-4-16,0 0 0 16,0 0-1-16,0 0-1 0,0 0-11 15,0 0-13-15,14-8-37 16</inkml:trace>
  <inkml:trace contextRef="#ctx0" brushRef="#br0" timeOffset="-84093.05">23657 8451 119 0,'0'0'-2'0,"0"0"5"0,32-13-1 15,-26 11 1-15,-2 2-2 16,-2 0-1-16,1 0 0 15,-2 0 0-15,3 5 0 16,1-2-3-16,2-1-21 16,2 0-71-16</inkml:trace>
  <inkml:trace contextRef="#ctx0" brushRef="#br0" timeOffset="-83886.61">24335 8442 124 0,'0'0'1'0,"0"0"0"16,0 0-2-16,29 24 1 15,-24-16 0-15,-3 1-16 16,1-1-27-16</inkml:trace>
  <inkml:trace contextRef="#ctx0" brushRef="#br0" timeOffset="-83559.48">24531 9358 41 0,'0'0'4'0,"0"0"3"16,0 0 1-16,0 0-7 16,0 0-1-16,0 0 0 15,0 0-3-15,0 0 1 16,0 0-12-16</inkml:trace>
  <inkml:trace contextRef="#ctx0" brushRef="#br0" timeOffset="-80930.52">24039 10649 60 0,'0'0'7'0,"0"0"11"0,0 0-4 0,0 0-2 15,0 0 4-15,0 0-3 16,0 0-3-16,0 0 0 15,0 0 5-15,0 0 1 16,0 0-9-16,3-22-7 0,-2 22 1 16,-1 0-1-16,0 0 0 15,1 0-1-15,-1 0 1 16,1 1 0-16,0 2 2 16,0 0 1-16,1-1-2 15,-1 1 0-15,0-1 0 0,1-1 1 16,-1 1-1-16,-1-2 1 15,3 0 5-15,1 0 14 16,4-5 8-16,3-6-8 16,5-4-11-16,7-5-5 15,5-5-3-15,8-8-2 0,0-5-2 16,1-7-67-16</inkml:trace>
  <inkml:trace contextRef="#ctx0" brushRef="#br0" timeOffset="-79711.94">15231 7204 198 0,'0'0'-2'0,"34"-16"6"0,-5 4 0 0,8-7-2 16,3-4-49-16</inkml:trace>
  <inkml:trace contextRef="#ctx0" brushRef="#br0" timeOffset="-78750.53">9542 7153 54 0,'0'0'16'0,"0"0"13"0,0 0 4 0,31-2 2 16,-21-5-12-16,2-3-9 15,3-3-3-15,2-3-1 16,3-3 3-16,5-5 0 16,5-1-5-16,6-5-3 15,7-4-3-15,8-3-2 16,7-6 0-16,4-6-14 0,5-6-131 15</inkml:trace>
  <inkml:trace contextRef="#ctx0" brushRef="#br0" timeOffset="-74637.63">14664 10048 21 0,'0'0'12'0,"0"0"3"0,0 0 1 0,0 0 7 0,0 0 13 15,0 0 4-15,0 0-19 16,0 0-13-16,0 0 0 16,0 0-4-16,0 0 0 15,0 0-3-15,0 0 0 0,0 0 2 16,6 0 1-16,-6 0-2 16,0 0-3-16,-3-2 4 15,0 1-2-15,-1 0-1 16,-1 0 0-16,0 1-1 15,-1 0 1-15,0 0-2 16,-2 1 2-16,1 3 0 0,1 1 2 16,-2 3-2-16,0 0 1 15,2 4-1-15,-1 0 1 16,-1 3 0-16,4 1-1 16,0 0 1-16,2 1 0 0,2-1 0 15,0-1 1-15,0-1 0 16,6-1-1-16,1-2 3 15,0-1-1-15,2 0 0 16,1-3-2-16,2-1 6 16,1-2-1-16,1-1 0 15,0-1-3-15,1-2-2 0,-2 0 0 16,1 0 2-16,-1-4-2 16,1-1-2-16,-3-3-4 15,0-2-15-15,-2-1-41 16,0-3-38-16</inkml:trace>
  <inkml:trace contextRef="#ctx0" brushRef="#br0" timeOffset="-74126.23">14817 9914 73 0,'0'0'4'0,"0"0"1"0,0 0 1 0,0 0 1 16,0 0-3-16,0 0-1 0,0 0 3 15,0 0-1-15,0 0 3 16,0 0-1-16,0 0 0 16,7 7-2-16,-7-2 0 15,0 1 0-15,0 3 2 16,0 0-1-16,0 1-1 0,0 2-1 16,0 0-2-16,0 3 1 15,0-1 5-15,0 4 0 16,0-1 0-16,0 3-4 15,0-2 1-15,0 0-2 16,0 1 0-16,3-2 0 0,3-2 1 16,-3 0-2-16,2-3 0 15,0-1-1-15,2-2 0 16,-3 0-1-16,2-1 2 16,0 0-2-16,0-1 0 15,1-1 0-15,0-3 0 0,2 2-6 16,1-4-48-16,-1-1-10 15</inkml:trace>
  <inkml:trace contextRef="#ctx0" brushRef="#br0" timeOffset="-73648.47">14987 10149 71 0,'0'0'28'0,"0"0"7"0,0 0-6 0,0 0-4 16,0 0-14-16,0 0-11 15,0 0 0-15,0 0 2 16,0 0-1-16,0 25 0 16,0-17 1-16,2 1-1 15,0 0 3-15,1-3-2 0,2 1 0 16,-1-2 0-16,2 0-1 15,0-2 0-15,1-1 2 16,2-2 1-16,-1 0-1 16,1 0 1-16,-1-5 1 15,0-1-1-15,0-1-3 0,-1-2 2 16,0-1 1-16,0-1-2 16,-4-2-1-16,2 1 0 15,-1 1 0-15,-2 1-1 16,-1 3 1-16,1 2-1 0,-1 2 4 15,-1 1 11 1,0 2-7-16,0 0-10 0,0 2 0 16,0 6 1-16,2 2 2 15,0 0-1-15,1 2 1 16,2 0-1-16,-1 0 0 16,3-2-1-16,2 2-12 0,1-2-31 15,0-3-40-15</inkml:trace>
  <inkml:trace contextRef="#ctx0" brushRef="#br0" timeOffset="-73150.72">15358 10099 117 0,'0'0'3'0,"0"0"0"0,0 0 4 0,0 0 12 0,-5-29-8 16,1 27 0-16,-1 0-8 16,0 2-2-16,-1 0-1 15,0 0 0-15,-1 1 0 16,0 3 0-16,1 1 0 0,-1 2 1 16,2-1-1-16,0 2 0 15,2-1 1-15,2 1-1 16,-1-1 0-16,2 0 1 15,0-1 0-15,0 1 2 16,3-2-1-16,1 0 2 16,4-1-4-16,-3 0 2 0,3 2-1 15,0-2-2-15,3 1 2 16,-1 0 3-16,0-1-3 16,-2 0 1-16,2 2-2 15,-3-2 0-15,-1 2 1 16,0-2-1-16,-3 1 1 0,-1-2 0 15,-2 1-2-15,0 0 0 16,-5-2 7-16,-4 1 5 16,-1-1-3-16,-1 1-1 15,-3 1-1-15,3-3-2 16,2 1-2-16,2-2-2 16,1 2 0-16,4-2-1 0,0 0-16 15,2 0-51-15</inkml:trace>
  <inkml:trace contextRef="#ctx0" brushRef="#br0" timeOffset="-72743.68">15505 9975 108 0,'0'0'12'0,"0"0"-9"0,0 0-1 16,0 0 1-16,0 0 1 15,0 0-4-15,12 32 6 0,-12-19 4 16,1 1-5-16,1 0 2 16,-1 2 1-16,2-1 3 15,0 1-5-15,-1-1-3 16,3 0 0-16,-2 0-2 16,-1-2 0-16,0-1 1 0,2 0-2 15,-2-2 1-15,-1-2-1 16,0-2-7-16,-1-2-65 15</inkml:trace>
  <inkml:trace contextRef="#ctx0" brushRef="#br0" timeOffset="-72502.41">15503 10129 101 0,'0'0'16'0,"0"0"4"16,0 0-11-16,0 0-3 16,0 0 0-16,32-8-4 0,-22 6-1 15,2 2-1-15,0-1 0 16,-1-1-2-16,2 0-29 15</inkml:trace>
  <inkml:trace contextRef="#ctx0" brushRef="#br0" timeOffset="-71406.67">15655 10119 42 0,'0'0'14'0,"0"0"11"16,0 0-6-16,0 0-6 16,0 0-4-16,0 0-5 15,32-10 2-15,-26 5-2 16,1 0 2-16,-4-1 5 15,0 1 1-15,1 1 0 16,-3-2 3-16,-1 2-8 0,0 1-2 16,0 1 4-16,-1 1-12 15,-4 1 2-15,1 0-3 16,-3 0 5-16,1 0-1 16,0 5 0-16,-1 1 0 15,1 1 0-15,2 2 0 0,0 0-1 16,2 1 1-16,1-1 0 15,1 0 0-15,0 1 1 16,0-3 3-16,4 1-3 16,2-2 1-16,-1-1-1 15,3 0 0-15,-1-1 0 0,1-1 0 16,-1-1 1-16,3 0-3 16,0-1 4-16,-2 1-3 15,1-1 0-15,-1 0 0 16,1-1 0-16,-1 0 1 15,0 0 2-15,-2 0-1 0,1-4-1 16,-1 0 3 0,-2-1 0-16,0-1-1 0,-1-1-2 15,1-1 0-15,1 0 0 16,-1 1-1-16,0 0 1 16,1-1-1-16,1 0 0 0,0 0 0 15,1 2 0-15,-2-1 0 16,3 2 0-16,-3 0-1 15,1 2 1-15,0 1 0 16,-2 0-1-16,0 2 0 16,0 0 0-16,-2 0-1 0,-1 1-3 15,1 3 4-15,-1 0 2 16,0 2-2-16,-1 1 1 16,0 0 0-16,0 0 0 15,0 1 0-15,0 1 0 16,0-2 0-16,1 1 0 0,1-1 1 15,-1-1-1-15,1 1 2 16,1-2-1-16,1 0 1 16,0-2-1-16,2-1 0 15,-1-1-1-15,1-1 2 16,1 0 2-16,0 0-1 16,0 0 4-16,-1-5 2 0,0 0-2 15,0-1-2-15,0-2-2 16,0-1-2-16,-2 1 0 15,2-2-1-15,-1-1 1 16,2 0-2-16,-2 2 1 16,1-2-1-16,-2 2-2 0,-1 1 4 15,0 2-2-15,-2 2-1 16,0 1 1-16,-1 1-2 16,0 2 3-16,0 0-7 15,0 3 8-15,0 4-2 16,-1 1 1-16,0 2 0 0,1 2 0 15,0-1 1-15,0-1 0 16,3 0 2-16,1 1-2 16,2-1 0-16,1-3-1 15,2 1 1-15,-2-3-2 16,3-1 2-16,0-2-3 0,0-2-10 16,-1 0-34-16,0-6-89 15</inkml:trace>
  <inkml:trace contextRef="#ctx0" brushRef="#br0" timeOffset="-71230.02">16048 9980 208 0,'-5'-5'4'0,"0"0"0"0,1 2-3 0,1 1-1 0,2 2 0 15,1 0-12-15,0 0-68 16,0 0-45-16</inkml:trace>
  <inkml:trace contextRef="#ctx0" brushRef="#br0" timeOffset="-70525.32">16145 10099 94 0,'0'0'7'16,"0"0"28"-16,0 0-23 16,0 0 7-16,0 0-1 0,0 0-8 15,0 0-9-15,0 0 4 16,3-28-2-16,1 25-4 16,0 1 3-16,2 1-2 15,-1 1 0-15,2 0 1 16,-3 0-1-16,0 2 0 0,1 2-1 15,-1 4-1-15,-1 0 1 16,0 2 0-16,-1 0 1 16,-1 1 1-16,0 0-1 15,0 0 0-15,0-1-1 16,0-3 2-16,-1 1-1 16,0-3 0-16,0-2 1 0,0-1-1 15,2-2 0-15,-2 0 3 16,1 0 9-16,-1-3-5 15,1-4-5-15,1-1-1 16,-1 0 2-16,2-1-3 16,0-2 0-16,2 1 3 15,1-1-1-15,0 1-1 0,1 0-2 16,2 1 4-16,0 1 1 16,-2 2 3-16,1 2-5 15,0 1-2-15,0 1 0 16,-2 2 0-16,0 0-1 0,0 2-1 15,-2 4 0-15,2 1 3 16,-3 1-2-16,0 1 1 16,-2 2 0-16,2-1 0 15,-3 2 3-15,2-1-3 16,-1-1 0-16,0-1 0 16,2 0-2-16,2-2-21 0,-1-1-20 15,2-3-25-15</inkml:trace>
  <inkml:trace contextRef="#ctx0" brushRef="#br0" timeOffset="-69991.3">16520 10048 86 0,'0'0'3'0,"0"0"5"0,0 0 7 0,0 0 0 0,0 0 6 15,0 0-10-15,-33-26-3 16,24 26-5-16,-1 4-2 16,1 3-1-16,1 1 1 15,-1 2-1-15,2 2 0 16,1 0 0-16,1-1-1 0,5-1 0 16,0-2-4-16,0-3-2 15,5 0-1-15,3-4 8 16,2-1-1-16,1 0 3 15,-1-1 1-15,2-4-3 16,-1-1 9-16,-2-2-1 0,-1-1 0 16,0 2-5-16,-4-1 0 15,0 2 0-15,-2-1 2 16,-1 2-2-16,-1 2 2 16,0 1-3-16,0 0-1 0,0 2-1 15,0 0-5-15,0 2-2 16,0 4 6-16,1 3 1 15,-1-1 1-15,2 4-1 16,0-1 1-16,2 2 1 16,-3-1-1-16,2 2 1 0,-1 0-1 15,-1-1 0-15,-1 0-1 16,0-1 0-16,-3-2 0 16,-3 1 1-16,-5-2 2 15,-2-1 4-15,-3 1-2 16,-4 0-3-16,-5 1-1 15,-2-2-3-15,-5-1-69 0</inkml:trace>
  <inkml:trace contextRef="#ctx0" brushRef="#br0" timeOffset="-69017.38">14572 10545 81 0,'0'0'3'0,"0"0"13"0,-27 0-6 16,19 0 1-16,4 0 0 16,-2 0 2-16,5 0-8 0,-2-1-1 15,3-1 7 1,0 2-3-16,0-2-1 0,0 1-7 15,3 0 4-15,2 0-5 16,1 0 2-16,3 1-2 16,0 0 2-16,1 0-1 15,3 0 1-15,0-1-1 16,3 1 0-16,-1 0 0 0,3 0 0 16,0-1 0-16,1 0-2 15,1 0 2-15,2-1 0 16,1 1 0-16,2-1-1 15,2 0 1-15,2 1-5 16,3-1 10-16,-1-1-7 0,2 0 2 16,3 1 2-16,0-1-4 15,4 0 4-15,0 0 0 16,2 2-1-16,1-2-1 16,2 2 0-16,3-1 0 15,2 1 0-15,2 0 1 0,0 1-2 16,0-2 1-16,1 2 0 15,1-1-1-15,3-1 0 16,-1 1 1-16,2-2 0 16,2-1-6-16,2 0 12 0,-3-1-2 15,2-1-2 1,-3 1 1-16,-2-1 6 0,0 1 6 16,-1-1 0-16,-3 2-2 15,-1 0-6-15,0 0-2 16,-3 3 0-16,-2-1-2 15,-4 1 0-15,-2 0 0 0,-4 1 1 16,-4 0-1-16,-6-1-1 16,-5 0 1-16,-3 0 0 15,-4 1-2-15,-4 0 1 16,-3 0-1-16,-1-1-1 0,-3 1 0 16,-3 0-1-1,0-1-4-15,0 0-23 0,0-4-47 16</inkml:trace>
  <inkml:trace contextRef="#ctx0" brushRef="#br0" timeOffset="-68603.3">16824 10017 140 0,'0'0'34'0,"0"0"-35"0,0 0-19 0,0 0 4 15,0 0-8-15,0 0-8 16,0 0-38-16</inkml:trace>
  <inkml:trace contextRef="#ctx0" brushRef="#br0" timeOffset="-68396.69">16837 10149 107 0,'0'0'1'0,"0"0"0"16,0 0-1-16,0 0 0 16,0 0 0-16,0 0-1 0,0 0-7 15,0 0-47-15</inkml:trace>
  <inkml:trace contextRef="#ctx0" brushRef="#br0" timeOffset="-63789.69">2279 3052 168 0,'-2'-6'-6'0,"-2"0"17"0,0 3-4 0,-1 0 2 0,0-1-2 16,0 4-5-16,-2-2 0 15,1 1-1-15,-3 1-1 16,1 0 0-16,-1 0 0 15,1 1 1-15,-1 3-1 16,0 1 0-16,2-2 1 0,0 3-2 16,1-2 1-16,1 1 0 15,0 3-1-15,-1-3 0 16,3 3-1-16,0-1-1 16,3 3-3-16,-2 0 3 15,-1 2 2-15,1 2 1 0,1 1 0 16,-1 3-1-16,-2 1 1 15,0 2 0-15,-2 1 0 16,0 2 0-16,1 0 0 16,-2 2 0-16,0 2 1 15,0 3-1-15,1 3 0 16,1 2 0-16,-2 0 0 0,2 2 0 16,-2 0 0-16,1 0 0 15,1 0 0-15,-2 0 0 16,2 0 0-16,0-2 0 15,1-1 0-15,1-2 1 16,2 0-1-16,-1-2 0 0,2 0 0 16,0 1 0-16,0 3 0 15,0-2 0-15,0 1 0 16,0-2 0-16,0 1 0 16,3-3 1-16,2-2-1 15,0-1 0-15,4-3-1 0,-1-1 0 16,4-1 0-16,-2-3 0 15,2 2 1-15,-1-5 0 16,3 3-1-16,-1-4 1 16,1 0 0-16,-1 0 0 15,1 0 0-15,2-2-2 16,0 2 2-16,1 0 0 0,0 2 0 16,2 2 2-16,1-1-2 15,-2 3 0-15,1 0 0 16,-2 3 0-16,-3 0 0 0,0-1 1 15,-4 1-1 1,0 1 0-16,-2 1 0 0,-2-1 1 16,-2 3-1-16,-2 2 1 15,-2 2-1-15,0 1 1 16,0 0 0-16,-3 0 0 16,-2-2-1-16,-2 0 0 0,-1 0 2 15,-1-2-1-15,-1-1 0 16,0 0 2-16,0-1 0 15,0 0-1-15,-2-2 0 16,4-2 0-16,-2 0-2 0,3-2 1 16,0-2-1-16,1 0 1 15,1-2-1-15,-1-2 0 16,2-1 0-16,-3-2 0 16,2 0 0-16,2-1 2 15,-1 0-2-15,-1-1 0 16,2 1 1-16,0 1-1 0,1-1 0 15,-1 1 1-15,1 0-2 16,0 1 2-16,0 1-2 16,1 0 2-16,1-1-1 15,-2 2 0-15,1 1 0 16,-1-1 0-16,0 2 0 0,0 1 1 16,-1 0-1-16,2 2 0 15,-2 0-1-15,0 1 1 16,2 1 1-16,-1 1-1 15,-1 1 0-15,1 0 0 16,0 1 0-16,1 0 0 16,1-1 0-16,-2 3 0 0,2-1 0 15,0 0 0-15,0 1 0 16,0 1 0-16,0-1 0 16,0 0 0-16,0-2 0 15,5-2 0-15,0 0 1 16,0-1-1-16,2 0 0 0,1-1 1 15,1-3 0-15,1 2-1 16,3-5 0-16,6-2-3 16,2-3-2-16,4-5 0 15,7-5 5-15,8-2 4 16,9-13 0-16,3-8 1 16,3-6-3-16,-1-8-74 0</inkml:trace>
  <inkml:trace contextRef="#ctx0" brushRef="#br0" timeOffset="-62323.88">2179 3070 158 0,'-4'-8'3'0,"-2"0"18"0,2 1-7 0,1 3-9 16,0 0-1-16,-1 0 0 0,1 3-2 15,0-1 0-15,-3 0 0 16,2 2-1-16,-2 0 0 16,-2 0-1-16,2 0 0 15,-3 0 0-15,0 0 0 16,1 0 0-16,0 0 1 16,0 0-1-16,-1 0 0 0,1 0 0 15,1 0 0-15,-1 0 0 16,-1 5 0-16,1 3-1 15,-1 2 1-15,1 2-2 16,0 3 1-16,0 3 0 16,-1 2 0-16,2 4 0 0,-1 1 0 15,1 3 0-15,0-1 0 16,-1 4-1-16,2 0 1 16,0 1 1-16,0 0 0 15,1 1-1-15,1 1 1 0,1-3 0 16,3 1 0-16,0-3 0 15,0 0 0-15,0-1 0 16,0-2 0-16,3 2 0 16,4 0 0-16,3 1 0 15,0 0 0-15,2-3 0 16,1 1 0-16,2-4-1 16,4 0 1-16,-2-2 0 0,1-1 0 15,-1 0-1-15,0 0 1 16,0 0 1-16,-1 0-1 15,0 0 0-15,0 1 0 16,-3 0 0-16,-2 1 0 16,0 1 0-16,-3-1 1 0,-1 1-1 15,-4 3 1-15,-3 2-1 16,0 3 0-16,-3 4 1 16,-8 3-1-16,-5 2 2 15,-2 1-2-15,-2 0 0 0,-2 1 1 16,0-3-1-16,-3-1 0 15,2 0 0-15,1-5 0 16,4-2 1-16,2-4-1 16,4-5 0-16,8-6 0 15,1 0 0-15,3-4-1 16,3 0 0-16,7-2-1 0,1 1 0 16,4-1-1-16,2 0 0 15,0 0 3-15,3 1-2 16,0 1-1-16,-2 2 3 15,4 1 2-15,-2 2-1 0,0 3 1 16,1 3-2-16,-3 0 0 16,1 2 1-16,-3 2 0 15,0 1-1-15,-3 0 0 16,-2 5 1-16,-2 2 0 16,-4 2 0-16,-2 2 0 15,-1 2 0-15,-2 0-1 0,0 2 1 16,0 2-1-16,-3-1 0 15,-3 2 2-15,0-1-2 16,-1 0 0-16,-1-1 0 16,-2-1 0-16,1 0 0 15,-1-2 1-15,2 0-1 0,0-1 0 16,1-2 0-16,1-1 0 16,0-2 0-16,2-1 0 15,1 0 0-15,2-2 0 16,1-2 1-16,0-1-2 15,3-4 2-15,9-3-1 16,6-3-1-16,9-5 0 0,13-8-5 16,17-6-7-16,12-10 10 15,12-23-6-15</inkml:trace>
  <inkml:trace contextRef="#ctx0" brushRef="#br0" timeOffset="-47730.75">17419 10104 44 0,'0'0'40'0,"0"0"-18"0,0 0-19 16,0 0-3-16,0 0 0 15,0 0 0-15,0 0 2 0,1 0 6 16,-1 0 6-16,0 0 1 16,0 0-4-16,0 0-5 15,0 0-4-15,0 0-1 16,0 0 5-16,0 0 4 0,1 0 6 16,1 0 10-16,-1-2-15 15,2-2-9-15,0-1 2 16,1-2 0-16,-1 1-1 15,1-1-2-15,-1 1 1 16,0-3-2-16,0 2 2 0,0 1-2 16,0 1 1-16,-2 0 0 15,0 1 0-15,-1 1-1 16,1 1 1-16,0 1-1 16,-1 0 0-16,1 1 0 15,-1 0-1-15,4 0-3 16,-4 0-3-16,1 3 0 15,0 3 5-15,0-1 3 0,0 3 0 16,0 1-1-16,1 1 0 16,1 1 1-16,-1 0 0 15,0 3 0-15,1-1-1 16,1 0-1-16,0 0 1 0,1-1 1 16,-4 0-1-16,2-3 0 15,-1 0 0-15,0-2 0 16,-2-1 0-16,2 1-1 15,-2-2-29-15,0-1-19 16,0-2-19-16</inkml:trace>
  <inkml:trace contextRef="#ctx0" brushRef="#br0" timeOffset="-47504.97">17489 10213 31 0,'0'0'42'0,"0"0"-23"0,0 0-7 16,0 0 10-16,0 0 6 15,0 0-3-15,0 0-5 0,0 0-2 16,0 0-4-16,34-7-7 16,-23 5-6-16,0 0 1 15,2 0-3-15,-3-3-22 16,2 1-49-16,-2-2-72 15</inkml:trace>
  <inkml:trace contextRef="#ctx0" brushRef="#br0" timeOffset="-46821.84">17672 10025 69 0,'0'0'22'0,"0"0"4"16,0 0-8-16,0 0-7 15,0 0-7-15,0 0 4 16,0 0-1-16,0 0-4 16,0 0 1-16,-21-2-1 0,18 6-1 15,-1 2-1-15,1 2-1 16,-1-1 1-16,1 3 0 15,0 0 1-15,1 0 1 16,0-1 0-16,1 3 2 16,-1-2 1-16,2 0-1 0,0 0 0 15,0 1-5-15,0-1 1 16,5-3 1-16,-1 1-2 16,2-2 0-16,1-2 2 15,2-2 2-15,-1-1 7 16,1-1-2-16,0 0-3 0,1 0-2 15,-3-2-1 1,1-4-1-16,0 0 1 0,-2-3-1 16,-1 1 4-16,-1 0-2 15,0-2 5-15,-4 0-3 16,1 0-4-16,-1 0 2 0,0-1-3 16,0 1 0-16,-1 1 0 15,-4 1-1-15,0 1 2 16,-1 1-1-16,0 1-2 15,-1 0 1-15,-1 4-1 16,1-1-3-16,-1 2 0 16,1 0-6-16,1 0-22 0,1 5-15 15,0-2-21-15</inkml:trace>
  <inkml:trace contextRef="#ctx0" brushRef="#br0" timeOffset="-46151.61">17848 9994 91 0,'0'0'8'0,"0"0"0"0,0 0-6 0,0 0-2 16,0 0 1-16,0 0 2 16,0 0 5-16,0 0 1 15,0 0 6-15,-28 5-5 0,25-2-3 16,1 1-4-16,-3 0-1 15,1 3-1-15,0-1-1 16,1 1 2-16,-1 0-2 16,0 0 0-16,0 0 1 15,3 1 0-15,0 0 1 0,-1-1 0 16,1 0-1-16,1 0 0 16,0 0 0-16,0 0-2 15,0-2 0-15,4 0 0 16,-1-3 0-16,4 1 1 15,-3-1 9-15,3-2-4 0,1 0-3 16,-1 0 3-16,-1 0-3 16,3 0-1-16,-2 0 0 15,0-4 0-15,0 0-1 16,-2-1 2-16,1 1-2 16,-2-2 3-16,0-1 7 15,-2 1 8-15,-2-1-2 0,0 0-1 16,0-1-5-16,0 0-4 15,-2 0-2-15,-4 1 1 16,2 0-1-16,-2 0-4 16,2 1-1-16,-2 1 2 0,2 2-2 15,-2 1 5-15,2 2-4 16,-1 0-11-16,0 0-8 16,3 1-13-16,-2 2-23 15,3-1-12-15</inkml:trace>
  <inkml:trace contextRef="#ctx0" brushRef="#br0" timeOffset="-45483.63">17992 9964 76 0,'0'0'8'0,"0"0"0"0,0 0-4 15,0 0 1-15,0 0 3 0,0 0 3 16,0 0-2-16,0 0-3 15,0 0-3-15,0 0-1 16,0 0-1-16,-27 30-1 16,26-24 1-16,0-1-1 15,1 0 2-15,0 2-1 0,0-1-1 16,0-1 1-16,0 1 0 16,0 0-1-16,0-1 1 15,2 1-2-15,0-2 2 16,2-1-1-16,0 1-1 15,0-2 3-15,1-2 6 16,0 0 0-16,1 0-6 0,0 0 6 16,-1 0 0-16,0-3 1 15,1 0 7-15,0-4-1 16,-2 2-3-16,2-1 5 16,-1-1-11-16,0 1-2 15,-1-1 3-15,-2 0-2 0,0 1-1 16,0-1 2-16,-2 2 3 15,0-1 1-15,0 0-4 16,-2-1-4-16,-2 1 3 16,0 1-2-16,-1-1 1 15,0 1-1-15,0 1 1 0,0 0-2 16,-1 1-4-16,2 2 5 16,-3 1-3-16,0 0-1 15,1 0-4-15,-1 3-4 16,3 2-10-16,-2 2-4 15,3-2-19-15,2 0-30 0,0-1-19 16</inkml:trace>
  <inkml:trace contextRef="#ctx0" brushRef="#br0" timeOffset="-43628.16">18162 9901 61 0,'0'0'12'0,"0"-2"2"0,0 0-5 0,0 1-1 16,0 1 2-16,0-1 1 16,0 1-1-16,0 0-1 15,-1 0-6-15,1 0-1 16,-1 0-2-16,-1 1 0 0,1 4 0 16,-1 0 0-16,-2 0 0 15,1 2 0-15,0-1 0 16,0-1 0-16,0 2 1 15,1-1 1-15,-2-1 0 16,1 0 1-16,0 2-3 0,1-2 1 16,-2 0-1-16,2 1 1 15,0-2-1-15,2 1 0 16,-2-1 1-16,2 0-1 16,0-1 1-16,0 2-1 15,0-2 1-15,0 1 0 0,2-1-1 16,-2 0 2-16,3 0-2 15,2 1 0-15,-1-2 0 16,1-1 3-16,-1 1-4 16,2-1 2-16,-1-1 5 15,3 0 3-15,-3 0-4 0,3 0 0 16,1-2-2-16,-3 0-1 16,1-2 1-16,0 0 1 15,1 0 2-15,-4-1 4 16,2 0 0-16,-3 0 1 15,0 0-2-15,1-2-1 0,-2 0 1 16,-2 0 0-16,0 0-3 16,0 1 0-16,0-3-4 15,0 1 4-15,-5 1-2 16,0 1-1-16,-1-1-4 16,0 2 2-16,-2 0 2 0,0 4-6 15,-2 1-16-15,0 0-18 16,-2 0-46-16,1 0-53 15</inkml:trace>
  <inkml:trace contextRef="#ctx0" brushRef="#br0" timeOffset="-41890.31">18207 9724 87 0,'0'0'10'0,"0"0"16"0,0 0-3 0,0 0-9 0,0 0-8 0,0 0-2 15,-34-20-2-15,28 17 1 16,0 1-1-16,-2-1 3 16,2 0 4-16,-4 2 1 15,0-2-6-15,0 2-1 16,-2-1-1-16,0 1-1 0,-1-1-1 15,0 2 1-15,0 0-1 16,-3 0 0-16,1 0 1 16,0 0-1-16,-2 0 1 15,-2 0 0-15,0 0 0 16,-1 0-1-16,0 3-1 0,-1-1 2 16,1 2 0-1,1-1-1-15,0 1 0 0,0 0 1 16,-1 0-1-16,1 0 0 15,-2 2 0-15,0-2 0 16,0 3 0-16,-3-1 0 16,0 2 1-16,1-1-2 0,0 1 1 15,-2 0 0-15,1 1 0 16,-1-1-2-16,0 2-4 16,2 0 5-16,-2 0 1 15,1-2 0-15,2 2 0 0,0 1 1 16,0-2-2-16,2 1 1 15,0 0 1-15,1 1-1 16,0-1 0-16,1 3 0 16,2-2-1-16,0 0 2 15,0 0-1-15,1 1 0 0,1 0 0 16,3-1 0-16,-2-1 0 16,3 1 0-16,0-1 0 15,0 0 0-15,1 0 0 16,0 0 0-16,0 1 1 15,4 1 0-15,-2 0-1 0,1-1 0 16,2 2 0-16,2-1 0 16,1 1 0-16,1-1 0 15,0 1-1-15,0 0 1 16,1-1-2-16,3-2 2 16,4 1-3-16,-1-1 2 15,1 0-2-15,1-1 3 0,0 0 0 16,0 0 2-16,1-1-5 15,2 0 3-15,-1 0 2 16,1-1-4-16,2 2 3 16,0-2 1-16,3 0 0 15,-3-2-5-15,4 1 4 16,-2-1-2-16,2-1 1 0,0-1-3 16,1 0 5-16,1-1-1 15,0 2-1-15,2-1 1 16,-1-1-2-16,0-1 1 15,0 2-1-15,0-1-3 16,0 0 2-16,-1 1 2 0,1-3 0 16,1 0 0-16,0 2-5 15,1-2 4-15,2 0 2 16,-3 0 0-16,2 0-1 0,-1 0 0 16,0 0 0-16,-1-2 0 15,2-1-1-15,-1-1 1 16,3 1 1-16,-2-2-1 15,3 0 1-15,1 1 1 16,-2 0-1-16,0-3-1 16,-1 1 2-16,-1 1-2 0,-1-1 0 15,-1 0 0-15,-2 0 0 16,-2-1 2-16,1 0 3 16,-1 0 3-16,1 0 1 15,-4 0-4-15,3-1-1 16,1-1 1-16,-4 1-2 0,2-2 0 15,-3 0-1-15,0 0 1 16,-1 0-1-16,-3 0 0 16,1-3-1-16,-1 2 0 15,0-2 0-15,1 1 0 16,-2 0 0-16,-1-1 0 0,-1 0 0 16,0 2 0-16,0-1-1 15,-3 0 3-15,2 1-1 16,-1-1-2-16,0 1 1 15,-1 0 0-15,0 0 0 16,1 1-1-16,-4 0 1 0,2 1 1 16,-2-1 4-16,0 0-1 15,-1 0 3-15,1 1-2 16,-1-2 2-16,0 1-4 16,0 0-1-16,0 1 0 15,0 0 1-15,-3 1-3 16,0 1 0-16,0-1-1 0,-1 0 2 15,1 1 0-15,0 0 0 16,-2-1 4-16,2 1-5 16,-3 0-3-16,0-2-1 15,1 2 7-15,0 1-4 16,-3-1 1-16,1-1 1 0,2 1 0 16,-3 1 0-16,1-1-1 15,0 2 1-15,-1 0-1 16,0 0 1-16,-1 1-2 15,2 0 1-15,-1 1-1 0,-1 1 1 16,-2-1-1-16,1 1-1 16,0 0 2-16,-2 2-2 15,0 0 2-15,2 0-2 16,0 0 2-16,2 0-1 16,1 0-2-16,2 2-4 15,3 4-27-15,0-4-19 0,2 0-47 16</inkml:trace>
  <inkml:trace contextRef="#ctx0" brushRef="#br0" timeOffset="-41058.47">18467 9725 90 0,'0'0'5'0,"0"1"-9"0,0 0 7 0,0 0-3 0,0 0 1 16,1 1-1-16,0-1-1 15,2 1 1-15,-1 0 2 16,-1 0 2-16,1 1 5 16,-1 0-4-16,0 0 0 0,-1 1-4 15,1-1 0-15,0 2 2 16,0 0-2-16,-1-2 0 15,0 0 0-15,0-1 0 16,0 1 0-16,0-2 4 16,0 0 0-16,3 1 4 15,-1-1 1-15,-1-1-3 0,2 0 0 16,-1 0-2-16,2 0 1 16,-2 0 1-16,3 0 1 15,0 0-3-15,0-3 6 0,1 0 0 16,3-2-4-16,-2-2-1 15,1 2-2-15,4-2 4 16,1-2-1-16,0-1 2 16,4-2-6-16,0 2 0 15,4-3 4-15,0 0-2 16,4-2-3-16,-1 2 2 0,3-2-1 16,-4-2 2-16,1 2 1 15,-2-1 1-15,-3 1 1 16,-2 1 0-16,-2 0 4 15,-1 1-7-15,-3 3 1 16,0 0-3-16,0 2 1 0,-2 1-1 16,-3 3-3-16,1 2 0 15,1 2-7-15,-5 0-31 16,-2-2-40-16</inkml:trace>
  <inkml:trace contextRef="#ctx0" brushRef="#br0" timeOffset="-36027.37">18013 10375 99 0,'0'-1'2'0,"0"0"9"0,0 0-1 0,0 1-4 16,0-1-4-16,0 0 0 16,0-1-1-16,0 2 0 15,0-1 1-15,-2-1 6 0,1 0-3 16,0 1 0-16,1 1 1 15,-1-2-1-15,1 2 1 16,0 0 1-16,-1 0 5 0,1-2-2 16,-1 2-5-16,1 0 2 15,0 0-5-15,0 0-2 16,0 0-2-16,0 0 3 16,0 0-1-16,0 0 0 15,0 2 0-15,2 0 1 16,1 1-1-16,-1 0 0 15,2 1 0-15,0 1 1 0,-1-1-2 16,1 0 1-16,1 2 0 16,-1 0 0-16,0 0-1 15,0 1 0-15,0 1 1 16,1 0 1-16,-2-1 0 0,1 2 1 16,0 0 3-16,0-1-3 15,2 2-2-15,-4 0 1 16,3 0-1-16,-2-2 0 15,2 2 0-15,0-2 0 16,-2 1 1-16,2-1-1 0,-2-1 1 16,1-1 1-16,-1 1 1 15,1 0 1-15,-1 0-1 16,2-2-1-16,-3 0 0 16,1 0-1-16,2 0 1 15,-3-2 1-15,0 1-2 0,0 0 0 16,0-1 0-16,0 0 0 15,0 0 0-15,-1 0 1 16,-1-1-1-16,1 0 1 16,0 0-1-16,-1 0 1 15,1 0 1-15,-1 0-3 0,0 0 1 16,0 1-1-16,0-1-10 16,0-2-20-16,0 0-30 15,0 0-66-15</inkml:trace>
  <inkml:trace contextRef="#ctx0" brushRef="#br0" timeOffset="-35336.36">18048 10619 78 0,'0'0'5'0,"0"0"6"0,0 0-5 0,0 0 3 15,0 0 3-15,0 0 5 16,0 0 6-16,0 0 2 15,0 0-3-15,0 0-8 16,0 0-7-16,0 0-4 0,0 0-1 16,-1-11-2-16,1 11-2 15,0 0-1-15,0 0 3 16,0 0 0-16,2 0-1 16,2 0 0-16,-1 0 0 15,1 0 1-15,1 0 0 16,0 1 0-16,0 0-2 0,1 0 2 15,0 1 1-15,0-2 1 16,1 1 0-16,-1 1 0 16,1-2-2-16,0 1 0 15,0 0 1-15,-1 0-1 16,0-1 2-16,0 1-2 0,-2 0 1 16,1-1-1-16,-1 2 0 15,-1-1 0-15,0-1 1 16,0 2 0-16,-2-2-1 15,0 1 0-15,1 0-2 16,-1-1-6-16,0 0-15 0,1 0-33 16,-2 0-2-16</inkml:trace>
  <inkml:trace contextRef="#ctx0" brushRef="#br0" timeOffset="-34489.09">18230 10524 8 0,'0'0'18'0,"0"0"-5"0,0 0 0 0,0 0 1 15,0 0 4-15,0 0 4 16,0 0-5-16,0 0-2 15,0 0 2-15,0 0-4 16,0 0-7-16,0 0-7 16,0 0 3-16,-3 5-1 0,3-4-1 15,-1 1 2-15,-1-1-1 16,1 1-1-16,1-1 0 16,-2 1 1-16,1 0-1 15,0 0 4-15,-1 0 0 16,1 1-1-16,-1 0-1 15,0-1 3-15,0 3-4 0,-1-2 2 16,0 2 0-16,0-1 5 16,-1 0 1-16,-1 1 3 15,2-1 1-15,-2 0-4 16,2-2 1-16,1 3 1 0,-2-2-4 16,1 0-2-16,0 1-4 15,1 2-1-15,-1 1 0 16,-2 1-1-16,1 3-11 15,-2-1-28-15,1-1-60 16</inkml:trace>
  <inkml:trace contextRef="#ctx0" brushRef="#br0" timeOffset="-33315.06">18007 10312 16 0,'-2'0'24'0,"0"0"-6"0,2 0-10 0,-4 0-8 16,1 0 0-16,3 0 0 15,-1 0 0-15,-1 2 1 16,1-2 1-16,1 1 7 16,0-1 12-16,0 1 1 0,0 0-4 15,0-1-10-15,-1 4-6 16,1-1 2-16,0 0-5 15,0 2 2-15,0 0 1 16,0 2-2-16,0-1 2 16,0 1-1-16,0 1 2 0,0-1 1 15,0 2-3-15,2 0 3 16,0 0-3-16,-1 1 0 16,1 1-1-16,1 0 1 15,-1 0-1-15,1 1 0 16,0 0 0-16,1-1 1 0,0 1-4 15,2-1 0-15,-1-1 5 16,1-1-2-16,1 2 1 16,-2-2 0-16,2 0-1 15,-2 1 1-15,0-1 0 16,0-1 0-16,0 0-1 0,-1 2 1 16,0-2-1-16,0 0 0 15,-1-1 0-15,-1 1 1 16,1-1-1-16,0-1 0 15,0-1 0-15,-2 1 1 16,2-2-2-16,-1 1 0 0,-1-1-1 16,-1-1-7-16,0 0-4 15,0-1-9-15,0-2-16 16</inkml:trace>
  <inkml:trace contextRef="#ctx0" brushRef="#br0" timeOffset="-32792">18034 10613 69 0,'0'0'5'0,"0"0"9"0,0 0-3 0,0 0 2 16,0 0-4-16,0 0-2 0,0 0-2 15,0 0-6-15,0 0 4 16,0 0 1-16,0 0-3 16,0 0 0-16,11 6 2 15,-5-5-3-15,0 0 0 16,0 1 0-16,1-2 5 15,0 1 4-15,1-1-4 0,0 0-3 16,-1 0-1-16,0 2 0 16,1-1 0-16,-1 0-1 15,1-1-3-15,-1 1-8 16,-2 0-5-16,1-1-9 16,-1 0-22-16</inkml:trace>
  <inkml:trace contextRef="#ctx0" brushRef="#br0" timeOffset="-32603.46">18187 10570 157 0,'0'0'0'0,"0"0"3"0,0 0 0 15,0 0-6-15,0 0-23 16,-32 36-21-16</inkml:trace>
  <inkml:trace contextRef="#ctx0" brushRef="#br0" timeOffset="-22624.42">19590 9975 117 0,'0'0'25'0,"-2"-3"1"0,2 0 11 0,-1 0-13 16,1 1-3-16,0 0-5 15,-1 1-5-15,0 1-3 16,1 0-5-16,0 0-3 16,0 0-5-16,0 4 2 15,0 4 3-15,0 0 2 16,0 3-1-16,0-1-1 0,0 1-1 16,2 1-3-16,1-2-9 15,-1 1-5-15,-2 1-7 16,1-4-9-16,-1-1-4 15,0-4-48-15</inkml:trace>
  <inkml:trace contextRef="#ctx0" brushRef="#br0" timeOffset="-22264.06">19469 9955 66 0,'0'0'5'0,"0"0"-4"15,0 0 3-15,0 0 6 16,0 0 13-16,0 0 8 15,0 0-10-15,0 0-12 16,0 0-1-16,17 1 2 0,-12-1 3 16,2 0 1-16,0-1 0 15,1-2-3-15,2 0-4 16,2-1-3-16,1 1-2 16,-1 0-2-16,1 1 1 0,1 1-7 15,1-1-34-15,-4 0-44 16</inkml:trace>
  <inkml:trace contextRef="#ctx0" brushRef="#br0" timeOffset="-21797.76">19721 10003 100 0,'0'0'3'16,"0"0"5"-16,0 0 6 0,0 0-1 16,0 0-5-16,0 0-6 15,0 0-1-15,31 0-1 16,-26-2 1-16,-1 0 0 15,1-1 0-15,-2 0 0 16,-1-1 5-16,0 0 2 0,-1 1 1 16,-1-2-1-16,0 3-1 15,0 2 2-15,-2-2 0 16,-2 2-8-16,-3 0-2 16,0 0 0-16,0 0-1 15,-1 4 1-15,0 2 0 16,3 0 0-16,-1 0 1 0,2 2 1 15,2 1-1-15,-1-1 0 16,3 0 1-16,0-1-2 16,0 2 1-16,5-2-1 15,1-2-1-15,3 1 0 16,1-1-12-16,2-4-8 0,1-1-39 16</inkml:trace>
  <inkml:trace contextRef="#ctx0" brushRef="#br0" timeOffset="-21484.02">19904 10003 88 0,'0'0'11'0,"0"0"7"0,0 0-1 0,0 0-4 15,-31 7-5-15,24-1-4 16,2 1-2-16,-1 0-2 16,2 1 0-16,3 0 0 15,1 1 0-15,0-1-4 0,0-1 4 16,1-1 1-16,6-1 6 16,1-1-2-16,3-1 2 15,2 1-2-15,0-3-1 16,4-1-3-16,-3 0-4 15,3 0-26-15,-3 0-19 0,0-4-9 16</inkml:trace>
  <inkml:trace contextRef="#ctx0" brushRef="#br0" timeOffset="-20922.73">20048 9917 99 0,'0'0'11'0,"0"0"17"16,0 0-6-16,0 0-11 0,0 0-5 15,0 0-4-15,0 0-3 16,0 0 1-16,-8-11-1 16,8 14 1-16,0 5-1 15,0-1-1-15,0 3 2 16,0-1 0-16,0 3 0 15,0-2 0-15,1 0-1 0,2 2 2 16,-1-2-1-16,-1 0 1 16,0-1-1-16,1 1 1 15,-1-1 0-15,-1 0-1 16,0-1 1-16,0 1-1 0,0-2 0 16,0-2 0-16,0 0 0 15,0-3-1-15,0 0 2 16,0-1 1-16,0-1 0 15,0 0 1-15,0 0 0 16,0-2-1-16,0-4 6 16,0 0-1-16,0 0-4 0,0-1-1 15,5 1 0-15,-1 1-2 16,2 1-2-16,-1 1 4 16,2 0-2-16,0 3-1 15,0 0 0-15,1 0 1 16,2 0-1-16,0 2 0 15,0 2 1-15,1 0 0 0,0-1-2 16,-1 1 2-16,-2 0-1 16,0-2-4-16,-3-2 0 15,1 1 2-15,-3-1 1 16,2 0-15-16,-1-1-32 0,1-5-72 16</inkml:trace>
  <inkml:trace contextRef="#ctx0" brushRef="#br0" timeOffset="-20366.77">20678 9993 136 0,'0'0'18'0,"0"0"7"0,0 0-6 0,0 0-9 16,0 0-8-16,0 0-4 15,29-3 5-15,-17 3-4 16,1 0 3-16,3 0-2 0,3-2-21 15,-2-1-82-15</inkml:trace>
  <inkml:trace contextRef="#ctx0" brushRef="#br0" timeOffset="-20117.94">21089 9915 120 0,'0'0'3'0,"0"0"0"16,0 0-4-16,0 0-1 16,0 0 6-16,0 0 2 15,6 37-4-15,-4-27-2 0,-1-1-1 16,-1 0-9-16,0-1-24 15,0-1-50-15</inkml:trace>
  <inkml:trace contextRef="#ctx0" brushRef="#br0" timeOffset="-19783.99">21097 9908 66 0,'0'0'-4'0,"0"0"5"16,0 0 2-16,30-7 1 0,-22 7 2 16,1 7 4-16,0 2 3 15,0-1-6-15,2 1-5 16,1-1-1-16,-2 0 0 16,1-3 1-16,0-2 6 15,-1-1 7-15,0-2 7 16,-1 0 3-16,-1 0-3 0,-1-1-1 15,-1-4 3-15,-3-2-1 16,0-1 0-16,-3 0-6 16,0-2-7-16,0 0-7 15,0 0-2-15,-6 3 3 0,2 0-12 16,-2 3-10-16,2 2-12 16,-2 2-31-16,2-2-61 15</inkml:trace>
  <inkml:trace contextRef="#ctx0" brushRef="#br0" timeOffset="-19366.4">21379 9901 48 0,'0'0'11'0,"0"0"9"16,0 0-5-16,-33 6 0 16,25-2-7-16,2 2-3 0,1 1-2 15,3 0-2-15,0-1 0 16,-1 2-1-16,3-1-3 16,0 0 4-16,2-2-2 15,3-2-2-15,1 1-1 16,3-2 10-16,1-1 0 0,0-1 9 15,2 0-2-15,-1 0-5 16,1-1-3-16,-3-3-1 16,-2-1 4-16,0 0 8 15,-3-2 9-15,-2 1 2 16,-2-1-5-16,0 0-15 16,-2 1-6-16,-5-1 0 0,-1 4 6 15,-2 0-17-15,0 1-11 16,0 2-20-16,2 0-20 15,1 0-16-15</inkml:trace>
  <inkml:trace contextRef="#ctx0" brushRef="#br0" timeOffset="-18966.38">21483 9921 150 0,'0'0'3'0,"0"0"4"16,0 0-2-16,0 0-2 16,0 0-1-16,0 0 0 15,0 0 0-15,0 0-2 0,0 0 2 16,23 33-1-16,-20-28-1 16,0 0 1-16,-2 0-1 15,-1-2-5-15,0 0-13 16,0-3 2-16,0 1 5 15,0-1 16-15,0 0 12 16,0-1-2-16,0-3 0 0,0-2 0 16,1 0-4-16,1-1-2 15,3 0 4-15,-1-1 2 16,2 3-5-16,0-1-1 16,1 1-1-16,1 2 2 0,1 2-8 15,0 1-1-15,-1 0-1 16,1 4 0-16,-1 1-1 15,0 3-4-15,-4 0-13 16,2-1-25-16,-3-1-20 16,2-3-2-16</inkml:trace>
  <inkml:trace contextRef="#ctx0" brushRef="#br0" timeOffset="-18650.07">21853 9817 219 0,'0'0'4'0,"0"0"10"0,0 0-9 15,0 0-5-15,0 0 1 16,0 0-1-16,0 0 4 16,11 30-2-16,-8-18-1 0,1 0 0 15,1 1-1-15,1 0 1 16,-3-1-3-16,-1-2-9 16,-1-1-23-16,-1-5-30 15,0-2-6-15</inkml:trace>
  <inkml:trace contextRef="#ctx0" brushRef="#br0" timeOffset="-18459.6">21796 9796 228 0,'0'0'29'15,"0"0"-24"-15,0 0 7 16,0 0-5-16,0 0-3 15,0 0-3-15,0 0 1 16,0 0-4-16,37-22-15 16,-25 22-42-16,1 0-57 0</inkml:trace>
  <inkml:trace contextRef="#ctx0" brushRef="#br0" timeOffset="-18047.05">22053 9889 88 0,'0'0'2'0,"0"0"12"16,0 0 2-16,0 0-9 0,0 0-4 15,13-29-1-15,-13 25-1 16,0 1-1-16,-6 0 2 16,-1 1 5-16,-2 2-5 15,-2 0 3-15,-1 0 1 16,0 2-2-16,-2 3-1 0,3 2 0 15,1-1 2-15,1 2 0 16,4 0-1-16,1-1 0 16,3-2-2-16,1 2-1 15,0-2 1-15,0 1-3 16,6-2-6-16,1-1-43 0,1-3-49 16</inkml:trace>
  <inkml:trace contextRef="#ctx0" brushRef="#br0" timeOffset="-17763.91">22090 9891 14 0,'0'0'7'15,"0"0"12"-15,0 0-11 16,0 0-6-16,-22 30-2 16,22-22-6-16,0-1 12 15,3-1-10-15,6-2 10 0,0 0 6 16,3-2-5-16,0 0-2 16,5-1 0-16,-1-1-2 15,1 0-2-15,1 0-14 16,0-3-52-16</inkml:trace>
  <inkml:trace contextRef="#ctx0" brushRef="#br0" timeOffset="-17165.18">22223 9877 159 0,'0'0'11'0,"0"0"5"0,0 0-12 0,0 0 4 15,0 0-7-15,0 0 5 16,0 0-5-16,0 0 1 0,0 0-1 15,-29 14 1-15,23-10 0 16,3 2-2-16,0-1 0 16,2 0-1-16,1 1-1 15,0-2-4-15,0 0 3 16,6 0 5-16,2-2-6 0,3-2-30 16,0 0-48-16</inkml:trace>
  <inkml:trace contextRef="#ctx0" brushRef="#br0" timeOffset="-16835.66">22316 9761 112 0,'0'0'5'0,"0"0"4"0,0 0-6 16,0 0 1-16,0 0 0 15,-30 19 3-15,28-8-1 16,-2 0-1-16,2 2-2 16,2-1-2-16,0 1 0 15,0-2 0-15,0-1-1 16,0-3-1-16,6 1 2 0,-3-3 3 16,2-3 6-16,-1-1 10 15,2-1 6-15,-1 0 2 16,0 0-10-16,0-3-9 15,0 0-6-15,-1 1-2 16,-4 2-1-16,0 0-15 0,-6 1-54 16,-8 5 5-16</inkml:trace>
  <inkml:trace contextRef="#ctx0" brushRef="#br0" timeOffset="-16081.9">19709 10218 8 0,'0'0'27'0,"29"0"-10"0,-11 0 18 0,4-3-2 15,2 0-1-15,4-1 0 0,3 2-7 16,3-1-18-16,1 1-5 15,-1-1-1-15,1 0 1 16,-3 1-5-16,0 1-14 16,-2-2-23-16,-3-1-20 15</inkml:trace>
  <inkml:trace contextRef="#ctx0" brushRef="#br0" timeOffset="-13932.63">17600 9848 8 0,'-7'-2'8'0,"1"-1"13"0,-1 1 0 0,-1-1-3 16,3 0-4-16,-3 0-8 0,0 1-3 15,0-1 4-15,0 1-3 16,0 0 0-16,-1 1 1 16,-1-1-3-16,-2 2 1 15,2 0 0-15,-1 0-2 0,-3 0 0 16,2 0-1-16,0 0 0 15,-1 0 1-15,2 3 2 16,-4-1 1-16,2 1 0 16,-1 0 0-16,-1 2-3 15,1 0 1-15,-1 1-2 16,1 0 1-16,0 0 0 0,-2 1-1 16,3 1 1-16,-2 1 0 15,2 1 1-15,-1 1-1 16,1 0 1-16,1 0-1 15,1 0 0-15,1 1-1 16,-1-1 0-16,1-1 1 0,0 1 0 16,0 1-1-16,-1 0 1 15,1 0 0-15,-1 2-1 16,1-1 0-16,4 1 0 16,-1-1 0-16,2-1 0 15,1-1 0-15,2 1 0 0,2-2-1 16,0 1 0-16,0 1-1 15,4-1 4-15,1 0-2 16,0 1-1-16,2-2 1 16,1 0 0-16,1-1-2 15,-2 0 3-15,1-2-2 16,1 1 2-16,0 0-1 0,0-1 1 16,-1 0-1-16,0-1 2 15,1 0-2-15,-1 0 3 16,2-1-1-16,0 0-1 15,2-2 3-15,1 1-2 0,2-1 2 16,2 0 1-16,1 0-4 16,4-2 2-16,3 2-1 15,2-2-6-15,2-1-31 16,2 0-41-16</inkml:trace>
  <inkml:trace contextRef="#ctx0" brushRef="#br0" timeOffset="-12453.35">19722 10192 56 0,'-4'0'5'0,"2"0"12"0,-3 0 2 15,3 0-3-15,2 0-1 16,-1 0 2-16,0 0-1 0,0 0-6 16,1 0-4-16,0 0-4 15,0 0-3-15,0 0-2 16,0 0 0-16,3 3 3 15,4 2 2-15,3 0 0 16,1 0-3-16,3 0 2 0,3-1-11 16,3 0 4-16,0-1 3 15,2-1-5-15,4-2 4 16,0 2 1-16,0-2 0 16,0 0 3-16,-2 0-1 15,0 0-4-15,-2-2 0 0,-4-1 4 16,0-1-2-16,-1-1 6 15,-1-1 6-15,0-1 5 16,1-1 1-16,-1 1-3 16,1-1-3-16,0-2-3 15,0-1 0-15,0-1-1 0,-5 1 0 16,2-2 1-16,-4 0-2 16,-2 1 1-16,0-2-1 15,-3 1 0-15,1 0-3 16,-1-1 2-16,-2 1-2 15,-2-1 0-15,-1 0 0 0,0 1 2 16,0 0 0-16,-4 1 5 16,-2-2-2-16,-3 0-2 15,-3-1 3-15,1 0-5 16,-3-1-1-16,1 2-1 16,0-1 2-16,-1 1-1 0,0-1-1 15,0 2 0-15,-2 1 0 16,0-1 0-16,-4 2-3 15,0-1 0-15,-3 2 5 16,0 2-2-16,-2-2 0 16,1 4 1-16,-2-1 1 15,1 0-2-15,-1 2 0 16,-1 3 0-16,-2-1 1 0,0 2-2 16,-2 1 1-16,0 0 0 15,-2 0 0-15,1 1-2 16,-3 3 2-16,3 1 0 15,-1 1 0-15,3 1 0 16,2 1 2-16,4 0-4 0,4 2 2 16,3 0-1-16,3 3 1 15,3 2-1-15,1 0 0 16,3 3 1-16,2 2-1 16,-1 0 1-16,3 1-1 0,2 0 0 15,-1 0 0-15,1-1 1 16,1-1-1-16,0-1 1 15,0-2 0-15,0 0 0 16,3-3-2-16,7 0-7 16,1 0-8-16,4-4-23 0,4-3-36 15</inkml:trace>
  <inkml:trace contextRef="#ctx0" brushRef="#br0" timeOffset="-11747.93">19726 10236 107 0,'0'0'3'0,"0"0"11"0,0 0-5 0,0 0-2 15,0 0-1-15,0 0-7 16,0 0-3-16,0 2 8 16,0 3-2-16,1 0 0 15,1 0 3-15,-1 1 0 16,1 3 2-16,0-1 3 15,0 2-4-15,0 0-3 0,1 3-1 16,0 0-1-16,0 2-1 16,1 0 0-16,-1 1 1 15,-1 0-1-15,0-1 1 16,-1-1-1-16,1-1 0 16,0 0 0-16,1 0 1 15,-1-2 1-15,-2 0 3 0,2-1-2 16,-1 0 2-16,-1 0-2 15,0-2-2-15,0 0-1 16,0 0 3-16,0-2-2 16,0-1 1-16,0 0 1 0,0-1 1 15,0 0-1-15,0-1-2 16,0 0-1-16,0-1 1 16,-1 0-1-16,1 0 1 15,-1 0-1-15,0 0 2 16,1 0-7-16,-5 1-31 15,2-1-31-15</inkml:trace>
  <inkml:trace contextRef="#ctx0" brushRef="#br0" timeOffset="-11299.54">19709 10558 119 0,'0'0'14'0,"0"0"2"0,0 0-10 0,0 0 2 16,0 0 1-16,0 0 4 15,0 0 0-15,0 0-1 16,0 0-3-16,0 0 0 15,23 2-1-15,-17 1-3 0,2 0-3 16,0-1-1-16,-1-1-1 16,3 0 0-16,-1 0-7 15,0 0-7-15,-2-1 0 16,0 0 3-16,-1 0-3 0,-2 0-5 16,-1 0 2-16,-1-2 2 15,-2 0 3-15,0-2 3 16,0 0 5-16,0 2 6 15,-4 1 12-15,0-1 3 16,-1 2 4-16,0 0-6 0,1 0 0 16,-1 0-9-16,2 7-6 15,-1 1 0-15,2 0-6 16,1 0-28-16,0-1-87 16</inkml:trace>
  <inkml:trace contextRef="#ctx0" brushRef="#br0" timeOffset="-9614.21">21399 9750 19 0,'0'0'47'0,"0"0"-46"0,0 0 1 0,0 0-2 16,0 0 1-16,0 0-1 15,0 0 1-15,0 0 3 16,0 0 11-16,0 0-2 16,0 0-3-16,0 0-4 15,10-14-5-15,-10 12-1 0,-2 2-4 16,-3-2 10-16,2 1-7 16,-1-1 1-16,-2 1 3 15,2-1-4-15,-3 0 1 16,0 0 2-16,-2 0-2 0,0 0-1 15,-1 0 2-15,-1 0 0 16,2-1 6-16,-2 1 0 16,0 0 5-16,2 0 2 15,0 1 0-15,0 0 1 16,-1 1-7-16,1-2-5 16,-1 2-1-16,-2 0-1 0,1 0-1 15,-2 0 1-15,0 0-1 16,0 0 0-16,-1 3 0 15,1-1 1-15,1 1-1 16,0-1 1-16,0 1-1 0,1 1 0 16,0-1 0-16,1 2 0 15,-1-2 0-15,1 2 0 16,0 0 0-16,0-1 0 16,0 1 1-16,2 1-1 15,1-1 0-15,2 3 0 16,0 0-1-16,1 1 0 15,1-1 0-15,0 1 1 0,0 0-1 16,1 0 1-16,0 0 1 16,-3 1 0-16,2 0-1 15,-1 1 0-15,-1-2 1 16,2 1-1-16,-1-1 1 16,1 1-1-16,0 1 1 0,2-1 0 15,0 0-1-15,1 1-2 16,0 0 1-16,0-1 1 15,0 0 0-15,0 0 0 16,1 0 2-16,2 0-2 0,0-1-1 16,2-1 2-16,-2 1 0 15,4-2 2-15,-2 3 1 16,3-2-1-16,1 0-3 16,1 1 1-16,3-1-1 15,-1 1-1-15,3-1 1 16,-1 0 2-16,0-1 0 0,1-1 1 15,2 1-3-15,-1-1 3 16,1-1-4-16,2 0 3 16,0 1-4-16,-1-2 3 15,2 1-1-15,1 0 0 0,0-2 1 16,1 1 0-16,3-1-1 16,-2 1-1-16,3-1 2 15,1 1 0-15,1-2 0 16,2 1-1-16,-3-1 0 15,3 1 0-15,-1-1 0 16,1-1 0-16,0-1-1 0,1 0 1 16,0 1 3-16,1-1 0 15,1 0 0-15,0 0-1 16,2 0-1-16,0 0 0 16,-1 0-1-16,1 0 1 15,-1-1-1-15,2-2 1 0,-4 0 0 16,2 0-1-16,0-2 1 15,0 0-1-15,-2-2 1 16,-1 1 0-16,1-2 4 16,-2 0 0-16,1-1 3 15,-4 0-3-15,1-2 0 0,0 1 0 16,-4-2-1-16,-2-1-3 16,-2 0 3-16,-3-2 0 15,-2 1 2-15,-3-1 2 16,-2-1 0-16,-3 0 0 15,-3 0-1-15,-2-1 0 0,-2-1-3 16,0 1-2-16,-3-1 0 16,-4 1-1-16,-3 0-1 15,-2 3 1-15,-4-1-2 16,-1 2 0-16,-3 2 1 16,-4 1 0-16,0 1-6 0,-4 3-6 15,0 2-3-15,-3 2-9 16,0 2-5-16,0 0-26 15,0 1-20-15,-1 4-20 16</inkml:trace>
  <inkml:trace contextRef="#ctx0" brushRef="#br0" timeOffset="-9079.56">21682 10256 38 0,'0'2'28'0,"0"0"-5"0,-2 1-1 16,1 0 0-16,0 3-2 16,1-2-5-16,0 3 2 15,0-1-4-15,0 2-6 0,0 2-4 16,0-1-3-16,0 2 1 15,1 1-1-15,2 1 0 16,2 2 0-16,0 0 1 16,0 0 0-16,0-2-2 15,2 3 0-15,0-3 1 16,-3 0 0-16,2-1 2 0,-1 0-2 16,-2 0 1-16,1-1 0 15,-1-2-1-15,0 1 0 16,-2-1 0-16,-1-1 1 15,0-1-3-15,0-1-8 16,0-1 12-16,0 0-8 0,0 0-16 16,0-2-15-16,0-1-1 15</inkml:trace>
  <inkml:trace contextRef="#ctx0" brushRef="#br0" timeOffset="-8744.96">21699 10542 112 0,'0'0'8'0,"0"0"13"0,0 0-3 16,0 0-18-16,0 0 1 15,0 0 2-15,0 0 1 16,0 0 8-16,0 0 1 15,12 18-14-15,-6-15 2 16,0-1 6-16,1 0-7 16,0-1-27-16,0-1-1 0,1 0-5 15,0 0 6-15,0 0 14 16,-5 0 8-16,4-3 11 16,-5-2 4-16,1 3 11 0,-2-1 5 15,-1 2 3-15,0 1-21 16,-4 0-17-16,-6 0-26 15,-4 1-28-15</inkml:trace>
  <inkml:trace contextRef="#ctx0" brushRef="#br0" timeOffset="2993.2">17848 10228 33 0,'0'0'7'0,"0"0"3"0,-1 0 3 16,1 0 1-16,0 0 6 16,0-1 3-16,0 0-13 15,0 1-3-15,0-1-3 0,0 1-1 16,0 0-1-16,0 0 1 16,0 0-3-16,0 0-3 15,0 0 5-15,0 0-1 16,2 1-1-16,1 3 0 15,2 0 1-15,0 0-1 0,1 4 0 16,3 1-1-16,0 0 1 16,2 3 0-16,1 3 0 15,2 1-1-15,4-1 0 16,-3 3-4-16,4 0 4 0,-1 2 8 16,2-2 8-16,-2 2 6 15,1-3-7-15,-1 2 1 16,1-3-2-16,-1 0-3 15,-1-3-2-15,-2-2-1 16,-1-2-1-16,-1-1 1 16,-4-3-1-16,-1-1-1 0,-4-2-2 15,0 0-2-15,-3-1 2 16,-1 0-1-16,0-1 3 16,0 0-1-16,0 0-9 15,0 2-12-15,-1-1-20 16,-4-1-57-16,1 1-36 0</inkml:trace>
  <inkml:trace contextRef="#ctx0" brushRef="#br0" timeOffset="3840.16">17997 10391 88 0,'0'0'8'0,"0"0"15"0,0 0-4 0,0 0-6 16,0 0-4-16,0 0-4 16,0 0-3-16,0 0-1 15,0 0 2-15,0 0 4 16,0 0-3-16,0 0-1 16,0 0-1-16,34 22-1 0,-24-4 0 15,3 1-1-15,1 2 1 16,4 2-2-16,2 0 0 15,1 0-1-15,4 1-2 16,0-2 0-16,1 1 0 16,-2-4 0-16,-3-1 2 0,-4-3 1 15,-4-5 1-15,-6-2 1 16,-6-5-1-16,-1-3-7 16,-11 0 12-16,-5-2-80 15</inkml:trace>
  <inkml:trace contextRef="#ctx0" brushRef="#br0" timeOffset="7220.96">20031 12431 108 0,'0'-2'42'0,"0"-1"3"0,0 0-11 0,0 0-8 0,0-1-10 16,-1-1 2-16,-1 0-6 15,1-1-4-15,-2 1-2 16,0-1-4-16,0 2-1 16,0-1-1-16,-2 3-2 0,0-1-4 15,-1 1 3-15,1 2 3 16,-4 0 4-16,2 0 0 16,-3 7-4-16,0 1 0 15,0 3-4-15,0 3-3 16,2-2-3-16,0 1 0 0,2 0 6 15,3 0 4-15,2-3-1 16,1-1 0-16,0-1-5 16,4-2-1-16,5 1-1 15,1-5 6-15,1 1-1 16,0-3 4-16,1 0 1 0,1 0 1 16,-3 0-4-1,0-5 0-15,-1-2 2 0,-2 1 1 16,0-4 3-16,-2 1 3 15,1 0 1-15,-3-1 0 16,-1 0-6-16,1 0 1 16,-3 2 2-16,2-1 2 0,-2 3 1 15,0 1 1-15,0 0-3 16,0 2 0-16,0 2-5 16,0 1 0-16,0 0-4 15,0 0-5-15,0 6 2 0,0 3 4 16,0 3 6-16,1 0-4 15,3 1 0-15,1 3-2 16,-1-1 1-16,1 1 0 16,0-1 0-16,1 2-1 15,1-2 1-15,-1 2-2 16,1-3-1-16,0 0 1 0,-1 0 1 16,-2-2 1-16,-1-1-3 15,-1-1 2-15,-2-1-2 16,0-1-5-16,0-1 6 15,-6 1 1-15,-2-2 8 16,-1 1-5-16,-2-1 0 0,-2-2 0 16,0 1-1-16,-1-2 0 15,0 1 2-15,1-3-3 16,2 0 0-16,1-1-9 16,3 0-8-16,2-4-11 0,1-6-49 15</inkml:trace>
  <inkml:trace contextRef="#ctx0" brushRef="#br0" timeOffset="7761.17">20151 12429 198 0,'0'0'0'0,"0"0"7"0,0 0 5 0,0 0 2 15,33-21 4-15,-25 19 1 16,1-1-3-16,-1 0 2 15,-1 2-4-15,2 1-8 16,-1 0-3-16,2 0-1 16,0 2 1-16,-1 3-3 15,1 0 0-15,-2 2-6 0,1 1-5 16,-2-1 8-16,-3 1-2 16,1 1-2-16,-3 0 2 15,-1-2 2-15,-1-2-2 16,0 1 1-16,0-3 1 15,-1-1-1-15,-2-1 8 0,-1-1 2 16,0 0-2-16,0 0 2 16,0-4 5-16,1-2 0 15,0-1 3-15,1 0-8 16,1-4 0-16,1 3 0 16,0-2-4-16,1 0 3 0,5-2-3 15,4 1-4 1,0 1 4-16,4-2-12 0,3 2-25 15,0 0-22-15,0 2-59 16</inkml:trace>
  <inkml:trace contextRef="#ctx0" brushRef="#br0" timeOffset="8112.58">20492 12316 151 0,'0'0'35'15,"0"0"-5"-15,0 0-7 16,0 0-12-16,0 0-6 0,-17 36-2 15,11-25 1-15,1 3-2 16,0-3 0-16,1 2 0 16,3-1 0-16,1 0-1 15,0-2-1-15,0-2 1 16,4-1-2-16,2-3-2 0,3-1 1 16,0-3 4-16,1 0-3 15,0-2 3-15,0-5-3 16,-2-3 5-16,-1 1 4 15,-1-3 2-15,-3-2 2 16,0 1 5-16,-3 0-2 16,0-2 0-16,0 2 0 0,0 1-2 15,-3 1-6-15,-1 2-6 16,1 4-3-16,-3 2-1 16,2 2-12-16,-4 1-8 15,1 3-15-15,2 3-5 16,-4 1-53-16</inkml:trace>
  <inkml:trace contextRef="#ctx0" brushRef="#br0" timeOffset="8615.43">20606 12294 218 0,'0'0'31'0,"0"0"-6"0,0 0-15 0,0 0-1 0,0 0-5 16,0 0-7-16,0 0 0 16,0 0 4-16,0 0 5 15,0 33-5-15,0-21-1 0,1 1 2 16,1 0-4-16,0-3 1 15,0 0 1-15,3-2-1 16,0-2-4-16,0-2-3 16,2-1-1-16,2-3 1 15,1 0 7-15,0-1 1 0,1-7 1 16,-1-1 0-16,1 0-1 16,-1-3 2-16,-1 0 6 15,-4-1 0-15,2 1 3 16,-5 2 2-16,0 1 3 15,-1 2-4-15,-1 2 0 0,0 2-2 16,0 1-5-16,0 2-5 16,0 0-1-16,0 0-6 15,0 7 5-15,1 1 4 16,3 1-2-16,-2 0-3 16,6 1-1-16,0-2-6 0,4-1-11 15,1-1-12-15,1-4-16 16,3-2-69-16</inkml:trace>
  <inkml:trace contextRef="#ctx0" brushRef="#br0" timeOffset="8885.81">20905 12259 235 0,'0'0'13'0,"0"0"18"0,0 0-18 0,0 0-8 0,0 0-5 15,0 0-5-15,0 0 3 16,0 0 1-16,0 0 3 16,-2 43-1-16,1-24 1 15,0 2-1-15,1-1 1 16,0 2-2-16,0 0-2 16,-2 0-9-16,0 0-16 0,-1-3-9 15,0 1-20-15,-1-4 30 16,0-4 0-16,2-3 15 15,-1-5 9-15,2-3-39 16</inkml:trace>
  <inkml:trace contextRef="#ctx0" brushRef="#br0" timeOffset="9206.92">20878 12401 213 0,'0'0'13'15,"3"-39"22"-15,-1 21-15 16,0 0-7-16,2 3-6 0,0 0-5 15,1 2-1-15,0 3-1 16,0 1 1-16,0 3 0 16,2 2 2-16,-2 1 0 15,3 3-2-15,-3 0 1 16,3 0-2-16,0 2 0 0,-2 3-2 16,0 3-3-16,-2 2-10 15,-3 0 1-15,-1 1 5 16,0 1 4-16,-5-1 1 15,-3-1 12-15,-3-2-6 16,-1 1 2-16,0-4-1 0,-2 0 0 16,1 0-2-16,2-2 0 15,2-2-1-15,4 0-3 16,2-1-10-16,3 0-31 16,0-2-42-16</inkml:trace>
  <inkml:trace contextRef="#ctx0" brushRef="#br0" timeOffset="9674.73">21153 12221 166 0,'0'0'20'16,"0"0"16"-16,0 0-2 15,0-28-13-15,-2 23-5 0,0 0-3 16,-1 2-6-16,1 0-1 16,-1 2-4-16,1 1-2 15,-1 0-2-15,-1 0 4 16,1 4-4-16,-3 4 0 16,2-1-5-16,-3 3 2 0,4-2 2 15,-2 0 0-15,3-1 1 16,1 1 0-1,1-1 0-15,0-2-2 0,1 1-3 16,4-1 0-16,1 0 4 16,1 1 2-16,0-1-1 0,0-1 4 15,0 2 2-15,1-1-4 16,-4 1 1-16,-1-1-1 16,-2 0-1-16,-1 0-4 15,0 0 4-15,-1 0-3 16,-5-2 7-16,-2 3 3 15,-1-4-1-15,-1 3-2 16,-2-3-1-16,0 4-1 0,1-3 0 16,0 0-2-16,2-2-29 15,2-1-78-15</inkml:trace>
  <inkml:trace contextRef="#ctx0" brushRef="#br0" timeOffset="10864.85">21182 12043 91 0,'0'0'16'0,"0"0"-8"0,-33-26 14 0,17 14-2 16,2 2 10-16,-6-3 6 0,-1 1-7 16,-2-1-14-16,-4 1-3 15,-2-1-5-15,-1 2 0 16,0-1 1-16,-2 1-5 16,2 1-3-16,-1 2 1 15,1 0-1-15,-4 1 0 0,1 0 0 16,0 4-1-16,-3-1-1 15,0 3-2-15,-2-1 0 16,0 2-1-16,-3 0-3 16,-2 2 1-16,-2 3 1 15,-2 1 4-15,-1 1 1 16,-4 3 1-16,0 0 0 0,-3 0 0 16,0 2 0-16,2 2 1 15,0-1-1-15,3 2 1 16,2 2 0-16,4 1 0 15,2-1-1-15,2 2 1 0,4 1-1 16,2 0 0-16,2 3 0 16,2 0 0-16,2 0 0 15,2 0 2-15,2 2-2 16,-1 3 2-16,4-1-2 16,1 1 0-16,4 1 1 0,-1 1-2 15,4 2 2-15,3-2-1 16,0-1 0-16,4 2 1 15,3-1 0-15,3 0-1 16,0 0 0-16,4 0 0 16,8 2-5-16,1 0 5 0,7-2-1 15,2 1 0-15,3-1-4 16,4-2 2-16,1-3-1 16,3-2 2-16,1 0 5 15,1-4 2-15,3 0 0 16,3-3 0-16,2-1-1 0,1-1 2 15,6-2 3-15,0-4 0 16,2-1 0-16,2-3 3 16,0 1-3-16,3-3 1 15,-2 0-1-15,3-2-3 16,0 0-3-16,-1 0 0 0,3-6-3 16,-2-4 0-16,3 0 2 15,0 0-2-15,-3-1 0 16,0-1 0-16,-1 0 1 15,0 0-2-15,-1 0 2 16,-4-1-1-16,0-1 0 16,-1-2 1-16,-2-2-1 15,-1-2-1-15,-2-1 1 0,-2-4 0 16,1-4 0-16,-3 1 0 16,-1-4 0-16,-3-1 1 15,-3-1-1-15,0 0 1 16,-5-3-1-16,-2 0 2 15,-3 0 0-15,-3-2 1 0,-3-1 0 16,-7 0-1-16,-4 0 4 16,-6-2 6-16,-2-1 5 15,-7-2-3-15,-9-1-9 16,-14-1-1-16,-8 2-4 0,-13 2-2 16,-15 1 5-16,-19 7-25 15,-19 4-26-15,-20 4-22 16,-20 1-88-16</inkml:trace>
  <inkml:trace contextRef="#ctx0" brushRef="#br0" timeOffset="40298.97">1245 7283 24 0,'0'0'4'0,"0"0"-1"0,0 0-1 0,0 0-2 15,-32 10 0-15,24-2 0 16,-1 1 0-16,-1 1 0 16,0 1 1-16,-2 4 2 15,2 0 2-15,-1 1-1 0,1 2-3 16,-2 1 0-16,0 0 0 15,1 3-1-15,-1 1 0 16,0 0 0-16,0 0 1 16,3 2-2-16,0-1 1 15,4 2 0-15,0-3 1 0,1 3-1 16,3-1 1-16,-1 1-1 16,2-1 1-16,0-1 0 15,0-1-1-15,3-1 0 16,6 0-2-16,-1-1-3 15,2-1 4-15,2 2 1 16,0-2 0-16,-1 1-4 0,2-2 9 16,0-1 0-16,0-2-2 15,0 0-1-15,1-4 3 16,-1 0 1-16,0 1 0 16,1-1 0-16,0 2-1 15,-3 1-2-15,1 3-1 0,-2 2 0 16,-2 3 1-16,-2 3 0 15,0 2 1-15,-3 4-1 16,-2 3 3-16,-1 1-2 16,0 3-1-16,-1 1 0 15,-3 3-1-15,-5 2 0 0,-1 0 1 16,-3-1-1 0,0-1 1-16,-4 0 0 0,-1-5-2 15,1 0 0-15,1-5 1 16,-1-5-1-16,5-3 1 15,2-7 0-15,3-5-2 0,1-5 2 16,3-4-2-16,3-4 0 16,0 0-17-16,5-4 13 15,5-5 9-15,1-3-2 16,5-1-2-16,1 0 0 16,2 4-1-16,2 4 1 15,1 5-2-15,3 7 1 0,1 11 0 16,3 12 4-16,5 11 5 15,4 14-3-15,1 14 7 16,4 18-5-16,9 14 3 16,5 17 2-16,7 10 2 15,0 1-82-15</inkml:trace>
  <inkml:trace contextRef="#ctx0" brushRef="#br0" timeOffset="41363.28">14566 10572 183 0,'0'0'-11'0,"0"0"15"0,0 0 3 0,-32-14-4 15,25 7-2-15,3-4-6 16,-2 0-15-16,2-4-19 16,-2-2 18-16,0-2 9 15,-1 0 3-15,-2-4 9 0,0 2 0 16,-1-2 1-16,0-1-1 16,2-1 1-16,1-3 0 15,1-1-2-15,3-4-5 16,3-2-32-16</inkml:trace>
  <inkml:trace contextRef="#ctx0" brushRef="#br0" timeOffset="41867.43">14477 9977 40 0,'18'-27'4'15,"4"1"0"-15,4 0 0 16,2 2-3-16,4 1 2 16,2 4-1-16,1 4-1 0,2 2-1 15,3 4 0-15,2 3 1 16,1 4-2-16,1 2 2 15,3 0-1-15,2 5 1 16,2 2-1-16,2 2 1 16,3-2-1-16,6 0 1 15,1-2 0-15,4-3 1 0,0-1 4 16,3-1 0-16,1 0 3 16,-2-5 0-16,0-3-3 15,0 1-1-15,-1-2-2 16,0 0 0-16,-4 1-2 15,-3 0 0-15,-1 1 0 0,-5 0-1 16,2 2 1-16,-5-1-1 16,0 2 2-16,-4 1-2 15,-1 3 0-15,-4 0 0 16,-5 3 0-16,-4 6 0 16,-2 5 0-16,-4 2-2 0,-6 6 1 15,-3 0 0-15,-5 7-1 16,-2 1 1-16,-3 3-1 15,-3 3 4-15,-4 1 1 16,0 3-1-16,-2 3 2 16,0 0-3-16,0 0 0 0,-3-1 0 15,-3-2 3-15,-1-1 0 16,-1-4-2-16,-7 0-1 16,-2 1 1-16,-5-1 2 15,-7 0 0-15,-7 2-3 16,-6-2-18-16,-8-2-33 0</inkml:trace>
  <inkml:trace contextRef="#ctx0" brushRef="#br0" timeOffset="117001.44">10077 10539 97 0,'0'0'6'0,"0"0"-3"0,0 0-2 0,2-32 1 0,-1 23 0 16,3 1 0-16,-4-1-1 15,2 2 1-15,-2 0 2 16,1 1-2-16,-1 2 0 16,0 0 0-16,2 0-2 15,-1 1 1-15,3 1-1 16,-1 0-1-16,0 1 0 0,1-1 0 15,1 2 0-15,0 0 0 16,2 0 1-16,-2 0 0 16,2 4 0-16,1 2 0 15,-3 3-1-15,1 1 0 16,1 2 2-16,-3 4 1 16,1 0 1-16,-2 4 3 0,-1 1-1 15,-2 3-1-15,0 4 1 16,0 4 0-16,0 2 2 15,-5 2 0-15,0 3-2 16,0 1 0-16,-1 1-3 0,2 0 1 16,-2-1 0-16,2 0-1 15,-1 0-1-15,3-5 0 16,-1-4 0-16,1-1 0 16,0-6 0-16,2-4-1 15,0-3 1-15,0-3-1 16,4-5 0-16,-1-3 0 0,0-4-1 15,2 0 7-15,-2-2 0 16,1-2 3-16,1-4-4 16,0-1 0-16,-2 0-3 15,0 1-1-15,-1 2 1 16,-2 2-2-16,0 2 1 0,0 0-2 16,0 2-7-16,-1 8 9 15,-3 7-2-15,-1 4 0 16,0 6 0-16,2 5 0 15,-1 3 1-15,4 2-1 16,0 1 1-16,0 3-1 0,0 2 1 16,6 3 0-16,1 1 0 15,0 2 0-15,2 1 0 16,1 2 0-16,2 1 1 16,0 0-1-16,3 4 0 0,-2 1 0 15,0 1 0-15,1 0 1 16,-1-3-1-16,-3-1 0 15,0-4 0-15,-4-2 1 16,-3-1-1-16,-3 0 0 16,0 1 1-16,-5 1 0 15,-7 2 2-15,-3 2-2 0,-5 2-1 16,-4 2 2-16,-2-1 0 16,-5 0-1-16,-2-4 1 15,-3-2 0-15,2-6-2 16,-4-6-2-16,2-11-22 15,0-15-69-15</inkml:trace>
  <inkml:trace contextRef="#ctx0" brushRef="#br0" timeOffset="118167.34">9838 10599 157 0,'0'0'-22'0,"0"-3"38"0,0-2-1 0,-3-1-4 16,0-1 0-16,2 1-7 15,-1 0 0-15,1-2-4 16,1 1 2-16,0-2-4 16,0 0 1-16,0 0-1 15,3-1-2-15,4 0-1 0,-1-1 0 16,3 1 3-16,1 1 1 16,2 3-2-16,0 2 0 15,1 4-1-15,-2 0 0 16,3 3-4-16,-1 7 3 15,2 5-2-15,-1 3 4 16,-1 4 2-16,0 3 2 0,1 4 0 16,-3 4 1-16,-2 2 1 15,-1 3-1-15,-2-1 1 16,-2 3-2-16,0-1 2 16,-1 2 1-16,-1 0-2 15,0-1-2-15,1 1 1 0,-3-3-1 16,5-4 0-1,0-2 0-15,0-4 0 0,1-3 0 16,1-5 1-16,2 0-1 16,-1-5 1-16,-1-4-1 0,0-3-1 15,-2-4 2 1,1-4 3-16,-2 0 2 16,1 0 1-16,-4-2-2 0,1 0-2 15,-1 0 0-15,-1 2-2 16,0 0 3-16,0 2-7 15,-4 7 8-15,-3 7-7 0,-1 4 1 16,1 6-1-16,2 4 2 16,0 7-1-16,3 3 1 15,2 5 0-15,0 4 1 16,2 3 1-16,6 3-1 16,1 1 1-16,4 3-2 0,-1-1 1 15,1-2 0-15,-1 2-1 16,0 2 2-16,1 0 0 15,-1 0-1-15,-1-2 0 16,-1-1-1-16,1-2 2 16,-3-1-2-16,1-4 0 0,-3 0 1 15,-1-1-1-15,-2-1 0 16,-3-2 0-16,0-3 0 16,0-4 0-16,-7-2 2 15,-3-3 0-15,-4-3 3 16,-3-2 1-16,-2-2-3 15,-3-1 1-15,-1-3-1 0,-3-1-2 16,-3-1-7-16,0-2-23 16,-3-4-43-16,1-6-56 15</inkml:trace>
  <inkml:trace contextRef="#ctx0" brushRef="#br0" timeOffset="118851.29">10406 12324 87 0,'0'0'4'0,"0"0"1"0,0-2-1 0,1 1-1 0,1 0 1 15,-1 0-2-15,1 0-1 16,0 0 1-16,3 1 0 16,-1 0 1-16,3 0-1 15,2 0-2-15,1 0 1 0,3 0-1 16,0 0 1-16,2 0-2 16,-1 0 2-16,5 0 1 15,-2 0 0-15,3 0 3 16,2 0 3-16,1 0 0 15,3-1-3-15,0-2-1 0,3-1 1 16,-1 0-3-16,0 1 1 16,-1-1-3-16,1 0 1 15,-4 2-1-15,0-2 1 16,-3 2 2-16,-3-3-3 16,-2 3-7-16,-2-2-18 0,-4 1-2 15,-5 0-17-15</inkml:trace>
  <inkml:trace contextRef="#ctx0" brushRef="#br0" timeOffset="119022.37">10889 12222 51 0,'0'0'31'15,"0"0"2"-15,0 0-2 0,0 0-7 16,0 0-10-16,0 0-5 16,0 0-2-16,0 0-16 15,0 0-3-15,-23-2 1 16,29 22 10-16,-2 10 2 15,2 13 2-15,-4 14-1 0,-2 13-9 16,-1 12-97-16</inkml:trace>
</inkml:ink>
</file>

<file path=ppt/ink/ink2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4-26T06:51:50.893"/>
    </inkml:context>
    <inkml:brush xml:id="br0">
      <inkml:brushProperty name="width" value="0.05292" units="cm"/>
      <inkml:brushProperty name="height" value="0.05292" units="cm"/>
      <inkml:brushProperty name="color" value="#FF0000"/>
    </inkml:brush>
  </inkml:definitions>
  <inkml:trace contextRef="#ctx0" brushRef="#br0">21747 8390 39 0,'0'0'32'0,"0"0"-26"0,0 0 7 0,0 0-8 16,0 0-1-16,0 0-4 15,0 0 0-15,0 0 1 16,0 0 0-16,0 0-1 15,-26 5 0-15,25-4 0 0,0 0 1 16,1 0-1-16,-1 1 1 16,0 0 2-16,1 1 5 15,0 1 6-15,0 3-4 16,0 0-1-16,0 4-5 0,3 4 2 16,1 2 0-16,1 4-3 15,-1 2 1-15,2 5-3 16,-1 2 0-16,0 5 0 15,1 3 0-15,0 8-1 16,1 2 0-16,-1 4 0 16,2 5 1-16,2 5-1 15,-3 3 0-15,3 6 0 0,-1 8 1 16,-1 6 0-16,1 4 1 16,1 6-1-16,2 5 2 15,0 4 1-15,3 5 8 16,0 0-3-16,2 5-2 0,-1-2-1 15,1 4-3-15,-1-4 1 16,1 2 3-16,-1-1 6 16,-1-3-2-16,-1-1 1 15,-1-3-1-15,-2-2 0 16,-2-4-6-16,-1-5 0 0,-5-4 7 16,-1-7-6-16,0-7-2 15,-2-4-3-15,0-8 0 16,0-8-2-16,-1-9 0 15,-2-10-4-15,0-12-39 16,1-17-116-16</inkml:trace>
  <inkml:trace contextRef="#ctx0" brushRef="#br0" timeOffset="731.37">20965 11296 90 0,'0'0'-2'0,"0"0"2"0,30 0 3 0,-16-3 1 0,3-1 0 0,2 0 4 15,0-1 6-15,1 0 3 16,3 0 2-16,1-1-8 16,5 1-2-16,4-1-3 15,5-2-2-15,4 0-1 16,3 0 0-16,5-1 2 15,5 0-1-15,3 0 3 0,2-3 0 16,5 1 1-16,4 0-1 16,4-2-1-16,4 0-1 15,7-1 0-15,5-2 1 16,5 1-1-16,4-1 2 0,4-1-1 16,4-3 0-16,-2 3-2 15,2-1 0-15,1-1 1 16,-1 2 0-16,1 1-2 15,-2 0 3-15,-1 2-2 16,-1 1 0-16,-1 1 0 16,-3 0-3-16,0 2 0 0,-6-1 0 15,0 2-1-15,-5 2 1 16,-4 1-1-16,-4 3 0 16,-6 1 0-16,-5 2 0 15,-5 0 0-15,-2 0-2 16,-7 0-7-16,-9 3-28 0,-7-3-82 15</inkml:trace>
  <inkml:trace contextRef="#ctx0" brushRef="#br0" timeOffset="2016.45">22308 9024 202 0,'0'0'-1'0,"0"0"3"0,0 0-1 0,0 0-1 0,0 0-1 16,-27 0-7-16,27 0-45 16,0 0-22-16</inkml:trace>
  <inkml:trace contextRef="#ctx0" brushRef="#br0" timeOffset="2214.88">22454 8786 228 0,'0'0'1'0,"0"0"-2"16,0 0 0-16,0 0-5 15,9-30-36-15,-5 24-28 16</inkml:trace>
  <inkml:trace contextRef="#ctx0" brushRef="#br0" timeOffset="2428.39">22894 8547 256 0,'0'0'2'16,"0"0"2"-16,0 0-1 16,0 0-2-16,0 0 0 15,0 0-4-15,31-22-29 16,-24 22-50-16,1 0-20 0</inkml:trace>
  <inkml:trace contextRef="#ctx0" brushRef="#br0" timeOffset="2627.08">23309 8505 154 0,'0'0'44'16,"0"0"-40"-16,0 0 8 15,0 0-2-15,0 0-7 16,0 0-3-16,0 0-4 0,0 0-7 15,18 0-18-15,-18 5-6 16,0 0-24-16</inkml:trace>
  <inkml:trace contextRef="#ctx0" brushRef="#br0" timeOffset="2834.16">22874 8824 226 0,'0'0'-38'16,"0"0"40"-16,0 0 0 16,0 0-2-16,0 0-7 15,0 0-50-15,0 0-13 0</inkml:trace>
  <inkml:trace contextRef="#ctx0" brushRef="#br0" timeOffset="3154.47">22614 8798 110 0,'0'0'10'16,"0"0"-20"-16,0 0 11 16,27 8 0-16,-15-6-10 0,1-1-43 15</inkml:trace>
  <inkml:trace contextRef="#ctx0" brushRef="#br0" timeOffset="3295.8">22683 8862 41 0,'0'0'49'0,"0"0"-44"16,-27 13 11-16,21-9-5 15,3 0-10-15,2 1-1 16,1-2-29-16</inkml:trace>
  <inkml:trace contextRef="#ctx0" brushRef="#br0" timeOffset="3487.43">22804 8712 146 0,'0'0'-10'0,"0"0"22"15,26-35-7-15,-14 29-5 16,2-1-2-16,2 2-12 0,1 0-20 15,3 1-18-15</inkml:trace>
  <inkml:trace contextRef="#ctx0" brushRef="#br0" timeOffset="3644.71">23139 8634 117 0,'0'0'28'0,"0"0"30"16,0 0-16-16,0 0-26 15,0 0-9-15,0 0-7 16,0 0-21-16,2 5-13 0,4-1-34 16,0-1-21-16</inkml:trace>
  <inkml:trace contextRef="#ctx0" brushRef="#br0" timeOffset="3808.68">23185 8718 195 0,'0'0'39'0,"0"0"-28"16,0 0 8-16,0 0-8 15,0 0-16-15,0 0-14 16,0 0 5-16,-8 9-46 0,8-3-35 16</inkml:trace>
  <inkml:trace contextRef="#ctx0" brushRef="#br0" timeOffset="4043.94">22400 9138 223 0,'0'0'-37'0,"0"0"41"16,0 0 2-16,0 0-9 15,0 0-45-15,0 0-5 0,0 0-22 16</inkml:trace>
  <inkml:trace contextRef="#ctx0" brushRef="#br0" timeOffset="4199.87">22458 9142 142 0,'0'0'2'15,"0"0"-10"-15,0 0 9 16,30 3 7-16,-13-2-3 16,3-1-4-16,0 0-24 0,0-1-70 15</inkml:trace>
  <inkml:trace contextRef="#ctx0" brushRef="#br0" timeOffset="4372.05">22759 9016 209 0,'0'0'4'0,"0"0"12"15,0 0-5-15,0 0-11 16,0 0-16-16,0 0 3 0,0 0-26 15,21-10-18-15,-11 9-42 16</inkml:trace>
  <inkml:trace contextRef="#ctx0" brushRef="#br0" timeOffset="4513.52">22940 8927 235 0,'0'0'-14'16,"0"0"21"-16,0 0 3 15,0 0-9-15,0 0-4 16,0 0-12-16,34-12-33 16,-20 12-29-16</inkml:trace>
  <inkml:trace contextRef="#ctx0" brushRef="#br0" timeOffset="4627.5">23154 8871 191 0,'0'0'2'15,"0"0"1"-15,0 0-59 16,0 0-35-16</inkml:trace>
  <inkml:trace contextRef="#ctx0" brushRef="#br0" timeOffset="4991.92">23380 9583 256 0,'0'0'1'16,"0"0"0"-16,0 0-2 0,0 0-37 15,-27 7-64 1</inkml:trace>
  <inkml:trace contextRef="#ctx0" brushRef="#br0" timeOffset="5168.82">23523 9459 276 0,'0'0'-27'0,"0"0"33"16,0 0-6-16,0 0-3 0,0 0-11 15,0 0-46-15,0 0-33 16</inkml:trace>
  <inkml:trace contextRef="#ctx0" brushRef="#br0" timeOffset="5330.71">23802 9364 231 0,'0'0'-14'0,"0"0"41"15,0 0-4-15,0 0-14 16,34-20-10-16,-23 20 2 16,2 0-3-16,0 4-11 0,-1 1-37 15,-2 0-59-15</inkml:trace>
  <inkml:trace contextRef="#ctx0" brushRef="#br0" timeOffset="5481.51">23969 9477 225 0,'0'0'23'16,"0"0"-28"-16,0 0 9 15,0 0-3-15,25 31 1 16,-18-18-8-16,-3 2-37 0,-4 0-52 15</inkml:trace>
  <inkml:trace contextRef="#ctx0" brushRef="#br0" timeOffset="5666.63">23674 9809 137 0,'0'0'52'0,"0"0"-33"16,-31 1 7-16,28-4-11 0,3-2-16 16,0 3-9-16,0-3-26 15,0-1-17-15,0-2-21 16</inkml:trace>
  <inkml:trace contextRef="#ctx0" brushRef="#br0" timeOffset="5822.88">23574 9644 189 0,'0'0'-28'0,"0"0"63"0,0 0-5 15,0 0-19-15,-17-27-14 16,20 27 0-16,5 0-15 16,1 0-33-16,1 0-29 15</inkml:trace>
  <inkml:trace contextRef="#ctx0" brushRef="#br0" timeOffset="5986.42">23783 9584 171 0,'0'0'5'16,"33"-15"2"-16,-16 8-1 0,3 2-4 15,-3-1-2-15,-2 2-1 16,-2 0-7-16,0 0-13 15,-4-1-29-15</inkml:trace>
  <inkml:trace contextRef="#ctx0" brushRef="#br0" timeOffset="6122.53">23922 9511 177 0,'0'0'7'16,"0"0"12"-16,0 0-22 0,0 0-10 15,0 0-9-15,0 0-53 16</inkml:trace>
  <inkml:trace contextRef="#ctx0" brushRef="#br0" timeOffset="7650.8">22316 10122 286 0,'-7'-3'-6'0,"0"-2"14"0,4 1-2 0,2 3-5 0,1 1-12 16,0 0-22-16,8 0 7 16,-2 0-12-16,5 0-35 15</inkml:trace>
  <inkml:trace contextRef="#ctx0" brushRef="#br0" timeOffset="7813.95">22543 9993 195 0,'0'0'3'0,"0"0"-1"15,39-20 0-15,-22 16-2 16,2 0-3-16,0 3-43 16,-4-1-35-16</inkml:trace>
  <inkml:trace contextRef="#ctx0" brushRef="#br0" timeOffset="7979.04">22745 10026 170 0,'0'0'17'0,"0"0"-18"16,0 0 3 0,0 0 0-16,0 0 0 0,21 30-2 15,-13-22 0-15,0-1-1 16,2 0-7-16,-4-2-45 15</inkml:trace>
  <inkml:trace contextRef="#ctx0" brushRef="#br0" timeOffset="8170.5">22650 10352 182 0,'0'0'-11'0,"0"0"20"15,-34 26 0-15,26-16-7 16,1 0-1-16,2-1-1 16,1 0 0-16,1-2-1 15,2-3-3-15,1 0-18 16,-1-2-39-16</inkml:trace>
  <inkml:trace contextRef="#ctx0" brushRef="#br0" timeOffset="8351.96">22420 10409 176 0,'0'0'-27'15,"0"0"51"-15,-32-16-5 16,32 8-12-16,0-4-8 16,0-1-4-16,7 0 1 15,3-2-17-15,3 0-15 0,-1-2-1 16,2 2-16-16</inkml:trace>
  <inkml:trace contextRef="#ctx0" brushRef="#br0" timeOffset="8484.12">22537 10157 183 0,'0'0'-3'16,"0"0"15"-16,0 0-6 15,0 0-5-15,30-21-1 16,-16 19-9-16,0-1-32 15,-1-3-32-15</inkml:trace>
  <inkml:trace contextRef="#ctx0" brushRef="#br0" timeOffset="8810.12">22300 9795 127 0,'0'0'8'0,"0"0"25"15,-36-11 4-15,29 8-18 16,0 1-9-16,3 1-8 16,2 0-1-16,2 1-2 15,0 0-26-15,0 0-9 16,0 2 8-16,0 0-6 16,3-1-23-16</inkml:trace>
  <inkml:trace contextRef="#ctx0" brushRef="#br0" timeOffset="8960.37">22240 9767 107 0,'0'0'1'0,"0"0"20"0,0 0 11 15,0 0-23-15,-4-33-5 16,4 28-3-16,1-1-1 16,6 0-7-16,-1 0-20 15,1-1-6-15,1-1-25 16</inkml:trace>
  <inkml:trace contextRef="#ctx0" brushRef="#br0" timeOffset="9088.41">22344 9610 100 0,'0'0'3'16,"0"0"7"-16,29-16-1 0,-16 14-6 16,1 2-3-16,0 0 0 15,1 0-9-15,0 2-20 16</inkml:trace>
  <inkml:trace contextRef="#ctx0" brushRef="#br0" timeOffset="9229.66">22578 9595 101 0,'0'0'81'0,"0"0"-70"15,0 0-3-15,0 0-11 0,0 0-8 16,0 0-32-16,28-15-22 15</inkml:trace>
  <inkml:trace contextRef="#ctx0" brushRef="#br0" timeOffset="9394.2">22674 9579 61 0,'0'0'27'16,"0"0"-3"-16,0 0-12 15,0 0-9-15,0 0-1 0,0 0-2 16,25 28 0 0,-14-20-7-16,0-1-65 0</inkml:trace>
  <inkml:trace contextRef="#ctx0" brushRef="#br0" timeOffset="9536.34">22787 9848 161 0,'0'0'-44'0,"0"0"47"16,-2 35-3-16,2-24 0 0,0-1-18 15,0-3-20-15</inkml:trace>
  <inkml:trace contextRef="#ctx0" brushRef="#br0" timeOffset="9764.5">22470 9820 151 0,'0'0'14'15,"-33"-10"20"-15,22 6-16 16,4 1-9-16,4 2-4 15,3-2-5-15,4 0-31 16,7-1 10-16,3-3-29 16,3-2-78-16</inkml:trace>
  <inkml:trace contextRef="#ctx0" brushRef="#br0" timeOffset="9915.82">22579 9695 200 0,'0'0'4'0,"0"0"18"0,0 0-4 16,0 0-13-16,0 0-12 16,0 0 8-16,0 0-7 15,41-11-19-15,-21 11-48 16</inkml:trace>
  <inkml:trace contextRef="#ctx0" brushRef="#br0" timeOffset="10242.5">22878 10184 216 0,'0'0'-51'15,"0"0"56"-15,0 0-4 16,-21 28-2-16,21-22-9 15,0-2-47-15,0-1-17 16</inkml:trace>
  <inkml:trace contextRef="#ctx0" brushRef="#br0" timeOffset="10412.79">22814 10390 149 0,'0'0'-19'16,"0"0"22"-16,0 0-2 16,0 0-2-16,0 0-16 15,0 0-11-15,0 0-14 0</inkml:trace>
  <inkml:trace contextRef="#ctx0" brushRef="#br0" timeOffset="10585.98">22599 10463 165 0,'0'0'0'15,"-38"6"13"-15,24-3-2 16,5-1-4-16,3 0-7 16,1 0-9-16,2-1-26 15,1-1-20-15,-1 0-31 0</inkml:trace>
  <inkml:trace contextRef="#ctx0" brushRef="#br0" timeOffset="10761.08">22389 10317 107 0,'0'0'92'15,"0"0"-79"-15,0 0 6 16,0 0-7-16,0 0-10 0,0 0-8 15,0 0-10-15,-9-26-5 16,24 20-26-16,0-5-48 16</inkml:trace>
  <inkml:trace contextRef="#ctx0" brushRef="#br0" timeOffset="11481.36">22937 9248 172 0,'0'0'-11'0,"0"0"45"0,0 0-15 0,-28 10-9 16,25-6-9-16,1 2-1 0,0 1-1 15,2-1-5-15,0 1-23 16,4-3-16-16,2-3-8 15</inkml:trace>
  <inkml:trace contextRef="#ctx0" brushRef="#br0" timeOffset="11630.07">22930 9324 177 0,'0'0'18'16,"0"0"6"-16,0 0-19 0,0 0-20 15,0 0 9-15,0 0-11 16,0 0-60-16</inkml:trace>
  <inkml:trace contextRef="#ctx0" brushRef="#br0" timeOffset="11783.67">23026 9215 130 0,'0'0'5'0,"0"0"25"16,0 0-2-16,0 0-15 16,0 0-13-16,0 0-27 0,0 0-22 15,-15-9-8-15</inkml:trace>
  <inkml:trace contextRef="#ctx0" brushRef="#br0" timeOffset="11935.44">22979 9187 49 0,'-14'-3'3'16,"-1"2"11"-16,0 1 5 16,1 0-10-16,1 0-6 15,3 0-1-15,0 0-2 16,4 3 0-16,1-1-3 16,3-2-21-16</inkml:trace>
  <inkml:trace contextRef="#ctx0" brushRef="#br0" timeOffset="12091.46">22906 9146 142 0,'0'0'20'0,"0"0"11"16,0 0-24-16,0 0-8 15,0 0-5-15,28-28-19 0,-15 20-56 16</inkml:trace>
  <inkml:trace contextRef="#ctx0" brushRef="#br0" timeOffset="12226.36">23055 9074 129 0,'0'0'9'0,"0"0"-9"15,0 0-6-15,0 0 0 16,0 0-20-16,0 0-39 15</inkml:trace>
  <inkml:trace contextRef="#ctx0" brushRef="#br0" timeOffset="12383.78">23144 9090 124 0,'0'0'15'0,"0"0"3"15,0 0-15-15,0 0-10 16,0 0-23-16,0 0-37 16</inkml:trace>
  <inkml:trace contextRef="#ctx0" brushRef="#br0" timeOffset="12518.8">23161 9140 69 0,'0'0'41'0,"0"0"-37"16,0 0-3-16,0 0-3 16,0 0-20-16</inkml:trace>
  <inkml:trace contextRef="#ctx0" brushRef="#br0" timeOffset="12675.18">23150 9179 124 0,'-6'2'-1'0,"2"-2"14"0,1 0-9 15,3 2-6-15,0-2-22 16,0 0-49-16</inkml:trace>
  <inkml:trace contextRef="#ctx0" brushRef="#br0" timeOffset="13273.25">23955 8421 163 0,'0'0'15'0,"0"0"-2"0,0 0-12 0,0 0-25 0,0 0-38 15</inkml:trace>
  <inkml:trace contextRef="#ctx0" brushRef="#br0" timeOffset="13428.68">23955 8421 138 0,'-19'13'7'15,"16"-11"-5"-15,0 4-4 16,2 1-9-16,-2-2-32 16</inkml:trace>
  <inkml:trace contextRef="#ctx0" brushRef="#br0" timeOffset="13622.26">23654 8514 101 0,'0'0'33'15,"-39"0"-5"-15,26-1-3 16,6 0-14-16,4 0-9 15,3 1-7-15,0 0-84 0,5-2 17 16</inkml:trace>
  <inkml:trace contextRef="#ctx0" brushRef="#br0" timeOffset="13793.03">23618 8752 64 0,'0'0'5'16,"0"0"-3"-16,0 0 1 16,0 0-2-16,0 0-2 0,0 0 5 15,31 18-4-15,-19-23-36 16</inkml:trace>
  <inkml:trace contextRef="#ctx0" brushRef="#br0" timeOffset="13977.56">23716 8671 198 0,'0'0'-44'0,"0"0"57"0,0 0-13 16,0 0-8-16,0 0-2 15,0 0-7-15,0 0-6 16,0 0 0-16</inkml:trace>
  <inkml:trace contextRef="#ctx0" brushRef="#br0" timeOffset="14133.88">23868 8664 159 0,'0'0'24'16,"0"0"3"-16,0 0-21 15,0 0-38-15,0 0-1 16,0 0 11-16,0 0-48 16</inkml:trace>
  <inkml:trace contextRef="#ctx0" brushRef="#br0" timeOffset="14326.76">23691 8577 226 0,'0'0'-56'0,"-34"-2"85"15,20-2-7-15,8 1-11 16,2 1-8-16,4 1-2 16,0 0-27-16,2-3-69 0,4-3-18 15</inkml:trace>
  <inkml:trace contextRef="#ctx0" brushRef="#br0" timeOffset="14482.69">23747 8499 151 0,'0'0'14'0,"0"0"0"15,0 0-13-15,34-14 2 16,-23 12-6-16,1 0-36 15,-4-1-73-15</inkml:trace>
  <inkml:trace contextRef="#ctx0" brushRef="#br0" timeOffset="14682.13">23531 8728 144 0,'0'0'1'16,"0"0"-6"-16,0 0-82 16</inkml:trace>
  <inkml:trace contextRef="#ctx0" brushRef="#br0" timeOffset="14824.76">23492 8688 92 0,'0'0'-88'15</inkml:trace>
  <inkml:trace contextRef="#ctx0" brushRef="#br0" timeOffset="27346.1">23317 8226 76 0,'0'0'21'0,"0"0"10"0,0 0-5 15,0 0-8-15,0 0-6 16,0 0-3-16,0 0-4 16,0 0-1-16,0 0-1 15,0 0-2-15,-10-9 2 0,5 9-4 16,0 0 1-16,0 0-2 16,-2 0 2-16,-3 2 2 15,-1 0-2-15,1 1 0 16,-4-1 0-16,0 2 1 15,-3 0-1-15,0 0 0 0,-3 2 0 16,-2-1 0-16,-2 0 0 16,-2 2 0-16,-2 0 0 15,-2 0 0-15,-3 0 0 16,0 0 0-16,-3 2 0 16,1-1 0-16,-1 1 1 15,2-2-1-15,0 1 1 0,-1 1-2 16,1 0 2-16,1 0-1 15,1-2 0-15,-1 2 0 16,4-1 0-16,0-1 0 16,2 3 1-16,1 0-2 0,1 0 2 15,0 3-1-15,2-2 0 16,-1 1 0-16,2 0 0 16,3 1 0-16,0-1 0 15,2 0 0-15,1 0 0 16,1 2 0-16,1-1 0 15,-1 1 0-15,1 1 0 0,0-1 0 16,2 1 0-16,0 1 0 16,1 0 0-16,1-1 0 15,-1 3 0-15,0 1 0 16,-2 0 0-16,-1 2 0 16,-1 1 0-16,0 0 1 15,1-1-1-15,2-2 0 0,2 0 0 16,1-2 0-16,2-1 0 15,2-1 0-15,3-1 0 16,-1 0 0-16,3 1 0 16,0 0-1-16,0 1 1 15,0-1 0-15,4 0 0 0,0 0 0 16,1 0 0-16,-1 1 0 16,2-2 0-16,-2-1 0 15,2 1 0-15,-1-3 0 16,1-1 0-16,1 0-1 15,1-2 1-15,1 0 0 0,0 0 0 16,1-1 0-16,0 1 0 16,-1 1 0-16,2-1 0 15,-1 0 1-15,0-1-2 16,0-1 2-16,2-1-3 0,2-2 1 16,5-2 1-16,1-1 1 15,2 0 0-15,3 0-1 16,1 0 1-16,0 0 0 15,0 0 0-15,-1 0-1 16,-1 0 1-16,1 1-1 16,1 3 0-16,0 0 0 0,2-2 0 15,2 0 1-15,4 1-1 16,0-3 0-16,1 1 0 16,-1 1 0-16,3 0 0 15,-3-1 0-15,1 1 0 0,0 0 0 16,3-2 0-16,0 0 0 15,4 0-5-15,-1 0 7 16,2-5-2-16,1 0 0 16,-1 0 1-16,0-1-6 15,-1 0 1-15,0-1 10 0,-2 0-6 16,1 0 1-16,-3-1 0 16,-1 0-1-16,0-1 1 15,1-2 1-15,-1 2-1 16,0-2-1-16,0-1 0 15,0-1 0-15,-2-2 0 16,1 0 1-16,-1 1-1 0,1-3 0 16,-3-1 1-16,0 2-1 15,-2-1 0-15,-3-1 0 16,0 1 0-16,-4-1 0 16,0-2 2-16,-3 2-1 15,-1-4-1-15,-2 0 2 0,-4-2 1 16,2-1 1-16,-6-1 0 15,0-1-1-15,-4 1 0 16,0 2-1-16,-1 0 0 16,-2 0-2-16,-2 0 2 15,-1 0-2-15,0 1 0 0,0-2 0 16,-4-2-3-16,-1 1 1 16,-2-1-1-16,-1 1-4 15,-2-1 3-15,-3 3 2 16,-2 1 1-16,-1 1 0 15,-4 2 1-15,0 1-1 0,-2 0 5 16,-1 0 0-16,-1 2 0 16,-4 0 1-16,-1 3-3 15,-3 0 0-15,-3 4 1 16,-2 4-2-16,-3 2-1 16,-5 4-1-16,0 1-1 0,-3 10-3 15,-5 4-18-15,-1 3-29 16,-1-1-78-16</inkml:trace>
  <inkml:trace contextRef="#ctx0" brushRef="#br0" timeOffset="28785.69">22357 9564 9 0,'-21'8'20'0,"1"4"1"0,0 0-11 0,2 1-3 15,-1 1 3-15,4 1-1 16,-2 3-1-16,3 1-2 15,0-1 0-15,0 5 0 16,2 0-1-16,1 2 0 16,1 0-3-16,3 1 0 15,2 1 0-15,2-1-1 16,3 2 0-16,0-2 1 0,0 2 0 16,0-1-1-16,0 1 2 15,3 0 1-15,4 1 0 16,3 1-1-16,1-3-1 15,2 3 0-15,3-2 0 16,3 0 1-16,0-2-1 0,3 2-1 16,2-2 1-16,3-1 0 15,3 0 3-15,2 0 0 16,2-2 0-16,2-1 1 16,1-1-3-16,2 1 3 0,3-3 0 15,4-2-1-15,0-2 0 16,3-3-3-16,3-4-1 15,3-2 0-15,1-3 0 16,2-3-3-16,5 0 5 16,3-6-5-16,5-4 3 15,0-3-1-15,-1-3 6 0,2-3-3 16,-1 1 0-16,-2-3-4 16,-3-1 5-16,0 0-1 15,0-1 2-15,-1-1 8 16,-2 0-1-16,-4-1-2 0,-1 0-4 15,-3 1-2-15,-4-2 0 16,-2-1-2-16,-2-1-1 16,-1 0-1-16,-4-2 2 15,-2 0-2-15,-5 0 1 16,-4 1 0-16,-3 0 1 16,-5 2-2-16,-5-2 1 0,-3 0 2 15,-2 0-1-15,-4-1 0 16,-4 2 0-16,-1-2-1 15,-2 1 0-15,-2 0 1 16,0 0 0-16,-6-1-2 0,-5 2 3 16,-2-2-3-1,-3 0 3-15,-3 2-2 0,-4 4-2 16,-1 2 2-16,-4 2-1 16,0 3 0-16,-3 1 0 15,-1 4 0-15,-1 2 3 16,-3 1-3-16,-1 1 0 15,-1 2 0-15,-1 0-1 0,1 1 1 16,-4 0 0-16,-2 3 0 16,0 1 1-16,-2 0-1 15,-5 1 0-15,1 0 1 16,-3 0-1-16,1 4 0 0,-3 1-2 16,1 0 2-16,-2 1 0 15,-3-1 1-15,-3 0-1 16,-3 2 1-16,-6-2-1 15,-7 3-1-15,-5 2 2 16,-9 5-2-16,-8 3 0 16,-10 6-12-16,-12 8-12 0,-12 5-22 15,-16 5-63-15</inkml:trace>
  <inkml:trace contextRef="#ctx0" brushRef="#br0" timeOffset="35747.76">21834 11962 41 0,'-7'4'43'0,"2"-3"-33"0,-1 1 11 16,3-1-8-16,-1-1-1 16,3 0 2-16,0 0 9 15,1 0-7-15,0 0-5 16,0-4-4-16,6-1-4 0,0-2-2 16,1 2 1-16,2-2 0 15,1 2 1-15,0 0-3 16,1 2 0-16,1 0 1 15,0 1 1-15,0 2-2 16,-1 0 0-16,-1 0 1 0,0 5 0 16,-3 4-6-16,-1 2-4 15,-2 1 1-15,-3 0-1 16,-1 2 0-16,0-1-3 16,0 0 8-16,0-2-8 15,-1-2 3-15,-1 0 4 0,1-3 5 16,1-1 0-16,0-2 0 15,0-1 1-15,0-2 1 16,7 0 1-16,-2 0 12 16,4 0 7-16,1-1-7 15,2-5-2-15,2 0-3 0,1-1-4 16,2 2 7-16,-3-1-9 16,4 1-3-16,-5-2 0 15,1 4-1-15,-1-1-3 16,-3 3-14-16,-3-1-5 15,0 2-14-15,-4 0-11 0,-1 0-22 16</inkml:trace>
  <inkml:trace contextRef="#ctx0" brushRef="#br0" timeOffset="36473.92">22277 11872 52 0,'0'0'4'0,"0"0"-4"0,0 0 2 0,0 0 9 15,0 0 3-15,0 0-3 16,0 0-3-16,0 0 0 15,0 0 1-15,0 0-4 16,0 0-2-16,0 0-1 0,0 0-1 16,14 19-1-16,-11-18 2 15,-2-1-5-15,2 0 1 16,0-1 7-16,4-6 18 16,2-6 1-16,6-5-13 15,4-7-5-15,6-4-3 0,2-8-31 16,1-4-85-16</inkml:trace>
  <inkml:trace contextRef="#ctx0" brushRef="#br0" timeOffset="39086.66">22138 12421 174 0,'-2'0'11'0,"0"0"2"0,2 0-2 0,0 0-6 0,0 0-2 16,0-3 1-16,4-2 0 15,2 0 2-15,2 0-1 16,2 0-1-16,1 0-1 16,0 0-1-16,-1 2 0 0,0 0-1 15,-1 1 0-15,-2 2-1 16,-1 0 1-16,0 0-1 16,-3 6-2-16,-2 1-2 15,-1 3-3-15,0 3-7 16,-2 1-3-16,-4 0 4 15,0-1 10-15,-1 1 3 16,1-4 1-16,2 1 3 0,1-2-3 16,3-4-2-16,0 1 1 15,0-2-5-15,4 0 1 16,3-2 2-16,0 1 6 16,1-1 1-16,1 0 0 0,0 1-2 15,-1 0-2-15,-1 1 0 16,-3 1 1-16,-1-2-3 15,-2 5-3-15,-1 0 10 16,0-1-2-16,-5 3-1 16,-5 0-3-16,-2 0 3 0,-1 0-1 15,-1-2 2-15,1 0-2 16,-1-1-1-16,3-2-2 16,4-2-2-16,1-3-8 15,6 0-20-15,0 0-53 16</inkml:trace>
  <inkml:trace contextRef="#ctx0" brushRef="#br0" timeOffset="39654.24">22366 12861 34 0,'0'0'81'0,"0"0"-73"0,0 0 1 16,0 0 0-16,0 0-1 15,0 0-3-15,0 0 0 0,-16 30 3 16,16-24 0-16,0 0-5 16,0 0-1-16,4 0 0 15,1 0-1-15,2 0-2 16,-1-1 2-16,2 1 1 15,1-2 0-15,0 2 2 0,1-1 1 16,-2 0-2-16,0 2 1 16,1-1-3-16,-2 1 1 15,0-1 9-15,-1 0-1 16,-2 0-8-16,-1-1 0 16,-2 0 3-16,-1 1-2 15,0 2 3-15,-1 0 1 0,-5 0-4 16,-3 0-1-16,-1 0 0 15,0-1 1-15,-1-2-3 16,2-2 0-16,-1-1-6 16,3-2-11-16,0 0-23 15,4-9-56-15</inkml:trace>
  <inkml:trace contextRef="#ctx0" brushRef="#br0" timeOffset="39826.01">22419 12841 152 0,'0'0'3'16,"0"0"7"-16,21-29 8 15,-11 18-1-15,1-2-7 16,0 0-7-16,2-1-1 16,2-1-1-16,0-4-2 0,-1 1-63 15</inkml:trace>
  <inkml:trace contextRef="#ctx0" brushRef="#br0" timeOffset="44102.34">22950 8490 91 0,'0'0'10'0,"0"0"4"0,0 0-9 0,0 0-3 0,0-3-2 15,0 2 1-15,0-1 0 16,-2-2 5-16,-1 0 6 16,1 0-1-16,-1 1 1 15,0-1 1-15,0 0-5 0,-2-1-3 16,0 1 0-16,0 0-3 16,-2-1-5-16,-1 2 3 15,-1-1 1-15,-2 2-2 16,-1-1 1-16,-1 1 5 15,1-1-2-15,-2 2 2 16,1-1-1-16,-1 1-1 0,2 0-2 16,-2 1 0-16,-2 0-6 15,0 0 9-15,-4 0-8 16,0 2 7-16,-3 3-5 16,0-1 5-16,1 0-5 15,1 1 4-15,1 2-2 0,0 1 1 16,-2 1-2-16,1 0 2 15,-3 3-3-15,-1-1 1 16,-1 1-2-16,-2 1 4 16,0-3-2-16,-1 3 3 15,1 0-2-15,-1-1 0 0,4 0 0 16,-1 2 1-16,0 0-1 16,1 0 0-16,0 1 1 15,3 0-1-15,-1 2 1 16,-1 0-4-16,3 0 3 15,0 1-2-15,1 2-4 0,0 0 14 16,3 1-8-16,-1-1 1 16,3 0-1-16,1 0 0 15,1-2 0-15,3 1-1 16,1 0 0-16,1 2 0 16,3 1 0-16,1 1 0 0,2 0 0 15,1-1 2-15,1 2-1 16,0-2-1-16,0-2-2 15,2 0 1-15,4-2-1 16,1 0 2-16,1-2 2 16,1 1-1-16,2 1 0 0,-1 0 0 15,0-1 1-15,1 1-1 16,3 0 1-16,-1 0-2 16,-1 0 0-16,3-1 1 15,0-1 0-15,1-1 1 16,0-1-2-16,2-1 2 0,-1-2 0 15,2 0-1-15,-2-2 0 16,-1 1 0-16,3 0 0 16,-2 0 0-16,2-2 1 15,-1-1-3-15,3 1 3 16,0-3-1-16,3-1-1 0,-3 0 1 16,3-2 1-16,1 1-1 15,-2 0 0 1,0 1 1-16,0-1-1 0,-1-1 1 15,-2-1-1-15,0-1 1 16,0 0-3-16,1 0 3 0,1 0-1 16,0-3-1-16,2-1 6 15,-2-2-2-15,1 1 0 16,-1 0-1-16,-1-1 0 16,-2-2 1-16,0 2-1 15,-1-2 0-15,-3-1 1 16,2 0 0-16,-1-1 2 0,0-1-2 15,0-1 0-15,0-3-1 16,0 0-1-16,-2-1 1 16,0-1-1-16,0-1 0 15,-1 0 0-15,-2-2 0 0,0 0 0 16,0-1 2-16,0 1 3 16,-1-2-1-16,-1 0-2 15,1 1 0-15,-1-3 1 16,-3 2-1-16,-1-1-1 15,-2 0 1-15,2-1 2 0,-3 0 1 16,-2 1 2-16,1 1-4 16,-1-2-1-16,0 1-2 15,0 3 0-15,0-3-1 16,0 0 1-16,0-1-1 16,-1 1 0-16,0-3 0 15,-2 2 2-15,0 0-4 0,-1 0 2 16,-2 2 0-16,0 2 0 15,-2 0 0-15,-1 0-2 16,1 4 2-16,-2-1 0 16,0 3 1-16,0 0-1 0,0 0 1 15,-1 1-2-15,1 1 2 16,-1 0-2 0,0 0 2-16,0 1-1 0,-1 1-1 15,1 0-2-15,-2 2 3 16,1 1-2-16,-1 2 2 15,2 0-1-15,-2 1 2 0,2 0 0 16,-1 1 0-16,2 1-1 16,-2 0 0-16,1 2 0 15,-3-1-2-15,-1 1 5 16,-1 0-5-16,-1 0 5 16,-2 1-7-16,1 3 7 0,-1 4-4 15,1 2-11-15,2-2-31 16,2 0-49-16</inkml:trace>
  <inkml:trace contextRef="#ctx0" brushRef="#br0" timeOffset="45457.45">23732 8195 50 0,'-11'-5'8'0,"1"1"0"0,-1 1 5 0,-1 0-5 0,1 1-5 16,-2 0 6-16,-1 2-5 15,0 0-3-15,0 0 3 16,0 0-3-16,1 4-1 16,-4-1 1-16,3 3 2 15,-1 0-1-15,0 2 0 16,-1 0 0-16,1 2-1 0,0 0 0 16,-2 3-1-16,0 1 2 15,2 0 1-15,0 1 0 16,0 1 1-16,0 1-2 15,0 2 4-15,1 2-3 16,-1 3-2-16,-2 2 0 0,1 2 0 16,-2 0 0-16,-1 2 1 15,0-1-1-15,2-1 0 16,2 0 0-16,2 0-2 16,3-1 1-16,3 1-2 0,3-2 4 15,2 3-3-15,2 0-2 16,0 0 5-16,3 0-7 15,6-4 2-15,3 1 5 16,1-1-4-16,2 0 0 16,1 1 0-16,3-1 4 15,-1 1-3-15,1-1 2 0,0-1-1 16,2-1 2-16,0-2 0 16,0-2 1-16,3-4-1 15,0-1 1-15,1-1 0 16,1-2 3-16,0-2 0 15,3-1 2-15,-4-2-1 0,3-2 0 16,-1-1 2-16,1 0-7 16,-1-3 0-16,-1 0 2 15,0 0 0-15,-3-1-1 16,-1-5 3-16,-2-1 4 16,-1-2 3-16,0-1 0 0,1-1-3 15,-2-3-6-15,0 0-1 16,2-3 0-16,-3-1-2 15,-1 0 1-15,-1-3-1 16,0-1 0-16,0-1 0 16,-4 1-1-16,0-2 1 0,-1 2 0 15,0-1 0-15,-3 0 1 16,0 0 0-16,-1-2-1 16,-3 0 1-16,-1 0-1 15,0-3 1-15,-2 0 1 16,0 0-1-16,0-1 3 0,0 0-3 15,-5 0 2-15,-3 0 4 16,-2-1 0-16,-2 1 1 16,-4-1 0-16,-2-1-4 15,-2 5-2-15,-5 1-3 16,-2 5-1-16,-4 5 2 0,-5 7-9 16,-4 5-16-16,-5 3-16 15,-3 1-53-15</inkml:trace>
  <inkml:trace contextRef="#ctx0" brushRef="#br0" timeOffset="46535.14">22812 9609 74 0,'-8'-9'-1'0,"-1"1"14"0,2-1 2 0,-1 0-2 0,-1-1-3 16,-3 0-6-16,0 0 2 15,-4 2-2-15,-2 0 5 16,-2 0-3-16,0 1 2 15,-2 2 2-15,0 0-5 0,-1 2 2 16,1 3-3-16,-5 0 0 16,3 0-3-16,-3 6 0 15,1 3-1-15,-2 2-1 16,-1 4 0-16,1 1 1 16,1 1 0-16,-1 3 0 0,2 0-1 15,1 4 1-15,3 1 0 16,1 4 0-16,2 2 0 15,2 3-1-15,2 1 1 16,1 4 0-16,3 1-1 16,2 0 0-16,4 1 1 15,4 2-2-15,1 2-1 0,6 1-7 16,4 2-4-16,4 1-12 16,3 3 9-16,0-2-8 15,3-3-13-15,5-1 21 16,0-4 15-16,7-5 4 15,3-5 7-15,4-4 11 0,1-3 1 16,3-5 3-16,2-2-6 16,0-3-3-16,2-3 4 15,-2-3-9-15,-1-4 5 16,-2-2-2-16,-1-3 7 16,-2 0-8-16,-2-9-5 0,-1-3 2 15,-1-3-6-15,-4-5 9 16,-1-3-6-16,-3-4 2 15,-4-4-2-15,-4-4 0 16,-2-4-2-16,-3-2 1 16,-4-1 0-16,-3-2-2 0,1-2 0 15,-4-2-2-15,-2-2 1 16,-1 0 0-16,-1-2 0 16,0 0 0-16,-8 1 0 15,-4 3 1-15,-3 2 2 16,-4 4 1-16,-3 3-2 15,-3 6-1-15,-5 4-3 0,-2 4-4 16,-1 6-8-16,-2 6-2 16,0 5-6-16,0 8-19 15,3 0-50-15</inkml:trace>
  <inkml:trace contextRef="#ctx0" brushRef="#br0" timeOffset="47243.23">23854 9380 92 0,'0'0'0'0,"-38"-24"21"0,15 16 11 0,-3-1-10 0,1 5-5 16,-3 2 0-16,2 2-4 15,-1 0-3-15,-1 8-5 16,0 3-2-16,0 3-1 15,-1 4-1-15,-3 3-1 16,1 6 0-16,-2 4 0 0,1 6-1 16,3 5-2-16,2 3-1 15,3 5 2-15,4 1-6 16,6 0-1-16,5 2-1 16,7-2-2-16,2 0-2 15,3-3 10-15,11-1 1 0,6-3-1 16,5-6 0-16,6 0 2 15,5-5 7-15,4-6 0 16,5-4 2-16,3-5 1 16,4-7 2-16,1-4 3 0,1-3 0 15,1-4-1-15,-1 0 1 16,-3-6-3-16,-2-5 1 16,-8-4-5-16,-2-4 3 15,-4-5 2-15,-2-2-1 16,-3-6 0-16,-4-3-3 15,-3-3-4-15,-5-3-1 0,-5-2-1 16,-8-1 1-16,-4-1 0 16,-1 2 3-16,-11-2-4 15,-5 1 2-15,-7-1-3 16,-4 1 2-16,-4 0-3 0,-3 2 0 16,-5 2-1-16,-5 4-5 15,-5 3 1-15,-9 5-5 16,-4 5-7-16,-8 6-11 15,-7 2-32-15,-3 5-29 16</inkml:trace>
  <inkml:trace contextRef="#ctx0" brushRef="#br0" timeOffset="52311.93">22440 9554 113 0,'0'0'20'0,"0"0"24"0,0 0-7 15,0 0-4-15,0 0-16 16,0 0-5-16,0 0-10 0,0 0-3 16,0 0 1-16,0 0-3 15,-6-28-2-15,14 25-11 16,0-1-1-16,-1 1-4 16,2 2 8-16,0 0 7 15,1 1 2-15,2 0 3 0,3 0 0 16,-1 0 1-16,2 0 0 15,2 0 1-15,1 3-1 16,3 3 0-16,1-1-2 16,0 1 3-16,0 0 0 15,0 3-1-15,2-1 0 0,-2 2 0 16,1 0-1-16,2 2 1 16,0 1 1-1,2 0 0-15,1 2 0 0,3 2 1 16,-1 1-1-16,-1 0-1 15,-3 3 2-15,-2 1-2 16,-4 3 0-16,-4 2 1 0,-6 3 2 16,-4 0 0-16,-3 3 0 15,-4 2-2-15,0 0 2 16,-10-1-1-16,-4 1-14 16,-4-7-50-16</inkml:trace>
  <inkml:trace contextRef="#ctx0" brushRef="#br0" timeOffset="53564.83">23210 12085 92 0,'0'0'35'0,"0"0"-36"0,0 0 3 0,0 0-1 15,0 0 0-15,0 0 1 16,0 0 0-16,0 0 2 16,0 0 5-16,16 28 3 15,-14-27-1-15,0-1-5 16,1 2-4-16,-1-2-1 0,0 0-1 15,1 0 3-15,2-2 6 16,0-3 8-16,0-5-3 16,1-3-5-16,2-2 1 15,0-2-3-15,0-2-3 16,-1-3 0-16,1-1-1 0,-1 0 2 16,-1-2-2-16,0 1 2 15,-2-1 0-15,1 0-1 16,-1 0 3-16,0 0-3 15,0 2 1-15,-1 0 1 16,2 3-2-16,-1-1-2 16,1 4-1-16,-1-1-1 0,0 2 0 15,-1 2 1-15,0 1 0 16,-1 0 0-16,-1 1 1 16,1 1-1-16,-1 0 0 15,0 1-1-15,-1 1 1 0,0 1-1 16,0 1-1-16,0 3 1 15,0 0-1-15,0 1 0 16,0 3-4-16,0 0 1 16,0-2 2-16,-2 2-1 15,1 0-4-15,0 0-1 16,1 0 2-16,0 3 2 0,-2-1 2 16,2 3-3-16,-1-3-2 15,1 2-3-15,0-2-5 16,0 0 4-16,0 0 3 15,0-1 1-15,0-1-1 0,0 2 5 16,0-2 3-16,0 0 1 16,0 0-1-16,0 0 1 15,0 0 0-15,0 0 0 16,0 0 0-16,-2 0 3 16,2 0 2-16,-1 0 1 15,-2 0-1-15,2 0-3 0,-3 3-7 16,1 2 8-16,-4 1-7 15,0 3 2-15,-2 0-2 16,-1 2 6-16,-2-1 1 16,-1 2-4-16,-1-1 1 15,0-1 2-15,1 1-4 16,2-1-7-16,1-1-35 0,1-2-28 16,4-3 23-16</inkml:trace>
  <inkml:trace contextRef="#ctx0" brushRef="#br0" timeOffset="53892.95">23330 11582 116 0,'0'0'8'0,"0"0"4"0,0 0 13 0,0 0-9 15,32-1-6-15,-22 1-4 16,2 0-3-16,1 0-1 16,1 0-1-16,1 3 5 15,2 0 2-15,3 0 0 0,0 1-3 16,1-2-2-16,0 1-1 15,-1 0-1-15,-1 1 2 16,-3-1-6-16,-3 0-53 16,-4-2-64-16</inkml:trace>
  <inkml:trace contextRef="#ctx0" brushRef="#br0" timeOffset="54526.06">23374 11632 78 0,'0'0'6'0,"0"0"-2"0,0 0-2 16,0 0-1-16,0 0 0 15,-10 35-1-15,7-23 0 0,0 2 0 16,-1 2-1-16,1 1 0 15,-1 3 2-15,0 0 0 16,0 3-1-16,-1-2 2 16,1 2 0-16,0-1-1 0,-1 1-1 15,0-3 0 1,1 0 0-16,-2-2 0 0,2-2 0 16,0-1 2-16,-1-2-2 15,1-3 0-15,0-2 1 16,2-1-1-16,-1-3 1 15,1-2-2-15,0-1 2 0,1-1 0 16,1 0-1-16,0-5-8 16,0-3 1-16,2-2-28 15</inkml:trace>
  <inkml:trace contextRef="#ctx0" brushRef="#br0" timeOffset="54776.07">23313 11756 191 0,'0'0'5'0,"0"0"20"16,0 0-10-16,0 0-9 15,0 0-6-15,0 0-11 0,0 0-2 16,0 0-6-16,0 0-13 16,-6 15-16-16,6-15-26 15</inkml:trace>
  <inkml:trace contextRef="#ctx0" brushRef="#br0" timeOffset="55515.61">23380 11653 54 0,'0'0'37'0,"0"0"-38"0,0 0 1 0,0 0-12 16,0 0-51-16</inkml:trace>
  <inkml:trace contextRef="#ctx0" brushRef="#br0" timeOffset="56631.3">23281 11526 92 0,'4'0'-15'0,"-1"0"0"0</inkml:trace>
  <inkml:trace contextRef="#ctx0" brushRef="#br0" timeOffset="57920.75">22529 10026 70 0,'0'0'6'0,"0"0"3"0,0 0-2 0,0 0 2 16,0 0 0-16,0 0 5 16,0 0 0-16,0 0-1 0,0 0 1 15,0 0-1-15,0 0 0 16,0 0-4-16,-2-1-6 15,2 1-3-15,0 0-1 16,0 0-1-16,0 0 0 16,0 0 2-16,0 0 0 0,0 0-2 15,0 0 2-15,0 1 2 16,0 1-2-16,0 1 0 16,0-1 0-16,0 0 0 15,0 3 0-15,0-1-2 16,0 0 4-16,0-1-2 15,0 1 0-15,1-1 0 0,1 0-3 16,0 1 3-16,-1-1 0 16,1 0 0-16,-1 0 1 15,0 1-1-15,0-1 0 16,0 0 0-16,-1-2 0 16,0 0 0-16,0 0 2 15,1 0-2-15,-1-1-3 0,2 0 3 16,0 0 0-16,1 0 1 15,0-2 5-15,1 0 0 16,1-4-5-16,1-1 0 0,1 0 0 16,0-2-1-16,0-1 1 15,2-2 0-15,1-1 1 16,0 0 2-16,1-1 2 16,1-2 0-16,0 1 2 15,-1 0 4-15,-1 0 2 16,-2 2 0-16,0 0-3 0,-2 2-3 15,-1 2 2-15,0 2-2 16,0 1-5-16,-2 1-2 16,1 5-1-16,0 0-1 15,0 0-12-15,-1 5-29 16,-1 2-67-16</inkml:trace>
  <inkml:trace contextRef="#ctx0" brushRef="#br0" timeOffset="58747.32">23540 9928 97 0,'0'0'13'0,"0"0"0"0,0 0-9 0,0 0-3 0,0 0-1 15,0 0 0-15,0 0 0 16,0 0 0-16,0 0 0 15,0 0 1-15,0 0 4 0,0 0 0 16,0 0-3-16,0 0-1 16,21 31-1-16,-18-28 2 15,-2 2-1-15,1-1 1 16,-1 0 1-16,2-2-1 16,-1 1 0-16,0-1 2 0,1-1-2 15,0-1 4-15,1 0 4 16,-1 0 16-16,4-2-3 15,-3-3-5-15,2-2-4 16,-1 0-3-16,3-3-2 16,-1-1-3-16,0-1 0 0,1 0-1 15,1-1 0-15,-1 0 1 16,0 3-3-16,-1-3-1 16,1 5-2-16,-1 0 1 15,0 1-1-15,0 0 0 0,-1 3 0 16,0 0-7-1,0 0-23-15,-2 0-53 0,-1-3-88 16</inkml:trace>
  <inkml:trace contextRef="#ctx0" brushRef="#br0" timeOffset="59421.2">23440 8844 115 0,'0'0'5'0,"0"0"2"0,0 0-4 0,0 0-1 0,0 0-2 0,0 0 0 16,0 0 0-16,0 0-3 15,0 0 2-15,0 0 1 16,0 0 1-16,0 0 4 16,27 3-2-16,-23-1-2 0,-2 0 0 15,2-1 2-15,0-1 4 16,1 0 15-16,1 0 16 16,0-4-5-16,2-3-7 15,1-3-9-15,1-2-5 16,1-1-4-16,1-3-2 15,-1-1 2-15,1 1-3 0,0-1-3 16,0 2 2-16,0 3-4 16,-2 2 0-16,-1 2-4 15,-2 5-7-15,-4 1-23 16,-3 2-60-16</inkml:trace>
  <inkml:trace contextRef="#ctx0" brushRef="#br0" timeOffset="60019.18">22473 9049 0 0,'0'0'33'0,"0"0"-22"0,0 0 9 0,0 0 2 0,0 0 5 0,0 0 1 16,0 0 10-16,0 0 6 15,0 0-17-15,29-13-10 16,-21-1-2-16,1-1-4 15,1-2-5-15,3-2-3 16,2-2-2-16,6-4 1 0,0-7-4 16,1-9-91-16</inkml:trace>
  <inkml:trace contextRef="#ctx0" brushRef="#br0" timeOffset="73963.71">928 11211 84 0,'0'0'15'0,"0"0"1"0,0 0-3 15,0 0-4-15,0 0-6 0,0 0-1 16,0 0 2-16,-30 0-2 15,27 1 0-15,1 1 3 16,0-2 5-16,1 0-5 16,1 2-3-16,0-2-1 15,0 1-1-15,0 1-1 0,0 1 1 16,0 1 0-16,1 1-2 16,4 0 2-16,-1 1 0 15,2-1-3-15,0 1 2 16,0-2 0-16,1 1-1 15,0-2 1-15,3 0-1 16,0-2 1-16,2-1 1 0,1 0 2 16,4 0 0-16,-1-7 0 15,3 0 9-15,-1-3-7 16,2-1-1-16,1-1-2 16,-1 0 0-16,1-2 0 15,0 0 0-15,0 0-1 0,1-3 1 16,0 1 0-16,2-3 0 15,-3 0 0-15,3-3 0 16,3-1 0-16,-1-2 1 16,3-1-1-16,0-2-1 0,-2-1 2 15,4 0-2-15,-4 0 0 16,1 0 1-16,0 0-1 16,1-2 1-16,0 0-1 15,-1 0 1-15,1 0-1 16,1 0 0-16,0 0 1 15,-3 2-1-15,0 1 0 0,-1 1 1 16,0-1 0-16,-1-2 4 16,-2-1-1-16,3-2 0 15,0 0 0-15,1 0-1 16,-1 0-2-16,2 1 0 16,-1 2-1-16,-1-2 0 0,-2 2 1 15,-1 0-1-15,1 2 0 16,-1 0 0-16,-1 3 1 15,2-1-1-15,-1 5 0 16,0 1 0-16,3 2 0 16,-5 1 0-16,1 4 0 0,0 1 0 15,-4 2 0-15,1 2-1 16,-1 2 1-16,0 2-1 16,1 2 0-16,-2 2 0 15,3 0 0-15,-2 0-1 0,1 6-2 16,-1 2 1-16,1 0 0 15,-3 4-4-15,1 2 3 16,2 1 4-16,-2 3-1 16,1 1 3-16,-1 4-2 15,1 2 0-15,-1 3 0 16,1 1 0-16,1 2 2 16,-1 1-2-16,1 3 2 0,1 1-2 15,1 2 0-15,-1 3 0 16,3 2 1-16,0 3-2 15,-1-1 2-15,-1 3-2 16,1 0 2-16,-2 0-1 0,2-1 2 16,0 2-4-16,-1 0 2 15,2-1 0-15,0 3 2 16,2-3-1-16,-1 2-1 16,2-1 1-16,0-1-1 15,0 0 2-15,0-2-2 0,0-3 2 16,0-2-1-16,0-4 0 15,0-4 1-15,2-5 1 16,-1-2-2-16,0-6 0 16,1-2 0-16,-3-6 0 15,0-2 1-15,-1-3 2 0,0-3 2 16,-3-2-2-16,1 0-1 16,-2-2 0-16,-1 0-2 15,-5 0-4-15,-2-7-62 16</inkml:trace>
  <inkml:trace contextRef="#ctx0" brushRef="#br0" timeOffset="75341.92">2546 11513 147 0,'0'0'6'0,"0"0"-2"0,0 0-8 0,0 0 1 16,0 3 4-16,1-1 0 16,5 0-1-16,-2 1-1 0,3 0 0 15,2 0 2-15,-1-1-1 16,4 1 0-16,-2-3 2 16,2 0-1-16,1 0 0 15,0 0 1-15,1-5-2 0,1-5 5 16,-1-3 7-16,2-3 7 15,-1-4 4-15,2-1-7 16,0-4-7-16,1-3-2 16,0-2-2-16,1-3-3 15,1-2-1-15,-1-1 1 16,-1-2-2-16,1 0 1 0,-3 0 2 16,1-5-1-16,-2 0 0 15,0-3 1-15,2-2-1 16,1-5 1-16,1-2-2 15,1-1-1-15,0-2 1 16,-1-1 0-16,1-1 1 0,0-2 2 16,-1-1-2-16,0 1-1 15,0 2 1-15,-2-1-1 16,-1 1-1-16,-2 3 0 16,1 1 0-16,-1 2 0 15,0-3 1-15,3 4-1 16,-2-1 0-16,4 2 0 0,-3 1 0 15,3 2 0-15,1 4 0 16,0 2 0-16,-2 3 0 16,3 2 1-16,-1 5-2 15,0 0 1-15,2 4 0 0,-2 4 0 16,2 3 0 0,1 2 0-16,0 4 0 0,1 3-1 15,2 1 0-15,0 6 1 16,2 2-3-16,-3 1 3 15,3 3-1-15,-2 0 0 16,3 5 0-16,-3 2 1 0,3 3 0 16,1 1-1-16,0 2 1 15,3 2 0-15,-1 1-1 16,2 2 0-16,-2 1 0 16,1 2 0-16,-1 1 1 0,2 4-1 15,-3 2 1 1,5 1-1-16,-1 3-2 15,-1 2 3-15,-1 4 2 0,2 1-1 16,-1 4 0-16,1 3-2 16,-1-1 2-16,0 3-1 15,4-1 2-15,-3 3-2 16,0 1 0-16,-1 1 0 0,-1 2 0 16,-1 3 0-16,0 0-1 15,2 0 2-15,-1-1 0 16,3 2 0-16,-2-1 0 15,3 1 0-15,0-2-1 0,-1-1 1 16,3-1 0-16,2 0-1 16,-1-3 1-16,2-2 0 15,1-3 1-15,1-4 0 16,0-2-1-16,-1-5 0 0,1-2 1 16,-2-5-1-16,0-2 1 15,-1-4-2-15,-2-2 0 16,1-3 1-16,0-5 2 15,-1-3-2-15,2-3 3 16,0-4-2-16,-2-2 0 16,2 0 1-16,0-5 0 0,-1-2-3 15,-1-4 1-15,-3 1 0 16,0-1-1-16,-4 1 0 16,-5 0 0-16,-6 1-13 15,-4 1-13-15,-9 1-53 16,-6-1-52-16</inkml:trace>
  <inkml:trace contextRef="#ctx0" brushRef="#br0" timeOffset="76912.14">4752 11285 141 0,'-2'0'9'0,"1"0"16"0,-1 0-5 0,2 2-13 0,0-1-7 16,0 2-4-16,0 1 4 15,5 1 0-15,-1 0-2 16,2 0 4-16,1-2-2 16,1 2 0-16,2-4 0 15,1 0 1-15,-1-1 0 0,4-2-2 16,0-8 3-16,1-4 5 16,1-5 3-16,0-4 0 15,2-5-2-15,0-3-2 16,1-3 1-16,-1-6-2 15,1-2 0-15,0-4 1 0,-2-4-1 16,1-1-1-16,-2-5-3 16,1-1 2-16,-3-2-2 15,1-1 1-15,-1-1-1 16,0-5 6-16,-1-1-6 16,1-1 0-16,-2-3-1 15,3-2 1-15,-2-1-1 0,1-1 0 16,-1 0 1-16,3-3-1 15,0-1 0-15,0 2 1 16,0-1 35-16,2-1-36 16,0 3 1-16,1 1-1 0,-1 1 0 15,2-1 0-15,-1 1-6 16,1 3 1-16,-2-1-6 16,3 2 6-16,-1 4-2 15,1 0 7-15,1 3 0 16,2 0 1-16,1 4-1 0,0 2 0 15,2 3 1-15,1 1 1 16,-1 3-1-16,2 3 0 16,0 1 0-16,2 3 0 15,1 1-1-15,5 3 1 16,0-1-1-16,2 4 0 0,0 1 0 16,1 2 0-16,2 1 0 15,-1 3 0-15,2 1 0 16,0 5 0-16,3 2 0 15,-1 2-1-15,2 6 1 16,1 1 0-16,-2 4 0 16,1 4 0-16,0 3-1 0,-2 1 2 15,-2 5-2-15,2 7-2 16,-4 3 0-16,0 6 2 16,1 2-1-16,-4 5 2 15,0 4 2-15,1 2-2 16,-2 3 0-16,1 2 0 0,-1 3 0 15,0 2-2-15,2 3 2 16,-2 2 0-16,-1 5-1 16,5 3 1-16,-3 5 0 15,4 4 1-15,2 1-2 0,-1 3 2 16,4 4 1-16,1 0-2 16,-2 0 0-16,5 2 1 15,-1 1-1-15,2 1 0 16,0-1 1-16,3 3-1 15,2 0 0-15,-1 1 0 16,2-1 0-16,0 3 2 0,2-2-2 16,1-1 0-16,-2 1 1 15,2-2-1-15,-1-2 1 16,0 0-1-16,1 1 0 16,0-4 0-16,1-4 0 15,1-3 1-15,2-4 0 0,0-2 0 16,-1-6-1-16,1-1 2 15,1-4-3-15,-1-1 1 16,-1-4 1-16,0-2-1 16,-1-5 1-16,-1-2-1 0,-3-4 1 15,1-6-1-15,-1-5 1 16,0-5 1-16,-2-4-2 16,1-4 4-16,-3-2 0 15,0-3 1-15,-2-3 0 16,-6 0-2-16,-4 0-1 0,-3 0 0 15,-6-2-1-15,-5-3 1 16,-3 0-2-16,-2 1 1 16,-4-3-2-16,-6-1-24 15,-4-5-36-15</inkml:trace>
  <inkml:trace contextRef="#ctx0" brushRef="#br0" timeOffset="80482">8249 11313 129 0,'0'0'5'0,"0"0"-11"0,0 0 6 0,0 0-1 0,0 0 1 15,0 0-1-15,27 7 2 0,-20-7-1 16,0 0 2-16,0 0 2 15,1 0 1-15,1-7 1 16,1-3 4-16,1-3 2 16,1-3-1-16,2-5-3 15,1-4-1-15,-3-1-1 16,4-2 0-16,0-2 1 0,0-2 0 16,1-3-1-16,1-1-3 15,1-2 1-15,2-2-4 16,0 0 1-16,4 0 1 15,0 1-2-15,2 0 0 16,-1 3 1-16,5 2-1 0,-1 1 1 16,-1 4-1-16,1 3 0 15,0 5 0-15,0 1-1 16,2 5 1-16,0 1 0 16,3 2-1-16,3 0 1 15,3 4 0-15,-1-1-2 16,2 3 2-16,3 1-1 0,-2 2 1 15,5 1-2-15,-2 2 1 16,1 0 0-16,2 0 0 16,2 7 0-16,1 0 1 15,1 2 0-15,1 2 1 16,6 3-1-16,2 0 1 0,2 3-1 16,-2 1 0-16,3 3 0 15,4 1 1-15,-2 2-1 16,1 2 0-16,-2 2 0 15,1 0-1-15,-1 1 1 16,-1 3 0-16,-2-3 0 0,1 2 0 16,1-1 2-16,1-3-2 15,-1-2 2-15,0-2-1 16,3-6 3-16,-5-3 1 16,0-5 3-16,-2-4-1 15,0-5 3-15,-5 0-2 0,-1-1-2 16,-3-6-3-16,-8-3 2 15,-1-2-1-15,-5-1 1 16,-6-2-3-16,-5 0 2 16,-2-1-1-16,-5-2 0 15,-3 1 1-15,-2-2 2 0,-4 5-1 16,-4 0-2-16,-1 2 3 16,-2 2 14-16,0 0-17 15,-2 3-10-15,1-1-6 16,0 3-7-16,-3 1-45 15,-1 0-137-15</inkml:trace>
  <inkml:trace contextRef="#ctx0" brushRef="#br0" timeOffset="107200.27">985 11189 35 0,'-3'0'15'0,"1"0"4"0,-1 0-11 0,1 0-2 16,-1 0-4-16,3 0 0 16,-1 0 1-16,1 0-1 0,-1 0 6 15,1 0-2-15,0 0-10 16,0 0 2-16,0 0 2 15,1 4-1-15,2 1 1 16,0-1 0-16,2 0 0 16,0-1 0-16,0 0 0 0,0-1 0 15,2 1 1-15,-1-3-1 16,3 0-1-16,-1 0 4 16,2 0-2-16,3-7 4 15,-1-1-4-15,2-5 4 16,-1-1-2-16,3-3-1 15,1-1-1-15,1-3 0 0,0 0 0 16,4-2-1-16,-2 0 1 16,2 0-1-16,-1 0 0 15,0-2 1-15,0 2-1 16,2 1 0-16,-1-1 0 16,1-1 0-16,0 0 1 0,0 0-1 15,1 0 0-15,1 0 0 16,-2 0 0-16,3-1 0 15,-4 1 0-15,-1 0 1 16,3 2-1-16,-3-1 0 0,2 0 0 16,0 3 0-16,2-1 0 15,0 2 0-15,-1-2 1 16,0 1-1-16,2-2 0 16,-3 1 0-16,-1-2 0 15,0 1 0-15,-2 1 0 0,0-1 1 16,-1 3-1-16,1-1 0 15,-2 0 0-15,-1 4 2 16,0-1 1-16,-3 2-1 16,2 1 1-16,0-2 0 15,1 0 1-15,2 1-3 16,-1-1 1-16,0-3-1 0,1 3-1 16,1-4 1-16,-1 5-1 15,-1-3 0-15,-1 3 0 16,0 0 1-16,1 2 0 15,-2 1-2-15,0 1 2 16,0 1-1-16,3 0 0 0,-2 2 0 16,-1 0 1-16,0-1-1 15,0 1 0-15,-2 1 0 16,-1 1 0-16,0-1 0 16,1-1 1-16,-1 3-1 15,1-2 0-15,-2 1 0 0,0 1 0 16,-1 0 0-16,-3 0 0 15,-1 2 0-15,0 1 0 16,-1 0 0-16,0 1-1 16,1 0 1-16,-3 1 0 15,2 0-1-15,0 0 0 0,-1 0 0 16,0 0 2-16,0 0-2 16,0 0 0-16,-2 1-2 15,1 2 3-15,-1 0-1 16,0-2 1-16,1 2-1 15,-2 0-1-15,1-1 4 16,-2 1-4-16,0-1 1 0,1 0-1 16,-1 0 3-16,1 0-1 15,-1 1 1-15,2-1 0 16,0 0 1-16,1 0-1 16,-1 0 0-16,3 0 0 0,-3-1-1 15,0 0 0-15,1 2 1 16,-3 0-1-16,3-1-1 15,-2 1 0-15,1 1 0 16,0-1 1-16,1 0 0 16,-1 0 0-16,2 1 0 15,-1-1 1-15,-1 1-1 0,0-1-1 16,-2 0 1-16,3 2-1 16,-2-2-2-16,1 1 3 15,-2-1 0-15,1-1-1 16,2 3 1-16,-1-2 0 15,-2 2 0-15,2-2 1 0,0 2-1 16,-2 0 1-16,1-1-2 16,1 2 1-16,-1-1 0 15,-2 1 0-15,4-2 3 16,-1 3-2-16,0 1 0 0,1 0-5 16,-1-1-11-16,-2-1-31 15</inkml:trace>
  <inkml:trace contextRef="#ctx0" brushRef="#br0" timeOffset="108433.84">2599 9990 44 0,'0'0'15'0,"0"0"3"0,-1 0-3 15,1 0-7-15,0 0-9 16,0 0-1-16,0 0 2 15,0 0-2-15,0 3 3 0,3 1 0 16,1 2-1-16,0 1-2 16,3 0 3-16,-1 3-1 15,1 0 1-15,0 3-1 16,2 0 0-16,-1 2 2 16,0 2-5-16,1 1 2 15,1 1 0-15,0 0 2 0,1 1-1 16,2-2 1-16,2 0 0 15,-2-2-1-15,4-1 0 16,0 0 0-16,1 0 0 16,2 0 0-16,-2 1 0 15,3 2 0-15,-3 1 0 0,1 2 0 16,0 2-1-16,0 2 1 16,-1 1 1-16,1 2-1 15,1 0 2-15,-1 0-2 16,2 0 0-16,-3 1 0 15,2 2 0-15,-1 1 0 0,1 4 0 16,-1 1 0-16,-1 3 0 16,3 1 0-16,-3 1 1 15,2 1 0-15,1 0 0 16,-1-2-1-16,1 0 1 16,1-3 0-16,0-3-1 15,-1-2 2-15,1-3-2 0,0-4 0 16,-2 1 0-16,2-2 0 15,-2-1 1-15,-1-2 0 16,2-2 0-16,-2-3 0 16,1-1 0-16,0-3 1 0,-2-3-1 15,1-2-1-15,-4-2-2 16,-2-4-11-16,-3-2-32 16</inkml:trace>
  <inkml:trace contextRef="#ctx0" brushRef="#br0" timeOffset="109683.01">2538 11529 1 0,'1'0'14'0,"-1"0"-12"0,0 0 1 0,2 0-3 0,-2-1 0 16,0 1 0-16,2 0 1 15,-2 0-2-15,1 0 0 16,-1 0-3-16,2 0 4 15,-1 0 2-15,2 1 3 0,-3 0-5 16,1 0 2-16,2-1-1 16,-3 0 1-16,2 0 4 15,-1 0 0-15,-1 0-1 16,3 0 1-16,-3 0 1 16,0 0 6-16,0 0 8 0,0 0-5 15,0 0-9-15,0 0-4 16,0 0 0-16,0 0-3 15,0 0 1-15,0 0 0 16,0 0-1-16,1 0 1 16,-1 0-1-16,2 0 1 15,-2 0-1-15,1 0 0 0,1-1-4 16,-1-1-16-16,-1-2-43 16</inkml:trace>
  <inkml:trace contextRef="#ctx0" brushRef="#br0" timeOffset="114276.44">1164 11003 173 0,'0'0'-48'0,"0"0"68"0,-36 1-5 0,27-1-1 0,1 0-9 16,2 0-1-16,0 0-4 15,-1 0 1-15,1 5-1 16,2 0-1-16,-2 2-4 0,2 0-24 16,-1 0-16-16,2-1-55 15</inkml:trace>
  <inkml:trace contextRef="#ctx0" brushRef="#br0" timeOffset="115485.92">1022 11150 94 0,'0'0'5'0,"0"0"-1"15,0 0 0-15,0 0-2 0,0 0 2 16,0 0-2-16,0 0 0 16,-12 28-2-16,12-22 2 15,4 2-2-15,2 0 0 16,3 0 0-16,1 0 0 0,0-3 1 15,0-2 0-15,2 0-1 16,-1-3 0-16,2 0 1 16,1-3 0-16,3-5 1 15,0-4 0-15,0-3 4 16,1-2-2-16,1-2-1 16,0-1 1-16,0-1-1 0,-1-1 0 15,3-1-2-15,-1-2 1 16,1 0-1-16,1 0 0 15,1-3 1-15,3-1-1 16,0-1 1-16,0 0-1 16,0 0-1-16,0-1 1 15,-1-1 2-15,-1 0-3 0,-1 2 0 16,2 0 3-16,-4 1 4 16,4 2 3-16,-2 1-2 15,2 1-3-15,0 0-2 16,-2 2-1-16,1-1 0 0,-3 0-1 15,2 0-1-15,-5 0 0 16,0 0 2-16,1 1-2 16,-1-1 0-16,3 3 1 15,-1-1-1-15,0 0 1 16,2 1 0-16,-1-2-1 16,1 2 0-16,0-1 1 15,-2 1-1-15,-3 2 0 0,-1-2 0 16,0 3 0-16,-2 0 1 15,0 1-1-15,0-1 0 16,0 3 0-16,2-1 0 0,0 1 0 16,0 2 0-16,0-2 0 15,-1 5 0-15,0-1 0 16,-1 1 0-16,-1 1 0 16,0 3 0-16,0-1 0 15,0 0 0-15,0 2 0 16,0-1 0-16,-1 1 1 0,0 0-2 15,2 2 1-15,-3 1 0 16,2 1 0-16,-1 1 0 16,-1 0-1-16,1 0 0 15,-1 0 0-15,2 3 1 16,2 3 0-16,1-2 0 16,-2 2 1-16,5-1-1 0,-2 2 0 15,2-1 1-15,-2 1-2 16,2 1 0-16,-2 2 1 15,-1 0-1-15,1 3-2 16,-2 1 1-16,-1-1 3 0,1 3-2 16,-2 1 1-16,2-1 1 15,0 3-2-15,-1 0 2 16,1 2-3-16,2 0 4 16,-1 2-2-16,3-2 0 15,-1 3 1-15,3 0-2 0,-1 1 2 16,0 1-1-16,0-2 2 15,0 2-2-15,0-2 1 16,0 1-1-16,1 0-1 16,0 0 2-16,1-2-1 15,1 2 0-15,-1 1 1 0,0 1-1 16,3 2 0-16,-3 4 1 16,1 4-2-16,-1 5-1 15,0 4 0-15,-1 5 2 16,0 3 2-16,3 0-1 0,0 0 0 15,2-2 0-15,0-1-1 16,0-3 1-16,0-1 0 16,0-1-1-16,-1-3 1 15,-1-2-1-15,-1-4 2 16,2-3-1-16,0-3 0 16,2-4 0-16,0-3 2 15,0-3-2-15,2-4 0 0,-2-4-1 16,0-6-3-16,-7-7-44 15,-5-7-83-15</inkml:trace>
  <inkml:trace contextRef="#ctx0" brushRef="#br0" timeOffset="116981.21">2645 11452 88 0,'-4'0'12'0,"-1"0"4"0,2 0 1 16,1 0-8-16,0 0-3 15,1 0-3-15,-1 0 3 16,1 0-1-16,1 0 4 0,-2 0-5 16,2 0-3-16,0 0-1 15,0 0-2-15,0 1-7 16,0 1 4-16,3 1 5 16,1 0-1-16,5-1-1 0,0 0 5 15,1 0-2-15,2-2 0 16,0 0 0-16,3-2-1 15,-2-5 0-15,2-4 3 16,0-2 17-16,2-4-14 16,0-3 0-16,0-3-4 15,0-2 1-15,-1-4-1 16,3 0-1-16,-2-3 7 0,-1-2-7 16,1-1 0-16,-1-2 0 15,0-3 0-15,1-1 0 16,1-3-1-16,2-3 2 15,-2 2-2-15,1-4 0 16,0 1 0-16,-2 0 1 0,0 0-1 16,1-3 0-16,-1 3 0 15,2-4 0-15,-2-1 0 16,2 1 1-16,-3-2-2 16,1 3 2-16,-2-1-1 15,0 1 0-15,0 0 0 0,-1 1 0 16,1 1 0-16,-1 2 0 15,2-2 1-15,1 1-1 16,1 0 1-16,0 0-1 16,2 1 0-16,1 0 0 15,-1 1 1-15,1 1-1 0,1 1 0 16,2 2 0-16,-1 1 0 16,2 3 0-16,-1 2 0 15,1 7 1-15,-2 3-2 16,-1 5 1-16,0 2 0 15,0 5-1-15,-3 4 2 0,2 1-2 16,0 3 0-16,-1 3 0 16,1 1 0-16,3 2 0 15,-1 0 1-15,0 0-2 16,3 5 1-16,0 3 0 16,3 1 1-16,0 2-1 15,-1 3 0-15,1 2-1 0,2 2 0 16,0 5 2-16,1 2 0 15,1 3 0-15,2 2 0 16,-1 2-1-16,4 2 2 16,-2-1-1-16,2 3 1 0,-1-1-1 15,2 0 1-15,-1 1-1 16,0 0 0-16,3 2 1 16,-3 1 0-16,0 1 0 15,1 0 2-15,0 2 0 16,-2 2-1-16,3-1 1 0,-2 3 1 15,1-1-1-15,0-1-1 16,-1 1 0-16,2 0-1 16,1 1 1-16,-1-2-1 15,2 1 0-15,-2-1-1 16,0 1 1-16,-1 0-1 0,-1-1 1 16,-1 3-1-16,-1 1 2 15,0 1-2-15,-1 2 1 16,1-1-1-16,-4-2 1 15,1-4-1-15,-3-6 2 16,1-5 1-16,-1-6-1 16,0-6 7-16,2-6-3 0,0-2-1 15,-1-5-1-15,1-4-2 16,-2-2-1-16,1-2 0 16,-3-2 0-16,3-8 0 15,-4-3-1-15,1-1-9 16,-5-3-14-16,-6-2-22 0,-7 1-58 15</inkml:trace>
  <inkml:trace contextRef="#ctx0" brushRef="#br0" timeOffset="118297.33">4863 11253 83 0,'7'-7'3'0,"2"-2"5"0,-1-1 2 0,4-3 3 0,0-3-2 16,3-3 0-16,0-5-3 15,2-1-5-15,0-4 0 16,1-5-2-16,2-2-1 16,-1-3 1-16,-1-3-1 0,1-4 0 15,-3 1 0-15,1-3 0 16,-4-2 0-16,0 1 2 15,0-2-1-15,-3-2 2 16,0-3 15-16,0-2 1 16,2-3-9-16,1-3-2 0,0-1 0 15,4-1-3-15,-1 0-2 16,2 1 0-16,0-2-1 16,-1-3-1-16,3 1 0 15,0-3 0-15,2-3 1 16,1 0-2-16,2-2 1 15,1 0-1-15,0-3 0 0,1 1 0 16,0 1 0-16,1-1 0 16,1 4 0-16,0 3 0 15,1 2 0-15,-3 3 0 16,3 0 0-16,-3 3 0 16,1 2 1-16,0 2-1 0,2 0 1 15,1 4 2-15,-1 4 2 16,3 4 0-16,1 2-1 15,3 4-1-15,0 4-1 16,5 0-2-16,1 5 0 0,6 0 0 16,0 4 0-16,4 2 0 15,3 4 0-15,1 3 1 16,1 5-1-16,-1 5 0 16,1 5 0-16,-2 5-1 15,-1 0 0-15,1 10-1 16,-4 8 2-16,-2 5-5 15,0 4 3-15,-1 4 0 0,-2 4-1 16,0 3 2-16,-2 6 1 16,0 3-1-16,-1 4-1 15,0 2 2-15,1 5-1 16,0 3 3-16,1 3-3 0,2 1 2 16,-3 2 0-16,2 3-1 15,0 2-2-15,1 1 1 16,-2-1 3-16,0 3-1 15,3 3 0-15,0-1-1 16,-1 1 0-16,2 3 1 0,1 1-1 16,1 0 0-16,2 2 1 15,0-1-1-15,1 0 0 16,-2-2 0-16,5 0 1 16,-1-3-2-16,3-2 2 15,0 1-1-15,1-4 0 0,2-3 1 16,1-7 0-16,0-1 1 15,1-3 1-15,-1-4 0 16,-1-1-2-16,1 0 1 16,-2 0-1-16,-3-1-1 15,-1 0 1-15,1-4 0 16,-5-1-1-16,0-5 1 0,-1-5 0 16,1-7-1-16,-2-6 0 15,1-5 2-15,-3-5 2 16,2-6-4-16,0-6 2 15,-1-3 0-15,-1-4-1 16,-4-8 1-16,-1-2-1 16,-5-6 1-16,-5 2-1 0,-5-4-4 15,-7 1-21-15,-9 1-36 16,-11 0-47-16</inkml:trace>
  <inkml:trace contextRef="#ctx0" brushRef="#br0" timeOffset="119208.32">8374 11247 142 0,'0'0'-14'0,"-3"-6"22"0,-1-3 4 0,3-2-2 16,-1-1-3-16,1-3 0 0,1-3-4 16,-2 1 1-16,2-4-3 15,0-2-1-15,0-2 0 16,0-4 0-16,2 0-3 16,2-4-3-16,3 0 0 15,2-1 2-15,2-1 5 16,2 0-1-16,6 2 0 0,1-1 0 15,4 2 0-15,3 2 0 16,1 1 0-16,4 2-1 16,1 1 1-16,3 2 0 15,2 0 0-15,4 4 0 16,1 4 1-16,-2 1 0 0,4 3 1 16,0 4-2-16,0 1 2 15,1 4-1-15,-1 1 1 16,2 2 0-16,1 0 1 15,2 2-2-15,2 3 3 16,1 2 0-16,2 2 0 0,2 1-2 16,3 3 0-16,1 0-2 15,2 1 3-15,5 2-3 16,0-1 1-16,3 0-1 16,-1 0 0-16,1 3 0 15,2 0 2-15,0 2-2 0,-3 2 0 16,2 1 0-16,-1 2 0 15,-1 3 0-15,0 2 0 16,-1 4 0-16,2 2 0 16,-3 4 0-16,1 2 0 15,-3-1 1-15,3-2 1 16,-1-2 0-16,-3-6 0 0,-2-6 2 16,0-6 12-16,-3-6 2 15,-1-5 3-15,-3-5-5 16,2-3-3-16,-3-3 0 15,-1-8-6-15,-3-5-1 16,0-2-2-16,-6-5-1 16,0-8 1-16,-4-4-2 0,-6-8 1 15,2-7-1-15,-5-6 0 16,-2-7-2-16,-4-4 0 16,-2-3-14-16,-4-1-25 15,-10-3-34-15,-6-1-139 0</inkml:trace>
  <inkml:trace contextRef="#ctx0" brushRef="#br0" timeOffset="134568.57">1040 11179 84 0,'0'0'4'0,"0"0"3"0,0 0-2 0,0 0-2 0,0 0-3 16,0 0-1-16,0 0 3 16,0 0 1-16,0 0 3 15,-25-28 14-15,20 28-5 0,0 0-10 16,2 0-3-16,1 0 0 15,2 2-2-15,0 3-2 16,0-2 1-16,2-1 1 16,3 0-2-16,2-1 2 15,1-1-2-15,3 0 0 0,0 0 0 16,4 0-4-16,-2-2 1 16,3-3 0-16,0-3 4 15,1 1-2-15,0-4-1 16,-1 0-5-16,1-3 7 15,2 0 1-15,-3-3 0 16,3-3-1-16,1-1-1 0,0-1 3 16,0 0 0-16,2-4 0 15,1 3 2-15,0-3-1 16,0 2 2-16,-1-1-1 16,-2 1 1-16,0-2-1 0,0 2 0 15,-3 0-1-15,1-1 0 16,-1 0-1-16,0 1 1 15,1 1-1-15,-1-1-1 16,2 3 2-16,-3 0-1 16,1 2 1-16,-2 0 0 15,2 2-1-15,-3-2 0 0,2 1 5 16,-1-3-1-16,2 1 1 16,1 0-1-16,-1-1-1 15,1 1 0-15,-1 0-3 16,-2 2 2-16,0 1-4 0,-1 2 5 15,-1-1-2-15,1 3-1 16,1-1 2 0,0 1 1-16,1-1-2 0,3 0 0 15,1-2 0-15,2 1-1 16,-1 0 0-16,3-3 0 16,0 3 0-16,-3-2 1 15,1 0-1-15,-2 0 0 16,0 0 0-16,2 1 1 0,-2-1-1 15,2 1 0-15,1 1 0 16,-1 2 0-16,-2 1 0 16,0 2 0-16,-1 2 0 0,-2 2-1 15,-1 0 0-15,0-1 2 16,-2 1-1-16,2 0 1 16,-1-1-1-16,0 1 0 15,1 0 0-15,0 0 0 16,-1 0 0-16,2 2 0 0,-3 2 0 15,0 2-1-15,0 0-1 16,-3 0 1-16,2 2 2 16,-1 2 0-16,0 2-1 15,2 1 2-15,0 1-1 0,3 0-2 16,-2 2-1-16,1 1 3 16,-1 1-3-16,1 1 0 15,-1 2-2-15,1 0 5 16,-2 2-1-16,2 2 1 15,-1 3-1-15,0 1 0 16,1 1 2-16,0 1-1 0,-1 2-1 16,0-1 1-16,1 1 0 15,0 1-1-15,-1 1 1 16,0 3-1-16,0 2 0 16,0 3 0-16,0-1 0 15,2 1 0-15,-1 0 1 0,3-2-1 16,1 1 0-16,2-1 0 15,0-1 1-15,2 0-1 16,-1 1 0-16,2-2 2 16,-1 1-2-16,-1-2 0 15,0 3 0-15,1-1 0 0,-2 2 0 16,0 0 0-16,-1-1 0 16,3-1 1-16,0 0-2 15,2-2 2-15,3 0-1 16,-3-2 0-16,3-2 1 15,-4-3-1-15,2-2 0 0,-3-4 0 16,1-5 1-16,-4-3-2 16,1-4 1-16,0-3 0 15,-1-4 1-15,1 0-1 16,0-2-1-16,0-5 2 16,-3-1-15-16,-1-2-54 15</inkml:trace>
  <inkml:trace contextRef="#ctx0" brushRef="#br0" timeOffset="135870.53">1425 10944 84 0,'28'-24'1'0,"0"-6"1"0,7-3 2 0,6-3 4 0,1-2-1 16,6-3 0-16,4-2 0 15,2 0-1-15,1 0 0 16,4 0-3-16,0 0-1 16,-1 0 0-16,3 2-2 0,-1 0 1 15,0 2 0-15,-4 3-1 16,-3 5 0-16,-4 1 0 16,-7 4 0-16,-4 2 0 15,-5 4 0-15,-4 4 0 16,-5 3 0-16,-6 6-1 15,-4 4-9-15,-8 3-21 0,-6 7-33 16</inkml:trace>
  <inkml:trace contextRef="#ctx0" brushRef="#br0" timeOffset="136240.14">1611 10891 69 0,'0'0'6'0,"0"0"0"15,18-27-1-15,3 8-1 16,8-5 1-16,7-6-1 15,6-3-2-15,4-3 1 16,6-4 2-16,4-1-2 16,0-1-4-16,5-2 2 0,1 0 2 15,0 0-1-15,-2 0 1 16,-3 1-4-16,-4 2 3 16,-4 5-2-16,-3 5 0 15,-6 5 1-15,-3 6-1 16,-5 6-1-16,-5 5-1 15,-9 7-14-15,-6 2-23 16</inkml:trace>
  <inkml:trace contextRef="#ctx0" brushRef="#br0" timeOffset="136502.64">1966 10995 83 0,'0'0'12'0,"0"0"-8"0,15-33-3 16,5 7-1-16,4-5 1 16,4-5 5-16,6-6-5 15,4-2 4-15,6-4-3 16,5-1-2-16,2 0 2 15,2-2-2-15,0 1-3 0,2 4-10 16,-3 1-17-16</inkml:trace>
  <inkml:trace contextRef="#ctx0" brushRef="#br0" timeOffset="137610.1">1436 10845 126 0,'0'0'-5'0,"10"-46"7"0,-3 19 1 0,0-2 1 0,1-4-1 15,1 1-1-15,2-2-1 16,1-1-1-16,1-3 0 15,3-3 0-15,1-2 0 0,6-3 0 16,0-3 0-16,6 0 0 16,3-2 0-16,1 0 0 15,2 3 1-15,2 1-1 16,0 4 0-16,3 3 0 16,-1 5 0-16,2 5-1 15,4 7 1-15,0 6 0 0,3 5-1 16,-1 8 1-16,3 4-1 15,1 10-1-15,-1 11-4 16,0 9 3-16,0 8 4 16,2 8 0-16,2 6 1 0,0 2-2 15,2 2 3-15,5 1-1 16,2-3-1-16,3-4 0 16,-2-3 0-16,-1-5-1 15,1-5 2-15,-5-4-1 16,-4-3-3-16,-9-2-10 0,-10-4-38 15</inkml:trace>
  <inkml:trace contextRef="#ctx0" brushRef="#br0" timeOffset="138275.44">2725 11301 163 0,'0'0'-1'0,"0"0"-19"0,0 0 24 0,40-16 0 16,-16-5-2-16,2-6 3 15,5-6-5-15,0-3 3 16,1-9 0-16,2-4-1 16,-2-6-2-16,1-6-4 15,-1-3-7-15,2-6-9 0,0-1 0 16,-4-3 13-16,0-2 4 16,-2-2 3-16,1-2 1 15,-4 0 0-15,2-4 7 16,-3 1 5-16,4 1 0 15,0 0-7-15,1 2 2 16,1 2-4-16,0 4 0 0,2 3-3 16,2 5 0-16,2 3-1 15,1 9-1-15,3 4 1 16,4 5-1-16,1 6 1 16,2 6-3-16,4 5 0 0,0 8 2 15,3 7 0-15,-1 11-2 16,2 2 0-16,1 18 0 15,1 10 2-15,0 10 1 16,1 12 2-16,1 7 2 16,3 8 2-16,0 5 1 15,3 5-1-15,0 2-4 16,5-2 4-16,-1 0-3 0,3-1 0 16,0-4 1-16,5-3-1 15,0-1-1-15,-1-2-1 16,2-2 1-16,0-5 0 15,-2-4 0-15,-2-2-1 16,-3-6 1-16,-4-2-2 0,-8-7-7 16,-9-4-38-16,-12-8-72 15</inkml:trace>
  <inkml:trace contextRef="#ctx0" brushRef="#br0" timeOffset="139075.28">4973 11116 177 0,'0'0'2'0,"25"-54"4"0,-10 18 1 0,2-5-1 0,2-8-4 16,-2-5-1-16,3-7 0 15,1-6-1-15,-1-3-1 16,0-7-2-16,0-5-8 16,0-4-11-16,-1-4-5 0,1-6 6 15,0-4 1-15,1-5-4 16,0-1 9-16,4-6 10 16,2-1 3-16,2-2-5 15,0 0-11-15,4 3 13 16,-1 1 3-16,3 5 3 0,2 6 3 15,1 2 7-15,0 4 6 16,4 4-6-16,1 4-3 16,2 2-4-16,1 3-2 15,5 5-1-15,2 7 2 16,3 4-2-16,1 6-1 0,2 9 1 16,1 7-1-16,1 9 0 15,-2 7 0-15,3 9 0 16,3 9 0-16,-3 8 1 15,0 1 3-15,0 14 0 16,1 10 1-16,2 9 0 0,-3 8 3 16,1 9-3-16,2 9 2 15,-3 9-3-15,0 8 2 16,-3 8 0-16,2 6 1 16,5 6-3-16,1 3-1 15,2 2 2-15,5 4-3 16,6 2 0-16,4-2 2 0,1 2-3 15,7 0 0-15,3 0 0 16,2-4 1-16,1-5 0 16,3-3-1-16,0-2 2 15,-3-3 0-15,0-4-2 16,-3-4 1-16,-1 0-2 0,-5-3 1 16,-7-4-9-16,-6-6-42 15</inkml:trace>
  <inkml:trace contextRef="#ctx0" brushRef="#br0" timeOffset="140751.35">2658 8538 241 0,'-30'2'-51'0,"0"-2"62"0,-4 0 6 0,1 0 1 0,-2-2-13 16,-1-1-1-16,-1 3 0 15,-2 0-3-15,-4 0 1 16,0 0-3-16,-6 8 1 16,1 2 1-16,-3 2-2 0,-1 2 1 15,-3 3-1-15,0 1-2 16,-4 4-2-16,-3 0 2 16,-2 2-2-16,-1 3 2 15,-2 1 3-15,3 0-2 16,-3 4 2-16,1 5 0 0,3 6-1 15,1 8-4-15,0 6-4 16,-2 7 3-16,2 8-1 16,0 7 5-16,0 7-1 15,0 8 2-15,3 4-1 0,3 3 4 16,5 0-2-16,6 1-2 16,7 3 2-16,6-4 0 15,5-3 0-15,5-1 0 16,7 2-1-16,5 1 1 15,3 1 0-15,6-1 0 16,1 3 0-16,0 2 0 16,8 4 0-16,4 0 0 0,4-2 1 15,6-2-1-15,6-3 2 16,10 0-1-16,7-4-1 16,12-4 2-16,10-2-2 15,10 1 0-15,10 0 0 16,11-1 0-16,10-3 0 0,10 0 0 15,11-3 0-15,12 0 0 16,11-2 0-16,9-1 0 16,10-2 1-16,7-4-2 15,8-4 3-15,8-7-2 16,7-4 0-16,5-7 1 0,7-8 1 16,8-3-1-16,6-6 1 15,8-3 1-15,1-3 0 16,11-6-1-16,4 0 1 15,4-4-1-15,3-3 2 0,6-4-1 16,5-5-1-16,3-3 1 16,0-7 0-16,4-9 0 15,0-12 3-15,-1-9-2 16,-5-10 1-16,-2-11-3 16,-3-6 2-16,-9-6 2 15,-6-8-3-15,-8-6-1 0,-7-6 1 16,-6-8-1-16,-6-8 0 15,-7-10-2-15,-8-7 0 16,-11-7 1-16,-7-8-1 16,-12-8 1-16,-14-5 4 0,-16-5-4 15,-14-2 1-15,-18-4 3 16,-18-1-2-16,-19-1 2 16,-18 4 3-16,-15-2 2 15,-17 0 3-15,-14 2-2 16,-13 0-6-16,-7 0-2 15,-21 0-2-15,-10 3-2 0,-16 2 0 16,-15 2-29-16,-12 2-3 16,-12 2-7-16,-13 2 1 15,-8 1 3-15,-12 2 13 16,-7 2 23-16,-11 4 13 16,-6 2 16-16,-8 5 3 0,-8 2-3 15,-10 3-11-15,-6 7-8 16,-12 3-9-16,-8 8 4 15,-11 8 3-15,-9 10-5 16,-11 8-1-16,-11 8 3 16,-9 10 0-16,-6 9 0 15,-9 7 2-15,-9 11-3 0,-7 9-1 16,-5 11 1-16,-7 10-4 16,-11 13 1-16,-5 27 0 15,-9 21-2-15,-13 33 0 16,-13 33 1-16,-12 39-9 0,-13 42-7 15,-8 40-17-15,-11 40-38 16,-3 33-74-16</inkml:trace>
  <inkml:trace contextRef="#ctx0" brushRef="#br0" timeOffset="142803.88">11287 7833 117 0,'0'0'-9'0,"0"0"17"0,-39-16 2 0,25 14 2 0,-3 2-5 15,2 0-2-15,-1 0 5 16,3 6 2-16,-1 3-8 15,0 7-3-15,1 4 0 16,2 5-1-16,1 3 0 0,2 3 0 16,3 3 1-16,0 0-1 15,5 1 0-15,0-2 0 16,0 0 1-16,8-4 1 16,-1-4-2-16,2-6 0 15,-2-4 1-15,1-4 0 16,0-5 0-16,0-4 0 0,-1-2-3 15,0 0 4-15,0-5 8 16,-2-5-6-16,1-3 0 16,0-3-2-16,1-1 1 15,-1 0-2-15,-1-1 0 0,3 0-1 16,-1 2 1 0,2 1-1-16,0 2 0 0,2 4 0 15,2 1 0-15,0 5-1 16,-1 3 1-16,2 0-2 15,0 5-1-15,0 3-1 16,1 3 2-16,0 1 1 0,-2-1 0 16,2 0-2-16,-1-1-16 15,1-2-8-15,-3-1-13 16,1-6-21-16</inkml:trace>
  <inkml:trace contextRef="#ctx0" brushRef="#br0" timeOffset="143246.07">11535 7937 129 0,'0'0'6'0,"0"0"4"0,-28-3-5 0,18 8-4 16,0 8 0-16,2 2 0 15,-1 3-1-15,1 2 2 16,3 0 1-16,2-1-2 15,3 1 0-15,0-3 0 0,1-1 0 16,6-5 0-16,0-2 1 16,1-4-2-16,1-1 0 15,1-4 2-15,0-1 6 16,0-7-4-16,0-3 0 16,-1-4 0-16,-2 0-2 15,0-3 0-15,-4 1 0 0,0-1 1 16,-2 2-1-16,1 3-2 15,-2 1 1-15,0 2 0 16,0 5-1-16,0 2 0 16,3 1 0-16,-2 2-4 0,2 0-3 15,1 9-2-15,3-1 8 16,0 5 4-16,1-2-2 16,4 3 0-16,-2 1 0 15,3-1-2-15,-1 1-8 16,-2-2-17-16,2-2 4 0,-1-2-2 15,-1-4-2-15,-1-3-30 16</inkml:trace>
  <inkml:trace contextRef="#ctx0" brushRef="#br0" timeOffset="143617.66">11721 7996 14 0,'0'0'35'15,"0"0"-20"-15,0 0 8 16,0 0-2-16,-1-28-7 15,1 28-8-15,0 0-8 16,2 0 0-16,4 4 2 0,3 4-1 16,-1 0 3-16,2 1 0 15,0 1-1-15,1-1 0 16,0-2 2-16,-1 1-2 16,0-3 0-16,-1 0 1 15,-1-3 0-15,0-1-1 16,-1-1 1-16,-1 0 1 0,0-5 2 15,-2-4-1-15,0-1-2 16,-1-2 1-16,-1 1-2 16,-1 0-1-16,0 0 1 15,0 4 0-15,0 1 6 0,0 2 13 16,1 3-9-16,0 1-10 16,2 0-5-16,4 2 0 15,1 4 4-15,5 1-2 16,2 2-16-16,1-1-13 15,1 0 4-15,1-2-20 16</inkml:trace>
  <inkml:trace contextRef="#ctx0" brushRef="#br0" timeOffset="143951.06">12146 7836 48 0,'0'0'3'16,"-1"-31"12"-16,-5 21 7 15,-2 4-15-15,0 5-5 16,-1 1-5-16,0 0-1 16,1 1 8-16,1 7 1 15,2 0-3-15,3 2 1 0,2 2 1 16,0 0-3-16,2 0 2 16,6 0 1-16,3 1 1 15,-1 0-1-15,2-4 0 16,1 2 0-16,-1-2-1 0,-2-1 0 15,0-2 0-15,-3-1 2 16,-1 0-3-16,-4 0-1 16,-2 0-3-16,0 1 14 15,-2 3-1-15,-7-1-6 16,-1 5-4-16,-2-4-6 16,3 0-22-16,3-4-4 15,1-4-19-15</inkml:trace>
  <inkml:trace contextRef="#ctx0" brushRef="#br0" timeOffset="144466.1">12275 7775 128 0,'0'0'-1'16,"0"0"6"-16,1-30-1 15,-1 26 4-15,-3 3-2 16,-4 1-3-16,0 0-8 0,0 2 8 15,0 6-3-15,0 1 0 16,2 2 0-16,2 1 1 16,2 1-2-16,1 1 1 15,0-1 0-15,6 0 0 16,2-2 1-16,2-2-1 16,2-1 2-16,2-2 1 15,2-2-2-15,3 0 1 0,-3 0 1 16,1 1-1-16,-3-1-2 15,-2 2 0-15,-3 1 0 16,-4 1-5-16,-5 0 3 16,0 1 4-16,-1-1-1 15,-6-2 1-15,-3 1 0 0,0-4-2 16,3-1 0-16,0-2 1 16,3 0-1-16,3-7 0 15,1-3-12-15,0-5-6 16,7-1 3-16,3-3 4 0,2 1 8 15,-1 0 2-15,2 3 2 16,1 4 5-16,-2 3 4 16,0 4-4-16,-1 2 1 15,-1 2-4-15,1 0 0 16,1 4-3-16,-1 4 3 0,0 2-2 16,2 2 0-16,-3-3-8 15,-2 0-22-15,-1-6-63 16</inkml:trace>
  <inkml:trace contextRef="#ctx0" brushRef="#br0" timeOffset="144606.45">12498 7757 85 0,'0'0'10'0,"-27"-33"20"0,17 21-4 15,1 1-14-15,5 4-10 0,1 3-2 16,3 3-18-16,0 1-85 15</inkml:trace>
  <inkml:trace contextRef="#ctx0" brushRef="#br0" timeOffset="145221.64">12676 7766 146 0,'0'0'5'0,"0"0"6"15,0 0 7-15,0 0-5 16,0 0-8-16,0 0-4 0,0 0-1 16,0 0-4-16,-22-14 0 15,16 14 1-15,2 2 1 16,-2 3-1-16,5 2-3 16,1 1 3-16,0 0 0 15,0 2 0-15,2-2 2 0,3 1 1 16,0-1 0-16,1-2 0 15,-1-1 0-15,1-3-1 16,-1 0 1-16,1-2-1 16,0 0 1-16,0-4 1 15,-2-3 4-15,0-3-4 0,0-2 0 16,1 0 1-16,-1-1 0 16,2 0-1-16,-1 0 1 15,0 2-2-15,0 1 2 16,2 2-2-16,0 2-2 15,1 1 2-15,1 3-1 0,0 2 1 16,1 0-1-16,2 0 0 16,-2 6-2-16,1 1 0 15,-1 3-2-15,-1 0 4 16,-1-2 1-16,1-1 1 16,-4 0-1-16,3-3 1 0,-2-2-1 15,-2 1 1-15,0-3 2 16,2 0-1-16,-3-6 4 15,3-2 0-15,-1-2-2 16,1-2-1-16,0-2 1 0,2 0 0 16,2 1 8-16,0 0-6 15,0 2-2-15,2 2-3 16,1 4-1-16,2 3-1 16,0 2 0-16,0 5-3 15,-1 8-21-15,1 2-27 16,0 0-34-16</inkml:trace>
  <inkml:trace contextRef="#ctx0" brushRef="#br0" timeOffset="145543.76">13269 8007 141 0,'0'0'-5'0,"0"0"13"0,0 0-1 0,0 0-1 0,0 0 0 15,0 0 16-15,0 0-9 16,0 0-13-16,0 0 5 16,0 0-4-16,0 0 0 15,-17 26 0-15,17-9 1 0,0 1-1 16,7-2 2-16,3 1-2 15,0-3 2-15,1-2-4 16,5-2 3-16,-2-5-6 16,2 1 5-16,3-5-4 0,-1-1-24 15,1-4-28 1,-3-9 8-16</inkml:trace>
  <inkml:trace contextRef="#ctx0" brushRef="#br0" timeOffset="146049.5">13384 7704 125 0,'0'0'-2'15,"0"0"3"-15,8 40 1 16,-2-17 1-16,-1 3 1 15,3 4 1-15,-1 0 1 16,1 3-4-16,2-2 7 16,-1-1-3-16,2-3-2 15,0-2-3-15,1-3 0 0,-1-3 0 16,1-3 1-16,-2-5-1 16,0-3 1-16,-3-4-2 15,2-4 3-15,-1 0-2 16,0-8 7-16,0-4-2 15,-1-4-2-15,0-4-3 0,-3 2 1 16,2 0-2-16,-4 0 0 16,1 3 0-16,0 2 0 15,0 4 1-15,0 3-1 16,0 2 1-16,1 4-2 16,-1 0-2-16,3 5-4 15,-1 4 3-15,2 2 5 0,1 2 2 16,2-1-2-16,0 0 0 15,3-1-1-15,1-3 1 16,1 0-1-16,1-3 1 16,1 0-2-16,0-4-7 0,-1-1-8 15,0 0-7-15,-3-9-11 16,-1-4-19-16</inkml:trace>
  <inkml:trace contextRef="#ctx0" brushRef="#br0" timeOffset="146270.57">13929 7828 72 0,'0'0'2'0,"0"0"0"0,0 0-1 0,0 0-4 16,-29 2-5-16,25-2-5 16,-1 0-15-16</inkml:trace>
  <inkml:trace contextRef="#ctx0" brushRef="#br0" timeOffset="146705.12">13743 7922 94 0,'0'0'2'16,"0"0"1"-16,0 0-1 15,3 32 5-15,4-24-3 0,2 2 0 16,1-3 4-16,1-1 0 16,-1-2-4-16,0-1-2 15,2-3 4-15,-1 0-1 16,1-4 0-16,-2-4 2 16,1-3-1-16,-1-3 3 0,0-4-1 15,-3 0-2-15,0-1-3 16,-4 2-1-16,-3 2-2 15,0 3 0-15,0 2-2 16,0 4 0-16,-2 4-1 16,-3 2 10-16,2 0-2 15,0 5-6-15,3 3 0 0,0 4-2 16,0 0-6-16,5 2-11 16,6-4-6-16,3 0-10 15,0-3-10-15</inkml:trace>
  <inkml:trace contextRef="#ctx0" brushRef="#br0" timeOffset="146995.23">14072 7851 59 0,'0'0'4'15,"4"-37"10"-15,-4 20-8 16,0 2-4-16,-4 5 4 16,-5 2 6-16,1 5-6 0,0 3-12 15,-1 0 2-15,2 2 2 16,0 5 5-16,3 3-3 15,2 0 2-15,2 2-1 16,2 1 2-16,8-2 3 16,4 1 2-16,4-1-1 15,0 0-2-15,1-1-2 0,-2-1 1 16,-1 1-3-16,-6 0-1 16,-4 0-1-16,-6 2-3 15,0-3 4-15,-7 0 1 16,-8-1 3-16,-2-1-2 15,-3-4-2-15,0-3-1 0,1 0-37 16</inkml:trace>
  <inkml:trace contextRef="#ctx0" brushRef="#br0" timeOffset="147214.06">14138 7546 157 0,'0'0'-16'0,"0"0"15"0,0 0 1 16,31 25-1-16,-24-6 6 15,1 5 0-15,1 4-2 16,-2 1-1-16,2 2-1 16,-1 0-1-16,-2 0-1 15,-2 0-25-15,-4-1-30 16</inkml:trace>
  <inkml:trace contextRef="#ctx0" brushRef="#br0" timeOffset="147514.93">14204 7765 113 0,'0'0'2'0,"34"-21"-1"0,-12 13 2 16,0 1-2-16,-1 0 0 16,0 3 0-16,-3 0 0 15,0 1 0-15,-4 0 0 16,1-1 0-16,-4 1 2 16,-1-2 2-16,0 0-2 0,-3 0-1 15,-1 1-1 1,-3 1-1-16,-2 2 2 0,-1 1 6 15,0 0 16-15,-5 6-21 16,-3 9-17-16,-2 2 12 16,0 1-36-16</inkml:trace>
</inkml:ink>
</file>

<file path=ppt/ink/ink2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4-26T06:54:26.414"/>
    </inkml:context>
    <inkml:brush xml:id="br0">
      <inkml:brushProperty name="width" value="0.05292" units="cm"/>
      <inkml:brushProperty name="height" value="0.05292" units="cm"/>
      <inkml:brushProperty name="color" value="#FF0000"/>
    </inkml:brush>
  </inkml:definitions>
  <inkml:trace contextRef="#ctx0" brushRef="#br0">6511 3179 62 0,'0'0'4'0,"0"0"12"0,0 0-6 15,0 0-2-15,-34-13 0 16,26 9-2-16,-2 1 9 15,3-2 8-15,-3 0 7 0,3 0-8 16,0 1-4-16,1 2-9 16,0 0-3-16,3 0-3 15,0 2-3-15,0 0-2 16,2 0 1-16,1 0 3 0,0 2-2 16,1 0 0-16,8-2-2 15,7-2-4-15,7-13 6 16,9-7 4-16,8-7 0 15,13-10-2-15,11-5 1 16,7-5-5-16,3 1-9 16,6 0-21-16,-5 3-29 0</inkml:trace>
  <inkml:trace contextRef="#ctx0" brushRef="#br0" timeOffset="483.51">6756 4966 63 0,'0'0'3'0,"0"0"9"0,0 0 11 0,0 0-15 0,0 0-5 0,0 0-1 16,0 0 3-16,0 0-5 16,0 0 2-16,48 3 2 15,-12-26 4-15,14-11-1 16,13-12-2-16,14-9-3 15,17-10 0-15,13-6-2 0,11-4-21 16,3-4-38-16</inkml:trace>
  <inkml:trace contextRef="#ctx0" brushRef="#br0" timeOffset="2529.83">9901 8334 85 0,'34'-14'4'0,"9"-8"3"0,11-4 1 0,8-5-2 0,10-2-3 16,5-2-2-16,5-2-1 16,3 2 1-16,3 1-1 0,0 3 0 15,0 1-1-15,-6-1-7 16,-4 3-37-16</inkml:trace>
  <inkml:trace contextRef="#ctx0" brushRef="#br0" timeOffset="3197.61">8959 9369 95 0,'37'-23'25'0,"5"-8"-22"0,11-7 0 0,10-5-1 15,7-4-2-15,7-5-1 16,7-5-16-16</inkml:trace>
</inkml:ink>
</file>

<file path=ppt/ink/ink2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g"/>
          <inkml:channel name="T" type="integer" max="2.14748E9" units="dev"/>
        </inkml:traceFormat>
        <inkml:channelProperties>
          <inkml:channelProperty channel="X" name="resolution" value="683.78546" units="1/cm"/>
          <inkml:channelProperty channel="Y" name="resolution" value="1207.77734" units="1/cm"/>
          <inkml:channelProperty channel="F" name="resolution" value="2.84167" units="1/deg"/>
          <inkml:channelProperty channel="T" name="resolution" value="1" units="1/dev"/>
        </inkml:channelProperties>
      </inkml:inkSource>
      <inkml:timestamp xml:id="ts0" timeString="2026-04-26T06:55:08.325"/>
    </inkml:context>
    <inkml:brush xml:id="br0">
      <inkml:brushProperty name="width" value="0.05292" units="cm"/>
      <inkml:brushProperty name="height" value="0.05292" units="cm"/>
      <inkml:brushProperty name="color" value="#FF0000"/>
    </inkml:brush>
  </inkml:definitions>
  <inkml:trace contextRef="#ctx0" brushRef="#br0">15238 2303 21 0,'0'-4'4'0,"0"0"13"0,0 0 12 0,0 0-5 0,0 1-8 15,0-1-5-15,-1 1 2 16,-1 0 0-16,-1 0-2 16,2 1-2-16,-1 0 1 15,0-1 1-15,2 1-1 0,-2 2-3 16,1 0 1-16,-1-2-1 15,1 2-6-15,0 0 2 16,1 0 3-16,0 0-3 16,0 0-3-16,0 0-7 15,0 3 6-15,0 4 2 16,0 2-2-16,0 2 1 0,2 3 0 16,3 2 1-16,0-1-1 15,2 1 1-15,2 2 0 16,0-1 1-16,1-1-1 15,2 1 2-15,-2 1-2 0,2 1 1 16,0-1-1-16,-1 2 1 16,1-1-1-16,0 1 0 15,-1 1 0-15,-1-1 3 16,0 0-2-16,0-1 0 16,1-1 1-16,-3-2 1 0,-1-1-1 15,1-2 0-15,-2-1 0 16,-1-3-1-16,1 0 3 15,-2-1-1-15,0-3-1 16,1 0 0-16,-3 1 1 16,2-2-2-16,2 1-1 15,-3 0 0-15,2 0-2 0,-3 1-27 16,2-2-5-16,-3-1-75 16</inkml:trace>
  <inkml:trace contextRef="#ctx0" brushRef="#br0" timeOffset="630.84">15321 2826 61 0,'0'0'8'0,"0"0"-2"0,0 0 1 0,0 0 0 15,0 0 1-15,0 0-6 16,0 0 3-16,0 0 2 16,0 0-3-16,0 0 0 0,0 0-1 15,0 0 0-15,27-4-1 16,-23 6 0-16,3-1 3 15,0 1 2-15,2 1 1 16,-1-1-2-16,2 3-1 16,-2-2 1-16,2 2 1 0,-1-3-2 15,-2 4-1-15,1-3-1 16,1 1 0-16,-2-2 0 16,0 0 2-16,0-1 0 15,-2 0 2-15,0-1 3 16,2 0 1-16,-3 0 1 0,1-1 3 15,0-4-6-15,-1-2-2 16,1-3 9-16,-1-1-2 16,-1-2 0-16,0-4-6 15,0 0-2-15,1-4-5 16,2-2 0-16,1-4-9 0,-3-5-73 16</inkml:trace>
  <inkml:trace contextRef="#ctx0" brushRef="#br0" timeOffset="2661.81">16370 2895 71 0,'2'1'12'0,"-2"1"-16"0,1 1 7 0,0 1-4 0,2 5 2 15,-1-2 0-15,1 3-1 16,-1 0 3-16,0 3-1 15,2-1 0-15,-1 1 0 16,0 0 2-16,0 0-3 16,0-1 3-16,-1 1 1 15,0 1-1-15,-1 0-2 0,0-1 1 16,0-1-1-16,-1 0 1 16,0-1 0-16,0-1 0 15,0 0-1-15,0-5-11 16,0-3-47-16</inkml:trace>
  <inkml:trace contextRef="#ctx0" brushRef="#br0" timeOffset="3445.99">16425 2962 57 0,'0'0'4'0,"0"0"8"0,0 0 4 15,0 0 5-15,0 0-5 16,0 0-6-16,0 0 0 16,0 0-2-16,0 0 4 15,0-18-5-15,0 18-5 16,0 0-3-16,2 0 0 15,3 0 1-15,0 0-1 0,2 5 0 16,0 0 0-16,1 2 1 16,1 0-2-16,1 1 2 15,-1 0 2-15,0 0-2 16,1 1 0-16,-3-1 0 16,-1-1 0-16,-1 0 0 0,1-2 1 15,-2 0-1-15,-1-1 0 16,0-1 0-16,0 0 0 15,0 0 0-15,-1-2 1 16,-2-1-1-16,2 0 1 16,-1 0 3-16,1 0 30 0,0-1-5 15,1-5-25-15,-1-1-1 16,0-1-2-16,2-3-1 16,-1 2 1-16,0 0-1 15,1-1 0-15,0-1 0 16,0 2 0-16,1 1 1 0,-1 1-2 15,-1 0 1-15,1 0 0 16,1 3 1-16,0-1-2 16,-2 0 1-16,2 1 0 15,-1 1-1-15,1 0 1 16,-2-1 0-16,0 3-1 16,-1 0 1-16,1 1-2 0,-1 0 1 15,0 0-2-15,0 4 0 16,1 2 0-16,0 2-1 15,-1 1 2-15,1 1 1 16,0 2 1-16,1 0-1 16,-3-1 2-16,1 2 0 0,1-1-2 15,1-2 2-15,-4 3-1 16,3-3 0-16,-2-1 0 16,1 0 2-16,0-1-2 15,0-1 0-15,-2-1 1 16,2-1 1-16,0 0-1 0,2 0-1 15,0-5-27-15,4 0-24 16,-1-1-4-16</inkml:trace>
  <inkml:trace contextRef="#ctx0" brushRef="#br0" timeOffset="3887.28">16789 2926 64 0,'0'0'12'0,"0"0"-3"0,0 0 10 0,0 0 4 0,0 0-8 15,0 0-13-15,0 0-7 16,0 0 3-16,0 0 1 16,0 0 3-16,0 0-2 15,10 30 0-15,-8-15 1 0,-2-1 1 16,2 1-2-16,-1 1 1 15,-1 0-1-15,2-2-2 16,-2 0 6-16,0-2-6 16,0-2 4-16,0 0-1 15,2-3-2-15,0 0 2 0,0-2 2 16,2-1 1-16,-3-1-1 16,3-2 4-16,1-1 6 15,1 0 10-15,3 0 7 16,2-3-10-16,5-2-10 15,-2-1-3-15,2-1-3 0,-1 1-2 16,2 0-1-16,-3 1 1 16,2 2-2-16,-4 1 1 15,0 2-1-15,0 0 0 16,-3 0-1-16,-2 2-14 16,-4 1-51-16,0-3-94 0</inkml:trace>
  <inkml:trace contextRef="#ctx0" brushRef="#br0" timeOffset="4635.56">17314 2551 130 0,'0'0'0'0,"0"0"-1"16,0 0 1-16,33 8 0 0,-24-1-1 16,0 6 0-16,2 1-1 15,-1 3 2-15,1 3 0 0,0 2-1 16,1 3 2-16,2 1-1 15,-1 0 0-15,-1-1 1 16,1 2 0-16,0-2-1 16,1 1 0-16,-2-3 1 15,0-1-1-15,-1-3 1 16,-1-4 3-16,-1-2-3 0,-1-3 2 16,-1-3 2-16,-1 0 1 15,0-2-2-15,-2-2 1 16,-1-1-3-16,0-2 4 15,-1 0 6-15,0 0 54 16,3-7-30-16,-3-3-27 16,1-3-6-16,2-6 0 0,-2-2 1 15,0-3 1-15,1 0-3 16,-1-4-2-16,0 0 2 16,1 0 0-16,-1 1 2 15,1-2 3-15,1 1-1 16,-3 0 0-16,1 1-1 0,2-1-2 15,-2 2-2-15,0 3 2 16,1 1-1-16,-1 3-2 16,0 3 1-16,1 3-1 15,-3 3 0-15,2 4-1 16,1 4-9-16,-1 2-32 0,1 0-50 16,-2 2 0-16</inkml:trace>
  <inkml:trace contextRef="#ctx0" brushRef="#br0" timeOffset="5161.95">17778 2890 92 0,'0'0'3'0,"0"0"2"0,21-28 1 0,-15 19-4 0,-2 1 4 16,-1-1 3-16,-2 2 1 16,-1 0-2-16,0 2 2 15,0 1-2-15,-3 2 5 16,-2 0-5-16,-3 2-6 15,-1 0-2-15,-2 1 0 0,-1 6 0 16,0 1-4-16,-1 1 11 16,2 2-7-16,2-1 2 15,2 0 0-15,0 2-1 16,4-3-1-16,3 1 2 16,0-3-1-16,0 1-2 0,6-2-1 15,2-1 5-15,3-1 0 16,1 1 1-16,-1-2 1 15,1-1 0-15,-2 2-1 16,0 0-2-16,-3 0-1 16,-1 1 0-16,-2-2-1 15,-1 2-1-15,-3-2 1 0,0 2-1 16,0-1-1-16,-7 2 1 16,-4 3 1-16,-4 0 11 15,-1 0-7-15,-2-1-9 16,2-2-86-16</inkml:trace>
  <inkml:trace contextRef="#ctx0" brushRef="#br0" timeOffset="5553.75">18406 2669 147 0,'0'0'-6'0,"0"0"5"0,4 28 1 15,-1-14-1-15,0 1 0 16,0 2 1-16,1-1 0 0,0 1 1 16,0-2-1-16,0 0 0 15,-1 1 1-15,0-3-1 16,-3 1 1-16,0-3-9 15,0-3-37-15</inkml:trace>
  <inkml:trace contextRef="#ctx0" brushRef="#br0" timeOffset="6064.95">18334 2675 70 0,'0'0'-4'0,"0"0"12"0,0 0-3 16,39-34 2-16,-25 27-1 16,2 0 4-16,0 0-2 15,2 1 2-15,0 3-1 16,1-1 0-16,-1 4-2 15,2 0-3-15,-1 0-2 16,0 1-1-16,0 5 0 0,-3 4 0 16,1 1-1-16,-3 1 0 15,1 1-1-15,-3 0 1 16,-1 0-1-16,-1-1 1 16,-2 0 1-16,-3 0 0 15,0-1 0-15,-2 2-2 0,-3-2 4 16,0 1-1-16,0 0-3 15,0 1 2-15,-6-1 1 16,-5-1 2-16,-1-1 3 16,-3 1 1-16,-1-2 1 15,-2-1-2-15,2 0-3 0,-4-1 7 16,2-3-12-16,2 2 7 16,-1-4-5-16,3 1 1 15,2-2 0-15,3 0-1 16,3-1 0-16,2 0 0 15,4 0-3-15,0 0-38 0,2-1-89 16</inkml:trace>
  <inkml:trace contextRef="#ctx0" brushRef="#br0" timeOffset="6891.49">18810 2511 47 0,'0'0'12'0,"0"0"10"0,0 0-4 0,0 0-3 15,0 0 1-15,0 0-1 16,0 0 0-16,0 0-5 16,0 0-4-16,0 0-6 0,0 0-2 15,1-16-5-15,-1 16 5 16,-1 5 0-16,0 0 4 16,-1 3-1-16,2 1 0 15,-1 0-1-15,-1 3 0 16,1-1 0-16,1 1 0 0,0 1 0 15,0-1 0-15,-1 1 0 16,1 2 0-16,0-2 0 16,0 1-1-16,0-1 1 15,0 0 0-15,0-1 0 0,0-1 0 16,0 0 1-16,0-1 0 16,1 0-1-16,2-3 2 15,-1 1-1-15,1-2 0 16,-1 0 0-16,2-2 0 15,-2 0 1-15,0-1-2 0,1 0 2 16,0 1 0-16,0-3 0 16,0 1-1-16,0 0 0 15,1-1 0-15,-1-1 1 16,1 1 1-16,0-1 5 16,3 0-1-16,-1 0 1 15,2 0-2-15,0 0 1 16,2 0 1-16,2-2-4 0,-1-2 2 15,3 1 2-15,1-2-4 16,1 2-1-16,-1-1 0 16,1 1 0-16,-2-1-1 15,1 2-2-15,1 0 1 16,-5 2-1-16,0 0 0 0,-2 0-3 16,-5 0-30-16,-4 2-66 15</inkml:trace>
  <inkml:trace contextRef="#ctx0" brushRef="#br0" timeOffset="9234.75">16312 3484 29 0,'-4'2'4'0,"-1"-1"1"0,2 1 3 0,-1 0-1 15,0-2 1-15,1 2-2 16,0-1 3-16,1-1 4 16,0 1 2-16,2-1 0 15,-1 0-8-15,0 1-4 0,1-1-3 16,0 2-1-16,0-2 1 16,0 3-1-16,0 0-2 15,0 0 1-15,0-1 2 16,4 0 2-16,2 1-3 15,4 0-1-15,-2-1-2 16,4 0 7-16,2-2 0 16,3 0-1-16,4 0-2 0,-1 0 5 15,4-1-2-15,2-3-2 16,2 0 0-16,3 0 0 16,1-1-2-16,1 0 5 0,1-1 5 15,3 0 5-15,1-2-11 16,4 0-2-16,3-1 0 15,3-1-1-15,4-1 1 16,-1 0 1-16,6 0-2 16,-1-2 0-16,2 2 1 15,2-1-1-15,2-1 1 16,2 1-1-16,1 1 1 0,4-2-1 16,0 2 1-16,3 0-1 15,0-1 0-15,-1 1 1 16,0-1-2-16,0 0 2 15,-1 0-1-15,-1-2 0 0,0 0 2 16,2 0 1-16,-5-1 5 16,0 0 0-16,-2-1-1 15,1 1 1-15,-1 0-3 16,-1 0 1-16,0 0-3 16,0-1 0-16,1 3 0 15,-4 1-3-15,-1-1 1 0,-3 0-1 16,-2 3 2-16,2-3-2 15,-6 4 0-15,-1-3-2 16,0 1 2-16,-1 0-1 16,-4-2 2-16,-2 1-1 0,0-1 0 15,-6 0 0-15,-3-2 0 16,-2 1 0-16,-7 0 0 16,-1-3 2-16,-5 2-2 15,-1-1 0-15,-2-1 0 16,-2 1 0-16,-3-2 0 15,-2-2-3-15,0 0 0 0,-2-3-2 16,0-2-3-16,0-3 5 16,-1 0 3-16,1-2 1 15,0-3-1-15,0 3 2 16,-2 0 1-16,-1 1 1 16,-1 1 1-16,-2 1-1 0,0 1 2 15,-5 1-2-15,-2-3-1 16,-2 2-4-16,-1 1 3 15,-3 0 3-15,-1 1-4 16,-1 2-2-16,-2 0 2 16,-3 0-1-16,-1 2 1 0,-3 1 0 15,-2 0-2-15,-1 2 2 16,-3 0 5-16,-1 1-6 16,-2 3 0-16,-2 0 5 15,0 2-5-15,-2 2 0 16,0 0-2-16,-3 1 4 0,-5 1-2 15,1 0 0-15,-1 2 0 16,-1 1-3-16,-1 2 3 16,-1 2 1-16,2 0-2 15,-2 0 1-15,0 0-2 16,1 0 4-16,-2 2-1 0,0 4 1 16,-3 1-4-16,0 0 4 15,-2 1-2-15,-1 2 0 16,-5 1 0-16,0 1 0 15,-2 1 0-15,-2 1-2 16,-4-1 2-16,2 0 0 16,4 0 2-16,-5-1-2 0,0 1-3 15,3 0 3-15,-3-1 1 16,0 1-1-16,-5 2 0 16,2 1-1-16,2-1 1 15,-1 3 1-15,-1 2-2 16,1-1-1-16,2 2 4 0,-2-1-2 15,0 1 1-15,3-1-1 16,2-1 0-16,4-2 0 16,1 0 0-16,4-2-1 15,1 1 1-15,4 0-2 16,-1-2 2-16,3 1 0 0,3 0 0 16,1-1 0-16,5 0-1 15,1-1 1-15,4 2 1 16,4-2-2-16,1 2 1 15,5 0 0-15,2 0 0 16,2 1 0-16,2-1-2 0,2-2-2 16,2 2-1-16,1-2 1 15,3 0 2-15,0-1 1 16,4-1-1-16,2 1 1 16,1 1 0-16,3-1 0 15,0 1-2-15,0 0 2 16,0 1 1-16,0 0-2 0,2 3 2 15,-1 1 0-15,1 0 0 16,0 0 2-16,-1 2-2 16,-1 0 0-16,0 1 0 15,0-1 0-15,0 2 0 0,0 1 0 16,-1 3 0-16,-1 2 0 16,-1 2 0-16,-1 0 0 15,2 2 0-15,1-1 0 16,1-1 0-16,1-2 0 15,8-2 0-15,5-2-8 16,4 0 6-16,10 0 4 0,8-1-1 16,13-1 2-16,13-2-3 15,14-4-35-15,11-5-40 16</inkml:trace>
  <inkml:trace contextRef="#ctx0" brushRef="#br0" timeOffset="11012">19760 2465 34 0,'0'-2'7'0,"0"2"-2"0,0 0-4 0,2 0-1 16,2 0 0-16,-2 0 1 16,1 0 0-16,2 2 0 15,-3 2 0-15,5-1 1 16,-3 0 1-16,2-1-1 0,-1 0-1 15,3-2 2-15,-1 0 2 16,2 0 2-16,4-9 3 16,3-4 5-16,5-5 1 15,5-8-1-15,7-9-6 16,8-8-7-16,5-5-1 0,6-9 1 16,3-3-46-1</inkml:trace>
  <inkml:trace contextRef="#ctx0" brushRef="#br0" timeOffset="15836.79">16396 2602 100 0,'0'0'29'0,"0"0"-24"0,0 0-1 0,0 0 3 16,0 0-2-16,0 0 5 16,0 0 10-16,0 0 14 15,0 0-5-15,0 0-6 16,0 0-19-16,7-14-4 0,2 2 1 15,6-5-1-15,6-6-2 16,5-6-12-16,3-8-76 16</inkml:trace>
  <inkml:trace contextRef="#ctx0" brushRef="#br0" timeOffset="16554.37">18616 2078 135 0,'0'0'10'0,"25"-40"10"0,-2 12-9 0,8-6-8 16,8-8-2-16,2-9-8 15,4-9-138-15</inkml:trace>
  <inkml:trace contextRef="#ctx0" brushRef="#br0" timeOffset="18320.68">15095 4006 48 0,'0'0'3'0,"0"0"0"0,0 0 0 0,0 0-2 0,0 0-1 16,0 0 1-16,0 0-1 0,0 0 3 15,0 0 9-15,0 0 4 16,-30-13 3-16,28 11-6 16,0 1-2-16,0-1-2 15,-2 2-1-15,2-2-1 16,1 1 9-16,-2 1-12 16,2 0-2-16,-1 0-1 0,1 0 2 15,1 0-3-15,0 0 0 16,-1 2-1-16,1 3 1 15,0 1 0-15,0 2 0 16,0-1 0-16,2 3-2 0,3-2 2 16,-1 1 0-16,2 0-1 15,-1 1 1-15,2 0 0 16,3 1 0-16,1 0-1 16,2-1 1-16,3 1 0 15,2-1 0-15,3 0 0 16,2 0 0-16,2-1 0 0,2 1 0 15,1-1 1-15,3 0-1 16,2 0-1-16,0 1 1 16,5-2 2-16,-2 2-3 15,3-3 2-15,1 1 1 16,2-1-1-16,0-1 0 16,0-1 0-16,2 0 1 0,-1-1-3 15,-1 0 4-15,0 1-3 16,-3-2 3-16,-2-1 1 15,1 0-2-15,-4-1 1 16,-2 0-2-16,-2 0 1 0,-2-1 0 16,-5 0 0-16,-3 0-1 15,-1 0 0-15,-4 0 0 16,-1 0 0-16,-4 0 0 16,0 0-1-16,-4 0 0 15,-1 0 1-15,-2 0-1 16,-1 0-1-16,-1 0-4 0,0 2-7 15,-1 0-13-15,0 1-16 16,-4-2-17-16</inkml:trace>
  <inkml:trace contextRef="#ctx0" brushRef="#br0" timeOffset="18730.02">16122 4187 45 0,'0'0'7'0,"0"0"-5"0,0 0 3 0,0 0 0 0,0 0 3 15,27-6-3-15,-20 6 1 16,1 0 3-16,0 0-1 16,-1 0-4-16,2 0-2 15,-1 0 0-15,0 0-1 0,-1 1 0 16,0 3 0-16,2 1 0 16,-5 0 0-16,2 2 1 15,-2 1 2-15,-2 1 0 16,-2 3 0-16,0 0 3 15,-4 5 9-15,-8 4-1 16,-6 5-6-16,-7 4-3 16,-9 10 0-16,-11 11-3 0,-17 10-2 15,-19 9-33-15</inkml:trace>
  <inkml:trace contextRef="#ctx0" brushRef="#br0" timeOffset="19928.02">16684 4215 77 0,'0'0'0'0,"0"0"5"0,0 0-3 0,0 0-1 15,0 0 0-15,0 0 0 16,0 0 1-16,0 0-1 0,0 0 0 15,0 0 2-15,0 0-1 16,11 4 1-16,-9 3-2 16,1 3 0-16,-1 1 0 15,-1 1 0-15,1 3 3 16,-1 1-1-16,-1 1-1 16,0-1 0-16,0-1-1 0,0 0-1 15,0-1 2-15,0 0 1 16,-3-2-2-16,0-2-6 15,-1-2-28-15</inkml:trace>
  <inkml:trace contextRef="#ctx0" brushRef="#br0" timeOffset="20597.68">16675 4223 61 0,'0'0'15'0,"0"0"-1"0,0 0-5 16,0 0-4-16,0 0 0 0,29-17-2 15,-18 12-1-15,1 0 0 16,3 1 1-16,-1 1 0 15,4 0 1-15,-1 0 3 16,1 3-2-16,0 0-1 16,1 0-1-16,0 0-2 0,-4 3-1 15,0 4 1-15,-2 1-1 16,-3 0 0-16,-1 2 0 16,-3-1 0-16,-1 2 0 15,-2-1 0-15,-2 2 0 16,0 1 1-16,-1 0 0 15,0-1-1-15,-5 4 0 16,-3-3 1-16,0 0 2 0,-1-2-1 16,-1-2 2-16,-1 0 0 15,-1-1 0-15,0-1 3 16,-5-1-1-16,2 2 1 16,-4-3 1-16,1 0-2 0,-1 2-1 15,3-4-1-15,0 2-1 16,2-3-1-16,4-1-1 15,3 0 1-15,3-1-1 16,3 0 3-16,1 0-4 16,0-1-31-16,5-5-20 0,6-3-19 15</inkml:trace>
  <inkml:trace contextRef="#ctx0" brushRef="#br0" timeOffset="21940.83">17096 4152 15 0,'0'0'23'0,"0"0"-3"0,0 0-8 0,0 0-4 16,0 0-2-16,0 0 0 15,0 0 1-15,0 0-1 16,0 0 0-16,0 0 1 16,0 0 0-16,0 0-1 0,0-14 3 15,0 11 0-15,0 2-3 16,0-1 1-16,0 2 0 15,0-2-2-15,0 2-1 16,0 0 0-16,0 0-2 16,0 0-2-16,0 0 0 0,0 0 0 15,0 0 0-15,0 0 0 16,0 0-2-16,0 0 2 16,0 0-2-16,0 0 1 15,0 0 0-15,0 0 1 16,0 0 0-16,0 0 0 0,0 2 0 15,1-2 1-15,0 3-1 16,0 0-1-16,1 0 1 16,0 0 0-16,-1 1 1 15,1 0-2-15,-2-1 1 16,2 3 0-16,0-1-1 16,-1 1 2-16,1 0-2 0,-1-1 2 15,-1 3-1-15,2-3 0 16,-2 2 1-16,1-1-1 15,1 1 0-15,-1-1 0 16,2 1 0-16,-3 0 0 0,1 0 1 16,1-1-1-16,-1 2 0 15,-1-1 0-15,1 1 1 16,1-1-1-16,-2 0 0 16,1-1 0-16,1 1 0 15,-1-1 0-15,1-1 1 16,-1 0-1-16,0 0 0 0,1 0 0 15,-1-2 0-15,1 1 0 16,-1-1 2-16,1-1-2 16,-2 0 0-16,2 0 0 15,-2 0 1-15,2 0-1 16,-1-1 1-16,3 1 0 0,-4-2-1 16,1 1 0-16,0 0 1 15,0-1 0-15,1 0-1 16,-2 2 0-16,1-2 0 15,-1 1 0-15,4-1 1 16,-3 0 0-16,1 0 0 0,0 0 0 16,0 0 1-16,2 0 1 15,0 0-1-15,1 0 0 16,-1 0 0-16,0 0-1 16,2 0 1-16,0 0-2 15,-1 0 1-15,3 0 1 0,-2 0-1 16,0 0-1-1,2 0 1-15,-2 0 0 0,1 0-1 16,0 0 1-16,-2 0-1 16,2 0 1-16,-2 0 1 15,1-1 0-15,-1-1 3 0,-1 2 1 16,-2-1 0-16,1 0 3 16,-2 1 0-16,2 0-4 15,-3 0-4-15,1 0 0 16,1 0-1-16,0 0-1 15,0 0 0-15,1 0-24 16,-2 0-49-16</inkml:trace>
  <inkml:trace contextRef="#ctx0" brushRef="#br0" timeOffset="24056.43">17577 4175 3 0,'-2'0'5'0,"2"0"-4"0,0 0 1 0,0 0-1 16,0 0 0-16,0 0 2 16,0 0 12-16,0 0 0 15,0 0-8-15,0 0 6 16,-1 0-2-16,1 0-5 16,0-1 0-16,-1 1-1 0,1 0 0 15,-1 0-4-15,1 0-1 16,0 0 0-16,0 0 0 15,0 0-1-15,0 0 1 16,0 0 0-16,0 0 0 16,0 0 0-16,0 0 1 0,0 0-1 15,0 0 2-15,0 0 3 16,0 0-1-16,0 0-1 16,0 0 0-16,0 0-1 15,0 0-1-15,0 0 0 16,0 0 1-16,0 0 2 15,0 0-2-15,0 0-1 0,0 0-1 16,0 0 0-16,0 0 0 16,0 0-1-16,0 0 1 15,0 0 1-15,0 0-2 16,0 0 1-16,3 0 1 16,1-1 2-16,-1 0-1 15,1 1-2-15,0-1 1 0,0 1 0 16,1-1-1-16,-1-1 1 15,2 2-1-15,-3 0 0 16,2-2 1-16,1 1-1 16,0 1 0-16,-1 0 1 15,3-2-1-15,-1 2 1 0,2-1-1 16,-1 1 1-16,2-2-1 16,3 0 0-16,1 2 2 15,-3-2-2-15,3 1 0 16,2-1 1-16,1 1-1 0,1-2 1 15,2 1 1-15,1-1 1 16,3 0-1-16,0 0 4 16,3 0 1-16,-1-1 0 15,4 0-3-15,-5 0 2 16,2 1 0-16,-2-1-3 0,0 0 1 16,-3 2-2-16,1-2 0 15,-1 0 0-15,1 1 0 16,-1 0-1-16,2-1 0 15,-3 1 1-15,0-1-2 16,-1 1 1-16,-3 1-1 0,-3-1 0 16,-1 0 0-16,-3 2 0 15,-2 0 0-15,-1 0 1 16,-2 1-1-16,0 0 0 16,-2 0 0-16,-1 0 0 15,1 0-1-15,-1 0-3 16,-1 0-13-16,-1 0-16 0,0 0-7 15,-1 0-12-15</inkml:trace>
  <inkml:trace contextRef="#ctx0" brushRef="#br0" timeOffset="25564.16">18157 3941 25 0,'-5'0'3'0,"2"0"5"0,1 0 1 16,0 0 2-16,-1 0-1 15,2 0-3-15,1 0 5 0,0 0 0 16,-1 0-3-16,1 0-4 16,-1 0 1-16,1 0 1 15,0 0-1-15,0 0-3 16,0 0-7-16,0 0 5 15,3 1 2-15,3 2-2 16,1 2 0-16,-1-2 1 0,3 2-1 16,0 0-1-16,2 1 1 15,1-1 0-15,0-1-1 16,1 2 0-16,1-2 0 16,-1 0 1-16,0-1 2 15,1 0-3-15,-3 0 2 0,0-1-1 16,-1 0 0-16,0 0 0 15,0-1-1-15,-3-1 1 16,0 2 0-16,-1-1 1 16,-2 1-1-16,0-1-1 15,0 1 0-15,-2 1 0 0,-1 2 0 16,0-1 0-16,-1 1-1 16,0 4 0-16,-1 2-2 15,-8 2 4-15,-4 5 2 16,-6 5-1-16,-10 7-2 15,-8 8 3-15,-8 6-1 16,-6 2-25-16</inkml:trace>
  <inkml:trace contextRef="#ctx0" brushRef="#br0" timeOffset="29011.81">19027 3944 91 0,'0'0'9'0,"0"0"4"0,0 0-5 0,0 0-6 16,0 0 0-16,0 0 3 16,0 0 2-16,0 0-4 15,0 0 2-15,0 0 1 16,0 0-4-16,0 0-1 15,0 0-1-15,1-3 0 16,-3 0 1-16,-2 2-1 0,-2-1 0 16,-1 1 0-16,-2 1 2 15,1 0-1-15,-5 0 0 16,2 3-6-16,-2 3 9 16,0 1-3-16,1 1-1 15,-1 1 1-15,2 1 2 0,3 1-1 16,-1 0-2-16,2 1 0 15,3-2 1-15,1 1-2 16,1-1 2-16,1-1 0 16,1 1-1-16,0-2 0 0,0-3-1 15,6 3 2-15,-1-3-2 16,4-1 3-16,2-1 1 16,2 0-1-16,2-3 4 15,1 0-2-15,3 0 0 16,2-3 2-16,-1-1 1 15,3-3-1-15,-2 1-1 0,0 0 0 16,-2 1 1-16,-3-2-3 16,-3 4-2-16,-3-1 1 15,-3 2-2-15,-2 1 0 16,0 1-2-16,-3 0-24 16,-1 0-20-16,0 0-12 0</inkml:trace>
  <inkml:trace contextRef="#ctx0" brushRef="#br0" timeOffset="29276.52">19244 3953 141 0,'0'0'3'0,"0"0"2"0,0 0-3 0,0 0-2 0,0 0 1 16,0 0-1-16,0 0 0 15,0 0 0-15,0 0 1 16,0 0-1-16,18 32 0 0,-16-22 0 16,-2-2-14-16,0 0-15 15,0-3-24-15</inkml:trace>
  <inkml:trace contextRef="#ctx0" brushRef="#br0" timeOffset="29709.89">19237 3962 100 0,'0'0'6'15,"0"0"3"-15,0 0-1 16,0 0-2-16,0 0 4 0,28-23-3 15,-18 23-4-15,-1 0-2 16,1 0 0-16,2 1-1 16,-1 4 0-16,4 0 0 15,0 2 0-15,2-1 1 16,-1-1-1-16,1 0 0 0,2-1 0 16,-4-1 0-16,1-1 1 15,-2-1-1-15,3-1 1 16,-5 0 2-16,0 0 0 15,-1 0 4-15,-2-3 4 16,-1-2 2-16,-4-1 9 0,0-1 2 16,-2 0-4-16,0-3-8 15,-2 0-1-15,0 0-1 16,0 0-2-16,0-1 1 16,-2 1-3-16,0 0-1 15,-2 3-3-15,1-1-1 0,2 5-1 16,-2 1-1-16,0 2-3 15,2 0-7-15,0 2-35 16,-1 8 15-16,2-3-23 16,0 2-30-16</inkml:trace>
  <inkml:trace contextRef="#ctx0" brushRef="#br0" timeOffset="30043.25">19744 3849 77 0,'0'0'14'0,"0"0"5"0,0 0-5 0,0 0-5 0,0 0-8 16,0 0-2-16,0 0 1 15,0 0 1-15,0 0 0 16,0 0-1-16,0 23 1 16,3-16-1-16,1 1 3 15,3 0-2-15,0 1 0 0,-1-1 2 16,1-1-2-16,1-2 0 16,-2 1-2-16,0-1-9 15,-4-3-9-15,0 1-7 16,-1-3-7-16</inkml:trace>
  <inkml:trace contextRef="#ctx0" brushRef="#br0" timeOffset="30506.16">19751 3866 100 0,'0'0'4'0,"0"0"1"15,0 0-4-15,0 0 1 16,37-8 0-16,-26 8 0 16,-1 0 1-16,1 0-1 15,3 3-1-15,0 2 0 0,-1 1 1 16,1 1-1-16,2-1 0 16,0 1-1-16,-1-1 0 15,-1-2 1-15,1 1-1 16,-4-3 1-16,1-2 3 15,-1 0 4-15,-2 0 3 16,1 0 2-16,-3 0 2 0,0-2 3 16,-1-3 1-16,-3 0 5 15,0-3-8-15,0 1-2 16,0-3-2-16,-3 2-5 16,0-3-3-16,0-1 1 0,0 2-1 15,0-3-1-15,0 1-1 16,-5-1 0-16,3 0 0 15,0 3 2-15,-1-1-2 16,0 2-1-16,2 4-1 0,-1 2-1 16,1 2-1-1,0 1-4-15,1 1-24 0,0 6 14 16,0 3-13-16,0 1-22 16,4-1-29-16</inkml:trace>
  <inkml:trace contextRef="#ctx0" brushRef="#br0" timeOffset="30778.73">20302 3864 123 0,'0'0'1'0,"0"0"-1"0,0 0 1 0,0 0 1 16,0 0-1-16,0 0 1 15,0 0 0-15,0 0 0 16,18 28-1-16,-18-18 0 16,0 4 2-16,0 0 0 0,-3 1-9 15,-4-2-38 1</inkml:trace>
  <inkml:trace contextRef="#ctx0" brushRef="#br0" timeOffset="31338.95">20768 3656 79 0,'0'0'8'0,"0"0"2"0,0 0-5 0,0 0-1 0,0 0 4 16,0 0 5-16,0 0 0 15,0 0 1-15,0 0-1 16,0 0-10-16,-4 1-5 16,4 5 2-16,3 0-1 0,1 4 1 15,3 1 0-15,2 3 0 16,-2 0 0-16,1 2 1 15,-1-2-1-15,0 0 0 16,-1-2-3-16,-2-3-15 16,0-2-12-16,-1-2-13 0</inkml:trace>
  <inkml:trace contextRef="#ctx0" brushRef="#br0" timeOffset="31973.34">20744 3636 73 0,'0'0'3'0,"0"0"-1"16,0 0-2-16,0 0 1 15,31-28-1-15,-21 23 2 16,4 0-2-16,-3 1 0 0,3 0 1 16,2-1 0-16,2 1 0 15,-1 0 3-15,1 1 2 16,2 1-3-16,-3 0 0 16,0 2-3-16,-3 0 1 15,0 0-1-15,-2 2 1 0,-1 3-2 16,-2 0 1-16,-3 1 0 15,-2 1 0-15,-3 1 0 16,-1 2 0-16,-3-1 1 16,-7 1-1-16,-4-1 4 15,-2 0-7-15,-3 0 7 16,-2-2 2-16,0 0-3 0,0-2 0 16,0-2-2-16,1 1 1 15,3-1 1-15,3-1-2 16,2-1 0-16,4-1 0 15,4 1 0-15,-1-1-1 16,4 0 4-16,1 0 4 0,0 0-3 16,6 0-4-16,1 0 0 15,3 0 0-15,2 0-1 16,2 0 1-16,2 1-2 16,1 0 2-16,2 2-1 15,0-1 0-15,1 0 1 0,2 2-1 16,-2 0 1-16,2-1 0 15,-2 1 0 1,2 1-1-16,-4 0 0 0,0 0-1 16,-1-1-15-16,0 0-20 15,-3-4-21-15</inkml:trace>
  <inkml:trace contextRef="#ctx0" brushRef="#br0" timeOffset="32314.51">21203 3575 110 0,'0'0'0'0,"0"0"9"0,0 0-4 0,0 0-2 16,0 0 4-16,0 0-5 0,0 0-2 15,0 0 3-15,0 0-2 16,0 0 0-16,28 32 0 16,-22-21 1-16,0 1-1 15,-2-2 1-15,2 0-2 16,-2 0 0-16,0-1-6 0,-1-3-6 15,-2-2-10-15,1-1-33 16</inkml:trace>
  <inkml:trace contextRef="#ctx0" brushRef="#br0" timeOffset="32712.13">21202 3592 86 0,'0'0'8'15,"0"0"15"-15,0 0-12 16,0 0-4-16,0 0-1 0,0 0 1 16,0 0-3-16,0 0-4 15,-3-25-3-15,12 25 6 16,2 2-4-16,4 1 2 16,5 2 1-16,1 0-1 15,2 0 1-15,2 0-1 0,1-2 0 16,-1 1-1-16,-2-1 1 15,-2-2-1-15,0 1 0 16,-6-2 0-16,0 0 0 16,-4 0 1-16,-1-7 9 15,-2 1 9-15,-3-1 6 0,-2-3 0 16,-2 1-15 0,-1-2-5-16,0 0-1 15,-1-1 1-15,-3 0-4 0,-3 0 2 16,1 2 1-16,0 1-2 15,2 1-2-15,0 3-2 16,0 4-2-16,1 1-2 0,0 0-44 16,2 1-30-16</inkml:trace>
  <inkml:trace contextRef="#ctx0" brushRef="#br0" timeOffset="33025.81">21672 3451 99 0,'0'0'2'0,"0"0"9"0,0 0 4 0,0 0 2 0,0 0-2 16,0 0 6-16,0 0-14 0,0 0-8 15,0 0 0-15,0 0 0 16,7 7 1-16,-5 1 0 16,2 2 0-16,-1-1 1 15,1-1-1-15,-1 0 0 16,0 0 0-16,-2-2 0 16,1 0-10-16,-2-1-21 0,0-2-12 15,0-3-55-15</inkml:trace>
  <inkml:trace contextRef="#ctx0" brushRef="#br0" timeOffset="33432.08">21656 3445 53 0,'0'0'13'0,"0"0"-5"0,35-2 6 15,-20 2-5-15,-2 0-4 16,5 5 5-16,-2 0-1 16,2 0-4-16,0 2 2 15,-1-1-2-15,1 1-3 16,1-1-1-16,-1-1 2 0,0 0-1 16,0-2 13-16,-1-2-1 15,1-1-2-15,-3 0-1 16,-2 0 2-16,-2-1-2 15,-2-5 4-15,-3 0 2 16,-2-3 1-16,-2-1-2 16,-2-3-6-16,0 0-5 0,0-2-4 15,-3 1 0-15,-1-2 0 16,-2 3-1-16,1 0 2 16,-1 1-2-16,2 2 0 15,-3 2-2-15,4 2 3 16,-1 3-7-16,1 3-12 0,1 0-28 15,2 0-65-15</inkml:trace>
  <inkml:trace contextRef="#ctx0" brushRef="#br0" timeOffset="33666.19">22228 3473 216 0,'0'0'2'0,"0"0"-2"0,0 0 0 0,0 0 1 16,0 0 1-16,0 0-2 16,28 23-2-16,-28-11 0 15,0 4 1-15,-7 2-1 0,-4 2-37 16,-4 0-57-16</inkml:trace>
  <inkml:trace contextRef="#ctx0" brushRef="#br0" timeOffset="34870.15">19554 4573 26 0,'0'0'7'0,"0"0"17"0,0 0 8 16,0 0-8-16,-19-32 1 0,16 27-14 16,1 0 11-16,0 1-10 15,1 0 3-15,-1 1-3 16,0 0-5-16,2 1 1 16,0 0-1-16,0 1 0 15,-1-1-2-15,1 1 1 16,0 1-3-16,0 0-2 0,0 0-4 15,0 0 2-15,0 3 0 16,1 3 1-16,4 4 0 16,-2 2-1-16,1 1 0 15,1 1 1-15,-2 2 0 0,1-2 0 16,0 0 0 0,-1-1 0-16,1-1 0 0,-1-2 0 15,0-1 0-15,-1 0 1 16,0-3-1-16,0 1 0 15,-1-2 0-15,1-2 0 16,0 0 0-16,0-1 1 0,3 0 0 16,-2-1-3-16,4-1 3 15,1 0 0-15,4 0 2 16,-1 0 0-16,3-1-1 16,1-3 1-16,1 0 0 0,0 0 1 15,-2 1-1-15,1 1 0 16,-1 0-2-16,-3-1 0 15,1 3 0-15,-3 0-1 16,0 0 0-16,-1 0 0 16,-2 0 0-16,1 0 0 15,-2 2-15-15,0-1-38 0,0-1-48 16</inkml:trace>
  <inkml:trace contextRef="#ctx0" brushRef="#br0" timeOffset="35481.9">20015 4487 89 0,'0'0'3'0,"0"0"4"0,0 0 9 0,0 0 6 0,8-28 1 16,-8 25 1-16,0-1-7 15,-2 3 0-15,-1-1-6 16,-1 2-11-16,-1 0-1 16,-2 0 0-16,1 0 0 15,-3 3 1-15,-2 2-4 0,0 2 9 16,-1 0-4-16,-1 1-1 16,0 1 0-16,2 1 1 15,0 0-1-15,3-1 0 16,2 1 0-16,2-1 0 15,2-2 2-15,2-1-4 0,0 0 2 16,0-3 0-16,6 0 0 16,0-1 2-16,4-1 1 15,2 0-1-15,1-1-1 16,-2 0 0-16,0 1 0 0,1-1-1 16,0 0 1-16,-2 0-1 15,-1 2 0-15,0 0 1 16,0 1-1-16,0-1 0 15,-2 2 0-15,1 0 0 16,-1-1 0-16,-2 2 0 16,0-2-1-16,-3 1 1 15,0-1-1-15,-1 0 1 0,-1 0 0 16,0 1 0-16,-1-1-1 16,-6 0 0-16,-2 2 2 15,-2-1 0-15,-2-1 0 16,-1 1-1-16,2-1 3 0,-1 0-3 15,0 0 1-15,1 0-1 16,1-1 0-16,1 1 1 16,2-1-2-16,1 0-4 15,2-2-43-15,3 0-41 0</inkml:trace>
  <inkml:trace contextRef="#ctx0" brushRef="#br0" timeOffset="35846.5">20244 4433 66 0,'0'0'69'0,"0"0"-63"0,0 0-5 0,0 0 1 0,0 0-1 15,0 0-1-15,0 0 1 16,0 0-1-16,0 0 1 16,14 37 0-16,-11-25 1 15,-1 1-1-15,-1 0 0 16,3-3-1-16,-1 0 1 15,-2 0 0-15,1-2-1 0,-1-1 1 16,-1 1 1-16,0-1-9 16,0-2-27-16,-3-3-31 15</inkml:trace>
  <inkml:trace contextRef="#ctx0" brushRef="#br0" timeOffset="36156.14">20119 4454 103 0,'0'0'4'16,"0"0"2"-16,0 0-3 0,0 0 3 15,0 0 7-15,0 0 0 16,36-14-3-16,-21 8 2 16,0 1 0-16,2 0-1 15,1 0-3-15,2 0-6 16,-2-1-1-16,0 4-1 0,-1-1 0 16,0 3-1-16,-1-2-16 15,-2 2-31-15,-1-2-43 16</inkml:trace>
  <inkml:trace contextRef="#ctx0" brushRef="#br0" timeOffset="37080.93">20474 4523 83 0,'0'0'12'16,"0"0"0"-16,0 0 0 15,0 0 7-15,0 0 2 16,0 0 2-16,0 0-2 15,0 0-1-15,0 0-3 0,3-31-8 16,-3 26-4-16,1 0-3 16,0-2 0-16,-1-1-2 15,2 0 1-15,-1-2 1 16,-1 1-2-16,1-2 3 16,0-1 0-16,0 0-1 0,3 0-2 15,-4 2 1-15,2 0-1 16,-1 0 0-16,1 5 0 15,-1 0 0-15,0 2 0 16,0 2 0-16,1 1-3 16,-2 0-16-16,3 0 15 15,0 1 2-15,1 4 0 0,-1 0 0 16,1 0 1-16,1 0 1 16,3 1 0-16,-3-1 0 15,5-1 0-15,-1-1 0 16,2-1 1-16,0-2-1 15,-1 0-1-15,0 0 1 0,1 0 1 16,-1-2-1-16,0-3 1 16,-1 0 0-16,-1-2-1 15,-1 1 0-15,-1-1 1 16,-1-1 0-16,-1 1-1 16,-1-1 1-16,0 0-1 0,-1 1 0 15,0 0 0-15,-2 2 1 16,1 0-2-16,0 2 1 15,-1 2-1-15,0 1 0 16,0 0-4-16,0 0-14 16,0 0-5-16,1 0 11 0,-1 0 13 15,0 0 0-15,0 0 0 16,0 1 0-16,1 4 0 16,0-2 0-16,1 1 2 15,-1 1-2-15,1 1 0 16,0 1 0-16,0-2 0 0,1 3 0 15,0-1 1-15,-2-1 0 16,2 1 1-16,0-2 0 16,0 2 1-16,1 1 1 15,-1-1 0-15,1 1-2 16,-1 0 2-16,0 0 0 16,2 1 0-16,-2-1-2 15,0 0 0-15,1-1-1 0,-1-1 2 16,-1 1-3-16,3-1 1 15,-5 1 0-15,4 1 0 16,-1-1-2-16,1-4-45 16,2-3-82-16</inkml:trace>
  <inkml:trace contextRef="#ctx0" brushRef="#br0" timeOffset="37295.12">21010 4446 173 0,'0'0'3'0,"0"0"-2"0,0 0 4 16,0 0 1-16,0 0-3 0,0 0 1 16,20 38 0-16,-20-19-3 15,-10 6 1-15,-5 5 0 16,-12 3-17-16,-3 0-37 15</inkml:trace>
  <inkml:trace contextRef="#ctx0" brushRef="#br0" timeOffset="43582.69">18975 4232 53 0,'0'0'13'0,"0"0"4"0,0 0-4 0,0 0-3 0,0 0-2 15,0 0-1-15,-1-1 0 16,1 0-1-16,0 1-2 16,0-1-1-16,0 1 0 0,0 0-3 15,0 0-2-15,0 0 1 16,0 0 1-16,0 0 0 15,4 0 1-15,3-1-1 16,1-1 0-16,2 0 3 16,1 0-3-16,3 1 1 15,0-1-1-15,2 1 1 0,0-1-1 16,1 0 0 0,1-1-1-16,4-2-1 0,3-1 3 15,1-2 1-15,5-1 1 16,1 1-1-16,3 1-1 15,-1-1-1-15,1 1 1 16,0 1-1-16,-3-3 0 0,0 1 1 16,0-1-1-16,1 0 0 15,0-1 0-15,-1 1 0 16,2 0 2-16,-4 1-1 16,-3 1-1-16,-2 3 1 0,-5-2-1 15,-4 5 0-15,-2-1 0 16,-5 2 0-16,-2 0 0 15,-1 0-5-15,-2 0-4 16,-4 5-10-16,0 0-12 16,-2 1-23-16</inkml:trace>
  <inkml:trace contextRef="#ctx0" brushRef="#br0" timeOffset="43960.61">19183 4264 17 0,'0'0'11'0,"0"0"12"0,0 0-8 0,-27 0 2 16,23 0-1-16,3 0-2 16,1 0 7-16,0 0-10 0,0 0-18 15,8 0 5-15,5-3 4 16,4-1 5-16,7-2-5 16,5-2 0-16,6 1-1 15,2-3 0-15,3 2 0 16,2-1-1-16,-1 0 0 15,4 0 1-15,1-1-2 16,1 2 0-16,2-2-12 0,1 2-36 16,-4-4-32-16</inkml:trace>
  <inkml:trace contextRef="#ctx0" brushRef="#br0" timeOffset="44679.37">20884 3927 27 0,'0'0'13'0,"0"0"8"0,0 0-24 0,0 0 3 0,0 0 8 16,29-3 2-16,-11 1-2 15,1-1-4-15,6-1-2 16,2-2 0-16,1 1 0 16,3-2-2-16,2-1 1 0,2 0-1 15,0-1 1 1,4-1 2-16,2 1 0 0,0-1 2 16,3 1-1-16,-2 0-1 15,1-1 3-15,0 1-3 16,1-2 1-16,-2 2 1 15,-1-1-2-15,-1-1 1 16,-2 3-2-16,-2-1 1 0,-3 1-2 16,-2 2 0-16,-2-1-1 15,-1 2 1-15,-4-1-1 16,-3 4 1-16,-1-2-1 16,-4 1 0-16,-3 3 0 0,-3 0 1 15,-3 0-1-15,-3 0-1 16,-4 0-8-16,0 1-21 15,-8 3-13-15</inkml:trace>
  <inkml:trace contextRef="#ctx0" brushRef="#br0" timeOffset="45039.47">21035 3933 44 0,'0'0'19'0,"0"0"6"0,0 0-22 0,0 0 3 16,28-6-1-16,-9 1 4 15,6-1-4-15,5-3 0 16,6-1-1-16,7-1 1 16,4-1-1-16,3 0-1 0,2 1 0 15,1-2-1-15,-1 5 0 16,-2 1-1-16,-6 1-1 16,-4 4 1-16,-7 2-1 15,-5 0-2-15,-11 0-18 16,-9 8-43-16</inkml:trace>
  <inkml:trace contextRef="#ctx0" brushRef="#br0" timeOffset="45690.99">19718 4903 76 0,'0'0'5'0,"0"0"9"0,0 0-2 0,0 0-5 0,0 0-2 16,0 0-1-16,0 0-1 15,0 0-6-15,0 0 4 16,0 0 3-16,9 0 0 16,5-2-3-16,6-1-1 15,5 0 1-15,2-1-1 0,5-2 1 16,3 1-2-16,1-3 2 15,1 0 0-15,2-1-1 16,1-1 2-16,3-1 0 16,0 2 2-16,0-2 0 15,1 3 0-15,-2 0-2 0,0 2-1 16,-6 0 1-16,-2 3-4 16,-4 1 4-16,-2 0-2 15,-5 2 0-15,-3 0 1 16,-3 0-2-16,-5 0-1 15,-2 0-7-15,-8 5-23 16,-2 2-24-16</inkml:trace>
  <inkml:trace contextRef="#ctx0" brushRef="#br0" timeOffset="45961.03">19938 4986 61 0,'0'0'16'0,"0"0"7"0,0 0-3 0,0 0-5 16,0 0-21-16,0 0 10 15,0 0 1-15,34 0-3 16,-7-7 2-16,7 0-3 15,6-2 1-15,6 0-1 0,5-2 0 16,3 2-1-16,0-4-2 16,-1-3-73-16</inkml:trace>
  <inkml:trace contextRef="#ctx0" brushRef="#br0" timeOffset="46423.8">21496 4241 112 0,'0'0'7'0,"0"0"3"0,0 0 0 0,0 0 1 15,0 0-3-15,0 0 2 16,0 0-6-16,0 0-10 0,0 0 3 16,-4 3 1-16,4 10 1 15,5 3 1-15,0 1-1 16,0 1 2-16,1-3 0 16,2 0-1-16,-3-3 1 15,1-2 0-15,-1-3 1 16,0-1-5-16,-2-4-20 0,-1-2-30 15</inkml:trace>
  <inkml:trace contextRef="#ctx0" brushRef="#br0" timeOffset="47053.14">21267 4291 117 0,'0'0'8'0,"0"0"-3"16,0 0-1-16,0 0 3 15,42-8-2-15,-25 2-3 0,2 0-1 16,-1-1-1-16,1 0 1 15,0 0-1-15,-1 0 1 16,0 0 0-16,0-1 0 16,0 1 1-16,-1 2 0 15,-1 0-1-15,1 1 0 0,-3 3-1 16,1-2 0-16,1 2 1 16,0 0-1-16,-1 1 1 15,0 0-1-15,0 0 0 16,0 3 0-16,-4 3 0 15,1 1-1-15,-1 2 1 0,0 1 0 16,0 0 0-16,-1 0 0 16,-1-1 0-16,-1 0 0 15,-3 0 0-15,0-2 0 16,-3-2 0-16,-1-1 0 16,0-1 0-16,0 0 0 15,-1-3 1-15,0 0 4 0,0 0 32 16,0 0-9-16,-2-7-20 15,-1-1 4-15,-3-2-1 16,2-3 1-16,0-2-1 16,-1-1-2-16,1-1-5 0,1-1 0 15,1 3-3-15,1 1 0 16,1 2-1-16,0 4 1 16,0 3-2-16,0 1-2 15,6 3-22-15,3 1-15 16,1 0-9-16,2 0-15 0,3 2-15 15</inkml:trace>
  <inkml:trace contextRef="#ctx0" brushRef="#br0" timeOffset="47529.27">21975 4171 44 0,'0'0'7'0,"0"0"8"0,29-22 2 0,-24 16 1 15,-4 0 6-15,-1 0 12 16,0 2-5-16,-4 0-17 16,-5 1-9-16,-2 2-3 0,0 1-5 15,0 0 3-15,-3 1-1 16,0 6 2-16,1 1-3 16,2 0 3-16,1 2 0 15,1 0-1-15,3 1 0 16,4-2 1-16,2 1 0 0,0-1-1 15,0-2 1-15,4-1-1 16,5-3 1-16,0-2-1 16,3-1 3-16,-1 0 1 0,3-3-1 15,-1-5-2 1,-2 0 0-16,0-3 0 0,-2 1 0 16,-2-1 0-16,-1 1 1 15,-1 2-2-15,-3 2 1 16,-1 0-1-16,0 3 2 15,-1 0-1-15,0 3-1 16,0 0 0-16,0 0-4 0,0 0-4 16,1 2 6-16,0 4 2 15,1 1 0-15,2-1 0 16,1 2-2-16,2-1-4 16,3 0-9-16,1-1-8 15,2-4-13-15,2 0-25 16</inkml:trace>
  <inkml:trace contextRef="#ctx0" brushRef="#br0" timeOffset="47983.14">22175 4120 78 0,'0'0'9'0,"0"0"20"0,0 0-6 0,0 0-5 0,0-29-4 15,0 27-1-15,2 0 1 16,2 0-10-16,-1 1-3 15,1 1-1-15,3 0-1 0,0 1 0 16,-2 5 1-16,1 0-1 16,1 1 1-16,-1-1-1 15,1 1 1-15,-2 0 0 16,1-1 0-16,-3-2 0 16,0 0 0-16,-1-2 1 15,0-1-1-15,-2 0 0 0,0-1 2 16,0 0 13-16,0 0 6 15,0-2-19-15,-4-4 0 16,3-1-1-16,-1 0 1 16,2 0 2-16,0-1-3 15,0 0 0-15,2 1 0 0,3-1-2 16,1 2 0-16,0 1 1 16,0 1 0-16,1 3 0 15,-1 0 0-15,1 1-1 16,0 0 1-16,0 1-1 15,-2 5-2-15,0 1 0 16,0 1 2-16,0 0-2 0,-2 1-7 16,1-3-7-16,3 1-17 15,1-4-9-15,3-3-7 16</inkml:trace>
  <inkml:trace contextRef="#ctx0" brushRef="#br0" timeOffset="48359.77">22514 3954 50 0,'0'0'8'0,"0"0"8"0,0 0-3 0,0 0 0 16,0 0-7-16,-32-27-3 15,24 27-1-15,-1 0-1 16,1 0 2-16,1 5-3 0,-2 0 4 15,5 3-3-15,0 3-1 16,4-2 0-16,0 1 0 16,0 2 2-16,7-1-2 15,4-2-3-15,2 0 5 16,0 0 1-16,2-2 0 16,-1 0 0-16,2 0 0 0,-2 0-2 15,-2-1 0-15,-2 1-1 16,-1-2 0-16,-2-2 1 15,-3 2-1-15,-4-2 0 16,0-1-1-16,-3 1 4 0,-8 2-1 16,0-1 2-16,-2-1-2 15,-1-2-12-15,2-1-24 16</inkml:trace>
  <inkml:trace contextRef="#ctx0" brushRef="#br0" timeOffset="48817.88">22699 3820 63 0,'0'0'7'0,"0"0"11"15,4-35-6-15,-4 24-2 16,-1 2 5-16,-4 1 4 15,-1 1-12-15,1 1-3 16,0 2 1-16,0 1 5 0,0 3-6 16,1 0-10-16,-2 0 4 15,2 5 4-15,-2 6-3 16,3 1 1-16,1 3-1 16,0 0 1-16,2 2-1 15,0-1 1-15,3 2 0 0,3-2 1 16,1 1-1-16,1-2-1 15,1 0 1-15,0 0 0 16,1 1 1-16,-1 0 0 16,-1-1-1-16,2 0 1 15,-3 0-1-15,1-1 0 16,-4-1 0-16,0-1 0 0,-2-2 2 16,-1 1-1-16,-1-3 1 15,0 0 0-15,-3-1-1 16,-3-4-3-16,-2 1-9 15,0-4-12-15,0 0-14 16,1-5-35-16</inkml:trace>
  <inkml:trace contextRef="#ctx0" brushRef="#br0" timeOffset="50275.63">22640 3991 76 0,'0'0'16'0,"0"0"-7"0,0 0-3 0,32-18-3 16,-16 12-1-16,4 2 0 16,-3-2-1-16,2 1-1 15,1-2 1-15,-2-1-1 0,0 3 1 16,-2-3-1-16,-2 3 3 16,-2-1-2-16,-5 2 0 15,-1 1 0-15,-3 1 2 16,-2 1 16-16,-1 1 10 15,0 0-15-15,0 0-18 0,0 4 4 16,-3 4 0-16,0-1 2 16,2 1-2-16,1-1 2 15,0-1-2-15,0-1-1 16,0-1 1-16,2-2-1 16,3 0 4-16,2-2-1 0,0 0 2 15,1 0-1-15,-1-6 0 16,1 0-1-16,-2-1 1 15,0-1 1-15,-3-1 2 16,0-2 1-16,-2 1-3 16,-1 2 0-16,0-1-4 15,0 0 0-15,-6 2 0 0,1 2 0 16,-3 0-2-16,0 2-2 16,2 1 1-16,-2 1-3 15,1 1 4-15,1 0 2 16,2 0-1-16,1 0 0 0,1 1-1 15,2 3-8-15,0-1-2 16,0-1 8-16,0 0-2 16,4 0 4-16,2-2 2 15,-2 0 1-15,3 0 1 16,0 0 1-16,1-5 0 16,0 0-1-16,2-1 0 0,-1 1 0 15,0-2-1-15,1 0 2 16,-2 2 0-16,0-1-3 15,0 2 0-15,-2 0 0 16,-1 1 0-16,-1 2 1 0,-1 0-1 16,0 1 0-16,0 0 0 15,1 0-1-15,1 2-1 16,0 4 1-16,1 1-1 16,-1 0 1-16,1 2 1 15,1-1 0-15,0 1 0 16,0-1 1-16,2-1-1 0,-1-1 2 15,2 1-1-15,1-4 1 16,1 2-2-16,-1-4-2 16,-1 0-19-16,1-1-27 15,-4 0 9-15,0-3 7 0,-2-3 21 16,-2-2 12-16,-1 0 1 16,-1 1 2-16,1 1 1 15,-2-2 2-15,0 1 10 16,0 3 5-16,0-1-6 15,-1 2-2-15,0 0 2 0,1 3-5 16,0-2-4-16,0 2-8 16,0 0 0-16,2 0 1 15,1 0-2-15,0 2 0 16,0 1 0-16,1 2 1 16,-1 2 1-16,1-2 0 15,0 0 1-15,1 0-1 0,-3-1 0 16,2 0 0-16,-3-3 1 15,1 1-1-15,-1-2 1 16,-1 0 5-16,0 0 39 16,0 0-7-16,0-3-34 15,0-1-2-15,0-2-1 16,0-1 0-16,0 1 0 0,0-1-1 16,1 1 0-16,3-1 2 15,1 1-2-15,1 0 0 16,1 0-2-16,3 2 2 15,-2 1-1-15,3 0 0 16,-1 3 0-16,1 0-1 0,-1 0 2 16,1 0-1-16,-1 1 0 15,-1 4 0-15,-1 0-1 16,0 2 1-16,-1-1 0 16,-2 1-1-16,2-2 1 15,-4 1 1-15,0-2 0 0,0 1-1 16,-2-3 1-16,-1-1-1 15,0-1 1-15,0 0 8 16,0 0 3-16,-1-3-10 16,-4-2 1-16,3-1-2 0,-1 0 2 15,1-1 0-15,1 0 0 16,1-2-2-16,0 1 0 16,0 0-1-16,0 0 1 15,3 1 1-15,2-1-1 16,1 3-1-16,1 1 1 15,0 1 0-15,1 2-1 16,1 1 1-16,-1 0-1 0,1 1 0 16,0 4 0-16,-1 3 0 15,2 2 1-15,-2-1-2 16,-1 2-2-16,2-1-5 16,0 0-12-16,0 0-11 15,2-5-29-15,2 0-16 0</inkml:trace>
  <inkml:trace contextRef="#ctx0" brushRef="#br0" timeOffset="51392.76">23540 3787 109 0,'0'-4'3'0,"-2"3"8"0,2-1-8 0,0 2 0 16,0 0-3-16,0 0-4 0,0 0-7 15,2 0 11-15,2 0 5 16,2-1 2-16,1-1-3 16,0-2 1-16,0-1 0 15,0-3 3-15,0 2 5 16,0-3-1-16,-2 1-5 0,-1-2 0 16,-3 1-5-16,0 1 0 15,-1 2 0-15,0-1 0 16,-1 1-5-16,-2 3 2 15,-3 1-1-15,-2 2-4 16,1 0-3-16,0 0 7 16,0 1 2-16,0 5-1 0,0 2-2 15,2-1 2-15,1 1 1 16,2 3 0-16,1-1-1 16,1 1 0-16,0-2 1 15,3-1-3-15,3 0 0 0,1-1 3 16,0 0 2-16,2-4-1 15,-1 0 2-15,1-1-1 16,1-2 2-16,-1 0 1 16,1 0 3-16,-1-5-2 15,-2 0 2-15,0-3 2 16,-1-1-1-16,-1-2-4 0,-1 2-3 16,-1-2-1-16,2 0 0 15,0 1 0-15,-1 0-1 16,2 0 0-16,-2 1 0 15,2 1 0-15,-1 2 0 16,-2 1 0-16,3 1 0 0,-2 0 0 16,2 3 0-16,-1 1-1 15,2 0 1-15,-1 0-2 16,-1 1 0-16,1 4 1 16,1 1-1-16,0-1 2 0,2 1 0 15,1 0 0-15,0-1 0 16,0-1 0-1,2-2 2-15,2 0-2 0,0-2 1 16,1 0 0-16,0 0-1 16,-1-4 2-16,-2-2 0 15,0-3 3-15,-1 0 5 16,-3-1 0-16,-2-2-5 0,1 1-1 16,-2-1-1-16,-1 1-3 15,-1 1 0-15,-1 0 1 16,-2 0-2-16,0 3 1 15,0 1-2-15,0 1-1 0,-2 2 0 16,-1 2 0-16,0 1 0 16,-1 0 2-16,-1 0-1 15,2 0 2-15,1 5-2 16,0 0 1-16,1 1 0 16,1 0-3-16,0 0 1 0,0 1-2 15,3-1 2-15,1 1 1 16,3-2 4-16,0 0-2 15,2 3 1-15,1-3 1 16,0 2-2-16,0-2 0 16,0 3 0-16,-1-1 0 15,-1-1 0-15,-1 1 0 16,-1-1 0-16,-1 1 0 0,-1-2 0 16,0 2 0-16,0-4 0 15,-3 2 0-15,-1-2-2 16,0-1 1-16,0 0 0 0,0-2 0 15,-6 1 2-15,0 0 3 16,-3 0 2-16,1-1-2 16,-1 0 4-16,-1 0-4 15,5 0-2-15,-3 3-1 16,3 0 0-16,0 1-1 16,5 1-12-16,0-4-68 0,4-1-85 15</inkml:trace>
  <inkml:trace contextRef="#ctx0" brushRef="#br0" timeOffset="51633.71">24360 3721 219 0,'2'0'-26'0,"-1"0"41"0,0 0-6 0,-1 0 2 0,1 0 12 16,-1 0-9-16,0 0-9 16,0 2-8-16,-1 7 0 15,-9 6 0-15,-4 4 0 16,-7 8 2-16,-9 4-5 0,-11 4-29 16,-11 2-74-16</inkml:trace>
  <inkml:trace contextRef="#ctx0" brushRef="#br0" timeOffset="52936.05">21523 4540 87 0,'-1'0'7'0,"1"0"-6"0,0 0-7 0,0 0 8 15,4 0 1-15,3 0 2 16,4 0-3-16,2-2 4 16,4-2-3-16,2 0-1 0,2-1-1 15,5-3 1-15,2 1 0 16,5-1 0-16,2-1-1 15,4 1-1-15,4-2 0 16,1 1 0-16,3 0 1 16,3-1 1-16,3 0 2 15,3-1 2-15,-2-1 0 0,5-1-1 16,6-2-2-16,1 0 1 16,1-1-1-16,2-1 3 15,1 1 1-15,0-3 2 16,-2 3-2-16,-2 0 2 15,2-1 2-15,0 2-4 16,2 0-6-16,0 2 0 0,1 1 0 16,1 0 0-16,-4 0-1 15,-3 0 0-15,-6-1 0 16,-3 3 0-16,-5-1 1 16,-10 1-1-16,-4 2 0 0,-8 2 0 15,-10 2 1-15,-8 2-1 16,-10 2-4-16,-5 0-22 15,-20 0-51-15,-10 5-16 16</inkml:trace>
  <inkml:trace contextRef="#ctx0" brushRef="#br0" timeOffset="53366.13">21786 4526 16 0,'0'0'4'0,"56"-7"1"0,-20-2 1 0,5-1-3 0,9-3 2 16,8-3 4-16,5-3-1 16,8 0-4-16,8-3 7 15,7-3 6-15,6-1-2 16,5-4 5-16,5-1-2 0,6-1-8 15,2-1-2-15,4 1-2 16,-2 2-1-16,-7 2-3 16,-7 4-1-16,-13 3-2 15,-15 4-23-15,-17 1-12 16,-19 2-29-16</inkml:trace>
  <inkml:trace contextRef="#ctx0" brushRef="#br0" timeOffset="54256.6">19234 4251 58 0,'0'0'8'0,"0"0"11"0,0 0 2 16,0 0-1-16,0 0-5 15,-10-28-1-15,10 22-4 0,6 0-1 16,1 1-6-16,2-1-2 16,3-1 1-16,3 3-2 15,4-3 2-15,3 0-1 16,6 0-2-16,4-1-3 0,7-2 8 15,7 0-3-15,8-3 0 16,7-2 0-16,3 0-1 16,4 0 0-16,1 0 0 15,-4 0-2-15,-3-1-11 16,-5 1-17-16,-2-1-18 16,-3 1-44-16</inkml:trace>
  <inkml:trace contextRef="#ctx0" brushRef="#br0" timeOffset="54781.34">20947 3879 61 0,'0'0'5'0,"0"0"7"0,0 0 2 16,0 0-4-16,-29 0-5 16,27 0-4-16,0 0 1 0,1 0-1 15,1 0-2-15,0 0-5 16,3 0 3-16,7 2 2 16,4-1 4-16,4-1 3 15,5 0-3-15,5 0 0 16,2 0-3-16,3-4 5 0,4-3-2 15,4 0-1-15,4-3 2 16,4 0 3-16,4-3-3 16,5 0 3-16,2 1-1 15,4-4-2-15,-4 2-2 16,1 0-1-16,0 0 0 16,-1 1-1-16,0 1 0 0,-4 3-1 15,-1 1-15-15,-3-1-32 16</inkml:trace>
  <inkml:trace contextRef="#ctx0" brushRef="#br0" timeOffset="62872.13">19410 3663 51 0,'0'0'8'0,"0"0"9"0,0 0-3 0,0 0-4 15,0 0 1-15,0 0-5 16,0 0-3-16,0 0-2 15,0 0 1-15,0 0-2 0,0 0 1 16,0 0-1-16,0 0 1 16,26-24-1-16,-11 8-1 15,10-6 2-15,7-9-1 16,5-8 0-16,8-11-28 16</inkml:trace>
  <inkml:trace contextRef="#ctx0" brushRef="#br0" timeOffset="68778.39">19427 3651 75 0,'0'0'9'0,"0"0"6"0,0 0 0 0,0 0-2 0,0 0-2 16,0 0 2-16,0 0-1 15,0 0-4-15,0 0-1 0,0 0 0 16,0 0-2-16,1-33-4 16,4 25 4-16,2 0-5 15,0-1 2-15,2-1-1 16,3-1-2-16,-2 1 1 16,4-3 1-16,0-2 0 0,3 0 1 15,0 0 0-15,-1-2 5 16,0 0 3-16,0 2-3 15,-2-1 1-15,-3 2 0 16,-1 3 0-16,-3 0-2 16,-2 3 1-16,-2 2-4 0,-1 4-1 15,0-1 2-15,-2 3-3 16,0 0-1-16,0 1-6 16,0 6-12-16,0 2-5 15,0 0-42-15,-2-1-34 16</inkml:trace>
  <inkml:trace contextRef="#ctx0" brushRef="#br0" timeOffset="69162.58">19751 3175 187 0,'0'0'-1'0,"0"0"16"0,0 0 10 0,0 0-7 0,0 0-3 15,0 0-4-15,0 0-6 16,0 0-5-16,0 0-6 16,0 0 8-16,-4-9-1 15,13 18-1-15,0 1 0 16,0 1 0-16,2 0 0 0,-2 0-1 16,0 1-2-1,-1 0-16-15,-1-1-14 0,-2 0-36 16,-2-2-1-16</inkml:trace>
  <inkml:trace contextRef="#ctx0" brushRef="#br0" timeOffset="69447.39">19808 3342 94 0,'0'0'10'0,"0"0"14"16,0 0-15-16,0 0-7 0,0 0 3 15,0 0-2-15,0 0 1 16,0 0 2-16,-3 0 7 16,3 0 3-16,0 0-4 15,0 0-5-15,0 0-2 16,3-3 0-16,1-2-4 0,2 0 0 16,1-2 3-16,2-1-2 15,0 1-1-15,0 0 0 16,0 0 0-16,0 2 0 15,-2-2-1-15,1 2-2 0,-3-1-17 16,-3 0-43-16</inkml:trace>
  <inkml:trace contextRef="#ctx0" brushRef="#br0" timeOffset="69697.6">19662 3240 161 0,'0'0'11'16,"0"0"-7"-16,0 0-3 15,0 0 5-15,23-30-5 16,-10 20 0-16,0 0 0 15,3 0-2-15,-3 2-8 0,0-2-43 16,-2 3-69-16</inkml:trace>
  <inkml:trace contextRef="#ctx0" brushRef="#br0" timeOffset="71327.72">19858 3116 125 0,'0'0'13'0,"0"0"-9"16,0 0-5-16,0 0 5 15,0 0-2-15,0 0-2 16,0 0 1-16,27 20 0 16,-17-12 0-16,-1 0-1 15,0-1 1-15,1 1-1 0,0-1 1 16,-3 0-1-16,0-1 0 15,-1-3 1-15,-1 1-1 16,-3-1 0-16,0-2 0 16,-2 0 1-16,0-1 4 15,0 0 46-15,0 0-6 16,0-4-39-16,0-2-6 16,-2-2 1-16,0-1-4 0,0 0 1 15,1 0-1-15,1-1 0 16,0 2 2-16,0-1-2 15,3 1 0-15,1 3 1 16,2-1-1-16,0 4 3 16,-2 1 0-16,2 1-2 15,-1 0 0-15,1 0-1 0,-1 3 2 16,1 0 1-16,1 2 0 16,-1 0 0-16,0-3 0 15,0 2 0-15,0-1 0 16,-2-2 0-16,1-1 0 0,-4 0 0 15,2 0 0 1,-3-1 1-16,0-6 4 0,0-2-3 16,0-2-2-16,0-1 1 15,0-3-1-15,0 2 0 16,0-2 1-16,0 1-2 16,0 0 1-16,1 1-1 0,2 3 0 15,0 1 0-15,1 0 2 16,1 4-2-16,-1 2 2 15,2 1-1-15,-1 2 1 16,1 0-1-16,0 0 0 0,1 3 0 16,1 4-1-16,0-1 2 15,1 1-1-15,1 0 0 16,2-1-1-16,0-1-2 16,1-3-14-16,0-2-21 15,2 0-7-15,-2 0 14 0,-2-6 9 16,1-3 14-16,-2 1 7 15,-2-4 1-15,0 1 1 16,-4-1-1-16,2 1 1 16,-4-1 0-16,-1-1 0 15,-1 3 0-15,0 0 4 16,0 2 8-16,0 3 0 0,-4 1 7 16,-2 3-1-16,2 1-10 15,-3 0-3-15,2 0-3 16,-1 6-2-16,1 1 0 15,1 0 1-15,2 1-1 16,1 0-1-16,1 1 2 0,0-1-2 16,0-2 3-16,3 0 0 15,2 0-2-15,0-3-1 16,2-1-1-16,-4-2 0 16,4 0 1-16,-4 0 4 0,2-3 3 15,-1-6 0-15,-1 1-3 16,0 0-1-16,-2-3-1 15,1 1-1-15,-2 1 3 16,0 2 0-16,0 1 5 16,0 1 3-16,0 3 0 0,0 1-6 15,0 1-4-15,0 0-3 16,0 0-13-16,0 0 11 16,4 1 3-16,2 1 0 15,0 1 0-15,2-1-1 16,1-1 0-16,0 0-3 0,3-1-4 15,-1 0-14-15,3-2-3 16,-2-4-1-16,1-3 11 16,-3 1 6-16,0-4 5 15,0 0 2-15,-3-1 2 16,0 0 1-16,-4-2-1 16,1 2 1-16,-3 3 0 0,-1-1 0 15,0 3 2-15,-1 2 0 16,-5 1-3-16,0 2 2 15,-2 3 5-15,0 0-1 16,-1 0-2-16,4 5 2 16,-3 0-3-16,3 3-4 0,3 1 3 15,1 0-2-15,1-1 0 16,0-1 1-16,6-2 0 16,-1 0-3-16,3-5 2 15,0 0-1-15,-1 0 2 16,2 0 0-16,-2-5 2 0,1-1 1 15,-5-1 0-15,1 0-1 16,0 1-1-16,-2-1 0 16,0 2 0-16,0 1 1 15,-1 2-1-15,2 0-1 16,-1 1-1-16,2 1-1 16,1 0 0-16,1 3 0 0,2 3 3 15,1 1-2-15,-1 1 0 16,1 3 3-16,-2 0-1 15,0-1-1-15,-1 3-3 16,-2-2 3-16,0-1 4 0,-2 0-4 16,-1-1 1-16,-1-2-7 15,0 0 8-15,-1 0 1 16,-5-1 4-16,-2-2-2 16,-1 2-2-16,-1-4 0 15,0 1-2-15,-1-1-1 16,3-2 0-16,-1 0 0 0,3 0 3 15,4-3-3-15,1-4-25 16,1-3-37-16,0 0-36 16</inkml:trace>
  <inkml:trace contextRef="#ctx0" brushRef="#br0" timeOffset="71822.6">20552 2690 79 0,'1'-2'20'0,"0"1"9"0,1-1-19 0,0-1-7 16,2 1 0-16,1 0-3 15,0-1 1-15,-2 0-1 0,0-1 0 16,1 1 1-16,-2-2 5 15,-1 0 7-15,0 0-3 16,-1 0-2-16,1-1-1 16,-1-1-2-16,0 1-1 0,0 0-2 15,0 0-1-15,-1 1 1 16,-2 1 3-16,1 2 0 16,-1 0 0-16,0 0-1 15,0 2 5-15,0 0-9 16,1 0 3-16,-1 0-7 15,2 3 7-15,0 2-3 0,0 4 0 16,1-1 0-16,0 2 1 16,0-2 0-16,0 0 1 15,4 0 0-15,2-1 0 16,-2 0-2-16,2-2-1 16,0-2 0-16,2-1-1 0,1-1 0 15,3-1 0-15,1 0 4 16,2-3-3-16,4-4 2 15,0-2-16-15,1-3-23 16,-2-3-29-16</inkml:trace>
  <inkml:trace contextRef="#ctx0" brushRef="#br0" timeOffset="72267.53">20797 2450 61 0,'0'0'5'0,"0"0"12"0,0 0-6 0,-30-8-2 0,24 7-3 16,-1 1-4-16,2 0-2 15,0 0 1-15,1 0 0 16,1 0 1-16,3 0-1 0,-2 1 0 16,2 1 1-16,0 1-2 15,0 1 0-15,0-1 1 16,2 2 0-16,2 0 0 15,2 0 0-15,-1-2 0 16,1 4 1-16,0-2-2 16,1-1-1-16,0 1 3 0,2-2-1 15,-4 1-1-15,4 1 2 16,-1-1 1-16,-3 0-2 16,1 1 1-16,-1 0-1 15,0 0-1-15,-2-1-1 16,0 2 2-16,-2-3 0 0,1 2 1 15,-2-1 2-15,0 0-1 16,0 0-1-16,0 0 0 16,-2-2 1-16,-2 0-2 15,1 1 1-15,0-1-4 16,0-2 2-16,2 0-2 0,-1 0-9 16,2-3-19-16,0-5-26 15</inkml:trace>
  <inkml:trace contextRef="#ctx0" brushRef="#br0" timeOffset="72465.85">20814 2460 81 0,'0'0'41'0,"0"0"-19"0,0 0-18 0,0 0-3 15,0 0-1-15,-17 30 1 0,11-13 1 16,2 2 0-16,0 1 1 15,2 4-2-15,0 2-1 16,2 0 0-16,-1 2-1 16,1-3-18-16,0-1-81 15</inkml:trace>
  <inkml:trace contextRef="#ctx0" brushRef="#br0" timeOffset="75456.58">19692 4906 25 0,'-6'2'0'0,"-1"-2"2"0,2 2 0 0,-1-1 4 15,-1-1 4-15,0 0 3 16,-1 0 0-16,1 0-1 0,0-3-6 15,-1 1 4-15,0-2-10 16,2 0 1-16,-1-2-1 16,0 1 1-16,-2-2 1 15,2 0 8-15,-1-2 3 0,0-1 1 16,-1 0-12-16,1-2 1 16,1-1-1-16,-3 1-1 15,0-3 0-15,2 2-1 16,0-2 1-16,2 2-1 15,-2-3 1-15,1 1 2 16,2 0 0-16,0-2-2 0,0 2 2 16,2 0-1-16,-2-1 0 15,3 2 1-15,0 0 0 16,0 0-3-16,2-1 0 16,0 1 2-16,0-1 7 15,2 0-11-15,3 0 0 0,2-1 6 16,3 3-4-16,0-2 0 15,1 0 0-15,1 2-2 16,2-1 2-16,1 0 2 16,0 2-2-16,1-1-2 15,1 1 1-15,1 1 0 0,1 0 1 16,0 2-1-16,2-3 1 16,-1 1 0-16,1 1 1 15,-1 2 0-15,0 0-1 16,0 1 0-16,0 1 1 15,2 0-1-15,-1 0-1 16,1 1 1-16,2 0 0 0,-2-2 0 16,1 2 0-16,-1 0 0 15,-2 0 1-15,2-1-2 16,-1-1-1-16,1 0 0 16,2-1 0-16,3 0 3 0,3 0 0 15,-3 0-1-15,1-1 1 16,-1 3 0-16,-3-1-1 15,-1 2 1-15,-2-1-1 16,0 0 0-16,0 0 0 16,0-1 1-16,1 0-1 0,1 0 0 15,0 0 0-15,1 0 0 16,1 2 0-16,-2 0 0 16,-2 0 0-16,0 2 0 15,0 0 0-15,-1 3 0 16,-2 0 0-16,1 0 0 15,-2 1 0-15,0 4 0 0,1 1 0 16,-1 0 0-16,0 2-1 16,1 1 1-16,-1 0 0 15,0 0 0-15,1 2 0 16,-5 0-1-16,0 1 1 0,-1 2-3 16,0 0 3-16,-5 1 0 15,0 0-2-15,1 2 6 16,-4-1-3-16,0 2-1 15,0 1 0-15,-1-1 0 16,0 3 1-16,-1-1-1 16,-1 3 0-16,1 0-1 0,-1-1 2 15,-1-1-1-15,1 0 1 16,0-2-1-16,-1-1 0 16,0-3 1-16,0-1-1 15,0 0 0-15,-2-3-3 0,-5 0 3 16,-4 0 0-16,-3-2 1 15,-3 0-1-15,0-1 1 16,-3-2 0-16,-2 0 3 16,3-1 2-16,2-2-3 15,1 2 2-15,1-1-5 16,2 0 2-16,3 0-2 0,0 1 1 16,1-2-2-16,1 3 2 15,1-2-1-15,-1 2-1 16,2-1 2-16,0 2-2 15,0 0 0-15,0-1-3 0,1 2-14 16,0-4-19-16,1 0-27 16</inkml:trace>
  <inkml:trace contextRef="#ctx0" brushRef="#br0" timeOffset="76787.73">20697 4125 125 0,'2'0'4'0,"1"0"-3"0,1 0-2 15,0 0 10-15,3 0-5 0,1 0 0 16,2 0 1-16,2 0-3 15,0-2 2-15,3-4-3 16,3-1 0-16,1-1 0 16,3-2 0-16,1 0-1 0,3 0 0 15,0-1 2-15,3-1-2 16,0 1 2-16,3-1-4 16,-2 0 2-16,1 0 2 15,1 0-4-15,0-1 1 16,1 0 0-16,2 2 1 0,-1-1 0 15,2 1 1-15,1 2 0 16,0 0 1-16,-1 0-2 16,0 1 0-16,1 0 0 15,1 0 0-15,1-2 1 16,0 2-1-16,0-2 0 16,-1 0 1-16,1 0-2 0,1 0 1 15,-2-1 0-15,0 1 0 16,2-2 0-16,-3-1 1 15,1 1-1-15,-1-2 0 16,-1 0 0-16,0-1 0 0,-1-1 0 16,2 0 1-1,-4 1-1-15,-1-2 2 0,-3 1-1 16,-2-1 2-16,-3 1 2 16,-2 1 3-16,-2 0 1 15,-1 0-3-15,-2-2 0 16,0 1-2-16,-3-2-3 0,0-1 1 15,-4 0-1-15,-1-1 0 16,-3-2 0-16,-3 0 0 16,-2 1 1-16,-1-2-1 15,-4 2-1-15,-6-1 0 16,-3 1-3-16,-3 1 1 0,-3 1-1 16,-3 0 4-1,-1 1 1-15,-1 1-3 0,-5 1-1 16,-1 0-2-16,-3 2-6 15,-1 1 3-15,-2 0-1 16,-2 3 5-16,0 0-1 16,-1 2-3-16,-1 0 1 0,0 1 3 15,0-1 4-15,1 1 1 16,0 1 1-16,2 1 5 16,2 1-4-16,-3 2-2 15,0 1-1-15,-1 1-1 16,-2 0 1-16,1 0-2 0,-1 3 1 15,2 2 2-15,3 0 1 16,0 2-1-16,4-1 1 16,1 2 2-16,2 1-3 15,3 0 1-15,-1 2-2 16,4 2 0-16,0 0-1 0,1 2 0 16,0 1 0-16,0 1 0 15,1 1 0-15,-1 0 0 16,0 0 0-16,1-1 0 15,0 0 0-15,-1 1 0 16,2 2 0-16,0 1 1 0,0 2-2 16,-1 2 2-16,0 1-1 15,3-1 0-15,1 1 0 16,1-1 0-16,2-2 0 16,0 2 0-16,2 0 0 15,0 0-1-15,1 1 2 0,-2 1-1 16,-1-1-1-1,2 2 2-15,-1 0-1 0,0-1 0 16,1-1 2-16,0 0-2 16,0-1 1-16,2 0 0 15,1 0 0-15,1 0 0 16,2 2-1-16,1 2 1 0,2 0-1 16,2-1-1-16,1-1 1 15,2-1-1-15,9-6-12 16,0-6-56-16</inkml:trace>
  <inkml:trace contextRef="#ctx0" brushRef="#br0" timeOffset="77510.52">21465 2969 66 0,'0'0'17'0,"-1"0"4"0,-1 0 2 0,0 0-11 16,1 0 1-16,-1 0-3 15,0 0-2-15,1 0 2 16,1 0 9-16,0-4-7 0,0-2-14 15,5 1 3-15,0-3-1 16,5-2 1-16,1-2-2 16,3-1 2-16,2-3-1 15,3-4 0-15,4 0-1 16,2-4 0-16,0-1 3 0,3 1 0 16,-2 0 0-16,2-1 1 15,0 2 1-15,-1 0 1 16,1 1-1-16,0-1 0 15,2 2-1-15,-3 2-2 16,-1 1-1-16,-3 3 1 16,-2 2-2-16,-2 3 1 0,-4 2-2 15,-4 2-6-15,-3 2-4 16,-3 3-15-16,-5 1-34 16,0 0-44-16</inkml:trace>
  <inkml:trace contextRef="#ctx0" brushRef="#br0" timeOffset="77712.17">21926 2484 173 0,'0'0'2'16,"0"0"5"-16,0 0 6 15,36-24-2-15,-23 21-5 16,-1 3-5-16,0 0 0 15,-2 3 0-15,-1 5 0 0,-4 4-4 16,-2 3 1-16,-3 2-29 16,-3 0-25-16</inkml:trace>
  <inkml:trace contextRef="#ctx0" brushRef="#br0" timeOffset="78374.12">22142 1935 109 0,'0'0'18'16,"0"0"18"-16,0 0-11 16,0 0-5-16,0 0-1 0,0 0-8 15,0 0-4-15,0 0-3 16,0 0-2-16,-16-20-1 15,13 20 1-15,-1 0-3 16,-2 0-1-16,-1 0-1 16,-1 7-1-16,-5 1 2 0,2 4 3 15,-2 1-2-15,2 2 1 16,2 1 1-16,4-2 0 16,0 0-1-16,4-2-1 15,1-1 1-15,0-2 2 16,6-1 0-16,2-1-2 15,2-2-4-15,4 0 3 0,-1-1 0 16,4 0 1-16,-3-1 1 16,2 1 0-16,-1 0-1 15,-2 1 1-15,-1-2-1 16,-2 1 1-16,-2 1-1 16,-2 0 0-16,-1 0 2 0,-3 1-4 15,-2 1 5-15,0-1-4 16,0 1-5-16,-6 0 4 15,-3-2 2-15,-2 3 2 16,-1-1 0-16,1-1-1 16,1-1-1-16,0-2 1 0,3 0-2 15,3-2-2-15,4-1-30 16,0 0-24-16,0-5-72 16</inkml:trace>
  <inkml:trace contextRef="#ctx0" brushRef="#br0" timeOffset="79790.69">22254 2064 87 0,'0'0'7'0,"0"0"6"0,0 0 2 16,0 0-3-16,0 0-5 0,24-28-1 16,-21 23-2-16,0 3-2 15,0-3 0-15,1 0 1 16,0-2-2-16,1 1-1 15,1-2 2-15,-4 1 0 16,1 0 2-16,0-1 3 0,-3 2 3 16,0 1-5-16,0 0 2 15,0 2 2-15,-3 0-2 16,-2 2-3-16,0 1 4 16,-2 0-8-16,-1 1-2 15,1 6 2-15,-1 3 0 0,2 2 0 16,1 0 1-16,2 1-1 15,1 0 0-15,2-1 0 16,0-3 1-16,2 0 1 16,6-3 1-16,2-1-7 15,3-4 1-15,3-1 0 0,1 0 3 16,3-4 3-16,1-3-2 16,2-3 0-16,-3-1-2 15,0-3 0-15,-2 1-2 16,-1-3 3-16,-5 0-1 15,1-1 1-15,-3 1-1 0,-1 1 2 16,-1-2-1-16,-3 4 0 16,-2 0 1-16,-1 1-1 15,-2 2 0-15,0 2 0 16,-3 2 0-16,-4 2-4 16,-1 1-1-16,-2 2 4 15,0 1-7-15,0 0 5 0,-2 0 3 16,2 7-2-16,-1 0 4 15,2 1-2-15,2 0 0 16,1 2 0-16,2 0 1 16,2 0-1-16,2 2 0 15,0-1 0-15,5 1 1 0,0-1 2 16,5 2 0-16,1-1-4 16,0 0 1-16,1 3 1 15,1-2 1-15,-1 2-1 16,0-1-1-16,0 1 0 0,-1 0 0 15,0 0 1-15,0 2-1 16,1-1 1-16,-1 1 0 16,1-1-1-16,-2 1 0 15,0-1 0-15,-2 1 1 16,0-2-1-16,0-2 1 16,0 0-1-16,-1-1 0 0,-2-3 1 15,1-2 0-15,-1-2-1 16,-1-1 0-16,0-3-3 15,-2 1 3-15,0-2-1 16,1 0 7-16,0 0 13 16,-2-7 2-16,2-3-12 15,-1 0-7-15,1-3 0 0,-3-3-1 16,1 1 1-16,-1-2-2 16,1-1 0-16,-1-2 0 15,0 2 0-15,0-3-2 16,0-1 1-16,-2-1 0 0,-3-1-1 15,1 2 1-15,-1-2-1 16,0 2 1-16,-1 2 1 16,1 0 1-16,-2 3-1 15,1 2 1-15,3 0-1 16,-1 2-1-16,-1 0 2 16,2 3-2-16,1 0 2 15,-1 0-1-15,-1 2-1 0,1 1 1 16,1 1-1-16,-2-1 1 15,1-1 0-15,1 3 0 16,-1 0 0-16,2 0 1 16,0 0-2-16,0 3 1 15,0 0 0-15,1 1-3 0,0 0-13 16,0 1-10-16,0 0-9 16,0 0 22-16,0 3 13 15,0 0 1-15,0 2 0 16,0 1 0-16,0 1-1 0,1 0 1 15,1-1 0-15,2 0 0 16,-1 0 1-16,1-1-1 16,1 0 2-16,2-2 0 15,-3 0-2-15,2-1 2 16,0-2 5-16,0 0 5 0,-1 0 2 16,1 0-4-16,3-3-4 15,-3-2-2-15,3-2-4 16,-1 2 0-16,0-3 0 15,1 0-1-15,-3 1 0 16,0 1 1-16,-4 1-1 0,1 0 1 16,-1 2 0-16,-1 0 0 15,-1 1 1-15,0 0 1 16,0 2-3-16,0 0-6 16,0 0-31-16,0 7 36 15,0-1-17-15,2 1-10 0,0-1-13 16,1-1-22-16</inkml:trace>
  <inkml:trace contextRef="#ctx0" brushRef="#br0" timeOffset="80474.81">22719 1748 33 0,'-1'0'3'0,"1"1"-3"0,0 0 0 0,0-1 0 16,0 2-3-16,2-2 3 15,0 1 0-15,-1 0 2 16,-1-1 11-16,1 0 23 16,-1 0 3-16,0 0 3 15,0 0-18-15,0-2-10 0,0-2 2 16,0-2-4 0,0 3-7-16,1-2-3 0,-1-1 0 15,1 0-2-15,-1 1 1 16,0 0 0-16,0 0-1 15,0 1 1-15,0 0-1 16,-2 0 0-16,0 3 1 0,0-1 2 16,1 1-7-16,1 1 9 15,-1 0-5-15,1 0-8 16,0 4 7-16,0 5 1 16,0-1 1-16,3 1 0 15,2 2 0-15,1-1-1 0,1 0 1 16,-1 0-1-16,2 0 1 15,-1-2-1-15,1-1 0 16,0-1-2-16,1-1 1 16,4-5-1-16,-1 0-15 15,1-5-56-15</inkml:trace>
  <inkml:trace contextRef="#ctx0" brushRef="#br0" timeOffset="81239.69">22853 1692 136 0,'0'0'9'0,"0"0"-6"0,0 0-2 0,0 0-4 15,0 0 2-15,0 0 5 0,0 0 25 16,0 0-19-16,0 0-8 15,24-33 0-15,-19 23-2 16,-3 1 0-16,-2 2-4 16,0 2-4-16,0 0 2 15,-5 5 5-15,-2 0 5 0,-1 0-4 16,1 7-1-16,0 1 2 16,1 2 1-16,2 0-1 15,3 1-1-15,1-2 2 16,0 0-2-16,0-2 3 15,7 0-3-15,1-4-2 16,2 0-1-16,2-3 3 0,1 0-9 16,2 0-16-16,-4-3-7 15,0-4 9-15,0-1 6 16,-3-2 16-16,-1 0 1 16,1-1 1-16,-1-1-1 15,-2 2 0-15,1 2 0 0,-1-2 0 16,-1 4 2-16,-1 0 10 15,0 3 8-15,0 0-5 16,0 2-8-16,1 1-4 16,0 0-2-16,1 0 0 15,0 1-1-15,2 4 2 0,-1 1 0 16,1 0 0-16,-2 1 1 16,1 2-1-16,-1-3 0 15,-1 1-2-15,0-2 1 16,-2-1-1-16,0-1 0 15,-2-1 0-15,0-1-2 0,0-1 3 16,0 0 35-16,0 0-33 16,-3-3-1-16,0-2-2 15,2-2-4-15,1-3-2 16,0 2-6-16,0-2-6 16,1 1 8-16,4 1 7 0,2 2 3 15,1-1 0-15,1 4 0 16,0 0 2-16,-1 1-1 15,2 2 0-15,-1 0-1 16,-1 0 1-16,0 5-1 16,-1 3 0-16,-1-1 0 0,-2-2 3 15,0 1-14-15,-1-2-39 16</inkml:trace>
  <inkml:trace contextRef="#ctx0" brushRef="#br0" timeOffset="81527.75">23190 1405 58 0,'0'0'19'0,"0"0"-14"0,0 0 1 15,-8 31 6-15,8-18-1 16,0-1-2-16,4 1-2 0,3 1 0 16,0-1-4-16,1-2-1 15,-1 1-1-15,1-2 0 16,-3-2-1-16,1 0 0 16,-3 0-1-16,-2-2-1 15,-1-2-29-15,-1 0-22 0</inkml:trace>
  <inkml:trace contextRef="#ctx0" brushRef="#br0" timeOffset="81769.46">23156 1543 82 0,'0'0'4'0,"0"0"23"0,0 0 6 16,7-32-25-16,3 23-4 16,3-3 0-16,3 0-1 15,1 2-2-15,-1 0-1 16,0 3 0-16,-2 1 0 15,-1 2 0-15,-1 4-1 0,-2 0 1 16,-1 0 2-16,-2 7 4 16,0 0-2-16,-3 1 1 15,1 0 2-15,-1 0-5 16,0 1-2-16,1-1-1 16,0-3-1-16,-1-4-41 0,1-1-40 15</inkml:trace>
  <inkml:trace contextRef="#ctx0" brushRef="#br0" timeOffset="81919.83">23299 1339 136 0,'0'0'15'0,"0"0"-8"16,0 0-8-16,0 0-66 15</inkml:trace>
  <inkml:trace contextRef="#ctx0" brushRef="#br0" timeOffset="82321.17">23434 1312 87 0,'0'0'58'15,"0"0"-54"-15,0 0 9 16,30-7-8-16,-22 7-1 16,1 1-4-16,-2 7 0 0,0 2 0 15,-3 1 2-15,-1 0 2 16,-3 0-5-16,0-1 0 16,-6 0-1-16,1-4 3 15,-5 0 2-15,2-2-1 16,-1-2 3-16,1 0-3 0,2-2 0 15,1 0-2-15,1 0 3 16,3-4 2-16,1-2-6 16,0 1 2-16,0-2-1 15,0 2 2-15,5 2 2 16,1-2 2-16,4 3-5 0,-2 1 1 16,4-1-1-16,-2 2-1 15,1 0 1-15,0 0-1 16,1 0 0-16,-1 0-3 15,-2 0-17-15,0-2-33 16,-3-1-34-16</inkml:trace>
  <inkml:trace contextRef="#ctx0" brushRef="#br0" timeOffset="82559.64">23473 1159 138 0,'0'0'25'16,"0"0"10"-16,0 0-2 16,0 0-17-16,0 0-16 15,0 0-4-15,0 0 6 0,0 0 0 16,1 28-2-16,9-10 1 16,-1 0-1-16,3 2 0 15,-1 0 1-15,2-1-1 16,-1-2-8-16,3-2-23 15,2-5-33-15,2-3-20 16</inkml:trace>
  <inkml:trace contextRef="#ctx0" brushRef="#br0" timeOffset="83491.11">23830 1209 122 0,'0'0'13'16,"0"0"25"-16,0 0-16 15,0 0-19-15,-33-24-2 16,18 24 2-16,0 0-3 16,0 4 2-16,3 2-1 15,3 2 0-15,3 0 1 0,4 0-1 16,2-1 0-16,0-3 1 16,3 2 0-16,4-5-4 15,2-1 2-15,3 0 1 16,0-4 7-16,3-4-5 15,-3-4-1-15,0-1 0 0,-1-2-1 16,-2-3 1-16,-2-2-2 16,-2-1 1-16,-2-4-2 15,0 2 1-15,-3-2-7 16,0 4-13-16,-7 1-14 16,-1 3 10-16,-1 4 25 0,-2 5 0 15,1 3 2-15,0 5-2 16,0 0 0-16,0 0 3 15,3 8-2-15,2 0 0 16,3 2 0-16,2 2 0 16,0 1 0-16,2 0 3 0,6 0-2 15,4 1-1-15,1-3 5 16,3-1-7-16,3 2 5 16,2-4-7-16,1-3 4 15,-1 0-4-15,1-3 2 16,-2-2 0-16,-3 0 1 0,0 0 0 15,-3-4 2 1,-1-2-2-16,-3-1 5 0,-3-1 0 16,-4 1-1-16,-2 2 1 15,-1 0 7-15,0 1-8 16,-7 3-2-16,-1 0 0 16,-1 1-4-16,0 0 4 0,2 0-3 15,1 4 1-15,4 0-1 16,0-1 0-16,2 1 2 15,0-1 1-15,4-1-3 16,2-2 0-16,3 0-1 0,0 0 3 16,2 0 2-16,0-7-1 15,1-2-2-15,1-2 0 16,-1-3 0-16,-1-2-1 16,-1-2 2-16,-1 0-2 15,-3-3-3-15,1-1 1 16,-4-1-9-16,0 1-21 0,-3 1-8 15,0 4-8-15,0 4 27 16,-2 2 20-16,-2 4 4 16,-3 6 0-16,2 1-3 15,-1 0-5-15,1 6 11 16,0 5-3-16,2 1 3 0,2 1 0 16,1 2 1-16,0 0-1 15,4 0 1-15,3-3-1 16,3-1 1-16,1-1 1 15,3-4 4-15,2-3-2 16,1-2 4-16,2-1 3 0,1 0-8 16,1-1-5-16,1-5-1 15,0-2-3-15,-4-2-4 16,-5-3-112-16</inkml:trace>
  <inkml:trace contextRef="#ctx0" brushRef="#br0" timeOffset="96474.67">23310 1930 41 0,'2'0'15'0,"-1"0"-11"0,1 0-2 0,-1 0 2 0,-1 0-1 15,0 0 0-15,0 0-1 16,1 0-1-16,-1 0 2 16,0 0 0-16,1 0 1 15,0 0 8-15,-1 0 0 16,0 0-5-16,1 0 0 16,1 0-2-16,-1 0-3 0,2 0 1 15,0 0-1-15,-2 0-2 16,2 0 3-16,0 4-1 15,1-1 0-15,-1 2 2 16,1 0-2-16,-1 1 1 16,1 1-1-16,-1 0 0 0,-1-1 0 15,0 4 0-15,1-3-1 16,0 1 1-16,-1 0-1 16,0 0 2-16,1-1-1 15,-2 0 2-15,2-1-1 16,-2 1 1-16,1-2 0 0,-2 3 0 15,1-3 0-15,1 1-3 16,-1-1 2-16,0 0-3 16,1-1 1-16,0-1-1 15,-1 0 2-15,0-1-2 16,1 0 1-16,-1-2 0 0,0 1-1 16,2 0 2-16,-2-1 1 15,0 0 3-15,1 0 1 16,2 0 3-16,-1 0-1 15,2-2-2-15,1-2-3 16,2 0-3-16,-2-1 1 0,2 1 0 16,0-2-2-16,2 2 1 15,0-1 0-15,-3 0-1 16,1 1 0-16,-1 0 2 16,0 1-2-16,-1-1 1 15,0 1 0-15,0-2 1 0,-1 3-1 16,2-1-1-16,-2 0 2 15,0 1-2-15,0 1 0 16,0-1-2-16,-1 2-1 16,-1-2-5-16,-1 0-28 15,0 1-82-15</inkml:trace>
  <inkml:trace contextRef="#ctx0" brushRef="#br0" timeOffset="97334.02">23812 1793 25 0,'0'0'0'0,"0"0"1"0,0 0 2 0,0 0 5 15,0 0 13-15,0 0 4 0,0 0-2 16,0 0 1-16,2-28 0 16,-4 28-6-16,1-3-10 15,-3 3-4-15,0-1-4 16,-1 1 4-16,-1 0 3 15,-1 0-3-15,-2 0 2 0,-1 0 1 16,-2 4-5-16,1 1 0 16,-1 1 0-16,0 1-1 15,2 0 2-15,-1 2-2 16,1 1-1-16,2 0 0 16,0-2 0-16,3 1 1 15,-1-1-1-15,2-1 1 0,2-1-1 16,1-2 1-16,1-1-1 15,0 2-5-15,0-3 2 16,0-1 2-16,5 1-3 16,0-2 1-16,1 2 1 15,1-2 0-15,0 0 5 0,0 0-3 16,-1 0 1-16,1 0-1 16,-2 0 0-16,0-2 1 15,0 2-1-15,0-2 1 16,1 1 0-16,0 1-1 15,1 0 1-15,0 0-1 0,-1 0 0 16,2 0 0-16,-1 0 1 16,-2 0-1-16,0 0 0 15,0 0 0-15,1 3 2 16,-3 0-1-16,0-1 2 16,1 1-3-16,-1 2 0 0,-1-2 0 15,-1 2 1-15,-1 0 0 16,0 1-3-16,0 0 0 15,-4 1 9-15,-1-1-5 16,-1 1-1-16,0-2-1 16,0 1 2-16,-1-2 2 0,0 1-2 15,1-2 3-15,-1 0 0 16,-2 1-2-16,0-1-3 16,-1 0 0-16,1-1 4 15,1-2-3-15,1 2 0 0,0-1-1 16,3-1 0-16,2 0 0 15,1 0-2-15,1 0-5 16,0 0-15-16,0 0-52 16,4-5 10-16</inkml:trace>
  <inkml:trace contextRef="#ctx0" brushRef="#br0" timeOffset="97925.41">23982 1677 56 0,'0'0'6'0,"0"0"13"0,0 0 0 0,0 0-2 0,0 0 0 16,0 0 0-16,0 0-1 15,0 0-3-15,0 0-3 0,0 0-2 16,0 0-4-16,0 0-4 16,0 0 0-16,8-8 0 15,-6 12 1-15,-1 1 0 16,1 1 0-16,0 4 0 16,-1 0 1-16,1 0-1 0,-1 1 2 15,0 1 0-15,0 1-1 16,0-2 2-16,0 0-2 15,1 0 1-15,-2-1-2 16,1-2 0-16,-1-1 0 16,0 1-1-16,0-4 2 15,0 1-2-15,0-2 0 0,0 2 0 16,0-2 0-16,0 0 0 16,0-1-4-16,0 1 8 15,0-1-4-15,0-1-7 16,-1-1-8-16,-2 0-49 15,1 0-28-15</inkml:trace>
  <inkml:trace contextRef="#ctx0" brushRef="#br0" timeOffset="98287.88">23930 1704 40 0,'0'0'50'0,"0"0"-41"0,0 0 2 15,0 0 7-15,0 0-1 16,0 0-1-16,0 0 2 0,0 0-5 15,0 0-9-15,0 0-4 16,3-22 2-16,4 17 1 16,1 0-6-16,1 0 8 15,1-1-3-15,2-1 4 0,1 1-1 16,0 1-3-16,1-2 1 16,1 1-3-16,0-1 1 15,-2 2-1-15,-1-1-11 16,0-1-70-16</inkml:trace>
  <inkml:trace contextRef="#ctx0" brushRef="#br0" timeOffset="99376.74">24187 1780 88 0,'0'0'3'0,"0"0"0"0,0 0 13 0,0 0 12 0,0 0-19 16,0 0 2-16,0 0 4 16,0 0-4-16,0 0 0 15,0 0 2-15,0-4-6 0,0 2-1 16,0-2-3-16,0 3 0 15,0-3-1-15,0 4 0 16,0-3-1-16,-1 0 1 16,1 1-1-16,0-2 3 15,-1 1 1-15,1-1 5 0,0 0 0 16,0-1-6-16,0-1 0 16,0 0-1-16,0 0-1 15,0-2-2-15,0-2 1 16,0 1-1-16,0-1 1 15,0-1 0-15,0-1-1 16,0 1 1-16,0-1-1 0,0 0-1 16,0 1 1-16,1 1 0 15,1 2 0-15,0-1-2 16,1 3 2-16,-2 0 1 16,0 1-1-16,-1 0 0 0,0 1 1 15,2-1-2-15,-1 0 1 16,-1 2 0-16,2 0-1 15,-1 1 0-15,0 0 0 16,0 2 0-16,-1-1-3 16,1 1 2-16,0 0 1 0,1 0-1 15,0 0 2-15,1 3-1 16,-1 2 0-16,1 1 1 16,0 1 0-16,2 0 0 15,-1-2 0-15,-1 2 0 16,1-1 0-16,1-1 0 0,0-2-2 15,-1-1 1-15,2 1-1 16,0-3 1-16,1 0 0 16,-1 0 1-16,0 0-1 15,2 0 0-15,-2 0 1 16,0-3 0-16,0-2 1 0,-3 0 0 16,-1-1-1-16,2 0 1 15,-3 0 0-15,-1-2-1 16,0-1 0-16,0-1 2 15,1 1-4-15,0-2 2 16,0 0 0-16,2 2 0 0,-2 0 0 16,2 1 0-16,-1 1 0 15,-2 3 2-15,1 1-2 16,-1 2 1-16,0-1 1 16,0 2-2-16,0 0 0 15,0 0 0-15,0 0-2 16,0 0-2-16,0 4 3 0,0 4 1 15,1 3 1-15,1 0 2 16,2 3-2-16,0 2-1 16,2 1 0-16,1 0 0 15,-2 1-1-15,0 2-7 16,-2-2-19-16,0 2-26 0,-3-2-21 16</inkml:trace>
  <inkml:trace contextRef="#ctx0" brushRef="#br0" timeOffset="101477.78">23409 2248 44 0,'-10'3'1'0,"0"0"3"0,2-1 7 0,2-1 3 16,0-1 8-16,2 0 4 16,1 0 7-16,1 0 0 15,0 0-7-15,1 0-6 16,1-3-5-16,0 3-7 15,0 0-4-15,0-1-6 0,0 0-4 16,0 1 5-16,0-1 0 16,2-1 3-16,3 1-2 15,0-2-1-15,1 0 1 16,4 0-2-16,0-2 0 0,4-3 4 16,3 1-1-1,3-1 0-15,5-3 0 0,-1-1-1 16,4-1 0-16,3 0 1 15,0-1-1-15,2 2 0 16,0-1 1-16,3 0-2 0,0-1-1 16,2 0 3-16,3-1 0 15,-3 0-1-15,1 0 0 16,-1 1 0-16,-2-1 0 16,-1 2 0-16,-1 1 1 15,0-1-1-15,1 1 0 16,-1-1 0-16,0 0-1 0,1 1 2 15,-2-1-1-15,-3 1 0 16,0 1 0-16,1-3 0 16,-2 2 0-16,0-1 0 15,0-1 1-15,0 2-1 16,-3-1 0-16,-5 0 1 16,-2 3-2-16,-4-1 2 0,-4 1-1 15,-4 2 0-15,0-1 1 16,-1 1 0-16,-2 0-1 15,0-1 3-15,-1-1-1 16,-1-1-1-16,0-1 1 16,1-1-1-16,0-2 0 0,-1 0 0 15,1-1 0-15,0-1 2 16,-2-1-2-16,-1 0 0 16,0 1 2-16,0-1 0 15,0 2 0-15,-5-2 0 0,1 2-1 16,-3 0 1-16,1 0 1 15,2 0-3-15,-1 1 0 16,-2-1 1-16,0 2-1 16,-1-1 0-16,1 0 0 15,-2 3 0-15,-3 1-1 16,2-1 1-16,-3 2 0 0,1 1 4 16,-3 0-4-16,1 1 1 15,-1 3-5-15,1-1 4 16,-2 2-2-16,2 1 1 15,-1 1-2-15,-1 1 1 16,1 1 0-16,-2 0 0 16,0 0 1-16,-3 3-1 0,1 3 2 15,-2 1-2-15,-1 3 1 16,1 0-2-16,-1 1 3 16,-1 2-1-16,1-1 0 0,1 1-1 15,-2-1 1-15,1-1-1 16,1-3 1-16,0-1 0 15,2 0 0-15,1-1 0 16,-2-1 0-16,0 0 0 16,-1-1 0-16,0 2 1 15,-1-2-2-15,-1 1 1 16,-2-1 0-16,2 0 0 0,-1-1 0 16,1-1 1-16,1 3-2 15,-2-2 1-15,2 1 0 16,-1 0 0-16,-1 1 1 15,2 0-1-15,-1 0 0 0,-2 1 0 16,1 0 0-16,-3 1 0 16,3 0 0-16,-2 0 0 15,0 3 0-15,2-3-1 16,-3 3 1-16,3 0 0 16,-2 1 0-16,0 1 0 15,-2-1 0-15,1 2 0 0,-1 1 0 16,0 0 0-16,1 0 0 15,2 2 0-15,0-1-1 16,3 2 1-16,2 0-1 16,2 0-1-16,0 0 1 0,3-2 0 15,1 1 1-15,0-1 0 16,3 0 0-16,-1-1 0 16,1-1-2-16,2 1 2 15,1-1-1-15,0 1 0 16,2-1 0-16,1 0 1 15,2 2 0-15,0-2-1 0,2-1 1 16,1 4 0-16,0-2 0 16,0 2 0-16,0-1-1 15,3 1 0-15,2 3 2 16,0-3-2-16,0 2 1 16,1-3 0-16,-1 2 0 0,0-2 0 15,-1-1 0-15,1-2 0 16,-1 1 0-16,0 0 1 15,1-3-2-15,-1 2 1 16,1-2-1-16,0 0 1 16,1-2 0-16,0 2 0 15,1-2 0-15,1 0-3 0,0-1 2 16,0-2 0-16,2 0 1 16,-1-1-1-16,0 0 0 15,1-1 1-15,-1-2 0 0,0 1 0 16,-2 0 0-16,2-2-1 15,0 2 1 1,0-2-1-16,1 0 1 0,1 0 2 16,2 0-2-16,-1 0 0 15,2 0 0-15,2 0 0 16,0 0-1-16,3-3 1 0,0-1-1 16,1-2 1-16,1 1 1 15,1-2-1-15,2 1 1 16,1-1-1-16,2-3 0 15,4 2 1-15,1-2-1 16,2-3 0-16,6 0 0 0,4-4 1 16,6-3-1-16,9-8-2 15,8-11-38-15</inkml:trace>
  <inkml:trace contextRef="#ctx0" brushRef="#br0" timeOffset="104561.26">21683 4551 56 0,'0'0'20'0,"0"0"-1"0,0 0-5 0,0 0-8 0,0 0-2 0,-37 2-3 15,22-2-1-15,-2 0 0 16,-3 0 0-16,-3 0 0 0,-1 0 0 16,1 0-1-16,0-3-1 15,1-1 0-15,2-2 1 16,0-1 2-16,1-1-1 15,1-2 4-15,1-3 0 0,-2-1 0 16,3-2-3-16,-1 1-1 16,0-2 0-16,1-1 0 15,2 0 0-15,2-3 0 16,2 1 0-16,0-1 2 16,4-1 4-16,2 0-5 0,3 1 1 15,-1 1 4-15,2 2 6 16,0 0-8-16,3 2 1 15,2 1 2-15,1 0-3 16,3 3-1-16,1-1-4 16,0 3 2-16,1-2 1 15,4 1-2-15,0 3 0 0,1-1-2 16,2 0 4-16,3 0-5 16,1-1 4-16,5 2-1 15,3-2 2-15,3 0-4 16,4-1 4-16,1-1-2 0,1-1 1 15,2-1-2-15,1-2 1 16,0 2 1-16,2-1-1 16,1-2-1-16,0 2 1 15,3-1 1-15,-1 1-1 16,1 1 2-16,0 0-1 16,-1 1-1-16,0 0 1 0,0 2 0 15,0-2 1-15,0-1 1 16,2 0 4-16,0 0-2 15,3-2 1-15,2 1-4 16,3-1-1-16,0 1 0 16,0-2-1-16,0 1 0 15,1 1 2-15,-2 0-3 0,1 0 1 16,-3 1 0-16,3 0 1 16,-1 1-1-16,2 0 0 15,-1 0-1-15,-2 1 2 16,-1 1-1-16,-6-1 0 0,-2 2 1 15,-3 0-1-15,-4-1 0 16,-2 1 0-16,-1 0 0 16,-2 1 0-16,-2 1 0 15,-2-2 1-15,-1 0-1 16,0 2 0-16,-1-1 0 16,-1 1 0-16,1-1 0 0,-2 4 2 15,0-1-1-15,-2 2-2 16,-4 2 2-16,-2 1-1 15,-1 1 0-15,-3 0 0 16,-2 0 0-16,-1 2 0 0,0 2 0 16,0 3 0-16,-1 1 1 15,0 1-1-15,0 2-1 16,-1 0 0-16,0 4-1 16,1-1 1-16,2 2 1 15,0 1 0-15,0-1 0 16,2 4 0-16,-3-2-1 0,1 2 1 15,1 2 0-15,-3 1 1 16,0 1-1-16,-2 2 1 16,0 1-1-16,-4 1-1 15,-4-1 2-15,0 1 1 0,-9-1 1 16,-8 0-1 0,-10-1 0-16,-10 1 2 0,-11 4 1 15,-16 1 1-15,-16 6-1 16,-21 6-5-16,-21 8-1 15,-23 7-5-15,-21 3-58 16</inkml:trace>
  <inkml:trace contextRef="#ctx0" brushRef="#br0" timeOffset="106238.1">22158 4438 42 0,'0'-2'4'0,"0"-2"1"0,0 1 5 0,0 1-5 0,0-1-4 15,2 2 4-15,-2-1 6 16,0 0 1-16,0 2-3 16,0-1 0-16,1 1-5 15,-1 0-2-15,0 0-4 16,1 0 1-16,1 1 0 16,0 4 2-16,2 2-1 0,-2 2 0 15,1 0 0-15,2 1 0 16,-2 5 0-16,2 0 0 15,1 2 1-15,0 4-1 16,1 1 0-16,2 0 2 16,0 4-2-16,0-1 0 0,1 2 0 15,0-1 1-15,0 2-1 16,1 0 0-16,-2-1 0 16,-1-1 1-16,-1 1-1 15,0-4 1-15,-2 0-1 16,0-3 1-16,-5-4-1 0,2-1 1 15,-2-3-1-15,0-2 1 16,0-4-1-16,0 1 1 16,-2-1-1-16,0-2 1 15,-3-1-1-15,0 0-2 16,-3-3-20-16</inkml:trace>
  <inkml:trace contextRef="#ctx0" brushRef="#br0" timeOffset="106593.19">22196 4962 50 0,'0'0'16'0,"0"0"-13"0,0 0 0 0,0 0 0 0,0 0-1 16,0 0-1-16,0 0 2 16,0 0 0-16,0 0 0 15,33 11-1-15,-26-8 1 16,1-1-1-16,2-1-1 15,1 1 0-15,2-2-1 16,0 0 1-16,2 0-1 0,-2-2-2 16,1-3-17-16,-1-3-46 15</inkml:trace>
  <inkml:trace contextRef="#ctx0" brushRef="#br0" timeOffset="106721.73">22380 4869 71 0,'0'0'39'0,"0"0"-8"15,0 0-7-15,0 0-18 16,0 0-6-16,-23 36 1 16,14-9-1-16,-3 7 0 15,-6 4-22-15</inkml:trace>
  <inkml:trace contextRef="#ctx0" brushRef="#br0" timeOffset="107505.18">21913 5335 25 0,'0'0'3'0,"0"0"-5"16,0 0 1-16,0 0-8 0</inkml:trace>
  <inkml:trace contextRef="#ctx0" brushRef="#br0" timeOffset="117142.52">15916 5896 22 0,'0'0'50'0,"0"0"-45"0,0 0 8 0,0 0-1 16,0 0 0-16,0 0-2 0,0 0 3 15,0 0-1-15,0 0 4 16,0 0-1-16,-22-10-5 16,21 9-4-16,1 0-4 15,0 0-1-15,0 1 1 0,-1-1 3 16,1 1-1-16,0 0-5 16,0 0-2-16,0 0 0 15,0 0 1-15,0 3 1 16,0 1 0-16,0 3 0 15,0 1 1-15,1 1 0 0,3 2 0 16,-1-1 0-16,1 1 1 16,2 1-1-16,1-1 0 15,0 1 0-15,2 1 0 16,0-3-3-16,3 2-2 16,2-1-3-16,1-1 1 0,3-1 17 15,1 0-4-15,2 0 0 16,1 0-5-16,2 0 1 15,4-1 0-15,1 0 0 16,2-1 2-16,2 0 1 16,5-1-1-16,-1-3 2 15,4-1-1-15,0 1 2 0,1-3-2 16,2 0 1-16,-1 0-2 16,0 0-1-16,-2-5 1 15,-1 1 2-15,-1 0-3 16,-2-1 0-16,-1 0-1 15,0 0 0-15,1 1-1 16,-4-2-1-16,-1 3 1 0,-2-2-1 16,-4 2 1-16,-2 0-1 15,-4 0 1-15,-2 2-1 16,-4-2 1-16,-1 1-3 16,-4 1-13-16,-4-1-24 0,-2 1-47 15</inkml:trace>
  <inkml:trace contextRef="#ctx0" brushRef="#br0" timeOffset="117334.58">17004 5959 142 0,'0'0'3'0,"0"0"-2"0,0 0 0 0,30 14 0 15,-22 1-1-15,-4 2-1 16,-4 7 1-16,0 1-2 16,-5 2-37-16</inkml:trace>
  <inkml:trace contextRef="#ctx0" brushRef="#br0" timeOffset="120736.27">17438 5908 67 0,'1'0'2'0,"3"0"-1"0,-1 0 0 0,-1 0-1 16,3 5 3-16,-2 4 10 0,1 3 6 15,2 3-8-15,-2 0 2 16,2 3-4-16,0-1-1 15,-1 0-3-15,0 0-2 16,-1-4-1-16,-4 2 0 16,0-4 0-16,0 1-2 0,-4-2-6 15,-3-2-27-15,-3-3-33 16</inkml:trace>
  <inkml:trace contextRef="#ctx0" brushRef="#br0" timeOffset="121120.43">17448 5961 99 0,'0'0'2'0,"30"-21"4"16,-12 11 13-16,1 2 1 0,0 0-7 15,1 1-4-15,0 3-2 16,-1 3-2-16,1 1-2 15,-1 0-1-15,0 0-1 16,-3 8 0-16,-1 1-1 0,-1 2 1 16,-4-1 0-16,-2 2 1 15,-5 0-1-15,-2-1-1 16,-1 2 1-16,-3-2-2 16,-7 1 9-16,-3-3 2 15,-5 4-5-15,-2-3 3 16,-3 0-3-16,-1 1 6 0,-1-1-8 15,1-1 0-15,0 0 1 16,3-1-3-16,3-1 1 16,2 0 0-16,4-1 0 15,3 1-1-15,4-3-9 16,2-3-56-16,3-1-68 0</inkml:trace>
  <inkml:trace contextRef="#ctx0" brushRef="#br0" timeOffset="121604.42">17879 5970 145 0,'0'0'-5'15,"0"0"6"-15,0 0 0 0,0 0-1 16,0 0 4-16,0 0-3 15,8-27 5-15,-16 24 3 16,-3 3 1-16,-2 0-7 16,0 0 0-16,0 3 1 15,-1 4-4-15,1 1 4 0,1 2-2 16,4 0-1-16,1 0 0 16,3 0-1-16,1-1 1 15,3-3 3-15,0 1-3 16,2-4-1-16,4 0 5 15,3-3 4-15,1 0-5 0,0 0 0 16,3-2-1-16,-1-4-1 16,-1-1-1-16,-1-1 0 15,-2 0 0-15,1 1-1 16,-4 0 2-16,1 1 1 16,-1 3 0-16,0 0-2 15,-2 2 1-15,2 1-2 0,1 0 0 16,0 0-1-16,-1 2 1 15,2 3 0-15,2 0 0 16,0 0 0-16,0 1-5 16,0-2-18-16,0-3-25 15,0-1 2-15,-2 0-47 0</inkml:trace>
  <inkml:trace contextRef="#ctx0" brushRef="#br0" timeOffset="121889.43">18006 5762 192 0,'0'0'9'0,"0"0"-6"15,0 0-4-15,0 0 2 0,0 0-1 16,0 0 0-16,17 39 6 15,-12-22-2-15,1-1-2 16,0 1-1-16,0 1 0 16,1-2 0-16,-2-2 1 0,0 1-1 15,-2-2-1-15,-1 0 2 16,-2 1 0-16,0-3-4 16,0 1-40-16,-5-4-41 15</inkml:trace>
  <inkml:trace contextRef="#ctx0" brushRef="#br0" timeOffset="122052.6">18001 5912 229 0,'0'0'3'16,"0"0"2"-16,0 0-4 15,30-15-1-15,-14 12-11 16,4 2-16-16,0-1-23 15,0 0-21-15</inkml:trace>
  <inkml:trace contextRef="#ctx0" brushRef="#br0" timeOffset="122397.97">18315 5846 75 0,'0'0'22'15,"0"0"29"-15,0 0-10 0,0 0-7 16,0 0-16-16,0 0-17 15,0 0-4-15,-16-21 3 16,6 24-2-16,-2 6 5 16,1 2-1-16,0 0-1 15,2 1 0-15,2 0-1 16,3-1 3-16,2 1-2 0,2-4 0 16,0 0-2-16,1-3 1 15,6-2-5-15,-1-2 2 16,3-1 4-16,0 0-1 15,1-7 1-15,1 0 1 16,-1-3-2-16,0 2 1 0,0 0 2 16,-2 2 0-16,1 2 2 15,-4 2 0-15,3 2-2 16,0 0-3-16,1 2 0 16,3 5 0-16,-1 1-22 15,2-2-110-15</inkml:trace>
  <inkml:trace contextRef="#ctx0" brushRef="#br0" timeOffset="122785.71">18836 5881 155 0,'0'0'8'0,"0"0"1"0,0 0-6 0,0 0-2 0,34-10 0 15,-16 5 2-15,4-2 2 16,4 0 1-16,6-1 3 16,6-2 0-16,3 1-2 0,3-1-1 15,3 0-2-15,3 2-2 16,0-2 1-16,1 3-2 16,-3 0 1-16,1 1-2 15,1 0 0-15,-6 2-10 16,-2-3-76-16</inkml:trace>
  <inkml:trace contextRef="#ctx0" brushRef="#br0" timeOffset="123298.96">20164 5473 69 0,'0'0'0'0,"0"0"1"0,0 0 0 0,0 0 1 0,1 29 0 15,-1-17 1-15,0 0 4 16,0 4 0-16,0 1 0 15,1-2-3-15,1 0 1 0,1-1 1 16,1-2 2-16,2 0-1 16,-1-4 3-16,3 0 3 15,0-3 3-15,3 0-5 16,1-2 3-16,0-1-3 16,3 1-2-16,0-2-6 0,1-1-2 15,3 1 0-15,-2-1-9 16,1 0-50-16,0 0-90 15</inkml:trace>
  <inkml:trace contextRef="#ctx0" brushRef="#br0" timeOffset="123703.98">20529 5559 191 0,'0'0'-8'0,"0"0"21"15,0 0-5-15,0 0-9 16,0 0 3-16,-35-9 1 16,22 9-7-16,-1 6 8 15,1 0-4-15,0 3-3 16,2-1 4-16,4 0-1 0,1 2 2 16,4-1-2-16,0-1 2 15,2-2-3-15,0 1 2 16,7-4-5-16,3 1 3 15,0-3 2-15,4-1-2 16,0 0-4-16,1 0-10 16,-1-5-4-16,-2-2 13 15,-2 2 7-15,-5 0 0 0,1-1 2 16,-3 2 8-16,0 1 8 16,-2 0-1-16,1 2 0 15,-1 1-12-15,0 0-6 16,2 0-3-16,0 1 1 15,1 3-1-15,1 0-16 0,2 1-7 16,1-2-8-16,-1-3-22 16</inkml:trace>
  <inkml:trace contextRef="#ctx0" brushRef="#br0" timeOffset="124238.58">20603 5372 85 0,'0'0'73'0,"0"0"-71"0,0 0 1 0,0 0-1 15,34 10-1-15,-26 2-1 16,0 2 1-16,-3 3 2 0,1 0-3 15,0 1 0-15,-1-2 0 16,-3-1-2-16,-1-2 2 16,0-3-1-16,-1-1 1 15,0-3 1-15,0-1 1 0,0-3-5 16,0-2 6-16,0 0 11 16,0 0 15-16,0 0-13 15,6-4-8-15,-1-2-6 16,4 1-1-16,0-2 1 15,3 2 0-15,1 0-2 16,1 2 0-16,2 1 1 0,0 2-1 16,2 0 3-16,-2 0-2 15,-3 1 1-15,0 3 0 16,-3 2-2-16,-3 0 0 16,-2-1-1-16,-5 2-1 15,0-3 0-15,0 0-3 0,-10 1-1 16,-4-2 7-16,-2 0 2 15,-3-1-3-15,1-1 4 16,1 1 1-16,1-2-4 16,4 1 2-16,2-1-2 15,6 0-7-15,2 0-55 16,2-1-89-16</inkml:trace>
  <inkml:trace contextRef="#ctx0" brushRef="#br0" timeOffset="124617.96">20943 5510 103 0,'0'0'56'0,"0"0"-53"0,37 0 2 0,-24-1-4 16,-1-2 1-16,-1 1-1 16,-1-1-1-16,-1 0 0 0,-2-1 1 15,2-1-2-15,-3 0 2 16,1-1-1-16,-3 0 1 15,-1 0 0-15,-2 2 3 16,-1 1 13-16,0 0-3 16,-1 2-11-16,-6 1-4 0,0 0-1 15,-3 0 3-15,1 3-5 16,1 2 7-16,1 2 0 16,1 1-2-16,4 0 0 15,-1-1 0-15,3 1 2 16,0-3-3-16,0 0 5 15,6 1 1-15,3-4 3 0,2 1 0 16,2-1-2-16,3-2-3 16,-2 0-1-16,2 0-2 15,0 0-18-15,0 0-24 16,-2-7-31-16</inkml:trace>
  <inkml:trace contextRef="#ctx0" brushRef="#br0" timeOffset="124934.33">21205 5217 141 0,'0'0'3'0,"0"0"-7"0,0 0 3 0,0 0 2 15,-1 30 4-15,1-14 3 16,4 4 4-16,1 3 5 16,3 0-1-16,-1 2-1 15,2-3 1-15,-1 1-8 16,1-2-5-16,-2-3 0 0,0-1-1 16,-2-4 1-16,-1 0-2 15,-2-3 2-15,1-4-1 16,-2-2-13-16,-1-3-20 15,0-1-34-15,0-5-3 16</inkml:trace>
  <inkml:trace contextRef="#ctx0" brushRef="#br0" timeOffset="125197.53">21332 5214 215 0,'0'0'-6'16,"0"0"10"-16,0 0-9 16,0 0 6-16,0 0 3 15,10 31 1-15,-6-16 2 0,-1 2-3 16,0 2 1-16,2 1-2 16,-1-1 1-16,0 2 2 15,0-2-4-15,-1 1 0 16,2-2 0-16,-2-1 1 15,1 0 0-15,0-4-14 0,0-5-39 16,1-2-44-16</inkml:trace>
  <inkml:trace contextRef="#ctx0" brushRef="#br0" timeOffset="125560.37">21516 5402 160 0,'0'0'6'16,"0"0"-6"-16,0 0 0 16,0 0 0-16,0 0 0 0,0 0 2 15,31 23 8-15,-24-23 3 16,3 0-3-16,-1 0-3 16,0 0-4-16,-3-3-2 15,1-2 1-15,-1-2 0 16,-1-1 0-16,-4 2 2 0,1-1 8 15,-2 2-4-15,0-1 2 16,0 2-3-16,-5 1-2 16,-3 3-7-16,-1 0-3 15,-3 0-1-15,-1 7 5 16,0 2 4-16,2 1-2 16,2 2 1-16,3-1 0 0,4 1-2 15,2-1-5-15,0-1-13 16,5-3-8-16,8-1-16 15,2-4 3-15,4 1-27 16</inkml:trace>
  <inkml:trace contextRef="#ctx0" brushRef="#br0" timeOffset="125867.13">21759 5425 26 0,'0'0'25'15,"0"0"5"-15,0 0 2 16,0 0 1-16,0 0-25 0,0 0-14 15,0 0 5-15,0 0 3 16,-29 8 0-16,20-1-1 16,5 3 0-16,1-4 3 15,3-1-2-15,0 0-6 16,2-3 10-16,5-2-2 0,1 0 7 16,2-2 1-16,2-5 2 15,-1-4 5-15,0-1 0 16,-1-2-3-16,-2-3 4 15,-2-1 1-15,-2 0-2 16,-2-1-2-16,-2-2-9 16,0 2-7-16,-6 2-5 0,-5 1-10 15,-7 5-18-15,-5 3-38 16,-6 3-77-16</inkml:trace>
  <inkml:trace contextRef="#ctx0" brushRef="#br0" timeOffset="126393.17">19016 5937 201 0,'0'0'3'0,"31"0"-1"0,-10 0 1 0,7 0-2 16,-1 0 0-16,6 0-1 16,2 6 1-16,4 1-1 15,6 0 1-15,2 1-1 16,5 0 3-16,3-1-2 15,4 2 1-15,1-1 2 0,2 0 2 16,-1-1 0-16,2 1-1 16,-1 1-1-16,-4-2 1 15,-3 3-1-15,-4 2-4 16,-2-1 1-16,-4 2 0 16,-7 2-5-16,-5-2-35 0,-6-4-70 15</inkml:trace>
  <inkml:trace contextRef="#ctx0" brushRef="#br0" timeOffset="126849.86">20439 6096 231 0,'0'0'-18'0,"0"0"26"16,0 0-10-16,0 0 2 16,0 0 2-16,-7 34-1 15,7-22 1-15,0-1 3 16,2 2-2-16,5-3 1 15,2-1-2-15,1-2 3 16,1-3 1-16,3 0 3 16,0-3 0-16,0-1 0 0,0 0-4 15,2-5 0-15,-2-1 0 16,0-1-1-16,-2-1 0 16,-2-1 0-16,-1-2 3 15,-3 0 1-15,-1-1-2 0,-5 1 0 16,0 1-4-16,0 0-1 15,0 3 0-15,-3 1-1 16,-2 2-7-16,-1 4-2 16,0 0-21-16,2 0-34 15,0 0-53-15</inkml:trace>
  <inkml:trace contextRef="#ctx0" brushRef="#br0" timeOffset="127253.82">20708 6084 217 0,'0'0'-12'0,"0"0"13"15,0 0 1-15,0 0-2 16,29 4 1-16,-26 0-1 16,4 1 2-16,-4 2 2 15,2 0 2-15,1 1-4 16,0 2-1-16,-2-2 0 0,-2 0 0 15,0-3 0-15,0 0-1 16,-2-2-2-16,0-2-1 16,0-1-1-16,0 0 9 15,0 0-1-15,0-4-4 0,0-4 2 16,1 0-2-16,5-3 2 16,2 0-4-16,2-2 2 15,3 3-3-15,2 0-4 16,1 3 4-16,3-1 1 15,1 5 2-15,0 0 2 0,1 1 3 16,-2 2-3-16,0 0 2 16,-3 6 3-16,-1 1-5 15,-3 3 2-15,-3 0 1 16,-5 0-3-16,-2 0-21 16,-2-2-59-16</inkml:trace>
  <inkml:trace contextRef="#ctx0" brushRef="#br0" timeOffset="127547.06">21049 5940 87 0,'0'0'70'0,"0"0"-50"0,0 0 1 0,0 0-8 0,0 0 4 0,0 0-5 16,21 31-4-16,-16-14-1 15,0 0 0-15,2 4-3 16,1-4-1-16,1 1-2 16,1-2 0-16,3-1 2 0,0-3-1 15,1 1-3-15,1-3-22 16,2-4-23-16,0-1-32 15</inkml:trace>
  <inkml:trace contextRef="#ctx0" brushRef="#br0" timeOffset="127816.98">21345 6094 102 0,'0'0'47'16,"0"0"-1"-16,0 0-13 16,9-30-17-16,-10 27-8 15,-6 1-7-15,-2 2-4 16,-1 0 4-16,0 0 1 15,0 2-1-15,0 6-2 16,1-3 4-16,4 3-1 0,2-1-1 16,2-2 4-16,1 1-4 15,1-2-1-15,6 0 2 16,3-2 0-16,3-2 1 16,2 0 0-16,2 0-1 0,2-2-1 15,0-4-2-15,0-2-7 16,0 0-9-16,0-2-7 15,-3-3-8-15,-1-2-30 16,-3-3-12-16</inkml:trace>
  <inkml:trace contextRef="#ctx0" brushRef="#br0" timeOffset="128166.45">21504 5860 101 0,'0'0'38'0,"0"0"2"15,-18-29-7-15,12 26-10 16,1 3-15-16,-1 0-6 0,-2 5-3 15,3 6 1-15,-1 1 1 16,2 5 1-16,1 1 0 16,3 1 0-16,0-2-1 15,0 1 0-15,4-1-1 16,2-4 1-16,2-2 1 0,0-2 0 16,2-4 2-16,0-3-1 15,0-2 4-15,0 0 1 16,1 0-3-16,-3 0 1 15,1 0-3-15,-3 0-2 16,-2 0-1-16,0 3 0 0,-3 5-1 16,1-1 1-16,-2 3 1 15,0-1-2-15,-3-2 0 16,-4-1 1-16,-3 0-1 16,-1-3 1-16,-1 0 5 15,0 0-4-15,2-1-15 0,3-2-31 16,5 0-69-16</inkml:trace>
  <inkml:trace contextRef="#ctx0" brushRef="#br0" timeOffset="128529.82">21661 6013 212 0,'0'0'2'0,"0"0"1"16,34 0 2-16,-21 0-3 15,-1-4-2-15,0 0 1 0,-1-3 0 16,-1 1-2-16,-3-3-1 16,1 1 2-16,-6 1 1 15,0-1-1-15,-2 0-1 16,0 2-4-16,-4 3-21 16,-7 0 10-16,-2 3 10 15,-1 0 2-15,0 5 9 0,-2 4 1 16,3 1 2-16,2 1-4 15,4 1-1-15,4-1 4 16,2-1 0-16,1-2 2 16,1-1 0-16,7-2-2 0,0 0 3 15,5-3-4-15,1-1-2 16,0-1-3-16,1 0 1 16,1 0-3-16,1-3-10 15,0-5-35-15,-3-4-47 16</inkml:trace>
  <inkml:trace contextRef="#ctx0" brushRef="#br0" timeOffset="128836.1">21954 5675 89 0,'0'0'53'0,"0"0"-45"0,0 0-9 0,0 0-1 16,0 0 4-16,0 0 16 0,-10 29 10 15,10-11-4-15,0 3-7 16,0 1-4-16,0 2-6 16,6 0 5-16,1-2 1 15,1-1-1-15,1-1-4 16,1-2-5-16,-4-1-1 0,2-2 0 15,0-4 1-15,-4 2-3 16,-1-5-25-16,0-2-21 16,-1-5-39-16</inkml:trace>
  <inkml:trace contextRef="#ctx0" brushRef="#br0" timeOffset="129191.96">22079 5709 139 0,'0'0'1'16,"0"0"29"-16,0 0-22 16,0 0-10-16,0 0 13 15,-11 33 8-15,11-14-2 16,0 3-5-16,0 1 3 0,5-1-6 15,3 1 0-15,1-5-3 16,1-1 2-16,0-3 1 16,0-4-1-16,2-1 1 15,-2-6-1-15,2-1-2 16,-2-2-2-16,1 0 2 16,-1-4-2-16,0-5-1 0,-2 0 0 15,-1 0 0-15,-2 1-2 16,-3 1-2-16,-2 3-2 15,0 1-21-15,-3 2-63 16,-5-1-111-16</inkml:trace>
  <inkml:trace contextRef="#ctx0" brushRef="#br0" timeOffset="130587.41">22058 5313 106 0,'0'0'5'0,"2"0"-1"0,6 0 0 0,-1-4-1 15,3 1 0-15,3 0-1 16,0-1 0-16,1 1-1 16,2 0 2-16,0 0-1 15,2-1 2-15,-1 1 1 0,3-1-2 16,0 0 0-16,2-1-1 15,2 0 0-15,0 0-1 16,3 0 1-16,0-2 0 16,-2 1 1-16,0 1 0 15,-3-2 4-15,-2 2 0 0,-2 0 2 16,-3 2 2-16,-2-2-2 16,-3 2-4-16,-1 1-2 15,-2 0-2-15,-2 1 0 16,-1 1-1-16,-1 0 0 15,-2 0 0-15,0 0-2 0,-1 1-18 16,0 3-19-16,-1 1-4 16,-4-2-71-16</inkml:trace>
  <inkml:trace contextRef="#ctx0" brushRef="#br0" timeOffset="131513.28">22857 5001 54 0,'0'0'16'0,"0"0"8"0,0 0-2 0,0 0-5 15,0 0-3-15,0 0 1 16,0 0 2-16,0 0-1 15,0-28 2-15,0 26-6 16,-1 1-3-16,-1 0-8 0,-3 1-2 16,-1 0-2-16,0 0 3 15,-1 4-3-15,-3 2 6 16,1 1-3-16,2-1-3 16,2 2 2-16,1-1 3 15,1 0 0-15,3 1-2 16,0-1 1-16,0-1-2 0,0-1 1 15,6 2 0-15,0-3-4 16,2 0 8-16,0-1-3 16,2 1 2-16,-2-1-2 15,0 0 0-15,-2 2-1 16,-1 0 0-16,0 1 0 16,-3-1 0-16,-2 2-2 0,0 0 1 15,0 0-2-15,-2-1 3 16,-7 3 0-16,-1-1 1 15,-2-2 3-15,-2 1-2 16,1-3 1-16,1-1-1 0,1-2 2 16,2 1 0-16,4-2-1 15,0 0-1-15,4 0 1 16,1 0 2-16,0-5-14 16,2 0-34-16,6-3-48 15</inkml:trace>
  <inkml:trace contextRef="#ctx0" brushRef="#br0" timeOffset="132253.57">22924 5040 160 0,'0'0'6'0,"0"0"0"0,0 0-5 15,0 0-1-15,0 0 1 0,-3 28 0 16,3-20-1-16,0 1 0 16,0-2 0-16,5-1-1 15,3-1 3-15,-1 0-3 16,3-3 5-16,1-2-1 16,1 0 1-16,1 0-2 15,-1-4 0-15,1-3 0 0,-2-1 4 16,-2-2-2-16,-2-1-2 15,-2 1 2-15,-1 1-2 16,-4 0 0-16,0 2 0 16,0 2 0-16,0 1 4 15,-3 2 3-15,0 1-8 0,0 1 1 16,1 0-2-16,2 4 0 16,0 2 0-16,0 2-2 15,0 1 1-15,3-1-3 16,3-1 5-16,2-2-2 15,-1 0 2-15,3-2-1 16,1-1 0-16,-1-2 1 0,3 0-2 16,-1-1-1-16,-1-6 0 15,0 0 1-15,-2-4 2 16,-1-1-1-16,-1 0 2 16,-2-2 0-16,-1 1-1 0,-2 2 1 15,1 0-2-15,-2 3 0 16,0 1 4-16,-1 4 4 15,0 1 0-15,0 1-3 16,1 1-6-16,1 1-4 16,-1 7 2-16,0 2 1 0,2 3 4 15,1 4-1-15,0 1 0 16,0 2-1-16,2 1 2 16,-1-1 0-16,0 1-1 15,0-1 0-15,0-3 0 16,-1-2 0-16,0-2 0 0,-1-3-1 15,-1-3 1-15,0-1-3 16,-2-2-6-16,0-4-4 16,0 0 3-16,0 0 16 15,-3-7-11-15,-1-3-19 16,1-3-9-16,1-5-32 16,2-1-24-16</inkml:trace>
  <inkml:trace contextRef="#ctx0" brushRef="#br0" timeOffset="132504.07">23241 5020 37 0,'0'0'35'0,"0"0"-16"0,9-36 14 0,-5 28-15 16,0 1 0-16,2 2-10 0,0 0-1 15,2 2-6-15,-1 1-1 16,3 2-1-16,-4 0-4 16,1 0 6-16,-2 2 3 15,1 2-1-15,-3 2-2 16,-2 2-1-16,-1-1 0 0,0 1 3 15,-3-1-1-15,-5-1 3 16,-2 1 1-16,-2-2 0 16,-2 1 2-16,0-2-8 15,2-1 2-15,2 0-8 0,3 0-14 16,2-3-31 0</inkml:trace>
  <inkml:trace contextRef="#ctx0" brushRef="#br0" timeOffset="133492.57">23377 4987 10 0,'0'0'7'15,"0"0"0"-15,0 0 4 16,0 0 10-16,0 0 4 16,0 0-7-16,0 0 2 15,0 0-5-15,0 0-10 0,24-29 2 16,-24 22-1-16,0 2 4 16,0 0 2-16,0 0-4 15,0 3 2-15,-2-1-4 16,-2 2-1-16,0 1 0 15,0 0-5-15,-1 0 1 16,1 1 0-16,-1 6-1 0,1 0 0 16,1 1-1-16,1 1 1 15,0 0 0-15,2-1 0 16,0 2-1-16,0-2-2 16,2-1 2-16,2-1-2 15,0-1 2-15,1 0 5 0,0-3-2 16,1 0-2-16,-2-2 3 15,3 0-2-15,-2 0 1 16,0-2-1-16,-2-3 2 16,1-1 0-16,1-2 1 15,-1-1-3-15,1 1 0 0,-2-2 0 16,2 2-1-16,0 0 0 16,0 1-1-16,0 0 1 15,-1 2 2-15,2 2-2 16,-1 0 1-16,0 3-2 15,0 0 0-15,2 0 2 16,0 0 0-16,-1 3-1 0,1 0 1 16,1 2 1-16,0 0-2 15,0 0 0-15,-2-2 0 16,2 1 0-16,-4-3 1 16,2 1 1-16,-2-2 0 0,0 0 1 15,0 0 1-15,0-2 0 16,1-3-2-16,-1-1-1 15,3-2-2-15,-4-1-9 16,4-1-6-16,-2 0-3 16,0-1 0-16,2-2-13 0,-2 3-11 15,1 0 6-15,0 1 27 16,-3 3 11-16,0 3 11 16,-2 2 4-16,2 1 4 15,-3 0-23-15,1 0 5 16,2 4 7-16,1 3 5 0,0 2-4 15,2 1-3 1,1 1 3-16,0 0-5 0,-1 1-3 16,0-3 1-16,0-1-2 15,0-1 1-15,-2-2 1 16,1-1 6-16,0-2 5 0,-2-1 0 16,-1-1 3-16,1 0 2 15,-1 0 20-15,0-3-13 16,0-4-17-16,-1 0-3 15,1-1-5-15,1-2-1 16,-2 0 1-16,2 0-3 16,0 3-3-16,1-1-3 0,0 3-5 15,2 1-21-15,1 2-14 16,-1 0-37-16</inkml:trace>
  <inkml:trace contextRef="#ctx0" brushRef="#br0" timeOffset="133703.95">23830 4890 76 0,'0'0'24'0,"0"0"-12"0,0 0 1 0,0 0 8 16,0 0-1-16,0 0-12 16,0 0-2-16,0 0-1 15,28 28-3-15,-25-23 0 16,1-2 0-16,-1 2-1 15,2-2 2-15,-4 1-2 16,1-1-17-16,-1-1-35 0,-1-2-15 16</inkml:trace>
  <inkml:trace contextRef="#ctx0" brushRef="#br0" timeOffset="133819.26">23840 4792 87 0,'0'0'2'16,"0"0"-47"-16</inkml:trace>
  <inkml:trace contextRef="#ctx0" brushRef="#br0" timeOffset="134538.78">23967 4825 120 0,'0'0'15'16,"0"0"15"-16,0 0-13 16,0 0-12-16,1-28 6 15,-1 24-1-15,-2 3-9 16,-2 0 0-16,1 1 0 16,0 0 1-16,0 4 0 0,1 3-2 15,1 3-1-15,1 2 0 16,0 0-1-16,0 1 1 15,0 0 1-15,5-1 0 16,-2 1 0-16,1-2-1 16,1-1 4-16,-1 0-2 0,-1-4-1 15,0 0 1-15,-2-3 0 16,-1-1-2-16,0-1 1 16,0-1-1-16,0 0 7 15,-3 0 2-15,0 0-4 16,0 0-3-16,3-1 1 15,0-2-5-15,0-1-15 0,3 0-2 16,5-2 13-16,0 1 4 16,2 0 3-16,-1 0 1 15,1 0-1-15,1 2 0 16,1-1 1-16,-2 0 0 16,1 1-1-16,1-1 2 0,0 1 0 15,-1-1 1-15,1 1 2 16,-3-1-2-16,0 1 0 15,-3-1 1-15,-2 2-1 16,1-1-1-16,-5 2 0 0,0 1 1 16,0 0 4-16,0 0-3 15,-6 0-1-15,-2 4-4 16,0 5 1-16,1 0 0 16,2 1 1-16,1 2-1 15,4-1-1-15,0-1-3 0,1-2 1 16,6-3 1-16,0-1 6 15,2-3 1-15,0-1-1 16,3 0 10-16,-2-4 18 16,1-6-5-16,-2-4-5 15,-2-2 0-15,0-3 1 16,-4 0 4-16,-1-2-14 16,-2 2-7-16,0 1-4 0,-3 5-19 15,-11 4-13-15,-7 4-33 16,-7 5-58-16</inkml:trace>
  <inkml:trace contextRef="#ctx0" brushRef="#br0" timeOffset="135135.54">22279 5886 178 0,'0'0'10'0,"0"0"14"0,0 0-19 15,0 0-5-15,0 0 0 16,0 0 1-16,0 0 0 16,39 17-1-16,-21-9 0 0,-1 1 2 15,3-1-2-15,5 1 1 16,-3-2 0-16,3-1 0 16,2-1 3-16,1 0 4 15,1-2 0-15,-1-1 3 16,3 0-4-16,-1 0-3 15,-1-1-2-15,-4 1 0 0,-1 0 0 16,-2-1-2-16,-5 2 2 16,-2-1-2-16,-4 1 1 15,0 2-1-15,-3-1 0 16,-3 1-5-16,0 1-16 16,-3 0-20-16,-2 0-45 0</inkml:trace>
  <inkml:trace contextRef="#ctx0" brushRef="#br0" timeOffset="135633.32">22961 5825 104 0,'0'0'9'0,"0"0"7"0,0 0 15 0,0 0-2 0,0 0-9 16,0 0-17-16,0 0-3 15,0 0 0-15,0 0 2 16,-11 23 2-16,9-7-1 15,1 3-2-15,1 0 0 16,0 0 1-16,3-3 0 16,4-3-1-16,1-1 2 0,1-4 0 15,3-1 0-15,-1-4-2 16,2-3 4-16,3 0 0 16,-1-3 0-16,2-6 3 15,-2-4-2-15,0-2 2 16,-2-3 2-16,-2-2 3 0,-1 0-2 15,-2-1-3-15,-4 2-3 16,-1 0-3-16,-1 4-1 16,-2 1 0-16,0 4 0 15,0 3-2-15,-2 3-5 16,-1 4-3-16,0 0-19 0,-1 2-41 16,0 3-36-16</inkml:trace>
  <inkml:trace contextRef="#ctx0" brushRef="#br0" timeOffset="136054.24">23186 5856 215 0,'0'0'-14'0,"0"0"21"16,0 0-5-16,30-15-1 15,-23 12 0-15,-4 1-1 0,0 1 0 16,-2 1 0-16,2 0 0 15,-2 0-1-15,2 6 0 16,0 4 0-16,0 0 0 16,-1 3 4-16,0 2-2 15,-1-1 0-15,0 0-4 0,-1-3 5 16,0-2 1-16,0-2-3 16,0-2-1-16,0-3 1 15,0-2 3-15,0 0 7 16,0-1 16-16,0-6-15 15,0-2-7-15,0-3 3 16,5-1-7-16,2-2 1 0,3 0-1 16,1 1 0-16,2 2 0 15,-2 1-1-15,0 3 1 16,0 2 1-16,0 4 1 16,-2 2-2-16,0 0 0 15,0 4 1-15,-1 4-8 0,0 3-21 16,-2-1-15-16,0 2-12 15,1-3-5-15</inkml:trace>
  <inkml:trace contextRef="#ctx0" brushRef="#br0" timeOffset="136398.54">23515 5834 125 0,'0'0'-2'0,"0"0"12"0,8-33 6 0,-8 25-5 15,0 5 1-15,-5 0-2 0,-1 3-1 16,-3 0-5-16,1 0-6 16,-2 5 7-16,2 1 0 15,2 2-4-15,0 1 0 16,4-1 0-16,2 0 2 0,0-1-1 16,3 1-5-16,5-1 3 15,3 0 6 1,-1-1-4-16,1 0 3 0,-1-1 0 15,0 1-2-15,-3-3-1 16,-3 3-1-16,-1-2 1 16,-3 1 0-16,0-2-3 0,-4 3 3 15,-5-1 3-15,-3 0 2 16,0-1-3-16,1 2-3 16,0-4-1-16,4 0-13 15,4-2-53-15</inkml:trace>
  <inkml:trace contextRef="#ctx0" brushRef="#br0" timeOffset="137057.12">23602 5801 248 0,'0'0'-6'0,"0"0"9"15,0 0-10-15,0 0 7 16,0 0 1-16,0 0 1 15,0 0 0-15,0 0 3 16,8 34-4-16,-6-25 0 0,2-1 1 16,1-1-1-16,0-2-1 15,2-1 2-15,0-1 0 16,3-3 2-16,0 0-3 16,1 0 1-16,-1-5-2 15,0-2 0-15,1-1-2 0,-3-2 2 16,-1 2 0-1,-2 0 0-15,-1 1 0 0,-1 4 0 16,-3 0 0-16,0 2 5 16,0 1-5-16,0 0-3 0,0 6-2 15,0 2 7-15,0 1 1 16,0 1-1-16,0-1-2 16,4-1 0-16,3-1-2 15,2-2 2-15,1-2 0 16,-2-2 2-16,4-1-2 15,0 0 0-15,-1-6 2 0,1-1-1 16,-2-2 0-16,-1-2 1 16,1-2-2-16,0 1 3 15,-3 1-3-15,1-2 1 16,1 1 0-16,-2 3-1 16,0 0-1-16,-2 4 1 0,-2 1 0 15,-1 3 0-15,-1 1-1 16,0 0-2-16,-1 5-2 15,2 5 0-15,-2 3 4 16,0 4 4-16,2 1-3 16,0 5 1-16,1-1 0 0,0 1 0 15,-1-2-1-15,1-1 1 16,-1 0 0-16,1-2 0 16,-3-3-1-16,1 0 0 15,-1-2-5-15,0-3 9 16,0-1-15-16,-1-3-20 0,-4-3-23 15,1-3-29-15</inkml:trace>
  <inkml:trace contextRef="#ctx0" brushRef="#br0" timeOffset="137305.85">23906 5795 173 0,'0'0'-6'0,"0"0"15"0,31-28 0 0,-18 23-2 16,-2 2 2-16,1 1 1 0,-4 2-4 16,0 0-2-16,-2 4 0 15,-3 5-1-15,-2 1 0 16,-1 3-3-16,0-1-2 16,-4-1 1-16,-4 1 0 15,-2-2-1-15,-3-2-4 16,1-1-4-16,2 0-9 0,3-3-19 15,-1-2-41-15</inkml:trace>
  <inkml:trace contextRef="#ctx0" brushRef="#br0" timeOffset="137847.29">24020 5821 225 0,'0'0'-4'0,"0"0"5"15,0 0 0-15,0 0 1 16,35-13 0-16,-27 7-1 0,0 1 0 16,0-1-1-16,-1 0 2 15,-1-1-2-15,-2 2 0 16,1-1 3-16,-4 1 0 16,-1 0-2-16,0 2 1 15,0 1 0-15,0-1-5 0,-1 3 2 16,-6 0-10-16,0 0-3 15,-1 0 5-15,0 3 1 16,0 1 7-16,-1 1-1 16,4 1 0-16,-1 2 3 15,3 0-1-15,2 0 0 0,1 1 0 16,0-1 1-16,0 2 1 16,4-2 1-16,3 0-1 15,0-1 0-15,0-2 0 16,2 0 3-16,-1-3 0 15,1-2 0-15,-1 0 3 0,0 0-1 16,-1 0 3-16,1-1 3 16,-1-5 0-16,0 0-2 15,0-2-2-15,2-1-4 16,-2 1-2-16,2 0-4 16,-3-1-3-16,-1 3 4 0,1 1-1 15,-4 1 0-15,0 3 2 16,-2 1 1-16,2 0-7 15,0 0 6-15,-1 6-6 16,0 3-12-16,-1 2-2 16,1-1-24-16,0-1-25 0,0-2-46 15</inkml:trace>
  <inkml:trace contextRef="#ctx0" brushRef="#br0" timeOffset="138202.44">24237 5794 74 0,'0'0'77'0,"0"0"-58"0,0 0 12 0,0 0-9 16,0 0-14-16,0 0-3 16,0 0-4-16,0 0-1 0,0 0-2 15,0 0 4-15,20-5 3 16,-16 13-2-16,1 0 0 15,0 0-1-15,0-1 0 16,0-2 0-16,-1 0 0 0,1-3-1 16,-3 0 1-16,3-2 5 15,-1 0 8-15,0 0 3 16,1-4 3-16,0-3-5 16,1-1-7-16,-2 1-4 15,2-4-3-15,0 2-1 16,-2 1-1-16,0 0-1 15,-1 1-11-15,2 3-15 0,-5 2-20 16,1 0-26-16,-1-1-89 16</inkml:trace>
  <inkml:trace contextRef="#ctx0" brushRef="#br0" timeOffset="138415.56">24443 5671 174 0,'0'0'4'0,"0"0"2"0,0 0-5 16,0 0-1-16,5-27 0 15,-5 24 0-15,0 2 2 16,0-1-1-16,0 2-1 16,0 0-1-16,0 0-4 15,0 0-6-15,4 0-12 0,-2 2-17 16,2 1-47-16</inkml:trace>
  <inkml:trace contextRef="#ctx0" brushRef="#br0" timeOffset="138544.6">24529 5704 129 0,'0'0'1'16,"0"0"-6"-16,0 0-67 15</inkml:trace>
  <inkml:trace contextRef="#ctx0" brushRef="#br0" timeOffset="141767.84">16768 7650 72 0,'-12'5'5'0,"2"-2"9"0,1 2-2 0,4-3 0 15,0 1-4-15,2-2-3 0,3 0 2 16,0 0-1-16,0 0-3 16,0 2-6-16,0 1 2 15,0 0 1-15,0 1-1 16,3 1 0-16,2 0 0 16,2 0 4-16,2-1-1 0,4 0 0 15,1 1-5-15,5-1 7 16,3-1-2-16,0 2-1 15,6-2 1-15,2-1 1 16,4 1-1-16,1-1-2 16,7 0 4-16,6-2-2 0,1 1 2 15,3-2-3-15,4 0 3 16,4 0-2-16,0 0-1 16,3-3 1-16,1-4 0 15,4 1-1-15,-5-4 0 16,-2 1 0-16,-4-3 1 0,0-1-1 15,-5 0-1-15,-7-1 2 16,0-1-1-16,-4 2 1 16,-6 1 1-16,-3 1-1 15,-6 2 1-15,-6 3-1 16,-5 1-2-16,-6 1-5 16,-4 1-17-16,-4 1-27 0,-1-1-13 15</inkml:trace>
  <inkml:trace contextRef="#ctx0" brushRef="#br0" timeOffset="141967.85">18008 7501 206 0,'0'0'-23'0,"0"0"52"0,0 0-5 0,0 0-16 15,0 0-12-15,0 0 1 16,0 0-3-16,0 0 1 15,6 43 1-15,-3-12 4 0,-2 7 2 16,-1 7 1-16,-5 10-7 16,-13 4-34-16,-3-1-59 15</inkml:trace>
  <inkml:trace contextRef="#ctx0" brushRef="#br0" timeOffset="143839.95">18762 7494 145 0,'-4'-4'0'0,"1"0"22"0,2 1-6 0,-2 2-7 15,3 0-3-15,0 1-11 0,0 0-6 16,0 8-1-16,0 4 5 16,-1 3 10-16,1 5 1 15,0 3-4-15,0 2 2 16,0 1-1-16,0 1 0 0,0-2 0 15,0-3 0-15,0-2 1 16,0-4-1-16,0-2-2 16,0-4 3-16,1 0 0 15,4-3-4-15,0-1 8 16,2-1-4-16,2-2 0 16,-1-1 6-16,3-2-5 0,0 0 2 15,2 0-1-15,1-5 0 16,1 0-2-16,1-1 0 15,0-1 1-15,1 1-1 16,-1 2-3-16,1-1-16 16,-3 0-28-16,-1 0-5 0</inkml:trace>
  <inkml:trace contextRef="#ctx0" brushRef="#br0" timeOffset="144369.65">19097 7588 86 0,'0'0'25'0,"0"0"-9"0,-31 15 3 16,21-8-12-16,0 4-1 16,1 1-4-16,2 2 2 0,2 0-3 15,3 0-1-15,2-1 1 16,0-1-2-16,0-2 1 16,2-1 1-16,5-2 2 15,-2-2-6-15,3-2 13 16,-2-3-3-16,2 0-1 0,0 0 2 15,-1-5-3-15,1-5 0 16,-2 0-2-16,-2-3-1 16,0-2 0-16,0 2 0 15,0-1-3-15,-1 0 3 16,-2 4-2-16,0 0-1 16,1 5 3-16,-1 2-2 0,0 3-1 15,2 0-5-15,-1 1-3 16,1 7-4-16,2 2 10 15,-1 2 3-15,2 0 1 16,1-1-1-16,1 1 2 0,-1-4-2 16,3 0 3-16,-3-1-6 15,2-3-20-15,-1-3-22 16,-1-1-13-16</inkml:trace>
  <inkml:trace contextRef="#ctx0" brushRef="#br0" timeOffset="144878.51">19240 7405 179 0,'0'0'14'0,"0"0"14"0,0 0-17 0,0 0-9 0,0 0-10 16,0 0-1-16,0 0 1 15,0 0 8-15,-5 37-4 0,8-18 1 16,1 2 4-16,-1 1 0 16,2 0-4-16,-3-2 8 15,2 0-5-15,0-2 2 16,-2-3 1-16,0-4-2 16,0-3 1-16,0-3 0 0,0-1-2 15,0-3 0-15,-2-1 2 16,2 0 5-16,-1-8-1 15,4-2-3-15,-2 0-3 16,4-3 3-16,-1 3-3 16,4 0-2-16,1 2 4 15,1 1-2-15,3 2-1 0,0 2 1 16,-2 3-4-16,-1 0 4 16,-2 4-7-16,-3 5-7 15,-4 1 8-15,-1 3 1 16,-2 0-3-16,0 1 6 15,-5-2-1-15,-5 1 2 0,-2-2 3 16,-2 0 1-16,-4-2-2 16,0-1 2-16,2-4 0 15,2 0-2-15,2-3 1 16,5-1-1-16,2 0-7 16,5-8-76-16</inkml:trace>
  <inkml:trace contextRef="#ctx0" brushRef="#br0" timeOffset="145284.43">19488 7557 129 0,'0'0'-3'0,"0"0"2"0,0 0 2 16,0 0-1-16,0 0 1 0,0 0 1 15,0 0 1-15,28 7-1 16,-24-12 0-16,-1-2 0 16,-2 1 2-16,1-2 12 15,-2 1 3-15,0 0-7 16,0 2-2-16,-3-1-5 0,0 4-4 16,-4 2-2-16,0 0 2 15,-1 0-2-15,-1 10-2 16,1 1 1-16,0 3 4 15,3 2-2-15,-3 2-1 16,6-1 4-16,2-1-2 16,0-2-2-16,0-2 3 0,6-1 1 15,2-3-2-15,3-3 1 16,1-3 0-16,2-2 4 16,0 0-2-16,4-7-11 15,1-4-18-15,-2-5-33 16,-1-5-29-16</inkml:trace>
  <inkml:trace contextRef="#ctx0" brushRef="#br0" timeOffset="145611.85">19588 7235 116 0,'0'0'10'0,"0"0"0"0,0 0-14 0,0 0 2 0,-6 42 5 16,6-21 0-16,2 7 5 16,6 0-5-16,-1 3 0 15,1 0 0-15,0 0 3 0,0-1-4 16,-2-2 2-16,0-1-1 15,-1-2 1-15,-1-2 2 16,-2-3 1-16,-1-2-3 16,1-3-3-16,-1-3-4 0,0-6-32 15,0-6-3 1,1 0-39-16</inkml:trace>
  <inkml:trace contextRef="#ctx0" brushRef="#br0" timeOffset="145930.14">19646 7217 237 0,'0'0'-14'15,"0"0"29"-15,0 0-8 16,0 0-2-16,0 0-4 15,0 0-4-15,0 0-3 16,0 0-8-16,0 0 3 16,-4 33 8-16,8-7 0 15,2 4 4-15,1 3 1 0,2 0 0 16,-1 1 1-16,2 0 0 16,0-3 2-16,1-1 2 15,0 1-1-15,-1-1-3 16,0 0-19-16,-2-7-34 15,0-3-18-15</inkml:trace>
  <inkml:trace contextRef="#ctx0" brushRef="#br0" timeOffset="146311.95">19924 7522 100 0,'0'0'-1'16,"0"0"1"-16,0 0 0 16,0 0 1-16,0 0-5 0,0 0-2 15,0 0 4-15,30 0 3 16,-26-9 0-16,-1 1 8 16,-1-1 6-16,0-1 12 15,-2 1-2-15,0 0-15 16,0 4-6-16,0 0 14 0,-5 4-7 15,-3 1-2-15,-2 0-4 16,-2 7-4-16,-1 2 1 16,2 3 1-16,0 1-1 15,1 1-2-15,6 0 3 16,1 1-2-16,2-1-4 16,1 0 8-16,3-3-4 0,6 0-1 15,4-5-7-15,2-1-13 16,3-4-17-16,1-1-18 15,2-3-33-15</inkml:trace>
  <inkml:trace contextRef="#ctx0" brushRef="#br0" timeOffset="146722.67">20130 7475 96 0,'0'0'39'0,"0"0"15"15,0 0-30-15,0 0-19 0,0 0-1 16,-28 8-5-16,17 5 5 15,0 1-4-15,2 1 0 16,1 1-1-16,1-1 2 16,2-1-1-16,4-3-2 15,-1 0 4-15,2-3-3 16,0-3-5-16,0-3-10 0,3-2 9 16,3 0 10-16,2-8-1 15,-2-4 0-15,2-2 0 16,0-3-1-16,1-2-1 15,0-3 4-15,-1 0-3 16,2-3-1-16,-1-3 2 0,-1-2-2 16,0-1-4-16,-2 0-18 15,-1 1 1-15,-2 2 14 16,-3 4 3-16,0 5 5 16,0 8 6-16,0 3 29 15,-1 7-12-15,-4 1-15 0,0 9-12 16,1 8-3-16,-3 6 1 15,5 4 9-15,1 4-3 16,1 1 0-16,1-1 1 16,9 0-6-16,1-2-25 15,3-1-40-15</inkml:trace>
  <inkml:trace contextRef="#ctx0" brushRef="#br0" timeOffset="147057.07">20651 7402 120 0,'0'0'-17'0,"0"0"23"0,0 0 6 0,0 0 1 0,-30-14 1 15,19 14-3-15,-1 3-2 16,0 5 6-16,1 3-6 16,-1 2-3-16,3 1-2 0,0 2-1 15,3-1 0-15,1-1-5 16,4-1 5-16,1-2-2 16,0-2 0-16,1-2-1 15,8-3 0-15,1-4 4 16,3 0-4-16,3-2-10 15,1-9-22-15,0-1-25 0</inkml:trace>
  <inkml:trace contextRef="#ctx0" brushRef="#br0" timeOffset="147342.01">20627 7111 150 0,'0'0'17'15,"0"0"-11"-15,0 0-8 16,-24 35-2-16,22-17 2 16,-1 3 2-16,2 3 0 15,1 2 5-15,0 2-2 16,2 2-4-16,4 2 8 0,2 0-3 15,-1-1 1-15,1-2-1 16,1 0-4-16,-1-4-25 16,1-2-17-16,0-6-24 15</inkml:trace>
  <inkml:trace contextRef="#ctx0" brushRef="#br0" timeOffset="147762.96">20861 7364 180 0,'0'0'-10'0,"0"0"30"15,0 0-1-15,0 0-15 16,0 0-2-16,0 0-4 16,-36-13-2-16,24 21 9 15,1 2-6-15,-1 3 4 0,2 0 0 16,2 1-1-16,3-2 0 15,-1 0-1-15,4-2 1 16,2 0-1-16,0-5 0 16,0 0-2-16,4-3 0 15,2-2 1-15,2 0 0 16,2-5 5-16,0-5-4 0,-1 0 1 16,1 0-1-16,-2 0 0 15,1 2 0-15,-2 1 0 16,-1 1 0-16,-1 4 1 15,0 2-2-15,1 0-4 16,-1 0 4-16,1 5 0 0,-1 3-2 16,2-1 4-16,-1 1-1 15,-1 0 0-15,1-1-1 16,-1 1-11-16,1-3-30 16,-2-1-24-16,2-3-42 15</inkml:trace>
  <inkml:trace contextRef="#ctx0" brushRef="#br0" timeOffset="148053.42">20985 7174 113 0,'0'0'6'0,"0"0"37"0,0 0-4 0,0 0-29 15,0 0-3-15,0 0-8 0,-29-12 2 16,27 21-5-16,2 5 0 16,0 3 4-16,0 1 1 15,0 2-1-15,0 2 1 16,4-1 0-16,1 1 0 16,0-1 2-16,0-1 2 15,-3-2-2-15,1 0-9 0,-1-5-1 16,-2-2-25-16,0-3-28 15,0-4-26-15</inkml:trace>
  <inkml:trace contextRef="#ctx0" brushRef="#br0" timeOffset="148233.29">20923 7357 151 0,'0'0'40'0,"0"0"0"16,0 0-26-16,0 0-9 0,0 0-4 15,0 0-1-15,0 0 0 16,37-26 0-16,-21 23 0 16,3 1-2-16,-2-1-23 15,0-1-50-15,-1 0-49 16</inkml:trace>
  <inkml:trace contextRef="#ctx0" brushRef="#br0" timeOffset="148713.37">21176 7216 87 0,'0'0'48'15,"0"0"-33"-15,0 0 7 16,0 0-8-16,25-30-9 16,-19 26-4-16,2 1-1 15,-2 2 0-15,0 1-3 16,0 0-1-16,-1 4-1 0,1 3 1 15,-2 4 4-15,1 1-1 16,-1 4-1-16,-1 1 4 16,-2 1-3-16,1-1 3 15,-2 1-2-15,0 0 0 16,-5-3 0-16,0-1 1 16,-5-3 1-16,-2-1 2 0,1-2-4 15,-3-3 6-15,1-2 3 16,1-3-4-16,0 0 1 15,0 0 2-15,4-3 0 16,0-5 2-16,3-1-5 0,2 1-3 16,1-3 4-16,2 1-5 15,0 0-1-15,0 2 1 16,5 1 0-16,0 1-2 16,1 2 3-16,2 2-2 15,1 2-1-15,2 0 1 16,3 0-1-16,2 5-2 0,2 5 4 15,3 0 0-15,0 4-1 16,2 2 1-16,0-2-34 16,-2 0-80-16</inkml:trace>
  <inkml:trace contextRef="#ctx0" brushRef="#br0" timeOffset="189701.22">20797 7581 0 0,'0'0'0'0,"0"0"0"0,0 0 0 0,0 0 0 16,0-1 8-16,0 1 10 15,0-1 1-15,-2-1-2 16,1 2-2-16,0-2-4 16,0 1 1-16,1-1-2 0,-1 2-1 15,1 0 1-15,0-1-1 16,-1 0 0-16,1 1 2 15,-1 0-1-15,1 0-2 16,0 0-4-16,0 0-2 16,0 0-4-16,0 0 1 15,0 2 0-15,0 3 1 0,3 3 0 16,2 2-1-16,0 2 0 16,2 1 1-16,-2 5 0 15,3-1 0-15,0 3 1 16,2 1-1-16,-1 1 1 15,1 0 1-15,0-2 2 0,-1 0 0 16,0-1 6-16,0 0 0 16,0-1 0-16,0-1 1 15,0 2-2-15,1-2-4 16,-2-2 0-16,1 0-1 16,-2 0-1-16,0-2 0 0,-1-4 1 15,-1 0-2-15,-1-3 0 16,0-2 2-16,-2 0 1 15,0-2-3-15,-1 0-8 16,-1-1-27-16,0-1-47 16</inkml:trace>
  <inkml:trace contextRef="#ctx0" brushRef="#br0" timeOffset="190007.28">20876 7962 119 0,'0'0'10'0,"0"0"-5"0,0 0 0 0,0 0 3 16,0 0 0-16,0 0-2 16,0 0-1-16,0 0 0 0,0 0-3 15,0 0 0-15,32 16-1 16,-23-16-4-16,2 0-30 16,-2-6-21-16</inkml:trace>
  <inkml:trace contextRef="#ctx0" brushRef="#br0" timeOffset="190137.03">20980 7919 132 0,'0'0'48'0,"0"0"-23"16,0 0-21-16,0 0-2 15,0 0 4-15,10 41-1 16,-3-22-2-16,-1 2 0 16,-2 0-45-16</inkml:trace>
  <inkml:trace contextRef="#ctx0" brushRef="#br0" timeOffset="191717.82">20224 8492 84 0,'0'5'5'0,"0"3"-4"16,0 2 0-16,0 3 3 0,0 1-2 16,0 1 0-16,3 0 1 15,3 1 1-15,-2-2-1 0,2 0-1 16,-2-1 1-16,2-1-1 15,-1-1 1-15,-1-1-1 16,-2 1 1-16,2-4-1 16,-4-2-15-16,0-2-30 15</inkml:trace>
  <inkml:trace contextRef="#ctx0" brushRef="#br0" timeOffset="192248.64">20243 8452 82 0,'0'0'3'0,"0"0"7"15,0 0-1-15,21-29-2 16,-14 24-1-16,0 1 1 15,0-1-1-15,2 4 0 16,1-1-2-16,2 1-2 16,0 1 0-16,3 0-2 0,0 0 0 15,-2 3 0-15,-2 4 1 16,-1 0-1-16,-3 2-3 16,-3-1 0-16,-2 2 3 15,-2 2 1-15,0-1 0 16,-6 0 3-16,-3 0 2 15,0 0 0-15,-2-1-4 0,0 0 0 16,0-1-2-16,2-2 1 16,1-1-2-16,2-2 2 15,1-2-1-15,2 1 1 16,1-2-1-16,2 0 2 16,0-1-1-16,0 0-8 0,0 0 0 15,1 0 10-15,4 2 2 16,1 1-4-16,1-1-1 15,2 1 1-15,0 0 2 16,2 1 0-16,1-1 0 0,-1 1-1 16,1 0-1-16,2 0 1 15,1 1 0-15,-2-2-2 16,2-1-21-16,-2-1-46 16</inkml:trace>
  <inkml:trace contextRef="#ctx0" brushRef="#br0" timeOffset="192626.64">20544 8577 177 0,'0'0'1'0,"0"0"-1"0,0 0-11 15,0 0 18-15,0 0-8 16,0 0 1-16,0 0 4 15,0 0-2-15,29-24 1 0,-21 16-1 16,0-2 0-16,1 2-1 16,-2-2 0-16,-1 2 0 15,-1-1 0-15,-3 3 0 16,-1 2 0-16,-1 0 0 16,0 2 2-16,-2 2-6 0,-2 0 10 15,-5 1-7-15,1 5 1 16,0 2 0-16,1 2-1 15,-1 1 1-15,3 1-1 16,1-2 0-16,3 1 1 16,1-1-2-16,0-2 1 15,5-2-3-15,5-2-14 0,3-2-7 16,0-2-11-16,3 0-23 16</inkml:trace>
  <inkml:trace contextRef="#ctx0" brushRef="#br0" timeOffset="193175.55">20805 8429 112 0,'0'0'2'0,"-36"14"4"15,19-4-3-15,2-1 4 0,-1 3 2 16,5 1-4-16,4-3-3 15,4 0-2-15,3 0 1 16,0-2-1-16,6-3-2 16,4-1 2-16,3-3 8 15,2-1-4-15,0 0-2 0,3-4 1 16,-4-4 0-16,1-1-2 16,-1-2 1-16,-4-1 0 15,-1-1 0-15,-2 1-1 16,-2 2 2-16,-2 0 1 15,-1 3 0-15,-2 3 2 0,0 2 9 16,0 2-4-16,-3 0-2 16,-1 0-8-16,0 2 0 15,0 5-3-15,2 3 3 16,0 0-1-16,2 2 0 16,0 4 0-16,2-3 1 0,3 1-1 15,4 1 1-15,0-2 0 16,0 0 1-16,-1 0-1 15,-1-2 1-15,0 0-1 16,-2-2 0-16,-1-1-1 16,-3 0 1-16,-1-2-2 0,0 2 2 15,-1-3 3-15,-6 2 3 16,-3 1-5-16,-2-1 1 16,-2 1-4-16,-1-1 0 15,0-4-6-15,-1-1-15 16,2-2-7-16,2-2-14 0,2-8-49 15</inkml:trace>
  <inkml:trace contextRef="#ctx0" brushRef="#br0" timeOffset="193545.57">20941 8406 117 0,'0'0'3'0,"0"0"-1"0,30-7-1 0,-18 7-1 0,0 0 1 15,-2 5-1-15,0 3 0 16,0 1 2-16,0 3 2 16,-1-2 3-16,-1 1 0 15,-1 0-1-15,-2-4-1 16,-1 0 0-16,-3-3 1 0,1-1 1 15,-2-2 5-15,0-1 16 16,0 0 12-16,0 0-18 16,-3-2-8-16,0-5-2 15,-3-1-5-15,2-3-2 16,-2-2 2-16,4-1-6 0,0 0-16 16,2-1 7-16,0 0 7 15,9 1-2-15,0 0-34 16,2 4-38-16,-2-3-97 15</inkml:trace>
  <inkml:trace contextRef="#ctx0" brushRef="#br0" timeOffset="193900.93">21221 8375 87 0,'0'0'2'15,"0"0"1"-15,0 0 2 16,0 0-1-16,0 0 7 16,0 0 16-16,0 0-6 15,0 0-9-15,0 0-2 0,24-7-3 16,-24-1 2-16,0-2-5 16,0 2-1-16,-1 0-2 15,-4 0 2-15,-1 4-1 16,-1-1-2-16,-1 5 12 15,1 0-6-15,-3 0-4 0,1 7-1 16,2 3 1-16,1 1-1 16,0 3 0-16,5 0-1 15,1-1 2-15,0-1-2 16,7-1-1-16,3-1-1 16,2-3-5-16,1-2-8 15,4-4-15-15,0-1-40 0</inkml:trace>
  <inkml:trace contextRef="#ctx0" brushRef="#br0" timeOffset="194314.92">21460 8225 123 0,'0'0'7'0,"0"0"18"16,0 0-12-16,-28-7-10 15,16 7 1-15,-1 3-4 0,-1 4 1 16,2 1 1-16,0 1-2 16,2 0 6-16,3 1-1 15,2-2-2-15,4-1-2 16,1 0 1-16,0-1 1 16,1-1-3-16,7-2 0 0,-1 0 5 15,2 0-2-15,1-2 2 16,1 1 0-16,-1-2 1 15,1 3-4-15,-1-2 0 16,0 1 0-16,-2 0 1 16,0 1-3-16,-5-1 1 0,-1 0 1 15,0 2-1-15,-2 0 0 16,0 1 4-16,-2 0-1 16,-2 0 1-16,-3 0-1 15,1 0-2-15,-1-2-1 16,1 1-3-16,3-3-10 0,2-1-17 15,1 0-8-15,0-5-58 16</inkml:trace>
  <inkml:trace contextRef="#ctx0" brushRef="#br0" timeOffset="194919.56">21630 8155 147 0,'0'0'3'0,"0"0"-1"0,0 0 1 0,0 0 0 0,0 0-2 16,0 0 7-16,0 0-4 15,-34-28-2-15,21 28 3 16,0 2 2-16,-1 4 0 16,2 1-1-16,1 1-6 15,3 2 1-15,3 3 0 16,0-3 0-16,3 2-1 0,2-2 0 15,0-1 0-15,3-2 0 16,4-2 1-16,3 0 3 16,1 0 3-16,0-2-2 15,3-1 1-15,1 1-3 0,-1 1-1 16,-1-1 0-16,-1 2 1 16,-2 1-2-16,-2-1 0 15,-2 0 0-15,-2 0-1 16,-1 0 0-16,-2-1 0 15,-1-1 3-15,0 0-1 16,0 0 3-16,-5-1-2 0,-1 0-1 16,-1-2-1-16,0 0-1 15,0 0 0-15,0 0 1 16,1 0 0-16,3-4 0 16,2-2-3-16,1-1-4 15,0-2 0-15,5 0-4 0,3 1 4 16,1 0 4-16,1 0-1 15,0 2 0-15,1 0 4 16,0 3 4-16,1 1-2 16,2 2 1-16,-1 0-1 15,1 1 0-15,-1 4 0 16,-1 2 0-16,-1 1-1 0,-1-1 1 16,-3 1-1-16,0-2-2 15,-1 0-1-15,-2-3-21 16,-1 0-12-16,0-3-48 15</inkml:trace>
  <inkml:trace contextRef="#ctx0" brushRef="#br0" timeOffset="195055.33">21737 8112 136 0,'0'0'29'0,"0"0"7"0,0 0-29 0,0 0-6 0,0 0-34 15,0 0-80-15</inkml:trace>
  <inkml:trace contextRef="#ctx0" brushRef="#br0" timeOffset="195709.76">21970 8120 187 0,'0'0'-9'0,"0"0"17"16,0 0-4-16,0 0-3 15,0 0-3-15,0 0-2 16,-33-1 6-16,22 4-1 16,2 2 1-16,1 3-1 0,2-1-1 15,-2 4 1-15,5-1 0 16,0 0-1-16,2 0 3 15,1 0-3-15,0-3 0 16,2-1-3-16,3-1 0 0,3-3 8 16,-2-2-4-16,1 0 1 15,0 0-1-15,-1-2 0 16,0-2 1-16,-1-3 0 16,0 0-1-16,-3-2 2 15,1 0-2-15,1 1 0 16,-4-2 0-16,2 2-1 15,-1-1 0-15,1 1 1 0,0 1 0 16,1 1-1-16,-1 1 1 16,2 0-1-16,1 2 0 15,-1 1 0-15,2 1-1 16,1 1 0-16,2 0 1 0,0 0 0 16,2 2 0-1,-1 2 0-15,1 3 0 0,1-1 0 16,0 2 0-16,0 0 0 15,-2-1 0-15,-3 0 1 16,0-2-1-16,-3-2 0 0,-1 0 1 16,-1-3 0-16,-1 0 0 15,-1 0 5-15,1-7 0 16,-1-1 2-16,3-1-1 16,1 0 1-16,1 1-1 15,1 1-10-15,3 2 6 0,-1 3 1 16,4 2-2-16,-1 0 0 15,1 0 1-15,0 7 3 16,-2 2-6-16,-5 2-40 16,-5-2-30-16</inkml:trace>
  <inkml:trace contextRef="#ctx0" brushRef="#br0" timeOffset="196434.73">20730 7592 103 0,'0'0'8'0,"0"0"19"0,0 0-13 0,0 0-6 15,0 0-8-15,0 0 0 16,28-8 1-16,-12 6 3 16,4 0-2-16,5 1 3 0,3 1 2 15,7-2 3-15,6 2-4 16,5 0-3-16,7 0-1 16,6 0 0-16,7 0 0 15,5-1 4-15,6-1 0 16,7-1 0-16,6-1-2 0,3-1 2 15,5-1 7-15,5-3-1 16,5 1 1-16,0-2-4 16,3 0-4-16,1 0 1 15,-6-1-3-15,-4 2-1 16,-4 0 0-16,-7 1-2 0,-6 2 1 16,-8 1 0-16,-5 2 1 15,-9 2-2-15,-8 1 3 16,-4 0-4-16,-10 4-26 15,-10 3-37-15,-6 0-98 16</inkml:trace>
  <inkml:trace contextRef="#ctx0" brushRef="#br0" timeOffset="196926.86">23153 7785 94 0,'0'0'6'0,"0"0"28"0,0 0-11 0,0 0-3 0,0 0 5 15,8-29-4-15,-10 27-13 16,-3 0 0-16,-2 1-7 16,-2 1 3-16,1 0-3 0,-2 3-1 15,0 6-1-15,-1 2 2 16,3 3 2-16,2 2-3 15,1 2 0-15,4-1 1 16,1 0-1-16,0-2 1 16,7-3-2-16,2-1 2 15,3-4 2-15,2-4 5 0,4 0 0 16,4-3-1-16,1 0-3 16,3-3-3-16,1-4 1 15,0-2-1-15,-4-2-18 16,-4-2-24-16,-5-1-24 15,-3-4-2-15</inkml:trace>
  <inkml:trace contextRef="#ctx0" brushRef="#br0" timeOffset="197175.59">23317 7581 163 0,'0'0'13'16,"0"0"15"-16,0 0-18 15,0 0-12-15,0 0-1 16,0 0 3-16,-5 44 3 16,6-23 1-16,5 3 1 0,-2-1 0 15,3 1 0-15,2 0 0 16,-1-2-2-16,2-1 0 16,0-2 0-16,0-1 1 15,-2-3-4-15,2-2-17 16,1-4-25-16,0-6-1 15,1-3-55-15</inkml:trace>
  <inkml:trace contextRef="#ctx0" brushRef="#br0" timeOffset="197581.41">23554 7729 213 0,'0'0'21'0,"0"0"2"16,0 0-14-16,0 0-8 15,0 0-1-15,-31-10-2 16,20 13 2-16,0 4 1 0,1 3 0 16,0 1-1-16,1 0 1 15,3 2-1-15,1-2 2 16,5-1-1-16,0 0 0 16,0-2-6-16,0-3-5 15,5-2-4-15,3-3 10 16,1 0 4-16,2-3-1 0,1-5 1 15,0-2 1-15,3-2-1 16,-5-1 2-16,1 1-1 16,-3 0 0-16,-2 3 4 15,-1 1 4-15,-3 3 8 16,-1 2 0-16,0 1 0 0,-1 2-8 16,0 0-9-16,1 0-7 15,1 7 5-15,0 2 2 16,1 1 7-16,2 1-5 15,0 2-2-15,0-2-8 16,2-1-27-16,1-2-5 0,-2-3-66 16</inkml:trace>
  <inkml:trace contextRef="#ctx0" brushRef="#br0" timeOffset="197957.64">23756 7671 121 0,'0'0'57'0,"0"0"-33"0,1-31 14 0,-1 26-24 16,-4 2-11-16,-3 3-1 15,-2 0-5-15,-1 0 3 0,-1 6 2 16,0 1-2-16,1 3 0 16,3 0 0-16,0 1 1 15,4-1-1-15,2 0 2 16,1-1-4-16,0-1 4 15,3-2-4-15,5-1 1 0,0 0 2 16,2 0 4-16,3 0-5 16,-5 0 1-16,1-2 0 15,-2 1 0-15,-1-1-1 16,-4-1 1-16,0-1-2 16,-2 2-1-16,0-1 2 0,-2 0 5 15,-5 0 1-15,-2 1-3 16,-1 0-3-16,-1-1 2 15,1-1-3-15,2 1-13 16,3-2-14-16,2 0-27 16,3-2-53-16</inkml:trace>
  <inkml:trace contextRef="#ctx0" brushRef="#br0" timeOffset="198392.89">23878 7646 130 0,'0'0'-4'0,"0"0"32"0,20-36 13 16,-18 28-10-16,-2 1-12 16,0 0-5-16,0 3-4 15,-1 0-5-15,-4 3 0 16,-3 1-6-16,0 0 0 0,-3 0 1 16,1 6-2-16,0 1 4 15,2 1-4-15,2 2 2 16,3 0-1-16,2 0 1 15,1-2 0-15,0 2 0 16,6-3-3-16,4 1 6 0,1 0-3 16,1-1 2-16,1-1 0 15,1-1-1-15,-2 1 0 16,-1 0-1-16,-2-1 1 16,0-2 0-16,-3 1 0 15,-2-1 0-15,-1-1 0 16,-2-1-1-16,-1 2-2 0,0-2 1 15,0 2 3-15,-5-2 2 16,-3 3-1-16,0-1-1 16,-2 0 0-16,0 0 0 15,0-1-2-15,1 1 0 16,3-1-2-16,0-2-9 0,3 0-9 16,2 0-18-16,1-1-44 15</inkml:trace>
  <inkml:trace contextRef="#ctx0" brushRef="#br0" timeOffset="198611.93">24026 7617 199 0,'0'0'18'0,"0"0"12"0,0 0-32 0,0 0-2 0,0 0 4 0,0 0 6 15,0 0-3-15,13 33 1 16,-12-20-1-16,3 0-2 16,1 0 2-16,-4 0-2 0,2-3-23 15,-3-5-34-15,0-3-74 16</inkml:trace>
  <inkml:trace contextRef="#ctx0" brushRef="#br0" timeOffset="198769.56">23971 7531 240 0,'0'0'7'0,"0"0"2"16,0 0-16-16,0 0-102 0,0 0 35 15</inkml:trace>
  <inkml:trace contextRef="#ctx0" brushRef="#br0" timeOffset="199756.2">24157 7337 9 0,'0'0'29'15,"0"0"-5"-15,17 42-9 16,-11-22 0-16,0 1 1 0,0 2-4 16,-3 2-2-1,0 1 11-15,2 3 2 0,-4 0-1 16,0 1-8-16,1 3-6 16,-1 0 0-16,-1 1-3 15,0 0 0-15,0 1-1 16,0-2 0-16,0 0 0 0,-2-3 1 15,1-1-1-15,1-4 3 16,0-2-2-16,0-8 2 16,0 1-2-16,0-7 0 15,0-2 0-15,0-3-1 16,0-4-2-16,0 2-2 0,3-2 8 16,0 0-7-16,2-3 4 15,0-6 0-15,3-2-3 16,0-6 0-16,0-1-1 15,-1-2 0-15,0-1-1 16,0 0 1-16,-2 2-1 0,-1 0-1 16,-1 3 1-16,-2 2 0 15,-1 1 0-15,0 1 0 16,0 2 0-16,-3 0-1 16,-1 2 1-16,-1-2 1 15,1 0-1-15,-2 0-1 0,0-3 1 16,0 1-2-16,-3 1-2 15,1-2-4-15,-1 2 6 16,3 1 1-16,-1 2 0 16,4 0 0-16,-2 3 1 15,4 0 0-15,0-1-3 16,1 1-4-16,0-1 5 0,0 0 1 16,4-1 0-16,1-1-2 15,0 2 2-15,2 0 0 16,1-1 0-16,0 2 0 15,0 0 0-15,1 1 0 16,0-1 1-16,-1 2-1 16,1 0 1-16,-1 1 0 0,0 0-1 15,-2 2 0-15,1-1 1 16,-1 1-1-16,0 0 0 16,-2 0-1-16,2 3 2 0,-2 2-2 15,1 1 2-15,-1 1 2 16,0 2 1-16,1 1 1 15,0-1 0-15,-1 0-1 16,1 0 1-16,-1 0-2 16,-1-3 0-16,1-1 1 0,2-1-5 15,-1-1-8-15,-1-3-21 16,0 0-31-16,0-3-71 16</inkml:trace>
  <inkml:trace contextRef="#ctx0" brushRef="#br0" timeOffset="199914.92">24409 7443 187 0,'0'0'14'0,"0"0"8"0,0 0-3 0,0 0-14 0,0 0-5 0,0 0-16 15,0 0-31-15,0 0 9 16,0 0-50-16</inkml:trace>
  <inkml:trace contextRef="#ctx0" brushRef="#br0" timeOffset="200227.09">24505 7470 99 0,'0'0'18'0,"0"0"19"16,0 0-4-16,0 0-15 15,0 0-7-15,0 0-5 16,0 0-6-16,-34 2 4 0,26 7-3 16,-2 3 3-1,3 0-1-15,2 1-1 0,-1-1 0 16,4 1 1-16,2 0 0 15,0-3 0-15,1 1 0 16,6-1-2-16,-1-3 0 0,3-1 1 16,0-1-16-1,1-5-33-15,0 0-44 0</inkml:trace>
  <inkml:trace contextRef="#ctx0" brushRef="#br0" timeOffset="200630.17">24555 7478 170 0,'0'0'-5'0,"0"0"8"15,0 0-1-15,34-6 0 16,-23 6 1-16,0 0 2 0,1 2 2 16,-3 4-2-16,-2 2 1 15,-1 2-3-15,-4 1 2 16,-2 1 5-16,0-1-4 15,-4-1-5-15,-6-1 1 16,-2-2 0-16,-1-1-2 16,-2-3 4-16,1-1-4 0,1-2 1 15,3 0-1-15,1 0 2 16,2-2-1-16,4-1 0 16,2-2-3-16,1 0-9 15,0 0 4-15,5 2 5 0,3-1 4 16,0 3 1-16,2 1 2 15,2 0 0-15,-2 0-2 16,2 0 3-16,1 3-3 16,-2 2 0-16,-2-2 0 0,1 2-1 15,-1-1-12-15,-4-3-23 16,-1-1-19-16,-1 0-53 16</inkml:trace>
  <inkml:trace contextRef="#ctx0" brushRef="#br0" timeOffset="200896.16">24699 7341 189 0,'0'0'19'0,"0"0"-18"0,0 0-1 0,0 0 1 15,0 0 1-15,14 36 4 16,-8-20 4-16,-1 3-1 16,1-1-3-16,0 2-1 0,0-3-3 15,-1-2 1-15,-2-1-1 16,-1 0 1-16,0-2-4 16,-2-2-13-16,0-3-24 15,-5-2-33-15</inkml:trace>
  <inkml:trace contextRef="#ctx0" brushRef="#br0" timeOffset="201132">24688 7455 204 0,'0'0'-16'0,"0"0"23"15,32-12 0-15,-16 9 4 16,0 3 0-16,0 0-3 15,0 0 0-15,-2 0-5 16,0 2-1-16,-4 6 2 16,0-1-3-16,-5 1-1 0,-2 1-1 15,-1 1-6-15,-2-1-12 16,0-4-12-16,-5 1-23 16,0-4-51-16</inkml:trace>
  <inkml:trace contextRef="#ctx0" brushRef="#br0" timeOffset="201259.84">24812 7385 88 0,'0'0'23'16,"0"0"1"-16,0 0-21 0,0 0-26 16,0 0-61-16</inkml:trace>
  <inkml:trace contextRef="#ctx0" brushRef="#br0" timeOffset="201665.24">24959 7396 191 0,'0'0'-14'0,"0"0"37"0,0 0-6 16,0 0-13-16,0 0-3 15,0 0 3-15,0 0-3 16,-32 8 0-16,22 1-1 16,2-1 1-16,1 1-1 0,1-1 2 15,2 1-2-15,1-1 0 16,2 0 0-16,-1-1 0 16,2-2 0-16,0 0-3 15,0-1-4-15,5-2-2 16,0-1 6-16,0-1-4 15,2 0 4-15,-1 0 2 0,-2-5-1 16,0-1 1-16,2 0 2 16,-2-1-1-16,0-2 0 15,-2 1 2-15,3 0-2 16,-2 1 1-16,0 3 10 16,1 1 3-16,1 3-10 15,-1 0-5-15,-2 3 0 0,-2 2-33 16,0 0-75-16</inkml:trace>
  <inkml:trace contextRef="#ctx0" brushRef="#br0" timeOffset="205222.93">20275 8935 40 0,'-7'1'6'0,"0"-1"14"0,-2 0 0 0,3 0-3 16,2 0 1-16,-1 0-6 16,2 0-6-16,2 0-3 15,-1 0 1-15,1 0-1 16,-1 0-1-16,1 0-1 16,0 0 0-16,0 0 0 0,0 0-1 15,0-1 0-15,0 1 0 16,0 0 0-16,1-2 1 15,0 2-1-15,0 0 0 16,0 0 0-16,0 0 0 16,0 0-1-16,0 0 0 0,0 0 1 15,0 0 0-15,0 0-1 16,0 0 0-16,0 0 0 16,0 0-2-16,0 0-2 15,0-1 12-15,3 0-6 16,0 1-3-16,1-1-1 15,0-1 0-15,1 1 1 0,-1 0 0 16,3-2 0-16,-4 2 1 16,4-1 2-16,-3-1-2 15,3 1 2-15,-1-1-1 16,2-2-1-16,1 4 2 16,0-3-1-16,0 1 0 0,-1-1 0 15,1 0 0-15,0 0-1 16,0-1 1-16,1 1 2 15,2-2 0-15,0 2-2 16,2 0 2-16,0 0-1 0,3-1 1 16,-2 1-2-16,2-1 0 15,1-1 0-15,0 0 1 16,0-2-1-16,1 0 0 16,1-1 0-16,0-1 0 15,1 1 0-15,2 0 1 16,2-1-1-16,1 2 0 0,2-2 1 15,0 2-1-15,3-2 0 16,0 0 0-16,3 1 1 16,0 0 0-16,4-3 0 15,-1 2 2-15,3-1 2 16,0 1-2-16,-1-2 1 16,2 1-4-16,-2 2 1 0,0-2 0 15,1 1-1-15,2 0 1 16,1 2-1-16,1-2 0 15,0 2 0-15,0 0 2 16,2-1-2-16,0-1 1 0,-2 2-2 16,0-2 2-16,0 0-1 15,-2 0-1-15,-1 0 2 16,0-1-1-16,-2 0 0 16,1 0 0-16,-3 1 0 15,-2 1 0-15,-2 0 0 16,-2 2 0-16,-1 0 0 0,-5 0 0 15,0 2 0-15,-3 0 0 16,-4 0 0-16,-1 2 1 16,-3 1-2-16,-3-1 0 15,-5-1-40-15</inkml:trace>
  <inkml:trace contextRef="#ctx0" brushRef="#br0" timeOffset="205956.09">22109 7942 45 0,'-3'-3'12'0,"1"1"6"0,0 0-3 0,1 1-1 0,0-1-2 16,0 1 0-16,1 1-3 15,0 0-2-15,-1 0-6 16,1 0-4-16,0 0 1 0,0 6 1 15,0-1 1-15,0 5 0 16,0 0 1-16,4 0 0 16,3 4-1-16,-1 0 1 15,1 2 1-15,1 4-2 16,0 0 0-16,-1 4 0 16,0 0 0-16,2 3 0 0,0-1 0 15,-2 3 1-15,1-1-1 16,2-1 1-16,-3-3 0 15,0 0 1-15,-1-3-1 16,-2-2-2-16,-3-3-13 0,1-5-30 16</inkml:trace>
  <inkml:trace contextRef="#ctx0" brushRef="#br0" timeOffset="206861.74">22043 7897 66 0,'0'0'6'0,"0"0"3"0,0 0-3 0,0 0 1 16,0 0-2-16,0 0-1 16,-30-16 0-16,20 16 4 15,-1 0 1-15,-2 0-4 0,-2 2-2 16,0 4-2-16,-4-1 1 15,-2 4-3-15,0 0 2 16,-3 1 0-16,-2 0-1 16,-2 0 0-16,-1 2-1 0,-2-1 1 15,0-1 0-15,-4 3 0 16,-2-4-1-16,-3 4 0 16,-1-1-2-16,-2-1 0 15,-2 1 1-15,0-1 2 16,0-1 0-16,1 1 0 15,-1-1 1-15,2 0 1 16,0-1-1-16,1 2 0 0,1 1 1 16,-1-1-2-16,1-1 0 15,-3 3 0-15,1-3-2 16,-1 1 1-16,2 0 0 16,-1 0 0-16,-1-1 0 0,1 2-3 15,-2-1 3-15,2 1-1 16,1-1 2-16,0-1 0 15,1 0 0-15,1 0 0 16,0-1 0-16,1 1 0 16,0-1 0-16,1 1-2 0,2 0-4 15,0 0-4-15,1 0 4 16,0-2 3-16,1 2 3 16,3 0 0-16,-1-2 3 15,4 1-2-15,3 1 0 16,1-2 1-16,3 2-2 0,1-1 0 15,4 0 0-15,0-1 0 16,2-1 1-16,2 0 2 16,2 0 2-16,2 0-1 15,2 2-2-15,2 0-1 16,2 1 0-16,2 3 0 16,0 2 1-16,0 3-1 0,5 2 0 15,4 5 0-15,3 1 1 16,1 3-1-16,1 2 1 15,3 1 3-15,3 0-1 16,4 0-1-16,2-3 2 16,10-2-2-16,6-2 2 0,8-5 0 15,5-7-4-15,8-8-45 16</inkml:trace>
  <inkml:trace contextRef="#ctx0" brushRef="#br0" timeOffset="207650.55">22770 7759 58 0,'-11'-2'4'0,"4"-1"9"0,1 1-1 0,0 0 0 0,3-1-1 0,-1 0 2 16,1 3 4-16,2-2 0 16,0 1-3-16,1 0 1 0,0 1-21 15,2 0 2-15,5 0 1 16,3-1 5-16,2-2 1 15,5-2-2-15,4 0 0 16,4-2 2-16,6-3-1 16,5-3-1-16,7 0 0 0,6-4 2 15,8-2-1-15,4-3-1 16,8-2 2-16,6-2-1 16,5-2-2-16,6 0 1 15,1 0 1-15,2 0-1 16,3 2 0-16,-3 2 0 15,-2 2 0-15,-4 2 0 0,-4 1 1 16,-4 1-1-16,-5 3 1 16,-5 1-1-16,-5 1-1 15,-5 1 0-15,-8 2 1 16,-5 0-1-16,-9 3 1 16,-7 3-3-16,-9 1-5 0,-6 2-36 15,-11-1-8-15</inkml:trace>
  <inkml:trace contextRef="#ctx0" brushRef="#br0" timeOffset="208906.04">22816 7703 87 0,'0'0'7'0,"0"0"9"0,0 0-4 0,0 0-5 16,0 0-8-16,0 0 1 15,0 0 0-15,0 0 0 16,0 0-1-16,0 0 2 16,1 31-1-16,3-18 1 15,1 3-2-15,1 1 2 16,-1 3-1-16,2 1 0 0,1 1 0 15,0 0 0-15,0 2 0 16,-2-2 1-16,1-1-1 16,-2 2 0-16,1-3 0 15,-2 1 0-15,2-1 2 0,-2 0-2 16,1 0 0-16,0-3 1 16,1 1-1-16,0-2 0 15,1-1 0-15,0 1 1 16,1-4-1-16,0 0 0 15,0-4 1-15,0 0 0 16,-1-1 1-16,0-2-3 0,2-2 2 16,0-1-1-16,1-1 3 15,2-1 0-15,3 0 1 16,3 0-2-16,3-3-1 16,2-2 1-16,2 0 0 15,2 0 0-15,1 0-2 0,5-3 0 16,-1 0-2-16,3 1 4 15,0-1-1-15,3 0 0 16,-1-1 0-16,4 0 1 16,-1-1-1-16,2 1 1 15,1-2-2-15,1 1 0 0,1-1 0 16,0-1 0-16,2 0 3 16,0 0 6-16,-1-1 0 15,-1 2-5-15,0-2-2 16,-4-1-1-16,0 1 1 15,-2 0-1-15,0 0-1 0,1 1 0 16,-1-1 0-16,2 2 2 16,2 1-2-16,0 0 2 15,-1 2 1-15,1 1-1 16,0 0-1-16,-5 4 1 16,0-1 0-16,-4 3-1 0,-1-1 0 15,-3 1 0 1,-1 1-1-16,3-1 0 0,-1-1 1 15,0 1-1-15,0 0 0 16,0-1 0-16,-1-1 1 16,-4 1-1-16,-1-3 1 15,-1 2-1-15,-3-2 0 0,-2 2 0 16,-3-2 0-16,-3 1 0 16,-3-1 1-16,-1-1-1 15,-1-1 1-15,-5 2 0 16,4-1 1-16,-4 0-2 0,2-1 1 15,-1 0-1-15,-2 0 1 16,1 0-3-16,1-2 4 16,-2-1-2-16,2 1 2 15,0-4-1-15,1 1-1 16,1-1 0-16,4-1 0 0,-3-1 1 16,3 0-2-16,-2-1 2 15,0 0-1-15,-2 1 0 16,-2-1 0-16,-2 0-3 15,0-3 3-15,-2 2 0 16,0-2 3-16,0-1 8 0,-3-1-9 16,-3-2-1-16,0-2 1 15,-2-2-3-15,-5 0-3 16,-3 0 6-16,-4 1-5 16,-7 2 2-16,-7 4-6 15,-6 3-18-15,-8 2-34 16</inkml:trace>
  <inkml:trace contextRef="#ctx0" brushRef="#br0" timeOffset="210084.49">20999 8700 133 0,'0'-1'2'0,"0"-3"9"0,0 1-6 0,0 2 6 0,-2 0 0 15,0 0 4-15,0 0 5 16,2 0-9-16,-3 1-4 0,3 0 4 16,0 0-9-16,0 0-5 15,0 5 3-15,0 5 0 16,0 2 1-16,2 2-1 15,1 3 0-15,1 1 0 16,0 2 0-16,1-2 1 0,0 2-1 16,0-1-1-16,2-2 1 15,-3-2 0-15,2 1 1 16,-1-4-1-16,0 1 0 16,-2-3 1-16,1 0-1 15,1-2 0-15,-2-1 0 0,0-1 1 16,1-2 0-16,-2 1-1 15,1-2 1-15,0 1-3 16,-1-1-14-16,-1-2-34 16,-1-1-36-16</inkml:trace>
  <inkml:trace contextRef="#ctx0" brushRef="#br0" timeOffset="210304.22">20978 8958 145 0,'0'0'-12'15,"0"0"27"-15,0 0-9 16,0 0-6-16,0 0 0 16,0 0 1-16,0 0-1 15,0 0 2-15,0 0 0 0,15 28 0 16,-3-26 3-16,-1-2-17 15,2 0-33-15</inkml:trace>
  <inkml:trace contextRef="#ctx0" brushRef="#br0" timeOffset="210432.18">21082 8945 157 0,'0'0'9'0,"0"0"47"15,0 0-40-15,0 0-16 16,0 0 1-16,-15 39-9 15,15-22-58-15,-3-2-53 0</inkml:trace>
  <inkml:trace contextRef="#ctx0" brushRef="#br0" timeOffset="211949.77">20592 9423 99 0,'-5'0'4'0,"0"0"28"0,-1 0-2 0,2-1-9 0,-1 1-6 16,-1 0-8-16,2 0-4 15,-2 4-4-15,1 5 0 0,-1 3-2 16,2 4 3-16,1 1 0 16,3 2 0-16,0-1 0 15,0 1 0-15,7-4 2 16,4 0 0-16,2-4 2 15,2-1-1-15,2-3-19 0,3-4-31 16,1-3-19 0</inkml:trace>
  <inkml:trace contextRef="#ctx0" brushRef="#br0" timeOffset="212291.96">20762 9481 196 0,'0'0'2'15,"0"0"1"-15,-30 10-1 16,20-1-2-16,0 2-1 16,1 2 0-16,3-1-4 15,1 1 4-15,5-1-1 0,0-2 5 16,0-3-1-16,7-1 1 16,3-3 2-16,1-3-2 15,2 0 2-15,1-4 2 16,0-5-5-16,0-1 0 15,0-3 0-15,-4 0-3 16,-2 0 2-16,-2-1 0 0,-5 2 0 16,-1 1-1-16,0 0 2 15,-1 3 3-15,-6 2-1 16,0 3 0-16,-3 3-1 16,-1 0-6-16,1 3 0 15,0 7-4-15,2 0-24 0,2 0-14 16,2-2-47-16</inkml:trace>
  <inkml:trace contextRef="#ctx0" brushRef="#br0" timeOffset="212746.25">20929 9462 57 0,'0'0'40'0,"0"0"-17"0,0 0 17 16,0 0-35-16,0 0-7 16,0 0 4-16,0 0-5 15,0 0 3-15,0 0 1 16,15 26 1-16,-8-19-2 16,0-2 2-16,1 1-1 0,1-2-3 15,-4-1-9-15,0-1-4 16,-1-1 0-16,-1-1 9 15,-2 0 2-15,-1 0 8 16,0-5 1-16,0 0 10 16,0-2 5-16,0-1-11 0,0-2 0 15,0 0-1-15,2-2-2 16,3 1-2-16,4-2-3 16,0 2 1-16,3 1-4 15,1 0 5-15,1 3-2 16,-1 1 1-16,-1 2 1 15,3 3-2-15,-3 1 1 0,-1 0 0 16,-1 1 0-16,0 6 1 16,-1 0-3-16,-2 2-9 15,-2 1-13-15,-2-1-10 16,-3-1-6-16,0-3-24 16</inkml:trace>
  <inkml:trace contextRef="#ctx0" brushRef="#br0" timeOffset="213039.74">21124 9211 127 0,'0'0'21'0,"0"0"-10"0,0 0 4 0,0 0-18 0,0 0 0 16,0 0 3-16,0 0 0 16,29 43 3-16,-21-23 3 15,0 1-1-15,2 0-3 0,-2-2 0 16,1-2 4-16,1-2 5 16,-3 0-1-16,0-5-15 15,-4-1-26-15,-1-2-14 16,-2-3-23-16</inkml:trace>
  <inkml:trace contextRef="#ctx0" brushRef="#br0" timeOffset="213302.08">21139 9342 129 0,'0'0'26'0,"0"0"-21"16,0 0-4-16,0 0-4 15,0 0 10-15,26-31-5 16,-12 26-2-16,-1 1 1 16,1 2 1-16,2 2 1 15,0 0 2-15,0 0 0 0,0 8-1 16,-2 0-3-16,-1 2 2 16,-1 0 2-16,-2 0-1 15,-3 0-4-15,-3-2-5 16,-1-1-13-16,-1-3-19 0,-2-4-45 15</inkml:trace>
  <inkml:trace contextRef="#ctx0" brushRef="#br0" timeOffset="213452.49">21244 9226 203 0,'0'0'10'0,"0"0"0"15,0 0-6-15,0 0-4 16,0 0-79-16,0 0-9 16</inkml:trace>
  <inkml:trace contextRef="#ctx0" brushRef="#br0" timeOffset="213969.87">21356 9315 190 0,'0'0'-18'15,"0"0"32"-15,0 0-8 16,0 0-3-16,0 0-2 0,0 0-1 16,-4-28 2-1,9 24-5-15,2-1 6 0,1 2-2 16,0 3-1-16,0 0 0 15,3 0 2-15,-1 3-1 16,0 5 1-16,0 1-1 16,1 1-6-16,0 0-7 0,-2-1 3 15,-1-2-3-15,-1-2 4 16,-3 0 1-16,-1-1 2 16,-3-3-2-16,0-1 4 15,0 0 12-15,-4 0-6 16,-3 0 3-16,2-4 10 0,0-3 1 15,1 0-3-15,1-3-7 16,3-1-1-16,0-2-7 16,0 2-1-16,3-2 0 15,4 0-2-15,0 3 1 16,1 2 5-16,0 1 5 16,1 2-1-16,1 3-2 15,-1 2-4-15,1 0-3 0,-2 0 3 16,2 4 2-16,-2 4-1 15,0 0 1-15,-1 2 0 16,0 1-9-16,-2-2-12 0,0 1-18 16,-1-4 2-16,1-2-8 15</inkml:trace>
  <inkml:trace contextRef="#ctx0" brushRef="#br0" timeOffset="214362.06">21657 9176 196 0,'0'0'6'0,"0"0"10"0,0 0-3 0,0 0-13 0,0 0-3 16,0 0 4-16,0 0 1 15,0 0-2-15,-12 32 0 16,12-23 3-16,0-1-2 15,1-1 2-15,3 1-1 16,1-5-3-16,1-1-4 0,1-2 0 16,1 0 3-16,1-1 2 15,-2-6-1-15,1-1 0 16,0-2 0-16,-3 0 2 16,0 0-2-16,-1 0-2 15,-2 4 9-15,1 1 4 16,-3 1 6-16,0 3-1 0,0 1-7 15,1 0-10-15,-1 0-6 16,2 4 6-16,-1 3 2 16,2 1-5-16,0 1-12 15,0-1-11-15,0-3-32 16,-1-3-30-16</inkml:trace>
  <inkml:trace contextRef="#ctx0" brushRef="#br0" timeOffset="-214548.26">21867 9105 189 0,'0'0'-1'0,"0"0"5"16,0 0 2-16,0 0-6 0,-34-5 0 15,27 11 0-15,-1 1 0 16,0 1 0-16,1 2 0 15,3 0 0-15,0 0 1 16,1 3 0-16,3-3 0 16,0 0 2-16,0 0-3 0,5-2-4 15,1-2-5-15,3-2 0 16,-2-3 0-16,0-1 3 16,1 0 5-16,0 0 3 15,0-6 0-15,-4-2-2 16,3 0 1-16,-3 0-1 0,0-1 1 15,0-2 0 1,0 1 2-16,-2 1-1 0,1 1 0 16,-1 0 3-16,0 3-2 15,0 0-1-15,2 2-2 16,-3 1 0-16,1 2 0 16,2 0 0-16,-1 0-2 0,-1 1 1 15,2 5 2-15,0-1 1 16,0 4 0-16,0-2 1 15,2 1 0-15,-2-2-3 16,2 0 0-16,0-2 0 0,-1-1 0 16,2-3-2-16,-3 0 2 15,2 0 0-15,0-3 0 16,1-4 0-16,1-2 0 16,-1 0 0-16,0-1 0 15,2 0 3-15,-1 0 3 0,0 2 7 16,1 2-4-16,1 3-7 15,-1 1 0-15,1 1-2 16,0-1-55-16</inkml:trace>
  <inkml:trace contextRef="#ctx0" brushRef="#br0" timeOffset="-213684.88">23709 8109 54 0,'0'-3'22'0,"0"-1"2"0,0 1-1 0,-2 1-7 0,1-2-5 15,0 0-1-15,0 2-5 16,0-1-3-16,0 2 2 16,0-1 0-16,1 2-1 15,-1 0-2-15,1 0-2 16,0 0-3-16,0 0 3 0,0 4-2 16,0 3 3-16,0 0 3 15,3 4 0-15,3 1-1 16,-1 1 2-16,2 1-3 15,1 1 2-15,-3 1 0 16,4 0 1-16,-2 1 1 0,-1 1-4 16,0 0 1-16,-1 0 0 15,-1-1 1-15,-1 0 1 16,-1-2-1-16,0-2 2 16,-2 0 1-16,0-3-2 15,0-2-1-15,0 0 2 0,0-1-5 16,0-1-8-16,-4-2-20 15,-3-1-14-15,0-3-31 16</inkml:trace>
  <inkml:trace contextRef="#ctx0" brushRef="#br0" timeOffset="-213370.17">23695 8358 99 0,'0'0'23'15,"0"0"0"-15,0 0-21 0,0 0-1 16,0 0 9-16,0 0 3 16,0 0-6-16,0 0 1 15,0 0-2-15,31 15 2 16,-18-13-3-16,1 1-17 16,0-3-13-16,2 0-9 15,-1 0-1-15,0-3 6 0,-1-4 1 16,-1 1 20-16,-3-3 9 15,-2 1 6-15,-2 1 17 16,-3 2 14-16,-3 1 5 16,0 3-10-16,0 1-24 15,0 6-18-15,-2 7 3 16,-4 5 6-16,0 3-30 0,-4 2-44 16</inkml:trace>
  <inkml:trace contextRef="#ctx0" brushRef="#br0" timeOffset="-208503.48">23336 8865 112 0,'0'0'1'0,"0"0"1"0,0 0-1 0,0-3 0 16,0 1 1-16,0-1 0 15,0-2 12-15,0 0 9 16,0 0 2-16,0-1-2 0,-2 1-4 16,-1 1-6-16,-1 1-6 15,-2 0 0-15,-2 3-3 16,1 0-3-16,-3 0 1 16,0 2-4-16,1 6 1 15,0 2 4-15,2 1 2 0,4 3-4 16,3 0 0-16,0 0-1 15,1-2 2-15,6-1-3 16,3-3-1-16,1-1 1 16,0-3 1-16,1-2 3 15,0-2-1-15,0 0-13 0,-1-1-32 16,-2-8-65-16</inkml:trace>
  <inkml:trace contextRef="#ctx0" brushRef="#br0" timeOffset="-208069.51">23300 8639 114 0,'0'0'10'0,"0"0"1"0,0 0 0 16,0 0-11-16,0 0-2 0,0 0 2 15,0 0 1-15,0 0 3 16,0 0 0-16,-1 25 8 16,4-12-3-16,1 2-4 15,0 3 0-15,2 0-2 16,-1 2 0-16,0 0 3 15,-1-1-2-15,0 0 0 0,1-3 2 16,-3-1 1-16,0 0 0 16,2-2 0-16,-2-1-3 15,-1-1 1-15,1-1-2 16,0-1 2-16,1 0-3 0,-1-2 1 16,1 0-1-16,0 0 0 15,0-1 0-15,0 0 3 16,-1-2-15-16,0-2-41 15,-1-2-44-15</inkml:trace>
  <inkml:trace contextRef="#ctx0" brushRef="#br0" timeOffset="-207854.64">23429 8840 184 0,'0'0'-5'15,"0"0"3"-15,0 0 1 16,0 0 4-16,10 28 3 16,-8-18 0-16,0-2 1 15,1 0-4-15,-2 0-1 16,2-3 0-16,0 1 1 0,-1-2-1 16,0-4-7-16,-2 0-62 15</inkml:trace>
  <inkml:trace contextRef="#ctx0" brushRef="#br0" timeOffset="-207712.32">23426 8720 249 0,'0'0'-11'0,"0"0"13"15,0 0-6-15,0 0-57 0,0 0 0 16</inkml:trace>
  <inkml:trace contextRef="#ctx0" brushRef="#br0" timeOffset="-207261.46">23565 8804 166 0,'0'0'12'0,"0"0"24"16,0 0-11-16,0 0-7 0,11-29-3 15,-11 25 4-15,0 1-7 16,-1 1-5-16,-3-1-1 16,0 3-4-16,-2 0 0 15,0 0-1-15,0 3-1 16,0 2 1-16,-1 3-1 16,4-1 2-16,-1 0-1 0,1 0-1 15,3 1-1-15,0-2 0 16,0 1 0-16,5-2 1 15,1 0-1-15,0 0 0 16,1 0 2-16,1-2 0 16,-1 1 2-16,-1-1-2 0,1 0 0 15,-2 0 2-15,-1-3-3 16,-1 3 0-16,-1-2 0 16,-2 0 0-16,0 1 0 15,0-1-5-15,0 1 3 16,-2 1 2-16,-3 1 2 0,-1 0 3 15,0 0-5-15,0-1 1 16,1 0-1-16,2 0-1 16,1-2-16-16,2-1-19 15,0 0-51-15,0 0-34 16</inkml:trace>
  <inkml:trace contextRef="#ctx0" brushRef="#br0" timeOffset="-206989.17">23680 8738 147 0,'0'0'8'16,"0"0"12"-16,0 0-10 0,0 0-9 0,0 0 2 16,-33-5 0-16,25 11 3 15,1 1-1-15,1 3 1 16,3 0-2-16,0 4-3 0,2-1-1 15,1 2 2-15,0-2-1 16,1-2 0-16,5-1 0 16,3-3 1-16,3 1-1 15,-2-3 3-15,4-2-2 0,-1-1 1 16,1-2-10-16,-3 0-68 16</inkml:trace>
  <inkml:trace contextRef="#ctx0" brushRef="#br0" timeOffset="-206650.41">23749 8771 206 0,'0'0'10'16,"0"0"-4"-16,0 0 0 16,0 0-3-16,0 0 0 0,32-15-2 15,-22 15-2-15,0 0 1 16,-2 4 1-16,2 3-2 15,-1 2 1-15,-1 0-2 16,-1 0 4-16,-2-1-5 16,0-1 0-16,-3-2 3 15,-2 0-2-15,0-3-1 0,0-1 4 16,-1 0 12-16,-5-1 0 16,1 0-4-16,-2 0 1 15,1-5 5-15,1-2 3 16,2-3-7-16,0 0-5 15,1-1-7-15,2-3 7 0,0 0-6 16,7 0-6-16,4 1-21 16,1-2-21-16,1 1-71 15</inkml:trace>
  <inkml:trace contextRef="#ctx0" brushRef="#br0" timeOffset="-206276.3">23981 8735 179 0,'0'0'-3'0,"0"0"1"16,0 0-1-16,0 0 6 16,0 0-4-16,0 0 3 15,0 0 21-15,0 0 4 16,0 0-11-16,12-6-10 15,-10-1-5-15,0-2 0 0,-2 1-1 16,0 1 1-16,0 0-1 16,0 2-1-16,-2 3-1 15,-2 0-4-15,-2 2 6 16,2 0-4-16,0 6 6 16,-2 3-2-16,2 2 2 0,3 0-2 15,0 1-1-15,1-1 1 16,0 0 0-16,4-3-3 15,4 1 3-15,-1-3 1 16,1-2 0-16,3-2 2 16,0-2-1-16,1 0-14 15,-1-9-86-15</inkml:trace>
  <inkml:trace contextRef="#ctx0" brushRef="#br0" timeOffset="-205962.38">24069 8446 208 0,'0'0'1'16,"0"0"-2"-16,0 0-2 15,0 0 3-15,-12 36 0 16,12-20 0-16,0 3 4 15,0-1 0-15,3 4 4 16,3-2 2-16,-1 1-2 0,1-1-3 16,0-1 1-16,0-2 0 15,0-1-3-15,0-2-1 16,-1 0 1-16,1-3-2 16,0-1 1-16,-1-1-4 15,-1 0 1-15,0-6-42 0,-3 0-72 16</inkml:trace>
  <inkml:trace contextRef="#ctx0" brushRef="#br0" timeOffset="-205628.45">24154 8702 274 0,'0'0'8'15,"0"0"-10"-15,0 0-4 16,0 0 6-16,0 0 0 15,0 0 1-15,0 0 1 0,0 0 0 16,30-2 0-16,-25-4 1 16,1-3-1-16,-3 1 1 15,2-2-2-15,-4 1-1 16,0 2 1-16,-1 0 0 16,0 4 2-16,0 1-1 0,0 2 5 15,-2 0-5-15,-3 2-2 16,2 6-1-16,1 1 2 15,-1 4-1-15,2-2 2 16,1 2-1-16,0-3-1 16,2 0 0-16,2-3 0 0,3-1 1 15,-3-1-6-15,0-3-29 16,-1-2-60-16</inkml:trace>
  <inkml:trace contextRef="#ctx0" brushRef="#br0" timeOffset="-205472.14">24141 8601 304 0,'0'0'5'0,"0"0"-1"0,0 0-6 16,0 0-7-16,35-18-32 15,-21 13-94-15</inkml:trace>
  <inkml:trace contextRef="#ctx0" brushRef="#br0" timeOffset="-205141.69">24375 8545 238 0,'0'0'-3'0,"0"0"2"0,0 0 1 15,23 38 1-15,-16-25 0 16,3 0 0-16,0-1 1 16,1-3 0-16,-2-2 0 15,0-1 2-15,-2-2-2 16,-1-2 1-16,-2-2 2 0,0 0 13 16,1-3 11-16,-3-4-3 15,1-4-6-15,-1-1 2 16,-1-1 9-16,-1-1-22 15,2 0-6-15,-2 0-3 16,0 1 0-16,3 2-4 0,-1 2-35 16,-2 2-2-1,0 1-48-15,0 5-101 0</inkml:trace>
  <inkml:trace contextRef="#ctx0" brushRef="#br0" timeOffset="-204725.88">24590 8557 218 0,'0'0'-15'0,"0"0"18"16,0 0-1-16,0 0-1 16,0 0-1-16,0 0 10 15,0 0 2-15,0 0-9 16,0 0 3-16,-31 10-4 15,28-1-1-15,1 0-1 0,-1 1 1 16,3-1 2-16,0-2-1 16,0 0-2-16,3-3-1 15,0 0-5-15,3-2 8 16,-1-2-1-16,2 0-2 16,0 0 2-16,2-5 1 0,-2 0-2 15,0 1 1-15,0 0 6 16,-1 1 12-16,-2 2-3 15,1-1-8-15,-1 2-7 16,2 0 1-16,-1 0-1 16,0 0-2-16,1 0 2 15,-1 0-1-15,1 0 1 0,1 0-3 16,0 0-9-16,-3 0-10 16,2 0 0-16,-1-1-26 15,-2-4-34-15</inkml:trace>
  <inkml:trace contextRef="#ctx0" brushRef="#br0" timeOffset="-204431.12">24695 8276 258 0,'0'0'-2'0,"0"0"22"0,0 0-6 15,0 0-7-15,0 0-9 16,0 0 0-16,0 0 0 0,0 0-1 16,-9 33 3-16,11-11-2 15,1 4 4-15,1 0-1 16,1 2 0-16,0 0-1 16,-1-2 2-16,0-1-1 15,-1-3 0-15,0-2 2 16,0-3-3-16,-1-2-5 15,-1-4-22-15,1-3-32 0,0-3-57 16</inkml:trace>
  <inkml:trace contextRef="#ctx0" brushRef="#br0" timeOffset="-204041.45">24810 8474 285 0,'0'0'-7'15,"0"0"17"-15,0 0-9 16,0 0-4-16,0 0 1 0,0 0-2 16,0 0 5-16,0 0-1 15,9 32 1-15,-5-21 0 16,0 0-1-16,-1-1 1 16,1-3-1-16,0-2 1 15,0-2 0-15,0-1 2 0,0-2-3 16,2 0 1-16,2 0 2 15,-1-6 5-15,1-2-5 16,1-3-2-16,-1-2-1 16,0 2 0-16,-3-1-3 15,-2 2 2-15,-1 0 1 0,0 7 0 16,-2 0 2-16,0 3-2 16,0 0-5-16,-2 4 2 15,-1 6 1-15,1 0 2 16,2 3 2-16,0-1 0 15,0 1 0-15,8 0 0 16,1-4 0-16,-4-3-23 0,0-6-96 16</inkml:trace>
  <inkml:trace contextRef="#ctx0" brushRef="#br0" timeOffset="-199902.32">21402 9549 150 0,'0'0'1'0,"0"0"1"0,0 0 0 0,0 0 0 0,0 0 0 15,0 0 4-15,0 0 5 16,0 0 5-16,0 0-2 16,0 0-1-16,0 0-5 15,0 0-7-15,0 0 0 0,0 0-3 16,0 2 1 0,0 4 1-16,1-2 0 0,3 1 0 15,-2 0 1-15,2-2-1 16,-1-2 0-16,2-1 1 15,2 0-1-15,4-11 3 16,3-7 8-16,6-7-3 0,9-8-6 16,2-10-4-16,4-7-76 15</inkml:trace>
  <inkml:trace contextRef="#ctx0" brushRef="#br0" timeOffset="-193244.08">23795 9075 8 0,'0'0'21'0,"0"0"-5"0,0 0-7 0,0 0 0 0,0 0-2 16,0 0-3-16,0 0 6 16,0 0 2-16,0 0-4 15,0 0 5-15,0 0 0 16,0 0 1-16,0 0-4 16,0 0-5-16,0 0-4 15,0 0 0-15,0 0-1 0,0 2-2 16,0-1 0-16,0 1 2 15,0 2 2-15,0 0-1 16,0 2 0-16,1 0-1 16,1 2 1-16,1 1-1 0,-2 1 0 15,0 1 0-15,0 1 0 16,0 1 0-16,0 0 0 16,-1 2 1-16,0 0 1 15,0 0-2-15,0 1 2 16,0 0 2-16,0 1-1 15,0 1-1-15,0-1-1 0,-1 2 1 16,-2-1-1-16,-1 1 1 16,1 0-1-16,-1-2 0 15,1 3 0-15,-1-3-1 16,1 1 1-16,1 0-1 16,1 0 0-16,-2 0 1 0,2-1 0 15,1 0-1-15,-1 1 0 16,-1-1 0-16,2 0 0 15,0 0 1-15,-3-1-1 16,2 0 0-16,-2 0 1 16,2 0 0-16,-2-3 0 15,2 1-2-15,-2-1 3 0,1-2 0 16,1-3-1-16,-1 1 1 16,1-3-1-16,0-1-1 15,-1 0 3-15,1-3 0 16,0 1 3-16,0 0-2 0,1-1-2 15,0-2 3-15,0 0-2 16,-1 0-1-16,1 0-1 16,0 0 2-16,0 0-3 15,0 0 0-15,0 2 1 16,-2 1-6-16,-2-1-22 0,0-1-54 16</inkml:trace>
  <inkml:trace contextRef="#ctx0" brushRef="#br0" timeOffset="-192261.61">23619 9774 16 0,'3'0'47'0,"-2"0"-46"0,1 0 1 0,-1 0-2 0,1 0 0 16,0 0 0-16,0 1 0 16,-1-1 1-16,2 2 4 15,-2-1 0-15,2 1-1 16,-2 0-1-16,1 0 0 16,0 1 2-16,0 0 0 0,1 1 0 15,1 0-1-15,-1 0-2 16,2 2 0-16,0-1 1 15,-1-1-2-15,-1 2 0 16,1-1 0-16,-1-1 0 16,-1 1 1-16,0-1 0 15,0 1-2-15,-1-1 2 0,0-1-1 16,1-1 0-16,-1 0-1 16,0 0 0-16,0-1 1 15,0 0 0-15,-1 0 0 16,1 0 1-16,0-1-2 0,-1 1 2 15,1-1-2-15,0 0 0 16,-1 0 1-16,1 0 0 16,1 0 1-16,0 0 3 15,0 0 4-15,1-3 6 0,0-2 0 16,4 0 3 0,-3-1-4-16,2-2-3 0,1-1-5 15,1-2 3-15,1 1-4 16,2-2 3-16,-1-1-1 15,3 0 2-15,-2 1-2 16,3-1-4-16,-3 3-1 16,2 0-2-16,0 2-1 0,-2-1-8 15,-2 2-33-15,-2-3-73 16</inkml:trace>
  <inkml:trace contextRef="#ctx0" brushRef="#br0" timeOffset="-190660.43">23370 9995 85 0,'-9'2'0'0,"0"0"2"0,-1 1 0 0,-1 2 4 0,-2 1 0 16,-2 3 2-16,-3 2-2 15,-6 1-1-15,0 2-1 16,-4 2 2-16,-3 2 5 16,-3-2 5-16,-1 2 4 15,-5-1 2-15,0 1 1 0,-4-2 4 16,-1 0-6-16,1 1-6 16,1-3 5-16,0 2-4 15,3-1-5-15,0 0-3 16,3 0-4-16,2 0-3 15,2 1 0-15,3 1-1 0,4-1 0 16,4-1-6-16,2 0-33 16,2-7-112-16</inkml:trace>
  <inkml:trace contextRef="#ctx0" brushRef="#br0" timeOffset="-190183.34">21194 10725 175 0,'0'0'1'0,"0"0"0"0,0 40-1 16,0-24 1-16,0 1 0 15,0-1-1-15,0-1 1 0,0 0-1 16,0-4 0-16,0-2-2 15,0-4-44-15,0-5-44 16</inkml:trace>
  <inkml:trace contextRef="#ctx0" brushRef="#br0" timeOffset="-189633.68">21151 10725 192 0,'0'0'4'0,"0"0"-2"16,0 0 0-16,15-28 0 16,-7 23 1-16,1-1 6 15,1 0 3-15,0 3-1 16,2-2-1-16,-1 2-1 16,1 3-6-16,1 0 0 15,-1 0-3-15,-2 0 0 0,-4 8-1 16,0-1-1-16,-3 3 1 15,-3 1-3-15,0-1 1 16,-1 2 3-16,-5 0-3 16,-2-1 6-16,-1 0-3 15,2-1 1-15,0-1 1 0,2-3-1 16,3-1 0-16,0-2-1 16,2-1-1-16,0-1-6 15,4 0 7-15,4-1 0 16,0 0 0-16,1 0 1 15,2 0 0-15,0 0 0 0,0 0-1 16,-1 1 1-16,-1 1-1 16,-2 3-1-16,-1-2 2 15,-3 2-2-15,-1 0 1 16,-2 0-2-16,0 2 0 16,-7-2 3-16,-3 1 0 0,-3 1 3 15,-2-3-1-15,-2 2 5 16,0-2-2-16,-1 0 1 15,1-1-2-15,2-1 1 16,1 1-2-16,6-1-2 16,0 0-1-16,4-2-1 0,3 0-5 15,1 0-32-15,1-5-76 16</inkml:trace>
  <inkml:trace contextRef="#ctx0" brushRef="#br0" timeOffset="-189385.77">21445 10735 232 0,'0'0'24'0,"0"0"4"0,0 0-18 16,0 0-9-16,0 0 1 15,0 0-1-15,-4 28 0 16,4-19 2-16,0-1-2 0,0 0 0 16,0-1-4-16,3-1-15 15,0-5-28-15,-1-1-77 16</inkml:trace>
  <inkml:trace contextRef="#ctx0" brushRef="#br0" timeOffset="-189230.32">21437 10669 190 0,'0'0'60'15,"0"0"-43"-15,0 0 4 0,-16-26-16 16,16 24-6-16,0 2-14 16,0-2-49-16,3 2-38 15</inkml:trace>
  <inkml:trace contextRef="#ctx0" brushRef="#br0" timeOffset="-188753.2">21567 10697 229 0,'0'0'7'0,"0"0"12"16,0 0-8-16,0 0-10 15,0 0-2-15,0 0 0 16,0 0 1-16,0 0 1 16,6 30 0-16,-4-21 0 15,1-2-1-15,1 0 0 0,-2-1 1 16,0-2-1-16,1-1 1 16,1 0-1-16,-3-1 0 15,0 0 0-15,0-2 0 16,0 0 1-16,-1 0-1 15,0 0 1-15,0-3 1 0,0-3-2 16,0 0 0-16,2-2 0 16,-1-1-3-16,4 0 1 15,0-1 1-15,2 1 2 16,1 0-1-16,-1 0 1 16,1 2-1-16,1 0 0 0,-1 2 0 15,3 1 1-15,-1 1 0 16,1 1-1-16,0 2 0 15,-1 0 0-15,-1 0 0 16,0 5 0-16,-2 3 0 16,-1 1 2-16,0 0-2 15,-1 2-2-15,0-2-12 0,-2-2-26 16,-1-2-51-16</inkml:trace>
  <inkml:trace contextRef="#ctx0" brushRef="#br0" timeOffset="-188353.74">21864 10654 185 0,'0'0'1'0,"0"0"16"0,0 0 9 16,0 0-5-16,0 0-7 0,0 0-10 15,0 0 5-15,0 0-6 16,-36-27-2-16,26 33 4 15,1 2-2-15,-1 2-2 16,3 0 0-16,3 1 0 16,1-1 1-16,3-1-1 0,0-2 1 15,0-1-5-15,3-1 1 16,3-4-1-16,1-1-2 16,2 0 0-16,1 0 6 15,0-5-2-15,-3-3 0 16,1 2 2-16,0 0 0 15,-3 1 0-15,-1 2 2 0,-2 1 10 16,-1 1 0-16,1 1-6 16,-2 0-7-16,2 0-1 15,0 3 1-15,1 2 1 16,1 2-1-16,0-1-1 16,2 0-26-16,-1-4-37 0,1-1-74 15</inkml:trace>
  <inkml:trace contextRef="#ctx0" brushRef="#br0" timeOffset="-187983.34">21962 10649 206 0,'0'0'5'0,"0"0"11"16,0 0-3-16,0 0-2 15,0 0-5-15,0 0 2 16,0 0 2-16,0 0-5 0,30-25-4 15,-23 25 2-15,2 0-2 16,-1 0 0-16,2 2 1 16,-3 2-2-16,-1 0 0 15,-1 0 1-15,-1-1-2 16,-1 0 2-16,-1 0-1 0,-1-2-1 16,-1-1 2-16,0 0 0 15,0 0 7-15,-4 0 0 16,1 0 1-16,-3-2 6 15,2-3-1-15,0 2-2 16,2-2 1-16,1 0-5 16,-1-2-2-16,2 2-4 0,0-1-1 15,2 1-4-15,5-1 6 16,3 0-11-16,1 1-25 16,2 0-26-16,0 0-69 15</inkml:trace>
  <inkml:trace contextRef="#ctx0" brushRef="#br0" timeOffset="-187664.28">22171 10569 177 0,'0'0'16'0,"0"0"-11"16,0 0 2-16,0 0 1 16,2 29-5-16,0-21-2 15,0-3 1-15,1 0 1 16,1-1-2-16,-1-3 2 15,2-1 2-15,0 0 11 0,2 0 1 16,1-1-6-16,-1-5-5 16,1 1-2-16,1-2 1 15,-1 1-3-15,0-1 0 16,-2 1 2-16,0 4 1 16,-3-1 3-16,-1 2 5 0,-1 1-3 15,0 0-8 1,-1 6-3-16,0 4 1 0,0 4 2 15,0 3 0-15,0 3-1 16,0 2-1-16,0-2-28 16,0-4-67-16</inkml:trace>
  <inkml:trace contextRef="#ctx0" brushRef="#br0" timeOffset="-186987.05">23424 10044 28 0,'0'0'41'0,"0"0"-9"0,0 0 1 0,0 0-9 0,0 0-3 15,0 0-2-15,-30-24-9 16,28 21-3-16,0 1 5 15,0 1 3-15,2 0-8 16,-2 0-3-16,1 1 0 0,1-2-2 16,0 2 1-16,0 0-1 15,0 0-8-15,3 2 1 16,8 2 3-16,2 3 5 16,9 1-1-16,8 2 1 15,5 3-1-15,9 0-1 0,0 1 1 16,5-1-2-16,3 2 0 15,1-2 0-15,0-1 2 16,-2 3 3-16,-2-3 0 16,-4 1-4-16,-4 0 0 15,-6 1 0-15,-4-2-1 16,-6 1 0-16,-4 2-2 0,-7-2-24 16,-8-1-85-16</inkml:trace>
  <inkml:trace contextRef="#ctx0" brushRef="#br0" timeOffset="-186361.81">23723 10789 175 0,'0'0'10'0,"0"0"28"0,0 0 1 0,0 0-20 15,0 0-3-15,0 0-7 16,0 0-6-16,0 0-5 15,0 0 1-15,0 0 1 0,0 0 1 16,0 0-2-16,3 37 1 16,0-21 1-16,-1 1-2 15,0-2 1-15,1 0-7 16,0-1-9-16,-3-2-12 16,1-4-27-16,-1-3-41 0</inkml:trace>
  <inkml:trace contextRef="#ctx0" brushRef="#br0" timeOffset="-185905.82">23741 10763 218 0,'0'0'4'0,"0"0"-1"16,0 0 3-16,0 0-2 0,0 0-3 15,0 0-1-15,0 0-2 16,30-2 2-16,-25 12 1 16,1 3 0-16,0-2 0 15,1 3 0-15,-1-4 0 16,-1 0-1-16,1-1 1 0,1-3-1 16,-1-1 1-16,-1-3 0 15,0-2-1-15,-2 0 0 16,2 0 1-16,-3-6 1 15,1-1 1-15,-1-2-1 0,2-1 0 16,-1 1 2-16,0-1 1 16,1 1-2-16,-1 2 3 15,0 1 1-15,0 4 2 16,0 0 3-16,-1 2-9 16,1 0-3-16,0 2-3 15,0 4 3-15,0 2 1 16,1 1 1-16,0 1-1 15,0 0-1-15,0 0 0 0,2-1-1 16,-2 0-23-16,1-3-10 16,0-2-30-16,-1-4-39 15</inkml:trace>
  <inkml:trace contextRef="#ctx0" brushRef="#br0" timeOffset="-185466.07">23995 10746 183 0,'0'0'7'0,"0"0"22"0,0 0-11 0,0 0-7 0,0 0-4 16,0 0-9-16,0 0 1 15,0 0 0-15,0 0 1 0,0 23 1 16,0-12 0-16,3 0-1 15,1-1 1-15,2 0 0 16,-1-2 0-16,1 0-1 16,1-3 1-16,0-3-1 15,0 0 0-15,-1-2 1 0,1 0-1 16,1 0 3-16,0-2-2 16,-3-4 1-16,2-1-1 15,0 0 0-15,-3-1 0 16,0-1-1-16,1 3 0 15,-4-1 1-15,-1 1-1 0,1 4 1 16,1 0 0-16,-2 2-1 16,0 0 0-16,1 0-4 15,2 3 2-15,-1 4 0 16,0 0 4-16,2 1-2 0,1 1-2 16,1-3-7-16,-1 1-16 15,3-4-32-15,-3 0-13 16</inkml:trace>
  <inkml:trace contextRef="#ctx0" brushRef="#br0" timeOffset="-185161.39">24167 10611 218 0,'0'0'13'0,"0"0"-1"0,0 0 0 0,0 0-6 0,0 0-8 16,0 0 1-16,0 0 0 16,0 0 0-16,7 30 1 0,-3-14 1 15,-1 4-1-15,1 2 1 16,-1-1 0-16,2-1-1 15,0 0 0-15,0-4-5 16,-2-3-21-16,1-3-28 16,0-4-18-16</inkml:trace>
  <inkml:trace contextRef="#ctx0" brushRef="#br0" timeOffset="-184880.07">24316 10558 244 0,'0'0'15'0,"0"0"-10"16,0 0-5-16,0 0-3 16,0 0 0-16,0 0 3 15,3 35 0-15,-3-15 0 16,1 1 1-16,2 1 1 15,-2 2-1-15,2-1-1 16,-2-1 0-16,0-1 0 0,1-2 2 16,-1-4-2-16,0-1-7 15,-1-3-19-15,0-3-27 16,0-4-26-16</inkml:trace>
  <inkml:trace contextRef="#ctx0" brushRef="#br0" timeOffset="-184624.55">24292 10702 11 0,'0'0'226'16,"0"0"-220"-16,0 0 0 16,31-22-2-16,-21 19-2 15,2 0-1-15,1 3-1 16,-1 0 0-16,-1 0 1 15,0 5 1-15,2 4 3 0,-2 3-4 16,-2 2 0 0,1 1 1-16,-2 0-1 0,-3-1 0 15,1-2-3-15,-3-2-17 16,-3-4-28-16,0-2-42 16</inkml:trace>
  <inkml:trace contextRef="#ctx0" brushRef="#br0" timeOffset="-184474.82">24422 10614 275 0,'0'0'-18'0,"0"0"29"16,0 0-9-16,0 0-3 16,0 0-17-16,0 0-76 15,0 0-18-15</inkml:trace>
  <inkml:trace contextRef="#ctx0" brushRef="#br0" timeOffset="-184103.83">24563 10671 158 0,'0'0'22'0,"0"0"1"16,0 0-15-16,0 0-7 15,0 0-1-15,-31 31 2 16,27-18 2-16,2 1 0 0,2 0-1 15,0-2 1-15,0-2-1 16,3-1-1-16,5-3 1 16,4 0-1-16,2-4 1 15,4-1-1-15,2-1 2 0,3 0-5 16,-1-6-22 0,-1-4-8-16,0-5-40 0,-3-3-16 15</inkml:trace>
  <inkml:trace contextRef="#ctx0" brushRef="#br0" timeOffset="-183870.7">24718 10445 215 0,'0'0'-16'16,"0"0"49"-16,0 0-4 15,0 0-14-15,0 0-12 16,-27-3-3-16,22 14 0 0,0 5 2 15,2 5 2-15,0 1 2 16,1 6-4-16,2 0-1 16,0 3 2-16,2-1-3 15,4 1 0-15,1-1 0 16,0-2-13-16,0-4-26 0,0-8-79 16</inkml:trace>
  <inkml:trace contextRef="#ctx0" brushRef="#br0" timeOffset="-183485.96">24815 10667 174 0,'0'0'3'0,"0"0"12"0,0 0-5 15,0 0-4-15,0 0-5 16,-29-15 5-16,21 17-4 15,-1 8 2-15,1 0-1 16,1 2 0-16,0 1-2 16,4 0 2-16,2-1-2 0,1 0-1 15,0-4 0-15,2-1-3 16,5-2-2-16,1-3 0 16,0-2 3-16,3 0 0 15,0-1 1-15,1-6 0 16,0 0 2-16,-2-1-1 15,-1 0 2-15,-3 1 1 16,-2 3 9-16,-2 0 5 0,-1 4 2 16,0-2-5-16,-1 2-7 15,0 0-9-15,0 0-3 16,3 6-2-16,-2 0-16 16,2-1-17-16,-2 1-48 0</inkml:trace>
  <inkml:trace contextRef="#ctx0" brushRef="#br0" timeOffset="-183128.68">24937 10628 176 0,'0'0'24'0,"0"0"12"16,0-29-20-16,-1 23-11 15,-4 1-4-15,0 3-3 16,-2 2-5-16,0 0 1 0,0 5 5 15,0 3 2-15,2 2-1 16,1 0 0-16,3 2 0 16,1 0 1-16,0-1-1 15,4 1 0-15,3-1 0 16,3-2 1-16,0-1-1 16,1 0 0-16,0-2 2 0,2 0 0 15,-3-2-1-15,-2 0 1 16,-2-1-2-16,-1-1 0 15,-3 0 1-15,-2-1-1 16,0 1 0-16,-5-1 5 16,-4 1-4-16,-1 0-1 0,0-1-10 15,-1-1-29-15,0 0-46 16</inkml:trace>
  <inkml:trace contextRef="#ctx0" brushRef="#br0" timeOffset="-182952.32">24931 10639 168 0,'0'0'37'16,"0"0"7"-16,0 0-26 15,0 0-7-15,0 0-9 16,0 0-5-16,0 0 5 0,0 0-1 16,-30 36-1-16,21-19 1 15,2 0-4-15,1-1-19 16,1-1-18-16,3-5-43 15</inkml:trace>
  <inkml:trace contextRef="#ctx0" brushRef="#br0" timeOffset="-182519.14">25067 10563 123 0,'0'0'4'16,"0"0"15"-16,0 0 7 16,0 0-10-16,0-28-6 15,-4 27-6-15,-2 1 0 0,-1 0 2 16,-1 0-5-16,-1 5 0 16,-1 3 0-16,2 2 0 15,-1 1-1-15,2 1 0 16,1 1 0-16,4 0 0 0,1 0 1 15,1-2-1-15,0 0 1 16,8-1-1-16,-1-2 1 16,1-1 1-16,2-1 1 15,1-1 1-15,-2 0 0 16,0 0-1-16,-1 0-2 16,-2-1-1-16,-1 1 1 0,-4-1-1 15,0 1 0-15,-1 0 2 16,0 0-1-16,-2 0 0 15,-5 0 0-15,0 1 1 16,0-4-2-16,0 2 1 16,0-3-2-16,0 0-25 15,0-1-47-15,2 0-34 0</inkml:trace>
  <inkml:trace contextRef="#ctx0" brushRef="#br0" timeOffset="-182311.22">25026 10633 128 0,'0'0'7'0,"0"0"32"16,0 0-8-16,0 0-15 15,0 0-19-15,0 0 7 16,0 0-3-16,0 0 1 0,-16 38 4 16,10-22-2-16,0 4 0 15,3 0-2-15,-1 0 0 16,-4 1-2-16,-1-1-6 15,-4 0-61-15,-1-4-91 16</inkml:trace>
  <inkml:trace contextRef="#ctx0" brushRef="#br0" timeOffset="-180268.09">21185 11027 99 0,'-4'0'5'0,"0"-3"28"0,-1 1-16 0,2-1-8 15,-2 2-6-15,2 0 1 16,-1 0-3-16,1 1 1 15,0-2 2-15,1 2 2 16,-1 0-3-16,1 0-1 16,2 0-1-16,0 0-1 15,0 0-2-15,0 0 1 0,0 0-2 16,7 0 0-16,3 0 6 16,4 0-1-16,3-1 0 15,3-3 0-15,4-2 2 16,4 1 1-16,1-2-4 15,4-3 0-15,2 2 1 16,3-2 0-16,2 0 2 0,0-2-1 16,3-1-1-16,0 0 1 15,1 1 0-15,2-2 0 16,0 1 0-16,1 0-1 16,0-1-1-16,2 1 0 0,1 1-1 15,-3-1 0-15,-2 3 2 16,-2 0-2-16,-6 0 0 15,-4 2 0-15,-7 1 0 16,-1 2 0-16,-8 1 0 16,-2 2 0-16,-1 1 0 0,-4 0-18 15,-4-2-86-15</inkml:trace>
  <inkml:trace contextRef="#ctx0" brushRef="#br0" timeOffset="-179349.87">23412 11079 83 0,'0'0'0'0,"0"0"1"0,0 0 0 15,0 0 2-15,0 0 4 16,0 0 0-16,35 0 0 0,-25 0-4 16,4 0-1-16,0 0-1 15,2 0 0-15,2-1-1 16,2 0 1-16,2-1-1 16,2 0 0-16,3-1 2 15,1 0-1-15,4-2-1 0,1 0 0 16,5 0 0-16,0 0 0 15,2 0 0-15,-3 0-1 16,1 0-1-16,-2 1 4 16,-2-1-1-16,1 0 6 15,-2 0 13-15,2 1 1 0,1-1-3 16,0 2-4-16,3 0-8 16,-1-1-2-16,0 1-3 15,-2 0 0-15,-1 1 1 16,-1-1 0-16,-2 1 5 0,0 0 2 15,-4 1-1 1,0 0-4-16,-1 1-1 0,-2 0-3 16,0-1 1-16,-2 0-1 15,2 1 0-15,-2-1 1 16,2 0-1-16,-1-1 0 16,-2 2 1-16,0-3 0 15,-1 3 2-15,-1-2 2 0,-2 2 2 16,0-1-2-16,-1 1 0 15,-1-1-4-15,-1 1 0 16,-1 0 0-16,-1 0-1 16,-2 0 1-16,-1 0-1 0,-3 0 0 15,0 0 0-15,0 0-1 16,-2 0 0-16,0 0-11 16,1 0-13-16,-2 0-33 15,-2 0-40-15</inkml:trace>
  <inkml:trace contextRef="#ctx0" brushRef="#br0" timeOffset="-178531.59">23591 11014 94 0,'0'0'20'0,"0"0"18"0,0 0-13 0,-30-30-9 0,25 20-1 16,-1-1-2-16,3-1-3 15,-1-1 1-15,1-2-1 16,1 0-5-16,0-1 0 16,2-1-2-16,0-2-2 15,0-1-1-15,0 0 0 0,0-3 0 16,4-1-1-16,0-2 0 15,2-2-4-15,1 0 3 16,0 2-1-16,3-1 1 16,1 1 0-16,-1 1 1 15,4 2 0-15,-1 3 1 0,2 0-1 16,1 2 1-16,0 1 0 16,0 1 0-16,1 4 0 15,3 1-3-15,0 1-7 16,2 5-7-16,2 1-9 15,3 3 0-15,1 0-1 0,0 1 11 16,1 0 6 0,1 0 6-16,2 0 4 0,3 0 0 15,-1 0 1-15,6 0-1 16,2-1 0-16,4-2 1 16,2-2 0-16,1-1-1 0,0 1 1 15,0-2 2-15,-1 1 8 16,-3-1 3-16,0 1 7 15,0 1-8-15,0 1-7 16,2 2-4-16,-2 1-1 16,-1 1-2-16,-6 0-46 15</inkml:trace>
  <inkml:trace contextRef="#ctx0" brushRef="#br0" timeOffset="-175843.7">21209 11366 15 0,'0'0'-15'0</inkml:trace>
  <inkml:trace contextRef="#ctx0" brushRef="#br0" timeOffset="-173495.28">21478 11261 49 0,'0'-3'30'16,"1"0"-26"-16,-1-1-1 16,2 0-2-16,-1 2-1 0,0-1 1 15,-1 1 0-15,1-1 6 16,-1 1 5-16,0 1 2 16,1-1-4-16,-1 1-4 15,1 1-5-15,1-1-1 16,0 1 0-16,0 0 0 0,0 0-1 15,0 0 1-15,1 1-3 16,-1 3 2-16,0 1 0 16,0 1 3-16,2 0 0 15,-1 1 0-15,1-1-1 16,2 1 0-16,-1-1 2 16,3 1-2-16,-1-4 0 0,2 0 2 15,1-3-2-15,0 0 2 16,2-1 11-16,2-9 11 15,2-3-2-15,2-4-7 16,5-4-6-16,2-4-4 16,5-3-3-16,4-2-1 15,6-4-1-15,4-1-1 0,3-4-5 16,1-1-50-16,-1-3-84 16</inkml:trace>
  <inkml:trace contextRef="#ctx0" brushRef="#br0" timeOffset="-171000.26">24053 11281 6 0,'0'0'16'0,"0"0"19"0,0 0-4 0,0 0-10 16,0 0-7-16,0 0-2 15,0 0-1-15,0 0-6 16,0 0-2-16,0 0 4 15,0 0-1-15,0 0-2 16,0 0-4-16,1 4 1 16,1-3 2-16,1 3-1 15,0-1-1-15,0 2 0 0,1 0 0 16,1 0-1-16,-1 0 3 16,-1-1-1-16,1-1-1 15,2-1 0-15,-1-1 1 16,2-1 0-16,2 0 7 0,4 0 19 15,-2-5-9-15,7-5-5 16,4-5 0-16,4-4-3 16,4-6-3-16,5-5-7 15,8-5-1-15,5-4-10 0,3-5-27 16,4-3-77-16</inkml:trace>
  <inkml:trace contextRef="#ctx0" brushRef="#br0" timeOffset="-166753.17">21509 11575 8 0,'0'0'21'0,"2"0"-2"0,-1 0 2 0,0 0 0 15,1 0-2-15,-1 0-8 16,-1 0-1-16,0 0 2 16,1 0-2-16,-1 0 3 15,0 0-3-15,1 0-1 16,1 0-5-16,-2 0-3 0,0 0-1 16,1 0 0-16,0 0 0 15,0 0 0-15,2 0 0 16,-1 0 0-16,1 0 0 0,-1 0 0 15,0 1 0-15,0-1 0 16,0 1 0-16,0 1 0 16,1 0 0-16,0-1 1 15,1 2-1-15,-1 0 0 16,2 3 0-16,0-2 0 0,-1 2 0 16,1-1 0-16,-3 0 0 15,2 0 1-15,1 0 0 16,-1-1-1-16,1 0 0 15,-1-1 1-15,1-1-1 16,-1 1 0-16,-1 0 2 16,1-3-1-16,-1 0 1 0,0 0-2 15,1 0 1-15,0 0 1 16,-1 0 2-16,2-4 3 16,0-1 0-16,1-2 1 15,2-2-1-15,-1-2-1 16,3 0 1-16,1-4-1 0,3 0 5 15,0-3-5-15,3-1-1 16,-1-2 1-16,2 0-3 16,2-1 1-16,1 2-2 15,0 0 1-15,0 2-1 16,0 2 0-16,-1 3-2 0,-3 1 0 16,-3 2 0-16,-1 3 0 15,-2 1 0-15,-2 0 0 16,-2 3 0-16,-2 0 0 15,-2 2-2-15,0 0 1 16,-1 1 0-16,-1-1-1 16,-1 1 0-16,0 0-1 0,0 0 0 15,0 0 1-15,0 0-1 16,0 0 3-16,0 0 3 16,0 0-2-16,0 0 0 15,0 0-1-15,0 0 0 0,0 0 1 16,0 0-1-16,0 0 1 15,0 0-1-15,0 0 0 16,0 0 0-16,0 0 0 16,0 0-1-16,0 0 1 15,0 0 0-15,0 0-2 16,0 0 1-16,0 0 1 0,0 0 0 16,0 0-1-16,0 0-2 15,0 0-2-15,0 0-5 16,0 0-5-16,0 0-3 15,0 0 10-15,0 0 5 0,0 0 2 16,0 0 2 0,0 0-2-16,0 0-1 0,0 0 3 15,0 0 1-15,0 0-2 16,0 0 1-16,0 0 1 16,0 0 0-16,0 0 2 15,0 0 3-15,0 0-1 0,0-2-1 16,0 2 0-16,0 0-1 15,0-1-1-15,0 1-1 16,0 0 0-16,0 0-4 16,0 0-2-16,0 0-9 15,0 0-3-15,0 0-6 0,1 0-22 16,0 0-15-16</inkml:trace>
  <inkml:trace contextRef="#ctx0" brushRef="#br0" timeOffset="-157958.58">9373 11419 50 0,'0'0'4'0,"0"0"8"0,0 0-4 15,0 0 1-15,0 0-4 16,0 0 1-16,0 0 1 16,3-30 4-16,-3 28 4 0,0-1 9 15,0-1-4-15,0 2-5 16,0 0-6-16,0 0-4 16,0-1-1-16,0 3 4 15,0 0 2-15,0 0-5 16,0 0-5-16,0 0-3 0,0 5 2 15,0 3 0-15,4 2 1 16,1 3 1-16,-2 2-1 16,3 1 1-16,-3 1-1 15,-1 3 1-15,0-2-1 16,1 2 0-16,-2 0 0 0,1 0-1 16,-2 0 0-16,1 1-10 15,-1-3-25-15,0 0-18 16,0-5-45-16</inkml:trace>
  <inkml:trace contextRef="#ctx0" brushRef="#br0" timeOffset="-157069.02">9397 11391 15 0,'0'0'24'0,"0"0"-2"0,0 0 6 0,0 0-4 16,0 0-9-16,0 0-7 15,0 0-7-15,0 0-1 16,18-28 1-16,-14 26-1 16,2 0 0-16,0 1 0 0,1-1 0 15,0 2 1-15,0 0-1 16,1 0 0-16,1 3 0 16,1 3-1-16,-2 0 1 15,1 4 0-15,-1 0 0 0,-1 0 0 16,0 0 1-16,-2 0-1 15,0 0 0-15,-1-1 1 16,2 1-1-16,-2-1 1 16,2 0-1-16,-2-1 1 15,2 1-1-15,-2-3 2 0,2-1-2 16,-1 0 0-16,0-2-2 16,1-1 1-16,-3-2 0 15,3 0 0-15,-4 0 1 16,1-3 1-16,0-3-1 15,-1-1 1-15,-1-3-1 0,0 0 1 16,-1-1 2-16,2-2-2 16,-1 1 0-16,1-1-1 15,-1 0 1-15,2 0-1 16,-1 1 0-16,2 0 0 16,-1 0 0-16,1 1 0 0,2 0 0 15,-2 2 1-15,1-1-1 16,-1 2 0-16,2 0 0 15,-3 1 1-15,-1 4 3 16,0-1 2-16,1 3-1 16,-2 0-5-16,1 1 0 0,0 0 0 15,1 0-2-15,2 2 1 16,-3 2 0-16,3 2 1 16,0 1 0-16,-2 1 0 15,2 1 0-15,-1 0 0 16,2 3 0-16,-2 0 1 15,2 1-1-15,-3 0-1 0,0 0 1 16,1 2 0-16,-2 0 2 16,-2-2 0-16,1 2-1 15,-1-2 3-15,0 3-1 16,0 0-2-16,0 0 0 16,0 1 1-16,0 0-1 0,0 0 0 15,0 0 0-15,0-1-1 16,-1-1-13-16,1-2-19 15,-2-3-21-15</inkml:trace>
  <inkml:trace contextRef="#ctx0" brushRef="#br0" timeOffset="-154279.37">9903 11424 17 0,'0'0'8'0,"0"0"-4"0,0 0 1 16,0 0-2-16,0 0 1 16,-2 0 7-16,2 0 1 15,-1 0 1-15,1 0 4 16,-2-2-4-16,2 2 0 0,0-1-5 16,0 1-1-16,0 0-3 15,0 0-2-15,0 0-1 16,0 0-1-16,0 0-1 15,0-1 1-15,0 1-1 16,0 0 1-16,0 0 1 0,0 0-1 16,0 0 0-16,0 0-1 15,0 0 2-15,0 0-1 16,0 0-1-16,0 0 1 16,0 0 0-16,0 0 0 15,0 0-1-15,0 0 2 0,0 1-1 16,0 0 1-16,0 1 0 15,0-1 1-15,0 1 0 16,0 0 1-16,0 0-1 16,0 1-2-16,0 0 2 15,0 0-1-15,0 2 0 0,0 0 1 16,0 0-1-16,0 2-1 16,0-1 1-16,0 1-1 15,0 0 0-15,-1 1 0 16,1-2 1-16,0 1-1 15,0 0 0-15,0 0 1 0,0 0-1 16,0 0 1-16,3 0 0 16,0-2 1-16,-1 0-2 15,1-2 0-15,0 3 0 16,1-4 1-16,1 1 0 16,-2-1 0-16,1 1-1 0,0 0 2 15,0-2-2-15,1 0 1 16,0 0-1-16,0 0 1 15,-2-1-1-15,3 0 1 16,-2 0 0-16,2-1 1 16,0-2-1-16,-1-3 0 0,0 1 0 15,2-1 0-15,-2-1 1 16,2-1-1-16,-4 0 1 16,4-1 1-16,-4 1 1 15,1-2 2-15,0-1-1 16,-1 0 3-16,1 0-5 0,-1-1-2 15,0 0-1-15,-1 3 1 16,2-3-1-16,-3 3 0 16,1-1 0-16,0 2 0 15,-2 2-1-15,0 1 1 16,0 0 0-16,0 2 0 0,0 2-1 16,0 1 0-16,0 0-2 15,0 0-12-15,0 0-5 16,0 1 17-16,0 4 3 15,0 3 0-15,0-1-1 16,0 2 1-16,0 1 0 16,-2 0 1-16,2-1-1 0,0 0 1 15,0 2-1-15,0-3 1 16,0 2 0-16,0 0 0 16,2-2-1-16,1 1 1 15,2-1 0-15,-1-1-1 16,2-1 2-16,-1 0-2 0,2-2 2 15,1-1-2-15,1-3-3 16,-1 0-5-16,2 0-30 16,0-6-55-16</inkml:trace>
  <inkml:trace contextRef="#ctx0" brushRef="#br0" timeOffset="-153880.79">10134 11176 92 0,'0'-4'18'0,"0"2"18"0,0 1-10 15,0 1-2-15,0 0-9 0,0 0-17 16,0 6-2-16,0 5 3 16,0 3 1-16,0 5 2 15,0 4-2-15,4 4 2 16,0 1-1-16,2 1 0 15,-1 1 0-15,1-2 0 0,-2-1-1 16,1-1 1 0,0-3 0-16,-2-2-1 0,1-1 0 15,-1-2-9-15,-1-3-36 16,1-6-27-16</inkml:trace>
  <inkml:trace contextRef="#ctx0" brushRef="#br0" timeOffset="-153468.29">10295 11115 66 0,'0'0'37'16,"0"0"-28"-16,0 0 9 16,0 0-4-16,0 0-12 15,0 0-1-15,0 0-1 16,0 0 0-16,0 0 0 0,-13 23 1 16,13-13-1-16,0 5 1 15,3 1 0-15,0 3 0 16,1 3 0-16,0 2 1 15,-1 1-1-15,0 0 1 16,0 1-1-16,-1-2 1 16,0 1-1-16,1-3 0 0,0-1 0 15,-1-1 1-15,-1-2-2 16,1-1 1-16,-1-2-1 16,-1-2-5-16,1-2-7 15,-1-4-18-15,0-2-23 0</inkml:trace>
  <inkml:trace contextRef="#ctx0" brushRef="#br0" timeOffset="-152956.21">10230 11394 76 0,'0'0'6'0,"0"0"1"0,0 0 0 0,0 0-3 15,0 0-2-15,0 0-1 0,28-15 0 16,-20 12 1-16,-1-2 3 15,3 3 4-15,0-1 0 16,1 0 1-16,0-1 1 16,1 1-4-16,-1 1-3 0,1 1-2 15,-2 0 0 1,-1 1-2-16,1 0 0 0,-2 0 0 16,-2 0 0-16,0 2 0 15,-3 3 0-15,1 0 0 16,-1 2 1-16,-2 3-1 15,1 0 2-15,0 1 1 16,-2 1 1-16,2-1-2 0,0 1 3 16,-1-1-1-16,0-1-1 15,2-3 0-15,0 0 3 16,2-1-3-16,0-2-2 16,1-1 0-16,1-2 0 0,0-1 0 15,0 0-11 1,1-7-37-16,-1-4-56 0</inkml:trace>
  <inkml:trace contextRef="#ctx0" brushRef="#br0" timeOffset="-152777.2">10452 11242 193 0,'0'0'16'0,"0"0"6"0,0 0-6 0,0 0-12 0,0 0-3 16,0 0-4-16,0 0-18 16,0 0-36-16,0 0 3 15</inkml:trace>
  <inkml:trace contextRef="#ctx0" brushRef="#br0" timeOffset="-152327.28">10587 11009 177 0,'0'0'8'0,"0"0"19"16,0 0-8-16,0 0-8 0,0 0-9 16,0 0-7-16,0 0 8 15,0 0-3-15,-24 43 0 16,21-22 0-16,2 1 0 15,-3 4 0-15,4 1 0 16,-2 4 0-16,2 1 1 16,-1 1-1-16,1-2 0 0,0 2 1 15,0-4-1-15,0-1 1 16,2-2 1-16,4-3-2 16,3 1-3-16,2-3-9 15,1-2-11-15,1-2-11 0,3-6-16 16,-2-4-24-1</inkml:trace>
  <inkml:trace contextRef="#ctx0" brushRef="#br0" timeOffset="-151817.39">10854 11362 138 0,'0'0'7'0,"0"0"1"16,0 0-4-16,0 0-3 0,-32-18 0 16,24 18 0-16,1 0 5 15,0 0 1-15,-1 0 0 16,2 0 1-16,0 1-5 16,-1 4-2-16,3 1-1 0,-1 2 1 15,0 1-1-15,2 2 0 16,2-1 0-16,-2 0 0 15,3 0 0-15,0 1 2 16,0-4-2-16,3 1 1 16,1-3-1-16,1 0 2 15,2-3-4-15,2-1 2 0,-3-1 2 16,2 0-1-16,1-3 2 16,-1-3 1-16,1-1 3 15,-1-1-1-15,-2-1 1 16,-2 0 3-16,1 1 4 15,-4 0-2-15,0 2 0 16,-1 1-4-16,1 0-1 0,-1 3-2 16,0-1 4-16,0 3-2 15,0 0-6-15,0 0-5 16,3 0-1-16,0 5 6 16,2 2 0-16,1-1-1 0,3 2-5 15,-1-1-11-15,1 0-9 16,1-1-4-16,-2-2-25 15,1-3-20-15</inkml:trace>
  <inkml:trace contextRef="#ctx0" brushRef="#br0" timeOffset="-151148.02">10941 11044 134 0,'0'0'5'0,"0"0"42"0,0 0-19 0,0 0-15 0,0 0-9 16,0 0-4-16,0 0-3 15,0 0 3-15,0 0 0 16,-13 39 0-16,19-19 0 16,1 3 0-16,0 2 1 15,2 3-1-15,1-1 2 0,0 1-2 16,-1-2-2-16,-1-3 1 16,-1-3 1-16,-1-1 0 15,0-4-1-15,-2 0 1 0,0-4 0 16,-1-1 0-16,-1-1-1 15,0-2-2-15,-2-2-2 16,0-3-3-16,0-1-1 16,0-1 6-16,0 0 8 0,0-2-5 15,0-4 0 1,0-2 0-16,0-2 0 0,0 1 0 16,3-1-1-16,1-1 2 15,1 1 0-15,1 2 1 16,0 1 0-16,2 2-1 15,1 1-1-15,-2 2 0 16,3 2 0-16,-3 0 0 0,2 0 0 16,-1 7-1-16,-1 1 1 15,-3 3 0-15,0-1 1 16,-2 2-1-16,-2-1-1 16,0-1-1-16,0 2 1 0,-7-3-1 15,-2 0 5-15,-1 1 3 16,-1-3-2-16,1-1 4 15,0-1-5-15,2-2-1 16,2-1 0-16,1-2-2 16,3 0-3-16,2-9-52 15,0-4-70-15</inkml:trace>
  <inkml:trace contextRef="#ctx0" brushRef="#br0" timeOffset="-150693.02">11199 11326 38 0,'0'0'1'0,"0"0"2"0,0 0 4 0,0 0 2 0,0 0 0 15,0 0 6-15,0 0 2 16,0 0 0-16,0 0 11 15,30 14 3-15,-25-21-8 16,-1-1-11-16,-1-2-3 16,0 0-4-16,-1 0-4 0,-2 2 0 15,1-1 0-15,-1 1 0 16,0 0 0-16,0 4 1 16,-1 1 1-16,-1 1 0 15,-1 2-3-15,-3 0 0 0,2 7-1 16,-1 5 2-16,1 1-2 15,-1 0 2-15,2 4-1 16,3-2 0-16,0-1 1 16,0-2-1-16,1-1 0 15,6-2 1-15,2-3-2 16,2-2 0-16,1-3 1 16,0-1 0-16,2 0 1 0,0-3 0 15,0-5-2-15,2-2-6 16,0-2-19-16,-1-3-32 15,-2-2-23-15</inkml:trace>
  <inkml:trace contextRef="#ctx0" brushRef="#br0" timeOffset="-150373.43">11336 10869 90 0,'0'0'6'0,"0"0"15"0,0 0-10 15,0 0-7-15,0 0-4 16,0 0 4-16,-12 42 6 15,12-17 3-15,0 4 6 16,4 4 1-16,3 3-14 16,1 3-2-16,2 2-2 0,-2 3 0 15,0 2 0-15,-1 1-3 16,-4 0-41-16,-3-4-30 16</inkml:trace>
  <inkml:trace contextRef="#ctx0" brushRef="#br0" timeOffset="-149341.47">9526 11945 48 0,'0'0'23'0,"0"0"2"0,0 0-6 0,0 0 0 15,0 0-9-15,0 0-8 16,0 0-2-16,0 0 0 15,0 0 0-15,0 0 0 0,0 0 0 16,38-6 0-16,-24 6 0 16,2 0 1-16,3 0-2 15,1-1 1-15,3 0 1 0,4 1-1 16,4 0 0 0,4 0 0-16,2-1-14 0,5-1-4 15,-1 0 5-15,6-3 7 16,3-1-2-16,2-2-6 15,4-2 3-15,1-2 0 16,5 0 11-16,2-1 0 0,1 0 1 16,-1-1 5-16,2 2 7 15,2 0 2-15,-2 0-1 16,2 3-2-16,-3 1-3 16,2 3-1-16,-1 2-3 15,-4 1-3-15,-3 2-1 0,-3 0 0 16,-2 0 0-16,-5 0 4 15,-1-1 10-15,-4-2 8 16,-4 0-2-16,-3 0-8 16,-3-1-4-16,-4 1-4 15,-5 0-1-15,-4-1-3 16,-2 1 0-16,-2 0 0 0,-2 1 0 16,-4-1-1-16,0-2-1 15,-2-3-28-15,-2-1-70 16</inkml:trace>
  <inkml:trace contextRef="#ctx0" brushRef="#br0" timeOffset="-148825.06">11623 11128 101 0,'0'0'5'0,"0"0"15"0,0 0 4 0,0 0 1 15,0 0 0-15,0 0-7 16,0 0-4-16,0 0-8 16,0 0-4-16,0 0-4 15,0 0-11-15,0 0-2 16,3-7-25-16,-1 7-21 15</inkml:trace>
  <inkml:trace contextRef="#ctx0" brushRef="#br0" timeOffset="-148544.67">11655 11341 103 0,'0'0'20'16,"0"0"3"-16,0 0-4 16,0 0-7-16,0 0-7 15,0 0-5-15,0 0 0 16,0 0 1-16,0 5-1 0,0-3 0 15,0-1-1-15,0 0-14 16,0-1-19-16,0 0-8 16</inkml:trace>
  <inkml:trace contextRef="#ctx0" brushRef="#br0" timeOffset="-147625.39">11638 11123 88 0,'0'0'11'0,"0"0"13"0,0 0-9 0,0 0-8 15,0 0-2-15,0 0 0 0,0 0 1 16,0 0-4-16,0 0-2 16,-27 5 0-16,24-2 2 15,2 2-2-15,1-1 0 16,0 0 0-16,0-1 0 16,0-2 0-16,0 2 0 0,0-3 0 15,1 0 3-15,2 0 5 16,0 0-1-16,0 0-3 15,0-3-2-15,0-1 1 16,-2 0 1-16,1 1-1 16,-2-1 7-16,0 1 0 15,0 1 0-15,0-1 1 0,-3 1-6 16,-1 1 0-16,1 1-4 16,1 0-1-16,-1 0-2 15,1 0 1-15,0 3-3 16,2 2 1-16,0 0-2 0,0-2-2 15,0 1 2-15,0-1 2 16,0-1 0-16,1-1 1 16,1-1 0-16,1 0 1 15,-2 0 2-15,-1 0 1 16,2 0 0-16,-2 0 1 0,0 0-1 16,0-2 3-16,0 0-1 15,0-1 1-15,0 2-2 16,0-1-1-16,-2-1-1 15,2 1-1-15,-1 2 0 16,1-2 0-16,0 2 0 16,0 0-1-16,-2 0-1 0,2 0-3 15,0 0-8-15,0 0 1 16,0 0 11-16,0 0 1 16,0 1 0-16,0 0 1 15,0 1-1-15,0-2-1 16,0 0 0-16,2 0 1 0,1 0 2 15,-2 0-1-15,1 0 0 16,0-2 1-16,0 0-1 16,-1 0-1-16,1 1 1 15,-1 1-1-15,0-1-3 16,-1 0-72-16,0 0-57 0</inkml:trace>
  <inkml:trace contextRef="#ctx0" brushRef="#br0" timeOffset="-147077.42">11656 11343 58 0,'0'0'4'0,"0"0"0"0,0 0 0 0,0 0 4 16,0 0 5-16,0 0 4 15,0 0 2-15,0 0 4 0,0 0-10 16,0 0-11-16,0 0-1 16,0 0-1-16,0 0-1 15,-20 3-3-15,20 2-2 16,0-2-1-16,0-1 4 16,2 0 0-16,0-2 1 0,3 0 3 15,-2 0 0-15,2 0 2 16,-2-3 1-16,0 0 4 15,-2-3 7-15,1 3 3 16,-2-2-3-16,0 0-3 16,0 2-2-16,-3 1-2 0,-1 0-5 15,-3 1 1-15,4 1-4 16,-4 0 0-16,4 0-1 16,-2 0-1-16,3 3-5 15,0 0-7-15,2-1-21 16,0 1-14-16,0-3-1 15</inkml:trace>
  <inkml:trace contextRef="#ctx0" brushRef="#br0" timeOffset="-146737.34">11724 11244 86 0,'0'0'3'0,"0"0"4"0,0 0-2 15,0 0 0-15,0 0-2 0,0 0 0 16,0 0 0-16,0 0 4 15,0 0 1-15,0 0 2 16,11-5 0-16,-6 5 2 16,0-2 0-16,2 2-3 15,3-3-4-15,0 1-2 16,1 0-2-16,2-1-1 16,-2-3-29-16,-1-4-132 0</inkml:trace>
  <inkml:trace contextRef="#ctx0" brushRef="#br0" timeOffset="-121038.79">12459 10866 96 0,'0'0'15'0,"0"0"3"0,0 0-3 0,0 0-6 16,0 0-2-16,0 0-2 15,0 0-3-15,0 0-2 16,0 0-1-16,0 0 2 16,0 3 0-16,-1 0 1 15,-1 2-1-15,1 1-1 0,0 0 0 16,0 3 0-16,1 1 0 16,0 2 0-16,0 4 0 15,1 3 0-15,4 3 0 16,-1 2 0-16,2 2 0 15,0 3 0-15,2-1 0 16,-1 1-1-16,-2-1 1 0,3 0 0 16,-1-1-2-16,-2-1 2 15,3-1 2-15,-4 1 0 16,2-4 1-16,-2 2 1 16,-2-2 0-16,2 1-1 15,-2-1 0-15,-2 0-1 0,0 1-1 16,0 1-1-16,-2-2 1 15,-4-1-1-15,0-3 2 16,0-1-2-16,1-9-25 16,-2-5-68-16</inkml:trace>
  <inkml:trace contextRef="#ctx0" brushRef="#br0" timeOffset="-120311.9">12461 10862 27 0,'0'0'67'0,"0"0"-55"0,0 0-6 0,0 0-5 16,0 0-1-16,0 0 0 15,0 0 0-15,36-9 0 16,-23 5-1-16,0-1 3 0,1-3 5 16,2 3 0-16,1-2-1 15,3 0 1-15,2 0 1 16,3-2-3-16,-1 1 6 15,5-1-8-15,0 1-1 16,1-2 0-16,2 1-3 16,1-1 2-16,1 1 1 0,3-2-2 15,0 2 1-15,-1-1-2 16,0 1 2-16,-1 0-1 16,-3 0-2-16,-2 0 4 15,-1 1 0-15,-2 1 1 16,-2-1 2-16,-2 3-2 0,-3 0-1 15,-3 1 1-15,-1 2-3 16,-3-2 2-16,0 3-1 16,-3-1 1-16,-1-1-2 15,-1 1 0-15,2 0 1 16,1-1-1-16,0 1 0 0,2-1 0 16,-3 1 0-16,2 0-3 15,-1 0-6-15,0 0-5 16,-1 0-8-16,-3 1-2 15,-2 0-8-15,1-1-39 16</inkml:trace>
  <inkml:trace contextRef="#ctx0" brushRef="#br0" timeOffset="-119800.45">13414 10596 87 0,'0'0'-4'0,"0"0"5"0,0 0-1 0,0 0 1 16,0 0-1-16,0 0 1 16,7 30 0-16,-6-21 3 15,1 3 2-15,-1 1 0 16,2 2-2-16,1 2-2 15,0 3-2-15,1 1 3 0,1 3 12 16,0 3-13-16,1 0 1 16,-2 4-2-16,3-1 0 15,-2 3 0-15,-1 0 0 16,1 0 2-16,-1-1 3 16,0-2-2-16,0-2 7 0,2 0-9 15,-2-2 3-15,2 0-4 16,-2-1 3-16,2 0-2 15,-1 1-1-15,0-1 0 16,0 1 0-16,-1-3 0 16,0 1-1-16,-1-3 1 0,0-1 0 15,0-2-1-15,-2-2 0 16,1-2 2-16,0-1-1 16,-1-3-1-16,0-2 1 15,0-1 0-15,-1 1 0 16,-1-3-1-16,0 3 0 15,0-1 1-15,-1 2-8 0,-6-1-40 16,-5-2-86-16</inkml:trace>
  <inkml:trace contextRef="#ctx0" brushRef="#br0" timeOffset="-118647.27">12518 11533 44 0,'0'0'22'0,"0"0"-11"0,0 0 1 0,0 0 1 0,0 0-1 16,0 0 1-16,0 0-5 0,0 0-7 15,0 0 7-15,0 0-1 16,0 0 0-16,0 0-3 16,15 37-1-16,-11-24-2 15,0 2 0-15,0 1 0 16,1 0-1-16,0 1 2 15,-3-1-2-15,0 1 0 0,1-1 0 16,-2-1 1-16,1-2-1 16,-1 1 1-16,0-1 0 15,1-3-1-15,-1 0 0 16,2-2 0-16,-1-1 1 16,-1-1-1-16,3-1 0 0,1-2 0 15,-1 1 0-15,2-2 0 16,4-1-1-16,-1-1 3 15,1 0 2-15,1 0-1 16,2-1-1-16,3-3 2 16,0-2-2-16,3 0 3 15,-1 0-2-15,3 0-1 0,0-1-1 16,3-2 0-16,0 1 1 16,2 0 2-16,4 1-1 15,-1-1-1-15,3 2-1 16,-1-1 0-16,1 0-2 0,0 0 3 15,0-1-1-15,-1 2-1 16,1 1 0-16,-1 0 0 16,2 0 0-16,-3 1 0 15,0 1 0-15,-1 0-1 16,-2 1 2-16,-2-1-1 0,-1 1-1 16,1 1 2-16,-2 0-1 15,-2 0 0-15,1 0 0 16,-4 1 0-16,-4 0 0 15,-1 0 0-15,-3 0 0 16,-2 0 0-16,-2 0 0 16,-2-1 1-16,-1 1-1 0,1-3 1 15,-3 2 3-15,0-2 7 16,0 0 4-16,-1-3-2 16,0 1-3-16,0-3 2 15,0-1-2-15,0-1 1 16,0-3-3-16,-2-2 1 0,1 0 2 15,-3-3-3-15,1 0-1 16,2-4-6-16,1 1-1 16,0-2-11-16,0-3-32 15,4-4-68-15</inkml:trace>
  <inkml:trace contextRef="#ctx0" brushRef="#br0" timeOffset="-117622.17">13786 11047 27 0,'-1'2'13'0,"0"-2"-12"0,1 1-8 0,-1 0-7 16</inkml:trace>
  <inkml:trace contextRef="#ctx0" brushRef="#br0" timeOffset="-117309.58">13786 11047 20 0,'-9'5'40'15,"9"-5"-28"-15,0 0-9 16,0 0-2-16,0 0-1 16,0 0 0-16,0 0 0 15,0 0 0-15,0 0 2 0,0 0 4 16,0 0 2-16,0 0-5 15,0 0-6-15,0-1-29 16</inkml:trace>
  <inkml:trace contextRef="#ctx0" brushRef="#br0" timeOffset="-116455.96">13717 11050 52 0,'0'0'24'0,"0"0"11"0,0 0-16 0,0 0-1 16,0 0-7-16,0 0-8 0,0 0-4 16,0 0-2-16,0 0-1 15,0 0 7-15,-3 0-3 16,7 0 0-16,2 0 0 15,0 0 0-15,-1-3 0 16,4 2 0-16,1-1-5 16,1 0 7-16,3-1-1 0,0 0-2 15,0 0 2-15,3-1-2 16,0 1-1-16,0-2 4 16,1 0-4-16,2 0 2 15,1 0 1-15,3 0-1 16,1-2 1-16,0 2 0 0,2-1 7 15,-1 0-5-15,2 0 2 16,-4-1-2-16,4 1-1 16,-3-1-1-16,2 0 1 15,0 1 1-15,-1 0-2 16,1-1-2-16,0 2-3 0,0-2 17 16,0 1-11-16,-4 1 0 15,1-2-1-15,1 2-1 16,-3 0 2-16,-1-1-1 15,2-1 3-15,-2 3-2 16,3-2 1-16,-1 1-1 0,-3 1 9 16,0 0-3-16,-3 0-6 15,0 1-2-15,-6 0 0 16,-1 0 1-16,-1 3-1 16,-4-2 0-16,0 2-1 0,-2 0-7 15,-3 0-25-15,0 0-24 16,0 0-37-16</inkml:trace>
  <inkml:trace contextRef="#ctx0" brushRef="#br0" timeOffset="-115828.93">14538 10727 82 0,'0'0'20'0,"0"0"-12"0,0 0 4 0,0 0-6 15,0 0-4-15,0 0 5 0,0 0 4 16,0 0 6-16,0 0-2 16,0 0-2-16,0 0-6 15,0 0-11-15,-2-5 8 16,9 5-4-16,-2 4 1 0,3 0-2 15,-1 1 2-15,3-2-1 16,0 2-2-16,0-2 2 16,0 1-1-16,2-1 1 15,-2 1 1-15,0-1 0 16,-1 0 2-16,0 0-3 0,0-1 1 16,-1 1-1-16,-2 0 1 15,-1-1-1-15,-1 0 0 16,0 0 1-16,-2 1 2 15,0 0-2-15,-2 1 2 16,0 1 0-16,0 1 3 16,-3 1-3-16,-4 3 0 0,-1 0 0 15,-2 3 2-15,-1 1-2 16,-1 0 0-16,0 2-1 16,1-1-1-16,2 0-1 15,2 0 0-15,2 0-1 16,0-4-22-16,2-6-99 0</inkml:trace>
  <inkml:trace contextRef="#ctx0" brushRef="#br0" timeOffset="-115058.65">15087 10679 64 0,'0'0'6'0,"0"0"13"0,0 0 1 0,0 0-5 15,0 0 5-15,0 0 6 16,0 0-4-16,-28-25-2 16,24 23-7-16,0 1-6 15,-1 1-2-15,1 0-5 16,-4 0 1-16,3 3 0 0,-2 3-1 15,-1 1 0-15,1 3 0 16,1 3 0-16,2-1-1 16,1 1 0-16,2-1 1 15,1 1-2-15,1-5-1 0,6 0 0 16,2-3-5-16,2-3 2 16,2-2 8-16,2 0-2 15,0 0 1-15,2-2 2 16,-1-4-3-16,1-1 1 15,-2-1 2-15,0 0-4 0,-4-2 3 16,-3 2-1-16,-3-1 1 16,-4-1 7-16,-1 1 3 15,0 0-1-15,-7 1-7 16,-4 2 0-16,-1 0 1 16,-1 2-2-16,0 2-5 15,-3 2 2-15,2 0 1 0,0 1-7 16,0 7 0-16,4-1-26 15,0 1-21-15,6-2-34 16</inkml:trace>
  <inkml:trace contextRef="#ctx0" brushRef="#br0" timeOffset="-114296.64">15227 10623 38 0,'0'0'62'0,"0"0"-45"0,0 0 2 16,0 0-10-16,0 0-4 0,0 0-1 15,0 0 1-15,-15 29-3 16,15-21 2-16,0-1-3 15,3 0 1-15,1-2 0 16,2 1-1-16,0-2 0 16,2-1 1-16,0-3 4 0,0 0 5 15,2 0-2-15,1 0 0 16,-5 0-2-16,5-4-1 16,-1-2-3-16,-2 1 1 15,0-3-2-15,-2 1 3 16,0-1 1-16,-1 1 0 0,-2-1-3 15,-1 2 1-15,0 1-1 16,-1 1 1-16,-1 1-2 16,0 1 1-16,1 2 1 15,2 0-5-15,-2 0-4 16,3 2 4-16,2 3 2 0,0 0 1 16,1 1-1-16,2-2-1 15,1 2-1-15,0-2 1 16,0-3-1-16,0 1 1 15,0-2 0-15,0 0 0 16,-1 0-1-16,-1-5 0 16,1-2 3-16,-1-2 0 0,-4-3-1 15,-1-1 2-15,-2-2 0 16,-1-1 0-16,0-1-2 16,0-1 0-16,-4-2 0 15,0 2-1-15,1 0 1 16,-2 0-1-16,3 4 0 0,2 2 0 15,-2 1 1-15,1 6-1 16,-1 0-1-16,1 4 0 16,0 1-1-16,1 0-9 15,0 6 7-15,0 4 4 0,0 4 3 16,0 2-3-16,0 0 0 16,5 2 0-16,0-3 0 15,2 0 0-15,1-2 0 16,-1-1 0-16,1-1 0 15,1-4-5-15,-3 1-13 16,1-3-25-16,-2-3-48 0</inkml:trace>
  <inkml:trace contextRef="#ctx0" brushRef="#br0" timeOffset="-114147.14">15507 10534 258 0,'0'0'4'0,"0"0"-4"0,0 0-4 0,0 0-10 16,0 0-21-16,0 0-22 15,33-22-19-15</inkml:trace>
  <inkml:trace contextRef="#ctx0" brushRef="#br0" timeOffset="-113927.28">15662 10469 82 0,'0'0'2'16,"0"0"9"-16,13 33-2 0,-6-20-5 15,-1 2-3-15,1-1 0 16,1 0-1-16,-3 1 0 15,0-1 1-15,-1-1-6 16,-1-3-40-16</inkml:trace>
  <inkml:trace contextRef="#ctx0" brushRef="#br0" timeOffset="-113643.24">15701 10470 144 0,'0'0'2'16,"0"0"7"-16,17-36-3 15,-9 28-5-15,1 0 3 16,1 0 4-16,0 4 0 16,0 1-3-16,0 3-3 0,-2 0 0 15,-2 0-2-15,0 5 1 16,-3 3-3-16,-2 0-4 15,-1 3 2-15,0 0 0 16,-3 2-6-16,-7-1 3 16,-1 1-16-16,-2-3 6 0,-2 0-19 15,1-3-46-15</inkml:trace>
  <inkml:trace contextRef="#ctx0" brushRef="#br0" timeOffset="-112922.66">15910 10383 215 0,'0'0'4'0,"0"0"-6"15,0 0 0-15,0 0 3 16,0 0 0-16,0 0 0 15,0 27-1-15,0-18 0 16,1-2-1-16,5 0 0 16,3-4-1-16,-1 0 1 0,2-1 1 15,1-2-3-15,2 0 3 16,0-2 0-16,-1-4-1 16,-1-1 0-16,0-1 3 15,-1-2 2-15,-1 2 0 16,-2 0 3-16,-2 1-1 15,-1 3-1-15,-1 1 0 0,-2 0 3 16,0 3-5-16,2 0-5 16,1 2 3-16,-2 3-1 15,3 0 2-15,0 1 0 16,3-1-2-16,-2 0-1 0,3-2 1 16,0-1-1-16,2-2 0 15,-1 0 1-15,0 0 1 16,1-2-1-16,-2-2-2 15,-1-2 12-15,-1 0-1 16,-2-2 4-16,-1-2-6 0,-1-1 0 16,-3-1-5-16,0-2 3 15,0 0-3-15,0-1-1 16,0 0 1-16,-2 0-1 16,0 1-1-16,0 3-1 15,-1-2 3-15,2 5-2 0,-1 1 0 16,1 2-4-1,0 3-2-15,0 1 2 0,0 1 1 16,1 0-9-16,0 3 5 16,0 5 6-16,0 2 1 15,0 3 0-15,0 0 0 0,4 1 0 16,1-1 0-16,2-1-2 16,-2-1 2-16,2 1 0 15,-2-4 0-15,1 3 0 16,-1-4-1-16,0 0-9 15,0-2-20-15,0-2-17 16,-2 0-14-16,0-3-23 0</inkml:trace>
  <inkml:trace contextRef="#ctx0" brushRef="#br0" timeOffset="-112753.3">16236 10292 157 0,'0'0'2'0,"0"0"9"0,0 0-2 0,33-20-6 0,-20 14-1 15,3 3-1-15,-1 1-1 0,0 0-9 16,-2-1-64-16</inkml:trace>
  <inkml:trace contextRef="#ctx0" brushRef="#br0" timeOffset="-111968.31">15099 10889 70 0,'0'0'4'0,"0"0"9"0,27-9 2 0,-13 3-1 15,3 1-1-15,1-2-3 16,2 2-4-16,2-1-2 16,0-1-1-16,2-1-1 15,2 1-1-15,5-1 1 0,1 0-2 16,3-2 0-16,2 1 1 15,-1-1-2-15,3-1 2 16,0-1-2-16,0 1 2 16,0 1-1-16,3-1 0 0,0 1 1 15,-1 1 1 1,1-1-1-16,-1 0 2 0,0 0-3 16,1-1 1-16,-1 3 0 15,-1-2 0-15,-3 0 1 16,0 3 0-16,-2-1 8 15,-3-1 1-15,0 2 6 16,-2 0-6-16,-3 2-4 0,-1 0-3 16,-5 0-1-16,-4 2-2 15,-4 1-1-15,-4 0 1 16,-2 2-1-16,-4-1 1 16,0 1-1-16,-2 0-6 0,-1 0-43 15,0-2-58-15</inkml:trace>
  <inkml:trace contextRef="#ctx0" brushRef="#br0" timeOffset="-111655.72">16489 10249 154 0,'0'0'5'0,"0"0"4"0,0 0-6 0,0 0-2 15,0 0 0-15,0 0-1 16,0 0 0-16,0 0-15 16,0 0-20-16,0 0-28 0</inkml:trace>
  <inkml:trace contextRef="#ctx0" brushRef="#br0" timeOffset="-111493.36">16523 10355 180 0,'0'0'18'16,"0"0"-18"-16,0 0 0 15,0 0 4-15,0 0-2 16,0 0 0-16,0 0-3 0,21 3-51 16</inkml:trace>
  <inkml:trace contextRef="#ctx0" brushRef="#br0" timeOffset="-109408.39">12372 10898 42 0,'0'0'20'0,"0"0"12"0,0 0-7 0,0 0-8 16,0 0-12-16,0 0-5 15,0 0 0-15,0 0-2 16,0 0-4-16,0 0 7 15,0 0-1-15,19 28 0 16,-14-9 0-16,-2 9-1 0,-1 2-12 16,0 4-54-16</inkml:trace>
  <inkml:trace contextRef="#ctx0" brushRef="#br0" timeOffset="-105454.14">17006 10091 88 0,'0'-5'23'0,"0"1"12"0,0 0-10 0,0 0-10 15,-3 1-1-15,2 2-2 16,-2-1-1-16,0 1-2 16,0 1-1-16,0 0-5 0,-1 0-3 15,-2 1 0-15,0 6 5 16,-1 2-6-16,-2 2 3 15,2 2-2-15,0 1 1 16,1 1 0-16,1-1 0 16,2 0 0-16,3 0-1 15,0-2-1-15,0-1 1 0,0-2-2 16,5-2 2-16,4 1-1 16,0-1 0-16,3-2-2 15,3 0 2-15,1-5-5 16,3 0-34-16,0 0-45 15</inkml:trace>
  <inkml:trace contextRef="#ctx0" brushRef="#br0" timeOffset="-105013.03">17175 10127 146 0,'0'0'4'0,"0"0"31"0,0 0-14 15,0 0-9-15,-9-28-8 16,2 28 3-16,-1 0-7 15,1 0 7-15,-3 0-7 16,2 7 2-16,-1-1 0 16,1 3-2-16,2 2 1 0,1-1-2 15,3-1 1-15,2 2-1 16,0-3-1-16,0 0-1 16,5-3 1-16,2 0 1 15,2-2-1-15,0-2 0 16,1-1 2-16,0 0 1 0,0-3-2 15,0-3 2-15,-1-1 0 16,-2-2 1-16,-1-1-2 16,-2 3 1-16,0-1 4 15,-1 0 5-15,-2 3-2 16,-1 1 3-16,1 1-1 0,0 2-3 16,-1 1-2-16,1 0-4 15,-1 0-5-15,3 3 4 16,0 4 1-16,0 1-1 15,2 0 2-15,-2 0-2 16,4 1-2-16,-4-1 1 0,4-3-1 16,0 0-5-16,0-2-20 15,0-3-16-15,0 0-41 16</inkml:trace>
  <inkml:trace contextRef="#ctx0" brushRef="#br0" timeOffset="-104691.42">17312 9984 52 0,'0'0'67'0,"0"0"-64"0,0 0 5 0,0 0 0 0,0 0 4 16,-3-26 1-16,1 25 4 15,2 1-5-15,0 0-11 16,0 0-4-16,0 5 3 15,0 3 1-15,0 4 0 16,0 1 0-16,0 4 1 0,0 1-2 16,3 0 0-16,0 1 1 15,1-2-2-15,2 1 1 16,-2-4 0-16,2 1 1 16,-2-3-1-16,2-1 0 15,-1-1-1-15,-1-1-1 0,-1-3 0 16,-2-2-16-16,-1-3-35 15,0-1-52-15</inkml:trace>
  <inkml:trace contextRef="#ctx0" brushRef="#br0" timeOffset="-104513.35">17310 10087 122 0,'0'0'15'15,"0"0"10"-15,0 0-13 16,0 0-10-16,0 0-2 0,0 0 0 16,0 0 0-16,38-21-8 15,-24 15-35-15,2-2-42 16</inkml:trace>
  <inkml:trace contextRef="#ctx0" brushRef="#br0" timeOffset="-104307.4">17572 9975 172 0,'0'0'4'0,"0"0"-2"15,0 0-1-15,0 0 0 16,0 0-1-16,33-2-2 0,-25 2-17 15,1-1-16-15,-1-1-7 16</inkml:trace>
  <inkml:trace contextRef="#ctx0" brushRef="#br0" timeOffset="-104150.23">17620 10034 151 0,'0'0'-5'16,"0"0"7"-16,0 0-2 0,0 0 0 16,0 0-23-16,37-3-43 15</inkml:trace>
  <inkml:trace contextRef="#ctx0" brushRef="#br0" timeOffset="-103880.39">17775 9881 139 0,'0'0'-3'15,"0"0"2"-15,0 0 2 16,0 0 0-16,0 0-1 15,27 23 1-15,-21-16-1 0,3 1 0 16,-4-2 0-16,2-2 0 16,1 1 0-16,-1-3 0 15,0-2-2-15,1 0-20 16,0-1-41-16</inkml:trace>
  <inkml:trace contextRef="#ctx0" brushRef="#br0" timeOffset="-103566.08">17919 9840 92 0,'0'0'4'0,"0"0"4"0,0 0-1 15,0 0-3-15,0 0 0 16,0 0 2-16,0 0-4 16,0 0-2-16,-6-8 1 15,5 13 0-15,-1 1 2 16,1 2-1-16,-1 1 0 15,2-1-1-15,0 4 2 0,-1-1 2 16,-1 2 0-16,2 0 2 16,-1 1 1-16,1 0 0 15,0 0-3-15,0-1 0 16,0-1-1-16,0 0-3 16,0-1 1-16,0-1-2 0,0 0 0 15,0-3 0-15,0 0-1 16,1-4-4-16,2-2-37 15,1-1-19-15</inkml:trace>
  <inkml:trace contextRef="#ctx0" brushRef="#br0" timeOffset="-103168.71">18009 9832 159 0,'0'0'4'0,"0"0"6"16,0 0-6-16,0 0-3 16,0 0-3-16,0 0 1 15,0 0 3-15,0 0 0 16,2 32-1-16,-2-18 1 16,0-1-2-16,0 1 1 0,2-1-1 15,0-3 1-15,0-1-1 16,0-2 1-16,2 0-1 15,-4-2 1-15,2-2 0 16,0 0-1-16,1-1 2 0,0-1 0 16,-2-1 5-16,3 0 3 15,1 0 6-15,0 0 0 16,1 0-5-16,1 0-5 16,2-3-4-16,-2 1 0 15,1 1-1-15,-2-2 1 0,0 1-2 16,0-1 0-16,0 1 0 15,-2-1 0-15,0 0-6 16,-1-1-38-16,-3 0-38 16</inkml:trace>
  <inkml:trace contextRef="#ctx0" brushRef="#br0" timeOffset="-102942.46">18027 9891 79 0,'0'0'34'0,"0"0"6"0,0 0-22 16,0 0-9-16,0 0-2 16,0 0-6-16,0 0 1 0,0 0-2 15,0 0 1-15,30-31-1 16,-22 27-15-16,-2-2-31 15,-1 1-15-15</inkml:trace>
  <inkml:trace contextRef="#ctx0" brushRef="#br0" timeOffset="-102798.78">18046 9803 109 0,'0'0'19'0,"0"0"18"15,0 0-14-15,0 0-5 16,0 0-8-16,0 0-11 15,0 0-2-15,7-21-10 0,3 21-28 16,2-3-23-16</inkml:trace>
  <inkml:trace contextRef="#ctx0" brushRef="#br0" timeOffset="-102461.64">18269 9746 152 0,'0'0'2'0,"0"0"21"16,0 0-4-16,0 0-10 16,0 0-9-16,0 0 9 15,0 0-8-15,-23-9 0 16,14 13-1-16,1 1 0 0,-1 1 1 16,2 1-2-16,1 1 0 15,1 1 1-15,2 0-2 16,3-2 1-16,0 3-3 15,0-2 1-15,8-1 1 0,-2 1 2 16,2-1-2-16,1-1 3 16,0-1 0-16,-1 2 1 15,-1-2-1-15,0 0 1 16,-2 2-2-16,-2 2 1 16,-3 3 1-16,0 1-3 0,-10 5-5 15,-6 0-23-15,-4 0-40 16</inkml:trace>
  <inkml:trace contextRef="#ctx0" brushRef="#br0" timeOffset="-102092.73">17738 10293 44 0,'0'0'4'0,"0"0"4"0,0 0 5 0,0 0 10 16,0 0 2-16,0 0-5 0,0 0 2 15,29-13-4-15,-17 9-9 16,0-1-7-16,2 0-1 16,-2 2-1-16,0 0-19 15,-1 2-26-15,-3-2-8 16</inkml:trace>
  <inkml:trace contextRef="#ctx0" brushRef="#br0" timeOffset="-101945.11">17839 10299 70 0,'0'0'6'0,"0"0"14"16,0 0-10-16,0 0-3 16,0 0 0-16,0 0 3 15,0 0-1-15,0 0-1 16,12 17-5-16,-1-21-2 15,4-3-51-15</inkml:trace>
  <inkml:trace contextRef="#ctx0" brushRef="#br0" timeOffset="-101411.06">18027 10223 175 0,'0'0'4'0,"0"0"6"16,0 0-10-16,0 0 1 15,0 0 0-15,0 0-1 16,1 29 1-16,-1-19 0 16,0 0-1-16,0 1 0 0,0-1 0 15,-1-1-1-15,1 0-3 16,0-1-4-16,0-3 0 16,-2-2-6-16,2-3 9 15,0 0 10-15,0 0-4 16,0-3 0-16,0-4 2 0,0 0 6 15,0-3 2-15,0 2-5 16,2-2 0-16,2 1-2 16,-1-1 5-16,1 3-3 15,2 0-1-15,-1 1-3 16,1 3 0-16,0 1-2 16,1 0 0-16,0 2 0 0,0 0 1 15,0 0-1-15,0 5 0 16,2-1 0-16,-1 0 1 15,1 0-1-15,-1-1 0 16,0-1 0-16,-1-2 0 16,-1 0 0-16,0 0 4 0,-4 0 14 15,0-5 1-15,-1-2 4 16,-1-1-2-16,0-2-4 16,0 0-4-16,0 0-5 15,-1-2-2-15,-1 1-3 16,1 0-1-16,0 1-2 0,1 1-2 15,0 3-3-15,0 1-8 16,0 3-22-16,1-1-51 16,3-2-65-16</inkml:trace>
  <inkml:trace contextRef="#ctx0" brushRef="#br0" timeOffset="-101101.83">18285 10144 120 0,'0'0'2'0,"0"0"-1"0,0 0 0 0,0 32-1 0,0-23 1 16,1 0 0-16,2 0 0 16,-1-1 1-16,2-3 2 15,0-1 1-15,1-1 3 16,1-2-1-16,-2-1 12 0,2 0 1 15,-3 0 10-15,2-3-2 16,-2-5-4-16,0 1-5 16,-3-3-1-16,0 1 1 15,0-1-10-15,0 0-4 16,-7 2-4-16,-4 4-5 0,-4 3-21 16,-7 1-39-16,-6 0-131 15</inkml:trace>
  <inkml:trace contextRef="#ctx0" brushRef="#br0" timeOffset="-98280.52">16496 10824 78 0,'-7'0'17'0,"2"-3"-2"0,0 1 5 0,1 0-9 16,1 1-3-16,0 1-5 15,2-1 0-15,0 0 4 16,1 1-2-16,0 0 0 16,0 0-5-16,0 0-1 15,0 0 1-15,5 1-1 0,3 2-1 16,1 0 2-16,2 3 0 16,3-4-1-16,1 3 1 15,4 0 1-15,1 0-3 16,0 0 6-16,3-1-3 15,1 2-2-15,3-3 3 0,-1 1-3 16,2-1-5-16,0 0 12 16,3 0-4-16,0 1 1 15,0-2-1-15,1 1 4 16,-1-1-2-16,1 2 1 16,-2-1 0-16,2 1-4 0,-2-1 0 15,2 1 0-15,-2 0 0 16,1-2-1-16,-4 3 0 15,1-3 0-15,-2 1 1 16,-2-3 1-16,-1 0-1 16,0 0 7-16,-1 0 1 0,0 0-1 15,-4 0-1-15,-3-2-3 16,-1 1-2-16,-1-2 1 16,-6 2-1-16,-1-2-1 15,-2 3 0-15,-1 0 0 16,-1 0 0-16,-1 0 0 0,-1 0 0 15,1 0-1-15,-1 0-15 16,0 0-22-16,-1 0-5 16,-5 5-7-16</inkml:trace>
  <inkml:trace contextRef="#ctx0" brushRef="#br0" timeOffset="-98061.95">17369 10867 119 0,'0'0'6'0,"0"0"14"0,0 0 7 0,0 0-13 16,29-6-5-16,-22 9-4 15,-2 5-2-15,0 5 0 16,-3 4 0-16,-2 3-2 15,0 3-21-15,-9 3-34 0</inkml:trace>
  <inkml:trace contextRef="#ctx0" brushRef="#br0" timeOffset="-96128.89">17697 10799 66 0,'0'0'4'0,"-1"-1"2"0,-3-2 2 15,1 1 7-15,0 0 5 0,0 0 1 16,1 0 4-16,-3 1-4 16,3 1-5-16,-1 0-1 15,0 0-8-15,-1 0-3 16,1 4-1-16,-3 3-2 16,2 4 1-16,-3 0-1 0,4 4 0 15,-1 0 0-15,3 1 0 16,1-1-1-16,0-1 0 15,0-3 0-15,5 1 0 16,-2-2-1-16,5-1 1 16,2-2-1-16,-1-2 0 15,1-2-6-15,2-1-10 16,1-2-19-16,-1-2-28 0</inkml:trace>
  <inkml:trace contextRef="#ctx0" brushRef="#br0" timeOffset="-95721.68">17820 10811 148 0,'0'0'-2'0,"0"0"18"16,0 0-5-16,0 0-7 16,0 0-2-16,-31 12-1 0,25-3-1 15,-1 3 2-15,2-2-1 16,1 1 0-16,2-1 1 15,0 0-1-15,2-2 0 16,0-2-2-16,0-1 1 16,3-4-1-16,4-1-2 0,0 0-2 15,2-2 5-15,0-6 0 16,0-2 4-16,1-1-3 16,-2 0 1-16,-3 1-2 15,2 1 2-15,-5 1 0 16,1 4 2-16,-1 1 2 0,-1 2-3 15,1 1-2-15,-1 0-3 16,1 1 1-16,0 5 5 16,3 3-3-16,-1-2 0 15,0 1-1-15,2-1 0 16,0-1-3-16,-1-1-5 0,2-1-3 16,-2-3-13-1,0-1-9-15,0 0-25 0</inkml:trace>
  <inkml:trace contextRef="#ctx0" brushRef="#br0" timeOffset="-95487.1">17913 10712 140 0,'0'0'10'0,"0"0"5"0,0 0-17 15,0 0 4-15,0 0 6 16,0 36-4-16,4-23-2 16,1 2-1-16,2-1-1 15,-2 0 2-15,3-1-4 0,-1-1 1 16,-3-2-16-16,-1 0-16 16,-1-4-25-16</inkml:trace>
  <inkml:trace contextRef="#ctx0" brushRef="#br0" timeOffset="-95352.05">17931 10791 124 0,'0'0'-2'0,"0"0"2"0,36-21-26 15</inkml:trace>
  <inkml:trace contextRef="#ctx0" brushRef="#br0" timeOffset="-93407.65">18003 10551 42 0,'0'-2'3'0,"-2"0"6"0,-1 0 4 0,1 0-6 0,-1 1 1 15,1-1-2-15,-1 0 1 16,0 0 4-16,-1 1 0 16,0-1 2-16,0-1 14 15,0 2-10-15,-1-1 0 16,0 2-5-16,-1-2-7 15,0 2-4-15,0 0 0 0,-4 0-1 16,2 0 0-16,-2 0 0 16,0 0 1-16,-1 0 0 15,1 0-1-15,-2 0 1 16,1 0 0-16,0 2 3 16,0-1 2-16,1 0-2 0,0 2-1 15,-2 0-3-15,2 0 0 16,0 1 0-16,0 1 1 15,0 0-1-15,2 1 0 16,-2 0 0-16,0 0 0 16,0 1 0-16,0 2 0 0,-2 0 0 15,-1 1 0-15,-1 1 0 16,1 1 0-16,0-1 0 16,2 1 0-16,-1 0 0 15,0 0 0-15,4-1 0 16,-2 2 0-16,1 0 0 15,-1 1 0-15,1 0 0 16,0 2 0-16,0-1 0 0,3 2 0 16,-2-1 0-16,3 1 0 15,1 1-1-15,3 0 1 16,1 0 0-16,0 1 0 16,0 0 0-16,1 1-2 0,4 1 4 15,1-1-4-15,1 0 2 16,3-1 0-16,0-1-1 15,2-5 0-15,2 3 0 16,3-4-1-16,3-3 0 16,2 0-2-16,1-4 3 0,2 0 1 15,-1-3-3-15,2-2 4 16,-1 0-1-16,1 0 3 16,2-5 1-16,1-4 1 15,2 1 0-15,-1-2-1 0,1-3-1 16,-3 0 0-1,-1 1 0-15,-4-3 3 0,-2 1-2 16,-2-1 3-16,-2 0 1 16,-1-1 2-16,-3-1-4 15,-1 0 2-15,-2-2 0 16,-5 0-1-16,0 0 1 0,-4-1 0 16,-1 0-3-16,0 0-1 15,-1 0-1-15,-5 0-2 16,-3 2 0-16,0 2-1 15,-1 2-5-15,0 3-8 16,0 3-5-16,-1 1-13 0,1 1-40 16,1-2-114-16</inkml:trace>
  <inkml:trace contextRef="#ctx0" brushRef="#br0" timeOffset="-90635.11">13255 11900 47 0,'0'-1'14'0,"0"0"-11"0,0-1 2 0,-1 1 0 15,-1-1-1-15,1 0 5 16,-1 1 1-16,1-1 0 16,1 0-1-16,-1 0-1 15,1 1-4-15,0-1-2 0,-2 0 1 16,2 1-1-16,0 1 1 15,0 0 5-15,0 0-3 16,0 0-1-16,0 0-2 16,0 0-4-16,0 0 0 0,0 0 3 15,0 0-1-15,2 0 0 16,0 4 1-16,1 1-1 16,0 1 0-16,-1 0 2 15,0 1-2-15,1 2 0 16,0 0 1-16,-1 1-1 0,0 2 0 15,1 1 0-15,1 0 1 16,-1 2-1-16,2 1 0 16,0-1 0-16,2 2 0 15,0 1 0-15,0 0 0 16,2 3 0-16,1 1 0 0,0 2 0 16,0-1 1-16,0 1-1 15,2 0 1-15,0 0 1 16,0-1 1-16,1 2 1 15,0-1 1-15,0 1-1 16,-2 0 2-16,2-1-2 16,-1-1 2-16,-2 0 1 0,-2-2 1 15,0 0 0-15,-1 1-2 16,-3-1-2-16,-1-1-1 16,1 0 0-16,-2-2-2 15,0-1 0-15,1-2 0 16,0-2 0-16,-2-2-1 0,1-1 1 15,0 0-1-15,1 0 1 16,-1-2-2-16,-2-1 0 16,1 0 1-16,-1-2-3 15,0-4-17-15,-1-1-41 16</inkml:trace>
  <inkml:trace contextRef="#ctx0" brushRef="#br0" timeOffset="-90120.02">13441 12677 69 0,'0'0'5'0,"0"0"13"15,0 0-8-15,0 0-4 0,0 0-2 16,0 0-2-16,32 0 3 16,-26 2-2-16,-1 0 1 15,3-1 3-15,-2 0-1 0,1 0 0 16,0 0-2-16,-1 0-2 15,1 0 0-15,-2 0-2 16,0-1 1-16,0 1-1 16,0-1 1-16,-1 0-1 15,-1 0 0-15,2 0 0 0,-1 0-10 16,-1 0-24-16,-2-3-68 16</inkml:trace>
  <inkml:trace contextRef="#ctx0" brushRef="#br0" timeOffset="-89871.73">13630 12539 87 0,'0'0'2'16,"0"0"3"-16,0 0 2 0,-9 29-4 16,4-14 1-16,-1 4-3 15,2 5 0-15,-2 4-2 16,-3 7-2-16,1 1-45 16</inkml:trace>
  <inkml:trace contextRef="#ctx0" brushRef="#br0" timeOffset="-86270.94">13704 12938 36 0,'0'0'5'0,"0"0"7"0,0 0-11 0,0 0 2 15,1 0-2-15,-1 0 0 16,2 0 7-16,-2 0 15 16,0 0 0-16,0 0-6 15,0 0-3-15,0 0-1 16,-4 0-3-16,3-3-4 0,-1 0-4 16,-2 2 0-16,1 0 0 15,0-1 2-15,-3 1 3 16,1-1 6-16,-1 2-2 15,1 0-3-15,-1 0-3 16,2 5 0-16,-1 0-2 16,1 3-2-16,3 1-1 0,-1 2 0 15,1 1 0-15,1 3 0 16,0 1 1-16,0 0-2 16,0-1 2-16,4 0-1 15,1-1 0-15,1-1 0 16,2-2 0-16,0-2 0 0,2 0 0 15,-1-3-1-15,3 0 0 16,-2-3 0-16,0-2-6 16,1-1-17-16,1-1-28 15,-2-8-24-15</inkml:trace>
  <inkml:trace contextRef="#ctx0" brushRef="#br0" timeOffset="-85765.31">13845 12918 124 0,'0'0'4'0,"0"0"3"0,0 0-2 0,0 0-4 16,0 0 2-16,0 0 0 15,-31 5 8-15,24 0 3 16,3 1-1-16,1 2-5 15,0 2-3-15,2 0-4 0,1 1 0 16,0 2-1-16,0 0 0 16,0-1 0-16,1-1 1 15,2-2-1-15,0-1 0 16,1-4 0-16,1 0 1 0,-3-3-2 16,2-1 0-16,2 0 1 15,-3 0 1-15,1-4 0 16,0-3 1-16,-1-2 0 15,0-3-2-15,-2 0 2 16,-1-1-1-16,0 0-1 0,0 0 0 16,0 1 0-16,0 2 0 15,0 2 1-15,0 3-1 16,0 0 1-16,0 4 1 16,0 1 2-16,0 0-5 15,0 3-2-15,0 4 4 0,0 1 0 16,3 3-1-16,1-2 1 15,2 0-1-15,1 0 0 16,-1-1-1-16,2-2-2 16,0-2-7-16,1-3-12 15,-4-1-29-15,1 0-31 0</inkml:trace>
  <inkml:trace contextRef="#ctx0" brushRef="#br0" timeOffset="-85453.87">13881 12757 89 0,'0'0'6'0,"0"0"14"0,0 0 0 0,0 0-16 16,0 0-3-16,0 0 0 15,0 0 3-15,-7 36 2 16,10-24 3-16,3-1 1 16,-1 2-3-16,1 0-2 0,0 0-2 15,1-1-1-15,2 1-2 16,-4-1 1-16,1-2-1 16,1-1 0-16,-1-1-2 15,0-2 0-15,-1-1-21 16,-1-4-16-16,-1-1-31 0</inkml:trace>
  <inkml:trace contextRef="#ctx0" brushRef="#br0" timeOffset="-85276.16">13919 12889 146 0,'0'0'6'0,"0"0"40"15,0 0-12-15,0 0-17 16,0 0-12-16,0 0-5 15,0 0 2-15,0 0-1 16,9-27-1-16,3 24-3 16,0 0-16-16,1-2-48 0,-2-2-89 15</inkml:trace>
  <inkml:trace contextRef="#ctx0" brushRef="#br0" timeOffset="-85083">14154 12832 114 0,'0'0'0'0,"0"0"2"0,0 0 2 16,8 30-2-16,-6-16-2 16,-1 4 0-16,-1 2 0 15,0-2-1-15,0 1-19 16,0-5-32-16</inkml:trace>
  <inkml:trace contextRef="#ctx0" brushRef="#br0" timeOffset="-84679.44">14372 12681 91 0,'0'0'4'16,"0"0"17"-16,0 0-3 15,0 0-5-15,0 0-2 16,-29-20 2-16,24 18-2 15,-1 1-6-15,1 1 1 0,-2 0-3 16,-1 4-4-16,3 3 2 16,-2 3-1-16,3 3 0 15,1 0 2-15,1 1-2 16,2-2 0-16,0 1 0 16,0-4 0-16,5 1 0 0,1-5 0 15,0-1-5-15,3-2 4 16,-2-2 0-16,3 0-1 15,0-2-1-15,0-7-18 16,-2-1-42-16</inkml:trace>
  <inkml:trace contextRef="#ctx0" brushRef="#br0" timeOffset="-84372.49">14331 12479 97 0,'0'0'2'0,"0"0"15"16,0 0-6-16,0 0-1 15,-31-26 1-15,29 24 0 16,0 2-2-16,1 0-3 16,1 2-6-16,0 4 1 0,0 3-1 15,0 4 1-15,0 3-1 16,5 2 1-16,3 2 0 15,1 2 0-15,-1-2-1 16,1 0 0-16,2-2 0 16,-2 1 0-16,0-3 0 0,0 0 0 15,-1-3-1-15,1 0-3 16,-4-3-26-16,1-5-18 16</inkml:trace>
  <inkml:trace contextRef="#ctx0" brushRef="#br0" timeOffset="-84015.14">14433 12641 148 0,'0'0'4'16,"0"0"16"-16,0 0-17 0,0 0-8 16,0 0 3-16,0 0 1 15,0 0 1-15,3 35 0 16,3-27-1-16,-2-3 1 15,2 1-1-15,0-2-2 16,0-3 2-16,-1-1-2 16,1 0 4-16,0-5-1 0,-1-4 3 15,2-1 0-15,-4-2-3 16,1-4 10-16,-1 2 1 16,-3-1-2-16,0 1-3 15,0 1-1-15,0 1 3 0,-6 2 2 16,2 2-3-16,-3 3 0 15,4 1-2-15,-3 4-6 16,3 0 2-16,0 3-10 16,0 4-17-16,2 2-9 15,1-1-9-15,0 0-25 16</inkml:trace>
  <inkml:trace contextRef="#ctx0" brushRef="#br0" timeOffset="-83369.16">14625 12535 124 0,'0'0'0'16,"0"0"4"-16,4-31 4 16,-4 23-4-16,0 0 0 0,0 1 0 15,-2 2 15-15,-5 0 2 16,2 2-6-16,-2 2-4 15,0 0 0-15,1 1-8 16,0 0 0-16,0 1-5 16,1 5 2-16,0 2-2 0,1 0 2 15,3 2-1-15,1 0 0 16,0 1 0-16,0-2-2 16,4-2-1-16,2-1-5 15,1-1-1-15,-3-3 0 16,3-1 5-16,-1-1 2 15,0 0 2-15,-1-1-1 0,0-3 5 16,-1-2-3-16,1-1 0 16,-3 0 4-16,1 2-1 15,0-1 3-15,-3 1 1 16,2 2-2-16,-1 1-1 16,-1 0 1-16,0 1-2 0,2 1-3 15,-1 0 0-15,0 0-2 16,2 4 1-16,2 3 1 15,0 3 2-15,1 0-1 16,2 3 0-16,-3 2-1 0,2-2 1 16,-1 1-1-16,0 0 0 15,0 0 0-15,-2 2-3 16,-2-3 4-16,-1 1-1 16,-1-3 0-16,0-1 0 15,0-4 0-15,-3-2 5 16,-1-4-3-16,-1 0 5 0,0 0 2 15,-2-4 4-15,4-5 2 16,-2-2-6-16,1-2-3 16,3-1-3-16,1 1-4 15,0-1-1-15,0 3-2 0,3 1-18 16,4 0-31-16,-4 5-45 16</inkml:trace>
  <inkml:trace contextRef="#ctx0" brushRef="#br0" timeOffset="-82990.1">14399 12948 85 0,'0'0'2'0,"0"0"5"0,0 0 1 0,0 0-1 0,0 0 3 16,0 0 1-16,32-20-1 16,-22 12 8-16,0-2 0 15,3-2-3-15,0-1 2 16,3-1-3-16,1-1-5 15,2 0-5-15,0 0-2 0,2 3-2 16,0-1 0-16,-2 0 1 16,-1 3-2-16,-2 3 0 15,-2-1-4-15,-2 5-11 16,-4 0-17-16,-4 3-19 16,-2 0 4-16</inkml:trace>
  <inkml:trace contextRef="#ctx0" brushRef="#br0" timeOffset="-82793.46">14557 12899 139 0,'0'0'15'15,"0"0"-4"-15,0 0 0 16,0 0-16-16,0 0 13 16,0 0-5-16,31-12-1 15,-14 0-2-15,3-1 4 16,0 0-5-16,0 0 6 15,2 0-4-15,-3 2-4 0,-3 0-43 16,-2 0-82-16</inkml:trace>
  <inkml:trace contextRef="#ctx0" brushRef="#br0" timeOffset="-82367.13">13579 13347 87 0,'0'0'7'0,"0"0"3"0,0 0 2 0,42-17-8 15,-25 8-2-15,0-1-2 0,2-3 1 16,3-2-1-16,-1 0-1 16,2-2 1-16,1 0 7 15,-1 0 2-15,2 0-7 16,-3 0-2-16,-4 3-15 16,-2 0-83-16</inkml:trace>
  <inkml:trace contextRef="#ctx0" brushRef="#br0" timeOffset="-82222.55">13838 13209 184 0,'0'0'5'0,"0"0"14"16,0 0-19-16,0 0 0 16,31-31 0-16,-6 6-12 15,5-10-56-15</inkml:trace>
  <inkml:trace contextRef="#ctx0" brushRef="#br0" timeOffset="-58058.82">9242 11227 177 0,'0'0'-1'0,"0"0"0"0,0 0 0 0,0 0-1 15,0 0-2-15,-8 35 3 0,8-22-1 16,0 4-2 0,0 3 2-16,0 4 0 0,0 3-1 15,0 4 2-15,0 7 1 16,4 5 0-16,0 2 1 16,2 3-1-16,-2-1 1 15,3 1 1-15,-1-1-1 16,2-3 0-16,-3-2 2 0,0-3 0 15,-1-4-14-15,-1-9-41 16</inkml:trace>
  <inkml:trace contextRef="#ctx0" brushRef="#br0" timeOffset="-57303.59">9394 11094 71 0,'0'0'1'0,"30"-17"0"0,-9 6 1 0,4-1 0 15,5 0 0-15,4-2 2 0,6-1 0 16,2-2-2-16,7 1 1 16,5-1 4-16,3-1-7 15,3 0 0-15,5-3 0 16,4 0 0-16,0-1 0 16,4-2 0-16,3-1 1 0,1-1-1 15,-3-1 0-15,1 1 0 16,-1-2 0-16,0 3 0 15,-2 0 2-15,-2 3-1 16,0 2 0-16,-1 3-1 16,-5 2 2-16,-3 1-1 15,-3 3-1-15,-4 1 1 0,-4 4-1 16,-4 0 0-16,0 2 0 16,-6 2 0-16,-2 2 0 15,-3 0-1-15,-5 3 2 16,-3 4-2-16,-2 4 0 0,-4 1 1 15,0 2-3 1,-3 2 1-16,-2 2 1 0,-2 5 0 16,0 0-1-16,-3 6 2 15,-1 3-1-15,-1 3 0 16,-2 2 1-16,0 4 2 16,1 2-2-16,-2 5 0 0,1 2 2 15,-2 4-2-15,-2 4 0 16,-3 5 0-16,0 1 0 15,-3 4 0-15,-7 2-17 16,-9 3-52-16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 name="Google Shape;5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g244d658b016_0_2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g244d658b016_0_2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244d658b016_0_2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244d658b016_0_2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244d658b016_0_2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244d658b016_0_2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Talk about each topic in 1 or 2 sentences.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244d658b016_0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 name="Google Shape;79;g244d658b016_0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text book is freely available for download</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9986dc0089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29986dc0089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244d658b016_0_3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244d658b016_0_3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Instruct the students to follow Taxila announcements for updates. Instruct that the IC will be responsible for answering all queries regarding the course.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247e828212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247e828212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244d658b016_0_3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244d658b016_0_3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Iterate that the IC will be responsible for answering all queries regarding the course.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244d658b016_0_4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244d658b016_0_4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244d658b016_0_4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244d658b016_0_4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29986dc0089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29986dc0089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29986dc0089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29986dc0089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29986dc0089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29986dc0089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244d658b016_0_3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244d658b016_0_3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244d658b016_0_4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244d658b016_0_4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244d658b016_0_4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244d658b016_0_4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As the amount of data grows, traditional learning algo do not give better performance. Larger (means deeper) the NN, better the performance, as the amount of data grows.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244d658b016_0_5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244d658b016_0_5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244d658b016_0_4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244d658b016_0_4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244d658b016_0_3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g244d658b016_0_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Speech recognition using DNN. explain wake word like Alexa, Siri recognition where speech is the input and the app is responding to the query.</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244d658b016_0_3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 name="Google Shape;192;g244d658b016_0_3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Translation of text from natural language to another where the input is textual and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244d658b016_0_3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244d658b016_0_3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Identifying and recognizing various objects in an image. The input is image. OBJECT RECOGNITION</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244d658b016_0_3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244d658b016_0_3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Multi object recognition or object with in object.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244d658b016_0_3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3" name="Google Shape;213;g244d658b016_0_3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 gaming, the DNN out perform the champions. We started with DeepBlue for chess and moved on to AlphaGo.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g244d658b016_0_3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 name="Google Shape;220;g244d658b016_0_3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Recently Chatgpt making waves using its language models for dialogues.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29986dc0089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29986dc0089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244d658b016_0_3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244d658b016_0_3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Highlight that the input for each of the above are unstructured data like images, text, and web stream clicks. It also involves, looking for a pattern</a:t>
            </a:r>
            <a:endParaRPr/>
          </a:p>
          <a:p>
            <a:pPr marL="0" lvl="0" indent="0" algn="l" rtl="0">
              <a:spcBef>
                <a:spcPts val="0"/>
              </a:spcBef>
              <a:spcAft>
                <a:spcPts val="0"/>
              </a:spcAft>
              <a:buClr>
                <a:schemeClr val="dk1"/>
              </a:buClr>
              <a:buSzPts val="1100"/>
              <a:buFont typeface="Arial"/>
              <a:buNone/>
            </a:pPr>
            <a:r>
              <a:rPr lang="en"/>
              <a:t>that changes over time, and we need our programs to adapt. The relationship (say between pixels, and abstract categories) may be too complicated,</a:t>
            </a:r>
            <a:endParaRPr/>
          </a:p>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244d658b016_0_3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1" name="Google Shape;241;g244d658b016_0_3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g244d658b016_0_3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7" name="Google Shape;247;g244d658b016_0_3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Refer to section 1.2. Each point is elaborated in the next slides.</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244d658b016_0_3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5" name="Google Shape;255;g244d658b016_0_3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 We need the right data. – The data they handle might include bias (from multiple sources) which the model can capture, this can result in undesired consequences. </a:t>
            </a:r>
            <a:endParaRPr/>
          </a:p>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39523872607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3" name="Google Shape;263;g39523872607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 We need the right data. – The data they handle might include bias (from multiple sources) which the model can capture, this can result in undesired consequences. </a:t>
            </a:r>
            <a:endParaRPr/>
          </a:p>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g244d658b016_0_4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1" name="Google Shape;271;g244d658b016_0_4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Wake word is Alexa, Hey Siri, Hey Google,</a:t>
            </a:r>
            <a:endParaRPr/>
          </a:p>
          <a:p>
            <a:pPr marL="0" lvl="0" indent="0" algn="l" rtl="0">
              <a:spcBef>
                <a:spcPts val="0"/>
              </a:spcBef>
              <a:spcAft>
                <a:spcPts val="0"/>
              </a:spcAft>
              <a:buNone/>
            </a:pPr>
            <a:r>
              <a:rPr lang="en"/>
              <a:t>Another example of face recognition where input is image and output is again yes/no. Finger print recognition</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244d658b016_0_4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244d658b016_0_4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take any function for which higher is better, and turn it into a new function that is qualitatively identical but for which lower is better by flipping the sign.  </a:t>
            </a:r>
            <a:endParaRPr/>
          </a:p>
          <a:p>
            <a:pPr marL="0" lvl="0" indent="0" algn="l" rtl="0">
              <a:spcBef>
                <a:spcPts val="0"/>
              </a:spcBef>
              <a:spcAft>
                <a:spcPts val="0"/>
              </a:spcAft>
              <a:buNone/>
            </a:pPr>
            <a:r>
              <a:rPr lang="en"/>
              <a:t> squared error is the square of the difference between the prediction and the ground-truth.</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g244d658b016_0_4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6" name="Google Shape;286;g244d658b016_0_4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29986dc0089_0_4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29986dc0089_0_4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g29986dc0089_0_4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1" name="Google Shape;301;g29986dc0089_0_4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g29986dc0089_0_4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9" name="Google Shape;309;g29986dc0089_0_4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g244d658b016_0_4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6" name="Google Shape;316;g244d658b016_0_4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g244d658b016_0_4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2" name="Google Shape;322;g244d658b016_0_4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GAN – generative adversarial networks</a:t>
            </a:r>
            <a:endParaRPr/>
          </a:p>
          <a:p>
            <a:pPr marL="0" lvl="0" indent="0" algn="l" rtl="0">
              <a:spcBef>
                <a:spcPts val="0"/>
              </a:spcBef>
              <a:spcAft>
                <a:spcPts val="0"/>
              </a:spcAft>
              <a:buNone/>
            </a:pPr>
            <a:r>
              <a:rPr lang="en"/>
              <a:t>Supervised learning is explained in the subsequent slides.</a:t>
            </a:r>
            <a:endParaRPr/>
          </a:p>
          <a:p>
            <a:pPr marL="0" lvl="0" indent="0" algn="l" rtl="0">
              <a:spcBef>
                <a:spcPts val="0"/>
              </a:spcBef>
              <a:spcAft>
                <a:spcPts val="0"/>
              </a:spcAft>
              <a:buNone/>
            </a:pPr>
            <a:r>
              <a:rPr lang="en"/>
              <a:t>Reinforcement Learning is out of scope of this course.</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244d658b016_0_4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9" name="Google Shape;329;g244d658b016_0_4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g244d658b016_0_5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7" name="Google Shape;337;g244d658b016_0_5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g244d658b016_0_5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4" name="Google Shape;344;g244d658b016_0_5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Clr>
                <a:srgbClr val="37107B"/>
              </a:buClr>
              <a:buSzPts val="3600"/>
              <a:buNone/>
              <a:defRPr sz="3600">
                <a:solidFill>
                  <a:srgbClr val="37107B"/>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950800"/>
            <a:ext cx="8520600" cy="39636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chemeClr val="dk1"/>
              </a:buClr>
              <a:buSzPts val="2000"/>
              <a:buChar char="●"/>
              <a:defRPr sz="2000">
                <a:solidFill>
                  <a:schemeClr val="dk1"/>
                </a:solidFill>
              </a:defRPr>
            </a:lvl1pPr>
            <a:lvl2pPr marL="914400" lvl="1" indent="-330200">
              <a:spcBef>
                <a:spcPts val="0"/>
              </a:spcBef>
              <a:spcAft>
                <a:spcPts val="0"/>
              </a:spcAft>
              <a:buClr>
                <a:schemeClr val="dk1"/>
              </a:buClr>
              <a:buSzPts val="1600"/>
              <a:buChar char="○"/>
              <a:defRPr sz="1600">
                <a:solidFill>
                  <a:schemeClr val="dk1"/>
                </a:solidFill>
              </a:defRPr>
            </a:lvl2pPr>
            <a:lvl3pPr marL="1371600" lvl="2" indent="-330200">
              <a:spcBef>
                <a:spcPts val="0"/>
              </a:spcBef>
              <a:spcAft>
                <a:spcPts val="0"/>
              </a:spcAft>
              <a:buClr>
                <a:schemeClr val="dk1"/>
              </a:buClr>
              <a:buSzPts val="1600"/>
              <a:buChar char="■"/>
              <a:defRPr sz="1600">
                <a:solidFill>
                  <a:schemeClr val="dk1"/>
                </a:solidFill>
              </a:defRPr>
            </a:lvl3pPr>
            <a:lvl4pPr marL="1828800" lvl="3" indent="-330200">
              <a:spcBef>
                <a:spcPts val="0"/>
              </a:spcBef>
              <a:spcAft>
                <a:spcPts val="0"/>
              </a:spcAft>
              <a:buClr>
                <a:schemeClr val="dk1"/>
              </a:buClr>
              <a:buSzPts val="1600"/>
              <a:buChar char="●"/>
              <a:defRPr sz="1600">
                <a:solidFill>
                  <a:schemeClr val="dk1"/>
                </a:solidFill>
              </a:defRPr>
            </a:lvl4pPr>
            <a:lvl5pPr marL="2286000" lvl="4" indent="-330200">
              <a:spcBef>
                <a:spcPts val="0"/>
              </a:spcBef>
              <a:spcAft>
                <a:spcPts val="0"/>
              </a:spcAft>
              <a:buClr>
                <a:schemeClr val="dk1"/>
              </a:buClr>
              <a:buSzPts val="1600"/>
              <a:buChar char="○"/>
              <a:defRPr sz="1600">
                <a:solidFill>
                  <a:schemeClr val="dk1"/>
                </a:solidFill>
              </a:defRPr>
            </a:lvl5pPr>
            <a:lvl6pPr marL="2743200" lvl="5" indent="-330200">
              <a:spcBef>
                <a:spcPts val="0"/>
              </a:spcBef>
              <a:spcAft>
                <a:spcPts val="0"/>
              </a:spcAft>
              <a:buClr>
                <a:schemeClr val="dk1"/>
              </a:buClr>
              <a:buSzPts val="1600"/>
              <a:buChar char="■"/>
              <a:defRPr sz="1600">
                <a:solidFill>
                  <a:schemeClr val="dk1"/>
                </a:solidFill>
              </a:defRPr>
            </a:lvl6pPr>
            <a:lvl7pPr marL="3200400" lvl="6" indent="-330200">
              <a:spcBef>
                <a:spcPts val="0"/>
              </a:spcBef>
              <a:spcAft>
                <a:spcPts val="0"/>
              </a:spcAft>
              <a:buClr>
                <a:schemeClr val="dk1"/>
              </a:buClr>
              <a:buSzPts val="1600"/>
              <a:buChar char="●"/>
              <a:defRPr sz="1600">
                <a:solidFill>
                  <a:schemeClr val="dk1"/>
                </a:solidFill>
              </a:defRPr>
            </a:lvl7pPr>
            <a:lvl8pPr marL="3657600" lvl="7" indent="-330200">
              <a:spcBef>
                <a:spcPts val="0"/>
              </a:spcBef>
              <a:spcAft>
                <a:spcPts val="0"/>
              </a:spcAft>
              <a:buClr>
                <a:schemeClr val="dk1"/>
              </a:buClr>
              <a:buSzPts val="1600"/>
              <a:buChar char="○"/>
              <a:defRPr sz="1600">
                <a:solidFill>
                  <a:schemeClr val="dk1"/>
                </a:solidFill>
              </a:defRPr>
            </a:lvl8pPr>
            <a:lvl9pPr marL="4114800" lvl="8" indent="-330200">
              <a:spcBef>
                <a:spcPts val="0"/>
              </a:spcBef>
              <a:spcAft>
                <a:spcPts val="0"/>
              </a:spcAft>
              <a:buClr>
                <a:schemeClr val="dk1"/>
              </a:buClr>
              <a:buSzPts val="1600"/>
              <a:buChar char="■"/>
              <a:defRPr sz="1600">
                <a:solidFill>
                  <a:schemeClr val="dk1"/>
                </a:solidFill>
              </a:defRPr>
            </a:lvl9pPr>
          </a:lstStyle>
          <a:p>
            <a:endParaRPr/>
          </a:p>
        </p:txBody>
      </p:sp>
      <p:sp>
        <p:nvSpPr>
          <p:cNvPr id="19" name="Google Shape;19;p4"/>
          <p:cNvSpPr txBox="1">
            <a:spLocks noGrp="1"/>
          </p:cNvSpPr>
          <p:nvPr>
            <p:ph type="sldNum" idx="12"/>
          </p:nvPr>
        </p:nvSpPr>
        <p:spPr>
          <a:xfrm>
            <a:off x="8595300" y="4770774"/>
            <a:ext cx="548700" cy="310800"/>
          </a:xfrm>
          <a:prstGeom prst="rect">
            <a:avLst/>
          </a:prstGeom>
        </p:spPr>
        <p:txBody>
          <a:bodyPr spcFirstLastPara="1" wrap="square" lIns="91425" tIns="91425" rIns="91425" bIns="91425" anchor="ctr" anchorCtr="0">
            <a:normAutofit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582447" y="468896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50" name="Google Shape;50;p12"/>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a:blip r:embed="rId13">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hyperlink" Target="https://d2l.ai/chapter_introduction/index.html" TargetMode="External"/><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customXml" Target="../ink/ink3.xml"/><Relationship Id="rId4" Type="http://schemas.openxmlformats.org/officeDocument/2006/relationships/hyperlink" Target="https://www.deeplearningbook.org/" TargetMode="External"/></Relationships>
</file>

<file path=ppt/slides/_rels/slide6.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hyperlink" Target="mailto:seetha.p@pilani.bits-pilani.ac.in" TargetMode="External"/><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customXml" Target="../ink/ink6.xml"/></Relationships>
</file>

<file path=ppt/slides/_rels/slide10.xml.rels><?xml version="1.0" encoding="UTF-8" standalone="yes"?>
<Relationships xmlns="http://schemas.openxmlformats.org/package/2006/relationships"><Relationship Id="rId3" Type="http://schemas.openxmlformats.org/officeDocument/2006/relationships/customXml" Target="../ink/ink7.xm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customXml" Target="../ink/ink8.xml"/><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image" Target="../media/image12.png"/><Relationship Id="rId4" Type="http://schemas.openxmlformats.org/officeDocument/2006/relationships/customXml" Target="../ink/ink9.xml"/></Relationships>
</file>

<file path=ppt/slides/_rels/slide13.xml.rels><?xml version="1.0" encoding="UTF-8" standalone="yes"?>
<Relationships xmlns="http://schemas.openxmlformats.org/package/2006/relationships"><Relationship Id="rId3" Type="http://schemas.openxmlformats.org/officeDocument/2006/relationships/customXml" Target="../ink/ink10.xml"/><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customXml" Target="../ink/ink11.xml"/><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customXml" Target="../ink/ink12.xml"/><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8.xml"/><Relationship Id="rId1" Type="http://schemas.openxmlformats.org/officeDocument/2006/relationships/slideLayout" Target="../slideLayouts/slideLayout5.xml"/><Relationship Id="rId5" Type="http://schemas.openxmlformats.org/officeDocument/2006/relationships/image" Target="../media/image18.png"/><Relationship Id="rId4" Type="http://schemas.openxmlformats.org/officeDocument/2006/relationships/customXml" Target="../ink/ink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11.xml"/><Relationship Id="rId5" Type="http://schemas.openxmlformats.org/officeDocument/2006/relationships/image" Target="../media/image20.png"/><Relationship Id="rId4" Type="http://schemas.openxmlformats.org/officeDocument/2006/relationships/customXml" Target="../ink/ink14.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11.xml"/><Relationship Id="rId5" Type="http://schemas.openxmlformats.org/officeDocument/2006/relationships/image" Target="../media/image27.png"/><Relationship Id="rId4" Type="http://schemas.openxmlformats.org/officeDocument/2006/relationships/customXml" Target="../ink/ink15.xml"/></Relationships>
</file>

<file path=ppt/slides/_rels/slide27.xml.rels><?xml version="1.0" encoding="UTF-8" standalone="yes"?>
<Relationships xmlns="http://schemas.openxmlformats.org/package/2006/relationships"><Relationship Id="rId3" Type="http://schemas.openxmlformats.org/officeDocument/2006/relationships/customXml" Target="../ink/ink16.xml"/><Relationship Id="rId2" Type="http://schemas.openxmlformats.org/officeDocument/2006/relationships/notesSlide" Target="../notesSlides/notesSlide27.xml"/><Relationship Id="rId1" Type="http://schemas.openxmlformats.org/officeDocument/2006/relationships/slideLayout" Target="../slideLayouts/slideLayout3.xml"/><Relationship Id="rId4" Type="http://schemas.openxmlformats.org/officeDocument/2006/relationships/image" Target="../media/image28.png"/></Relationships>
</file>

<file path=ppt/slides/_rels/slide28.xml.rels><?xml version="1.0" encoding="UTF-8" standalone="yes"?>
<Relationships xmlns="http://schemas.openxmlformats.org/package/2006/relationships"><Relationship Id="rId3" Type="http://schemas.openxmlformats.org/officeDocument/2006/relationships/customXml" Target="../ink/ink17.xml"/><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9.xml"/><Relationship Id="rId1" Type="http://schemas.openxmlformats.org/officeDocument/2006/relationships/slideLayout" Target="../slideLayouts/slideLayout3.xml"/><Relationship Id="rId5" Type="http://schemas.openxmlformats.org/officeDocument/2006/relationships/image" Target="../media/image31.png"/><Relationship Id="rId4" Type="http://schemas.openxmlformats.org/officeDocument/2006/relationships/customXml" Target="../ink/ink18.xml"/></Relationships>
</file>

<file path=ppt/slides/_rels/slide3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0.xml"/><Relationship Id="rId1" Type="http://schemas.openxmlformats.org/officeDocument/2006/relationships/slideLayout" Target="../slideLayouts/slideLayout3.xml"/><Relationship Id="rId5" Type="http://schemas.openxmlformats.org/officeDocument/2006/relationships/image" Target="../media/image33.png"/><Relationship Id="rId4" Type="http://schemas.openxmlformats.org/officeDocument/2006/relationships/customXml" Target="../ink/ink19.xml"/></Relationships>
</file>

<file path=ppt/slides/_rels/slide3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1.xml"/><Relationship Id="rId1" Type="http://schemas.openxmlformats.org/officeDocument/2006/relationships/slideLayout" Target="../slideLayouts/slideLayout3.xml"/><Relationship Id="rId5" Type="http://schemas.openxmlformats.org/officeDocument/2006/relationships/image" Target="../media/image35.png"/><Relationship Id="rId4" Type="http://schemas.openxmlformats.org/officeDocument/2006/relationships/customXml" Target="../ink/ink20.xml"/></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customXml" Target="../ink/ink21.xml"/><Relationship Id="rId2" Type="http://schemas.openxmlformats.org/officeDocument/2006/relationships/notesSlide" Target="../notesSlides/notesSlide37.xml"/><Relationship Id="rId1" Type="http://schemas.openxmlformats.org/officeDocument/2006/relationships/slideLayout" Target="../slideLayouts/slideLayout3.xml"/><Relationship Id="rId4" Type="http://schemas.openxmlformats.org/officeDocument/2006/relationships/image" Target="../media/image38.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customXml" Target="../ink/ink22.xml"/><Relationship Id="rId2" Type="http://schemas.openxmlformats.org/officeDocument/2006/relationships/notesSlide" Target="../notesSlides/notesSlide39.xml"/><Relationship Id="rId1" Type="http://schemas.openxmlformats.org/officeDocument/2006/relationships/slideLayout" Target="../slideLayouts/slideLayout3.xml"/><Relationship Id="rId4" Type="http://schemas.openxmlformats.org/officeDocument/2006/relationships/image" Target="../media/image39.png"/></Relationships>
</file>

<file path=ppt/slides/_rels/slide4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0.xml"/><Relationship Id="rId1" Type="http://schemas.openxmlformats.org/officeDocument/2006/relationships/slideLayout" Target="../slideLayouts/slideLayout3.xml"/><Relationship Id="rId5" Type="http://schemas.openxmlformats.org/officeDocument/2006/relationships/image" Target="../media/image41.png"/><Relationship Id="rId4" Type="http://schemas.openxmlformats.org/officeDocument/2006/relationships/customXml" Target="../ink/ink23.xml"/></Relationships>
</file>

<file path=ppt/slides/_rels/slide41.xml.rels><?xml version="1.0" encoding="UTF-8" standalone="yes"?>
<Relationships xmlns="http://schemas.openxmlformats.org/package/2006/relationships"><Relationship Id="rId3" Type="http://schemas.openxmlformats.org/officeDocument/2006/relationships/customXml" Target="../ink/ink24.xml"/><Relationship Id="rId2" Type="http://schemas.openxmlformats.org/officeDocument/2006/relationships/notesSlide" Target="../notesSlides/notesSlide41.xml"/><Relationship Id="rId1" Type="http://schemas.openxmlformats.org/officeDocument/2006/relationships/slideLayout" Target="../slideLayouts/slideLayout3.xml"/><Relationship Id="rId4" Type="http://schemas.openxmlformats.org/officeDocument/2006/relationships/image" Target="../media/image42.png"/></Relationships>
</file>

<file path=ppt/slides/_rels/slide4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2.xml"/><Relationship Id="rId1" Type="http://schemas.openxmlformats.org/officeDocument/2006/relationships/slideLayout" Target="../slideLayouts/slideLayout2.xml"/><Relationship Id="rId5" Type="http://schemas.openxmlformats.org/officeDocument/2006/relationships/image" Target="../media/image44.png"/><Relationship Id="rId4" Type="http://schemas.openxmlformats.org/officeDocument/2006/relationships/customXml" Target="../ink/ink25.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4"/>
        <p:cNvGrpSpPr/>
        <p:nvPr/>
      </p:nvGrpSpPr>
      <p:grpSpPr>
        <a:xfrm>
          <a:off x="0" y="0"/>
          <a:ext cx="0" cy="0"/>
          <a:chOff x="0" y="0"/>
          <a:chExt cx="0" cy="0"/>
        </a:xfrm>
      </p:grpSpPr>
      <p:sp>
        <p:nvSpPr>
          <p:cNvPr id="55" name="Google Shape;55;p13"/>
          <p:cNvSpPr txBox="1">
            <a:spLocks noGrp="1"/>
          </p:cNvSpPr>
          <p:nvPr>
            <p:ph type="ctrTitle"/>
          </p:nvPr>
        </p:nvSpPr>
        <p:spPr>
          <a:xfrm>
            <a:off x="2691719" y="1761942"/>
            <a:ext cx="5863800" cy="1259863"/>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sz="2400" dirty="0">
                <a:solidFill>
                  <a:schemeClr val="lt1"/>
                </a:solidFill>
              </a:rPr>
              <a:t>Deep Neural Network</a:t>
            </a:r>
            <a:r>
              <a:rPr lang="en-IN" sz="2400" dirty="0">
                <a:solidFill>
                  <a:schemeClr val="lt1"/>
                </a:solidFill>
              </a:rPr>
              <a:t>s</a:t>
            </a:r>
            <a:br>
              <a:rPr lang="en-IN" sz="2400" dirty="0">
                <a:solidFill>
                  <a:schemeClr val="lt1"/>
                </a:solidFill>
              </a:rPr>
            </a:br>
            <a:r>
              <a:rPr lang="en" sz="2400" dirty="0">
                <a:solidFill>
                  <a:schemeClr val="lt1"/>
                </a:solidFill>
              </a:rPr>
              <a:t>(</a:t>
            </a:r>
            <a:r>
              <a:rPr lang="en-IN" sz="2400" dirty="0">
                <a:solidFill>
                  <a:schemeClr val="lt1"/>
                </a:solidFill>
              </a:rPr>
              <a:t>AIML ZG565)</a:t>
            </a:r>
            <a:endParaRPr sz="2400" dirty="0">
              <a:solidFill>
                <a:schemeClr val="lt1"/>
              </a:solidFill>
            </a:endParaRPr>
          </a:p>
        </p:txBody>
      </p:sp>
      <p:sp>
        <p:nvSpPr>
          <p:cNvPr id="57" name="Google Shape;57;p13"/>
          <p:cNvSpPr txBox="1"/>
          <p:nvPr/>
        </p:nvSpPr>
        <p:spPr>
          <a:xfrm>
            <a:off x="4000501" y="3808086"/>
            <a:ext cx="4576450" cy="553968"/>
          </a:xfrm>
          <a:prstGeom prst="rect">
            <a:avLst/>
          </a:prstGeom>
          <a:noFill/>
          <a:ln>
            <a:noFill/>
          </a:ln>
        </p:spPr>
        <p:txBody>
          <a:bodyPr spcFirstLastPara="1" wrap="square" lIns="91425" tIns="91425" rIns="91425" bIns="91425" anchor="t" anchorCtr="0">
            <a:spAutoFit/>
          </a:bodyPr>
          <a:lstStyle/>
          <a:p>
            <a:pPr marL="0" lvl="0" indent="0" algn="r" rtl="0">
              <a:lnSpc>
                <a:spcPct val="150000"/>
              </a:lnSpc>
              <a:spcBef>
                <a:spcPts val="0"/>
              </a:spcBef>
              <a:spcAft>
                <a:spcPts val="0"/>
              </a:spcAft>
              <a:buNone/>
            </a:pPr>
            <a:r>
              <a:rPr lang="en" sz="1600" dirty="0">
                <a:solidFill>
                  <a:srgbClr val="073763"/>
                </a:solidFill>
              </a:rPr>
              <a:t>DNN Team</a:t>
            </a:r>
            <a:endParaRPr sz="1600" dirty="0">
              <a:solidFill>
                <a:srgbClr val="073763"/>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14"/>
          <p:cNvSpPr txBox="1">
            <a:spLocks noGrp="1"/>
          </p:cNvSpPr>
          <p:nvPr>
            <p:ph type="title"/>
          </p:nvPr>
        </p:nvSpPr>
        <p:spPr>
          <a:xfrm>
            <a:off x="1414463" y="2150850"/>
            <a:ext cx="6186488" cy="841800"/>
          </a:xfrm>
          <a:prstGeom prst="rect">
            <a:avLst/>
          </a:prstGeom>
        </p:spPr>
        <p:txBody>
          <a:bodyPr spcFirstLastPara="1" wrap="square" lIns="91425" tIns="91425" rIns="91425" bIns="91425" anchor="ctr" anchorCtr="0">
            <a:normAutofit fontScale="90000"/>
          </a:bodyPr>
          <a:lstStyle/>
          <a:p>
            <a:pPr marL="0" lvl="0" indent="0" algn="just" rtl="0">
              <a:lnSpc>
                <a:spcPct val="115000"/>
              </a:lnSpc>
              <a:spcBef>
                <a:spcPts val="0"/>
              </a:spcBef>
              <a:spcAft>
                <a:spcPts val="1200"/>
              </a:spcAft>
              <a:buNone/>
            </a:pPr>
            <a:r>
              <a:rPr lang="en" sz="1800">
                <a:solidFill>
                  <a:schemeClr val="dk2"/>
                </a:solidFill>
              </a:rPr>
              <a:t>The author of this deck, Prof. Seetha Parameswaran, is gratefully acknowledging the authors who made their course materials freely available online.</a:t>
            </a:r>
            <a:endParaRPr sz="1800">
              <a:solidFill>
                <a:schemeClr val="dk2"/>
              </a:solidFill>
            </a:endParaRPr>
          </a:p>
        </p:txBody>
      </p:sp>
      <p:sp>
        <p:nvSpPr>
          <p:cNvPr id="63" name="Google Shape;63;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5"/>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b="1">
                <a:solidFill>
                  <a:srgbClr val="073763"/>
                </a:solidFill>
                <a:latin typeface="Calibri"/>
                <a:ea typeface="Calibri"/>
                <a:cs typeface="Calibri"/>
                <a:sym typeface="Calibri"/>
              </a:rPr>
              <a:t>Course Logistics</a:t>
            </a:r>
            <a:endParaRPr b="1">
              <a:solidFill>
                <a:srgbClr val="073763"/>
              </a:solidFill>
              <a:latin typeface="Calibri"/>
              <a:ea typeface="Calibri"/>
              <a:cs typeface="Calibri"/>
              <a:sym typeface="Calibri"/>
            </a:endParaRPr>
          </a:p>
        </p:txBody>
      </p:sp>
      <p:sp>
        <p:nvSpPr>
          <p:cNvPr id="69" name="Google Shape;69;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3</a:t>
            </a:fld>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CCD2DE83-9480-4DD7-BEFB-BFF42D049D13}"/>
                  </a:ext>
                </a:extLst>
              </p14:cNvPr>
              <p14:cNvContentPartPr/>
              <p14:nvPr/>
            </p14:nvContentPartPr>
            <p14:xfrm>
              <a:off x="5114880" y="1967400"/>
              <a:ext cx="3479760" cy="1364400"/>
            </p14:xfrm>
          </p:contentPart>
        </mc:Choice>
        <mc:Fallback>
          <p:pic>
            <p:nvPicPr>
              <p:cNvPr id="2" name="Ink 1">
                <a:extLst>
                  <a:ext uri="{FF2B5EF4-FFF2-40B4-BE49-F238E27FC236}">
                    <a16:creationId xmlns:a16="http://schemas.microsoft.com/office/drawing/2014/main" id="{CCD2DE83-9480-4DD7-BEFB-BFF42D049D13}"/>
                  </a:ext>
                </a:extLst>
              </p:cNvPr>
              <p:cNvPicPr/>
              <p:nvPr/>
            </p:nvPicPr>
            <p:blipFill>
              <a:blip r:embed="rId4"/>
              <a:stretch>
                <a:fillRect/>
              </a:stretch>
            </p:blipFill>
            <p:spPr>
              <a:xfrm>
                <a:off x="5105520" y="1958040"/>
                <a:ext cx="3498480" cy="1383120"/>
              </a:xfrm>
              <a:prstGeom prst="rect">
                <a:avLst/>
              </a:prstGeom>
            </p:spPr>
          </p:pic>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6"/>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What we Learn…. (Module Structure)</a:t>
            </a:r>
            <a:endParaRPr/>
          </a:p>
        </p:txBody>
      </p:sp>
      <p:sp>
        <p:nvSpPr>
          <p:cNvPr id="75" name="Google Shape;75;p16"/>
          <p:cNvSpPr txBox="1">
            <a:spLocks noGrp="1"/>
          </p:cNvSpPr>
          <p:nvPr>
            <p:ph type="body" idx="1"/>
          </p:nvPr>
        </p:nvSpPr>
        <p:spPr>
          <a:xfrm>
            <a:off x="311700" y="950800"/>
            <a:ext cx="8520600" cy="3963600"/>
          </a:xfrm>
          <a:prstGeom prst="rect">
            <a:avLst/>
          </a:prstGeom>
        </p:spPr>
        <p:txBody>
          <a:bodyPr spcFirstLastPara="1" wrap="square" lIns="91425" tIns="91425" rIns="91425" bIns="91425" anchor="t" anchorCtr="0">
            <a:normAutofit lnSpcReduction="10000"/>
          </a:bodyPr>
          <a:lstStyle/>
          <a:p>
            <a:pPr marL="457200" lvl="0" indent="-355600" algn="l" rtl="0">
              <a:spcBef>
                <a:spcPts val="0"/>
              </a:spcBef>
              <a:spcAft>
                <a:spcPts val="0"/>
              </a:spcAft>
              <a:buSzPts val="2000"/>
              <a:buAutoNum type="arabicPeriod"/>
            </a:pPr>
            <a:r>
              <a:rPr lang="en"/>
              <a:t>Deep learning - What, Why, where</a:t>
            </a:r>
            <a:endParaRPr/>
          </a:p>
          <a:p>
            <a:pPr marL="457200" lvl="0" indent="-355600" algn="l" rtl="0">
              <a:spcBef>
                <a:spcPts val="0"/>
              </a:spcBef>
              <a:spcAft>
                <a:spcPts val="0"/>
              </a:spcAft>
              <a:buSzPts val="2000"/>
              <a:buAutoNum type="arabicPeriod"/>
            </a:pPr>
            <a:r>
              <a:rPr lang="en"/>
              <a:t>Artificial Neuron and Perceptron</a:t>
            </a:r>
            <a:endParaRPr/>
          </a:p>
          <a:p>
            <a:pPr marL="457200" lvl="0" indent="-355600" algn="l" rtl="0">
              <a:spcBef>
                <a:spcPts val="0"/>
              </a:spcBef>
              <a:spcAft>
                <a:spcPts val="0"/>
              </a:spcAft>
              <a:buSzPts val="2000"/>
              <a:buAutoNum type="arabicPeriod"/>
            </a:pPr>
            <a:r>
              <a:rPr lang="en"/>
              <a:t>Linear Neural Network for Regression</a:t>
            </a:r>
            <a:endParaRPr/>
          </a:p>
          <a:p>
            <a:pPr marL="457200" lvl="0" indent="-355600" algn="l" rtl="0">
              <a:spcBef>
                <a:spcPts val="0"/>
              </a:spcBef>
              <a:spcAft>
                <a:spcPts val="0"/>
              </a:spcAft>
              <a:buSzPts val="2000"/>
              <a:buAutoNum type="arabicPeriod"/>
            </a:pPr>
            <a:r>
              <a:rPr lang="en"/>
              <a:t>Linear Neural Network for Classification</a:t>
            </a:r>
            <a:endParaRPr/>
          </a:p>
          <a:p>
            <a:pPr marL="457200" lvl="0" indent="-355600" algn="l" rtl="0">
              <a:spcBef>
                <a:spcPts val="0"/>
              </a:spcBef>
              <a:spcAft>
                <a:spcPts val="0"/>
              </a:spcAft>
              <a:buSzPts val="2000"/>
              <a:buAutoNum type="arabicPeriod"/>
            </a:pPr>
            <a:r>
              <a:rPr lang="en"/>
              <a:t>Deep Feedforward Neural Network</a:t>
            </a:r>
            <a:endParaRPr/>
          </a:p>
          <a:p>
            <a:pPr marL="457200" lvl="0" indent="-355600" algn="l" rtl="0">
              <a:spcBef>
                <a:spcPts val="0"/>
              </a:spcBef>
              <a:spcAft>
                <a:spcPts val="0"/>
              </a:spcAft>
              <a:buSzPts val="2000"/>
              <a:buAutoNum type="arabicPeriod"/>
            </a:pPr>
            <a:r>
              <a:rPr lang="en"/>
              <a:t>Convolutional Neural Network</a:t>
            </a:r>
            <a:endParaRPr/>
          </a:p>
          <a:p>
            <a:pPr marL="457200" lvl="0" indent="-355600" algn="l" rtl="0">
              <a:spcBef>
                <a:spcPts val="0"/>
              </a:spcBef>
              <a:spcAft>
                <a:spcPts val="0"/>
              </a:spcAft>
              <a:buSzPts val="2000"/>
              <a:buAutoNum type="arabicPeriod"/>
            </a:pPr>
            <a:r>
              <a:rPr lang="en"/>
              <a:t>Recurrent Neural Networks</a:t>
            </a:r>
            <a:endParaRPr/>
          </a:p>
          <a:p>
            <a:pPr marL="457200" lvl="0" indent="-355600" algn="l" rtl="0">
              <a:spcBef>
                <a:spcPts val="0"/>
              </a:spcBef>
              <a:spcAft>
                <a:spcPts val="0"/>
              </a:spcAft>
              <a:buSzPts val="2000"/>
              <a:buAutoNum type="arabicPeriod"/>
            </a:pPr>
            <a:r>
              <a:rPr lang="en"/>
              <a:t>Attention Mechanism</a:t>
            </a:r>
            <a:endParaRPr/>
          </a:p>
          <a:p>
            <a:pPr marL="457200" lvl="0" indent="-355600" algn="l" rtl="0">
              <a:spcBef>
                <a:spcPts val="0"/>
              </a:spcBef>
              <a:spcAft>
                <a:spcPts val="0"/>
              </a:spcAft>
              <a:buSzPts val="2000"/>
              <a:buAutoNum type="arabicPeriod"/>
            </a:pPr>
            <a:r>
              <a:rPr lang="en"/>
              <a:t>Transformer</a:t>
            </a:r>
            <a:endParaRPr/>
          </a:p>
          <a:p>
            <a:pPr marL="457200" lvl="0" indent="-355600" algn="l" rtl="0">
              <a:spcBef>
                <a:spcPts val="0"/>
              </a:spcBef>
              <a:spcAft>
                <a:spcPts val="0"/>
              </a:spcAft>
              <a:buSzPts val="2000"/>
              <a:buAutoNum type="arabicPeriod"/>
            </a:pPr>
            <a:r>
              <a:rPr lang="en"/>
              <a:t>Optimization of Deep models</a:t>
            </a:r>
            <a:endParaRPr/>
          </a:p>
          <a:p>
            <a:pPr marL="457200" lvl="0" indent="-355600" algn="l" rtl="0">
              <a:spcBef>
                <a:spcPts val="0"/>
              </a:spcBef>
              <a:spcAft>
                <a:spcPts val="0"/>
              </a:spcAft>
              <a:buSzPts val="2000"/>
              <a:buAutoNum type="arabicPeriod"/>
            </a:pPr>
            <a:r>
              <a:rPr lang="en"/>
              <a:t>Regularization for Deep models</a:t>
            </a:r>
            <a:endParaRPr/>
          </a:p>
        </p:txBody>
      </p:sp>
      <p:sp>
        <p:nvSpPr>
          <p:cNvPr id="76" name="Google Shape;76;p16"/>
          <p:cNvSpPr txBox="1">
            <a:spLocks noGrp="1"/>
          </p:cNvSpPr>
          <p:nvPr>
            <p:ph type="sldNum" idx="12"/>
          </p:nvPr>
        </p:nvSpPr>
        <p:spPr>
          <a:xfrm>
            <a:off x="8595300" y="4770774"/>
            <a:ext cx="548700" cy="310800"/>
          </a:xfrm>
          <a:prstGeom prst="rect">
            <a:avLst/>
          </a:prstGeom>
        </p:spPr>
        <p:txBody>
          <a:bodyPr spcFirstLastPara="1" wrap="square" lIns="91425" tIns="91425" rIns="91425" bIns="91425" anchor="ctr" anchorCtr="0">
            <a:normAutofit fontScale="92500" lnSpcReduction="10000"/>
          </a:bodyPr>
          <a:lstStyle/>
          <a:p>
            <a:pPr marL="0" lvl="0" indent="0" algn="r" rtl="0">
              <a:spcBef>
                <a:spcPts val="0"/>
              </a:spcBef>
              <a:spcAft>
                <a:spcPts val="0"/>
              </a:spcAft>
              <a:buNone/>
            </a:pPr>
            <a:fld id="{00000000-1234-1234-1234-123412341234}" type="slidenum">
              <a:rPr lang="en"/>
              <a:t>4</a:t>
            </a:fld>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DBEF694F-2CD3-4794-8D74-3EE0B6CEC668}"/>
                  </a:ext>
                </a:extLst>
              </p14:cNvPr>
              <p14:cNvContentPartPr/>
              <p14:nvPr/>
            </p14:nvContentPartPr>
            <p14:xfrm>
              <a:off x="654120" y="1104120"/>
              <a:ext cx="8297280" cy="3416760"/>
            </p14:xfrm>
          </p:contentPart>
        </mc:Choice>
        <mc:Fallback>
          <p:pic>
            <p:nvPicPr>
              <p:cNvPr id="2" name="Ink 1">
                <a:extLst>
                  <a:ext uri="{FF2B5EF4-FFF2-40B4-BE49-F238E27FC236}">
                    <a16:creationId xmlns:a16="http://schemas.microsoft.com/office/drawing/2014/main" id="{DBEF694F-2CD3-4794-8D74-3EE0B6CEC668}"/>
                  </a:ext>
                </a:extLst>
              </p:cNvPr>
              <p:cNvPicPr/>
              <p:nvPr/>
            </p:nvPicPr>
            <p:blipFill>
              <a:blip r:embed="rId4"/>
              <a:stretch>
                <a:fillRect/>
              </a:stretch>
            </p:blipFill>
            <p:spPr>
              <a:xfrm>
                <a:off x="644760" y="1094760"/>
                <a:ext cx="8316000" cy="3435480"/>
              </a:xfrm>
              <a:prstGeom prst="rect">
                <a:avLst/>
              </a:prstGeom>
            </p:spPr>
          </p:pic>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17"/>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Books</a:t>
            </a:r>
            <a:endParaRPr/>
          </a:p>
        </p:txBody>
      </p:sp>
      <p:sp>
        <p:nvSpPr>
          <p:cNvPr id="82" name="Google Shape;82;p17"/>
          <p:cNvSpPr txBox="1">
            <a:spLocks noGrp="1"/>
          </p:cNvSpPr>
          <p:nvPr>
            <p:ph type="body" idx="1"/>
          </p:nvPr>
        </p:nvSpPr>
        <p:spPr>
          <a:xfrm>
            <a:off x="311700" y="950800"/>
            <a:ext cx="8520600" cy="3963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Text book</a:t>
            </a:r>
            <a:endParaRPr/>
          </a:p>
          <a:p>
            <a:pPr marL="457200" lvl="0" indent="-355600" algn="l" rtl="0">
              <a:spcBef>
                <a:spcPts val="1200"/>
              </a:spcBef>
              <a:spcAft>
                <a:spcPts val="0"/>
              </a:spcAft>
              <a:buSzPts val="2000"/>
              <a:buChar char="●"/>
            </a:pPr>
            <a:r>
              <a:rPr lang="en"/>
              <a:t>Dive into Deep Learning by Aston Zhang, Zack C. Lipton, Mu Li, Alex J. Smola. </a:t>
            </a:r>
            <a:r>
              <a:rPr lang="en" u="sng">
                <a:solidFill>
                  <a:schemeClr val="hlink"/>
                </a:solidFill>
                <a:hlinkClick r:id="rId3"/>
              </a:rPr>
              <a:t>https://d2l.ai/chapter_introduction/index.html</a:t>
            </a:r>
            <a:endParaRPr/>
          </a:p>
          <a:p>
            <a:pPr marL="0" lvl="0" indent="0" algn="l" rtl="0">
              <a:spcBef>
                <a:spcPts val="1200"/>
              </a:spcBef>
              <a:spcAft>
                <a:spcPts val="0"/>
              </a:spcAft>
              <a:buNone/>
            </a:pPr>
            <a:endParaRPr/>
          </a:p>
          <a:p>
            <a:pPr marL="0" lvl="0" indent="0" algn="l" rtl="0">
              <a:spcBef>
                <a:spcPts val="1200"/>
              </a:spcBef>
              <a:spcAft>
                <a:spcPts val="0"/>
              </a:spcAft>
              <a:buNone/>
            </a:pPr>
            <a:r>
              <a:rPr lang="en"/>
              <a:t>Reference book</a:t>
            </a:r>
            <a:endParaRPr/>
          </a:p>
          <a:p>
            <a:pPr marL="457200" lvl="0" indent="-355600" algn="l" rtl="0">
              <a:spcBef>
                <a:spcPts val="1200"/>
              </a:spcBef>
              <a:spcAft>
                <a:spcPts val="0"/>
              </a:spcAft>
              <a:buSzPts val="2000"/>
              <a:buChar char="●"/>
            </a:pPr>
            <a:r>
              <a:rPr lang="en"/>
              <a:t>Deep Learning by Ian Goodfellow, Yoshua Bengio, Aaron Courville </a:t>
            </a:r>
            <a:r>
              <a:rPr lang="en" u="sng">
                <a:solidFill>
                  <a:schemeClr val="hlink"/>
                </a:solidFill>
                <a:hlinkClick r:id="rId4"/>
              </a:rPr>
              <a:t>https://www.deeplearningbook.org/</a:t>
            </a:r>
            <a:r>
              <a:rPr lang="en"/>
              <a:t>  </a:t>
            </a:r>
            <a:endParaRPr/>
          </a:p>
        </p:txBody>
      </p:sp>
      <p:sp>
        <p:nvSpPr>
          <p:cNvPr id="83" name="Google Shape;83;p17"/>
          <p:cNvSpPr txBox="1">
            <a:spLocks noGrp="1"/>
          </p:cNvSpPr>
          <p:nvPr>
            <p:ph type="sldNum" idx="12"/>
          </p:nvPr>
        </p:nvSpPr>
        <p:spPr>
          <a:xfrm>
            <a:off x="8595300" y="4770774"/>
            <a:ext cx="548700" cy="310800"/>
          </a:xfrm>
          <a:prstGeom prst="rect">
            <a:avLst/>
          </a:prstGeom>
        </p:spPr>
        <p:txBody>
          <a:bodyPr spcFirstLastPara="1" wrap="square" lIns="91425" tIns="91425" rIns="91425" bIns="91425" anchor="ctr" anchorCtr="0">
            <a:normAutofit fontScale="92500" lnSpcReduction="10000"/>
          </a:bodyPr>
          <a:lstStyle/>
          <a:p>
            <a:pPr marL="0" lvl="0" indent="0" algn="r" rtl="0">
              <a:spcBef>
                <a:spcPts val="0"/>
              </a:spcBef>
              <a:spcAft>
                <a:spcPts val="0"/>
              </a:spcAft>
              <a:buNone/>
            </a:pPr>
            <a:fld id="{00000000-1234-1234-1234-123412341234}" type="slidenum">
              <a:rPr lang="en"/>
              <a:t>5</a:t>
            </a:fld>
            <a:endParaRPr/>
          </a:p>
        </p:txBody>
      </p:sp>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D7CD0A18-7D35-4887-A261-C3CE082A7DDB}"/>
                  </a:ext>
                </a:extLst>
              </p14:cNvPr>
              <p14:cNvContentPartPr/>
              <p14:nvPr/>
            </p14:nvContentPartPr>
            <p14:xfrm>
              <a:off x="2985120" y="1753920"/>
              <a:ext cx="4620240" cy="2017800"/>
            </p14:xfrm>
          </p:contentPart>
        </mc:Choice>
        <mc:Fallback>
          <p:pic>
            <p:nvPicPr>
              <p:cNvPr id="2" name="Ink 1">
                <a:extLst>
                  <a:ext uri="{FF2B5EF4-FFF2-40B4-BE49-F238E27FC236}">
                    <a16:creationId xmlns:a16="http://schemas.microsoft.com/office/drawing/2014/main" id="{D7CD0A18-7D35-4887-A261-C3CE082A7DDB}"/>
                  </a:ext>
                </a:extLst>
              </p:cNvPr>
              <p:cNvPicPr/>
              <p:nvPr/>
            </p:nvPicPr>
            <p:blipFill>
              <a:blip r:embed="rId6"/>
              <a:stretch>
                <a:fillRect/>
              </a:stretch>
            </p:blipFill>
            <p:spPr>
              <a:xfrm>
                <a:off x="2975760" y="1744560"/>
                <a:ext cx="4638960" cy="2036520"/>
              </a:xfrm>
              <a:prstGeom prst="rect">
                <a:avLst/>
              </a:prstGeom>
            </p:spPr>
          </p:pic>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8"/>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Evaluation Components and Schedule</a:t>
            </a:r>
            <a:endParaRPr/>
          </a:p>
        </p:txBody>
      </p:sp>
      <p:sp>
        <p:nvSpPr>
          <p:cNvPr id="89" name="Google Shape;89;p18"/>
          <p:cNvSpPr txBox="1">
            <a:spLocks noGrp="1"/>
          </p:cNvSpPr>
          <p:nvPr>
            <p:ph type="sldNum" idx="12"/>
          </p:nvPr>
        </p:nvSpPr>
        <p:spPr>
          <a:xfrm>
            <a:off x="8595300" y="4770774"/>
            <a:ext cx="548700" cy="310800"/>
          </a:xfrm>
          <a:prstGeom prst="rect">
            <a:avLst/>
          </a:prstGeom>
        </p:spPr>
        <p:txBody>
          <a:bodyPr spcFirstLastPara="1" wrap="square" lIns="91425" tIns="91425" rIns="91425" bIns="91425" anchor="ctr" anchorCtr="0">
            <a:normAutofit fontScale="92500" lnSpcReduction="10000"/>
          </a:bodyPr>
          <a:lstStyle/>
          <a:p>
            <a:pPr marL="0" lvl="0" indent="0" algn="r" rtl="0">
              <a:spcBef>
                <a:spcPts val="0"/>
              </a:spcBef>
              <a:spcAft>
                <a:spcPts val="0"/>
              </a:spcAft>
              <a:buNone/>
            </a:pPr>
            <a:fld id="{00000000-1234-1234-1234-123412341234}" type="slidenum">
              <a:rPr lang="en"/>
              <a:t>6</a:t>
            </a:fld>
            <a:endParaRPr/>
          </a:p>
        </p:txBody>
      </p:sp>
      <p:graphicFrame>
        <p:nvGraphicFramePr>
          <p:cNvPr id="90" name="Google Shape;90;p18"/>
          <p:cNvGraphicFramePr/>
          <p:nvPr/>
        </p:nvGraphicFramePr>
        <p:xfrm>
          <a:off x="464513" y="827884"/>
          <a:ext cx="8214975" cy="3751170"/>
        </p:xfrm>
        <a:graphic>
          <a:graphicData uri="http://schemas.openxmlformats.org/drawingml/2006/table">
            <a:tbl>
              <a:tblPr>
                <a:noFill/>
                <a:tableStyleId>{8815A932-4318-4331-8F62-D522E886DAAF}</a:tableStyleId>
              </a:tblPr>
              <a:tblGrid>
                <a:gridCol w="1343350">
                  <a:extLst>
                    <a:ext uri="{9D8B030D-6E8A-4147-A177-3AD203B41FA5}">
                      <a16:colId xmlns:a16="http://schemas.microsoft.com/office/drawing/2014/main" val="20000"/>
                    </a:ext>
                  </a:extLst>
                </a:gridCol>
                <a:gridCol w="4100975">
                  <a:extLst>
                    <a:ext uri="{9D8B030D-6E8A-4147-A177-3AD203B41FA5}">
                      <a16:colId xmlns:a16="http://schemas.microsoft.com/office/drawing/2014/main" val="20001"/>
                    </a:ext>
                  </a:extLst>
                </a:gridCol>
                <a:gridCol w="1235450">
                  <a:extLst>
                    <a:ext uri="{9D8B030D-6E8A-4147-A177-3AD203B41FA5}">
                      <a16:colId xmlns:a16="http://schemas.microsoft.com/office/drawing/2014/main" val="20002"/>
                    </a:ext>
                  </a:extLst>
                </a:gridCol>
                <a:gridCol w="1535200">
                  <a:extLst>
                    <a:ext uri="{9D8B030D-6E8A-4147-A177-3AD203B41FA5}">
                      <a16:colId xmlns:a16="http://schemas.microsoft.com/office/drawing/2014/main" val="20003"/>
                    </a:ext>
                  </a:extLst>
                </a:gridCol>
              </a:tblGrid>
              <a:tr h="457950">
                <a:tc>
                  <a:txBody>
                    <a:bodyPr/>
                    <a:lstStyle/>
                    <a:p>
                      <a:pPr marL="0" lvl="0" indent="0" algn="l" rtl="0">
                        <a:spcBef>
                          <a:spcPts val="0"/>
                        </a:spcBef>
                        <a:spcAft>
                          <a:spcPts val="0"/>
                        </a:spcAft>
                        <a:buNone/>
                      </a:pPr>
                      <a:r>
                        <a:rPr lang="en" sz="1800" b="1">
                          <a:highlight>
                            <a:srgbClr val="A4C2F4"/>
                          </a:highlight>
                        </a:rPr>
                        <a:t>Component</a:t>
                      </a:r>
                      <a:endParaRPr sz="1800" b="1">
                        <a:highlight>
                          <a:srgbClr val="A4C2F4"/>
                        </a:highlight>
                      </a:endParaRPr>
                    </a:p>
                  </a:txBody>
                  <a:tcPr marL="91425" marR="91425" marT="91425" marB="91425">
                    <a:lnL w="9525" cap="flat" cmpd="sng">
                      <a:solidFill>
                        <a:srgbClr val="A4C2F4"/>
                      </a:solidFill>
                      <a:prstDash val="solid"/>
                      <a:round/>
                      <a:headEnd type="none" w="sm" len="sm"/>
                      <a:tailEnd type="none" w="sm" len="sm"/>
                    </a:lnL>
                    <a:lnR w="9525" cap="flat" cmpd="sng">
                      <a:solidFill>
                        <a:srgbClr val="A4C2F4"/>
                      </a:solidFill>
                      <a:prstDash val="solid"/>
                      <a:round/>
                      <a:headEnd type="none" w="sm" len="sm"/>
                      <a:tailEnd type="none" w="sm" len="sm"/>
                    </a:lnR>
                    <a:lnT w="9525" cap="flat" cmpd="sng">
                      <a:solidFill>
                        <a:srgbClr val="A4C2F4"/>
                      </a:solidFill>
                      <a:prstDash val="solid"/>
                      <a:round/>
                      <a:headEnd type="none" w="sm" len="sm"/>
                      <a:tailEnd type="none" w="sm" len="sm"/>
                    </a:lnT>
                    <a:lnB w="9525" cap="flat" cmpd="sng">
                      <a:solidFill>
                        <a:srgbClr val="A4C2F4"/>
                      </a:solidFill>
                      <a:prstDash val="solid"/>
                      <a:round/>
                      <a:headEnd type="none" w="sm" len="sm"/>
                      <a:tailEnd type="none" w="sm" len="sm"/>
                    </a:lnB>
                    <a:solidFill>
                      <a:srgbClr val="A4C2F4"/>
                    </a:solidFill>
                  </a:tcPr>
                </a:tc>
                <a:tc>
                  <a:txBody>
                    <a:bodyPr/>
                    <a:lstStyle/>
                    <a:p>
                      <a:pPr marL="0" lvl="0" indent="0" algn="l" rtl="0">
                        <a:spcBef>
                          <a:spcPts val="0"/>
                        </a:spcBef>
                        <a:spcAft>
                          <a:spcPts val="0"/>
                        </a:spcAft>
                        <a:buNone/>
                      </a:pPr>
                      <a:r>
                        <a:rPr lang="en" sz="1800" b="1">
                          <a:highlight>
                            <a:srgbClr val="A4C2F4"/>
                          </a:highlight>
                        </a:rPr>
                        <a:t>Name</a:t>
                      </a:r>
                      <a:endParaRPr sz="1800" b="1">
                        <a:highlight>
                          <a:srgbClr val="A4C2F4"/>
                        </a:highlight>
                      </a:endParaRPr>
                    </a:p>
                  </a:txBody>
                  <a:tcPr marL="91425" marR="91425" marT="91425" marB="91425">
                    <a:lnL w="9525" cap="flat" cmpd="sng">
                      <a:solidFill>
                        <a:srgbClr val="A4C2F4"/>
                      </a:solidFill>
                      <a:prstDash val="solid"/>
                      <a:round/>
                      <a:headEnd type="none" w="sm" len="sm"/>
                      <a:tailEnd type="none" w="sm" len="sm"/>
                    </a:lnL>
                    <a:lnR w="9525" cap="flat" cmpd="sng">
                      <a:solidFill>
                        <a:srgbClr val="A4C2F4"/>
                      </a:solidFill>
                      <a:prstDash val="solid"/>
                      <a:round/>
                      <a:headEnd type="none" w="sm" len="sm"/>
                      <a:tailEnd type="none" w="sm" len="sm"/>
                    </a:lnR>
                    <a:lnT w="9525" cap="flat" cmpd="sng">
                      <a:solidFill>
                        <a:srgbClr val="A4C2F4"/>
                      </a:solidFill>
                      <a:prstDash val="solid"/>
                      <a:round/>
                      <a:headEnd type="none" w="sm" len="sm"/>
                      <a:tailEnd type="none" w="sm" len="sm"/>
                    </a:lnT>
                    <a:lnB w="9525" cap="flat" cmpd="sng">
                      <a:solidFill>
                        <a:srgbClr val="A4C2F4"/>
                      </a:solidFill>
                      <a:prstDash val="solid"/>
                      <a:round/>
                      <a:headEnd type="none" w="sm" len="sm"/>
                      <a:tailEnd type="none" w="sm" len="sm"/>
                    </a:lnB>
                    <a:solidFill>
                      <a:srgbClr val="A4C2F4"/>
                    </a:solidFill>
                  </a:tcPr>
                </a:tc>
                <a:tc>
                  <a:txBody>
                    <a:bodyPr/>
                    <a:lstStyle/>
                    <a:p>
                      <a:pPr marL="0" lvl="0" indent="0" algn="l" rtl="0">
                        <a:spcBef>
                          <a:spcPts val="0"/>
                        </a:spcBef>
                        <a:spcAft>
                          <a:spcPts val="0"/>
                        </a:spcAft>
                        <a:buNone/>
                      </a:pPr>
                      <a:r>
                        <a:rPr lang="en" sz="1800" b="1">
                          <a:solidFill>
                            <a:schemeClr val="dk1"/>
                          </a:solidFill>
                          <a:highlight>
                            <a:srgbClr val="A4C2F4"/>
                          </a:highlight>
                        </a:rPr>
                        <a:t>Weightage</a:t>
                      </a:r>
                      <a:endParaRPr sz="1800" b="1">
                        <a:highlight>
                          <a:srgbClr val="A4C2F4"/>
                        </a:highlight>
                      </a:endParaRPr>
                    </a:p>
                  </a:txBody>
                  <a:tcPr marL="91425" marR="91425" marT="91425" marB="91425">
                    <a:lnL w="9525" cap="flat" cmpd="sng">
                      <a:solidFill>
                        <a:srgbClr val="A4C2F4"/>
                      </a:solidFill>
                      <a:prstDash val="solid"/>
                      <a:round/>
                      <a:headEnd type="none" w="sm" len="sm"/>
                      <a:tailEnd type="none" w="sm" len="sm"/>
                    </a:lnL>
                    <a:lnR w="9525" cap="flat" cmpd="sng">
                      <a:solidFill>
                        <a:srgbClr val="A4C2F4"/>
                      </a:solidFill>
                      <a:prstDash val="solid"/>
                      <a:round/>
                      <a:headEnd type="none" w="sm" len="sm"/>
                      <a:tailEnd type="none" w="sm" len="sm"/>
                    </a:lnR>
                    <a:lnT w="9525" cap="flat" cmpd="sng">
                      <a:solidFill>
                        <a:srgbClr val="A4C2F4"/>
                      </a:solidFill>
                      <a:prstDash val="solid"/>
                      <a:round/>
                      <a:headEnd type="none" w="sm" len="sm"/>
                      <a:tailEnd type="none" w="sm" len="sm"/>
                    </a:lnT>
                    <a:lnB w="9525" cap="flat" cmpd="sng">
                      <a:solidFill>
                        <a:srgbClr val="A4C2F4"/>
                      </a:solidFill>
                      <a:prstDash val="solid"/>
                      <a:round/>
                      <a:headEnd type="none" w="sm" len="sm"/>
                      <a:tailEnd type="none" w="sm" len="sm"/>
                    </a:lnB>
                    <a:solidFill>
                      <a:srgbClr val="A4C2F4"/>
                    </a:solidFill>
                  </a:tcPr>
                </a:tc>
                <a:tc>
                  <a:txBody>
                    <a:bodyPr/>
                    <a:lstStyle/>
                    <a:p>
                      <a:pPr marL="0" lvl="0" indent="0" algn="l" rtl="0">
                        <a:spcBef>
                          <a:spcPts val="0"/>
                        </a:spcBef>
                        <a:spcAft>
                          <a:spcPts val="0"/>
                        </a:spcAft>
                        <a:buNone/>
                      </a:pPr>
                      <a:r>
                        <a:rPr lang="en" sz="1800" b="1">
                          <a:highlight>
                            <a:srgbClr val="A4C2F4"/>
                          </a:highlight>
                        </a:rPr>
                        <a:t>Type</a:t>
                      </a:r>
                      <a:endParaRPr sz="1800" b="1">
                        <a:highlight>
                          <a:srgbClr val="A4C2F4"/>
                        </a:highlight>
                      </a:endParaRPr>
                    </a:p>
                  </a:txBody>
                  <a:tcPr marL="91425" marR="91425" marT="91425" marB="91425">
                    <a:lnL w="9525" cap="flat" cmpd="sng">
                      <a:solidFill>
                        <a:srgbClr val="A4C2F4"/>
                      </a:solidFill>
                      <a:prstDash val="solid"/>
                      <a:round/>
                      <a:headEnd type="none" w="sm" len="sm"/>
                      <a:tailEnd type="none" w="sm" len="sm"/>
                    </a:lnL>
                    <a:lnR w="9525" cap="flat" cmpd="sng">
                      <a:solidFill>
                        <a:srgbClr val="A4C2F4"/>
                      </a:solidFill>
                      <a:prstDash val="solid"/>
                      <a:round/>
                      <a:headEnd type="none" w="sm" len="sm"/>
                      <a:tailEnd type="none" w="sm" len="sm"/>
                    </a:lnR>
                    <a:lnT w="9525" cap="flat" cmpd="sng">
                      <a:solidFill>
                        <a:srgbClr val="A4C2F4"/>
                      </a:solidFill>
                      <a:prstDash val="solid"/>
                      <a:round/>
                      <a:headEnd type="none" w="sm" len="sm"/>
                      <a:tailEnd type="none" w="sm" len="sm"/>
                    </a:lnT>
                    <a:lnB w="9525" cap="flat" cmpd="sng">
                      <a:solidFill>
                        <a:srgbClr val="A4C2F4"/>
                      </a:solidFill>
                      <a:prstDash val="solid"/>
                      <a:round/>
                      <a:headEnd type="none" w="sm" len="sm"/>
                      <a:tailEnd type="none" w="sm" len="sm"/>
                    </a:lnB>
                    <a:solidFill>
                      <a:srgbClr val="A4C2F4"/>
                    </a:solidFill>
                  </a:tcPr>
                </a:tc>
                <a:extLst>
                  <a:ext uri="{0D108BD9-81ED-4DB2-BD59-A6C34878D82A}">
                    <a16:rowId xmlns:a16="http://schemas.microsoft.com/office/drawing/2014/main" val="10000"/>
                  </a:ext>
                </a:extLst>
              </a:tr>
              <a:tr h="457950">
                <a:tc>
                  <a:txBody>
                    <a:bodyPr/>
                    <a:lstStyle/>
                    <a:p>
                      <a:pPr marL="0" lvl="0" indent="0" algn="l" rtl="0">
                        <a:spcBef>
                          <a:spcPts val="0"/>
                        </a:spcBef>
                        <a:spcAft>
                          <a:spcPts val="0"/>
                        </a:spcAft>
                        <a:buNone/>
                      </a:pPr>
                      <a:r>
                        <a:rPr lang="en" sz="1800"/>
                        <a:t>EC 1</a:t>
                      </a:r>
                      <a:endParaRPr sz="1800"/>
                    </a:p>
                  </a:txBody>
                  <a:tcPr marL="91425" marR="91425" marT="91425" marB="91425">
                    <a:lnT w="9525" cap="flat" cmpd="sng">
                      <a:solidFill>
                        <a:srgbClr val="A4C2F4"/>
                      </a:solidFill>
                      <a:prstDash val="solid"/>
                      <a:round/>
                      <a:headEnd type="none" w="sm" len="sm"/>
                      <a:tailEnd type="none" w="sm" len="sm"/>
                    </a:lnT>
                  </a:tcPr>
                </a:tc>
                <a:tc>
                  <a:txBody>
                    <a:bodyPr/>
                    <a:lstStyle/>
                    <a:p>
                      <a:pPr marL="0" lvl="0" indent="0" algn="l" rtl="0">
                        <a:spcBef>
                          <a:spcPts val="0"/>
                        </a:spcBef>
                        <a:spcAft>
                          <a:spcPts val="0"/>
                        </a:spcAft>
                        <a:buNone/>
                      </a:pPr>
                      <a:r>
                        <a:rPr lang="en" sz="1800"/>
                        <a:t>Quiz I</a:t>
                      </a:r>
                      <a:endParaRPr sz="1800"/>
                    </a:p>
                  </a:txBody>
                  <a:tcPr marL="91425" marR="91425" marT="91425" marB="91425">
                    <a:lnT w="9525" cap="flat" cmpd="sng">
                      <a:solidFill>
                        <a:srgbClr val="A4C2F4"/>
                      </a:solidFill>
                      <a:prstDash val="solid"/>
                      <a:round/>
                      <a:headEnd type="none" w="sm" len="sm"/>
                      <a:tailEnd type="none" w="sm" len="sm"/>
                    </a:lnT>
                  </a:tcPr>
                </a:tc>
                <a:tc>
                  <a:txBody>
                    <a:bodyPr/>
                    <a:lstStyle/>
                    <a:p>
                      <a:pPr marL="0" lvl="0" indent="0" algn="l" rtl="0">
                        <a:spcBef>
                          <a:spcPts val="0"/>
                        </a:spcBef>
                        <a:spcAft>
                          <a:spcPts val="0"/>
                        </a:spcAft>
                        <a:buNone/>
                      </a:pPr>
                      <a:r>
                        <a:rPr lang="en" sz="1800"/>
                        <a:t>5 %</a:t>
                      </a:r>
                      <a:endParaRPr sz="1800"/>
                    </a:p>
                  </a:txBody>
                  <a:tcPr marL="91425" marR="91425" marT="91425" marB="91425">
                    <a:lnT w="9525" cap="flat" cmpd="sng">
                      <a:solidFill>
                        <a:srgbClr val="A4C2F4"/>
                      </a:solidFill>
                      <a:prstDash val="solid"/>
                      <a:round/>
                      <a:headEnd type="none" w="sm" len="sm"/>
                      <a:tailEnd type="none" w="sm" len="sm"/>
                    </a:lnT>
                  </a:tcPr>
                </a:tc>
                <a:tc>
                  <a:txBody>
                    <a:bodyPr/>
                    <a:lstStyle/>
                    <a:p>
                      <a:pPr marL="0" lvl="0" indent="0" algn="l" rtl="0">
                        <a:spcBef>
                          <a:spcPts val="0"/>
                        </a:spcBef>
                        <a:spcAft>
                          <a:spcPts val="0"/>
                        </a:spcAft>
                        <a:buNone/>
                      </a:pPr>
                      <a:r>
                        <a:rPr lang="en" sz="1800"/>
                        <a:t>Pre-midsem</a:t>
                      </a:r>
                      <a:endParaRPr sz="1800"/>
                    </a:p>
                  </a:txBody>
                  <a:tcPr marL="91425" marR="91425" marT="91425" marB="91425">
                    <a:lnT w="9525" cap="flat" cmpd="sng">
                      <a:solidFill>
                        <a:srgbClr val="A4C2F4"/>
                      </a:solidFill>
                      <a:prstDash val="solid"/>
                      <a:round/>
                      <a:headEnd type="none" w="sm" len="sm"/>
                      <a:tailEnd type="none" w="sm" len="sm"/>
                    </a:lnT>
                  </a:tcPr>
                </a:tc>
                <a:extLst>
                  <a:ext uri="{0D108BD9-81ED-4DB2-BD59-A6C34878D82A}">
                    <a16:rowId xmlns:a16="http://schemas.microsoft.com/office/drawing/2014/main" val="10001"/>
                  </a:ext>
                </a:extLst>
              </a:tr>
              <a:tr h="457950">
                <a:tc>
                  <a:txBody>
                    <a:bodyPr/>
                    <a:lstStyle/>
                    <a:p>
                      <a:pPr marL="0" lvl="0" indent="0" algn="l" rtl="0">
                        <a:spcBef>
                          <a:spcPts val="0"/>
                        </a:spcBef>
                        <a:spcAft>
                          <a:spcPts val="0"/>
                        </a:spcAft>
                        <a:buNone/>
                      </a:pPr>
                      <a:endParaRPr sz="1800"/>
                    </a:p>
                  </a:txBody>
                  <a:tcPr marL="91425" marR="91425" marT="91425" marB="91425"/>
                </a:tc>
                <a:tc>
                  <a:txBody>
                    <a:bodyPr/>
                    <a:lstStyle/>
                    <a:p>
                      <a:pPr marL="0" lvl="0" indent="0" algn="l" rtl="0">
                        <a:spcBef>
                          <a:spcPts val="0"/>
                        </a:spcBef>
                        <a:spcAft>
                          <a:spcPts val="0"/>
                        </a:spcAft>
                        <a:buNone/>
                      </a:pPr>
                      <a:r>
                        <a:rPr lang="en" sz="1800"/>
                        <a:t>Quiz II</a:t>
                      </a:r>
                      <a:endParaRPr sz="1800"/>
                    </a:p>
                  </a:txBody>
                  <a:tcPr marL="91425" marR="91425" marT="91425" marB="91425"/>
                </a:tc>
                <a:tc>
                  <a:txBody>
                    <a:bodyPr/>
                    <a:lstStyle/>
                    <a:p>
                      <a:pPr marL="0" lvl="0" indent="0" algn="l" rtl="0">
                        <a:spcBef>
                          <a:spcPts val="0"/>
                        </a:spcBef>
                        <a:spcAft>
                          <a:spcPts val="0"/>
                        </a:spcAft>
                        <a:buNone/>
                      </a:pPr>
                      <a:r>
                        <a:rPr lang="en" sz="1800"/>
                        <a:t>5 %</a:t>
                      </a:r>
                      <a:endParaRPr sz="1800"/>
                    </a:p>
                  </a:txBody>
                  <a:tcPr marL="91425" marR="91425" marT="91425" marB="91425"/>
                </a:tc>
                <a:tc>
                  <a:txBody>
                    <a:bodyPr/>
                    <a:lstStyle/>
                    <a:p>
                      <a:pPr marL="0" lvl="0" indent="0" algn="l" rtl="0">
                        <a:spcBef>
                          <a:spcPts val="0"/>
                        </a:spcBef>
                        <a:spcAft>
                          <a:spcPts val="0"/>
                        </a:spcAft>
                        <a:buNone/>
                      </a:pPr>
                      <a:r>
                        <a:rPr lang="en" sz="1800"/>
                        <a:t>Post-midsem</a:t>
                      </a:r>
                      <a:endParaRPr sz="1800"/>
                    </a:p>
                  </a:txBody>
                  <a:tcPr marL="91425" marR="91425" marT="91425" marB="91425"/>
                </a:tc>
                <a:extLst>
                  <a:ext uri="{0D108BD9-81ED-4DB2-BD59-A6C34878D82A}">
                    <a16:rowId xmlns:a16="http://schemas.microsoft.com/office/drawing/2014/main" val="10002"/>
                  </a:ext>
                </a:extLst>
              </a:tr>
              <a:tr h="411675">
                <a:tc>
                  <a:txBody>
                    <a:bodyPr/>
                    <a:lstStyle/>
                    <a:p>
                      <a:pPr marL="0" lvl="0" indent="0" algn="l" rtl="0">
                        <a:spcBef>
                          <a:spcPts val="0"/>
                        </a:spcBef>
                        <a:spcAft>
                          <a:spcPts val="0"/>
                        </a:spcAft>
                        <a:buNone/>
                      </a:pPr>
                      <a:endParaRPr sz="1800"/>
                    </a:p>
                  </a:txBody>
                  <a:tcPr marL="91425" marR="91425" marT="91425" marB="91425"/>
                </a:tc>
                <a:tc>
                  <a:txBody>
                    <a:bodyPr/>
                    <a:lstStyle/>
                    <a:p>
                      <a:pPr marL="0" lvl="0" indent="0" algn="l" rtl="0">
                        <a:spcBef>
                          <a:spcPts val="0"/>
                        </a:spcBef>
                        <a:spcAft>
                          <a:spcPts val="0"/>
                        </a:spcAft>
                        <a:buNone/>
                      </a:pPr>
                      <a:r>
                        <a:rPr lang="en" sz="1800"/>
                        <a:t>Practice Lab Assignment I</a:t>
                      </a:r>
                      <a:endParaRPr sz="1800"/>
                    </a:p>
                  </a:txBody>
                  <a:tcPr marL="91425" marR="91425" marT="91425" marB="91425"/>
                </a:tc>
                <a:tc>
                  <a:txBody>
                    <a:bodyPr/>
                    <a:lstStyle/>
                    <a:p>
                      <a:pPr marL="0" lvl="0" indent="0" algn="l" rtl="0">
                        <a:spcBef>
                          <a:spcPts val="0"/>
                        </a:spcBef>
                        <a:spcAft>
                          <a:spcPts val="0"/>
                        </a:spcAft>
                        <a:buNone/>
                      </a:pPr>
                      <a:r>
                        <a:rPr lang="en" sz="1800"/>
                        <a:t>10 %</a:t>
                      </a:r>
                      <a:endParaRPr sz="1800"/>
                    </a:p>
                  </a:txBody>
                  <a:tcPr marL="91425" marR="91425" marT="91425" marB="91425"/>
                </a:tc>
                <a:tc>
                  <a:txBody>
                    <a:bodyPr/>
                    <a:lstStyle/>
                    <a:p>
                      <a:pPr marL="0" lvl="0" indent="0" algn="l" rtl="0">
                        <a:spcBef>
                          <a:spcPts val="0"/>
                        </a:spcBef>
                        <a:spcAft>
                          <a:spcPts val="0"/>
                        </a:spcAft>
                        <a:buNone/>
                      </a:pPr>
                      <a:r>
                        <a:rPr lang="en" sz="1800"/>
                        <a:t>Pre-midsem</a:t>
                      </a:r>
                      <a:endParaRPr sz="1800"/>
                    </a:p>
                  </a:txBody>
                  <a:tcPr marL="91425" marR="91425" marT="91425" marB="91425"/>
                </a:tc>
                <a:extLst>
                  <a:ext uri="{0D108BD9-81ED-4DB2-BD59-A6C34878D82A}">
                    <a16:rowId xmlns:a16="http://schemas.microsoft.com/office/drawing/2014/main" val="10003"/>
                  </a:ext>
                </a:extLst>
              </a:tr>
              <a:tr h="363700">
                <a:tc>
                  <a:txBody>
                    <a:bodyPr/>
                    <a:lstStyle/>
                    <a:p>
                      <a:pPr marL="0" lvl="0" indent="0" algn="l" rtl="0">
                        <a:spcBef>
                          <a:spcPts val="0"/>
                        </a:spcBef>
                        <a:spcAft>
                          <a:spcPts val="0"/>
                        </a:spcAft>
                        <a:buNone/>
                      </a:pPr>
                      <a:endParaRPr sz="1800"/>
                    </a:p>
                  </a:txBody>
                  <a:tcPr marL="91425" marR="91425" marT="91425" marB="91425"/>
                </a:tc>
                <a:tc>
                  <a:txBody>
                    <a:bodyPr/>
                    <a:lstStyle/>
                    <a:p>
                      <a:pPr marL="0" lvl="0" indent="0" algn="l" rtl="0">
                        <a:spcBef>
                          <a:spcPts val="0"/>
                        </a:spcBef>
                        <a:spcAft>
                          <a:spcPts val="0"/>
                        </a:spcAft>
                        <a:buNone/>
                      </a:pPr>
                      <a:r>
                        <a:rPr lang="en" sz="1800"/>
                        <a:t>Situated Learning Assignment II</a:t>
                      </a:r>
                      <a:endParaRPr sz="1800"/>
                    </a:p>
                  </a:txBody>
                  <a:tcPr marL="91425" marR="91425" marT="91425" marB="91425"/>
                </a:tc>
                <a:tc>
                  <a:txBody>
                    <a:bodyPr/>
                    <a:lstStyle/>
                    <a:p>
                      <a:pPr marL="0" lvl="0" indent="0" algn="l" rtl="0">
                        <a:spcBef>
                          <a:spcPts val="0"/>
                        </a:spcBef>
                        <a:spcAft>
                          <a:spcPts val="0"/>
                        </a:spcAft>
                        <a:buNone/>
                      </a:pPr>
                      <a:r>
                        <a:rPr lang="en" sz="1800"/>
                        <a:t>10 %</a:t>
                      </a:r>
                      <a:endParaRPr sz="1800"/>
                    </a:p>
                  </a:txBody>
                  <a:tcPr marL="91425" marR="91425" marT="91425" marB="91425"/>
                </a:tc>
                <a:tc>
                  <a:txBody>
                    <a:bodyPr/>
                    <a:lstStyle/>
                    <a:p>
                      <a:pPr marL="0" lvl="0" indent="0" algn="l" rtl="0">
                        <a:spcBef>
                          <a:spcPts val="0"/>
                        </a:spcBef>
                        <a:spcAft>
                          <a:spcPts val="0"/>
                        </a:spcAft>
                        <a:buNone/>
                      </a:pPr>
                      <a:r>
                        <a:rPr lang="en" sz="1800"/>
                        <a:t>Post-midsem</a:t>
                      </a:r>
                      <a:endParaRPr sz="1800"/>
                    </a:p>
                  </a:txBody>
                  <a:tcPr marL="91425" marR="91425" marT="91425" marB="91425"/>
                </a:tc>
                <a:extLst>
                  <a:ext uri="{0D108BD9-81ED-4DB2-BD59-A6C34878D82A}">
                    <a16:rowId xmlns:a16="http://schemas.microsoft.com/office/drawing/2014/main" val="10004"/>
                  </a:ext>
                </a:extLst>
              </a:tr>
              <a:tr h="457950">
                <a:tc>
                  <a:txBody>
                    <a:bodyPr/>
                    <a:lstStyle/>
                    <a:p>
                      <a:pPr marL="0" lvl="0" indent="0" algn="l" rtl="0">
                        <a:spcBef>
                          <a:spcPts val="0"/>
                        </a:spcBef>
                        <a:spcAft>
                          <a:spcPts val="0"/>
                        </a:spcAft>
                        <a:buNone/>
                      </a:pPr>
                      <a:r>
                        <a:rPr lang="en" sz="1800"/>
                        <a:t>EC 2</a:t>
                      </a:r>
                      <a:endParaRPr sz="1800"/>
                    </a:p>
                  </a:txBody>
                  <a:tcPr marL="91425" marR="91425" marT="91425" marB="91425">
                    <a:solidFill>
                      <a:srgbClr val="B6D7A8"/>
                    </a:solidFill>
                  </a:tcPr>
                </a:tc>
                <a:tc>
                  <a:txBody>
                    <a:bodyPr/>
                    <a:lstStyle/>
                    <a:p>
                      <a:pPr marL="0" lvl="0" indent="0" algn="l" rtl="0">
                        <a:spcBef>
                          <a:spcPts val="0"/>
                        </a:spcBef>
                        <a:spcAft>
                          <a:spcPts val="0"/>
                        </a:spcAft>
                        <a:buNone/>
                      </a:pPr>
                      <a:r>
                        <a:rPr lang="en" sz="1800"/>
                        <a:t>Mid sem Exam</a:t>
                      </a:r>
                      <a:endParaRPr sz="1800"/>
                    </a:p>
                  </a:txBody>
                  <a:tcPr marL="91425" marR="91425" marT="91425" marB="91425">
                    <a:solidFill>
                      <a:srgbClr val="B6D7A8"/>
                    </a:solidFill>
                  </a:tcPr>
                </a:tc>
                <a:tc>
                  <a:txBody>
                    <a:bodyPr/>
                    <a:lstStyle/>
                    <a:p>
                      <a:pPr marL="0" lvl="0" indent="0" algn="l" rtl="0">
                        <a:spcBef>
                          <a:spcPts val="0"/>
                        </a:spcBef>
                        <a:spcAft>
                          <a:spcPts val="0"/>
                        </a:spcAft>
                        <a:buNone/>
                      </a:pPr>
                      <a:r>
                        <a:rPr lang="en" sz="1800"/>
                        <a:t>30 %</a:t>
                      </a:r>
                      <a:endParaRPr sz="1800"/>
                    </a:p>
                  </a:txBody>
                  <a:tcPr marL="91425" marR="91425" marT="91425" marB="91425">
                    <a:solidFill>
                      <a:srgbClr val="B6D7A8"/>
                    </a:solidFill>
                  </a:tcPr>
                </a:tc>
                <a:tc>
                  <a:txBody>
                    <a:bodyPr/>
                    <a:lstStyle/>
                    <a:p>
                      <a:pPr marL="0" lvl="0" indent="0" algn="l" rtl="0">
                        <a:spcBef>
                          <a:spcPts val="0"/>
                        </a:spcBef>
                        <a:spcAft>
                          <a:spcPts val="0"/>
                        </a:spcAft>
                        <a:buNone/>
                      </a:pPr>
                      <a:r>
                        <a:rPr lang="en" sz="1800"/>
                        <a:t>Sessions 1-8</a:t>
                      </a:r>
                      <a:endParaRPr sz="1800"/>
                    </a:p>
                  </a:txBody>
                  <a:tcPr marL="91425" marR="91425" marT="91425" marB="91425">
                    <a:solidFill>
                      <a:srgbClr val="B6D7A8"/>
                    </a:solidFill>
                  </a:tcPr>
                </a:tc>
                <a:extLst>
                  <a:ext uri="{0D108BD9-81ED-4DB2-BD59-A6C34878D82A}">
                    <a16:rowId xmlns:a16="http://schemas.microsoft.com/office/drawing/2014/main" val="10005"/>
                  </a:ext>
                </a:extLst>
              </a:tr>
              <a:tr h="457950">
                <a:tc>
                  <a:txBody>
                    <a:bodyPr/>
                    <a:lstStyle/>
                    <a:p>
                      <a:pPr marL="0" lvl="0" indent="0" algn="l" rtl="0">
                        <a:spcBef>
                          <a:spcPts val="0"/>
                        </a:spcBef>
                        <a:spcAft>
                          <a:spcPts val="0"/>
                        </a:spcAft>
                        <a:buNone/>
                      </a:pPr>
                      <a:r>
                        <a:rPr lang="en" sz="1800"/>
                        <a:t>EC 3</a:t>
                      </a:r>
                      <a:endParaRPr sz="1800"/>
                    </a:p>
                  </a:txBody>
                  <a:tcPr marL="91425" marR="91425" marT="91425" marB="91425">
                    <a:solidFill>
                      <a:srgbClr val="FFF2CC"/>
                    </a:solidFill>
                  </a:tcPr>
                </a:tc>
                <a:tc>
                  <a:txBody>
                    <a:bodyPr/>
                    <a:lstStyle/>
                    <a:p>
                      <a:pPr marL="0" lvl="0" indent="0" algn="l" rtl="0">
                        <a:spcBef>
                          <a:spcPts val="0"/>
                        </a:spcBef>
                        <a:spcAft>
                          <a:spcPts val="0"/>
                        </a:spcAft>
                        <a:buNone/>
                      </a:pPr>
                      <a:r>
                        <a:rPr lang="en" sz="1800"/>
                        <a:t>Compre Exam</a:t>
                      </a:r>
                      <a:endParaRPr sz="1800"/>
                    </a:p>
                  </a:txBody>
                  <a:tcPr marL="91425" marR="91425" marT="91425" marB="91425">
                    <a:solidFill>
                      <a:srgbClr val="FFF2CC"/>
                    </a:solidFill>
                  </a:tcPr>
                </a:tc>
                <a:tc>
                  <a:txBody>
                    <a:bodyPr/>
                    <a:lstStyle/>
                    <a:p>
                      <a:pPr marL="0" lvl="0" indent="0" algn="l" rtl="0">
                        <a:spcBef>
                          <a:spcPts val="0"/>
                        </a:spcBef>
                        <a:spcAft>
                          <a:spcPts val="0"/>
                        </a:spcAft>
                        <a:buNone/>
                      </a:pPr>
                      <a:r>
                        <a:rPr lang="en" sz="1800"/>
                        <a:t>40 %</a:t>
                      </a:r>
                      <a:endParaRPr sz="1800"/>
                    </a:p>
                  </a:txBody>
                  <a:tcPr marL="91425" marR="91425" marT="91425" marB="91425">
                    <a:solidFill>
                      <a:srgbClr val="FFF2CC"/>
                    </a:solidFill>
                  </a:tcPr>
                </a:tc>
                <a:tc>
                  <a:txBody>
                    <a:bodyPr/>
                    <a:lstStyle/>
                    <a:p>
                      <a:pPr marL="0" lvl="0" indent="0" algn="l" rtl="0">
                        <a:spcBef>
                          <a:spcPts val="0"/>
                        </a:spcBef>
                        <a:spcAft>
                          <a:spcPts val="0"/>
                        </a:spcAft>
                        <a:buNone/>
                      </a:pPr>
                      <a:r>
                        <a:rPr lang="en" sz="1800"/>
                        <a:t>Sessions 1 -16</a:t>
                      </a:r>
                      <a:endParaRPr sz="1800"/>
                    </a:p>
                  </a:txBody>
                  <a:tcPr marL="91425" marR="91425" marT="91425" marB="91425">
                    <a:solidFill>
                      <a:srgbClr val="FFF2CC"/>
                    </a:solidFill>
                  </a:tcPr>
                </a:tc>
                <a:extLst>
                  <a:ext uri="{0D108BD9-81ED-4DB2-BD59-A6C34878D82A}">
                    <a16:rowId xmlns:a16="http://schemas.microsoft.com/office/drawing/2014/main" val="10006"/>
                  </a:ext>
                </a:extLst>
              </a:tr>
            </a:tbl>
          </a:graphicData>
        </a:graphic>
      </p:graphicFrame>
      <p:sp>
        <p:nvSpPr>
          <p:cNvPr id="91" name="Google Shape;91;p18"/>
          <p:cNvSpPr txBox="1"/>
          <p:nvPr/>
        </p:nvSpPr>
        <p:spPr>
          <a:xfrm>
            <a:off x="917588" y="4270450"/>
            <a:ext cx="7253700" cy="572700"/>
          </a:xfrm>
          <a:prstGeom prst="rect">
            <a:avLst/>
          </a:prstGeom>
          <a:solidFill>
            <a:srgbClr val="FFFFFF"/>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100" b="1">
                <a:solidFill>
                  <a:schemeClr val="dk2"/>
                </a:solidFill>
                <a:highlight>
                  <a:srgbClr val="FFFFFF"/>
                </a:highlight>
              </a:rPr>
              <a:t>EC1 = Quiz I + Quiz II + Assignment I + Assignment II</a:t>
            </a:r>
            <a:endParaRPr sz="2100" b="1">
              <a:solidFill>
                <a:srgbClr val="FF0000"/>
              </a:solidFill>
              <a:highlight>
                <a:srgbClr val="FFFFFF"/>
              </a:highlight>
            </a:endParaRPr>
          </a:p>
        </p:txBody>
      </p:sp>
      <p:sp>
        <p:nvSpPr>
          <p:cNvPr id="92" name="Google Shape;92;p18"/>
          <p:cNvSpPr txBox="1">
            <a:spLocks noGrp="1"/>
          </p:cNvSpPr>
          <p:nvPr>
            <p:ph type="body" idx="1"/>
          </p:nvPr>
        </p:nvSpPr>
        <p:spPr>
          <a:xfrm>
            <a:off x="311700" y="950800"/>
            <a:ext cx="8520600" cy="39636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0619DCF1-28F4-4C97-8E40-0DA120A95A80}"/>
                  </a:ext>
                </a:extLst>
              </p14:cNvPr>
              <p14:cNvContentPartPr/>
              <p14:nvPr/>
            </p14:nvContentPartPr>
            <p14:xfrm>
              <a:off x="434160" y="835200"/>
              <a:ext cx="8393760" cy="3277800"/>
            </p14:xfrm>
          </p:contentPart>
        </mc:Choice>
        <mc:Fallback>
          <p:pic>
            <p:nvPicPr>
              <p:cNvPr id="2" name="Ink 1">
                <a:extLst>
                  <a:ext uri="{FF2B5EF4-FFF2-40B4-BE49-F238E27FC236}">
                    <a16:creationId xmlns:a16="http://schemas.microsoft.com/office/drawing/2014/main" id="{0619DCF1-28F4-4C97-8E40-0DA120A95A80}"/>
                  </a:ext>
                </a:extLst>
              </p:cNvPr>
              <p:cNvPicPr/>
              <p:nvPr/>
            </p:nvPicPr>
            <p:blipFill>
              <a:blip r:embed="rId4"/>
              <a:stretch>
                <a:fillRect/>
              </a:stretch>
            </p:blipFill>
            <p:spPr>
              <a:xfrm>
                <a:off x="424800" y="825840"/>
                <a:ext cx="8412480" cy="3296520"/>
              </a:xfrm>
              <a:prstGeom prst="rect">
                <a:avLst/>
              </a:prstGeom>
            </p:spPr>
          </p:pic>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9"/>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Course Logistics</a:t>
            </a:r>
            <a:endParaRPr/>
          </a:p>
        </p:txBody>
      </p:sp>
      <p:sp>
        <p:nvSpPr>
          <p:cNvPr id="98" name="Google Shape;98;p19"/>
          <p:cNvSpPr txBox="1">
            <a:spLocks noGrp="1"/>
          </p:cNvSpPr>
          <p:nvPr>
            <p:ph type="body" idx="1"/>
          </p:nvPr>
        </p:nvSpPr>
        <p:spPr>
          <a:xfrm>
            <a:off x="311700" y="950800"/>
            <a:ext cx="8520600" cy="3963600"/>
          </a:xfrm>
          <a:prstGeom prst="rect">
            <a:avLst/>
          </a:prstGeom>
        </p:spPr>
        <p:txBody>
          <a:bodyPr spcFirstLastPara="1" wrap="square" lIns="91425" tIns="91425" rIns="91425" bIns="91425" anchor="t" anchorCtr="0">
            <a:noAutofit/>
          </a:bodyPr>
          <a:lstStyle/>
          <a:p>
            <a:pPr marL="457200" lvl="0" indent="-368300" algn="l" rtl="0">
              <a:lnSpc>
                <a:spcPct val="105000"/>
              </a:lnSpc>
              <a:spcBef>
                <a:spcPts val="0"/>
              </a:spcBef>
              <a:spcAft>
                <a:spcPts val="0"/>
              </a:spcAft>
              <a:buSzPts val="2200"/>
              <a:buChar char="●"/>
            </a:pPr>
            <a:r>
              <a:rPr lang="en" sz="2200"/>
              <a:t>Refer Taxila for the following</a:t>
            </a:r>
            <a:endParaRPr sz="2200"/>
          </a:p>
          <a:p>
            <a:pPr marL="914400" lvl="1" indent="-342900" algn="l" rtl="0">
              <a:lnSpc>
                <a:spcPct val="105000"/>
              </a:lnSpc>
              <a:spcBef>
                <a:spcPts val="0"/>
              </a:spcBef>
              <a:spcAft>
                <a:spcPts val="0"/>
              </a:spcAft>
              <a:buSzPts val="1800"/>
              <a:buChar char="○"/>
            </a:pPr>
            <a:r>
              <a:rPr lang="en" sz="1800"/>
              <a:t>Handout</a:t>
            </a:r>
            <a:endParaRPr sz="1800"/>
          </a:p>
          <a:p>
            <a:pPr marL="914400" lvl="1" indent="-342900" algn="l" rtl="0">
              <a:lnSpc>
                <a:spcPct val="105000"/>
              </a:lnSpc>
              <a:spcBef>
                <a:spcPts val="0"/>
              </a:spcBef>
              <a:spcAft>
                <a:spcPts val="0"/>
              </a:spcAft>
              <a:buSzPts val="1800"/>
              <a:buChar char="○"/>
            </a:pPr>
            <a:r>
              <a:rPr lang="en" sz="1800"/>
              <a:t>Schedule for Webinar</a:t>
            </a:r>
            <a:endParaRPr sz="1800"/>
          </a:p>
          <a:p>
            <a:pPr marL="914400" lvl="1" indent="-342900" algn="l" rtl="0">
              <a:lnSpc>
                <a:spcPct val="105000"/>
              </a:lnSpc>
              <a:spcBef>
                <a:spcPts val="0"/>
              </a:spcBef>
              <a:spcAft>
                <a:spcPts val="0"/>
              </a:spcAft>
              <a:buSzPts val="1800"/>
              <a:buChar char="○"/>
            </a:pPr>
            <a:r>
              <a:rPr lang="en" sz="1800"/>
              <a:t>Schedule of Quiz, and Assignments.</a:t>
            </a:r>
            <a:endParaRPr sz="1800"/>
          </a:p>
          <a:p>
            <a:pPr marL="914400" lvl="1" indent="-342900" algn="l" rtl="0">
              <a:lnSpc>
                <a:spcPct val="105000"/>
              </a:lnSpc>
              <a:spcBef>
                <a:spcPts val="0"/>
              </a:spcBef>
              <a:spcAft>
                <a:spcPts val="0"/>
              </a:spcAft>
              <a:buSzPts val="1800"/>
              <a:buChar char="○"/>
            </a:pPr>
            <a:r>
              <a:rPr lang="en" sz="1800"/>
              <a:t>Session Slide Deck</a:t>
            </a:r>
            <a:endParaRPr sz="1800"/>
          </a:p>
          <a:p>
            <a:pPr marL="914400" lvl="1" indent="-342900" algn="l" rtl="0">
              <a:lnSpc>
                <a:spcPct val="105000"/>
              </a:lnSpc>
              <a:spcBef>
                <a:spcPts val="0"/>
              </a:spcBef>
              <a:spcAft>
                <a:spcPts val="0"/>
              </a:spcAft>
              <a:buSzPts val="1800"/>
              <a:buChar char="○"/>
            </a:pPr>
            <a:r>
              <a:rPr lang="en" sz="1800"/>
              <a:t>Demo Lab Sheets</a:t>
            </a:r>
            <a:endParaRPr sz="1800"/>
          </a:p>
          <a:p>
            <a:pPr marL="914400" lvl="1" indent="-342900" algn="l" rtl="0">
              <a:lnSpc>
                <a:spcPct val="105000"/>
              </a:lnSpc>
              <a:spcBef>
                <a:spcPts val="0"/>
              </a:spcBef>
              <a:spcAft>
                <a:spcPts val="0"/>
              </a:spcAft>
              <a:buSzPts val="1800"/>
              <a:buChar char="○"/>
            </a:pPr>
            <a:r>
              <a:rPr lang="en" sz="1800"/>
              <a:t>Quiz-I, Quiz-II</a:t>
            </a:r>
            <a:endParaRPr sz="1800"/>
          </a:p>
          <a:p>
            <a:pPr marL="914400" lvl="1" indent="-342900" algn="l" rtl="0">
              <a:lnSpc>
                <a:spcPct val="105000"/>
              </a:lnSpc>
              <a:spcBef>
                <a:spcPts val="0"/>
              </a:spcBef>
              <a:spcAft>
                <a:spcPts val="0"/>
              </a:spcAft>
              <a:buSzPts val="1800"/>
              <a:buChar char="○"/>
            </a:pPr>
            <a:r>
              <a:rPr lang="en" sz="1800"/>
              <a:t>Assignment-I, Assignment-II</a:t>
            </a:r>
            <a:endParaRPr sz="1800"/>
          </a:p>
          <a:p>
            <a:pPr marL="914400" lvl="1" indent="-342900" algn="l" rtl="0">
              <a:lnSpc>
                <a:spcPct val="105000"/>
              </a:lnSpc>
              <a:spcBef>
                <a:spcPts val="0"/>
              </a:spcBef>
              <a:spcAft>
                <a:spcPts val="0"/>
              </a:spcAft>
              <a:buSzPts val="1800"/>
              <a:buChar char="○"/>
            </a:pPr>
            <a:r>
              <a:rPr lang="en" sz="1800"/>
              <a:t>Sample QPs</a:t>
            </a:r>
            <a:endParaRPr sz="1800"/>
          </a:p>
          <a:p>
            <a:pPr marL="457200" lvl="0" indent="-368300" algn="l" rtl="0">
              <a:lnSpc>
                <a:spcPct val="105000"/>
              </a:lnSpc>
              <a:spcBef>
                <a:spcPts val="0"/>
              </a:spcBef>
              <a:spcAft>
                <a:spcPts val="0"/>
              </a:spcAft>
              <a:buSzPts val="2200"/>
              <a:buChar char="●"/>
            </a:pPr>
            <a:r>
              <a:rPr lang="en" sz="2200"/>
              <a:t>Virtual Lab</a:t>
            </a:r>
            <a:endParaRPr sz="2200"/>
          </a:p>
          <a:p>
            <a:pPr marL="914400" lvl="1" indent="-342900" algn="l" rtl="0">
              <a:lnSpc>
                <a:spcPct val="105000"/>
              </a:lnSpc>
              <a:spcBef>
                <a:spcPts val="0"/>
              </a:spcBef>
              <a:spcAft>
                <a:spcPts val="0"/>
              </a:spcAft>
              <a:buSzPts val="1800"/>
              <a:buChar char="○"/>
            </a:pPr>
            <a:r>
              <a:rPr lang="en" sz="1800"/>
              <a:t>Practice lab sheets</a:t>
            </a:r>
            <a:endParaRPr sz="1800"/>
          </a:p>
          <a:p>
            <a:pPr marL="457200" lvl="0" indent="-368300" algn="l" rtl="0">
              <a:lnSpc>
                <a:spcPct val="105000"/>
              </a:lnSpc>
              <a:spcBef>
                <a:spcPts val="0"/>
              </a:spcBef>
              <a:spcAft>
                <a:spcPts val="0"/>
              </a:spcAft>
              <a:buSzPts val="2200"/>
              <a:buChar char="●"/>
            </a:pPr>
            <a:r>
              <a:rPr lang="en" sz="2200"/>
              <a:t>Lecture Recordings</a:t>
            </a:r>
            <a:endParaRPr sz="2200"/>
          </a:p>
          <a:p>
            <a:pPr marL="914400" lvl="1" indent="-342900" algn="l" rtl="0">
              <a:lnSpc>
                <a:spcPct val="105000"/>
              </a:lnSpc>
              <a:spcBef>
                <a:spcPts val="0"/>
              </a:spcBef>
              <a:spcAft>
                <a:spcPts val="0"/>
              </a:spcAft>
              <a:buSzPts val="1800"/>
              <a:buChar char="○"/>
            </a:pPr>
            <a:r>
              <a:rPr lang="en" sz="1800"/>
              <a:t>Available on Microsoft teams</a:t>
            </a:r>
            <a:endParaRPr sz="1800"/>
          </a:p>
        </p:txBody>
      </p:sp>
      <p:sp>
        <p:nvSpPr>
          <p:cNvPr id="99" name="Google Shape;99;p19"/>
          <p:cNvSpPr txBox="1">
            <a:spLocks noGrp="1"/>
          </p:cNvSpPr>
          <p:nvPr>
            <p:ph type="sldNum" idx="12"/>
          </p:nvPr>
        </p:nvSpPr>
        <p:spPr>
          <a:xfrm>
            <a:off x="8595300" y="4770774"/>
            <a:ext cx="548700" cy="310800"/>
          </a:xfrm>
          <a:prstGeom prst="rect">
            <a:avLst/>
          </a:prstGeom>
        </p:spPr>
        <p:txBody>
          <a:bodyPr spcFirstLastPara="1" wrap="square" lIns="91425" tIns="91425" rIns="91425" bIns="91425" anchor="ctr" anchorCtr="0">
            <a:normAutofit fontScale="92500" lnSpcReduction="10000"/>
          </a:bodyPr>
          <a:lstStyle/>
          <a:p>
            <a:pPr marL="0" lvl="0" indent="0" algn="r" rtl="0">
              <a:spcBef>
                <a:spcPts val="0"/>
              </a:spcBef>
              <a:spcAft>
                <a:spcPts val="0"/>
              </a:spcAft>
              <a:buNone/>
            </a:pPr>
            <a:fld id="{00000000-1234-1234-1234-123412341234}" type="slidenum">
              <a:rPr lang="en"/>
              <a:t>7</a:t>
            </a:fld>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668AFC65-F9B2-46E5-8804-90F0566A01FC}"/>
                  </a:ext>
                </a:extLst>
              </p14:cNvPr>
              <p14:cNvContentPartPr/>
              <p14:nvPr/>
            </p14:nvContentPartPr>
            <p14:xfrm>
              <a:off x="1242000" y="1034280"/>
              <a:ext cx="7493760" cy="3909960"/>
            </p14:xfrm>
          </p:contentPart>
        </mc:Choice>
        <mc:Fallback>
          <p:pic>
            <p:nvPicPr>
              <p:cNvPr id="2" name="Ink 1">
                <a:extLst>
                  <a:ext uri="{FF2B5EF4-FFF2-40B4-BE49-F238E27FC236}">
                    <a16:creationId xmlns:a16="http://schemas.microsoft.com/office/drawing/2014/main" id="{668AFC65-F9B2-46E5-8804-90F0566A01FC}"/>
                  </a:ext>
                </a:extLst>
              </p:cNvPr>
              <p:cNvPicPr/>
              <p:nvPr/>
            </p:nvPicPr>
            <p:blipFill>
              <a:blip r:embed="rId4"/>
              <a:stretch>
                <a:fillRect/>
              </a:stretch>
            </p:blipFill>
            <p:spPr>
              <a:xfrm>
                <a:off x="1232640" y="1024920"/>
                <a:ext cx="7512480" cy="3928680"/>
              </a:xfrm>
              <a:prstGeom prst="rect">
                <a:avLst/>
              </a:prstGeom>
            </p:spPr>
          </p:pic>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20"/>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Honour Code</a:t>
            </a:r>
            <a:endParaRPr/>
          </a:p>
        </p:txBody>
      </p:sp>
      <p:sp>
        <p:nvSpPr>
          <p:cNvPr id="105" name="Google Shape;105;p20"/>
          <p:cNvSpPr txBox="1">
            <a:spLocks noGrp="1"/>
          </p:cNvSpPr>
          <p:nvPr>
            <p:ph type="body" idx="1"/>
          </p:nvPr>
        </p:nvSpPr>
        <p:spPr>
          <a:xfrm>
            <a:off x="311700" y="950800"/>
            <a:ext cx="8520600" cy="3963600"/>
          </a:xfrm>
          <a:prstGeom prst="rect">
            <a:avLst/>
          </a:prstGeom>
        </p:spPr>
        <p:txBody>
          <a:bodyPr spcFirstLastPara="1" wrap="square" lIns="91425" tIns="91425" rIns="91425" bIns="91425" anchor="t" anchorCtr="0">
            <a:normAutofit fontScale="92500" lnSpcReduction="20000"/>
          </a:bodyPr>
          <a:lstStyle/>
          <a:p>
            <a:pPr marL="0" lvl="0" indent="0" algn="l" rtl="0">
              <a:spcBef>
                <a:spcPts val="0"/>
              </a:spcBef>
              <a:spcAft>
                <a:spcPts val="0"/>
              </a:spcAft>
              <a:buClr>
                <a:schemeClr val="dk1"/>
              </a:buClr>
              <a:buSzPct val="55000"/>
              <a:buFont typeface="Arial"/>
              <a:buNone/>
            </a:pPr>
            <a:r>
              <a:rPr lang="en">
                <a:highlight>
                  <a:schemeClr val="accent6"/>
                </a:highlight>
              </a:rPr>
              <a:t>All submissions for graded components must be the result of your original effort.</a:t>
            </a:r>
            <a:r>
              <a:rPr lang="en"/>
              <a:t> It is strictly prohibited to copy and paste verbatim from any sources, whether online or from your peers. The use of unauthorized sources or materials, as well as collusion or unauthorized collaboration to gain an unfair advantage, is also strictly prohibited. Please note that we will not distinguish between the person sharing their resources and the one receiving them for plagiarism, and the consequences will apply to both parties equally.</a:t>
            </a:r>
            <a:endParaRPr/>
          </a:p>
          <a:p>
            <a:pPr marL="0" lvl="0" indent="0" algn="l" rtl="0">
              <a:spcBef>
                <a:spcPts val="1200"/>
              </a:spcBef>
              <a:spcAft>
                <a:spcPts val="0"/>
              </a:spcAft>
              <a:buClr>
                <a:schemeClr val="dk1"/>
              </a:buClr>
              <a:buSzPct val="55000"/>
              <a:buFont typeface="Arial"/>
              <a:buNone/>
            </a:pPr>
            <a:endParaRPr/>
          </a:p>
          <a:p>
            <a:pPr marL="0" lvl="0" indent="0" algn="l" rtl="0">
              <a:spcBef>
                <a:spcPts val="1200"/>
              </a:spcBef>
              <a:spcAft>
                <a:spcPts val="0"/>
              </a:spcAft>
              <a:buClr>
                <a:schemeClr val="dk1"/>
              </a:buClr>
              <a:buSzPct val="55000"/>
              <a:buFont typeface="Arial"/>
              <a:buNone/>
            </a:pPr>
            <a:r>
              <a:rPr lang="en"/>
              <a:t>In cases where suspicious circumstances arise, such as identical verbatim answers or a significant overlap of unreasonable similarities in a set of submissions, will be investigated, and severe punishments will be imposed on all those found guilty of plagiarism.</a:t>
            </a:r>
            <a:endParaRPr/>
          </a:p>
          <a:p>
            <a:pPr marL="0" lvl="0" indent="0" algn="l" rtl="0">
              <a:spcBef>
                <a:spcPts val="1200"/>
              </a:spcBef>
              <a:spcAft>
                <a:spcPts val="1200"/>
              </a:spcAft>
              <a:buNone/>
            </a:pPr>
            <a:endParaRPr/>
          </a:p>
        </p:txBody>
      </p:sp>
      <p:sp>
        <p:nvSpPr>
          <p:cNvPr id="106" name="Google Shape;106;p20"/>
          <p:cNvSpPr txBox="1">
            <a:spLocks noGrp="1"/>
          </p:cNvSpPr>
          <p:nvPr>
            <p:ph type="sldNum" idx="12"/>
          </p:nvPr>
        </p:nvSpPr>
        <p:spPr>
          <a:xfrm>
            <a:off x="8595300" y="4770774"/>
            <a:ext cx="548700" cy="310800"/>
          </a:xfrm>
          <a:prstGeom prst="rect">
            <a:avLst/>
          </a:prstGeom>
        </p:spPr>
        <p:txBody>
          <a:bodyPr spcFirstLastPara="1" wrap="square" lIns="91425" tIns="91425" rIns="91425" bIns="91425" anchor="ctr" anchorCtr="0">
            <a:normAutofit fontScale="92500" lnSpcReduction="10000"/>
          </a:bodyPr>
          <a:lstStyle/>
          <a:p>
            <a:pPr marL="0" lvl="0" indent="0" algn="r" rtl="0">
              <a:spcBef>
                <a:spcPts val="0"/>
              </a:spcBef>
              <a:spcAft>
                <a:spcPts val="0"/>
              </a:spcAft>
              <a:buNone/>
            </a:pPr>
            <a:fld id="{00000000-1234-1234-1234-123412341234}" type="slidenum">
              <a:rPr lang="en"/>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21"/>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In case of Queries regarding the course….</a:t>
            </a:r>
            <a:endParaRPr/>
          </a:p>
        </p:txBody>
      </p:sp>
      <p:sp>
        <p:nvSpPr>
          <p:cNvPr id="112" name="Google Shape;112;p21"/>
          <p:cNvSpPr txBox="1">
            <a:spLocks noGrp="1"/>
          </p:cNvSpPr>
          <p:nvPr>
            <p:ph type="body" idx="1"/>
          </p:nvPr>
        </p:nvSpPr>
        <p:spPr>
          <a:xfrm>
            <a:off x="311700" y="950800"/>
            <a:ext cx="8520600" cy="3963600"/>
          </a:xfrm>
          <a:prstGeom prst="rect">
            <a:avLst/>
          </a:prstGeom>
        </p:spPr>
        <p:txBody>
          <a:bodyPr spcFirstLastPara="1" wrap="square" lIns="91425" tIns="91425" rIns="91425" bIns="91425" anchor="t" anchorCtr="0">
            <a:normAutofit fontScale="92500" lnSpcReduction="20000"/>
          </a:bodyPr>
          <a:lstStyle/>
          <a:p>
            <a:pPr marL="0" lvl="0" indent="0" algn="l" rtl="0">
              <a:spcBef>
                <a:spcPts val="0"/>
              </a:spcBef>
              <a:spcAft>
                <a:spcPts val="0"/>
              </a:spcAft>
              <a:buNone/>
            </a:pPr>
            <a:r>
              <a:rPr lang="en"/>
              <a:t>Step 1: Post in the discussion forum.</a:t>
            </a:r>
            <a:endParaRPr/>
          </a:p>
          <a:p>
            <a:pPr marL="457200" lvl="0" indent="-355600" algn="l" rtl="0">
              <a:spcBef>
                <a:spcPts val="1200"/>
              </a:spcBef>
              <a:spcAft>
                <a:spcPts val="0"/>
              </a:spcAft>
              <a:buSzPts val="2000"/>
              <a:buChar char="●"/>
            </a:pPr>
            <a:r>
              <a:rPr lang="en"/>
              <a:t>Read through the existing post and if you find any topic similar to your concern, add on to the existing discussion.</a:t>
            </a:r>
            <a:endParaRPr/>
          </a:p>
          <a:p>
            <a:pPr marL="457200" lvl="0" indent="-355600" algn="l" rtl="0">
              <a:spcBef>
                <a:spcPts val="0"/>
              </a:spcBef>
              <a:spcAft>
                <a:spcPts val="0"/>
              </a:spcAft>
              <a:buSzPts val="2000"/>
              <a:buChar char="●"/>
            </a:pPr>
            <a:r>
              <a:rPr lang="en"/>
              <a:t>Avoid duplication of queries or issues.</a:t>
            </a:r>
            <a:endParaRPr/>
          </a:p>
          <a:p>
            <a:pPr marL="0" lvl="0" indent="0" algn="l" rtl="0">
              <a:spcBef>
                <a:spcPts val="1200"/>
              </a:spcBef>
              <a:spcAft>
                <a:spcPts val="0"/>
              </a:spcAft>
              <a:buNone/>
            </a:pPr>
            <a:r>
              <a:rPr lang="en"/>
              <a:t>Step 2: Email to the IC at </a:t>
            </a:r>
            <a:r>
              <a:rPr lang="en" u="sng">
                <a:solidFill>
                  <a:schemeClr val="hlink"/>
                </a:solidFill>
                <a:hlinkClick r:id="rId3"/>
              </a:rPr>
              <a:t>seetha.p@pilani.bits-pilani.ac.in</a:t>
            </a:r>
            <a:r>
              <a:rPr lang="en"/>
              <a:t> if the query or issue is not resolved within 1 weeks time. Turn around for response to the email is 48hrs.</a:t>
            </a:r>
            <a:endParaRPr/>
          </a:p>
          <a:p>
            <a:pPr marL="457200" lvl="0" indent="-355600" algn="l" rtl="0">
              <a:spcBef>
                <a:spcPts val="1200"/>
              </a:spcBef>
              <a:spcAft>
                <a:spcPts val="0"/>
              </a:spcAft>
              <a:buSzPts val="2000"/>
              <a:buChar char="●"/>
            </a:pPr>
            <a:r>
              <a:rPr lang="en"/>
              <a:t>In the subject pl mention the phrase ”DNN” clearly. </a:t>
            </a:r>
            <a:endParaRPr/>
          </a:p>
          <a:p>
            <a:pPr marL="457200" lvl="0" indent="-355600" algn="l" rtl="0">
              <a:spcBef>
                <a:spcPts val="0"/>
              </a:spcBef>
              <a:spcAft>
                <a:spcPts val="0"/>
              </a:spcAft>
              <a:buSzPts val="2000"/>
              <a:buChar char="●"/>
            </a:pPr>
            <a:r>
              <a:rPr lang="en">
                <a:solidFill>
                  <a:srgbClr val="FF0000"/>
                </a:solidFill>
              </a:rPr>
              <a:t>Use BITS email id for correspondence</a:t>
            </a:r>
            <a:r>
              <a:rPr lang="en"/>
              <a:t>. Emails from personal emails will be ignored without any reply. </a:t>
            </a:r>
            <a:endParaRPr/>
          </a:p>
          <a:p>
            <a:pPr marL="0" lvl="0" indent="0" algn="ctr" rtl="0">
              <a:spcBef>
                <a:spcPts val="1200"/>
              </a:spcBef>
              <a:spcAft>
                <a:spcPts val="1200"/>
              </a:spcAft>
              <a:buNone/>
            </a:pPr>
            <a:r>
              <a:rPr lang="en" sz="1900">
                <a:highlight>
                  <a:srgbClr val="FFFF00"/>
                </a:highlight>
              </a:rPr>
              <a:t>PATIENCE is highly APPRECIATED :)</a:t>
            </a:r>
            <a:endParaRPr sz="1900">
              <a:highlight>
                <a:srgbClr val="FFFF00"/>
              </a:highlight>
            </a:endParaRPr>
          </a:p>
        </p:txBody>
      </p:sp>
      <p:sp>
        <p:nvSpPr>
          <p:cNvPr id="113" name="Google Shape;113;p21"/>
          <p:cNvSpPr txBox="1">
            <a:spLocks noGrp="1"/>
          </p:cNvSpPr>
          <p:nvPr>
            <p:ph type="sldNum" idx="12"/>
          </p:nvPr>
        </p:nvSpPr>
        <p:spPr>
          <a:xfrm>
            <a:off x="8595300" y="4770774"/>
            <a:ext cx="548700" cy="310800"/>
          </a:xfrm>
          <a:prstGeom prst="rect">
            <a:avLst/>
          </a:prstGeom>
        </p:spPr>
        <p:txBody>
          <a:bodyPr spcFirstLastPara="1" wrap="square" lIns="91425" tIns="91425" rIns="91425" bIns="91425" anchor="ctr" anchorCtr="0">
            <a:normAutofit fontScale="92500" lnSpcReduction="10000"/>
          </a:bodyPr>
          <a:lstStyle/>
          <a:p>
            <a:pPr marL="0" lvl="0" indent="0" algn="r" rtl="0">
              <a:spcBef>
                <a:spcPts val="0"/>
              </a:spcBef>
              <a:spcAft>
                <a:spcPts val="0"/>
              </a:spcAft>
              <a:buNone/>
            </a:pPr>
            <a:fld id="{00000000-1234-1234-1234-123412341234}" type="slidenum">
              <a:rPr lang="en"/>
              <a:t>9</a:t>
            </a:fld>
            <a:endParaRPr/>
          </a:p>
        </p:txBody>
      </p:sp>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95308188-8C6E-4C89-BFD8-4D2E94EA8C9E}"/>
                  </a:ext>
                </a:extLst>
              </p14:cNvPr>
              <p14:cNvContentPartPr/>
              <p14:nvPr/>
            </p14:nvContentPartPr>
            <p14:xfrm>
              <a:off x="2347920" y="928800"/>
              <a:ext cx="2217960" cy="1790280"/>
            </p14:xfrm>
          </p:contentPart>
        </mc:Choice>
        <mc:Fallback>
          <p:pic>
            <p:nvPicPr>
              <p:cNvPr id="2" name="Ink 1">
                <a:extLst>
                  <a:ext uri="{FF2B5EF4-FFF2-40B4-BE49-F238E27FC236}">
                    <a16:creationId xmlns:a16="http://schemas.microsoft.com/office/drawing/2014/main" id="{95308188-8C6E-4C89-BFD8-4D2E94EA8C9E}"/>
                  </a:ext>
                </a:extLst>
              </p:cNvPr>
              <p:cNvPicPr/>
              <p:nvPr/>
            </p:nvPicPr>
            <p:blipFill>
              <a:blip r:embed="rId5"/>
              <a:stretch>
                <a:fillRect/>
              </a:stretch>
            </p:blipFill>
            <p:spPr>
              <a:xfrm>
                <a:off x="2338560" y="919440"/>
                <a:ext cx="2236680" cy="1809000"/>
              </a:xfrm>
              <a:prstGeom prst="rect">
                <a:avLst/>
              </a:prstGeom>
            </p:spPr>
          </p:pic>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22"/>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What is Deep Learning?</a:t>
            </a:r>
            <a:endParaRPr/>
          </a:p>
        </p:txBody>
      </p:sp>
      <p:sp>
        <p:nvSpPr>
          <p:cNvPr id="119" name="Google Shape;119;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10</a:t>
            </a:fld>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F0F99445-4774-4452-81A8-CCAC7C093FA6}"/>
                  </a:ext>
                </a:extLst>
              </p14:cNvPr>
              <p14:cNvContentPartPr/>
              <p14:nvPr/>
            </p14:nvContentPartPr>
            <p14:xfrm>
              <a:off x="464760" y="673200"/>
              <a:ext cx="8505720" cy="4022640"/>
            </p14:xfrm>
          </p:contentPart>
        </mc:Choice>
        <mc:Fallback>
          <p:pic>
            <p:nvPicPr>
              <p:cNvPr id="2" name="Ink 1">
                <a:extLst>
                  <a:ext uri="{FF2B5EF4-FFF2-40B4-BE49-F238E27FC236}">
                    <a16:creationId xmlns:a16="http://schemas.microsoft.com/office/drawing/2014/main" id="{F0F99445-4774-4452-81A8-CCAC7C093FA6}"/>
                  </a:ext>
                </a:extLst>
              </p:cNvPr>
              <p:cNvPicPr/>
              <p:nvPr/>
            </p:nvPicPr>
            <p:blipFill>
              <a:blip r:embed="rId4"/>
              <a:stretch>
                <a:fillRect/>
              </a:stretch>
            </p:blipFill>
            <p:spPr>
              <a:xfrm>
                <a:off x="455400" y="663840"/>
                <a:ext cx="8524440" cy="4041360"/>
              </a:xfrm>
              <a:prstGeom prst="rect">
                <a:avLst/>
              </a:prstGeom>
            </p:spPr>
          </p:pic>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3"/>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Definitions of Deep Learning</a:t>
            </a:r>
            <a:endParaRPr/>
          </a:p>
        </p:txBody>
      </p:sp>
      <p:sp>
        <p:nvSpPr>
          <p:cNvPr id="125" name="Google Shape;125;p23"/>
          <p:cNvSpPr txBox="1">
            <a:spLocks noGrp="1"/>
          </p:cNvSpPr>
          <p:nvPr>
            <p:ph type="body" idx="1"/>
          </p:nvPr>
        </p:nvSpPr>
        <p:spPr>
          <a:xfrm>
            <a:off x="311700" y="950800"/>
            <a:ext cx="8520600" cy="3963600"/>
          </a:xfrm>
          <a:prstGeom prst="rect">
            <a:avLst/>
          </a:prstGeom>
        </p:spPr>
        <p:txBody>
          <a:bodyPr spcFirstLastPara="1" wrap="square" lIns="91425" tIns="91425" rIns="91425" bIns="91425" anchor="t" anchorCtr="0">
            <a:normAutofit lnSpcReduction="10000"/>
          </a:bodyPr>
          <a:lstStyle/>
          <a:p>
            <a:pPr marL="457200" lvl="0" indent="-349250" algn="l" rtl="0">
              <a:spcBef>
                <a:spcPts val="0"/>
              </a:spcBef>
              <a:spcAft>
                <a:spcPts val="0"/>
              </a:spcAft>
              <a:buSzPts val="1900"/>
              <a:buChar char="●"/>
            </a:pPr>
            <a:r>
              <a:rPr lang="en" sz="1900">
                <a:highlight>
                  <a:schemeClr val="lt1"/>
                </a:highlight>
              </a:rPr>
              <a:t>Deep Learning is a type of </a:t>
            </a:r>
            <a:r>
              <a:rPr lang="en" sz="1900" b="1">
                <a:highlight>
                  <a:schemeClr val="lt1"/>
                </a:highlight>
              </a:rPr>
              <a:t>machine learning</a:t>
            </a:r>
            <a:r>
              <a:rPr lang="en" sz="1900">
                <a:highlight>
                  <a:schemeClr val="lt1"/>
                </a:highlight>
              </a:rPr>
              <a:t> based on </a:t>
            </a:r>
            <a:r>
              <a:rPr lang="en" sz="1900" b="1">
                <a:highlight>
                  <a:schemeClr val="lt1"/>
                </a:highlight>
              </a:rPr>
              <a:t>artificial neural networks</a:t>
            </a:r>
            <a:r>
              <a:rPr lang="en" sz="1900">
                <a:highlight>
                  <a:schemeClr val="lt1"/>
                </a:highlight>
              </a:rPr>
              <a:t> in which multiple layers of processing are used to extract progressively higher level features from data.</a:t>
            </a:r>
            <a:endParaRPr sz="1900">
              <a:highlight>
                <a:schemeClr val="lt1"/>
              </a:highlight>
            </a:endParaRPr>
          </a:p>
          <a:p>
            <a:pPr marL="457200" lvl="0" indent="-349250" algn="l" rtl="0">
              <a:spcBef>
                <a:spcPts val="0"/>
              </a:spcBef>
              <a:spcAft>
                <a:spcPts val="0"/>
              </a:spcAft>
              <a:buSzPts val="1900"/>
              <a:buChar char="●"/>
            </a:pPr>
            <a:r>
              <a:rPr lang="en" sz="1900">
                <a:highlight>
                  <a:schemeClr val="lt1"/>
                </a:highlight>
              </a:rPr>
              <a:t>Deep learning is a method in artificial intelligence (AI) that teaches computers to process data in a way that is </a:t>
            </a:r>
            <a:r>
              <a:rPr lang="en" sz="1900" b="1">
                <a:highlight>
                  <a:schemeClr val="lt1"/>
                </a:highlight>
              </a:rPr>
              <a:t>inspired by the human brain</a:t>
            </a:r>
            <a:r>
              <a:rPr lang="en" sz="1900">
                <a:highlight>
                  <a:schemeClr val="lt1"/>
                </a:highlight>
              </a:rPr>
              <a:t>.</a:t>
            </a:r>
            <a:endParaRPr sz="1900">
              <a:highlight>
                <a:schemeClr val="lt1"/>
              </a:highlight>
            </a:endParaRPr>
          </a:p>
          <a:p>
            <a:pPr marL="457200" lvl="0" indent="-349250" algn="l" rtl="0">
              <a:spcBef>
                <a:spcPts val="0"/>
              </a:spcBef>
              <a:spcAft>
                <a:spcPts val="0"/>
              </a:spcAft>
              <a:buSzPts val="1900"/>
              <a:buChar char="●"/>
            </a:pPr>
            <a:r>
              <a:rPr lang="en" sz="1900">
                <a:highlight>
                  <a:schemeClr val="lt1"/>
                </a:highlight>
              </a:rPr>
              <a:t>Deep learning is a machine learning technique that teaches computers to do what comes naturally to humans: </a:t>
            </a:r>
            <a:r>
              <a:rPr lang="en" sz="1900" b="1">
                <a:highlight>
                  <a:schemeClr val="lt1"/>
                </a:highlight>
              </a:rPr>
              <a:t>learn by example</a:t>
            </a:r>
            <a:r>
              <a:rPr lang="en" sz="1900">
                <a:highlight>
                  <a:schemeClr val="lt1"/>
                </a:highlight>
              </a:rPr>
              <a:t>.</a:t>
            </a:r>
            <a:endParaRPr sz="1900">
              <a:highlight>
                <a:schemeClr val="lt1"/>
              </a:highlight>
            </a:endParaRPr>
          </a:p>
          <a:p>
            <a:pPr marL="457200" lvl="0" indent="-349250" algn="l" rtl="0">
              <a:spcBef>
                <a:spcPts val="0"/>
              </a:spcBef>
              <a:spcAft>
                <a:spcPts val="0"/>
              </a:spcAft>
              <a:buSzPts val="1900"/>
              <a:buChar char="●"/>
            </a:pPr>
            <a:r>
              <a:rPr lang="en" sz="1900">
                <a:highlight>
                  <a:schemeClr val="lt1"/>
                </a:highlight>
              </a:rPr>
              <a:t>Deep learning is a subset of machine learning, which is essentially a neural network with </a:t>
            </a:r>
            <a:r>
              <a:rPr lang="en" sz="1900" b="1">
                <a:highlight>
                  <a:schemeClr val="lt1"/>
                </a:highlight>
              </a:rPr>
              <a:t>three or more layers</a:t>
            </a:r>
            <a:r>
              <a:rPr lang="en" sz="1900">
                <a:highlight>
                  <a:schemeClr val="lt1"/>
                </a:highlight>
              </a:rPr>
              <a:t>. </a:t>
            </a:r>
            <a:endParaRPr sz="1900">
              <a:highlight>
                <a:schemeClr val="lt1"/>
              </a:highlight>
            </a:endParaRPr>
          </a:p>
          <a:p>
            <a:pPr marL="457200" lvl="0" indent="-349250" algn="l" rtl="0">
              <a:spcBef>
                <a:spcPts val="0"/>
              </a:spcBef>
              <a:spcAft>
                <a:spcPts val="0"/>
              </a:spcAft>
              <a:buSzPts val="1900"/>
              <a:buChar char="●"/>
            </a:pPr>
            <a:r>
              <a:rPr lang="en" sz="1900">
                <a:highlight>
                  <a:schemeClr val="lt1"/>
                </a:highlight>
              </a:rPr>
              <a:t>Deep Learning gets its name from the fact that we add more "</a:t>
            </a:r>
            <a:r>
              <a:rPr lang="en" sz="1900" b="1">
                <a:highlight>
                  <a:schemeClr val="lt1"/>
                </a:highlight>
              </a:rPr>
              <a:t>Layers</a:t>
            </a:r>
            <a:r>
              <a:rPr lang="en" sz="1900">
                <a:highlight>
                  <a:schemeClr val="lt1"/>
                </a:highlight>
              </a:rPr>
              <a:t>" to learn from the data.</a:t>
            </a:r>
            <a:endParaRPr sz="1900">
              <a:highlight>
                <a:schemeClr val="lt1"/>
              </a:highlight>
            </a:endParaRPr>
          </a:p>
        </p:txBody>
      </p:sp>
      <p:sp>
        <p:nvSpPr>
          <p:cNvPr id="126" name="Google Shape;126;p23"/>
          <p:cNvSpPr txBox="1">
            <a:spLocks noGrp="1"/>
          </p:cNvSpPr>
          <p:nvPr>
            <p:ph type="sldNum" idx="12"/>
          </p:nvPr>
        </p:nvSpPr>
        <p:spPr>
          <a:xfrm>
            <a:off x="8595300" y="4770774"/>
            <a:ext cx="548700" cy="310800"/>
          </a:xfrm>
          <a:prstGeom prst="rect">
            <a:avLst/>
          </a:prstGeom>
        </p:spPr>
        <p:txBody>
          <a:bodyPr spcFirstLastPara="1" wrap="square" lIns="91425" tIns="91425" rIns="91425" bIns="91425" anchor="ctr" anchorCtr="0">
            <a:normAutofit fontScale="92500" lnSpcReduction="10000"/>
          </a:bodyPr>
          <a:lstStyle/>
          <a:p>
            <a:pPr marL="0" lvl="0" indent="0" algn="r" rtl="0">
              <a:spcBef>
                <a:spcPts val="0"/>
              </a:spcBef>
              <a:spcAft>
                <a:spcPts val="0"/>
              </a:spcAft>
              <a:buNone/>
            </a:pPr>
            <a:fld id="{00000000-1234-1234-1234-123412341234}" type="slidenum">
              <a:rPr lang="en"/>
              <a:t>11</a:t>
            </a:fld>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F21773AD-3E09-404B-AC57-79AE4FD1F2A9}"/>
                  </a:ext>
                </a:extLst>
              </p14:cNvPr>
              <p14:cNvContentPartPr/>
              <p14:nvPr/>
            </p14:nvContentPartPr>
            <p14:xfrm>
              <a:off x="766440" y="964080"/>
              <a:ext cx="8066880" cy="3945600"/>
            </p14:xfrm>
          </p:contentPart>
        </mc:Choice>
        <mc:Fallback>
          <p:pic>
            <p:nvPicPr>
              <p:cNvPr id="2" name="Ink 1">
                <a:extLst>
                  <a:ext uri="{FF2B5EF4-FFF2-40B4-BE49-F238E27FC236}">
                    <a16:creationId xmlns:a16="http://schemas.microsoft.com/office/drawing/2014/main" id="{F21773AD-3E09-404B-AC57-79AE4FD1F2A9}"/>
                  </a:ext>
                </a:extLst>
              </p:cNvPr>
              <p:cNvPicPr/>
              <p:nvPr/>
            </p:nvPicPr>
            <p:blipFill>
              <a:blip r:embed="rId4"/>
              <a:stretch>
                <a:fillRect/>
              </a:stretch>
            </p:blipFill>
            <p:spPr>
              <a:xfrm>
                <a:off x="757080" y="954720"/>
                <a:ext cx="8085600" cy="3964320"/>
              </a:xfrm>
              <a:prstGeom prst="rect">
                <a:avLst/>
              </a:prstGeom>
            </p:spPr>
          </p:pic>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4"/>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Where in AI sits DL?</a:t>
            </a:r>
            <a:endParaRPr/>
          </a:p>
        </p:txBody>
      </p:sp>
      <p:sp>
        <p:nvSpPr>
          <p:cNvPr id="132" name="Google Shape;132;p24"/>
          <p:cNvSpPr txBox="1">
            <a:spLocks noGrp="1"/>
          </p:cNvSpPr>
          <p:nvPr>
            <p:ph type="body" idx="1"/>
          </p:nvPr>
        </p:nvSpPr>
        <p:spPr>
          <a:xfrm>
            <a:off x="311700" y="950800"/>
            <a:ext cx="8520600" cy="3963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
              <a:t>AI is a general field that encompasses machine learning and deep learning, but that also includes many more approaches that don’t involve any learning.</a:t>
            </a:r>
            <a:endParaRPr/>
          </a:p>
          <a:p>
            <a:pPr marL="0" lvl="0" indent="0" algn="l" rtl="0">
              <a:spcBef>
                <a:spcPts val="1200"/>
              </a:spcBef>
              <a:spcAft>
                <a:spcPts val="1200"/>
              </a:spcAft>
              <a:buNone/>
            </a:pPr>
            <a:endParaRPr/>
          </a:p>
        </p:txBody>
      </p:sp>
      <p:pic>
        <p:nvPicPr>
          <p:cNvPr id="133" name="Google Shape;133;p24"/>
          <p:cNvPicPr preferRelativeResize="0"/>
          <p:nvPr/>
        </p:nvPicPr>
        <p:blipFill>
          <a:blip r:embed="rId3">
            <a:alphaModFix/>
          </a:blip>
          <a:stretch>
            <a:fillRect/>
          </a:stretch>
        </p:blipFill>
        <p:spPr>
          <a:xfrm>
            <a:off x="2231825" y="1775850"/>
            <a:ext cx="4125600" cy="3073300"/>
          </a:xfrm>
          <a:prstGeom prst="rect">
            <a:avLst/>
          </a:prstGeom>
          <a:noFill/>
          <a:ln>
            <a:noFill/>
          </a:ln>
        </p:spPr>
      </p:pic>
      <p:sp>
        <p:nvSpPr>
          <p:cNvPr id="134" name="Google Shape;134;p24"/>
          <p:cNvSpPr txBox="1">
            <a:spLocks noGrp="1"/>
          </p:cNvSpPr>
          <p:nvPr>
            <p:ph type="sldNum" idx="12"/>
          </p:nvPr>
        </p:nvSpPr>
        <p:spPr>
          <a:xfrm>
            <a:off x="8595300" y="4770774"/>
            <a:ext cx="548700" cy="310800"/>
          </a:xfrm>
          <a:prstGeom prst="rect">
            <a:avLst/>
          </a:prstGeom>
        </p:spPr>
        <p:txBody>
          <a:bodyPr spcFirstLastPara="1" wrap="square" lIns="91425" tIns="91425" rIns="91425" bIns="91425" anchor="ctr" anchorCtr="0">
            <a:normAutofit fontScale="92500" lnSpcReduction="10000"/>
          </a:bodyPr>
          <a:lstStyle/>
          <a:p>
            <a:pPr marL="0" lvl="0" indent="0" algn="r" rtl="0">
              <a:spcBef>
                <a:spcPts val="0"/>
              </a:spcBef>
              <a:spcAft>
                <a:spcPts val="0"/>
              </a:spcAft>
              <a:buNone/>
            </a:pPr>
            <a:fld id="{00000000-1234-1234-1234-123412341234}" type="slidenum">
              <a:rPr lang="en"/>
              <a:t>12</a:t>
            </a:fld>
            <a:endParaRPr/>
          </a:p>
        </p:txBody>
      </p:sp>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52BC967B-8BD7-4817-8DFF-F7B4585BE619}"/>
                  </a:ext>
                </a:extLst>
              </p14:cNvPr>
              <p14:cNvContentPartPr/>
              <p14:nvPr/>
            </p14:nvContentPartPr>
            <p14:xfrm>
              <a:off x="4336200" y="1838160"/>
              <a:ext cx="4300200" cy="2336400"/>
            </p14:xfrm>
          </p:contentPart>
        </mc:Choice>
        <mc:Fallback>
          <p:pic>
            <p:nvPicPr>
              <p:cNvPr id="2" name="Ink 1">
                <a:extLst>
                  <a:ext uri="{FF2B5EF4-FFF2-40B4-BE49-F238E27FC236}">
                    <a16:creationId xmlns:a16="http://schemas.microsoft.com/office/drawing/2014/main" id="{52BC967B-8BD7-4817-8DFF-F7B4585BE619}"/>
                  </a:ext>
                </a:extLst>
              </p:cNvPr>
              <p:cNvPicPr/>
              <p:nvPr/>
            </p:nvPicPr>
            <p:blipFill>
              <a:blip r:embed="rId5"/>
              <a:stretch>
                <a:fillRect/>
              </a:stretch>
            </p:blipFill>
            <p:spPr>
              <a:xfrm>
                <a:off x="4326840" y="1828800"/>
                <a:ext cx="4318920" cy="2355120"/>
              </a:xfrm>
              <a:prstGeom prst="rect">
                <a:avLst/>
              </a:prstGeom>
            </p:spPr>
          </p:pic>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25"/>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AI - ML - DL </a:t>
            </a:r>
            <a:endParaRPr/>
          </a:p>
        </p:txBody>
      </p:sp>
      <p:sp>
        <p:nvSpPr>
          <p:cNvPr id="140" name="Google Shape;140;p25"/>
          <p:cNvSpPr txBox="1">
            <a:spLocks noGrp="1"/>
          </p:cNvSpPr>
          <p:nvPr>
            <p:ph type="body" idx="1"/>
          </p:nvPr>
        </p:nvSpPr>
        <p:spPr>
          <a:xfrm>
            <a:off x="311700" y="950800"/>
            <a:ext cx="8520600" cy="3963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t>AI</a:t>
            </a:r>
            <a:r>
              <a:rPr lang="en"/>
              <a:t> : Artificial intelligence is the science of making things smart. The aim is make machines perform human tasks. Eg: Robot cleaning a room.</a:t>
            </a:r>
            <a:endParaRPr/>
          </a:p>
          <a:p>
            <a:pPr marL="0" lvl="0" indent="0" algn="l" rtl="0">
              <a:spcBef>
                <a:spcPts val="1200"/>
              </a:spcBef>
              <a:spcAft>
                <a:spcPts val="0"/>
              </a:spcAft>
              <a:buClr>
                <a:schemeClr val="dk1"/>
              </a:buClr>
              <a:buSzPts val="1100"/>
              <a:buFont typeface="Arial"/>
              <a:buNone/>
            </a:pPr>
            <a:endParaRPr/>
          </a:p>
          <a:p>
            <a:pPr marL="0" lvl="0" indent="0" algn="l" rtl="0">
              <a:spcBef>
                <a:spcPts val="1200"/>
              </a:spcBef>
              <a:spcAft>
                <a:spcPts val="0"/>
              </a:spcAft>
              <a:buNone/>
            </a:pPr>
            <a:r>
              <a:rPr lang="en" b="1"/>
              <a:t>ML</a:t>
            </a:r>
            <a:r>
              <a:rPr lang="en"/>
              <a:t> : Machine learning is an approach to AI. The machine learns or perform tasks through learning by experience.</a:t>
            </a:r>
            <a:endParaRPr/>
          </a:p>
          <a:p>
            <a:pPr marL="0" lvl="0" indent="0" algn="l" rtl="0">
              <a:spcBef>
                <a:spcPts val="1200"/>
              </a:spcBef>
              <a:spcAft>
                <a:spcPts val="0"/>
              </a:spcAft>
              <a:buClr>
                <a:schemeClr val="dk1"/>
              </a:buClr>
              <a:buSzPts val="1100"/>
              <a:buFont typeface="Arial"/>
              <a:buNone/>
            </a:pPr>
            <a:endParaRPr/>
          </a:p>
          <a:p>
            <a:pPr marL="0" lvl="0" indent="0" algn="l" rtl="0">
              <a:spcBef>
                <a:spcPts val="1200"/>
              </a:spcBef>
              <a:spcAft>
                <a:spcPts val="0"/>
              </a:spcAft>
              <a:buClr>
                <a:schemeClr val="dk1"/>
              </a:buClr>
              <a:buSzPts val="1100"/>
              <a:buFont typeface="Arial"/>
              <a:buNone/>
            </a:pPr>
            <a:r>
              <a:rPr lang="en" b="1"/>
              <a:t>DL</a:t>
            </a:r>
            <a:r>
              <a:rPr lang="en"/>
              <a:t> : Deep Learning is a technique for implementing machine learning to recognise patterns.</a:t>
            </a:r>
            <a:endParaRPr/>
          </a:p>
          <a:p>
            <a:pPr marL="0" lvl="0" indent="0" algn="l" rtl="0">
              <a:spcBef>
                <a:spcPts val="1200"/>
              </a:spcBef>
              <a:spcAft>
                <a:spcPts val="1200"/>
              </a:spcAft>
              <a:buNone/>
            </a:pPr>
            <a:endParaRPr/>
          </a:p>
        </p:txBody>
      </p:sp>
      <p:sp>
        <p:nvSpPr>
          <p:cNvPr id="141" name="Google Shape;141;p25"/>
          <p:cNvSpPr txBox="1">
            <a:spLocks noGrp="1"/>
          </p:cNvSpPr>
          <p:nvPr>
            <p:ph type="sldNum" idx="12"/>
          </p:nvPr>
        </p:nvSpPr>
        <p:spPr>
          <a:xfrm>
            <a:off x="8595300" y="4770774"/>
            <a:ext cx="548700" cy="310800"/>
          </a:xfrm>
          <a:prstGeom prst="rect">
            <a:avLst/>
          </a:prstGeom>
        </p:spPr>
        <p:txBody>
          <a:bodyPr spcFirstLastPara="1" wrap="square" lIns="91425" tIns="91425" rIns="91425" bIns="91425" anchor="ctr" anchorCtr="0">
            <a:normAutofit fontScale="92500" lnSpcReduction="10000"/>
          </a:bodyPr>
          <a:lstStyle/>
          <a:p>
            <a:pPr marL="0" lvl="0" indent="0" algn="r" rtl="0">
              <a:spcBef>
                <a:spcPts val="0"/>
              </a:spcBef>
              <a:spcAft>
                <a:spcPts val="0"/>
              </a:spcAft>
              <a:buNone/>
            </a:pPr>
            <a:fld id="{00000000-1234-1234-1234-123412341234}" type="slidenum">
              <a:rPr lang="en"/>
              <a:t>13</a:t>
            </a:fld>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1AF68A10-388C-47F5-8582-D8CD2DAEB9C7}"/>
                  </a:ext>
                </a:extLst>
              </p14:cNvPr>
              <p14:cNvContentPartPr/>
              <p14:nvPr/>
            </p14:nvContentPartPr>
            <p14:xfrm>
              <a:off x="200160" y="1019520"/>
              <a:ext cx="302400" cy="2985840"/>
            </p14:xfrm>
          </p:contentPart>
        </mc:Choice>
        <mc:Fallback>
          <p:pic>
            <p:nvPicPr>
              <p:cNvPr id="2" name="Ink 1">
                <a:extLst>
                  <a:ext uri="{FF2B5EF4-FFF2-40B4-BE49-F238E27FC236}">
                    <a16:creationId xmlns:a16="http://schemas.microsoft.com/office/drawing/2014/main" id="{1AF68A10-388C-47F5-8582-D8CD2DAEB9C7}"/>
                  </a:ext>
                </a:extLst>
              </p:cNvPr>
              <p:cNvPicPr/>
              <p:nvPr/>
            </p:nvPicPr>
            <p:blipFill>
              <a:blip r:embed="rId4"/>
              <a:stretch>
                <a:fillRect/>
              </a:stretch>
            </p:blipFill>
            <p:spPr>
              <a:xfrm>
                <a:off x="190800" y="1010160"/>
                <a:ext cx="321120" cy="3004560"/>
              </a:xfrm>
              <a:prstGeom prst="rect">
                <a:avLst/>
              </a:prstGeom>
            </p:spPr>
          </p:pic>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6"/>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Deep (Machine) Learning</a:t>
            </a:r>
            <a:endParaRPr/>
          </a:p>
        </p:txBody>
      </p:sp>
      <p:sp>
        <p:nvSpPr>
          <p:cNvPr id="147" name="Google Shape;147;p26"/>
          <p:cNvSpPr txBox="1">
            <a:spLocks noGrp="1"/>
          </p:cNvSpPr>
          <p:nvPr>
            <p:ph type="body" idx="1"/>
          </p:nvPr>
        </p:nvSpPr>
        <p:spPr>
          <a:xfrm>
            <a:off x="311700" y="950800"/>
            <a:ext cx="8520600" cy="3963600"/>
          </a:xfrm>
          <a:prstGeom prst="rect">
            <a:avLst/>
          </a:prstGeom>
        </p:spPr>
        <p:txBody>
          <a:bodyPr spcFirstLastPara="1" wrap="square" lIns="91425" tIns="91425" rIns="91425" bIns="91425" anchor="t" anchorCtr="0">
            <a:normAutofit/>
          </a:bodyPr>
          <a:lstStyle/>
          <a:p>
            <a:pPr marL="457200" lvl="0" indent="-355600" algn="l" rtl="0">
              <a:spcBef>
                <a:spcPts val="0"/>
              </a:spcBef>
              <a:spcAft>
                <a:spcPts val="0"/>
              </a:spcAft>
              <a:buSzPts val="2000"/>
              <a:buChar char="●"/>
            </a:pPr>
            <a:r>
              <a:rPr lang="en"/>
              <a:t>Deep learning is a specific subfield of machine learning.</a:t>
            </a:r>
            <a:endParaRPr/>
          </a:p>
          <a:p>
            <a:pPr marL="457200" lvl="0" indent="-355600" algn="l" rtl="0">
              <a:spcBef>
                <a:spcPts val="0"/>
              </a:spcBef>
              <a:spcAft>
                <a:spcPts val="0"/>
              </a:spcAft>
              <a:buSzPts val="2000"/>
              <a:buChar char="●"/>
            </a:pPr>
            <a:r>
              <a:rPr lang="en"/>
              <a:t>Learning representations from data that puts an emphasis on learning successive layers of increasingly meaningful representations.</a:t>
            </a:r>
            <a:endParaRPr/>
          </a:p>
          <a:p>
            <a:pPr marL="457200" lvl="0" indent="-355600" algn="l" rtl="0">
              <a:spcBef>
                <a:spcPts val="0"/>
              </a:spcBef>
              <a:spcAft>
                <a:spcPts val="0"/>
              </a:spcAft>
              <a:buSzPts val="2000"/>
              <a:buChar char="●"/>
            </a:pPr>
            <a:r>
              <a:rPr lang="en"/>
              <a:t>The </a:t>
            </a:r>
            <a:r>
              <a:rPr lang="en" b="1"/>
              <a:t>deep</a:t>
            </a:r>
            <a:r>
              <a:rPr lang="en"/>
              <a:t> in deep learning stands for this idea of successive layers of representations.</a:t>
            </a:r>
            <a:endParaRPr/>
          </a:p>
          <a:p>
            <a:pPr marL="457200" lvl="0" indent="-355600" algn="l" rtl="0">
              <a:spcBef>
                <a:spcPts val="0"/>
              </a:spcBef>
              <a:spcAft>
                <a:spcPts val="0"/>
              </a:spcAft>
              <a:buSzPts val="2000"/>
              <a:buChar char="●"/>
            </a:pPr>
            <a:r>
              <a:rPr lang="en"/>
              <a:t>The number of layers that contribute to model the data is called the </a:t>
            </a:r>
            <a:r>
              <a:rPr lang="en" b="1"/>
              <a:t>depth</a:t>
            </a:r>
            <a:r>
              <a:rPr lang="en"/>
              <a:t> of the model.</a:t>
            </a:r>
            <a:endParaRPr/>
          </a:p>
          <a:p>
            <a:pPr marL="457200" lvl="0" indent="-355600" algn="l" rtl="0">
              <a:spcBef>
                <a:spcPts val="0"/>
              </a:spcBef>
              <a:spcAft>
                <a:spcPts val="0"/>
              </a:spcAft>
              <a:buSzPts val="2000"/>
              <a:buChar char="●"/>
            </a:pPr>
            <a:r>
              <a:rPr lang="en"/>
              <a:t>In deep learning, the layered representations are learned via models called </a:t>
            </a:r>
            <a:r>
              <a:rPr lang="en" b="1"/>
              <a:t>neural networks</a:t>
            </a:r>
            <a:r>
              <a:rPr lang="en"/>
              <a:t>, structured in literal layers stacked on top of each other.</a:t>
            </a:r>
            <a:endParaRPr/>
          </a:p>
        </p:txBody>
      </p:sp>
      <p:sp>
        <p:nvSpPr>
          <p:cNvPr id="148" name="Google Shape;148;p26"/>
          <p:cNvSpPr txBox="1">
            <a:spLocks noGrp="1"/>
          </p:cNvSpPr>
          <p:nvPr>
            <p:ph type="sldNum" idx="12"/>
          </p:nvPr>
        </p:nvSpPr>
        <p:spPr>
          <a:xfrm>
            <a:off x="8595300" y="4770774"/>
            <a:ext cx="548700" cy="310800"/>
          </a:xfrm>
          <a:prstGeom prst="rect">
            <a:avLst/>
          </a:prstGeom>
        </p:spPr>
        <p:txBody>
          <a:bodyPr spcFirstLastPara="1" wrap="square" lIns="91425" tIns="91425" rIns="91425" bIns="91425" anchor="ctr" anchorCtr="0">
            <a:normAutofit fontScale="92500" lnSpcReduction="10000"/>
          </a:bodyPr>
          <a:lstStyle/>
          <a:p>
            <a:pPr marL="0" lvl="0" indent="0" algn="r" rtl="0">
              <a:spcBef>
                <a:spcPts val="0"/>
              </a:spcBef>
              <a:spcAft>
                <a:spcPts val="0"/>
              </a:spcAft>
              <a:buNone/>
            </a:pPr>
            <a:fld id="{00000000-1234-1234-1234-123412341234}" type="slidenum">
              <a:rPr lang="en"/>
              <a:t>14</a:t>
            </a:fld>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13C61F4B-4D00-4635-8ED6-21F27AEC4D0E}"/>
                  </a:ext>
                </a:extLst>
              </p14:cNvPr>
              <p14:cNvContentPartPr/>
              <p14:nvPr/>
            </p14:nvContentPartPr>
            <p14:xfrm>
              <a:off x="2535480" y="1370160"/>
              <a:ext cx="6126840" cy="3652560"/>
            </p14:xfrm>
          </p:contentPart>
        </mc:Choice>
        <mc:Fallback>
          <p:pic>
            <p:nvPicPr>
              <p:cNvPr id="2" name="Ink 1">
                <a:extLst>
                  <a:ext uri="{FF2B5EF4-FFF2-40B4-BE49-F238E27FC236}">
                    <a16:creationId xmlns:a16="http://schemas.microsoft.com/office/drawing/2014/main" id="{13C61F4B-4D00-4635-8ED6-21F27AEC4D0E}"/>
                  </a:ext>
                </a:extLst>
              </p:cNvPr>
              <p:cNvPicPr/>
              <p:nvPr/>
            </p:nvPicPr>
            <p:blipFill>
              <a:blip r:embed="rId4"/>
              <a:stretch>
                <a:fillRect/>
              </a:stretch>
            </p:blipFill>
            <p:spPr>
              <a:xfrm>
                <a:off x="2526120" y="1360800"/>
                <a:ext cx="6145560" cy="3671280"/>
              </a:xfrm>
              <a:prstGeom prst="rect">
                <a:avLst/>
              </a:prstGeom>
            </p:spPr>
          </p:pic>
        </mc:Fallback>
      </mc:AlternateContent>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27"/>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Why Deep Learning?</a:t>
            </a:r>
            <a:endParaRPr/>
          </a:p>
        </p:txBody>
      </p:sp>
      <p:sp>
        <p:nvSpPr>
          <p:cNvPr id="154" name="Google Shape;154;p2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28"/>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Why Deep Learning?</a:t>
            </a:r>
            <a:endParaRPr/>
          </a:p>
        </p:txBody>
      </p:sp>
      <p:sp>
        <p:nvSpPr>
          <p:cNvPr id="160" name="Google Shape;160;p28"/>
          <p:cNvSpPr txBox="1">
            <a:spLocks noGrp="1"/>
          </p:cNvSpPr>
          <p:nvPr>
            <p:ph type="body" idx="1"/>
          </p:nvPr>
        </p:nvSpPr>
        <p:spPr>
          <a:xfrm>
            <a:off x="311700" y="950800"/>
            <a:ext cx="8520600" cy="3963600"/>
          </a:xfrm>
          <a:prstGeom prst="rect">
            <a:avLst/>
          </a:prstGeom>
        </p:spPr>
        <p:txBody>
          <a:bodyPr spcFirstLastPara="1" wrap="square" lIns="91425" tIns="91425" rIns="91425" bIns="91425" anchor="t" anchorCtr="0">
            <a:normAutofit fontScale="92500" lnSpcReduction="10000"/>
          </a:bodyPr>
          <a:lstStyle/>
          <a:p>
            <a:pPr marL="457200" lvl="0" indent="-349250" algn="l" rtl="0">
              <a:spcBef>
                <a:spcPts val="0"/>
              </a:spcBef>
              <a:spcAft>
                <a:spcPts val="0"/>
              </a:spcAft>
              <a:buSzPts val="1900"/>
              <a:buChar char="●"/>
            </a:pPr>
            <a:r>
              <a:rPr lang="en" sz="1900">
                <a:highlight>
                  <a:schemeClr val="lt1"/>
                </a:highlight>
              </a:rPr>
              <a:t>Data and Storage</a:t>
            </a:r>
            <a:endParaRPr sz="1900">
              <a:highlight>
                <a:schemeClr val="lt1"/>
              </a:highlight>
            </a:endParaRPr>
          </a:p>
          <a:p>
            <a:pPr marL="914400" lvl="1" indent="-349250" algn="l" rtl="0">
              <a:spcBef>
                <a:spcPts val="0"/>
              </a:spcBef>
              <a:spcAft>
                <a:spcPts val="0"/>
              </a:spcAft>
              <a:buSzPts val="1900"/>
              <a:buChar char="○"/>
            </a:pPr>
            <a:r>
              <a:rPr lang="en" sz="1900">
                <a:highlight>
                  <a:schemeClr val="lt1"/>
                </a:highlight>
              </a:rPr>
              <a:t>Large amounts of data </a:t>
            </a:r>
            <a:endParaRPr sz="1900">
              <a:highlight>
                <a:schemeClr val="lt1"/>
              </a:highlight>
            </a:endParaRPr>
          </a:p>
          <a:p>
            <a:pPr marL="914400" lvl="1" indent="-349250" algn="l" rtl="0">
              <a:spcBef>
                <a:spcPts val="0"/>
              </a:spcBef>
              <a:spcAft>
                <a:spcPts val="0"/>
              </a:spcAft>
              <a:buSzPts val="1900"/>
              <a:buChar char="○"/>
            </a:pPr>
            <a:r>
              <a:rPr lang="en" sz="1900">
                <a:highlight>
                  <a:schemeClr val="lt1"/>
                </a:highlight>
              </a:rPr>
              <a:t>Lots and lots of unstructured data like images, text, audio, video</a:t>
            </a:r>
            <a:endParaRPr sz="1900">
              <a:highlight>
                <a:schemeClr val="lt1"/>
              </a:highlight>
            </a:endParaRPr>
          </a:p>
          <a:p>
            <a:pPr marL="914400" lvl="1" indent="-349250" algn="l" rtl="0">
              <a:spcBef>
                <a:spcPts val="0"/>
              </a:spcBef>
              <a:spcAft>
                <a:spcPts val="0"/>
              </a:spcAft>
              <a:buSzPts val="1900"/>
              <a:buChar char="○"/>
            </a:pPr>
            <a:r>
              <a:rPr lang="en" sz="1900">
                <a:highlight>
                  <a:schemeClr val="lt1"/>
                </a:highlight>
              </a:rPr>
              <a:t>Cheap, high-quality sensors</a:t>
            </a:r>
            <a:endParaRPr sz="1900">
              <a:highlight>
                <a:schemeClr val="lt1"/>
              </a:highlight>
            </a:endParaRPr>
          </a:p>
          <a:p>
            <a:pPr marL="914400" lvl="1" indent="-349250" algn="l" rtl="0">
              <a:spcBef>
                <a:spcPts val="0"/>
              </a:spcBef>
              <a:spcAft>
                <a:spcPts val="0"/>
              </a:spcAft>
              <a:buSzPts val="1900"/>
              <a:buChar char="○"/>
            </a:pPr>
            <a:r>
              <a:rPr lang="en" sz="1900">
                <a:highlight>
                  <a:schemeClr val="lt1"/>
                </a:highlight>
              </a:rPr>
              <a:t>Cheap data storage</a:t>
            </a:r>
            <a:endParaRPr sz="1900">
              <a:highlight>
                <a:schemeClr val="lt1"/>
              </a:highlight>
            </a:endParaRPr>
          </a:p>
          <a:p>
            <a:pPr marL="457200" lvl="0" indent="-349250" algn="l" rtl="0">
              <a:spcBef>
                <a:spcPts val="0"/>
              </a:spcBef>
              <a:spcAft>
                <a:spcPts val="0"/>
              </a:spcAft>
              <a:buSzPts val="1900"/>
              <a:buChar char="●"/>
            </a:pPr>
            <a:r>
              <a:rPr lang="en" sz="1900">
                <a:highlight>
                  <a:schemeClr val="lt1"/>
                </a:highlight>
              </a:rPr>
              <a:t>Computation </a:t>
            </a:r>
            <a:endParaRPr sz="1900">
              <a:highlight>
                <a:schemeClr val="lt1"/>
              </a:highlight>
            </a:endParaRPr>
          </a:p>
          <a:p>
            <a:pPr marL="914400" lvl="1" indent="-349250" algn="l" rtl="0">
              <a:spcBef>
                <a:spcPts val="0"/>
              </a:spcBef>
              <a:spcAft>
                <a:spcPts val="0"/>
              </a:spcAft>
              <a:buSzPts val="1900"/>
              <a:buChar char="○"/>
            </a:pPr>
            <a:r>
              <a:rPr lang="en" sz="1900">
                <a:highlight>
                  <a:schemeClr val="lt1"/>
                </a:highlight>
              </a:rPr>
              <a:t>Cheap computation - CPU, GPU, Distributed clusters</a:t>
            </a:r>
            <a:endParaRPr sz="1900">
              <a:highlight>
                <a:schemeClr val="lt1"/>
              </a:highlight>
            </a:endParaRPr>
          </a:p>
          <a:p>
            <a:pPr marL="457200" lvl="0" indent="-349250" algn="l" rtl="0">
              <a:spcBef>
                <a:spcPts val="0"/>
              </a:spcBef>
              <a:spcAft>
                <a:spcPts val="0"/>
              </a:spcAft>
              <a:buSzPts val="1900"/>
              <a:buChar char="●"/>
            </a:pPr>
            <a:r>
              <a:rPr lang="en" sz="1900">
                <a:highlight>
                  <a:schemeClr val="lt1"/>
                </a:highlight>
              </a:rPr>
              <a:t>Algorithms</a:t>
            </a:r>
            <a:endParaRPr sz="1900">
              <a:highlight>
                <a:schemeClr val="lt1"/>
              </a:highlight>
            </a:endParaRPr>
          </a:p>
          <a:p>
            <a:pPr marL="914400" lvl="1" indent="-349250" algn="l" rtl="0">
              <a:spcBef>
                <a:spcPts val="0"/>
              </a:spcBef>
              <a:spcAft>
                <a:spcPts val="0"/>
              </a:spcAft>
              <a:buSzPts val="1900"/>
              <a:buChar char="○"/>
            </a:pPr>
            <a:r>
              <a:rPr lang="en" sz="1900">
                <a:highlight>
                  <a:schemeClr val="lt1"/>
                </a:highlight>
              </a:rPr>
              <a:t>Learn by examples</a:t>
            </a:r>
            <a:endParaRPr sz="1900">
              <a:highlight>
                <a:schemeClr val="lt1"/>
              </a:highlight>
            </a:endParaRPr>
          </a:p>
          <a:p>
            <a:pPr marL="914400" lvl="1" indent="-349250" algn="l" rtl="0">
              <a:spcBef>
                <a:spcPts val="0"/>
              </a:spcBef>
              <a:spcAft>
                <a:spcPts val="0"/>
              </a:spcAft>
              <a:buSzPts val="1900"/>
              <a:buChar char="○"/>
            </a:pPr>
            <a:r>
              <a:rPr lang="en" sz="1900">
                <a:highlight>
                  <a:schemeClr val="lt1"/>
                </a:highlight>
              </a:rPr>
              <a:t>Automated feature generation</a:t>
            </a:r>
            <a:endParaRPr sz="1900">
              <a:highlight>
                <a:schemeClr val="lt1"/>
              </a:highlight>
            </a:endParaRPr>
          </a:p>
          <a:p>
            <a:pPr marL="914400" lvl="1" indent="-349250" algn="l" rtl="0">
              <a:spcBef>
                <a:spcPts val="0"/>
              </a:spcBef>
              <a:spcAft>
                <a:spcPts val="0"/>
              </a:spcAft>
              <a:buSzPts val="1900"/>
              <a:buChar char="○"/>
            </a:pPr>
            <a:r>
              <a:rPr lang="en" sz="1900">
                <a:highlight>
                  <a:schemeClr val="lt1"/>
                </a:highlight>
              </a:rPr>
              <a:t>Better learning capabilities</a:t>
            </a:r>
            <a:endParaRPr sz="1900">
              <a:highlight>
                <a:schemeClr val="lt1"/>
              </a:highlight>
            </a:endParaRPr>
          </a:p>
          <a:p>
            <a:pPr marL="914400" lvl="1" indent="-349250" algn="l" rtl="0">
              <a:spcBef>
                <a:spcPts val="0"/>
              </a:spcBef>
              <a:spcAft>
                <a:spcPts val="0"/>
              </a:spcAft>
              <a:buSzPts val="1900"/>
              <a:buChar char="○"/>
            </a:pPr>
            <a:r>
              <a:rPr lang="en" sz="1900">
                <a:highlight>
                  <a:schemeClr val="lt1"/>
                </a:highlight>
              </a:rPr>
              <a:t>Scalability</a:t>
            </a:r>
            <a:endParaRPr sz="1900">
              <a:highlight>
                <a:schemeClr val="lt1"/>
              </a:highlight>
            </a:endParaRPr>
          </a:p>
          <a:p>
            <a:pPr marL="914400" lvl="1" indent="-349250" algn="l" rtl="0">
              <a:spcBef>
                <a:spcPts val="0"/>
              </a:spcBef>
              <a:spcAft>
                <a:spcPts val="0"/>
              </a:spcAft>
              <a:buSzPts val="1900"/>
              <a:buChar char="○"/>
            </a:pPr>
            <a:r>
              <a:rPr lang="en" sz="1900">
                <a:highlight>
                  <a:schemeClr val="lt1"/>
                </a:highlight>
              </a:rPr>
              <a:t>Advance analytics can be applied</a:t>
            </a:r>
            <a:endParaRPr sz="1900">
              <a:highlight>
                <a:schemeClr val="lt1"/>
              </a:highlight>
            </a:endParaRPr>
          </a:p>
        </p:txBody>
      </p:sp>
      <p:sp>
        <p:nvSpPr>
          <p:cNvPr id="161" name="Google Shape;161;p28"/>
          <p:cNvSpPr txBox="1">
            <a:spLocks noGrp="1"/>
          </p:cNvSpPr>
          <p:nvPr>
            <p:ph type="sldNum" idx="12"/>
          </p:nvPr>
        </p:nvSpPr>
        <p:spPr>
          <a:xfrm>
            <a:off x="8595300" y="4770774"/>
            <a:ext cx="548700" cy="310800"/>
          </a:xfrm>
          <a:prstGeom prst="rect">
            <a:avLst/>
          </a:prstGeom>
        </p:spPr>
        <p:txBody>
          <a:bodyPr spcFirstLastPara="1" wrap="square" lIns="91425" tIns="91425" rIns="91425" bIns="91425" anchor="ctr" anchorCtr="0">
            <a:normAutofit fontScale="92500" lnSpcReduction="10000"/>
          </a:bodyPr>
          <a:lstStyle/>
          <a:p>
            <a:pPr marL="0" lvl="0" indent="0" algn="r" rtl="0">
              <a:spcBef>
                <a:spcPts val="0"/>
              </a:spcBef>
              <a:spcAft>
                <a:spcPts val="0"/>
              </a:spcAft>
              <a:buNone/>
            </a:pPr>
            <a:fld id="{00000000-1234-1234-1234-123412341234}" type="slidenum">
              <a:rPr lang="en"/>
              <a:t>16</a:t>
            </a:fld>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DC1820BA-A121-405D-A38D-8388D2C256EA}"/>
                  </a:ext>
                </a:extLst>
              </p14:cNvPr>
              <p14:cNvContentPartPr/>
              <p14:nvPr/>
            </p14:nvContentPartPr>
            <p14:xfrm>
              <a:off x="1287000" y="627120"/>
              <a:ext cx="7427880" cy="4408920"/>
            </p14:xfrm>
          </p:contentPart>
        </mc:Choice>
        <mc:Fallback>
          <p:pic>
            <p:nvPicPr>
              <p:cNvPr id="2" name="Ink 1">
                <a:extLst>
                  <a:ext uri="{FF2B5EF4-FFF2-40B4-BE49-F238E27FC236}">
                    <a16:creationId xmlns:a16="http://schemas.microsoft.com/office/drawing/2014/main" id="{DC1820BA-A121-405D-A38D-8388D2C256EA}"/>
                  </a:ext>
                </a:extLst>
              </p:cNvPr>
              <p:cNvPicPr/>
              <p:nvPr/>
            </p:nvPicPr>
            <p:blipFill>
              <a:blip r:embed="rId4"/>
              <a:stretch>
                <a:fillRect/>
              </a:stretch>
            </p:blipFill>
            <p:spPr>
              <a:xfrm>
                <a:off x="1277640" y="617760"/>
                <a:ext cx="7446600" cy="4427640"/>
              </a:xfrm>
              <a:prstGeom prst="rect">
                <a:avLst/>
              </a:prstGeom>
            </p:spPr>
          </p:pic>
        </mc:Fallback>
      </mc:AlternateContent>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29"/>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Why deep learning?</a:t>
            </a:r>
            <a:endParaRPr/>
          </a:p>
        </p:txBody>
      </p:sp>
      <p:pic>
        <p:nvPicPr>
          <p:cNvPr id="167" name="Google Shape;167;p29"/>
          <p:cNvPicPr preferRelativeResize="0"/>
          <p:nvPr/>
        </p:nvPicPr>
        <p:blipFill>
          <a:blip r:embed="rId3">
            <a:alphaModFix/>
          </a:blip>
          <a:stretch>
            <a:fillRect/>
          </a:stretch>
        </p:blipFill>
        <p:spPr>
          <a:xfrm>
            <a:off x="311700" y="857225"/>
            <a:ext cx="8115350" cy="4157725"/>
          </a:xfrm>
          <a:prstGeom prst="rect">
            <a:avLst/>
          </a:prstGeom>
          <a:noFill/>
          <a:ln>
            <a:noFill/>
          </a:ln>
        </p:spPr>
      </p:pic>
      <p:sp>
        <p:nvSpPr>
          <p:cNvPr id="168" name="Google Shape;168;p29"/>
          <p:cNvSpPr txBox="1">
            <a:spLocks noGrp="1"/>
          </p:cNvSpPr>
          <p:nvPr>
            <p:ph type="sldNum" idx="12"/>
          </p:nvPr>
        </p:nvSpPr>
        <p:spPr>
          <a:xfrm>
            <a:off x="8595300" y="4770774"/>
            <a:ext cx="548700" cy="310800"/>
          </a:xfrm>
          <a:prstGeom prst="rect">
            <a:avLst/>
          </a:prstGeom>
        </p:spPr>
        <p:txBody>
          <a:bodyPr spcFirstLastPara="1" wrap="square" lIns="91425" tIns="91425" rIns="91425" bIns="91425" anchor="ctr" anchorCtr="0">
            <a:normAutofit fontScale="92500" lnSpcReduction="10000"/>
          </a:bodyPr>
          <a:lstStyle/>
          <a:p>
            <a:pPr marL="0" lvl="0" indent="0" algn="r" rtl="0">
              <a:spcBef>
                <a:spcPts val="0"/>
              </a:spcBef>
              <a:spcAft>
                <a:spcPts val="0"/>
              </a:spcAft>
              <a:buNone/>
            </a:pPr>
            <a:fld id="{00000000-1234-1234-1234-123412341234}" type="slidenum">
              <a:rPr lang="en"/>
              <a:t>17</a:t>
            </a:fld>
            <a:endParaRPr/>
          </a:p>
        </p:txBody>
      </p:sp>
      <p:sp>
        <p:nvSpPr>
          <p:cNvPr id="169" name="Google Shape;169;p29"/>
          <p:cNvSpPr txBox="1">
            <a:spLocks noGrp="1"/>
          </p:cNvSpPr>
          <p:nvPr>
            <p:ph type="body" idx="1"/>
          </p:nvPr>
        </p:nvSpPr>
        <p:spPr>
          <a:xfrm>
            <a:off x="311700" y="950800"/>
            <a:ext cx="8520600" cy="39636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3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18</a:t>
            </a:fld>
            <a:endParaRPr/>
          </a:p>
        </p:txBody>
      </p:sp>
      <p:pic>
        <p:nvPicPr>
          <p:cNvPr id="175" name="Google Shape;175;p30"/>
          <p:cNvPicPr preferRelativeResize="0"/>
          <p:nvPr/>
        </p:nvPicPr>
        <p:blipFill>
          <a:blip r:embed="rId3">
            <a:alphaModFix/>
          </a:blip>
          <a:stretch>
            <a:fillRect/>
          </a:stretch>
        </p:blipFill>
        <p:spPr>
          <a:xfrm>
            <a:off x="152400" y="1536225"/>
            <a:ext cx="8839200" cy="2491549"/>
          </a:xfrm>
          <a:prstGeom prst="rect">
            <a:avLst/>
          </a:prstGeom>
          <a:noFill/>
          <a:ln>
            <a:noFill/>
          </a:ln>
        </p:spPr>
      </p:pic>
      <p:sp>
        <p:nvSpPr>
          <p:cNvPr id="176" name="Google Shape;176;p30"/>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solidFill>
                  <a:schemeClr val="lt1"/>
                </a:solidFill>
              </a:rPr>
              <a:t>Deep Learning Timeline</a:t>
            </a:r>
            <a:endParaRPr>
              <a:solidFill>
                <a:schemeClr val="lt1"/>
              </a:solidFill>
            </a:endParaRPr>
          </a:p>
        </p:txBody>
      </p:sp>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AD110613-E0DF-4892-A802-1F065C92A8DF}"/>
                  </a:ext>
                </a:extLst>
              </p14:cNvPr>
              <p14:cNvContentPartPr/>
              <p14:nvPr/>
            </p14:nvContentPartPr>
            <p14:xfrm>
              <a:off x="2177640" y="869040"/>
              <a:ext cx="6289200" cy="4073400"/>
            </p14:xfrm>
          </p:contentPart>
        </mc:Choice>
        <mc:Fallback>
          <p:pic>
            <p:nvPicPr>
              <p:cNvPr id="2" name="Ink 1">
                <a:extLst>
                  <a:ext uri="{FF2B5EF4-FFF2-40B4-BE49-F238E27FC236}">
                    <a16:creationId xmlns:a16="http://schemas.microsoft.com/office/drawing/2014/main" id="{AD110613-E0DF-4892-A802-1F065C92A8DF}"/>
                  </a:ext>
                </a:extLst>
              </p:cNvPr>
              <p:cNvPicPr/>
              <p:nvPr/>
            </p:nvPicPr>
            <p:blipFill>
              <a:blip r:embed="rId5"/>
              <a:stretch>
                <a:fillRect/>
              </a:stretch>
            </p:blipFill>
            <p:spPr>
              <a:xfrm>
                <a:off x="2168280" y="859680"/>
                <a:ext cx="6307920" cy="4092120"/>
              </a:xfrm>
              <a:prstGeom prst="rect">
                <a:avLst/>
              </a:prstGeom>
            </p:spPr>
          </p:pic>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31"/>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Applications of Deep Learning</a:t>
            </a:r>
            <a:endParaRPr/>
          </a:p>
        </p:txBody>
      </p:sp>
      <p:sp>
        <p:nvSpPr>
          <p:cNvPr id="182" name="Google Shape;182;p3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32"/>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Breakthroughs with Neural Networks</a:t>
            </a:r>
            <a:endParaRPr/>
          </a:p>
        </p:txBody>
      </p:sp>
      <p:pic>
        <p:nvPicPr>
          <p:cNvPr id="188" name="Google Shape;188;p32"/>
          <p:cNvPicPr preferRelativeResize="0"/>
          <p:nvPr/>
        </p:nvPicPr>
        <p:blipFill>
          <a:blip r:embed="rId3">
            <a:alphaModFix/>
          </a:blip>
          <a:stretch>
            <a:fillRect/>
          </a:stretch>
        </p:blipFill>
        <p:spPr>
          <a:xfrm>
            <a:off x="1250613" y="715150"/>
            <a:ext cx="6642774" cy="4162350"/>
          </a:xfrm>
          <a:prstGeom prst="rect">
            <a:avLst/>
          </a:prstGeom>
          <a:noFill/>
          <a:ln>
            <a:noFill/>
          </a:ln>
        </p:spPr>
      </p:pic>
      <p:sp>
        <p:nvSpPr>
          <p:cNvPr id="189" name="Google Shape;189;p32"/>
          <p:cNvSpPr txBox="1">
            <a:spLocks noGrp="1"/>
          </p:cNvSpPr>
          <p:nvPr>
            <p:ph type="sldNum" idx="12"/>
          </p:nvPr>
        </p:nvSpPr>
        <p:spPr>
          <a:xfrm>
            <a:off x="8582447" y="4688960"/>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20</a:t>
            </a:fld>
            <a:endParaRPr/>
          </a:p>
        </p:txBody>
      </p:sp>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F5F5D3E5-6247-433B-AE76-F568945C0DBB}"/>
                  </a:ext>
                </a:extLst>
              </p14:cNvPr>
              <p14:cNvContentPartPr/>
              <p14:nvPr/>
            </p14:nvContentPartPr>
            <p14:xfrm>
              <a:off x="1666440" y="1874520"/>
              <a:ext cx="381240" cy="246240"/>
            </p14:xfrm>
          </p:contentPart>
        </mc:Choice>
        <mc:Fallback>
          <p:pic>
            <p:nvPicPr>
              <p:cNvPr id="2" name="Ink 1">
                <a:extLst>
                  <a:ext uri="{FF2B5EF4-FFF2-40B4-BE49-F238E27FC236}">
                    <a16:creationId xmlns:a16="http://schemas.microsoft.com/office/drawing/2014/main" id="{F5F5D3E5-6247-433B-AE76-F568945C0DBB}"/>
                  </a:ext>
                </a:extLst>
              </p:cNvPr>
              <p:cNvPicPr/>
              <p:nvPr/>
            </p:nvPicPr>
            <p:blipFill>
              <a:blip r:embed="rId5"/>
              <a:stretch>
                <a:fillRect/>
              </a:stretch>
            </p:blipFill>
            <p:spPr>
              <a:xfrm>
                <a:off x="1657080" y="1865160"/>
                <a:ext cx="399960" cy="264960"/>
              </a:xfrm>
              <a:prstGeom prst="rect">
                <a:avLst/>
              </a:prstGeom>
            </p:spPr>
          </p:pic>
        </mc:Fallback>
      </mc:AlternateContent>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pic>
        <p:nvPicPr>
          <p:cNvPr id="194" name="Google Shape;194;p33"/>
          <p:cNvPicPr preferRelativeResize="0"/>
          <p:nvPr/>
        </p:nvPicPr>
        <p:blipFill>
          <a:blip r:embed="rId3">
            <a:alphaModFix/>
          </a:blip>
          <a:stretch>
            <a:fillRect/>
          </a:stretch>
        </p:blipFill>
        <p:spPr>
          <a:xfrm>
            <a:off x="311700" y="980875"/>
            <a:ext cx="8392675" cy="3970100"/>
          </a:xfrm>
          <a:prstGeom prst="rect">
            <a:avLst/>
          </a:prstGeom>
          <a:noFill/>
          <a:ln>
            <a:noFill/>
          </a:ln>
        </p:spPr>
      </p:pic>
      <p:sp>
        <p:nvSpPr>
          <p:cNvPr id="195" name="Google Shape;195;p33"/>
          <p:cNvSpPr txBox="1">
            <a:spLocks noGrp="1"/>
          </p:cNvSpPr>
          <p:nvPr>
            <p:ph type="sldNum" idx="12"/>
          </p:nvPr>
        </p:nvSpPr>
        <p:spPr>
          <a:xfrm>
            <a:off x="8582447" y="4688960"/>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21</a:t>
            </a:fld>
            <a:endParaRPr/>
          </a:p>
        </p:txBody>
      </p:sp>
      <p:sp>
        <p:nvSpPr>
          <p:cNvPr id="196" name="Google Shape;196;p33"/>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Breakthroughs with Neural Networks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pic>
        <p:nvPicPr>
          <p:cNvPr id="201" name="Google Shape;201;p34"/>
          <p:cNvPicPr preferRelativeResize="0"/>
          <p:nvPr/>
        </p:nvPicPr>
        <p:blipFill>
          <a:blip r:embed="rId3">
            <a:alphaModFix/>
          </a:blip>
          <a:stretch>
            <a:fillRect/>
          </a:stretch>
        </p:blipFill>
        <p:spPr>
          <a:xfrm>
            <a:off x="1521900" y="775100"/>
            <a:ext cx="6100191" cy="4140300"/>
          </a:xfrm>
          <a:prstGeom prst="rect">
            <a:avLst/>
          </a:prstGeom>
          <a:noFill/>
          <a:ln>
            <a:noFill/>
          </a:ln>
        </p:spPr>
      </p:pic>
      <p:sp>
        <p:nvSpPr>
          <p:cNvPr id="202" name="Google Shape;202;p34"/>
          <p:cNvSpPr txBox="1">
            <a:spLocks noGrp="1"/>
          </p:cNvSpPr>
          <p:nvPr>
            <p:ph type="sldNum" idx="12"/>
          </p:nvPr>
        </p:nvSpPr>
        <p:spPr>
          <a:xfrm>
            <a:off x="8582447" y="4688960"/>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22</a:t>
            </a:fld>
            <a:endParaRPr/>
          </a:p>
        </p:txBody>
      </p:sp>
      <p:sp>
        <p:nvSpPr>
          <p:cNvPr id="203" name="Google Shape;203;p34"/>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Breakthroughs with Neural Networks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pic>
        <p:nvPicPr>
          <p:cNvPr id="208" name="Google Shape;208;p35"/>
          <p:cNvPicPr preferRelativeResize="0"/>
          <p:nvPr/>
        </p:nvPicPr>
        <p:blipFill>
          <a:blip r:embed="rId3">
            <a:alphaModFix/>
          </a:blip>
          <a:stretch>
            <a:fillRect/>
          </a:stretch>
        </p:blipFill>
        <p:spPr>
          <a:xfrm>
            <a:off x="947175" y="967950"/>
            <a:ext cx="7049825" cy="3944451"/>
          </a:xfrm>
          <a:prstGeom prst="rect">
            <a:avLst/>
          </a:prstGeom>
          <a:noFill/>
          <a:ln>
            <a:noFill/>
          </a:ln>
        </p:spPr>
      </p:pic>
      <p:sp>
        <p:nvSpPr>
          <p:cNvPr id="209" name="Google Shape;209;p35"/>
          <p:cNvSpPr txBox="1">
            <a:spLocks noGrp="1"/>
          </p:cNvSpPr>
          <p:nvPr>
            <p:ph type="sldNum" idx="12"/>
          </p:nvPr>
        </p:nvSpPr>
        <p:spPr>
          <a:xfrm>
            <a:off x="8582447" y="4688960"/>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23</a:t>
            </a:fld>
            <a:endParaRPr/>
          </a:p>
        </p:txBody>
      </p:sp>
      <p:sp>
        <p:nvSpPr>
          <p:cNvPr id="210" name="Google Shape;210;p35"/>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Breakthroughs with Neural Networks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pic>
        <p:nvPicPr>
          <p:cNvPr id="215" name="Google Shape;215;p36"/>
          <p:cNvPicPr preferRelativeResize="0"/>
          <p:nvPr/>
        </p:nvPicPr>
        <p:blipFill>
          <a:blip r:embed="rId3">
            <a:alphaModFix/>
          </a:blip>
          <a:stretch>
            <a:fillRect/>
          </a:stretch>
        </p:blipFill>
        <p:spPr>
          <a:xfrm>
            <a:off x="1484700" y="715150"/>
            <a:ext cx="6174601" cy="4342675"/>
          </a:xfrm>
          <a:prstGeom prst="rect">
            <a:avLst/>
          </a:prstGeom>
          <a:noFill/>
          <a:ln>
            <a:noFill/>
          </a:ln>
        </p:spPr>
      </p:pic>
      <p:sp>
        <p:nvSpPr>
          <p:cNvPr id="216" name="Google Shape;216;p36"/>
          <p:cNvSpPr txBox="1">
            <a:spLocks noGrp="1"/>
          </p:cNvSpPr>
          <p:nvPr>
            <p:ph type="sldNum" idx="12"/>
          </p:nvPr>
        </p:nvSpPr>
        <p:spPr>
          <a:xfrm>
            <a:off x="8582447" y="4688960"/>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24</a:t>
            </a:fld>
            <a:endParaRPr/>
          </a:p>
        </p:txBody>
      </p:sp>
      <p:sp>
        <p:nvSpPr>
          <p:cNvPr id="217" name="Google Shape;217;p36"/>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Breakthroughs with Neural Networks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pic>
        <p:nvPicPr>
          <p:cNvPr id="222" name="Google Shape;222;p37"/>
          <p:cNvPicPr preferRelativeResize="0"/>
          <p:nvPr/>
        </p:nvPicPr>
        <p:blipFill>
          <a:blip r:embed="rId3">
            <a:alphaModFix/>
          </a:blip>
          <a:stretch>
            <a:fillRect/>
          </a:stretch>
        </p:blipFill>
        <p:spPr>
          <a:xfrm>
            <a:off x="1146850" y="978225"/>
            <a:ext cx="7325600" cy="3868024"/>
          </a:xfrm>
          <a:prstGeom prst="rect">
            <a:avLst/>
          </a:prstGeom>
          <a:noFill/>
          <a:ln>
            <a:noFill/>
          </a:ln>
        </p:spPr>
      </p:pic>
      <p:sp>
        <p:nvSpPr>
          <p:cNvPr id="223" name="Google Shape;223;p37"/>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solidFill>
                  <a:schemeClr val="lt1"/>
                </a:solidFill>
              </a:rPr>
              <a:t>Breakthroughs with Neural Networks</a:t>
            </a:r>
            <a:endParaRPr>
              <a:solidFill>
                <a:schemeClr val="lt1"/>
              </a:solidFill>
            </a:endParaRPr>
          </a:p>
        </p:txBody>
      </p:sp>
      <p:sp>
        <p:nvSpPr>
          <p:cNvPr id="224" name="Google Shape;224;p37"/>
          <p:cNvSpPr txBox="1">
            <a:spLocks noGrp="1"/>
          </p:cNvSpPr>
          <p:nvPr>
            <p:ph type="sldNum" idx="12"/>
          </p:nvPr>
        </p:nvSpPr>
        <p:spPr>
          <a:xfrm>
            <a:off x="8582447" y="4688960"/>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25</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38"/>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Applications of Deep Learning</a:t>
            </a:r>
            <a:endParaRPr/>
          </a:p>
        </p:txBody>
      </p:sp>
      <p:pic>
        <p:nvPicPr>
          <p:cNvPr id="230" name="Google Shape;230;p38"/>
          <p:cNvPicPr preferRelativeResize="0"/>
          <p:nvPr/>
        </p:nvPicPr>
        <p:blipFill>
          <a:blip r:embed="rId3">
            <a:alphaModFix/>
          </a:blip>
          <a:stretch>
            <a:fillRect/>
          </a:stretch>
        </p:blipFill>
        <p:spPr>
          <a:xfrm>
            <a:off x="152400" y="1172350"/>
            <a:ext cx="8582025" cy="3181350"/>
          </a:xfrm>
          <a:prstGeom prst="rect">
            <a:avLst/>
          </a:prstGeom>
          <a:noFill/>
          <a:ln>
            <a:noFill/>
          </a:ln>
        </p:spPr>
      </p:pic>
      <p:sp>
        <p:nvSpPr>
          <p:cNvPr id="231" name="Google Shape;231;p38"/>
          <p:cNvSpPr txBox="1">
            <a:spLocks noGrp="1"/>
          </p:cNvSpPr>
          <p:nvPr>
            <p:ph type="sldNum" idx="12"/>
          </p:nvPr>
        </p:nvSpPr>
        <p:spPr>
          <a:xfrm>
            <a:off x="8582447" y="4688960"/>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26</a:t>
            </a:fld>
            <a:endParaRPr/>
          </a:p>
        </p:txBody>
      </p:sp>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8FE3DC4B-0373-4F04-9722-F33B540E9F95}"/>
                  </a:ext>
                </a:extLst>
              </p14:cNvPr>
              <p14:cNvContentPartPr/>
              <p14:nvPr/>
            </p14:nvContentPartPr>
            <p14:xfrm>
              <a:off x="322560" y="861120"/>
              <a:ext cx="8625240" cy="4115520"/>
            </p14:xfrm>
          </p:contentPart>
        </mc:Choice>
        <mc:Fallback>
          <p:pic>
            <p:nvPicPr>
              <p:cNvPr id="2" name="Ink 1">
                <a:extLst>
                  <a:ext uri="{FF2B5EF4-FFF2-40B4-BE49-F238E27FC236}">
                    <a16:creationId xmlns:a16="http://schemas.microsoft.com/office/drawing/2014/main" id="{8FE3DC4B-0373-4F04-9722-F33B540E9F95}"/>
                  </a:ext>
                </a:extLst>
              </p:cNvPr>
              <p:cNvPicPr/>
              <p:nvPr/>
            </p:nvPicPr>
            <p:blipFill>
              <a:blip r:embed="rId5"/>
              <a:stretch>
                <a:fillRect/>
              </a:stretch>
            </p:blipFill>
            <p:spPr>
              <a:xfrm>
                <a:off x="313200" y="851760"/>
                <a:ext cx="8643960" cy="4134240"/>
              </a:xfrm>
              <a:prstGeom prst="rect">
                <a:avLst/>
              </a:prstGeom>
            </p:spPr>
          </p:pic>
        </mc:Fallback>
      </mc:AlternateContent>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39"/>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Many more applications….</a:t>
            </a:r>
            <a:endParaRPr/>
          </a:p>
        </p:txBody>
      </p:sp>
      <p:sp>
        <p:nvSpPr>
          <p:cNvPr id="237" name="Google Shape;237;p39"/>
          <p:cNvSpPr txBox="1">
            <a:spLocks noGrp="1"/>
          </p:cNvSpPr>
          <p:nvPr>
            <p:ph type="body" idx="1"/>
          </p:nvPr>
        </p:nvSpPr>
        <p:spPr>
          <a:xfrm>
            <a:off x="311700" y="950800"/>
            <a:ext cx="8520600" cy="3963600"/>
          </a:xfrm>
          <a:prstGeom prst="rect">
            <a:avLst/>
          </a:prstGeom>
        </p:spPr>
        <p:txBody>
          <a:bodyPr spcFirstLastPara="1" wrap="square" lIns="91425" tIns="91425" rIns="91425" bIns="91425" anchor="t" anchorCtr="0">
            <a:noAutofit/>
          </a:bodyPr>
          <a:lstStyle/>
          <a:p>
            <a:pPr marL="457200" lvl="0" indent="-355600" algn="l" rtl="0">
              <a:lnSpc>
                <a:spcPct val="100000"/>
              </a:lnSpc>
              <a:spcBef>
                <a:spcPts val="0"/>
              </a:spcBef>
              <a:spcAft>
                <a:spcPts val="0"/>
              </a:spcAft>
              <a:buSzPts val="2000"/>
              <a:buChar char="●"/>
            </a:pPr>
            <a:r>
              <a:rPr lang="en"/>
              <a:t>Predict tomorrowʼs weather given geographic information, satellite images, and a trailing window of past weather.</a:t>
            </a:r>
            <a:endParaRPr/>
          </a:p>
          <a:p>
            <a:pPr marL="457200" lvl="0" indent="-355600" algn="l" rtl="0">
              <a:lnSpc>
                <a:spcPct val="100000"/>
              </a:lnSpc>
              <a:spcBef>
                <a:spcPts val="0"/>
              </a:spcBef>
              <a:spcAft>
                <a:spcPts val="0"/>
              </a:spcAft>
              <a:buSzPts val="2000"/>
              <a:buChar char="●"/>
            </a:pPr>
            <a:r>
              <a:rPr lang="en"/>
              <a:t>Takes in a question, expressed in free-form text, and answers it correctly. (Q&amp;A)</a:t>
            </a:r>
            <a:endParaRPr/>
          </a:p>
          <a:p>
            <a:pPr marL="457200" lvl="0" indent="-355600" algn="l" rtl="0">
              <a:lnSpc>
                <a:spcPct val="100000"/>
              </a:lnSpc>
              <a:spcBef>
                <a:spcPts val="0"/>
              </a:spcBef>
              <a:spcAft>
                <a:spcPts val="0"/>
              </a:spcAft>
              <a:buSzPts val="2000"/>
              <a:buChar char="●"/>
            </a:pPr>
            <a:r>
              <a:rPr lang="en"/>
              <a:t>Takes in an image and identify all the people it contains, drawing outlines around each. (Object detection)</a:t>
            </a:r>
            <a:endParaRPr/>
          </a:p>
          <a:p>
            <a:pPr marL="457200" lvl="0" indent="-355600" algn="l" rtl="0">
              <a:lnSpc>
                <a:spcPct val="100000"/>
              </a:lnSpc>
              <a:spcBef>
                <a:spcPts val="0"/>
              </a:spcBef>
              <a:spcAft>
                <a:spcPts val="0"/>
              </a:spcAft>
              <a:buSzPts val="2000"/>
              <a:buChar char="●"/>
            </a:pPr>
            <a:r>
              <a:rPr lang="en"/>
              <a:t>Presents users with products that they are likely to enjoy but unlikely, in the natural course of browsing, to encounter. (Recommendation systems)</a:t>
            </a:r>
            <a:endParaRPr/>
          </a:p>
          <a:p>
            <a:pPr marL="457200" lvl="0" indent="0" algn="l" rtl="0">
              <a:lnSpc>
                <a:spcPct val="100000"/>
              </a:lnSpc>
              <a:spcBef>
                <a:spcPts val="0"/>
              </a:spcBef>
              <a:spcAft>
                <a:spcPts val="0"/>
              </a:spcAft>
              <a:buNone/>
            </a:pPr>
            <a:endParaRPr/>
          </a:p>
        </p:txBody>
      </p:sp>
      <p:sp>
        <p:nvSpPr>
          <p:cNvPr id="238" name="Google Shape;238;p39"/>
          <p:cNvSpPr txBox="1">
            <a:spLocks noGrp="1"/>
          </p:cNvSpPr>
          <p:nvPr>
            <p:ph type="sldNum" idx="12"/>
          </p:nvPr>
        </p:nvSpPr>
        <p:spPr>
          <a:xfrm>
            <a:off x="8595300" y="4770774"/>
            <a:ext cx="548700" cy="310800"/>
          </a:xfrm>
          <a:prstGeom prst="rect">
            <a:avLst/>
          </a:prstGeom>
        </p:spPr>
        <p:txBody>
          <a:bodyPr spcFirstLastPara="1" wrap="square" lIns="91425" tIns="91425" rIns="91425" bIns="91425" anchor="ctr" anchorCtr="0">
            <a:normAutofit fontScale="92500" lnSpcReduction="10000"/>
          </a:bodyPr>
          <a:lstStyle/>
          <a:p>
            <a:pPr marL="0" lvl="0" indent="0" algn="r" rtl="0">
              <a:spcBef>
                <a:spcPts val="0"/>
              </a:spcBef>
              <a:spcAft>
                <a:spcPts val="0"/>
              </a:spcAft>
              <a:buNone/>
            </a:pPr>
            <a:fld id="{00000000-1234-1234-1234-123412341234}" type="slidenum">
              <a:rPr lang="en"/>
              <a:t>27</a:t>
            </a:fld>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DCE04BDA-3B2D-408F-A861-86DEB108A1FD}"/>
                  </a:ext>
                </a:extLst>
              </p14:cNvPr>
              <p14:cNvContentPartPr/>
              <p14:nvPr/>
            </p14:nvContentPartPr>
            <p14:xfrm>
              <a:off x="1910880" y="1306800"/>
              <a:ext cx="4536000" cy="2347560"/>
            </p14:xfrm>
          </p:contentPart>
        </mc:Choice>
        <mc:Fallback>
          <p:pic>
            <p:nvPicPr>
              <p:cNvPr id="2" name="Ink 1">
                <a:extLst>
                  <a:ext uri="{FF2B5EF4-FFF2-40B4-BE49-F238E27FC236}">
                    <a16:creationId xmlns:a16="http://schemas.microsoft.com/office/drawing/2014/main" id="{DCE04BDA-3B2D-408F-A861-86DEB108A1FD}"/>
                  </a:ext>
                </a:extLst>
              </p:cNvPr>
              <p:cNvPicPr/>
              <p:nvPr/>
            </p:nvPicPr>
            <p:blipFill>
              <a:blip r:embed="rId4"/>
              <a:stretch>
                <a:fillRect/>
              </a:stretch>
            </p:blipFill>
            <p:spPr>
              <a:xfrm>
                <a:off x="1901520" y="1297440"/>
                <a:ext cx="4554720" cy="2366280"/>
              </a:xfrm>
              <a:prstGeom prst="rect">
                <a:avLst/>
              </a:prstGeom>
            </p:spPr>
          </p:pic>
        </mc:Fallback>
      </mc:AlternateContent>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40"/>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Key components of DL problem</a:t>
            </a:r>
            <a:endParaRPr/>
          </a:p>
        </p:txBody>
      </p:sp>
      <p:sp>
        <p:nvSpPr>
          <p:cNvPr id="244" name="Google Shape;244;p4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28</a:t>
            </a:fld>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12EF4ECC-5A3F-4766-BD90-5E2AB93CB3B3}"/>
                  </a:ext>
                </a:extLst>
              </p14:cNvPr>
              <p14:cNvContentPartPr/>
              <p14:nvPr/>
            </p14:nvContentPartPr>
            <p14:xfrm>
              <a:off x="500040" y="502200"/>
              <a:ext cx="8475480" cy="4430160"/>
            </p14:xfrm>
          </p:contentPart>
        </mc:Choice>
        <mc:Fallback>
          <p:pic>
            <p:nvPicPr>
              <p:cNvPr id="2" name="Ink 1">
                <a:extLst>
                  <a:ext uri="{FF2B5EF4-FFF2-40B4-BE49-F238E27FC236}">
                    <a16:creationId xmlns:a16="http://schemas.microsoft.com/office/drawing/2014/main" id="{12EF4ECC-5A3F-4766-BD90-5E2AB93CB3B3}"/>
                  </a:ext>
                </a:extLst>
              </p:cNvPr>
              <p:cNvPicPr/>
              <p:nvPr/>
            </p:nvPicPr>
            <p:blipFill>
              <a:blip r:embed="rId4"/>
              <a:stretch>
                <a:fillRect/>
              </a:stretch>
            </p:blipFill>
            <p:spPr>
              <a:xfrm>
                <a:off x="490680" y="492840"/>
                <a:ext cx="8494200" cy="4448880"/>
              </a:xfrm>
              <a:prstGeom prst="rect">
                <a:avLst/>
              </a:prstGeom>
            </p:spPr>
          </p:pic>
        </mc:Fallback>
      </mc:AlternateContent>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41"/>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Core components of DL problem</a:t>
            </a:r>
            <a:endParaRPr/>
          </a:p>
        </p:txBody>
      </p:sp>
      <p:sp>
        <p:nvSpPr>
          <p:cNvPr id="250" name="Google Shape;250;p41"/>
          <p:cNvSpPr txBox="1">
            <a:spLocks noGrp="1"/>
          </p:cNvSpPr>
          <p:nvPr>
            <p:ph type="body" idx="1"/>
          </p:nvPr>
        </p:nvSpPr>
        <p:spPr>
          <a:xfrm>
            <a:off x="311700" y="950800"/>
            <a:ext cx="8520600" cy="3963600"/>
          </a:xfrm>
          <a:prstGeom prst="rect">
            <a:avLst/>
          </a:prstGeom>
        </p:spPr>
        <p:txBody>
          <a:bodyPr spcFirstLastPara="1" wrap="square" lIns="91425" tIns="91425" rIns="91425" bIns="91425" anchor="t" anchorCtr="0">
            <a:normAutofit/>
          </a:bodyPr>
          <a:lstStyle/>
          <a:p>
            <a:pPr marL="457200" lvl="0" indent="-355600" algn="l" rtl="0">
              <a:spcBef>
                <a:spcPts val="0"/>
              </a:spcBef>
              <a:spcAft>
                <a:spcPts val="0"/>
              </a:spcAft>
              <a:buSzPts val="2000"/>
              <a:buAutoNum type="arabicPeriod"/>
            </a:pPr>
            <a:r>
              <a:rPr lang="en"/>
              <a:t>The </a:t>
            </a:r>
            <a:r>
              <a:rPr lang="en">
                <a:highlight>
                  <a:schemeClr val="accent6"/>
                </a:highlight>
              </a:rPr>
              <a:t>data</a:t>
            </a:r>
            <a:r>
              <a:rPr lang="en"/>
              <a:t> that we can learn from.</a:t>
            </a:r>
            <a:endParaRPr/>
          </a:p>
          <a:p>
            <a:pPr marL="457200" lvl="0" indent="-355600" algn="l" rtl="0">
              <a:spcBef>
                <a:spcPts val="0"/>
              </a:spcBef>
              <a:spcAft>
                <a:spcPts val="0"/>
              </a:spcAft>
              <a:buSzPts val="2000"/>
              <a:buAutoNum type="arabicPeriod"/>
            </a:pPr>
            <a:r>
              <a:rPr lang="en"/>
              <a:t>A </a:t>
            </a:r>
            <a:r>
              <a:rPr lang="en">
                <a:highlight>
                  <a:schemeClr val="accent6"/>
                </a:highlight>
              </a:rPr>
              <a:t>model</a:t>
            </a:r>
            <a:r>
              <a:rPr lang="en"/>
              <a:t> of how to transform the data.</a:t>
            </a:r>
            <a:endParaRPr/>
          </a:p>
          <a:p>
            <a:pPr marL="457200" lvl="0" indent="-355600" algn="l" rtl="0">
              <a:spcBef>
                <a:spcPts val="0"/>
              </a:spcBef>
              <a:spcAft>
                <a:spcPts val="0"/>
              </a:spcAft>
              <a:buSzPts val="2000"/>
              <a:buAutoNum type="arabicPeriod"/>
            </a:pPr>
            <a:r>
              <a:rPr lang="en"/>
              <a:t>An </a:t>
            </a:r>
            <a:r>
              <a:rPr lang="en">
                <a:highlight>
                  <a:schemeClr val="accent6"/>
                </a:highlight>
              </a:rPr>
              <a:t>objective function</a:t>
            </a:r>
            <a:r>
              <a:rPr lang="en"/>
              <a:t> that quantifies how well (or badly) the model is doing.</a:t>
            </a:r>
            <a:endParaRPr/>
          </a:p>
          <a:p>
            <a:pPr marL="457200" lvl="0" indent="-355600" algn="l" rtl="0">
              <a:spcBef>
                <a:spcPts val="0"/>
              </a:spcBef>
              <a:spcAft>
                <a:spcPts val="0"/>
              </a:spcAft>
              <a:buSzPts val="2000"/>
              <a:buAutoNum type="arabicPeriod"/>
            </a:pPr>
            <a:r>
              <a:rPr lang="en"/>
              <a:t>An </a:t>
            </a:r>
            <a:r>
              <a:rPr lang="en">
                <a:highlight>
                  <a:schemeClr val="accent6"/>
                </a:highlight>
              </a:rPr>
              <a:t>algorithm</a:t>
            </a:r>
            <a:r>
              <a:rPr lang="en"/>
              <a:t> to adjust the modelʼs parameters to optimize the objective function.</a:t>
            </a:r>
            <a:endParaRPr/>
          </a:p>
          <a:p>
            <a:pPr marL="0" lvl="0" indent="0" algn="l" rtl="0">
              <a:spcBef>
                <a:spcPts val="1200"/>
              </a:spcBef>
              <a:spcAft>
                <a:spcPts val="1200"/>
              </a:spcAft>
              <a:buNone/>
            </a:pPr>
            <a:endParaRPr/>
          </a:p>
        </p:txBody>
      </p:sp>
      <p:pic>
        <p:nvPicPr>
          <p:cNvPr id="251" name="Google Shape;251;p41"/>
          <p:cNvPicPr preferRelativeResize="0"/>
          <p:nvPr/>
        </p:nvPicPr>
        <p:blipFill>
          <a:blip r:embed="rId3">
            <a:alphaModFix/>
          </a:blip>
          <a:stretch>
            <a:fillRect/>
          </a:stretch>
        </p:blipFill>
        <p:spPr>
          <a:xfrm>
            <a:off x="1314450" y="2843374"/>
            <a:ext cx="6515100" cy="2200000"/>
          </a:xfrm>
          <a:prstGeom prst="rect">
            <a:avLst/>
          </a:prstGeom>
          <a:noFill/>
          <a:ln>
            <a:noFill/>
          </a:ln>
        </p:spPr>
      </p:pic>
      <p:sp>
        <p:nvSpPr>
          <p:cNvPr id="252" name="Google Shape;252;p41"/>
          <p:cNvSpPr txBox="1">
            <a:spLocks noGrp="1"/>
          </p:cNvSpPr>
          <p:nvPr>
            <p:ph type="sldNum" idx="12"/>
          </p:nvPr>
        </p:nvSpPr>
        <p:spPr>
          <a:xfrm>
            <a:off x="8595300" y="4770774"/>
            <a:ext cx="548700" cy="310800"/>
          </a:xfrm>
          <a:prstGeom prst="rect">
            <a:avLst/>
          </a:prstGeom>
        </p:spPr>
        <p:txBody>
          <a:bodyPr spcFirstLastPara="1" wrap="square" lIns="91425" tIns="91425" rIns="91425" bIns="91425" anchor="ctr" anchorCtr="0">
            <a:normAutofit fontScale="92500" lnSpcReduction="10000"/>
          </a:bodyPr>
          <a:lstStyle/>
          <a:p>
            <a:pPr marL="0" lvl="0" indent="0" algn="r" rtl="0">
              <a:spcBef>
                <a:spcPts val="0"/>
              </a:spcBef>
              <a:spcAft>
                <a:spcPts val="0"/>
              </a:spcAft>
              <a:buNone/>
            </a:pPr>
            <a:fld id="{00000000-1234-1234-1234-123412341234}" type="slidenum">
              <a:rPr lang="en"/>
              <a:t>29</a:t>
            </a:fld>
            <a:endParaRPr/>
          </a:p>
        </p:txBody>
      </p:sp>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043D3BA0-A962-4C22-AF9F-DC5B176ACA76}"/>
                  </a:ext>
                </a:extLst>
              </p14:cNvPr>
              <p14:cNvContentPartPr/>
              <p14:nvPr/>
            </p14:nvContentPartPr>
            <p14:xfrm>
              <a:off x="342000" y="895680"/>
              <a:ext cx="8642880" cy="3740040"/>
            </p14:xfrm>
          </p:contentPart>
        </mc:Choice>
        <mc:Fallback>
          <p:pic>
            <p:nvPicPr>
              <p:cNvPr id="2" name="Ink 1">
                <a:extLst>
                  <a:ext uri="{FF2B5EF4-FFF2-40B4-BE49-F238E27FC236}">
                    <a16:creationId xmlns:a16="http://schemas.microsoft.com/office/drawing/2014/main" id="{043D3BA0-A962-4C22-AF9F-DC5B176ACA76}"/>
                  </a:ext>
                </a:extLst>
              </p:cNvPr>
              <p:cNvPicPr/>
              <p:nvPr/>
            </p:nvPicPr>
            <p:blipFill>
              <a:blip r:embed="rId5"/>
              <a:stretch>
                <a:fillRect/>
              </a:stretch>
            </p:blipFill>
            <p:spPr>
              <a:xfrm>
                <a:off x="332640" y="886320"/>
                <a:ext cx="8661600" cy="3758760"/>
              </a:xfrm>
              <a:prstGeom prst="rect">
                <a:avLst/>
              </a:prstGeom>
            </p:spPr>
          </p:pic>
        </mc:Fallback>
      </mc:AlternateContent>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42"/>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457200" lvl="0" indent="-388620" algn="l" rtl="0">
              <a:spcBef>
                <a:spcPts val="0"/>
              </a:spcBef>
              <a:spcAft>
                <a:spcPts val="0"/>
              </a:spcAft>
              <a:buSzPct val="100000"/>
              <a:buAutoNum type="arabicPeriod"/>
            </a:pPr>
            <a:r>
              <a:rPr lang="en"/>
              <a:t>Data</a:t>
            </a:r>
            <a:endParaRPr/>
          </a:p>
        </p:txBody>
      </p:sp>
      <p:sp>
        <p:nvSpPr>
          <p:cNvPr id="258" name="Google Shape;258;p42"/>
          <p:cNvSpPr txBox="1">
            <a:spLocks noGrp="1"/>
          </p:cNvSpPr>
          <p:nvPr>
            <p:ph type="body" idx="1"/>
          </p:nvPr>
        </p:nvSpPr>
        <p:spPr>
          <a:xfrm>
            <a:off x="311700" y="950800"/>
            <a:ext cx="8520600" cy="3963600"/>
          </a:xfrm>
          <a:prstGeom prst="rect">
            <a:avLst/>
          </a:prstGeom>
        </p:spPr>
        <p:txBody>
          <a:bodyPr spcFirstLastPara="1" wrap="square" lIns="91425" tIns="91425" rIns="91425" bIns="91425" anchor="t" anchorCtr="0">
            <a:normAutofit/>
          </a:bodyPr>
          <a:lstStyle/>
          <a:p>
            <a:pPr marL="457200" lvl="0" indent="-355600" algn="l" rtl="0">
              <a:spcBef>
                <a:spcPts val="0"/>
              </a:spcBef>
              <a:spcAft>
                <a:spcPts val="0"/>
              </a:spcAft>
              <a:buSzPts val="2000"/>
              <a:buChar char="●"/>
            </a:pPr>
            <a:r>
              <a:rPr lang="en"/>
              <a:t>Collection of examples. </a:t>
            </a:r>
            <a:endParaRPr/>
          </a:p>
          <a:p>
            <a:pPr marL="457200" lvl="0" indent="-355600" algn="l" rtl="0">
              <a:spcBef>
                <a:spcPts val="0"/>
              </a:spcBef>
              <a:spcAft>
                <a:spcPts val="0"/>
              </a:spcAft>
              <a:buSzPts val="2000"/>
              <a:buChar char="●"/>
            </a:pPr>
            <a:r>
              <a:rPr lang="en">
                <a:highlight>
                  <a:schemeClr val="lt1"/>
                </a:highlight>
              </a:rPr>
              <a:t>Data has to be converted to an useful and a suitable numerical </a:t>
            </a:r>
            <a:r>
              <a:rPr lang="en" b="1">
                <a:highlight>
                  <a:schemeClr val="lt1"/>
                </a:highlight>
              </a:rPr>
              <a:t>representation</a:t>
            </a:r>
            <a:r>
              <a:rPr lang="en">
                <a:highlight>
                  <a:schemeClr val="lt1"/>
                </a:highlight>
              </a:rPr>
              <a:t>. </a:t>
            </a:r>
            <a:endParaRPr>
              <a:highlight>
                <a:schemeClr val="lt1"/>
              </a:highlight>
            </a:endParaRPr>
          </a:p>
          <a:p>
            <a:pPr marL="457200" lvl="0" indent="-355600" algn="l" rtl="0">
              <a:spcBef>
                <a:spcPts val="0"/>
              </a:spcBef>
              <a:spcAft>
                <a:spcPts val="0"/>
              </a:spcAft>
              <a:buSzPts val="2000"/>
              <a:buChar char="●"/>
            </a:pPr>
            <a:r>
              <a:rPr lang="en">
                <a:highlight>
                  <a:schemeClr val="lt1"/>
                </a:highlight>
              </a:rPr>
              <a:t>Each example (or data point, data instance, sample) typically consists of a set of attributes called </a:t>
            </a:r>
            <a:r>
              <a:rPr lang="en" b="1">
                <a:highlight>
                  <a:schemeClr val="lt1"/>
                </a:highlight>
              </a:rPr>
              <a:t>features</a:t>
            </a:r>
            <a:r>
              <a:rPr lang="en">
                <a:highlight>
                  <a:schemeClr val="lt1"/>
                </a:highlight>
              </a:rPr>
              <a:t> (or covariates), from which the model must make its predictions. </a:t>
            </a:r>
            <a:endParaRPr>
              <a:highlight>
                <a:schemeClr val="lt1"/>
              </a:highlight>
            </a:endParaRPr>
          </a:p>
          <a:p>
            <a:pPr marL="457200" lvl="0" indent="-355600" algn="l" rtl="0">
              <a:spcBef>
                <a:spcPts val="0"/>
              </a:spcBef>
              <a:spcAft>
                <a:spcPts val="0"/>
              </a:spcAft>
              <a:buSzPts val="2000"/>
              <a:buChar char="●"/>
            </a:pPr>
            <a:r>
              <a:rPr lang="en">
                <a:highlight>
                  <a:schemeClr val="lt1"/>
                </a:highlight>
              </a:rPr>
              <a:t>In the supervised learning problems, the attribute to be predicted is designated as the </a:t>
            </a:r>
            <a:r>
              <a:rPr lang="en" b="1">
                <a:highlight>
                  <a:schemeClr val="lt1"/>
                </a:highlight>
              </a:rPr>
              <a:t>label</a:t>
            </a:r>
            <a:r>
              <a:rPr lang="en">
                <a:highlight>
                  <a:schemeClr val="lt1"/>
                </a:highlight>
              </a:rPr>
              <a:t> (or target).</a:t>
            </a:r>
            <a:endParaRPr/>
          </a:p>
        </p:txBody>
      </p:sp>
      <p:pic>
        <p:nvPicPr>
          <p:cNvPr id="259" name="Google Shape;259;p42"/>
          <p:cNvPicPr preferRelativeResize="0"/>
          <p:nvPr/>
        </p:nvPicPr>
        <p:blipFill>
          <a:blip r:embed="rId3">
            <a:alphaModFix/>
          </a:blip>
          <a:stretch>
            <a:fillRect/>
          </a:stretch>
        </p:blipFill>
        <p:spPr>
          <a:xfrm>
            <a:off x="6050738" y="3913588"/>
            <a:ext cx="2047875" cy="466725"/>
          </a:xfrm>
          <a:prstGeom prst="rect">
            <a:avLst/>
          </a:prstGeom>
          <a:noFill/>
          <a:ln>
            <a:noFill/>
          </a:ln>
        </p:spPr>
      </p:pic>
      <p:sp>
        <p:nvSpPr>
          <p:cNvPr id="260" name="Google Shape;260;p42"/>
          <p:cNvSpPr txBox="1">
            <a:spLocks noGrp="1"/>
          </p:cNvSpPr>
          <p:nvPr>
            <p:ph type="sldNum" idx="12"/>
          </p:nvPr>
        </p:nvSpPr>
        <p:spPr>
          <a:xfrm>
            <a:off x="8595300" y="4770774"/>
            <a:ext cx="548700" cy="310800"/>
          </a:xfrm>
          <a:prstGeom prst="rect">
            <a:avLst/>
          </a:prstGeom>
        </p:spPr>
        <p:txBody>
          <a:bodyPr spcFirstLastPara="1" wrap="square" lIns="91425" tIns="91425" rIns="91425" bIns="91425" anchor="ctr" anchorCtr="0">
            <a:normAutofit fontScale="92500" lnSpcReduction="10000"/>
          </a:bodyPr>
          <a:lstStyle/>
          <a:p>
            <a:pPr marL="0" lvl="0" indent="0" algn="r" rtl="0">
              <a:spcBef>
                <a:spcPts val="0"/>
              </a:spcBef>
              <a:spcAft>
                <a:spcPts val="0"/>
              </a:spcAft>
              <a:buNone/>
            </a:pPr>
            <a:fld id="{00000000-1234-1234-1234-123412341234}" type="slidenum">
              <a:rPr lang="en"/>
              <a:t>30</a:t>
            </a:fld>
            <a:endParaRPr/>
          </a:p>
        </p:txBody>
      </p:sp>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C41AD038-4070-4F46-9B8D-319F621770F9}"/>
                  </a:ext>
                </a:extLst>
              </p14:cNvPr>
              <p14:cNvContentPartPr/>
              <p14:nvPr/>
            </p14:nvContentPartPr>
            <p14:xfrm>
              <a:off x="1874880" y="3363120"/>
              <a:ext cx="7230240" cy="1352160"/>
            </p14:xfrm>
          </p:contentPart>
        </mc:Choice>
        <mc:Fallback>
          <p:pic>
            <p:nvPicPr>
              <p:cNvPr id="2" name="Ink 1">
                <a:extLst>
                  <a:ext uri="{FF2B5EF4-FFF2-40B4-BE49-F238E27FC236}">
                    <a16:creationId xmlns:a16="http://schemas.microsoft.com/office/drawing/2014/main" id="{C41AD038-4070-4F46-9B8D-319F621770F9}"/>
                  </a:ext>
                </a:extLst>
              </p:cNvPr>
              <p:cNvPicPr/>
              <p:nvPr/>
            </p:nvPicPr>
            <p:blipFill>
              <a:blip r:embed="rId5"/>
              <a:stretch>
                <a:fillRect/>
              </a:stretch>
            </p:blipFill>
            <p:spPr>
              <a:xfrm>
                <a:off x="1865520" y="3353760"/>
                <a:ext cx="7248960" cy="1370880"/>
              </a:xfrm>
              <a:prstGeom prst="rect">
                <a:avLst/>
              </a:prstGeom>
            </p:spPr>
          </p:pic>
        </mc:Fallback>
      </mc:AlternateContent>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43"/>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457200" lvl="0" indent="-388620" algn="l" rtl="0">
              <a:spcBef>
                <a:spcPts val="0"/>
              </a:spcBef>
              <a:spcAft>
                <a:spcPts val="0"/>
              </a:spcAft>
              <a:buSzPct val="100000"/>
              <a:buAutoNum type="arabicPeriod"/>
            </a:pPr>
            <a:r>
              <a:rPr lang="en"/>
              <a:t>Data</a:t>
            </a:r>
            <a:endParaRPr/>
          </a:p>
        </p:txBody>
      </p:sp>
      <p:sp>
        <p:nvSpPr>
          <p:cNvPr id="266" name="Google Shape;266;p43"/>
          <p:cNvSpPr txBox="1">
            <a:spLocks noGrp="1"/>
          </p:cNvSpPr>
          <p:nvPr>
            <p:ph type="body" idx="1"/>
          </p:nvPr>
        </p:nvSpPr>
        <p:spPr>
          <a:xfrm>
            <a:off x="311700" y="950800"/>
            <a:ext cx="4260300" cy="3963600"/>
          </a:xfrm>
          <a:prstGeom prst="rect">
            <a:avLst/>
          </a:prstGeom>
        </p:spPr>
        <p:txBody>
          <a:bodyPr spcFirstLastPara="1" wrap="square" lIns="91425" tIns="91425" rIns="91425" bIns="91425" anchor="t" anchorCtr="0">
            <a:normAutofit/>
          </a:bodyPr>
          <a:lstStyle/>
          <a:p>
            <a:pPr marL="457200" lvl="0" indent="-355600" algn="l" rtl="0">
              <a:spcBef>
                <a:spcPts val="0"/>
              </a:spcBef>
              <a:spcAft>
                <a:spcPts val="0"/>
              </a:spcAft>
              <a:buSzPts val="2000"/>
              <a:buChar char="●"/>
            </a:pPr>
            <a:r>
              <a:rPr lang="en"/>
              <a:t>Data = D = {X,t}</a:t>
            </a:r>
            <a:endParaRPr/>
          </a:p>
          <a:p>
            <a:pPr marL="457200" lvl="0" indent="-355600" algn="l" rtl="0">
              <a:spcBef>
                <a:spcPts val="0"/>
              </a:spcBef>
              <a:spcAft>
                <a:spcPts val="0"/>
              </a:spcAft>
              <a:buSzPts val="2000"/>
              <a:buChar char="●"/>
            </a:pPr>
            <a:r>
              <a:rPr lang="en"/>
              <a:t>Number of features = Number of Dimensions = d</a:t>
            </a:r>
            <a:endParaRPr/>
          </a:p>
          <a:p>
            <a:pPr marL="457200" lvl="0" indent="-355600" algn="l" rtl="0">
              <a:spcBef>
                <a:spcPts val="0"/>
              </a:spcBef>
              <a:spcAft>
                <a:spcPts val="0"/>
              </a:spcAft>
              <a:buSzPts val="2000"/>
              <a:buChar char="●"/>
            </a:pPr>
            <a:r>
              <a:rPr lang="en"/>
              <a:t>Number of examples = N</a:t>
            </a:r>
            <a:endParaRPr/>
          </a:p>
          <a:p>
            <a:pPr marL="457200" lvl="0" indent="-355600" algn="l" rtl="0">
              <a:spcBef>
                <a:spcPts val="0"/>
              </a:spcBef>
              <a:spcAft>
                <a:spcPts val="0"/>
              </a:spcAft>
              <a:buSzPts val="2000"/>
              <a:buChar char="●"/>
            </a:pPr>
            <a:r>
              <a:rPr lang="en"/>
              <a:t>As the number of features increase, we say the dimensionality increases.</a:t>
            </a:r>
            <a:endParaRPr/>
          </a:p>
        </p:txBody>
      </p:sp>
      <p:sp>
        <p:nvSpPr>
          <p:cNvPr id="267" name="Google Shape;267;p43"/>
          <p:cNvSpPr txBox="1">
            <a:spLocks noGrp="1"/>
          </p:cNvSpPr>
          <p:nvPr>
            <p:ph type="sldNum" idx="12"/>
          </p:nvPr>
        </p:nvSpPr>
        <p:spPr>
          <a:xfrm>
            <a:off x="8595300" y="4770774"/>
            <a:ext cx="548700" cy="310800"/>
          </a:xfrm>
          <a:prstGeom prst="rect">
            <a:avLst/>
          </a:prstGeom>
        </p:spPr>
        <p:txBody>
          <a:bodyPr spcFirstLastPara="1" wrap="square" lIns="91425" tIns="91425" rIns="91425" bIns="91425" anchor="ctr" anchorCtr="0">
            <a:normAutofit fontScale="92500" lnSpcReduction="10000"/>
          </a:bodyPr>
          <a:lstStyle/>
          <a:p>
            <a:pPr marL="0" lvl="0" indent="0" algn="r" rtl="0">
              <a:spcBef>
                <a:spcPts val="0"/>
              </a:spcBef>
              <a:spcAft>
                <a:spcPts val="0"/>
              </a:spcAft>
              <a:buNone/>
            </a:pPr>
            <a:fld id="{00000000-1234-1234-1234-123412341234}" type="slidenum">
              <a:rPr lang="en"/>
              <a:t>31</a:t>
            </a:fld>
            <a:endParaRPr/>
          </a:p>
        </p:txBody>
      </p:sp>
      <p:pic>
        <p:nvPicPr>
          <p:cNvPr id="268" name="Google Shape;268;p43" title="Screenshot from 2025-10-22 19-47-24.png"/>
          <p:cNvPicPr preferRelativeResize="0"/>
          <p:nvPr/>
        </p:nvPicPr>
        <p:blipFill>
          <a:blip r:embed="rId3">
            <a:alphaModFix/>
          </a:blip>
          <a:stretch>
            <a:fillRect/>
          </a:stretch>
        </p:blipFill>
        <p:spPr>
          <a:xfrm>
            <a:off x="4572000" y="1182959"/>
            <a:ext cx="4175400" cy="2952843"/>
          </a:xfrm>
          <a:prstGeom prst="rect">
            <a:avLst/>
          </a:prstGeom>
          <a:noFill/>
          <a:ln>
            <a:noFill/>
          </a:ln>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B79C7B47-8338-496F-9C93-D6867884027F}"/>
                  </a:ext>
                </a:extLst>
              </p14:cNvPr>
              <p14:cNvContentPartPr/>
              <p14:nvPr/>
            </p14:nvContentPartPr>
            <p14:xfrm>
              <a:off x="6240960" y="4091760"/>
              <a:ext cx="2557080" cy="714600"/>
            </p14:xfrm>
          </p:contentPart>
        </mc:Choice>
        <mc:Fallback>
          <p:pic>
            <p:nvPicPr>
              <p:cNvPr id="2" name="Ink 1">
                <a:extLst>
                  <a:ext uri="{FF2B5EF4-FFF2-40B4-BE49-F238E27FC236}">
                    <a16:creationId xmlns:a16="http://schemas.microsoft.com/office/drawing/2014/main" id="{B79C7B47-8338-496F-9C93-D6867884027F}"/>
                  </a:ext>
                </a:extLst>
              </p:cNvPr>
              <p:cNvPicPr/>
              <p:nvPr/>
            </p:nvPicPr>
            <p:blipFill>
              <a:blip r:embed="rId5"/>
              <a:stretch>
                <a:fillRect/>
              </a:stretch>
            </p:blipFill>
            <p:spPr>
              <a:xfrm>
                <a:off x="6231600" y="4082400"/>
                <a:ext cx="2575800" cy="733320"/>
              </a:xfrm>
              <a:prstGeom prst="rect">
                <a:avLst/>
              </a:prstGeom>
            </p:spPr>
          </p:pic>
        </mc:Fallback>
      </mc:AlternateContent>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44"/>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2. Model</a:t>
            </a:r>
            <a:endParaRPr/>
          </a:p>
        </p:txBody>
      </p:sp>
      <p:sp>
        <p:nvSpPr>
          <p:cNvPr id="274" name="Google Shape;274;p44"/>
          <p:cNvSpPr txBox="1">
            <a:spLocks noGrp="1"/>
          </p:cNvSpPr>
          <p:nvPr>
            <p:ph type="body" idx="1"/>
          </p:nvPr>
        </p:nvSpPr>
        <p:spPr>
          <a:xfrm>
            <a:off x="311700" y="950800"/>
            <a:ext cx="8520600" cy="3963600"/>
          </a:xfrm>
          <a:prstGeom prst="rect">
            <a:avLst/>
          </a:prstGeom>
        </p:spPr>
        <p:txBody>
          <a:bodyPr spcFirstLastPara="1" wrap="square" lIns="91425" tIns="91425" rIns="91425" bIns="91425" anchor="t" anchorCtr="0">
            <a:normAutofit/>
          </a:bodyPr>
          <a:lstStyle/>
          <a:p>
            <a:pPr marL="457200" lvl="0" indent="-355600" algn="l" rtl="0">
              <a:spcBef>
                <a:spcPts val="0"/>
              </a:spcBef>
              <a:spcAft>
                <a:spcPts val="0"/>
              </a:spcAft>
              <a:buSzPts val="2000"/>
              <a:buChar char="●"/>
            </a:pPr>
            <a:r>
              <a:rPr lang="en"/>
              <a:t>Model denotes the </a:t>
            </a:r>
            <a:r>
              <a:rPr lang="en" b="1"/>
              <a:t>computational machinery</a:t>
            </a:r>
            <a:r>
              <a:rPr lang="en"/>
              <a:t> for ingesting data of one type, and spitting out predictions of a possibly different type. </a:t>
            </a:r>
            <a:endParaRPr/>
          </a:p>
          <a:p>
            <a:pPr marL="457200" lvl="0" indent="-355600" algn="l" rtl="0">
              <a:spcBef>
                <a:spcPts val="0"/>
              </a:spcBef>
              <a:spcAft>
                <a:spcPts val="0"/>
              </a:spcAft>
              <a:buSzPts val="2000"/>
              <a:buChar char="●"/>
            </a:pPr>
            <a:r>
              <a:rPr lang="en"/>
              <a:t>Deep learning models consist of many successive transformations of the data that are chained together top to bottom, thus the name deep learning.</a:t>
            </a:r>
            <a:endParaRPr/>
          </a:p>
          <a:p>
            <a:pPr marL="457200" lvl="0" indent="0" algn="l" rtl="0">
              <a:spcBef>
                <a:spcPts val="1200"/>
              </a:spcBef>
              <a:spcAft>
                <a:spcPts val="1200"/>
              </a:spcAft>
              <a:buNone/>
            </a:pPr>
            <a:endParaRPr/>
          </a:p>
        </p:txBody>
      </p:sp>
      <p:pic>
        <p:nvPicPr>
          <p:cNvPr id="275" name="Google Shape;275;p44"/>
          <p:cNvPicPr preferRelativeResize="0"/>
          <p:nvPr/>
        </p:nvPicPr>
        <p:blipFill>
          <a:blip r:embed="rId3">
            <a:alphaModFix/>
          </a:blip>
          <a:stretch>
            <a:fillRect/>
          </a:stretch>
        </p:blipFill>
        <p:spPr>
          <a:xfrm>
            <a:off x="1766875" y="3030300"/>
            <a:ext cx="5610225" cy="1504950"/>
          </a:xfrm>
          <a:prstGeom prst="rect">
            <a:avLst/>
          </a:prstGeom>
          <a:noFill/>
          <a:ln>
            <a:noFill/>
          </a:ln>
        </p:spPr>
      </p:pic>
      <p:sp>
        <p:nvSpPr>
          <p:cNvPr id="276" name="Google Shape;276;p44"/>
          <p:cNvSpPr txBox="1">
            <a:spLocks noGrp="1"/>
          </p:cNvSpPr>
          <p:nvPr>
            <p:ph type="sldNum" idx="12"/>
          </p:nvPr>
        </p:nvSpPr>
        <p:spPr>
          <a:xfrm>
            <a:off x="8595300" y="4770774"/>
            <a:ext cx="548700" cy="310800"/>
          </a:xfrm>
          <a:prstGeom prst="rect">
            <a:avLst/>
          </a:prstGeom>
        </p:spPr>
        <p:txBody>
          <a:bodyPr spcFirstLastPara="1" wrap="square" lIns="91425" tIns="91425" rIns="91425" bIns="91425" anchor="ctr" anchorCtr="0">
            <a:normAutofit fontScale="92500" lnSpcReduction="10000"/>
          </a:bodyPr>
          <a:lstStyle/>
          <a:p>
            <a:pPr marL="0" lvl="0" indent="0" algn="r" rtl="0">
              <a:spcBef>
                <a:spcPts val="0"/>
              </a:spcBef>
              <a:spcAft>
                <a:spcPts val="0"/>
              </a:spcAft>
              <a:buNone/>
            </a:pPr>
            <a:fld id="{00000000-1234-1234-1234-123412341234}" type="slidenum">
              <a:rPr lang="en"/>
              <a:t>32</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45"/>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3. Objective Function</a:t>
            </a:r>
            <a:endParaRPr/>
          </a:p>
        </p:txBody>
      </p:sp>
      <p:sp>
        <p:nvSpPr>
          <p:cNvPr id="282" name="Google Shape;282;p45"/>
          <p:cNvSpPr txBox="1">
            <a:spLocks noGrp="1"/>
          </p:cNvSpPr>
          <p:nvPr>
            <p:ph type="body" idx="1"/>
          </p:nvPr>
        </p:nvSpPr>
        <p:spPr>
          <a:xfrm>
            <a:off x="311700" y="950800"/>
            <a:ext cx="8520600" cy="3963600"/>
          </a:xfrm>
          <a:prstGeom prst="rect">
            <a:avLst/>
          </a:prstGeom>
        </p:spPr>
        <p:txBody>
          <a:bodyPr spcFirstLastPara="1" wrap="square" lIns="91425" tIns="91425" rIns="91425" bIns="91425" anchor="t" anchorCtr="0">
            <a:normAutofit/>
          </a:bodyPr>
          <a:lstStyle/>
          <a:p>
            <a:pPr marL="457200" lvl="0" indent="-355600" algn="l" rtl="0">
              <a:spcBef>
                <a:spcPts val="0"/>
              </a:spcBef>
              <a:spcAft>
                <a:spcPts val="0"/>
              </a:spcAft>
              <a:buSzPts val="2000"/>
              <a:buChar char="●"/>
            </a:pPr>
            <a:r>
              <a:rPr lang="en"/>
              <a:t>Learning means improving at some task over time.</a:t>
            </a:r>
            <a:r>
              <a:rPr lang="en" b="1"/>
              <a:t> </a:t>
            </a:r>
            <a:endParaRPr b="1"/>
          </a:p>
          <a:p>
            <a:pPr marL="457200" lvl="0" indent="-355600" algn="l" rtl="0">
              <a:spcBef>
                <a:spcPts val="0"/>
              </a:spcBef>
              <a:spcAft>
                <a:spcPts val="0"/>
              </a:spcAft>
              <a:buSzPts val="2000"/>
              <a:buChar char="●"/>
            </a:pPr>
            <a:r>
              <a:rPr lang="en" b="1"/>
              <a:t>Objective functions are formal measures to denote how good (or bad) a mathematical model is. </a:t>
            </a:r>
            <a:endParaRPr b="1"/>
          </a:p>
          <a:p>
            <a:pPr marL="457200" lvl="0" indent="-355600" algn="l" rtl="0">
              <a:spcBef>
                <a:spcPts val="0"/>
              </a:spcBef>
              <a:spcAft>
                <a:spcPts val="0"/>
              </a:spcAft>
              <a:buSzPts val="2000"/>
              <a:buChar char="●"/>
            </a:pPr>
            <a:r>
              <a:rPr lang="en"/>
              <a:t>By convention, objective functions are defined so that lower is better. </a:t>
            </a:r>
            <a:endParaRPr/>
          </a:p>
          <a:p>
            <a:pPr marL="457200" lvl="0" indent="-355600" algn="l" rtl="0">
              <a:spcBef>
                <a:spcPts val="0"/>
              </a:spcBef>
              <a:spcAft>
                <a:spcPts val="0"/>
              </a:spcAft>
              <a:buSzPts val="2000"/>
              <a:buChar char="●"/>
            </a:pPr>
            <a:r>
              <a:rPr lang="en"/>
              <a:t>Because lower is better, these functions are sometimes called </a:t>
            </a:r>
            <a:r>
              <a:rPr lang="en" b="1"/>
              <a:t>loss functions</a:t>
            </a:r>
            <a:r>
              <a:rPr lang="en"/>
              <a:t>.</a:t>
            </a:r>
            <a:endParaRPr/>
          </a:p>
          <a:p>
            <a:pPr marL="457200" lvl="0" indent="0" algn="l" rtl="0">
              <a:spcBef>
                <a:spcPts val="1200"/>
              </a:spcBef>
              <a:spcAft>
                <a:spcPts val="1200"/>
              </a:spcAft>
              <a:buNone/>
            </a:pPr>
            <a:endParaRPr/>
          </a:p>
        </p:txBody>
      </p:sp>
      <p:sp>
        <p:nvSpPr>
          <p:cNvPr id="283" name="Google Shape;283;p45"/>
          <p:cNvSpPr txBox="1">
            <a:spLocks noGrp="1"/>
          </p:cNvSpPr>
          <p:nvPr>
            <p:ph type="sldNum" idx="12"/>
          </p:nvPr>
        </p:nvSpPr>
        <p:spPr>
          <a:xfrm>
            <a:off x="8595300" y="4770774"/>
            <a:ext cx="548700" cy="310800"/>
          </a:xfrm>
          <a:prstGeom prst="rect">
            <a:avLst/>
          </a:prstGeom>
        </p:spPr>
        <p:txBody>
          <a:bodyPr spcFirstLastPara="1" wrap="square" lIns="91425" tIns="91425" rIns="91425" bIns="91425" anchor="ctr" anchorCtr="0">
            <a:normAutofit fontScale="92500" lnSpcReduction="10000"/>
          </a:bodyPr>
          <a:lstStyle/>
          <a:p>
            <a:pPr marL="0" lvl="0" indent="0" algn="r" rtl="0">
              <a:spcBef>
                <a:spcPts val="0"/>
              </a:spcBef>
              <a:spcAft>
                <a:spcPts val="0"/>
              </a:spcAft>
              <a:buNone/>
            </a:pPr>
            <a:fld id="{00000000-1234-1234-1234-123412341234}" type="slidenum">
              <a:rPr lang="en"/>
              <a:t>33</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46"/>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4. Learning Algorithms</a:t>
            </a:r>
            <a:endParaRPr/>
          </a:p>
        </p:txBody>
      </p:sp>
      <p:sp>
        <p:nvSpPr>
          <p:cNvPr id="289" name="Google Shape;289;p46"/>
          <p:cNvSpPr txBox="1">
            <a:spLocks noGrp="1"/>
          </p:cNvSpPr>
          <p:nvPr>
            <p:ph type="body" idx="1"/>
          </p:nvPr>
        </p:nvSpPr>
        <p:spPr>
          <a:xfrm>
            <a:off x="311700" y="950800"/>
            <a:ext cx="8520600" cy="3963600"/>
          </a:xfrm>
          <a:prstGeom prst="rect">
            <a:avLst/>
          </a:prstGeom>
        </p:spPr>
        <p:txBody>
          <a:bodyPr spcFirstLastPara="1" wrap="square" lIns="91425" tIns="91425" rIns="91425" bIns="91425" anchor="t" anchorCtr="0">
            <a:normAutofit/>
          </a:bodyPr>
          <a:lstStyle/>
          <a:p>
            <a:pPr marL="457200" lvl="0" indent="-355600" algn="l" rtl="0">
              <a:spcBef>
                <a:spcPts val="0"/>
              </a:spcBef>
              <a:spcAft>
                <a:spcPts val="0"/>
              </a:spcAft>
              <a:buSzPts val="2000"/>
              <a:buChar char="●"/>
            </a:pPr>
            <a:r>
              <a:rPr lang="en" b="1"/>
              <a:t>Learning Algorithm is an algorithm capable of searching for the best possible parameters for minimizing the loss function. </a:t>
            </a:r>
            <a:endParaRPr b="1"/>
          </a:p>
          <a:p>
            <a:pPr marL="457200" lvl="0" indent="-355600" algn="l" rtl="0">
              <a:spcBef>
                <a:spcPts val="0"/>
              </a:spcBef>
              <a:spcAft>
                <a:spcPts val="0"/>
              </a:spcAft>
              <a:buSzPts val="2000"/>
              <a:buChar char="●"/>
            </a:pPr>
            <a:r>
              <a:rPr lang="en"/>
              <a:t>Popular algorithm for deep learning -  </a:t>
            </a:r>
            <a:r>
              <a:rPr lang="en" b="1"/>
              <a:t>gradient descent</a:t>
            </a:r>
            <a:r>
              <a:rPr lang="en"/>
              <a:t>. </a:t>
            </a:r>
            <a:endParaRPr/>
          </a:p>
        </p:txBody>
      </p:sp>
      <p:sp>
        <p:nvSpPr>
          <p:cNvPr id="290" name="Google Shape;290;p46"/>
          <p:cNvSpPr txBox="1">
            <a:spLocks noGrp="1"/>
          </p:cNvSpPr>
          <p:nvPr>
            <p:ph type="sldNum" idx="12"/>
          </p:nvPr>
        </p:nvSpPr>
        <p:spPr>
          <a:xfrm>
            <a:off x="8595300" y="4770774"/>
            <a:ext cx="548700" cy="310800"/>
          </a:xfrm>
          <a:prstGeom prst="rect">
            <a:avLst/>
          </a:prstGeom>
        </p:spPr>
        <p:txBody>
          <a:bodyPr spcFirstLastPara="1" wrap="square" lIns="91425" tIns="91425" rIns="91425" bIns="91425" anchor="ctr" anchorCtr="0">
            <a:normAutofit fontScale="92500" lnSpcReduction="10000"/>
          </a:bodyPr>
          <a:lstStyle/>
          <a:p>
            <a:pPr marL="0" lvl="0" indent="0" algn="r" rtl="0">
              <a:spcBef>
                <a:spcPts val="0"/>
              </a:spcBef>
              <a:spcAft>
                <a:spcPts val="0"/>
              </a:spcAft>
              <a:buNone/>
            </a:pPr>
            <a:fld id="{00000000-1234-1234-1234-123412341234}" type="slidenum">
              <a:rPr lang="en"/>
              <a:t>34</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47"/>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Example of the Framework</a:t>
            </a:r>
            <a:endParaRPr/>
          </a:p>
        </p:txBody>
      </p:sp>
      <p:sp>
        <p:nvSpPr>
          <p:cNvPr id="296" name="Google Shape;296;p47"/>
          <p:cNvSpPr txBox="1">
            <a:spLocks noGrp="1"/>
          </p:cNvSpPr>
          <p:nvPr>
            <p:ph type="body" idx="1"/>
          </p:nvPr>
        </p:nvSpPr>
        <p:spPr>
          <a:xfrm>
            <a:off x="311700" y="950800"/>
            <a:ext cx="8520600" cy="3963600"/>
          </a:xfrm>
          <a:prstGeom prst="rect">
            <a:avLst/>
          </a:prstGeom>
        </p:spPr>
        <p:txBody>
          <a:bodyPr spcFirstLastPara="1" wrap="square" lIns="91425" tIns="91425" rIns="91425" bIns="91425" anchor="t" anchorCtr="0">
            <a:normAutofit/>
          </a:bodyPr>
          <a:lstStyle/>
          <a:p>
            <a:pPr marL="457200" lvl="0" indent="-355600" algn="l" rtl="0">
              <a:spcBef>
                <a:spcPts val="0"/>
              </a:spcBef>
              <a:spcAft>
                <a:spcPts val="0"/>
              </a:spcAft>
              <a:buSzPts val="2000"/>
              <a:buChar char="➔"/>
            </a:pPr>
            <a:r>
              <a:rPr lang="en"/>
              <a:t>We have to tell a computer explicitly how to map from inputs to outputs.</a:t>
            </a:r>
            <a:endParaRPr/>
          </a:p>
          <a:p>
            <a:pPr marL="457200" lvl="0" indent="-355600" algn="l" rtl="0">
              <a:spcBef>
                <a:spcPts val="0"/>
              </a:spcBef>
              <a:spcAft>
                <a:spcPts val="0"/>
              </a:spcAft>
              <a:buSzPts val="2000"/>
              <a:buChar char="➔"/>
            </a:pPr>
            <a:r>
              <a:rPr lang="en"/>
              <a:t>We have to define the problem precisely, pinning down the exact nature of the inputs and outputs, and choosing an appropriate model family.</a:t>
            </a:r>
            <a:endParaRPr/>
          </a:p>
          <a:p>
            <a:pPr marL="457200" lvl="0" indent="-355600" algn="l" rtl="0">
              <a:spcBef>
                <a:spcPts val="0"/>
              </a:spcBef>
              <a:spcAft>
                <a:spcPts val="0"/>
              </a:spcAft>
              <a:buSzPts val="2000"/>
              <a:buChar char="➔"/>
            </a:pPr>
            <a:r>
              <a:rPr lang="en"/>
              <a:t>Collect a huge dataset containing examples of audio and label those that do and that do not contain the wake word.</a:t>
            </a:r>
            <a:endParaRPr/>
          </a:p>
        </p:txBody>
      </p:sp>
      <p:pic>
        <p:nvPicPr>
          <p:cNvPr id="297" name="Google Shape;297;p47"/>
          <p:cNvPicPr preferRelativeResize="0"/>
          <p:nvPr/>
        </p:nvPicPr>
        <p:blipFill>
          <a:blip r:embed="rId3">
            <a:alphaModFix/>
          </a:blip>
          <a:stretch>
            <a:fillRect/>
          </a:stretch>
        </p:blipFill>
        <p:spPr>
          <a:xfrm>
            <a:off x="1766888" y="3480825"/>
            <a:ext cx="5610225" cy="1504950"/>
          </a:xfrm>
          <a:prstGeom prst="rect">
            <a:avLst/>
          </a:prstGeom>
          <a:noFill/>
          <a:ln>
            <a:noFill/>
          </a:ln>
        </p:spPr>
      </p:pic>
      <p:sp>
        <p:nvSpPr>
          <p:cNvPr id="298" name="Google Shape;298;p47"/>
          <p:cNvSpPr txBox="1">
            <a:spLocks noGrp="1"/>
          </p:cNvSpPr>
          <p:nvPr>
            <p:ph type="sldNum" idx="12"/>
          </p:nvPr>
        </p:nvSpPr>
        <p:spPr>
          <a:xfrm>
            <a:off x="8595300" y="4770774"/>
            <a:ext cx="548700" cy="310800"/>
          </a:xfrm>
          <a:prstGeom prst="rect">
            <a:avLst/>
          </a:prstGeom>
        </p:spPr>
        <p:txBody>
          <a:bodyPr spcFirstLastPara="1" wrap="square" lIns="91425" tIns="91425" rIns="91425" bIns="91425" anchor="ctr" anchorCtr="0">
            <a:normAutofit fontScale="92500" lnSpcReduction="10000"/>
          </a:bodyPr>
          <a:lstStyle/>
          <a:p>
            <a:pPr marL="0" lvl="0" indent="0" algn="r" rtl="0">
              <a:spcBef>
                <a:spcPts val="0"/>
              </a:spcBef>
              <a:spcAft>
                <a:spcPts val="0"/>
              </a:spcAft>
              <a:buNone/>
            </a:pPr>
            <a:fld id="{00000000-1234-1234-1234-123412341234}" type="slidenum">
              <a:rPr lang="en"/>
              <a:t>35</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48"/>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How to Create a Model?</a:t>
            </a:r>
            <a:endParaRPr/>
          </a:p>
        </p:txBody>
      </p:sp>
      <p:sp>
        <p:nvSpPr>
          <p:cNvPr id="304" name="Google Shape;304;p48"/>
          <p:cNvSpPr txBox="1">
            <a:spLocks noGrp="1"/>
          </p:cNvSpPr>
          <p:nvPr>
            <p:ph type="body" idx="1"/>
          </p:nvPr>
        </p:nvSpPr>
        <p:spPr>
          <a:xfrm>
            <a:off x="311700" y="950800"/>
            <a:ext cx="8520600" cy="3963600"/>
          </a:xfrm>
          <a:prstGeom prst="rect">
            <a:avLst/>
          </a:prstGeom>
        </p:spPr>
        <p:txBody>
          <a:bodyPr spcFirstLastPara="1" wrap="square" lIns="91425" tIns="91425" rIns="91425" bIns="91425" anchor="t" anchorCtr="0">
            <a:noAutofit/>
          </a:bodyPr>
          <a:lstStyle/>
          <a:p>
            <a:pPr marL="457200" lvl="0" indent="-355600" algn="l" rtl="0">
              <a:lnSpc>
                <a:spcPct val="105000"/>
              </a:lnSpc>
              <a:spcBef>
                <a:spcPts val="0"/>
              </a:spcBef>
              <a:spcAft>
                <a:spcPts val="0"/>
              </a:spcAft>
              <a:buSzPts val="2000"/>
              <a:buChar char="➔"/>
            </a:pPr>
            <a:r>
              <a:rPr lang="en"/>
              <a:t>Start with a program whose behavior is determined by a number of parameters.</a:t>
            </a:r>
            <a:endParaRPr/>
          </a:p>
          <a:p>
            <a:pPr marL="457200" lvl="0" indent="-355600" algn="l" rtl="0">
              <a:lnSpc>
                <a:spcPct val="105000"/>
              </a:lnSpc>
              <a:spcBef>
                <a:spcPts val="0"/>
              </a:spcBef>
              <a:spcAft>
                <a:spcPts val="0"/>
              </a:spcAft>
              <a:buSzPts val="2000"/>
              <a:buChar char="➔"/>
            </a:pPr>
            <a:r>
              <a:rPr lang="en"/>
              <a:t>How to determine the best possible set of parameters? Use data or examples.</a:t>
            </a:r>
            <a:endParaRPr/>
          </a:p>
          <a:p>
            <a:pPr marL="457200" lvl="0" indent="-355600" algn="l" rtl="0">
              <a:lnSpc>
                <a:spcPct val="105000"/>
              </a:lnSpc>
              <a:spcBef>
                <a:spcPts val="0"/>
              </a:spcBef>
              <a:spcAft>
                <a:spcPts val="0"/>
              </a:spcAft>
              <a:buSzPts val="2000"/>
              <a:buChar char="➔"/>
            </a:pPr>
            <a:r>
              <a:rPr lang="en"/>
              <a:t>Parameters improve the performance of the program with respect to the loss function.</a:t>
            </a:r>
            <a:endParaRPr/>
          </a:p>
        </p:txBody>
      </p:sp>
      <p:sp>
        <p:nvSpPr>
          <p:cNvPr id="305" name="Google Shape;305;p48"/>
          <p:cNvSpPr txBox="1">
            <a:spLocks noGrp="1"/>
          </p:cNvSpPr>
          <p:nvPr>
            <p:ph type="sldNum" idx="12"/>
          </p:nvPr>
        </p:nvSpPr>
        <p:spPr>
          <a:xfrm>
            <a:off x="8595300" y="4770774"/>
            <a:ext cx="548700" cy="310800"/>
          </a:xfrm>
          <a:prstGeom prst="rect">
            <a:avLst/>
          </a:prstGeom>
        </p:spPr>
        <p:txBody>
          <a:bodyPr spcFirstLastPara="1" wrap="square" lIns="91425" tIns="91425" rIns="91425" bIns="91425" anchor="ctr" anchorCtr="0">
            <a:normAutofit fontScale="92500" lnSpcReduction="10000"/>
          </a:bodyPr>
          <a:lstStyle/>
          <a:p>
            <a:pPr marL="0" lvl="0" indent="0" algn="r" rtl="0">
              <a:spcBef>
                <a:spcPts val="0"/>
              </a:spcBef>
              <a:spcAft>
                <a:spcPts val="0"/>
              </a:spcAft>
              <a:buNone/>
            </a:pPr>
            <a:fld id="{00000000-1234-1234-1234-123412341234}" type="slidenum">
              <a:rPr lang="en"/>
              <a:t>36</a:t>
            </a:fld>
            <a:endParaRPr/>
          </a:p>
        </p:txBody>
      </p:sp>
      <p:pic>
        <p:nvPicPr>
          <p:cNvPr id="306" name="Google Shape;306;p48"/>
          <p:cNvPicPr preferRelativeResize="0"/>
          <p:nvPr/>
        </p:nvPicPr>
        <p:blipFill>
          <a:blip r:embed="rId3">
            <a:alphaModFix/>
          </a:blip>
          <a:stretch>
            <a:fillRect/>
          </a:stretch>
        </p:blipFill>
        <p:spPr>
          <a:xfrm>
            <a:off x="1988775" y="3061274"/>
            <a:ext cx="5166426" cy="208222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49"/>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Train the Model</a:t>
            </a:r>
            <a:endParaRPr/>
          </a:p>
        </p:txBody>
      </p:sp>
      <p:sp>
        <p:nvSpPr>
          <p:cNvPr id="312" name="Google Shape;312;p49"/>
          <p:cNvSpPr txBox="1">
            <a:spLocks noGrp="1"/>
          </p:cNvSpPr>
          <p:nvPr>
            <p:ph type="body" idx="1"/>
          </p:nvPr>
        </p:nvSpPr>
        <p:spPr>
          <a:xfrm>
            <a:off x="311700" y="950800"/>
            <a:ext cx="8520600" cy="3963600"/>
          </a:xfrm>
          <a:prstGeom prst="rect">
            <a:avLst/>
          </a:prstGeom>
        </p:spPr>
        <p:txBody>
          <a:bodyPr spcFirstLastPara="1" wrap="square" lIns="91425" tIns="91425" rIns="91425" bIns="91425" anchor="t" anchorCtr="0">
            <a:normAutofit lnSpcReduction="10000"/>
          </a:bodyPr>
          <a:lstStyle/>
          <a:p>
            <a:pPr marL="457200" lvl="0" indent="-361950" algn="l" rtl="0">
              <a:spcBef>
                <a:spcPts val="0"/>
              </a:spcBef>
              <a:spcAft>
                <a:spcPts val="0"/>
              </a:spcAft>
              <a:buSzPts val="2100"/>
              <a:buChar char="➔"/>
            </a:pPr>
            <a:r>
              <a:rPr lang="en" sz="2100"/>
              <a:t>Train the program with data to find the best set of parameters that improves the performance of the program with respect to the loss function.</a:t>
            </a:r>
            <a:endParaRPr sz="2100"/>
          </a:p>
          <a:p>
            <a:pPr marL="457200" lvl="0" indent="-361950" algn="l" rtl="0">
              <a:lnSpc>
                <a:spcPct val="105000"/>
              </a:lnSpc>
              <a:spcBef>
                <a:spcPts val="0"/>
              </a:spcBef>
              <a:spcAft>
                <a:spcPts val="0"/>
              </a:spcAft>
              <a:buSzPts val="2100"/>
              <a:buChar char="➔"/>
            </a:pPr>
            <a:r>
              <a:rPr lang="en" sz="2100"/>
              <a:t>Once the parameters are finalised, we call the program a model.</a:t>
            </a:r>
            <a:endParaRPr sz="2100"/>
          </a:p>
          <a:p>
            <a:pPr marL="1371600" lvl="2" indent="-349250" algn="l" rtl="0">
              <a:lnSpc>
                <a:spcPct val="105000"/>
              </a:lnSpc>
              <a:spcBef>
                <a:spcPts val="0"/>
              </a:spcBef>
              <a:spcAft>
                <a:spcPts val="0"/>
              </a:spcAft>
              <a:buSzPts val="1900"/>
              <a:buChar char="●"/>
            </a:pPr>
            <a:r>
              <a:rPr lang="en" sz="1900"/>
              <a:t>Eg: The model receives a snippet of audio as input, and the model generates a selection among yes / no as output.</a:t>
            </a:r>
            <a:endParaRPr sz="1900"/>
          </a:p>
          <a:p>
            <a:pPr marL="457200" lvl="0" indent="-361950" algn="l" rtl="0">
              <a:lnSpc>
                <a:spcPct val="105000"/>
              </a:lnSpc>
              <a:spcBef>
                <a:spcPts val="0"/>
              </a:spcBef>
              <a:spcAft>
                <a:spcPts val="0"/>
              </a:spcAft>
              <a:buSzPts val="2100"/>
              <a:buChar char="➔"/>
            </a:pPr>
            <a:r>
              <a:rPr lang="en" sz="2100"/>
              <a:t>The set of all distinct programs (input-output mappings) that we can produce just by manipulating the parameters is called a family of models.</a:t>
            </a:r>
            <a:endParaRPr sz="2100"/>
          </a:p>
          <a:p>
            <a:pPr marL="1371600" lvl="2" indent="-349250" algn="l" rtl="0">
              <a:lnSpc>
                <a:spcPct val="105000"/>
              </a:lnSpc>
              <a:spcBef>
                <a:spcPts val="0"/>
              </a:spcBef>
              <a:spcAft>
                <a:spcPts val="0"/>
              </a:spcAft>
              <a:buSzPts val="1900"/>
              <a:buChar char="●"/>
            </a:pPr>
            <a:r>
              <a:rPr lang="en" sz="1900"/>
              <a:t>Eg: Same model family should be suitable for ”Alexa” recognition and ”Hey Siri” recognition because they seem, intuitively, to be similar tasks.</a:t>
            </a:r>
            <a:endParaRPr sz="1900"/>
          </a:p>
        </p:txBody>
      </p:sp>
      <p:sp>
        <p:nvSpPr>
          <p:cNvPr id="313" name="Google Shape;313;p49"/>
          <p:cNvSpPr txBox="1">
            <a:spLocks noGrp="1"/>
          </p:cNvSpPr>
          <p:nvPr>
            <p:ph type="sldNum" idx="12"/>
          </p:nvPr>
        </p:nvSpPr>
        <p:spPr>
          <a:xfrm>
            <a:off x="8595300" y="4770774"/>
            <a:ext cx="548700" cy="310800"/>
          </a:xfrm>
          <a:prstGeom prst="rect">
            <a:avLst/>
          </a:prstGeom>
        </p:spPr>
        <p:txBody>
          <a:bodyPr spcFirstLastPara="1" wrap="square" lIns="91425" tIns="91425" rIns="91425" bIns="91425" anchor="ctr" anchorCtr="0">
            <a:normAutofit fontScale="92500" lnSpcReduction="10000"/>
          </a:bodyPr>
          <a:lstStyle/>
          <a:p>
            <a:pPr marL="0" lvl="0" indent="0" algn="r" rtl="0">
              <a:spcBef>
                <a:spcPts val="0"/>
              </a:spcBef>
              <a:spcAft>
                <a:spcPts val="0"/>
              </a:spcAft>
              <a:buNone/>
            </a:pPr>
            <a:fld id="{00000000-1234-1234-1234-123412341234}" type="slidenum">
              <a:rPr lang="en"/>
              <a:t>37</a:t>
            </a:fld>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69ECFBA5-3302-457B-9798-D6CA51BB2202}"/>
                  </a:ext>
                </a:extLst>
              </p14:cNvPr>
              <p14:cNvContentPartPr/>
              <p14:nvPr/>
            </p14:nvContentPartPr>
            <p14:xfrm>
              <a:off x="1991520" y="604800"/>
              <a:ext cx="222120" cy="248400"/>
            </p14:xfrm>
          </p:contentPart>
        </mc:Choice>
        <mc:Fallback>
          <p:pic>
            <p:nvPicPr>
              <p:cNvPr id="2" name="Ink 1">
                <a:extLst>
                  <a:ext uri="{FF2B5EF4-FFF2-40B4-BE49-F238E27FC236}">
                    <a16:creationId xmlns:a16="http://schemas.microsoft.com/office/drawing/2014/main" id="{69ECFBA5-3302-457B-9798-D6CA51BB2202}"/>
                  </a:ext>
                </a:extLst>
              </p:cNvPr>
              <p:cNvPicPr/>
              <p:nvPr/>
            </p:nvPicPr>
            <p:blipFill>
              <a:blip r:embed="rId4"/>
              <a:stretch>
                <a:fillRect/>
              </a:stretch>
            </p:blipFill>
            <p:spPr>
              <a:xfrm>
                <a:off x="1982160" y="595440"/>
                <a:ext cx="240840" cy="267120"/>
              </a:xfrm>
              <a:prstGeom prst="rect">
                <a:avLst/>
              </a:prstGeom>
            </p:spPr>
          </p:pic>
        </mc:Fallback>
      </mc:AlternateContent>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Google Shape;318;p50"/>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Kinds of Deep Learning Problems</a:t>
            </a:r>
            <a:endParaRPr/>
          </a:p>
        </p:txBody>
      </p:sp>
      <p:sp>
        <p:nvSpPr>
          <p:cNvPr id="319" name="Google Shape;319;p5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38</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p51"/>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Learning Problems</a:t>
            </a:r>
            <a:endParaRPr/>
          </a:p>
        </p:txBody>
      </p:sp>
      <p:sp>
        <p:nvSpPr>
          <p:cNvPr id="325" name="Google Shape;325;p51"/>
          <p:cNvSpPr txBox="1">
            <a:spLocks noGrp="1"/>
          </p:cNvSpPr>
          <p:nvPr>
            <p:ph type="body" idx="1"/>
          </p:nvPr>
        </p:nvSpPr>
        <p:spPr>
          <a:xfrm>
            <a:off x="311700" y="950800"/>
            <a:ext cx="8520600" cy="3963600"/>
          </a:xfrm>
          <a:prstGeom prst="rect">
            <a:avLst/>
          </a:prstGeom>
        </p:spPr>
        <p:txBody>
          <a:bodyPr spcFirstLastPara="1" wrap="square" lIns="91425" tIns="91425" rIns="91425" bIns="91425" anchor="t" anchorCtr="0">
            <a:normAutofit lnSpcReduction="10000"/>
          </a:bodyPr>
          <a:lstStyle/>
          <a:p>
            <a:pPr marL="457200" lvl="0" indent="-355600" algn="l" rtl="0">
              <a:spcBef>
                <a:spcPts val="0"/>
              </a:spcBef>
              <a:spcAft>
                <a:spcPts val="0"/>
              </a:spcAft>
              <a:buSzPts val="2000"/>
              <a:buAutoNum type="arabicPeriod"/>
            </a:pPr>
            <a:r>
              <a:rPr lang="en"/>
              <a:t>Supervised Learning</a:t>
            </a:r>
            <a:endParaRPr/>
          </a:p>
          <a:p>
            <a:pPr marL="914400" lvl="1" indent="-330200" algn="l" rtl="0">
              <a:spcBef>
                <a:spcPts val="0"/>
              </a:spcBef>
              <a:spcAft>
                <a:spcPts val="0"/>
              </a:spcAft>
              <a:buSzPts val="1600"/>
              <a:buChar char="○"/>
            </a:pPr>
            <a:r>
              <a:rPr lang="en"/>
              <a:t>Training by examples</a:t>
            </a:r>
            <a:endParaRPr/>
          </a:p>
          <a:p>
            <a:pPr marL="914400" lvl="1" indent="-330200" algn="l" rtl="0">
              <a:spcBef>
                <a:spcPts val="0"/>
              </a:spcBef>
              <a:spcAft>
                <a:spcPts val="0"/>
              </a:spcAft>
              <a:buSzPts val="1600"/>
              <a:buChar char="○"/>
            </a:pPr>
            <a:r>
              <a:rPr lang="en"/>
              <a:t>The model is given a dataset which has the data and its labels</a:t>
            </a:r>
            <a:endParaRPr/>
          </a:p>
          <a:p>
            <a:pPr marL="914400" lvl="1" indent="-330200" algn="l" rtl="0">
              <a:spcBef>
                <a:spcPts val="0"/>
              </a:spcBef>
              <a:spcAft>
                <a:spcPts val="0"/>
              </a:spcAft>
              <a:buSzPts val="1600"/>
              <a:buChar char="○"/>
            </a:pPr>
            <a:r>
              <a:rPr lang="en"/>
              <a:t>Eg: Classification, Regression</a:t>
            </a:r>
            <a:endParaRPr/>
          </a:p>
          <a:p>
            <a:pPr marL="914400" lvl="1" indent="-330200" algn="l" rtl="0">
              <a:spcBef>
                <a:spcPts val="0"/>
              </a:spcBef>
              <a:spcAft>
                <a:spcPts val="0"/>
              </a:spcAft>
              <a:buSzPts val="1600"/>
              <a:buChar char="○"/>
            </a:pPr>
            <a:r>
              <a:rPr lang="en"/>
              <a:t>You will learn this in this course and Machine Learning Course</a:t>
            </a:r>
            <a:endParaRPr/>
          </a:p>
          <a:p>
            <a:pPr marL="457200" lvl="0" indent="-355600" algn="l" rtl="0">
              <a:spcBef>
                <a:spcPts val="0"/>
              </a:spcBef>
              <a:spcAft>
                <a:spcPts val="0"/>
              </a:spcAft>
              <a:buSzPts val="2000"/>
              <a:buAutoNum type="arabicPeriod"/>
            </a:pPr>
            <a:r>
              <a:rPr lang="en"/>
              <a:t>Unsupervised Learning</a:t>
            </a:r>
            <a:endParaRPr/>
          </a:p>
          <a:p>
            <a:pPr marL="914400" lvl="1" indent="-330200" algn="l" rtl="0">
              <a:spcBef>
                <a:spcPts val="0"/>
              </a:spcBef>
              <a:spcAft>
                <a:spcPts val="0"/>
              </a:spcAft>
              <a:buSzPts val="1600"/>
              <a:buChar char="○"/>
            </a:pPr>
            <a:r>
              <a:rPr lang="en"/>
              <a:t>Situations where we feed the model a giant dataset containing only the features</a:t>
            </a:r>
            <a:endParaRPr/>
          </a:p>
          <a:p>
            <a:pPr marL="914400" lvl="1" indent="-330200" algn="l" rtl="0">
              <a:spcBef>
                <a:spcPts val="0"/>
              </a:spcBef>
              <a:spcAft>
                <a:spcPts val="0"/>
              </a:spcAft>
              <a:buSzPts val="1600"/>
              <a:buChar char="○"/>
            </a:pPr>
            <a:r>
              <a:rPr lang="en"/>
              <a:t>Eg: Clustering, Generate synthetic data (uses GAN)</a:t>
            </a:r>
            <a:endParaRPr/>
          </a:p>
          <a:p>
            <a:pPr marL="914400" lvl="1" indent="-330200" algn="l" rtl="0">
              <a:spcBef>
                <a:spcPts val="0"/>
              </a:spcBef>
              <a:spcAft>
                <a:spcPts val="0"/>
              </a:spcAft>
              <a:buSzPts val="1600"/>
              <a:buChar char="○"/>
            </a:pPr>
            <a:r>
              <a:rPr lang="en"/>
              <a:t>You will learn this in Advanced Deep Learning Course and Machine Learning Course</a:t>
            </a:r>
            <a:endParaRPr/>
          </a:p>
          <a:p>
            <a:pPr marL="457200" lvl="0" indent="-355600" algn="l" rtl="0">
              <a:spcBef>
                <a:spcPts val="0"/>
              </a:spcBef>
              <a:spcAft>
                <a:spcPts val="0"/>
              </a:spcAft>
              <a:buSzPts val="2000"/>
              <a:buAutoNum type="arabicPeriod"/>
            </a:pPr>
            <a:r>
              <a:rPr lang="en"/>
              <a:t>Reinforcement Learning</a:t>
            </a:r>
            <a:endParaRPr/>
          </a:p>
          <a:p>
            <a:pPr marL="914400" lvl="1" indent="-330200" algn="l" rtl="0">
              <a:spcBef>
                <a:spcPts val="0"/>
              </a:spcBef>
              <a:spcAft>
                <a:spcPts val="0"/>
              </a:spcAft>
              <a:buSzPts val="1600"/>
              <a:buChar char="○"/>
            </a:pPr>
            <a:r>
              <a:rPr lang="en"/>
              <a:t>Develop an agent that interacts with an environment and takes actions over a series of time steps.</a:t>
            </a:r>
            <a:endParaRPr/>
          </a:p>
          <a:p>
            <a:pPr marL="914400" lvl="1" indent="-330200" algn="l" rtl="0">
              <a:spcBef>
                <a:spcPts val="0"/>
              </a:spcBef>
              <a:spcAft>
                <a:spcPts val="0"/>
              </a:spcAft>
              <a:buSzPts val="1600"/>
              <a:buChar char="○"/>
            </a:pPr>
            <a:r>
              <a:rPr lang="en"/>
              <a:t>You will learn this in Deep Reinforcement Learning Course</a:t>
            </a:r>
            <a:endParaRPr/>
          </a:p>
        </p:txBody>
      </p:sp>
      <p:sp>
        <p:nvSpPr>
          <p:cNvPr id="326" name="Google Shape;326;p51"/>
          <p:cNvSpPr txBox="1">
            <a:spLocks noGrp="1"/>
          </p:cNvSpPr>
          <p:nvPr>
            <p:ph type="sldNum" idx="12"/>
          </p:nvPr>
        </p:nvSpPr>
        <p:spPr>
          <a:xfrm>
            <a:off x="8595300" y="4770774"/>
            <a:ext cx="548700" cy="310800"/>
          </a:xfrm>
          <a:prstGeom prst="rect">
            <a:avLst/>
          </a:prstGeom>
        </p:spPr>
        <p:txBody>
          <a:bodyPr spcFirstLastPara="1" wrap="square" lIns="91425" tIns="91425" rIns="91425" bIns="91425" anchor="ctr" anchorCtr="0">
            <a:normAutofit fontScale="92500" lnSpcReduction="10000"/>
          </a:bodyPr>
          <a:lstStyle/>
          <a:p>
            <a:pPr marL="0" lvl="0" indent="0" algn="r" rtl="0">
              <a:spcBef>
                <a:spcPts val="0"/>
              </a:spcBef>
              <a:spcAft>
                <a:spcPts val="0"/>
              </a:spcAft>
              <a:buNone/>
            </a:pPr>
            <a:fld id="{00000000-1234-1234-1234-123412341234}" type="slidenum">
              <a:rPr lang="en"/>
              <a:t>39</a:t>
            </a:fld>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FCBB9A3C-E3B1-4537-AF7F-FF95BDD3DB42}"/>
                  </a:ext>
                </a:extLst>
              </p14:cNvPr>
              <p14:cNvContentPartPr/>
              <p14:nvPr/>
            </p14:nvContentPartPr>
            <p14:xfrm>
              <a:off x="369720" y="880560"/>
              <a:ext cx="8672040" cy="3799440"/>
            </p14:xfrm>
          </p:contentPart>
        </mc:Choice>
        <mc:Fallback>
          <p:pic>
            <p:nvPicPr>
              <p:cNvPr id="2" name="Ink 1">
                <a:extLst>
                  <a:ext uri="{FF2B5EF4-FFF2-40B4-BE49-F238E27FC236}">
                    <a16:creationId xmlns:a16="http://schemas.microsoft.com/office/drawing/2014/main" id="{FCBB9A3C-E3B1-4537-AF7F-FF95BDD3DB42}"/>
                  </a:ext>
                </a:extLst>
              </p:cNvPr>
              <p:cNvPicPr/>
              <p:nvPr/>
            </p:nvPicPr>
            <p:blipFill>
              <a:blip r:embed="rId4"/>
              <a:stretch>
                <a:fillRect/>
              </a:stretch>
            </p:blipFill>
            <p:spPr>
              <a:xfrm>
                <a:off x="360360" y="871200"/>
                <a:ext cx="8690760" cy="3818160"/>
              </a:xfrm>
              <a:prstGeom prst="rect">
                <a:avLst/>
              </a:prstGeom>
            </p:spPr>
          </p:pic>
        </mc:Fallback>
      </mc:AlternateContent>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52"/>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Supervised Learning</a:t>
            </a:r>
            <a:endParaRPr/>
          </a:p>
        </p:txBody>
      </p:sp>
      <p:sp>
        <p:nvSpPr>
          <p:cNvPr id="332" name="Google Shape;332;p52"/>
          <p:cNvSpPr txBox="1">
            <a:spLocks noGrp="1"/>
          </p:cNvSpPr>
          <p:nvPr>
            <p:ph type="body" idx="1"/>
          </p:nvPr>
        </p:nvSpPr>
        <p:spPr>
          <a:xfrm>
            <a:off x="311700" y="950800"/>
            <a:ext cx="8520600" cy="39636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sz="1800"/>
              <a:t>Each </a:t>
            </a:r>
            <a:r>
              <a:rPr lang="en" sz="1800" b="1"/>
              <a:t>feature–label pair</a:t>
            </a:r>
            <a:r>
              <a:rPr lang="en" sz="1800"/>
              <a:t> is called an example. </a:t>
            </a:r>
            <a:endParaRPr sz="1800"/>
          </a:p>
          <a:p>
            <a:pPr marL="457200" lvl="0" indent="-342900" algn="l" rtl="0">
              <a:spcBef>
                <a:spcPts val="0"/>
              </a:spcBef>
              <a:spcAft>
                <a:spcPts val="0"/>
              </a:spcAft>
              <a:buSzPts val="1800"/>
              <a:buChar char="➔"/>
            </a:pPr>
            <a:r>
              <a:rPr lang="en" sz="1800"/>
              <a:t>Goal is to produce </a:t>
            </a:r>
            <a:r>
              <a:rPr lang="en" sz="1800" b="1"/>
              <a:t>a model that maps any input to a label prediction</a:t>
            </a:r>
            <a:r>
              <a:rPr lang="en" sz="1800"/>
              <a:t>.</a:t>
            </a:r>
            <a:endParaRPr sz="1800"/>
          </a:p>
          <a:p>
            <a:pPr marL="457200" lvl="0" indent="-342900" algn="l" rtl="0">
              <a:spcBef>
                <a:spcPts val="0"/>
              </a:spcBef>
              <a:spcAft>
                <a:spcPts val="0"/>
              </a:spcAft>
              <a:buSzPts val="1800"/>
              <a:buChar char="➔"/>
            </a:pPr>
            <a:r>
              <a:rPr lang="en" sz="1700"/>
              <a:t>The supervision comes into play because for choosing the parameters, we (the supervisors) provide the model with a dataset consisting of labeled examples, where each example is matched with conditional probability of a label given input features.</a:t>
            </a:r>
            <a:endParaRPr sz="1700"/>
          </a:p>
        </p:txBody>
      </p:sp>
      <p:pic>
        <p:nvPicPr>
          <p:cNvPr id="333" name="Google Shape;333;p52"/>
          <p:cNvPicPr preferRelativeResize="0"/>
          <p:nvPr/>
        </p:nvPicPr>
        <p:blipFill>
          <a:blip r:embed="rId3">
            <a:alphaModFix/>
          </a:blip>
          <a:stretch>
            <a:fillRect/>
          </a:stretch>
        </p:blipFill>
        <p:spPr>
          <a:xfrm>
            <a:off x="1452350" y="2779350"/>
            <a:ext cx="6239275" cy="2018050"/>
          </a:xfrm>
          <a:prstGeom prst="rect">
            <a:avLst/>
          </a:prstGeom>
          <a:noFill/>
          <a:ln>
            <a:noFill/>
          </a:ln>
        </p:spPr>
      </p:pic>
      <p:sp>
        <p:nvSpPr>
          <p:cNvPr id="334" name="Google Shape;334;p52"/>
          <p:cNvSpPr txBox="1">
            <a:spLocks noGrp="1"/>
          </p:cNvSpPr>
          <p:nvPr>
            <p:ph type="sldNum" idx="12"/>
          </p:nvPr>
        </p:nvSpPr>
        <p:spPr>
          <a:xfrm>
            <a:off x="8595300" y="4770774"/>
            <a:ext cx="548700" cy="310800"/>
          </a:xfrm>
          <a:prstGeom prst="rect">
            <a:avLst/>
          </a:prstGeom>
        </p:spPr>
        <p:txBody>
          <a:bodyPr spcFirstLastPara="1" wrap="square" lIns="91425" tIns="91425" rIns="91425" bIns="91425" anchor="ctr" anchorCtr="0">
            <a:normAutofit fontScale="92500" lnSpcReduction="10000"/>
          </a:bodyPr>
          <a:lstStyle/>
          <a:p>
            <a:pPr marL="0" lvl="0" indent="0" algn="r" rtl="0">
              <a:spcBef>
                <a:spcPts val="0"/>
              </a:spcBef>
              <a:spcAft>
                <a:spcPts val="0"/>
              </a:spcAft>
              <a:buNone/>
            </a:pPr>
            <a:fld id="{00000000-1234-1234-1234-123412341234}" type="slidenum">
              <a:rPr lang="en"/>
              <a:t>40</a:t>
            </a:fld>
            <a:endParaRPr/>
          </a:p>
        </p:txBody>
      </p:sp>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D904A2A7-10E7-421B-837C-ECF97AA4FD1F}"/>
                  </a:ext>
                </a:extLst>
              </p14:cNvPr>
              <p14:cNvContentPartPr/>
              <p14:nvPr/>
            </p14:nvContentPartPr>
            <p14:xfrm>
              <a:off x="220320" y="2588040"/>
              <a:ext cx="8574480" cy="2178360"/>
            </p14:xfrm>
          </p:contentPart>
        </mc:Choice>
        <mc:Fallback>
          <p:pic>
            <p:nvPicPr>
              <p:cNvPr id="2" name="Ink 1">
                <a:extLst>
                  <a:ext uri="{FF2B5EF4-FFF2-40B4-BE49-F238E27FC236}">
                    <a16:creationId xmlns:a16="http://schemas.microsoft.com/office/drawing/2014/main" id="{D904A2A7-10E7-421B-837C-ECF97AA4FD1F}"/>
                  </a:ext>
                </a:extLst>
              </p:cNvPr>
              <p:cNvPicPr/>
              <p:nvPr/>
            </p:nvPicPr>
            <p:blipFill>
              <a:blip r:embed="rId5"/>
              <a:stretch>
                <a:fillRect/>
              </a:stretch>
            </p:blipFill>
            <p:spPr>
              <a:xfrm>
                <a:off x="210960" y="2578680"/>
                <a:ext cx="8593200" cy="2197080"/>
              </a:xfrm>
              <a:prstGeom prst="rect">
                <a:avLst/>
              </a:prstGeom>
            </p:spPr>
          </p:pic>
        </mc:Fallback>
      </mc:AlternateContent>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53"/>
          <p:cNvSpPr txBox="1">
            <a:spLocks noGrp="1"/>
          </p:cNvSpPr>
          <p:nvPr>
            <p:ph type="title"/>
          </p:nvPr>
        </p:nvSpPr>
        <p:spPr>
          <a:xfrm>
            <a:off x="311700" y="1424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Supervised Learning Tasks</a:t>
            </a:r>
            <a:endParaRPr/>
          </a:p>
        </p:txBody>
      </p:sp>
      <p:sp>
        <p:nvSpPr>
          <p:cNvPr id="340" name="Google Shape;340;p53"/>
          <p:cNvSpPr txBox="1">
            <a:spLocks noGrp="1"/>
          </p:cNvSpPr>
          <p:nvPr>
            <p:ph type="body" idx="1"/>
          </p:nvPr>
        </p:nvSpPr>
        <p:spPr>
          <a:xfrm>
            <a:off x="311700" y="950800"/>
            <a:ext cx="8520600" cy="3963600"/>
          </a:xfrm>
          <a:prstGeom prst="rect">
            <a:avLst/>
          </a:prstGeom>
        </p:spPr>
        <p:txBody>
          <a:bodyPr spcFirstLastPara="1" wrap="square" lIns="91425" tIns="91425" rIns="91425" bIns="91425" anchor="t" anchorCtr="0">
            <a:normAutofit/>
          </a:bodyPr>
          <a:lstStyle/>
          <a:p>
            <a:pPr marL="457200" lvl="0" indent="-355600" algn="l" rtl="0">
              <a:spcBef>
                <a:spcPts val="0"/>
              </a:spcBef>
              <a:spcAft>
                <a:spcPts val="0"/>
              </a:spcAft>
              <a:buSzPts val="2000"/>
              <a:buChar char="➔"/>
            </a:pPr>
            <a:r>
              <a:rPr lang="en"/>
              <a:t>Regression </a:t>
            </a:r>
            <a:endParaRPr/>
          </a:p>
          <a:p>
            <a:pPr marL="914400" lvl="1" indent="-330200" algn="l" rtl="0">
              <a:spcBef>
                <a:spcPts val="0"/>
              </a:spcBef>
              <a:spcAft>
                <a:spcPts val="0"/>
              </a:spcAft>
              <a:buSzPts val="1600"/>
              <a:buChar char="◆"/>
            </a:pPr>
            <a:r>
              <a:rPr lang="en"/>
              <a:t>how much or how many question</a:t>
            </a:r>
            <a:endParaRPr/>
          </a:p>
          <a:p>
            <a:pPr marL="457200" lvl="0" indent="-355600" algn="l" rtl="0">
              <a:spcBef>
                <a:spcPts val="0"/>
              </a:spcBef>
              <a:spcAft>
                <a:spcPts val="0"/>
              </a:spcAft>
              <a:buSzPts val="2000"/>
              <a:buChar char="➔"/>
            </a:pPr>
            <a:r>
              <a:rPr lang="en"/>
              <a:t>Classification</a:t>
            </a:r>
            <a:endParaRPr/>
          </a:p>
          <a:p>
            <a:pPr marL="914400" lvl="1" indent="-330200" algn="l" rtl="0">
              <a:spcBef>
                <a:spcPts val="0"/>
              </a:spcBef>
              <a:spcAft>
                <a:spcPts val="0"/>
              </a:spcAft>
              <a:buSzPts val="1600"/>
              <a:buChar char="◆"/>
            </a:pPr>
            <a:r>
              <a:rPr lang="en"/>
              <a:t>Binary classification</a:t>
            </a:r>
            <a:endParaRPr/>
          </a:p>
          <a:p>
            <a:pPr marL="914400" lvl="1" indent="-330200" algn="l" rtl="0">
              <a:spcBef>
                <a:spcPts val="0"/>
              </a:spcBef>
              <a:spcAft>
                <a:spcPts val="0"/>
              </a:spcAft>
              <a:buSzPts val="1600"/>
              <a:buChar char="◆"/>
            </a:pPr>
            <a:r>
              <a:rPr lang="en"/>
              <a:t>Multi-class classification</a:t>
            </a:r>
            <a:endParaRPr/>
          </a:p>
          <a:p>
            <a:pPr marL="914400" lvl="1" indent="-330200" algn="l" rtl="0">
              <a:spcBef>
                <a:spcPts val="0"/>
              </a:spcBef>
              <a:spcAft>
                <a:spcPts val="0"/>
              </a:spcAft>
              <a:buSzPts val="1600"/>
              <a:buChar char="◆"/>
            </a:pPr>
            <a:r>
              <a:rPr lang="en"/>
              <a:t>Multi-label classification</a:t>
            </a:r>
            <a:endParaRPr/>
          </a:p>
          <a:p>
            <a:pPr marL="457200" lvl="0" indent="-355600" algn="l" rtl="0">
              <a:spcBef>
                <a:spcPts val="0"/>
              </a:spcBef>
              <a:spcAft>
                <a:spcPts val="0"/>
              </a:spcAft>
              <a:buSzPts val="2000"/>
              <a:buChar char="➔"/>
            </a:pPr>
            <a:r>
              <a:rPr lang="en"/>
              <a:t>Recommender systems</a:t>
            </a:r>
            <a:endParaRPr/>
          </a:p>
          <a:p>
            <a:pPr marL="457200" lvl="0" indent="-355600" algn="l" rtl="0">
              <a:spcBef>
                <a:spcPts val="0"/>
              </a:spcBef>
              <a:spcAft>
                <a:spcPts val="0"/>
              </a:spcAft>
              <a:buSzPts val="2000"/>
              <a:buChar char="➔"/>
            </a:pPr>
            <a:r>
              <a:rPr lang="en"/>
              <a:t>Sequence Learning</a:t>
            </a:r>
            <a:endParaRPr/>
          </a:p>
          <a:p>
            <a:pPr marL="914400" lvl="1" indent="-330200" algn="l" rtl="0">
              <a:spcBef>
                <a:spcPts val="0"/>
              </a:spcBef>
              <a:spcAft>
                <a:spcPts val="0"/>
              </a:spcAft>
              <a:buSzPts val="1600"/>
              <a:buChar char="◆"/>
            </a:pPr>
            <a:r>
              <a:rPr lang="en"/>
              <a:t>Tagging and Parsing</a:t>
            </a:r>
            <a:endParaRPr/>
          </a:p>
          <a:p>
            <a:pPr marL="914400" lvl="1" indent="-330200" algn="l" rtl="0">
              <a:spcBef>
                <a:spcPts val="0"/>
              </a:spcBef>
              <a:spcAft>
                <a:spcPts val="0"/>
              </a:spcAft>
              <a:buSzPts val="1600"/>
              <a:buChar char="◆"/>
            </a:pPr>
            <a:r>
              <a:rPr lang="en"/>
              <a:t>Automatic speech recognition</a:t>
            </a:r>
            <a:endParaRPr/>
          </a:p>
          <a:p>
            <a:pPr marL="914400" lvl="1" indent="-330200" algn="l" rtl="0">
              <a:spcBef>
                <a:spcPts val="0"/>
              </a:spcBef>
              <a:spcAft>
                <a:spcPts val="0"/>
              </a:spcAft>
              <a:buSzPts val="1600"/>
              <a:buChar char="◆"/>
            </a:pPr>
            <a:r>
              <a:rPr lang="en"/>
              <a:t>Text to speech</a:t>
            </a:r>
            <a:endParaRPr/>
          </a:p>
          <a:p>
            <a:pPr marL="914400" lvl="1" indent="-330200" algn="l" rtl="0">
              <a:spcBef>
                <a:spcPts val="0"/>
              </a:spcBef>
              <a:spcAft>
                <a:spcPts val="0"/>
              </a:spcAft>
              <a:buSzPts val="1600"/>
              <a:buChar char="◆"/>
            </a:pPr>
            <a:r>
              <a:rPr lang="en"/>
              <a:t>Machine translation</a:t>
            </a:r>
            <a:endParaRPr/>
          </a:p>
          <a:p>
            <a:pPr marL="0" lvl="0" indent="0" algn="l" rtl="0">
              <a:spcBef>
                <a:spcPts val="1200"/>
              </a:spcBef>
              <a:spcAft>
                <a:spcPts val="1200"/>
              </a:spcAft>
              <a:buNone/>
            </a:pPr>
            <a:endParaRPr/>
          </a:p>
        </p:txBody>
      </p:sp>
      <p:sp>
        <p:nvSpPr>
          <p:cNvPr id="341" name="Google Shape;341;p53"/>
          <p:cNvSpPr txBox="1">
            <a:spLocks noGrp="1"/>
          </p:cNvSpPr>
          <p:nvPr>
            <p:ph type="sldNum" idx="12"/>
          </p:nvPr>
        </p:nvSpPr>
        <p:spPr>
          <a:xfrm>
            <a:off x="8595300" y="4770774"/>
            <a:ext cx="548700" cy="310800"/>
          </a:xfrm>
          <a:prstGeom prst="rect">
            <a:avLst/>
          </a:prstGeom>
        </p:spPr>
        <p:txBody>
          <a:bodyPr spcFirstLastPara="1" wrap="square" lIns="91425" tIns="91425" rIns="91425" bIns="91425" anchor="ctr" anchorCtr="0">
            <a:normAutofit fontScale="92500" lnSpcReduction="10000"/>
          </a:bodyPr>
          <a:lstStyle/>
          <a:p>
            <a:pPr marL="0" lvl="0" indent="0" algn="r" rtl="0">
              <a:spcBef>
                <a:spcPts val="0"/>
              </a:spcBef>
              <a:spcAft>
                <a:spcPts val="0"/>
              </a:spcAft>
              <a:buNone/>
            </a:pPr>
            <a:fld id="{00000000-1234-1234-1234-123412341234}" type="slidenum">
              <a:rPr lang="en"/>
              <a:t>41</a:t>
            </a:fld>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27F340BB-1C40-4CE6-A8C9-3DB27E5132EC}"/>
                  </a:ext>
                </a:extLst>
              </p14:cNvPr>
              <p14:cNvContentPartPr/>
              <p14:nvPr/>
            </p14:nvContentPartPr>
            <p14:xfrm>
              <a:off x="2306160" y="1006920"/>
              <a:ext cx="1594440" cy="2366280"/>
            </p14:xfrm>
          </p:contentPart>
        </mc:Choice>
        <mc:Fallback>
          <p:pic>
            <p:nvPicPr>
              <p:cNvPr id="2" name="Ink 1">
                <a:extLst>
                  <a:ext uri="{FF2B5EF4-FFF2-40B4-BE49-F238E27FC236}">
                    <a16:creationId xmlns:a16="http://schemas.microsoft.com/office/drawing/2014/main" id="{27F340BB-1C40-4CE6-A8C9-3DB27E5132EC}"/>
                  </a:ext>
                </a:extLst>
              </p:cNvPr>
              <p:cNvPicPr/>
              <p:nvPr/>
            </p:nvPicPr>
            <p:blipFill>
              <a:blip r:embed="rId4"/>
              <a:stretch>
                <a:fillRect/>
              </a:stretch>
            </p:blipFill>
            <p:spPr>
              <a:xfrm>
                <a:off x="2296800" y="997560"/>
                <a:ext cx="1613160" cy="2385000"/>
              </a:xfrm>
              <a:prstGeom prst="rect">
                <a:avLst/>
              </a:prstGeom>
            </p:spPr>
          </p:pic>
        </mc:Fallback>
      </mc:AlternateContent>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45"/>
        <p:cNvGrpSpPr/>
        <p:nvPr/>
      </p:nvGrpSpPr>
      <p:grpSpPr>
        <a:xfrm>
          <a:off x="0" y="0"/>
          <a:ext cx="0" cy="0"/>
          <a:chOff x="0" y="0"/>
          <a:chExt cx="0" cy="0"/>
        </a:xfrm>
      </p:grpSpPr>
      <p:sp>
        <p:nvSpPr>
          <p:cNvPr id="346" name="Google Shape;346;p54"/>
          <p:cNvSpPr txBox="1">
            <a:spLocks noGrp="1"/>
          </p:cNvSpPr>
          <p:nvPr>
            <p:ph type="title"/>
          </p:nvPr>
        </p:nvSpPr>
        <p:spPr>
          <a:xfrm>
            <a:off x="1127500" y="2150850"/>
            <a:ext cx="7704600" cy="841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SzPts val="990"/>
              <a:buNone/>
            </a:pPr>
            <a:r>
              <a:rPr lang="en" sz="3040"/>
              <a:t>Further Reading</a:t>
            </a:r>
            <a:endParaRPr sz="3040"/>
          </a:p>
          <a:p>
            <a:pPr marL="0" lvl="0" indent="0" algn="l" rtl="0">
              <a:spcBef>
                <a:spcPts val="0"/>
              </a:spcBef>
              <a:spcAft>
                <a:spcPts val="0"/>
              </a:spcAft>
              <a:buSzPts val="990"/>
              <a:buNone/>
            </a:pPr>
            <a:r>
              <a:rPr lang="en" sz="3040"/>
              <a:t>Dive into Deep Learning (T1)</a:t>
            </a:r>
            <a:endParaRPr sz="3040"/>
          </a:p>
          <a:p>
            <a:pPr marL="0" lvl="0" indent="0" algn="l" rtl="0">
              <a:spcBef>
                <a:spcPts val="0"/>
              </a:spcBef>
              <a:spcAft>
                <a:spcPts val="0"/>
              </a:spcAft>
              <a:buNone/>
            </a:pPr>
            <a:r>
              <a:rPr lang="en" sz="3040"/>
              <a:t>Chapter 1 </a:t>
            </a:r>
            <a:endParaRPr sz="3040"/>
          </a:p>
        </p:txBody>
      </p:sp>
      <p:sp>
        <p:nvSpPr>
          <p:cNvPr id="347" name="Google Shape;347;p5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42</a:t>
            </a:fld>
            <a:endParaRPr/>
          </a:p>
        </p:txBody>
      </p:sp>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EB265100-8B08-4B32-94EE-BC85B4E35E8A}"/>
                  </a:ext>
                </a:extLst>
              </p14:cNvPr>
              <p14:cNvContentPartPr/>
              <p14:nvPr/>
            </p14:nvContentPartPr>
            <p14:xfrm>
              <a:off x="3324240" y="300240"/>
              <a:ext cx="5707440" cy="4505040"/>
            </p14:xfrm>
          </p:contentPart>
        </mc:Choice>
        <mc:Fallback>
          <p:pic>
            <p:nvPicPr>
              <p:cNvPr id="2" name="Ink 1">
                <a:extLst>
                  <a:ext uri="{FF2B5EF4-FFF2-40B4-BE49-F238E27FC236}">
                    <a16:creationId xmlns:a16="http://schemas.microsoft.com/office/drawing/2014/main" id="{EB265100-8B08-4B32-94EE-BC85B4E35E8A}"/>
                  </a:ext>
                </a:extLst>
              </p:cNvPr>
              <p:cNvPicPr/>
              <p:nvPr/>
            </p:nvPicPr>
            <p:blipFill>
              <a:blip r:embed="rId5"/>
              <a:stretch>
                <a:fillRect/>
              </a:stretch>
            </p:blipFill>
            <p:spPr>
              <a:xfrm>
                <a:off x="3314880" y="290880"/>
                <a:ext cx="5726160" cy="4523760"/>
              </a:xfrm>
              <a:prstGeom prst="rect">
                <a:avLst/>
              </a:prstGeom>
            </p:spPr>
          </p:pic>
        </mc:Fallback>
      </mc:AlternateContent>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FolderType xmlns="15d03a25-cda5-4943-9684-7d18d97bb3bc" xsi:nil="true"/>
    <CultureName xmlns="15d03a25-cda5-4943-9684-7d18d97bb3bc" xsi:nil="true"/>
    <LMS_Mappings xmlns="15d03a25-cda5-4943-9684-7d18d97bb3bc" xsi:nil="true"/>
    <Invited_Students xmlns="15d03a25-cda5-4943-9684-7d18d97bb3bc" xsi:nil="true"/>
    <IsNotebookLocked xmlns="15d03a25-cda5-4943-9684-7d18d97bb3bc" xsi:nil="true"/>
    <Math_Settings xmlns="15d03a25-cda5-4943-9684-7d18d97bb3bc" xsi:nil="true"/>
    <Self_Registration_Enabled xmlns="15d03a25-cda5-4943-9684-7d18d97bb3bc" xsi:nil="true"/>
    <Teachers xmlns="15d03a25-cda5-4943-9684-7d18d97bb3bc">
      <UserInfo>
        <DisplayName/>
        <AccountId xsi:nil="true"/>
        <AccountType/>
      </UserInfo>
    </Teachers>
    <Students xmlns="15d03a25-cda5-4943-9684-7d18d97bb3bc">
      <UserInfo>
        <DisplayName/>
        <AccountId xsi:nil="true"/>
        <AccountType/>
      </UserInfo>
    </Students>
    <Student_Groups xmlns="15d03a25-cda5-4943-9684-7d18d97bb3bc">
      <UserInfo>
        <DisplayName/>
        <AccountId xsi:nil="true"/>
        <AccountType/>
      </UserInfo>
    </Student_Groups>
    <Templates xmlns="15d03a25-cda5-4943-9684-7d18d97bb3bc" xsi:nil="true"/>
    <Has_Teacher_Only_SectionGroup xmlns="15d03a25-cda5-4943-9684-7d18d97bb3bc" xsi:nil="true"/>
    <NotebookType xmlns="15d03a25-cda5-4943-9684-7d18d97bb3bc" xsi:nil="true"/>
    <Distribution_Groups xmlns="15d03a25-cda5-4943-9684-7d18d97bb3bc" xsi:nil="true"/>
    <AppVersion xmlns="15d03a25-cda5-4943-9684-7d18d97bb3bc" xsi:nil="true"/>
    <Invited_Teachers xmlns="15d03a25-cda5-4943-9684-7d18d97bb3bc" xsi:nil="true"/>
    <Teams_Channel_Section_Location xmlns="15d03a25-cda5-4943-9684-7d18d97bb3bc" xsi:nil="true"/>
    <Owner xmlns="15d03a25-cda5-4943-9684-7d18d97bb3bc">
      <UserInfo>
        <DisplayName/>
        <AccountId xsi:nil="true"/>
        <AccountType/>
      </UserInfo>
    </Owner>
    <DefaultSectionNames xmlns="15d03a25-cda5-4943-9684-7d18d97bb3bc" xsi:nil="true"/>
    <TeamsChannelId xmlns="15d03a25-cda5-4943-9684-7d18d97bb3bc" xsi:nil="true"/>
    <Is_Collaboration_Space_Locked xmlns="15d03a25-cda5-4943-9684-7d18d97bb3bc" xsi:nil="true"/>
    <lcf76f155ced4ddcb4097134ff3c332f xmlns="15d03a25-cda5-4943-9684-7d18d97bb3bc">
      <Terms xmlns="http://schemas.microsoft.com/office/infopath/2007/PartnerControls"/>
    </lcf76f155ced4ddcb4097134ff3c332f>
    <TaxCatchAll xmlns="1abdae7a-7178-4d1e-9626-01799792f2da"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35A758FEF1429047AE09681CC0F7D167" ma:contentTypeVersion="32" ma:contentTypeDescription="Create a new document." ma:contentTypeScope="" ma:versionID="3cc9eea3c93da11051d03eb207c3e8d9">
  <xsd:schema xmlns:xsd="http://www.w3.org/2001/XMLSchema" xmlns:xs="http://www.w3.org/2001/XMLSchema" xmlns:p="http://schemas.microsoft.com/office/2006/metadata/properties" xmlns:ns2="15d03a25-cda5-4943-9684-7d18d97bb3bc" xmlns:ns3="1abdae7a-7178-4d1e-9626-01799792f2da" targetNamespace="http://schemas.microsoft.com/office/2006/metadata/properties" ma:root="true" ma:fieldsID="d17908732c7da64ac608df74847bd303" ns2:_="" ns3:_="">
    <xsd:import namespace="15d03a25-cda5-4943-9684-7d18d97bb3bc"/>
    <xsd:import namespace="1abdae7a-7178-4d1e-9626-01799792f2d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Teachers" minOccurs="0"/>
                <xsd:element ref="ns2:Students" minOccurs="0"/>
                <xsd:element ref="ns2:Student_Groups" minOccurs="0"/>
                <xsd:element ref="ns2:Distribution_Groups" minOccurs="0"/>
                <xsd:element ref="ns2:LMS_Mappings" minOccurs="0"/>
                <xsd:element ref="ns2:Invited_Teachers" minOccurs="0"/>
                <xsd:element ref="ns2:Invited_Students" minOccurs="0"/>
                <xsd:element ref="ns2:Self_Registration_Enabled" minOccurs="0"/>
                <xsd:element ref="ns2:Has_Teacher_Only_SectionGroup" minOccurs="0"/>
                <xsd:element ref="ns2:Is_Collaboration_Space_Locked" minOccurs="0"/>
                <xsd:element ref="ns2:IsNotebookLocked" minOccurs="0"/>
                <xsd:element ref="ns2:Teams_Channel_Section_Location"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d03a25-cda5-4943-9684-7d18d97bb3b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NotebookType" ma:index="11" nillable="true" ma:displayName="Notebook Type" ma:internalName="NotebookType">
      <xsd:simpleType>
        <xsd:restriction base="dms:Text"/>
      </xsd:simpleType>
    </xsd:element>
    <xsd:element name="FolderType" ma:index="12" nillable="true" ma:displayName="Folder Type" ma:internalName="FolderType">
      <xsd:simpleType>
        <xsd:restriction base="dms:Text"/>
      </xsd:simpleType>
    </xsd:element>
    <xsd:element name="CultureName" ma:index="13" nillable="true" ma:displayName="Culture Name" ma:internalName="CultureName">
      <xsd:simpleType>
        <xsd:restriction base="dms:Text"/>
      </xsd:simpleType>
    </xsd:element>
    <xsd:element name="AppVersion" ma:index="14" nillable="true" ma:displayName="App Version" ma:internalName="AppVersion">
      <xsd:simpleType>
        <xsd:restriction base="dms:Text"/>
      </xsd:simpleType>
    </xsd:element>
    <xsd:element name="TeamsChannelId" ma:index="15" nillable="true" ma:displayName="Teams Channel Id" ma:internalName="TeamsChannelId">
      <xsd:simpleType>
        <xsd:restriction base="dms:Text"/>
      </xsd:simpleType>
    </xsd:element>
    <xsd:element name="Owner" ma:index="16"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17" nillable="true" ma:displayName="Math Settings" ma:internalName="Math_Settings">
      <xsd:simpleType>
        <xsd:restriction base="dms:Text"/>
      </xsd:simpleType>
    </xsd:element>
    <xsd:element name="DefaultSectionNames" ma:index="18" nillable="true" ma:displayName="Default Section Names" ma:internalName="DefaultSectionNames">
      <xsd:simpleType>
        <xsd:restriction base="dms:Note">
          <xsd:maxLength value="255"/>
        </xsd:restriction>
      </xsd:simpleType>
    </xsd:element>
    <xsd:element name="Templates" ma:index="19" nillable="true" ma:displayName="Templates" ma:internalName="Templates">
      <xsd:simpleType>
        <xsd:restriction base="dms:Note">
          <xsd:maxLength value="255"/>
        </xsd:restriction>
      </xsd:simpleType>
    </xsd:element>
    <xsd:element name="Teachers" ma:index="20"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21"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22"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23" nillable="true" ma:displayName="Distribution Groups" ma:internalName="Distribution_Groups">
      <xsd:simpleType>
        <xsd:restriction base="dms:Note">
          <xsd:maxLength value="255"/>
        </xsd:restriction>
      </xsd:simpleType>
    </xsd:element>
    <xsd:element name="LMS_Mappings" ma:index="24" nillable="true" ma:displayName="LMS Mappings" ma:internalName="LMS_Mappings">
      <xsd:simpleType>
        <xsd:restriction base="dms:Note">
          <xsd:maxLength value="255"/>
        </xsd:restriction>
      </xsd:simpleType>
    </xsd:element>
    <xsd:element name="Invited_Teachers" ma:index="25" nillable="true" ma:displayName="Invited Teachers" ma:internalName="Invited_Teachers">
      <xsd:simpleType>
        <xsd:restriction base="dms:Note">
          <xsd:maxLength value="255"/>
        </xsd:restriction>
      </xsd:simpleType>
    </xsd:element>
    <xsd:element name="Invited_Students" ma:index="26" nillable="true" ma:displayName="Invited Students" ma:internalName="Invited_Students">
      <xsd:simpleType>
        <xsd:restriction base="dms:Note">
          <xsd:maxLength value="255"/>
        </xsd:restriction>
      </xsd:simpleType>
    </xsd:element>
    <xsd:element name="Self_Registration_Enabled" ma:index="27" nillable="true" ma:displayName="Self Registration Enabled" ma:internalName="Self_Registration_Enabled">
      <xsd:simpleType>
        <xsd:restriction base="dms:Boolean"/>
      </xsd:simpleType>
    </xsd:element>
    <xsd:element name="Has_Teacher_Only_SectionGroup" ma:index="28" nillable="true" ma:displayName="Has Teacher Only SectionGroup" ma:internalName="Has_Teacher_Only_SectionGroup">
      <xsd:simpleType>
        <xsd:restriction base="dms:Boolean"/>
      </xsd:simpleType>
    </xsd:element>
    <xsd:element name="Is_Collaboration_Space_Locked" ma:index="29" nillable="true" ma:displayName="Is Collaboration Space Locked" ma:internalName="Is_Collaboration_Space_Locked">
      <xsd:simpleType>
        <xsd:restriction base="dms:Boolean"/>
      </xsd:simpleType>
    </xsd:element>
    <xsd:element name="IsNotebookLocked" ma:index="30" nillable="true" ma:displayName="Is Notebook Locked" ma:internalName="IsNotebookLocked">
      <xsd:simpleType>
        <xsd:restriction base="dms:Boolean"/>
      </xsd:simpleType>
    </xsd:element>
    <xsd:element name="Teams_Channel_Section_Location" ma:index="31" nillable="true" ma:displayName="Teams Channel Section Location" ma:internalName="Teams_Channel_Section_Location">
      <xsd:simpleType>
        <xsd:restriction base="dms:Text"/>
      </xsd:simpleType>
    </xsd:element>
    <xsd:element name="MediaServiceDateTaken" ma:index="32" nillable="true" ma:displayName="MediaServiceDateTaken" ma:hidden="true" ma:indexed="true" ma:internalName="MediaServiceDateTaken" ma:readOnly="true">
      <xsd:simpleType>
        <xsd:restriction base="dms:Text"/>
      </xsd:simpleType>
    </xsd:element>
    <xsd:element name="MediaServiceGenerationTime" ma:index="33" nillable="true" ma:displayName="MediaServiceGenerationTime" ma:hidden="true" ma:internalName="MediaServiceGenerationTime" ma:readOnly="true">
      <xsd:simpleType>
        <xsd:restriction base="dms:Text"/>
      </xsd:simpleType>
    </xsd:element>
    <xsd:element name="MediaServiceEventHashCode" ma:index="34" nillable="true" ma:displayName="MediaServiceEventHashCode" ma:hidden="true" ma:internalName="MediaServiceEventHashCode" ma:readOnly="true">
      <xsd:simpleType>
        <xsd:restriction base="dms:Text"/>
      </xsd:simpleType>
    </xsd:element>
    <xsd:element name="MediaLengthInSeconds" ma:index="35" nillable="true" ma:displayName="MediaLengthInSeconds" ma:hidden="true" ma:internalName="MediaLengthInSeconds" ma:readOnly="true">
      <xsd:simpleType>
        <xsd:restriction base="dms:Unknown"/>
      </xsd:simpleType>
    </xsd:element>
    <xsd:element name="lcf76f155ced4ddcb4097134ff3c332f" ma:index="37" nillable="true" ma:taxonomy="true" ma:internalName="lcf76f155ced4ddcb4097134ff3c332f" ma:taxonomyFieldName="MediaServiceImageTags" ma:displayName="Image Tags" ma:readOnly="false" ma:fieldId="{5cf76f15-5ced-4ddc-b409-7134ff3c332f}" ma:taxonomyMulti="true" ma:sspId="eb8cb680-6a83-4177-80f4-b15e2230c4d8" ma:termSetId="09814cd3-568e-fe90-9814-8d621ff8fb84" ma:anchorId="fba54fb3-c3e1-fe81-a776-ca4b69148c4d" ma:open="true" ma:isKeyword="false">
      <xsd:complexType>
        <xsd:sequence>
          <xsd:element ref="pc:Terms" minOccurs="0" maxOccurs="1"/>
        </xsd:sequence>
      </xsd:complexType>
    </xsd:element>
    <xsd:element name="MediaServiceOCR" ma:index="3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abdae7a-7178-4d1e-9626-01799792f2da" elementFormDefault="qualified">
    <xsd:import namespace="http://schemas.microsoft.com/office/2006/documentManagement/types"/>
    <xsd:import namespace="http://schemas.microsoft.com/office/infopath/2007/PartnerControls"/>
    <xsd:element name="TaxCatchAll" ma:index="38" nillable="true" ma:displayName="Taxonomy Catch All Column" ma:hidden="true" ma:list="{fbd1a042-5d1e-465b-a2c9-390947662074}" ma:internalName="TaxCatchAll" ma:showField="CatchAllData" ma:web="1abdae7a-7178-4d1e-9626-01799792f2d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3F8F9CB-BB7F-4B6A-BC4A-951E75F7FA9B}">
  <ds:schemaRefs>
    <ds:schemaRef ds:uri="http://schemas.microsoft.com/office/2006/metadata/properties"/>
    <ds:schemaRef ds:uri="http://schemas.microsoft.com/office/infopath/2007/PartnerControls"/>
    <ds:schemaRef ds:uri="0a2451e9-b2b7-43a3-aada-52e3e0c35c47"/>
  </ds:schemaRefs>
</ds:datastoreItem>
</file>

<file path=customXml/itemProps2.xml><?xml version="1.0" encoding="utf-8"?>
<ds:datastoreItem xmlns:ds="http://schemas.openxmlformats.org/officeDocument/2006/customXml" ds:itemID="{AED344CE-67A5-4D42-BF77-2B2B2E245C35}">
  <ds:schemaRefs>
    <ds:schemaRef ds:uri="http://schemas.microsoft.com/sharepoint/v3/contenttype/forms"/>
  </ds:schemaRefs>
</ds:datastoreItem>
</file>

<file path=customXml/itemProps3.xml><?xml version="1.0" encoding="utf-8"?>
<ds:datastoreItem xmlns:ds="http://schemas.openxmlformats.org/officeDocument/2006/customXml" ds:itemID="{5D9DF08D-E067-4998-9045-E0F0DF37D1FC}"/>
</file>

<file path=docProps/app.xml><?xml version="1.0" encoding="utf-8"?>
<Properties xmlns="http://schemas.openxmlformats.org/officeDocument/2006/extended-properties" xmlns:vt="http://schemas.openxmlformats.org/officeDocument/2006/docPropsVTypes">
  <TotalTime>132</TotalTime>
  <Words>2271</Words>
  <Application>Microsoft Office PowerPoint</Application>
  <PresentationFormat>On-screen Show (16:9)</PresentationFormat>
  <Paragraphs>265</Paragraphs>
  <Slides>42</Slides>
  <Notes>42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42</vt:i4>
      </vt:variant>
    </vt:vector>
  </HeadingPairs>
  <TitlesOfParts>
    <vt:vector size="45" baseType="lpstr">
      <vt:lpstr>Arial</vt:lpstr>
      <vt:lpstr>Calibri</vt:lpstr>
      <vt:lpstr>Simple Light</vt:lpstr>
      <vt:lpstr>Deep Neural Networks (AIML ZG565)</vt:lpstr>
      <vt:lpstr>The author of this deck, Prof. Seetha Parameswaran, is gratefully acknowledging the authors who made their course materials freely available online.</vt:lpstr>
      <vt:lpstr>Course Logistics</vt:lpstr>
      <vt:lpstr>What we Learn…. (Module Structure)</vt:lpstr>
      <vt:lpstr>Books</vt:lpstr>
      <vt:lpstr>Evaluation Components and Schedule</vt:lpstr>
      <vt:lpstr>Course Logistics</vt:lpstr>
      <vt:lpstr>Honour Code</vt:lpstr>
      <vt:lpstr>In case of Queries regarding the course….</vt:lpstr>
      <vt:lpstr>What is Deep Learning?</vt:lpstr>
      <vt:lpstr>Definitions of Deep Learning</vt:lpstr>
      <vt:lpstr>Where in AI sits DL?</vt:lpstr>
      <vt:lpstr>AI - ML - DL </vt:lpstr>
      <vt:lpstr>Deep (Machine) Learning</vt:lpstr>
      <vt:lpstr>Why Deep Learning?</vt:lpstr>
      <vt:lpstr>Why Deep Learning?</vt:lpstr>
      <vt:lpstr>Why deep learning?</vt:lpstr>
      <vt:lpstr>Deep Learning Timeline</vt:lpstr>
      <vt:lpstr>Applications of Deep Learning</vt:lpstr>
      <vt:lpstr>Breakthroughs with Neural Networks</vt:lpstr>
      <vt:lpstr>Breakthroughs with Neural Networks</vt:lpstr>
      <vt:lpstr>Breakthroughs with Neural Networks</vt:lpstr>
      <vt:lpstr>Breakthroughs with Neural Networks</vt:lpstr>
      <vt:lpstr>Breakthroughs with Neural Networks</vt:lpstr>
      <vt:lpstr>Breakthroughs with Neural Networks</vt:lpstr>
      <vt:lpstr>Applications of Deep Learning</vt:lpstr>
      <vt:lpstr>Many more applications….</vt:lpstr>
      <vt:lpstr>Key components of DL problem</vt:lpstr>
      <vt:lpstr>Core components of DL problem</vt:lpstr>
      <vt:lpstr>Data</vt:lpstr>
      <vt:lpstr>Data</vt:lpstr>
      <vt:lpstr>2. Model</vt:lpstr>
      <vt:lpstr>3. Objective Function</vt:lpstr>
      <vt:lpstr>4. Learning Algorithms</vt:lpstr>
      <vt:lpstr>Example of the Framework</vt:lpstr>
      <vt:lpstr>How to Create a Model?</vt:lpstr>
      <vt:lpstr>Train the Model</vt:lpstr>
      <vt:lpstr>Kinds of Deep Learning Problems</vt:lpstr>
      <vt:lpstr>Learning Problems</vt:lpstr>
      <vt:lpstr>Supervised Learning</vt:lpstr>
      <vt:lpstr>Supervised Learning Tasks</vt:lpstr>
      <vt:lpstr>Further Reading Dive into Deep Learning (T1) Chapter 1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 Neural Network(AIML ZG565)</dc:title>
  <cp:lastModifiedBy>BITS</cp:lastModifiedBy>
  <cp:revision>3</cp:revision>
  <dcterms:modified xsi:type="dcterms:W3CDTF">2026-04-26T07:09:24Z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0x01010035A758FEF1429047AE09681CC0F7D167</vt:lpwstr>
  </property>
</Properties>
</file>