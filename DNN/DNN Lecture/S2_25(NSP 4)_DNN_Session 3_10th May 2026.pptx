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ink/ink1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6.xml" ContentType="application/inkml+xml"/>
  <Override PartName="/ppt/notesSlides/notesSlide5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801" r:id="rId5"/>
    <p:sldMasterId id="2147483851" r:id="rId6"/>
    <p:sldMasterId id="2147483860" r:id="rId7"/>
    <p:sldMasterId id="2147483866" r:id="rId8"/>
    <p:sldMasterId id="2147483872" r:id="rId9"/>
    <p:sldMasterId id="2147483878" r:id="rId10"/>
  </p:sldMasterIdLst>
  <p:notesMasterIdLst>
    <p:notesMasterId r:id="rId58"/>
  </p:notesMasterIdLst>
  <p:sldIdLst>
    <p:sldId id="346" r:id="rId11"/>
    <p:sldId id="347" r:id="rId12"/>
    <p:sldId id="421" r:id="rId13"/>
    <p:sldId id="422" r:id="rId14"/>
    <p:sldId id="423" r:id="rId15"/>
    <p:sldId id="424" r:id="rId16"/>
    <p:sldId id="425" r:id="rId17"/>
    <p:sldId id="428" r:id="rId18"/>
    <p:sldId id="429" r:id="rId19"/>
    <p:sldId id="431" r:id="rId20"/>
    <p:sldId id="435" r:id="rId21"/>
    <p:sldId id="436" r:id="rId22"/>
    <p:sldId id="437" r:id="rId23"/>
    <p:sldId id="438" r:id="rId24"/>
    <p:sldId id="439" r:id="rId25"/>
    <p:sldId id="440" r:id="rId26"/>
    <p:sldId id="441" r:id="rId27"/>
    <p:sldId id="442" r:id="rId28"/>
    <p:sldId id="443" r:id="rId29"/>
    <p:sldId id="445" r:id="rId30"/>
    <p:sldId id="446" r:id="rId31"/>
    <p:sldId id="447" r:id="rId32"/>
    <p:sldId id="448" r:id="rId33"/>
    <p:sldId id="449" r:id="rId34"/>
    <p:sldId id="450" r:id="rId35"/>
    <p:sldId id="451" r:id="rId36"/>
    <p:sldId id="452" r:id="rId37"/>
    <p:sldId id="453" r:id="rId38"/>
    <p:sldId id="454" r:id="rId39"/>
    <p:sldId id="455" r:id="rId40"/>
    <p:sldId id="456" r:id="rId41"/>
    <p:sldId id="457" r:id="rId42"/>
    <p:sldId id="458" r:id="rId43"/>
    <p:sldId id="459" r:id="rId44"/>
    <p:sldId id="460" r:id="rId45"/>
    <p:sldId id="462" r:id="rId46"/>
    <p:sldId id="463" r:id="rId47"/>
    <p:sldId id="464" r:id="rId48"/>
    <p:sldId id="465" r:id="rId49"/>
    <p:sldId id="466" r:id="rId50"/>
    <p:sldId id="467" r:id="rId51"/>
    <p:sldId id="468" r:id="rId52"/>
    <p:sldId id="469" r:id="rId53"/>
    <p:sldId id="471" r:id="rId54"/>
    <p:sldId id="470" r:id="rId55"/>
    <p:sldId id="472" r:id="rId56"/>
    <p:sldId id="473" r:id="rId5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Calibri Light" panose="020F0302020204030204" pitchFamily="34" charset="0"/>
      <p:regular r:id="rId63"/>
      <p:italic r:id="rId64"/>
    </p:embeddedFont>
    <p:embeddedFont>
      <p:font typeface="Georgia" panose="02040502050405020303" pitchFamily="18" charset="0"/>
      <p:regular r:id="rId65"/>
      <p:bold r:id="rId66"/>
      <p:italic r:id="rId67"/>
      <p:boldItalic r:id="rId68"/>
    </p:embeddedFont>
    <p:embeddedFont>
      <p:font typeface="Helvetica" panose="020B0604020202020204" pitchFamily="34" charset="0"/>
      <p:regular r:id="rId69"/>
      <p:bold r:id="rId70"/>
      <p:italic r:id="rId71"/>
      <p:boldItalic r:id="rId72"/>
    </p:embeddedFont>
    <p:embeddedFont>
      <p:font typeface="Helvetica Neue" panose="020B0604020202020204" charset="0"/>
      <p:regular r:id="rId73"/>
      <p:bold r:id="rId74"/>
      <p:italic r:id="rId75"/>
      <p:boldItalic r:id="rId76"/>
    </p:embeddedFont>
    <p:embeddedFont>
      <p:font typeface="Lucida Sans" panose="020B0602030504020204" pitchFamily="34" charset="0"/>
      <p:regular r:id="rId77"/>
      <p:bold r:id="rId78"/>
      <p:italic r:id="rId79"/>
      <p:boldItalic r:id="rId80"/>
    </p:embeddedFont>
    <p:embeddedFont>
      <p:font typeface="Tahoma" panose="020B0604030504040204" pitchFamily="34" charset="0"/>
      <p:regular r:id="rId81"/>
      <p:bold r:id="rId82"/>
    </p:embeddedFont>
    <p:embeddedFont>
      <p:font typeface="Verdana" panose="020B0604030504040204" pitchFamily="34" charset="0"/>
      <p:regular r:id="rId83"/>
      <p:bold r:id="rId84"/>
      <p:italic r:id="rId85"/>
      <p:boldItalic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5" roundtripDataSignature="AMtx7mgoyucjTRi3WZi56l5EEM0K4A9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6EDCFB-BE3F-4457-ACBE-958FB1842352}">
  <a:tblStyle styleId="{B86EDCFB-BE3F-4457-ACBE-958FB18423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794A42-4438-4A3E-B062-442B36CB064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EA8C661-0C53-452B-974B-BE5A31AA6B8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184B95-C8D8-4C0B-AC8F-908946C67829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85" autoAdjust="0"/>
    <p:restoredTop sz="92857" autoAdjust="0"/>
  </p:normalViewPr>
  <p:slideViewPr>
    <p:cSldViewPr snapToGrid="0">
      <p:cViewPr varScale="1">
        <p:scale>
          <a:sx n="105" d="100"/>
          <a:sy n="105" d="100"/>
        </p:scale>
        <p:origin x="224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84" Type="http://schemas.openxmlformats.org/officeDocument/2006/relationships/font" Target="fonts/font26.fntdata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notesMaster" Target="notesMasters/notesMaster1.xml"/><Relationship Id="rId74" Type="http://schemas.openxmlformats.org/officeDocument/2006/relationships/font" Target="fonts/font16.fntdata"/><Relationship Id="rId79" Type="http://schemas.openxmlformats.org/officeDocument/2006/relationships/font" Target="fonts/font21.fntdata"/><Relationship Id="rId12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77" Type="http://schemas.openxmlformats.org/officeDocument/2006/relationships/font" Target="fonts/font19.fntdata"/><Relationship Id="rId126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font" Target="fonts/font14.fntdata"/><Relationship Id="rId80" Type="http://schemas.openxmlformats.org/officeDocument/2006/relationships/font" Target="fonts/font22.fntdata"/><Relationship Id="rId85" Type="http://schemas.openxmlformats.org/officeDocument/2006/relationships/font" Target="fonts/font2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129" Type="http://schemas.openxmlformats.org/officeDocument/2006/relationships/tableStyles" Target="tableStyle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font" Target="fonts/font17.fntdata"/><Relationship Id="rId83" Type="http://schemas.openxmlformats.org/officeDocument/2006/relationships/font" Target="fonts/font2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27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font" Target="fonts/font15.fntdata"/><Relationship Id="rId78" Type="http://schemas.openxmlformats.org/officeDocument/2006/relationships/font" Target="fonts/font20.fntdata"/><Relationship Id="rId81" Type="http://schemas.openxmlformats.org/officeDocument/2006/relationships/font" Target="fonts/font23.fntdata"/><Relationship Id="rId86" Type="http://schemas.openxmlformats.org/officeDocument/2006/relationships/font" Target="fonts/font28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font" Target="fonts/font18.fntdata"/><Relationship Id="rId125" Type="http://customschemas.google.com/relationships/presentationmetadata" Target="metadata"/><Relationship Id="rId7" Type="http://schemas.openxmlformats.org/officeDocument/2006/relationships/slideMaster" Target="slideMasters/slideMaster4.xml"/><Relationship Id="rId71" Type="http://schemas.openxmlformats.org/officeDocument/2006/relationships/font" Target="fonts/font1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font" Target="fonts/font8.fntdata"/><Relationship Id="rId61" Type="http://schemas.openxmlformats.org/officeDocument/2006/relationships/font" Target="fonts/font3.fntdata"/><Relationship Id="rId82" Type="http://schemas.openxmlformats.org/officeDocument/2006/relationships/font" Target="fonts/font24.fntdata"/><Relationship Id="rId19" Type="http://schemas.openxmlformats.org/officeDocument/2006/relationships/slide" Target="slides/slide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01:10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16627 2025 25 0,'0'0'10'0,"0"0"-6"0,-1 0 1 0,-1 0 2 0,1 0-2 0,0 0-1 0,1 0 2 0,-2 0-1 0,2 0-2 0,0 0 0 0,0 0 2 15,0 0 3-15,0 0 1 16,0 0-4-16,0 0-2 15,0 0 0-15,0 0 4 16,0 0 4-16,0 0 0 0,0 0 0 16,0 0-3-16,0 0-5 15,0 0-2-15,0 0 2 16,0 0-3-16,0 0 0 16,0 0 0-16,0 0 0 15,0 0-2-15,0 0 4 16,0 1-1-16,-2 4 0 0,2 0-1 15,0 1 1-15,0 1-1 16,0 0 2-16,0 2-1 16,0 2 0-16,0 0 1 15,0 1 1-15,0 2 3 16,0 1-1-16,0 1-1 0,2 0 2 16,-2 5-3-16,2-1-1 15,0 0 0-15,1 1 1 16,1 2-1-16,-2-2-1 15,0 2 1-15,1-2 1 0,-1-1 0 16,1-1 1-16,-1-4-2 16,-2-3 1-16,0-1 0 15,0-2-3-15,0-4 1 16,0-1 2-16,0-1-2 16,0 0 0-16,0-3 1 0,0 0-2 15,0 0 1-15,0-6-29 16,0-9-65-16</inkml:trace>
  <inkml:trace contextRef="#ctx0" brushRef="#br0" timeOffset="535.8">16660 1992 94 0,'0'0'10'0,"0"0"-10"0,0 0 13 0,0 0-4 15,0 0 0-15,37-15 8 16,-24 13-1-16,0 1-6 16,5-1-5-16,-3 2-1 0,-1 0 1 15,1 3-2-15,-3 4-2 16,-1 3 1-16,-2 0-1 16,-1 3 0-16,0 0 0 15,-2-2 0-15,-3 3 0 16,-1-2 0-16,-1 0-1 0,-1-2 1 15,0 2 3-15,0-1-2 16,-6-1 3-16,-5 1 3 16,-3-2 0-16,-1-1 1 15,-1 0 1-15,-1-1-3 16,-2 0 0-16,1-2-4 0,-1-2 0 16,1 2 0-16,2-1-2 15,2-3 1-15,2-1-1 16,2 2 1-16,5-2 0 15,3 0-2-15,2 0 0 16,0 0-4-16,2 0-36 0,8-8-70 16</inkml:trace>
  <inkml:trace contextRef="#ctx0" brushRef="#br0" timeOffset="1773.66">17029 2124 140 0,'0'0'12'0,"0"0"-20"0,0 0 9 0,0 0 13 16,0 0-6-16,0 0 4 15,0 0-2-15,0 0-3 16,45-9-2-16,-38 4 2 16,1 1-4-16,1-2 1 0,-4 1-1 15,2-1 3-15,-1 0 1 16,-3 3-1-16,-1-4-2 15,0 3 0-15,-2-2 0 16,0 3 0-16,0-1-3 16,0 1-2-16,-2 0 5 15,-3 2-3-15,-1 1 0 0,-2 0 2 16,-1 0-3-16,1 0 0 16,-1 0 0-16,-2 3 2 15,0 4-4-15,4-1 2 16,-2 2 0-16,4 1-1 15,1-1-1-15,0 1 1 16,2-1 0-16,2 2 0 0,0 0 0 16,0-1 0-16,0-1 0 15,0 1 1-15,1-2 0 16,4 4 0-16,-1-4-1 16,-1 2 1-16,2-1 0 0,2-1-1 15,-1-1 0-15,3 0 1 16,2-1 0-16,-2-2 0 15,2-1 2-15,4-2 0 16,0 0 1-16,2 0 5 16,0 0-6-16,0-5 2 0,-1-2-1 15,3 2-1-15,-4-3-1 16,3 0 1-16,-2 0-1 16,-2-1 1-16,-2-1-1 15,-1 0 0-15,-1 0 0 16,-5-1 3-16,1 2-1 15,-1-2 0-15,-4 1-1 16,1 1 0-16,-2 1 1 0,0 0-2 16,0 0 0-16,0 1-1 15,-6 3 2-15,-2-2-2 16,1 5 2-16,-1-2-2 16,-2 2 1-16,1 1 0 0,1 0-1 15,3 0 0-15,-2 0 0 16,4 0 0-16,1 0-2 15,2 0-3-15,0 1-1 16,0 2 0-16,0 0 1 16,0-2 2-16,0 2 0 0,2-2 0 15,4-1 0-15,2 0 0 16,1 0 4-16,2 0 1 16,3 0 1-16,0-1-1 15,3-2-1-15,1-1 1 0,-4-2 0 16,3 2 0-16,0 1 3 15,2 2-3-15,-4-1 0 16,2 1 0-16,-1 1-2 16,1 0 0-16,-2 0 0 15,-1 0 1-15,-3 0-1 16,-2 0 0-16,2 0 1 0,-6 3-1 16,-1 1 0-16,-2 0 2 15,0 2 0-15,-2-2-1 16,0 5 4-16,0-1-1 15,0 2 0-15,-4 1-3 16,0-2 0-16,1 2 0 0,2-1 0 16,0-2-1-16,1 0 0 15,0 0 0-15,0-3 0 16,1 0 0-16,7 1 0 16,1 1 0-16,4-3 1 15,1 2 0-15,4-2 1 16,1-1-4-16,4 0 4 0,3-3-2 15,0 0-26-15,1 0-37 16,2-4-140-16</inkml:trace>
  <inkml:trace contextRef="#ctx0" brushRef="#br0" timeOffset="2248.65">17996 1995 70 0,'0'0'20'0,"0"0"-19"0,-4 0-1 16,-3 3 1-16,-1 0 2 15,-1 2 8-15,-2 1 7 0,1 0-2 16,2 1 4-16,-3 0-3 16,1 0 4-16,1 0-8 15,0 2-6-15,1-1 0 16,3-1-1-16,-1 3 0 15,2-3-2-15,4 1 0 0,0 0 0 16,0-1-3-16,0 0 2 16,4 2 0-16,4-2 0 15,3-1 5-15,3-1 2 16,0 1 1-16,4-2-5 16,1-1-7-16,2 0 5 15,4 1-6-15,1-4-18 0,-1 0-39 16,-1 0-84-16</inkml:trace>
  <inkml:trace contextRef="#ctx0" brushRef="#br0" timeOffset="2762.85">18343 2073 208 0,'0'0'7'0,"0"0"-19"0,0 0 11 0,0 0 20 15,0 0 2-15,0 0-13 16,0 0-6-16,39-10-1 15,-27 3 0-15,2 0 1 16,-3 0-2-16,-4 1 2 0,2 0-2 16,-5-1 1-16,-2 2 7 15,-1-1 3-15,-1 3-5 16,0 0 0-16,-4 0 1 16,-7 3-5-16,0 0-2 15,-4 0 0-15,-1 5 0 0,0 2 0 16,-1 4 0-16,2-1 0 15,1 0 0-15,5 0 0 16,-2-1-1-16,6-1 1 16,3 1 0-16,0-2-1 15,2 0-1-15,0-1 1 0,4-1-1 16,8 2 1 0,1-1 3-16,5-2 0 0,2 2 0 15,6-3 0-15,3 1 0 16,3-4-6-16,0 0-39 15,3 0-53-15,-3 0-26 16</inkml:trace>
  <inkml:trace contextRef="#ctx0" brushRef="#br0" timeOffset="3094.37">18752 1994 159 0,'0'0'16'0,"0"0"7"0,0 0-8 0,0 0 3 0,0 0-14 16,0 0-8-16,0 0 4 15,0 0 0-15,0 0 0 16,0 0 0-16,11 51 1 15,-9-34-1-15,1 1 2 0,-2 0-1 16,1 0 0-16,0 0 0 16,-2 1-1-16,1-2 1 15,-1-2-1-15,0-1 0 16,0-1 0-16,0 0-9 16,-1-6-32-16,-2-1-52 15</inkml:trace>
  <inkml:trace contextRef="#ctx0" brushRef="#br0" timeOffset="3468.64">18773 2016 132 0,'0'0'23'0,"0"0"-19"0,42-21 2 16,-22 14 1-16,-2 1 4 16,2 2-3-16,-2 1 2 15,-4 3-2-15,1 0-3 16,0 0-2-16,-1 0-1 16,-2 7 0-16,0 3-1 0,0 0 0 15,-5 0-1-15,1 1-1 16,-7-2 1-16,-1 1 2 15,0-2-1-15,-3 1 5 16,-10-2 2-16,-6 3-2 16,-5-3 1-16,-5 2-4 0,-3-1-2 15,1 1 0-15,0-1-1 16,4-1 0-16,6 0-1 16,6-5-21-16,9-2-62 15</inkml:trace>
  <inkml:trace contextRef="#ctx0" brushRef="#br0" timeOffset="3853.29">19150 1802 87 0,'0'0'12'0,"0"0"16"0,0 0-1 0,0 0 6 16,0 0-4-16,0 0-19 15,0 0-14-15,0 0 4 16,0 0 1-16,2 24 0 0,-1-2-1 15,0 1 1-15,-1 4 0 16,0 0-1-16,0-1 0 16,0-5 0-16,0-1 1 15,0-2-1-15,0-2 0 0,0-3 0 16,0-3 0-16,0 1 1 16,0-4-4-16,-2-1-45 15,2-3-41-15</inkml:trace>
  <inkml:trace contextRef="#ctx0" brushRef="#br0" timeOffset="4150.8">19074 1948 186 0,'0'0'-12'0,"0"0"16"16,0 0 13-16,0 0-3 16,51-13 5-16,-37 9-5 15,1 0-2-15,2 2-2 16,2 0-6-16,0 2-3 15,-1 0-1-15,1 0-7 0,-2 0-54 16,-3 0-64-16</inkml:trace>
  <inkml:trace contextRef="#ctx0" brushRef="#br0" timeOffset="4592.14">19392 1921 149 0,'0'0'1'15,"0"0"7"-15,0 0 13 16,38-1-2-16,-28 1-5 16,0 0-8-16,0 0-1 15,1 4-1-15,2 6-3 16,0 1-1-16,0 4 3 0,-2 0-3 15,-4 1 0-15,1-2 1 16,-2-1 1-16,-4-1-4 16,2-4 1-16,-4-1 2 15,0-3 1-15,0 2 1 16,0-4-1-16,0 0-1 0,-4-2 2 16,1 0-1-16,0 0 12 15,-1 0-2-15,0-6-3 16,2 1 8-16,0-4-1 15,1-2-6-15,1-2-3 16,0 1-4-16,0 0-4 16,4-4 3-16,5 1-3 0,1 3 1 15,3-2-3-15,6 1 0 16,3 5-18-16,-1 0-13 16,4 2-23-16,0 1-52 15</inkml:trace>
  <inkml:trace contextRef="#ctx0" brushRef="#br0" timeOffset="5011.84">19913 1903 168 0,'0'0'9'0,"0"0"-10"0,0 0 2 15,0 0 0-15,0 0 0 16,0 0 3-16,-45 48 0 15,38-37-1-15,0 2-2 0,1-1 0 16,4-1 2-16,0-1 0 16,2-3-3-16,0 1 3 15,3-1 0-15,5-2 2 16,4-3 2-16,2 0 2 16,2-2-2-16,4 0 3 15,3 0-7-15,1 0 2 0,0-7-2 16,-1-2 1-16,-1-1 6 15,-6-1-1-15,-2 1 4 16,-4-2 0-16,-6-1 4 16,-3 1-3-16,-1-2-9 15,-2 1-5-15,-8 2 6 0,-4 1-4 16,-1 1-2-16,-2 3 2 16,1 4-1-16,-2 2-2 15,2 0 2-15,1 4-6 16,1 5-13-16,1 0-20 0,6 0-27 15,2-3-67-15</inkml:trace>
  <inkml:trace contextRef="#ctx0" brushRef="#br0" timeOffset="5633.49">20211 1887 172 0,'0'0'8'0,"0"0"11"0,0 0-5 0,0 0 2 16,0 0 2-16,0 0-11 16,0 0-8-16,0 0-2 15,0 0 2-15,0 0 1 16,30 17 0-16,-27-4 1 0,3 0 1 15,-3-2-1-15,1 0-1 16,-2-1 1-16,2-1-1 16,0-2 0-16,-3-3 0 15,1 2 1-15,-1-5-1 16,0 2 1-16,-1-3-1 0,1 0 1 16,-1 0 0-16,0 0 3 15,0 0 2-15,0 0 4 16,0-1-9-16,0-5-2 15,0 2 2-15,0-3 1 16,0 1 0-16,0 0 0 0,0-1 1 16,0 0-2-16,1 0 0 15,6 0-1-15,-2-2-1 16,3 2 1-16,-2-1-1 16,4 2 2-16,1 0-2 15,0-1-2-15,0 2 3 0,0-1 0 16,2 2 0-16,0 1 0 15,-1 0 0-15,2 3 3 16,0 0-2-16,2 0 0 16,0 0 0-16,1 0 0 15,-2 6 0-15,1 1 0 0,-5 1 2 16,-2 2-1-16,1-1 1 16,-3 6-1-16,-2 1 0 15,-5 5-1-15,0 2 0 16,0 2-3-16,-10 4-35 15,-3-3-45-15</inkml:trace>
  <inkml:trace contextRef="#ctx0" brushRef="#br0" timeOffset="7054.03">17067 2646 101 0,'-4'-1'9'0,"1"-3"21"0,-3 3-13 0,3-1-12 0,-1 2-2 16,2-1-3-16,-3-1 5 16,3 2 7-16,2-1-2 0,0 1-4 15,0 0-9-15,0 0-5 16,0 0 7-16,7 0-1 16,-1 0 1-16,5 0 2 15,1 0 1-15,3 0 3 16,-1 0 2-16,4 0-2 0,2 0 0 15,-2 0 3-15,4 0-2 16,1 0-6-16,4 0 4 16,-1 0-3-16,4 0-1 15,5 0 0-15,-1 0 1 16,3 0-2-16,3 0 1 0,2-3 1 16,0 0-3-16,2 0 4 15,3-1-2-15,0 0 1 16,4 1 1-16,1-1-1 15,-1 1-1-15,3-1 2 16,2 1-1-16,-2-1-1 0,0-2 0 16,1 3 0-16,1-1 0 15,0-1 0-15,2 1 0 16,0 0 1-16,0 0-1 16,-2 1 1-16,2-1 0 15,0 0-1-15,0 0 1 0,-2-1-1 16,2 3 1-16,-2-2-1 15,-2 1 2-15,5-1 0 16,0 1 1-16,1-1-1 16,-1 1-2-16,3-1 1 15,-4 1-1-15,1-1 0 0,3 0 1 16,-4-1-1-16,-1 1 0 16,0 0 1-16,-1-2-1 15,-4 2 0-15,2 1 2 16,-5 2-1-16,0-2 0 15,-3 1 1-15,-1-1 1 16,-3 1-2-16,1 0 1 0,-5 0-2 16,1 1 1-16,0-1 0 15,1 0-1-15,-2 2 0 16,0 0 1-16,-2 0-1 16,0-2 0-16,-2 2 1 0,-1-1-1 15,-2 0 2-15,-2-2 4 16,-2 2-1-16,-1-2-3 15,0 1 0-15,0 1 1 16,1-2-2-16,0 2 0 16,-4-1 0-16,2 1-1 15,-2 0 1-15,-2-1 0 0,-4 2 0 16,2-1 0-16,-5 1 1 16,-1-2-1-16,-3 2-1 15,-3 0 1-15,0 0-1 16,-2 0 2-16,-1 0-1 15,0 0-1-15,0 0 0 0,0 0-1 16,1 0-6-16,1 0-5 16,-3 0-14-16,0 0-37 15,1-4-57-15</inkml:trace>
  <inkml:trace contextRef="#ctx0" brushRef="#br0" timeOffset="7532.15">20955 1910 249 0,'1'0'22'0,"-1"0"-14"0,0 0-12 0,0 0 7 15,1 0-10-15,-1 0-62 16,2 0 19-16,-1 4-3 16</inkml:trace>
  <inkml:trace contextRef="#ctx0" brushRef="#br0" timeOffset="10806.19">18739 3942 52 0,'0'0'21'0,"0"0"-6"0,0 0-4 0,0 0 14 15,0 0 0-15,-2 0-16 16,-2 0-1-16,3 0-1 15,0-1-3-15,1-1 2 0,0 2 4 16,-1 0-3-16,1-1-4 16,-1 1 3-16,0-1-2 15,-1-1-1-15,-1 2-1 16,-2-3 1-16,0 3-1 16,-2-1-1-16,0-1 0 0,0 1 0 15,0-2 0-15,1 3 1 16,-1-1 0-16,0-1 1 15,1 2 0-15,1 0 2 16,-2-1 0-16,0 1-1 16,-1 0 0-16,1 0 0 0,-1 0 1 15,-2 0-4-15,1 0 0 16,-2 0 0-16,-3 1 0 16,1 2 0-16,-3 0 0 15,3 0-1-15,-3 1 0 16,-1 2 1-16,1-2-1 0,2 0 0 15,-2 3 0-15,1-1 0 16,-1 0 1 0,-3 1-1-16,3 0 0 0,-1 0 2 15,2 2-2-15,-2-1 0 16,-1-1 0-16,2 0 1 0,1 3-1 16,0-3 0-16,0-1 1 15,2 4-1-15,-3-2 1 16,3 1 0-16,-1 2-1 15,1-1 1-15,0 2-1 16,0-1 1-16,0 5-1 16,1-1 0-16,1 1 1 0,1 0-1 15,-1-1 0-15,0 2 0 16,0 0 0-16,4-1 0 16,-2 1 0-16,1 0 0 15,0-2 0-15,0 1 1 0,3 0-1 16,-2-2 0-16,1 2 1 15,1-2-1-15,0 0 0 16,2 0 1-16,0 1 0 16,-1 0 2-16,2-1-5 15,0 3 4-15,2 0-2 0,-1-1 1 16,1 4-1 0,0-2 0-16,0-2 0 0,0 4 1 15,0-2-1-15,0-1 0 16,0-1 0-16,1 1 0 15,0 0 0-15,0-1 1 0,3-2-1 16,-2 0 0-16,-1 0 0 16,2 0-1-16,0-2 2 15,3 2-2-15,-3-1 2 16,1-2-2-16,1-1 3 16,-1 1-1-16,-1-2-1 15,1 1 1-15,2 0 2 0,-3-2-2 16,4 1-1-16,-3 2 0 15,1-2 0-15,3 1 1 16,-3-2-1-16,2 2-2 16,0 0 2-16,1 0-2 15,0-1 4-15,1 0-2 0,1 0 2 16,-2 1 0-16,3 0-1 16,-1-2-6-16,1 0 3 15,-1-1 5-15,1 0-2 16,1 1-2-16,0-1 5 15,-1 1-2-15,0-3-1 0,1 2-1 16,-2 0 1-16,0-1-1 16,3 0 0-16,0 1 0 15,-1 0-1-15,1 0 0 16,1 0 2-16,1-1 0 16,1 0 0-16,-3-2-2 0,4 0-3 15,-3-3 7-15,4 1 0 16,-2-1 2-16,2 1-1 15,-1-1-2-15,2-1 0 16,-2 2-1-16,0-2 0 16,2 1-1-16,-1-1 1 0,1 0-1 15,-1 0 1-15,1 1-1 16,0-1 1-16,-2 0-1 16,3 0-1-16,-4 0 2 15,3 0-1-15,2 0 0 16,-1 0 0-16,2-2 1 0,-1 0 2 15,0-2-3-15,4 1 0 16,-4 0 0-16,2 0 1 16,-2-1 0-16,2-2 1 15,1 1-1-15,-6-1 1 16,4-1 0-16,-5 3 0 0,0-3-1 16,0-2 1-16,-1 2-4 15,0-3 5-15,1-1-1 16,1-2-1-16,0 0 0 15,-2-2 0-15,0 0 0 16,0-3-1-16,0-1 1 16,-3 1 0-16,0-2 1 0,1-1 2 15,-1 1 6-15,-1-1 1 16,-1 1-9-16,1-1-1 16,-2 2 3-16,0-1 1 15,-1 1-3-15,3 1 0 16,-5-3-1-16,2 0 0 0,-1-1 1 15,-2 1 0-15,-2-2 0 16,2 2 2-16,-4-2-1 16,-2 2-1-16,2 1 0 15,-2 1 0-15,0 0 2 16,0 2 2-16,-4 0 2 0,-2 1-2 16,2 0-3-16,-2 2 2 15,1 0-2-15,1-1 1 16,-2 0-4-16,1 2 1 15,1-4 0-15,-3 3-4 16,0 1-2-16,0-1 7 0,1 0 1 16,-2 0-2-16,2 2 1 15,-2 2 2-15,3-1-2 16,-2 1 1-16,1 1-2 16,-1 2 0-16,3-1-2 15,-1 1 2-15,-1-2-1 0,2 2 0 16,-1 1 0-16,-2-1 0 15,2 1 1-15,-1-2-1 16,1 1-1-16,1 1 1 16,-4 1 1-16,2-3-1 15,0 2 0-15,1 1-1 16,-4-2 0-16,2-1 1 0,-3 0 1 16,2 0-1-16,-4 1 1 15,2-2 0-15,-3 1-1 16,-1-2 2-16,-3 3-4 15,-2 1 2-15,-3-1-1 0,-2 4 0 16,-11 3-1-16,-5 0-8 16,-5 3-26-16,-9 5-16 15,-4-3-32-15</inkml:trace>
  <inkml:trace contextRef="#ctx0" brushRef="#br0" timeOffset="12941.65">15358 3742 77 0,'1'0'8'0,"-1"0"7"0,1 0 0 0,-1 0 0 15,0 0 2-15,0 0-1 16,0 0 0-16,0 0-9 16,0 0-2-16,0 0-4 15,0 0-2-15,0 0-3 0,0 0 3 16,4 0 0-16,0 3-1 16,1-2-1-16,4 2 2 15,-2 1-1-15,4-1 2 16,1 0-1-16,2 0 1 15,3-2 2-15,2 3 3 0,0-2-4 16,2 2 5-16,0-1-1 16,3 1-1-16,-4 0-2 15,3 2 0-15,1 0-1 16,-1 1-1-16,2 1 0 16,-1 0 1-16,5 0-1 0,-1 3 0 15,2-1 0-15,5 0 1 16,0 0-2-16,3-1 1 15,2 1 1-15,0-3-1 16,2 0 0-16,-1 0 2 0,1-1 1 16,0 1 0-16,-1 1 1 15,2-2-1-15,-1 1-1 16,4 0-1-16,-3 2 1 16,1-1-2-16,0 2 1 15,1 0 0-15,1 0-1 0,-2 1 1 16,2 1-2-16,2-1 2 15,0 1-1-15,0-1 0 16,-1 0 0-16,0-1 0 16,-2 0 2-16,-2-1-1 15,2 0 5-15,-1 0-2 16,0-2 1-16,1 2-3 0,0-1-1 16,0 0 0-16,1 1 0 15,-3-3-1-15,0 2 1 16,-1 0-1-16,1-1 0 15,-3-3 2-15,0 3 0 16,0 0 2-16,-5-1-1 0,-1-2-3 16,-3 3 1-16,-1 0 0 15,-3-1-2-15,-3 0 2 16,0-2-1-16,-5 2 0 16,1-2 1-16,-3 0-1 15,-1-1 4-15,0 1 3 0,-1-1-3 16,-1 0-2-16,-1 0 2 15,-1 1-3-15,-1-3-1 16,0 2 1-16,-6 0-1 16,1 1 1-16,-2 1-1 15,-4 0-12-15,0 0-52 16,0-4-68-16</inkml:trace>
  <inkml:trace contextRef="#ctx0" brushRef="#br0" timeOffset="14017.28">15289 4891 96 0,'4'0'6'0,"-3"0"-4"0,4 0 1 0,-2 0-2 15,1 1-1-15,2-1 1 16,-1 0-1-16,4 0 0 16,0 0 3-16,3 0 9 15,3 0 2-15,5 0-5 16,-3 0-2-16,4-1-1 0,2-3-1 16,0-1-2-16,4 0 7 15,0 0-1-15,2 1-1 16,-1-1 1-16,3 0-1 15,2 0-3-15,-2 0 0 0,1 0 0 16,5-1 4-16,1-1-2 16,5 0-1-16,0-2-2 15,6 2-1-15,0 0-1 16,2-1-2-16,1 0 1 16,-5 1-1-16,4 0 0 15,-3-3 2-15,2 3-2 0,2-1 0 16,-4-1 1-16,4 2-1 15,2-2 0-15,-2 0 0 16,1 0 2-16,1 0-2 16,2-2 0-16,2 2 0 15,-6 0 0-15,3-3 0 16,-1 2 0-16,-1-1 1 0,-1-2 1 16,1 2 0-16,-1-2 1 15,-3 0 0-15,2 2-2 16,-1-2 0-16,-2 2-1 15,2-1 1-15,-3 1-1 0,0-2 0 16,-3 3 0-16,-1-1 0 16,-3 2 1-16,-3-2 2 15,1 3 1-15,1-1-1 16,-1 1-2-16,-2-1-1 16,-1 3 1-16,-3-1-1 15,-2 2 2-15,-6 0-2 0,-2 2 0 16,-7 2 0-16,-6 1 0 15,-4 0-14-15,-5 0-54 16</inkml:trace>
  <inkml:trace contextRef="#ctx0" brushRef="#br0" timeOffset="14991.62">15428 5800 140 0,'-1'0'11'0,"1"0"-10"0,0 0-12 0,6 0 16 15,1 0-2-15,7-3 0 16,1-3-1-16,3-1-2 16,2 0 4-16,2 0-3 15,3-1 5-15,4-4 5 16,2 2 0-16,3-4-2 0,3 0-3 15,6-2-2-15,0-2-4 16,6 1 2-16,0-3 0 16,6 0 1-16,2 2 5 15,1-1 2-15,2 0-2 16,0 0-3-16,3 0-1 16,-1 1-3-16,2-2 0 0,0 1-1 15,1-2 1-15,-2 1 0 16,3 0 1-16,-3-1 2 15,3 0 2-15,0 1-1 16,-1-2-2-16,-1 1 0 0,1 4-2 16,-2 0 0-16,-2-3-1 15,1 5 1-15,-2 0-1 16,-3-3 0-16,1 2 0 16,4 0 2-16,-5 0 2 15,0-1 3-15,1 1-1 16,-2-1 1-16,2 1-4 0,-6 2-1 15,0-3 0-15,-2 3-1 16,-5-2 2-16,0 2-2 16,-5 0 1-16,-3 1 2 15,0-1 4-15,-4 1 0 16,-1 3 3-16,-1-1-4 0,-2 1-4 16,-6 0-2-16,-2 3 0 15,-4-2-15-15,-9-2-38 16,-8-3-77-16</inkml:trace>
  <inkml:trace contextRef="#ctx0" brushRef="#br0" timeOffset="15768.21">14595 3755 136 0,'0'0'17'0,"0"0"28"0,0 0-24 0,0 0-8 15,0 0-6-15,0 0-8 16,0 0 1-16,0 0 2 16,0 0-1-16,36-39-1 0,-20 35 3 15,1 1-2-15,-1 3 1 16,2 0-1-16,2 0 0 15,-2 3-1-15,-2 3 0 16,-1 4 1-16,-2 1-2 16,-2 0 1-16,-7 2-1 15,-4 0-3-15,0 1 2 0,-3 2 9 16,-9-2-6-16,-3 3-2 16,-3-1 2-16,-4-1-2 15,2 1 0-15,0-5-3 16,3 1 0-16,4-5-2 15,5 1-14-15,4-5-20 0,4-3-26 16</inkml:trace>
  <inkml:trace contextRef="#ctx0" brushRef="#br0" timeOffset="16159.83">14885 3634 95 0,'0'0'4'0,"0"0"19"0,0 0-6 15,0 0-1-15,0 0-14 16,0 0-2-16,-40-4 1 0,34 5 1 15,0 6 1-15,-1 0 0 16,-1 3 2-16,0 2 0 16,-1 0 2-16,-1 4-2 15,2-2 3-15,1 2 5 16,-1 1-1-16,5-3-4 0,3 2 0 16,0-4-2-16,0 0-1 15,0-2-3-15,5 0-1 16,6-3 2-16,0 0 0 15,5 0-1-15,4-3-2 0,0-1 6 16,2-3-12-16,-1 0-75 16</inkml:trace>
  <inkml:trace contextRef="#ctx0" brushRef="#br0" timeOffset="16324.17">15008 3777 237 0,'0'0'10'0,"0"0"22"16,0 0-21-16,0 0-16 16,0 0 2-16,0 0 4 0,0 60-1 15,0-29-11-15,-2 6-47 16,-1 3-77-16</inkml:trace>
  <inkml:trace contextRef="#ctx0" brushRef="#br0" timeOffset="16851.2">14693 4844 162 0,'0'0'-11'16,"0"0"9"-16,0 0 6 15,52-30 3-15,-32 23 5 16,0 0 2-16,0 4 4 0,-2-1-3 16,2 4-6-16,-2 0-5 15,-5 0-1-15,1 0 0 16,-3 7-2-16,-4 3-1 15,1 0-1-15,-7 1 0 16,-1 1-5-16,0 0 12 0,-1 3-4 16,-11 0 0-16,0-2-2 15,-4 1 2-15,-1-1-1 16,-1-1-2-16,3-2-2 16,3-2-20-16,3-4-19 15,5-4-17-15</inkml:trace>
  <inkml:trace contextRef="#ctx0" brushRef="#br0" timeOffset="17151.68">15022 4689 175 0,'0'0'1'0,"0"0"3"15,0 0-5-15,0 0 1 16,-38 22 1-16,24-8 3 0,1 3 4 16,1-2 10-16,3 2-4 15,3 0-4-15,0-1-5 16,2-2-1-16,4 1 1 16,0-3-2-16,0 0 0 15,6-4-1-15,1 3 0 0,6-5-1 16,2 1-1-16,4-4 3 15,-1-1 0-15,4-2-37 16,-3 0-62-16</inkml:trace>
  <inkml:trace contextRef="#ctx0" brushRef="#br0" timeOffset="17505.61">15125 4855 157 0,'0'0'28'0,"0"0"5"15,0 0-17-15,0 0-6 0,0 0-6 16,0 0-4-16,0 0 2 16,0 0-3-16,33-32 2 15,-23 32 0-15,-2 0 1 16,1 0-1-16,-3 1-3 16,0 7-5-16,-2 3-1 0,-4 1 0 15,0 3-2-15,0 0 10 16,-3 2-4-16,-4 1 5 15,-2-3 0-15,3-1-2 16,-3-1 2-16,4-4 3 16,-1-1 1-16,3-2 0 15,1-5 0-15,2 2 1 0,0-3-3 16,0 0 0-16,9 0-1 16,7 0 5-16,2-3 1 15,9-3-1-15,2-1-3 16,2 0-1-16,2 0-17 15,-6 2-66-15</inkml:trace>
  <inkml:trace contextRef="#ctx0" brushRef="#br0" timeOffset="18074.75">14776 5963 177 0,'0'0'10'0,"0"0"13"0,0 0-16 0,0 0-1 15,0 0-5-15,27-38 1 16,-11 26 1-16,6 1 4 0,0 3-2 16,0-1 3-16,-1 2-1 15,-1 4-2-15,-5 2-2 16,1 1-2-16,-5 0 0 16,-4 3 1-16,2 5 0 15,-7 2-1-15,0 3 0 0,-2-1 1 16,0 0 1-16,0 1-4 15,-6-2 4-15,-3 3-1 16,-2-1-3-16,0-1 6 16,-5 0-4-16,1 1-4 15,1-2-18-15,3-2-13 16,4-6-15-16,2-3-26 0</inkml:trace>
  <inkml:trace contextRef="#ctx0" brushRef="#br0" timeOffset="18366.4">15151 5741 235 0,'0'0'6'0,"0"0"6"16,0 0 6-16,0 0-9 15,0 0-13-15,0 0 2 0,0 0-7 16,-53 8 16-16,35 10-9 15,-4 6 2-15,3 0 4 16,2-1-2-16,3 0 0 16,3-2 1-16,3-1 1 15,4-2-3-15,3-3 1 16,1-1-4-16,0-4 0 0,4-3 0 16,8-1-1-16,6-5-1 15,3-1-1-15,0 0-12 16,3-3-62-16</inkml:trace>
  <inkml:trace contextRef="#ctx0" brushRef="#br0" timeOffset="18857.55">15194 5915 28 0,'0'0'165'16,"0"0"-133"-16,0 0-8 15,0 0-15-15,0 0-5 16,0 0 2-16,0 0-5 16,0 0 0-16,22-18-1 0,-10 16 1 15,-1-1-1-15,2 3 0 16,1 0 1-16,-2 0-1 16,1 0 2-16,-2 7-2 15,-1 1 1-15,-5 3-1 16,2 0-3-16,-5 3-2 0,-2 0-3 15,0 2 6-15,-6-3 1 16,-2 0-4-16,0-2 4 16,3-4 0-16,1-3 4 15,2-2-3-15,2-1-2 16,0-1-8-16,9 0 6 0,3-1 3 16,2-5 1-16,0 2 2 15,2-2 4-15,0 3 6 16,0 2-3-16,0 1-3 15,-2 0-2-15,-3 2-2 16,-2 7 0-16,-2 1 0 0,-5 5-1 16,-2 0 0-16,0-1-2 15,-12 3 2-15,-3-3 2 16,-7 2 0-16,-1-3-3 16,-3 0 1-16,-3-2-16 15,-1-5-35-15,0-6-103 0</inkml:trace>
  <inkml:trace contextRef="#ctx0" brushRef="#br0" timeOffset="20180.18">16226 3168 97 0,'-1'0'11'0,"-1"1"-4"0,1 0-1 0,1 0 1 0,-2 0-1 16,2 1-2-16,-2 1-3 16,2 0 0-16,0 1 0 0,0 0 6 15,2 3-1-15,5-1 5 16,2 2-4-16,4 1-3 16,0-1-3-16,3 4 2 15,0-1 0-15,4 0-2 0,1 2-2 16,0 1 2-16,2-1-3 15,2 4 4-15,0-2 1 16,0 2 1-16,4 1-3 16,-1 2-2-16,2 0 5 15,4 1-3-15,0 0 1 0,2 3-2 16,-1-1 0-16,1 3 1 16,-4-2 0-16,0 1-1 15,0 0 1-15,-3 0-1 16,1-1 1-16,3-1-1 15,1 3 0-15,3-2 1 16,-1-1-1-16,5-1 0 0,0 0 1 16,-2 0 1-16,1-2 0 15,-2 3 3-15,-1-2-2 16,0 0-1-16,2 1 2 16,0 1-3-16,-1-1 0 15,2 1 0-15,0 1 0 0,0 2 0 16,0-2 0-16,1 1-1 15,-2 1 1-15,0-1-1 16,1 0 0-16,1 0 0 16,-3-1 0-16,1 0 0 15,-1-2 0-15,-4-1 2 0,-2-2-2 16,-3-2 0-16,-1-2 0 16,-5 1 0-16,-1-4 1 15,1 0-2-15,-5-2 2 16,0-3-1-16,-1 0 0 0,-3-1 0 15,1-2 2 1,-3 0-2-16,-2-2 1 0,-2 1-1 16,-3-3-9-16,-3 0-40 15,-2-5-97-15</inkml:trace>
  <inkml:trace contextRef="#ctx0" brushRef="#br0" timeOffset="21482.83">15452 2877 41 0,'-3'0'8'0,"1"0"26"0,0 0-8 0,0 0-3 16,1 0 0-16,-2 0-2 15,2 0-4-15,0 0 4 16,-1-3-7-16,0 0-3 15,2 0-2-15,-3 1-5 0,3-1-2 16,0 0-1-16,0 0 0 16,0-1 1-16,5 0-1 15,4-1-1-15,3 1-1 16,2 1 4-16,2-1 0 16,0 2-3-16,2 2 1 0,-3 0-1 15,0 0 0-15,1 1 0 16,-3 6 0-16,1 2 1 15,-1 0-1-15,-5 1-2 16,-4 3-5-16,-3-2-7 16,-1 3-2-16,-3-2 18 0,-9 2 0 15,-2-1-2-15,0-2-7 16,-2 0-7-16,3-4-10 16,3-2-4-16,2-1 4 15,4-4-10-15,4 0-66 16</inkml:trace>
  <inkml:trace contextRef="#ctx0" brushRef="#br0" timeOffset="21802.93">15634 2794 106 0,'0'0'7'0,"0"0"5"0,0 0-10 0,0 0-1 16,0 0 0-16,0 0-1 0,0 0 5 16,0 0 2-16,0 0 0 15,-37 6 4-15,33 1 1 16,2 3-1-16,0 0-1 16,0 0 0-16,2 1-4 15,0 0-1-15,0-2-2 0,0 0-1 16,3 1-1-16,8-3 3 15,-2-1-1-15,6-1-2 16,-1 0 3-16,3-3-1 16,0 0-19-16,-1-2-49 15,-1 0-88-15</inkml:trace>
  <inkml:trace contextRef="#ctx0" brushRef="#br0" timeOffset="22172.81">15753 2876 145 0,'0'0'7'15,"0"0"-7"-15,0 0-1 16,0 0 2-16,0 0 4 16,-16 38 3-16,16-27 2 0,-3 1-2 15,3-1-1-15,0-1-1 16,0-2-3-16,0-1-1 15,3 1 1-15,4-5-2 16,2-1 0-16,2 0 5 16,-2-2 0-16,3 0-1 15,-2-3-6-15,-1-4 5 0,-5 1 2 16,1-2 11-16,-4-1-1 16,-1-1-3-16,0 0-7 15,-4 0-2-15,-5 2-2 16,-1 1 1-16,-2 2 1 15,-1 1-4-15,3 4-2 0,-1 0-5 16,5 0-14-16,1 0-14 16,3 0-24-16,2 0-11 15</inkml:trace>
  <inkml:trace contextRef="#ctx0" brushRef="#br0" timeOffset="22448.68">15847 2722 180 0,'0'0'9'0,"0"0"4"0,0 0-9 0,0 0 21 16,0 0-6-16,0 0-14 16,0 0-5-16,0 0-1 15,37-3 1-15,-25 2-17 16,2-1-50-16,-2-4-95 0</inkml:trace>
  <inkml:trace contextRef="#ctx0" brushRef="#br0" timeOffset="22599.49">15931 2802 186 0,'0'0'12'0,"0"0"12"16,0 0-24-16,0 0 17 16,0 0-13-16,0 0-16 15,0 0-66-15</inkml:trace>
  <inkml:trace contextRef="#ctx0" brushRef="#br0" timeOffset="23034.06">16070 2658 153 0,'0'0'2'15,"0"0"27"-15,0 0-22 0,0 0 6 16,0 0 5-16,0 0-4 16,0 0-8-16,0 0-4 15,3-24-1-15,-1 17 1 16,1 0-2-16,0-3 1 16,-1 3 0-16,0 0-1 15,-2-2 2-15,1 3 0 0,-1 1 0 16,0 2-1-16,0 0 0 15,0 2 0-15,1-1-1 16,1 2 0-16,-1 0-2 16,1 0 0-16,1 2 1 15,1 5 0-15,-1 0 1 0,1 4 1 16,0 1-1-16,-1-1 1 16,1 3 1-16,3 0-1 15,-4 1-1-15,2-1 0 16,0 0 1-16,-1-1-5 15,-1 2-22-15,1 0-17 0,-4-3-10 16,0 0 7-16,0-3-18 16</inkml:trace>
  <inkml:trace contextRef="#ctx0" brushRef="#br0" timeOffset="23170.01">16113 2803 49 0,'0'0'32'0,"0"0"4"15,0 0 8-15,0 0 5 16,0 0-16-16,0 0-21 15,0 0-9-15,0 0 0 16,53-18 0-16,-18 9-1 16,7-3-3-16,4-3-76 15</inkml:trace>
  <inkml:trace contextRef="#ctx0" brushRef="#br0" timeOffset="24493.69">17011 3310 90 0,'0'0'16'0,"0"0"-1"0,0 0-2 0,0 0-1 0,0 0-9 15,0 0-2-15,0 0 0 16,0 0 0-16,0 0-1 16,0 0 2-16,0 0 5 15,0 0 5-15,-22 20-3 16,18-12-4-16,1 2 3 16,0 1-4-16,3 0-2 0,-2-1-2 15,2 1 1-15,0-2-1 16,0 2 0-16,0-4-2 15,2 0 1-15,4 2 0 16,0-5 4-16,0 3-2 16,1-3 2-16,0-1 1 0,2 0-3 15,-3-2 0-15,2-1-1 16,1 0 2-16,-2 0 2 16,1-2-2-16,0-7 1 15,0 2-1-15,-3-3 0 16,-2 2-1-16,0-1 0 0,-1-1 0 15,-2 3-1-15,0 0 0 16,0 0 0-16,0 1 2 16,0 1 1-16,0 2-2 15,-2 0 0-15,2 1-1 16,-2 2 0-16,2 0 1 16,0 0-2-16,0 0-4 0,0 0 1 15,0 2 4-15,0 2-2 16,2 3 3-16,0 0-1 15,1 0 0-15,1 0 0 16,2-1 0-16,-3 0-1 16,3-2 1-16,-1-1 0 0,0 0-1 15,3-2 1-15,-1-1 1 16,3 0 1-16,0 0 2 16,-2 0 1-16,3-6-2 15,-3-1 0-15,-1 0 2 0,-1-3 0 16,0 2 5-16,-2-2-2 15,-2 1-2-15,0-4-1 16,0 2 0-16,-2 1 0 16,0 0-3-16,0 2 0 15,0-1 0-15,0 2-1 16,0 2 0-16,0 1-2 0,0 0 0 16,-2 2-2-16,0 2-9 15,-1 0-26-15,0 0-44 16,0 0 11-16</inkml:trace>
  <inkml:trace contextRef="#ctx0" brushRef="#br0" timeOffset="25732.74">17362 3354 58 0,'0'0'12'0,"0"0"-11"0,-2 0-1 15,-1 0-2-15,0 0-11 16,0 2 9-16,-2-1 4 0,1 1 4 16,0 0 3-16,1-2 15 15,-2 2 1-15,1-1-8 16,0 2-10-16,-1-1-3 15,0 2 0-15,1 0-1 16,2-1 0-16,-2 1 0 16,3 0 0-16,-1-1 0 0,1 2 1 15,0-1 0-15,0 1-1 16,1 1 3-16,0 0-1 16,0 1-1-16,0-3-1 15,0 3 0-15,0-1 0 0,0-2 3 16,0 1 0-16,0-1 13 15,2-1-1-15,1-1-6 16,0 1-3-16,1-2-4 16,-1 2 0-16,3-3 3 15,0 0-2-15,-2 0 3 16,4 0-2-16,-3 0 3 0,3 0-3 16,-1-4-4-16,2 1 1 15,-3-1-1-15,1-1 1 16,1 0 3-16,-2-1-1 15,-1 1 2-15,-1-2 0 16,0 0 2-16,-2-1 1 0,-2-3-3 16,0 4-2-16,0-3 0 15,0 1-3-15,-1 1 0 16,-6 2-1-16,-2 1-4 16,-5 4 0-16,-5 1-26 15,-2 0-33-15,-8 0-57 16</inkml:trace>
  <inkml:trace contextRef="#ctx0" brushRef="#br0" timeOffset="26870.84">16052 3617 74 0,'0'0'23'0,"0"0"-12"0,0 0 1 0,0 0 1 16,0 0 1-16,0 0 12 15,0 0-3-15,0 0-5 16,0 0-4-16,0 0-7 16,0 0-2-16,0 0-3 15,0 0-2-15,2-16-3 0,-2 16-1 16,0 0 0-16,0 6 4 16,0 1 0-16,0 0 4 15,0 3-4-15,0 0 0 16,0 0 3-16,-2 0-2 0,2 0 0 15,-3 0-1-15,1-3 1 16,1 3-1-16,1-4 0 16,0-1 0-16,0 0-2 15,0-1 1-15,0 1 0 16,0-3 1-16,2 2-2 0,2-4 2 16,-2 1-1-16,2-1-1 15,0 0 4-15,0 0 2 16,0 0-2-16,1-1-1 15,1-3 1-15,-1 0-1 16,2-3-1-16,0 2 0 16,-1-2 1-16,1 3-1 0,-1-2 0 15,-1 2 0-15,-1 0 2 16,-1 2-2-16,1 1 1 16,-2-1-1-16,0 2-1 15,1 0 1-15,1 0-2 16,1 0 1-16,0 3 1 0,1 2 0 15,1 0 0-15,1 1 0 16,-1-2 0-16,2 1-1 16,-3-1 1-16,1-2 1 15,1 1-1-15,0-3 0 0,-3 2 0 16,1-2 0-16,-1 0 0 16,2 0 1-16,-2-2 1 15,0-2 0-15,2-3 2 16,-4 0 2-16,1-3 1 15,1 1 2-15,-1 1-2 16,-4-2 1-16,0-1-1 0,0-1 0 16,0 4-3-16,0-1-2 15,-4 1 1-15,-1 1-3 16,1 1 0-16,1 2-1 16,1 2-4-16,-2 2-7 15,1 0-5-15,1 0-21 0,0 2-10 16,2 3-17-16</inkml:trace>
  <inkml:trace contextRef="#ctx0" brushRef="#br0" timeOffset="27148.61">16425 3651 252 0,'0'0'5'0,"0"0"5"0,0 0-19 0,0 0 13 15,0 0-4-15,0 0 3 16,4 54-2-16,-4-33 0 15,0 2-50-15,0 0-116 16</inkml:trace>
  <inkml:trace contextRef="#ctx0" brushRef="#br0" timeOffset="28102.03">16028 4482 119 0,'0'0'0'0,"0"0"2"0,0 0-1 0,0 0 0 15,0 0 0-15,0 0 5 16,0 0 9-16,0 0-6 0,0 0-6 16,0 0-11-16,2-9 10 15,-2 15 2-15,-2 1 0 16,-3 4-2-16,3-1 0 15,1 1 0-15,1-2 3 0,0 0 2 16,0 1 1-16,0-2 0 16,0 1 1-16,2-3-3 15,4 1-1-15,-3-2 0 16,1-1-4-16,2 0 2 16,-1-2-4-16,1-2 1 15,0 0 1-15,0 0-1 0,0 0 4 16,-1-1-6-16,1-5 9 15,-1-1-1-15,0 0-1 16,-1 0 2-16,0-2-1 16,-3-1-4-16,3 3-1 15,0 0-1-15,-2 2 0 16,0 0 0-16,-1 2 0 0,1 2 0 16,-1-1 0-16,0 2 0 15,4 0-3-15,-5 0 0 16,4 2 1-16,-3 4 0 15,3-1 2-15,2 3 0 16,-3-1 1-16,2 0-1 0,3-2-1 16,-3 0 0-16,3-1 2 15,0-3-2-15,3-1-1 16,0 0 2-16,1 0-1 16,2 0 4-16,-5-7-3 0,3-2 1 15,-2 0 0 1,-1-3 4-16,-2-1 2 0,0 1 3 15,-3-4 2-15,-1 2 0 16,-2-2 2-16,-1 2-2 16,0 1-6-16,0 0-2 15,0 4-4-15,0 1 0 0,-2 4-1 16,0 4-11-16,-2 0-23 16,-1 0-30-16,2 7-9 15,0 0-68-15</inkml:trace>
  <inkml:trace contextRef="#ctx0" brushRef="#br0" timeOffset="28549.01">16322 4497 76 0,'0'0'117'0,"0"0"-111"0,0 0 5 0,0 0 7 16,0 0-14-16,0 0 4 15,38-41 2-15,-32 37-2 0,2-2 0 16,1 2-5-16,0 3 0 16,1-1-3-16,-2 2 3 15,-1 0-2-15,-2 0 1 16,1 9-2-16,-5 2 0 0,-1 3-4 15,0 2-1-15,-1 1 0 16,-8 1-2-16,2-1 5 16,-4-1 2-16,-1-4 0 15,2-3 1-15,1-2-1 16,2-1 2-16,2-3-1 0,3 0 4 16,-1-2-4-16,3-1 3 15,0 0 2-15,0 0-2 16,5 0-1-16,5 0 4 15,5-4-5-15,3-1-1 16,0 0 2-16,6 3-3 0,-4 1-2 16,0 1-41-16,-4 0-85 15</inkml:trace>
  <inkml:trace contextRef="#ctx0" brushRef="#br0" timeOffset="29375.74">16089 5187 180 0,'0'0'5'0,"0"0"-2"0,0 0-7 15,0 0 7-15,0 0-3 0,0 0 8 16,6 38-5-16,-4-24-3 16,0 0 3-16,1 0 1 15,3-2 1-15,-2-1 1 16,3-2-3-16,0-2-3 15,2 0 2-15,1-4-1 0,2-2 4 16,0-1 2-16,1 0-3 16,1 0 1-16,-1-3-1 15,1-4-7-15,-1-3 7 16,-2 0 3-16,-1 0 2 16,-2 0 2-16,-4-2-5 15,3 2 2-15,-5 1-3 0,-2 1 0 16,0 1 4-16,0 2-5 15,0 0 2-15,0 2-4 16,0 0-1-16,0 3 2 16,0 0 0-16,0 0 0 15,0 0-9-15,0 1 2 16,0 6 3-16,0 2 2 0,1-2-1 16,5 0-3-16,1 0 1 15,3-3-1-15,2-1 0 16,-2-1-1-16,3-2 4 15,0 0-2-15,-2-2 3 16,2-3-1-16,-2-4 1 0,-4 1 4 16,0-3 2-16,-3-1 0 15,-1-1 2-15,-3 0 0 16,0 2-2-16,0-2-3 16,0 3-3-16,-4 0 0 0,1 5-1 15,-4 0-10 1,3 4-25-16,1 1-28 0,3 0-68 15</inkml:trace>
  <inkml:trace contextRef="#ctx0" brushRef="#br0" timeOffset="29944.94">16530 5155 45 0,'0'0'26'0,"0"0"-10"0,0 0-3 0,0 0 2 16,0 0-2-16,0 0 5 0,0 0 11 16,0 0 6-16,0 0-10 15,0 0-18-15,0 0-2 16,-3-17 3-16,13 13-1 15,1-2-2-15,1 2-2 16,-2 1 2-16,3-1-2 16,-2 1-2-16,1 3 0 0,0 0-1 15,-2 0 1-15,0 0 0 16,-1 6 0-16,-4-1-1 16,1 2-1-16,-6 2 1 15,0-1-2-15,0 1 1 0,0 1 5 16,-4-3-2-16,-1 0-1 15,1 0 1-15,0-1-2 16,3-3 1-16,1-2-2 16,0 2-2-16,1-3 0 15,7 0 0-15,1 0 2 16,-2 0 1-16,5 0-1 0,-2 0 4 16,0 0-1-16,1 0 1 15,-1 0-2-15,-3 1 1 16,-1 1 0-16,-2 4-1 15,-4 1 1-15,0 1-1 16,-6 1 4-16,-7 1-2 0,-7 1-2 16,0 0-2-16,-3-1-7 15,1-3-15-15,0-7-48 16,6 0-129-16</inkml:trace>
  <inkml:trace contextRef="#ctx0" brushRef="#br0" timeOffset="30657.75">18671 3905 124 0,'0'-5'39'0,"0"0"-6"0,7 0-15 0,3 0-8 16,3 0-3-16,6 3-7 0,5 2 3 15,5 0-2-15,4 0 0 16,1 1-22-16,1 1-146 16</inkml:trace>
  <inkml:trace contextRef="#ctx0" brushRef="#br0" timeOffset="32607.59">18614 3909 69 0,'2'-4'4'0,"-2"0"7"0,0 1-6 0,0 0-2 16,0 2-3-16,-2 0-4 15,-3 1 5-15,3 0-8 16,-2 0-15-16,3 0 2 0,-3 0 4 16,0 0 18-16,2 0 3 15,-1 0-1-15,1-1 2 16,0 0 2-16,-3-2 0 16,3 2 6-16,0-2-3 15,2 0-3-15,-1 2 2 16,1-1 3-16,0-1 4 0,-2 2-3 15,2 1-4-15,-2-3 2 16,0 3-6-16,0 0-3 16,1 0-3-16,1 0 0 15,-1 0-1-15,0 0-1 16,0 0 2-16,1 0 0 0,-1 0-1 16,0 0 1-16,1 4-1 15,0 1 1-15,0 0 0 16,0 1 0-16,0 1-2 15,0 0 1-15,0 2 1 0,0 2 0 16,0 2 1-16,0 1-2 16,2 0 1-16,0 2 0 15,1 1 1-15,0 0 1 16,1 2-1-16,-2 0 2 16,1 4-1-16,2 0 0 15,-3 1 0-15,0 1 0 0,-1 3-1 16,0-2-1-1,0 3 0-15,-1-2 1 0,0-2 0 16,0-2-1-16,0 1 1 16,0-2 2-16,2-1 0 15,-1-2 1-15,2 2 2 16,-1-1-2-16,1 1-1 0,-1-3-2 16,0 1 0-16,2-1-1 15,1-1 2-15,-3 2 2 16,1-1 3-16,-1 0-5 15,2 2 0-15,-4-1-1 0,0 2 1 16,0 1-1-16,0-1 1 16,0 2-1-16,0-1-1 15,0 0 1-15,0-1-1 16,-2-1 2-16,1-3 1 16,0 0-2-16,1-1 1 15,0-4 4-15,0 1 0 0,0 0-1 16,1-2-2-16,2 1-2 15,-1-2 1-15,0 1-1 16,1-1 1-16,-3 2-1 16,2 0 0-16,-1 1-1 15,2 0 2-15,-3-2-1 0,2-2-2 16,2-2-5-16,-2-2-11 16,1-2-3-16,0 0 1 15,1-3-19-15,-2 0-32 16</inkml:trace>
  <inkml:trace contextRef="#ctx0" brushRef="#br0" timeOffset="33853.87">18538 3921 49 0,'0'-3'8'0,"-2"-1"12"0,0 1-5 0,1-1 0 16,1-2-6-16,-2 4 0 16,0-2 5-16,2 3 8 15,-1-2-8-15,1 3 4 16,-1-1-3-16,1-1-6 0,0 2 0 16,-2 0-10-16,0 0-1 15,-1 0 4-15,0 0-2 16,-1 4 1-16,-1 2-1 15,3 0 0-15,-2 1 0 0,0-4 0 16,1 5 0-16,1-1 0 16,0-1 0-16,-1 1-1 15,3 0 1-15,-3 2 0 16,2-1 0-16,1 5 0 16,0-3 0-16,0 4-1 0,0 0 1 15,0 3 1-15,0 1-1 16,0 3 0-16,0 0 0 15,0 2 0-15,0 4 0 16,0 0 0-16,4 0 0 16,-1-2 0-16,-3 1 0 0,2-3 0 15,-1-4 0-15,1 1 1 16,0-4 2-16,4 1 0 16,-3-1 2-16,2-2-3 15,0 3-2-15,1 0 3 16,-1 0-3-16,0 3 1 15,-3 1-1-15,0 2 1 0,-1 1 0 16,-1 0-1-16,0 2 2 16,0-2-4-16,0 2 4 15,0-4-2-15,0-1 1 16,-2-2-1-16,0-1 0 0,1-2 0 16,1-2 0-16,0 1 0 15,0-1 0-15,0-3-1 16,0 3 2-16,0 2-2 15,1 1 3-15,2 3-2 16,-1 2 1-16,0 0 2 0,1 1-2 16,-1-2 0-16,0 2 0 15,2-2 0-15,2-1 0 16,-3-2 0-16,1-2-2 16,2-2 2-16,-4-3-2 15,1-2 2-15,-1 0 1 16,0-2-1-16,-1 0 1 0,1-1 1 15,-2 1 1-15,0 0 1 16,0-2-1-16,0 1-1 16,0 1-1-16,0 2-2 15,0-4 1-15,0 2-1 16,0-2-5-16,0-1-1 0,0-4-20 16,0 0-2-16,0 0 12 15,0-10-79-15</inkml:trace>
  <inkml:trace contextRef="#ctx0" brushRef="#br0" timeOffset="34670.76">18523 3891 90 0,'0'-4'-2'0,"0"-2"11"0,-4 3 2 0,2 0-5 0,0 2 4 16,-1 0 0-16,0-1 5 15,2 2-5-15,-1 0-3 16,0 0 0-16,-4 0-6 16,3 7 0-16,1 2 1 15,-3 2-1-15,1 2-1 0,2 1 0 16,0 2 1-16,1 1 0 16,1 1-1-16,0 1 3 15,0 2 0-15,0 0 2 16,0 2-1-16,0 1-1 0,1 3-3 15,2 0 1-15,0 3 0 16,2-2 0-16,-2 2 0 16,0 0 0-16,2-2 0 15,-1-1 3-15,-1-4 1 16,3 3 1-16,-2-5 0 16,2 2-3-16,0-2 3 0,-1 2-4 15,-1-2-1-15,2 2 0 16,-3 2 0-16,1-1 0 15,-1 4-1-15,-1 0 2 16,0-1 0-16,-1 1-2 0,1-3 1 16,0 0-1-16,0-2 0 15,4 1 2-15,-3-3-2 16,1 2 0-16,5-3 0 16,-4-1 0-16,1 1-3 15,-1-2 4-15,4-3 1 16,-4 0-6-16,3-4 3 0,-3-1 2 15,0-2-1-15,0-2 4 16,-1 0-10-16,-2-1-17 16,-2-2-18-16,0 0-17 15</inkml:trace>
  <inkml:trace contextRef="#ctx0" brushRef="#br0" timeOffset="35119.76">18523 3968 162 0,'0'0'-17'0,"0"0"31"0,0 0-5 16,0 0-9-16,0 0-3 15,0 0-3-15,0 0 6 0,0 0 0 16,0 0 0-16,0 0 1 16,-11 55 1-16,11-32 3 15,0 5 5-15,0 3 1 16,0 5 0-16,0 5-6 16,3 5-1-16,-1-1-2 0,1 3-1 15,2 2 0-15,-3-2-3 16,-2-1-48-16</inkml:trace>
  <inkml:trace contextRef="#ctx0" brushRef="#br0" timeOffset="35962.99">18394 5174 76 0,'0'0'-20'0,"0"0"15"0,0 0-46 0</inkml:trace>
  <inkml:trace contextRef="#ctx0" brushRef="#br0" timeOffset="36467.25">18406 5066 132 0,'0'0'14'15,"0"0"32"-15,0 0-11 16,0 0-10-16,0 0-13 16,0 0-14-16,0 0-1 15,0 0 5-15,-19 29-1 16,9-6-1-16,-2 7 0 0,-1 6-1 15,-6 6 1-15,0 8 1 16,-5 5 1-16,1 3-2 16,-2 5-2-16,2 2 2 15,1-1 0-15,3 0 0 16,3-4-1-16,2-5 2 0,2-4 1 16,3-4 1-16,1-5 1 15,-2 0 1-15,2-1 0 16,0-4 3-16,-1-3-6 15,2-3 1-15,1-6-2 16,1-6 1-16,3-4-2 16,0-7 0-16,-3-1 0 0,4-5 0 15,-1-1 0-15,0-1 0 16,0 0 0-16,0-8-39 16,-2-4-37-16,1-3-7 15</inkml:trace>
  <inkml:trace contextRef="#ctx0" brushRef="#br0" timeOffset="36923.62">17934 6027 103 0,'0'0'22'0,"0"0"18"0,0 0-18 0,0 0-7 16,0 0-8-16,0 0-4 15,0 0-1-15,0 0 2 16,0 0 4-16,0 0 0 16,36 12 0-16,-29-4 1 15,2 1-4-15,1 0 0 0,0 0-2 16,-1 2-3-16,0-3 1 16,2 1 0-16,-3-2-1 15,2-1 1-15,1 0 0 16,-2-2 0-16,1-1 2 15,0 1-3-15,1-1 2 0,-5-2-1 16,3 2 0-16,-1-1-5 16,-2-2-23-16,-2 0-47 15</inkml:trace>
  <inkml:trace contextRef="#ctx0" brushRef="#br0" timeOffset="37083.51">18175 6053 137 0,'0'0'18'16,"0"0"26"-16,0 0-25 0,0 0-18 15,0 0-7-15,0 0-1 16,0 0-10-16,-17 45-44 16</inkml:trace>
  <inkml:trace contextRef="#ctx0" brushRef="#br0" timeOffset="38588.81">17204 6777 161 0,'0'0'4'0,"0"0"10"16,0 0 6-16,0 0 4 0,0 0 3 15,0 0-6-15,0 0-2 0,0 0-10 16,0 0-5-1,0 0-4-15,-7-1 2 0,-2 6-3 16,-2 5 0-16,-4 0 2 16,-1 0-2-16,-5 2 0 0,-2 0-2 15,-3 1 3-15,-2-2 2 16,1 1-2-16,2-2 1 16,0-2-1-16,5 1 0 15,2-1 1-15,0-2-1 16,5 0 0-16,-2 1 1 15,4 1-2-15,3-2 2 16,-4 0-1-16,2 2 0 0,3-1 0 16,-1 0 0-16,0 0-1 15,3-1 1-15,2 0 0 16,0-2 0-16,3 2-1 16,-2-1 1-16,2 0-1 15,0-1 1-15,0 0 0 0,-3-1 0 16,1 1-2-16,0 1 2 15,0-2-1-15,-2 1 1 16,-1-3 0-16,3 1 0 16,-1 0 1-16,1 0-1 15,0-2 2-15,2 0-2 0,0 0 1 16,0 0-1-16,0 1-1 16,0-1-3-16,0 2 2 15,2-1-1-15,3 1 5 16,6-1-2-16,-2 2 3 15,4-2-1-15,1 2-2 0,3-3 3 16,2 3-1-16,5-2-1 16,1 0 0-16,-2-1 0 15,3 1-1-15,1-1 1 16,-2 0-1-16,-1 0 1 16,-6 1 0-16,0-1-1 0,-5 0 1 15,-2 2-1-15,-2-1 1 16,-4 2 0-16,-1-2 1 15,-2 5-1-15,0-2 0 16,-2 2 0-16,0 1 0 16,-2 3 4-16,-5-2-3 0,-1 5-4 15,-2 0 5-15,-2-2-4 16,1 4 2-16,-2 0 2 16,1-1-3-16,3 2 0 15,-5 2 0-15,3-2 0 16,-2 3 0-16,0 0 0 0,1 0 0 15,-3-1 0-15,2 2 0 16,-1-3 0-16,2 2 0 16,1-2-3-16,2-3 2 15,1 0 0-15,3-3 1 16,-1-2-1-16,3-2 1 0,1 0 0 16,2-1-1-16,0-3-1 15,0 1 0-15,0 0-1 16,2-1 0-16,7-1 0 15,-4 0 1-15,5 1 3 16,0-3-5-16,5 0 5 0,1 0-2 16,3 0 1-16,5 0 4 15,2-3-4-15,1-1-1 16,2 1 5-16,-3-2 0 16,1 0 0-16,0 1 0 15,0 0-1-15,-5 1 1 16,-2 0-4-16,0 0 0 0,-3 2 1 15,-2-2 0-15,-5 3-1 16,0-1 2-16,-3-1 0 16,-2 2-1-16,-3 0 0 15,0 0 0-15,-2 0 0 16,0 0-3-16,0 0-14 0,0 0-29 16,0-7-71-16</inkml:trace>
  <inkml:trace contextRef="#ctx0" brushRef="#br0" timeOffset="40567.51">17509 6970 63 0,'3'-3'15'0,"-3"-1"8"0,0 1-10 0,2 0 0 16,-2 2-3-16,0-2 3 15,0 1 8-15,0 0 3 0,0 2-6 16,0-2 3-16,0 1-7 15,0 1-9-15,0 0-1 16,0 0-2-16,0 0-3 16,0 0-1-16,0 0 2 0,0 7 1 15,0 0-1-15,2 3 1 16,-1 3-1-16,2 0 1 16,0 2-1-16,1 2 0 15,-2 1 0-15,2 1 2 16,2 0-2-16,-2-2 0 15,-1-1 0-15,0-2 0 0,2-4 0 16,-3-2 0-16,1-1 1 16,-1 0 1-16,0-4-2 15,3 1 0-15,-3-2 0 16,1 1 0-16,-1-3 0 16,1 0 0-16,2 0 1 15,-3 0 4-15,1 0 5 0,0-4 1 16,2-4-5-16,-2 1-2 15,-2-3 0-15,2 0-1 16,0-1-1-16,1-3-1 16,-1 0-1-16,3-1 1 15,0-2-2-15,2 3 1 0,0-1 0 16,1 0 2-16,1 4 0 16,-1 0-1-16,1 2 0 15,-1 2 0-15,2 0 0 16,-1 3-1-16,0 2-1 15,2 2 1-15,-3 0 0 0,3 0-1 16,-2 4 1-16,1 6 0 16,-1 0 0-16,0 0 0 15,1 3 1-15,1 1-1 16,-1-4 0-16,0 1 1 16,2-2-1-16,-1 1 0 0,0-3 0 15,0-1 0-15,-3-2 0 16,1-1 1-16,-1-2-2 15,-1-1 2-15,0 0-1 16,0 0 0-16,-3 0 0 16,0 0-1-16,0-4 3 0,-3-3 1 15,-2-2 6-15,0-2-1 16,0 1 3-16,0-3-3 16,0-1-1-16,-2-1-2 15,-2-1-1-15,0-2-2 16,0 0-1-16,-1 0 0 0,-1 0-1 15,2 1 1-15,-1 1-2 16,0 3 0-16,2 2 1 16,1 3-3-16,2 4-13 15,0 3-11-15,0-2-40 16,0-1-84-16</inkml:trace>
  <inkml:trace contextRef="#ctx0" brushRef="#br0" timeOffset="40953.29">18025 6607 203 0,'0'0'-8'0,"0"0"18"0,0 0-6 0,0 0-4 16,0 0 1-16,0 0 1 0,0 0 1 16,0 0 1-16,10 49 1 15,-10-30-2-15,2 2-1 16,-2 0 0-16,0 0-2 15,0-2 1-15,2-2-1 0,-2-3 0 16,1-1 0-16,0-3 0 16,0-4 2-16,0-2-2 15,-1-4 0-15,0 0-8 16,0 0-10-16,0-6-58 16</inkml:trace>
  <inkml:trace contextRef="#ctx0" brushRef="#br0" timeOffset="41258.26">17906 6629 76 0,'0'0'6'16,"0"0"6"-16,0 0 0 15,0 0-2-15,0 0 6 16,0 0 7-16,0 0 6 0,33-39 2 16,-22 30-7-16,4 1-5 15,1 0-1-15,1-1-8 16,-1 0-1-16,0 1-6 16,-1 2-2-16,-2 0 1 0,1 3-2 15,-1 1 0-15,1 2-3 16,-2 0-18-16,-2 0-21 15,-2 1-54-15</inkml:trace>
  <inkml:trace contextRef="#ctx0" brushRef="#br0" timeOffset="41624.76">18269 6847 192 0,'0'0'8'16,"0"0"-10"-16,0 0 16 15,0 0 11-15,46 21-9 16,-29-14-10-16,1 3-1 0,0-2-4 16,-2 3 0-16,1 0 0 15,1 1 0-15,-4 1 0 16,-1-2-1-16,-2 0 0 16,1-1 1-16,-3-2-1 15,-1 1-3-15,-1-2-9 0,-4-3-20 16,-1-3-49-16</inkml:trace>
  <inkml:trace contextRef="#ctx0" brushRef="#br0" timeOffset="41927.62">18410 6788 163 0,'0'0'11'0,"0"0"2"16,0 0-12-16,0 0 2 16,-29 50 5-16,19-29-1 15,-1 5 2-15,3-2 2 0,-3 2-6 16,-1-2 1-16,2 0-3 15,1-3-2-15,0-1 0 16,1 0-1-16,2-3 0 16,2-3-2-16,4-4-26 0,0-7-57 15</inkml:trace>
  <inkml:trace contextRef="#ctx0" brushRef="#br0" timeOffset="42361.96">18761 6851 158 0,'0'0'-18'16,"0"0"18"-16,0 0 0 16,0 0 1-16,0 0 0 15,39-2 1-15,-30 0 6 16,4-1 15-16,2 0 0 15,-1 0 2-15,2-4-6 0,2 1-4 16,4 2-4-16,0-2-2 16,-1 1-5-16,2-1-2 15,0 2-1-15,-2-1 0 16,-4 0-1-16,-3 3 0 16,-3 2-1-16,-3-3-7 15,-5 3-19-15,-2 0-35 0,-1 0-16 16</inkml:trace>
  <inkml:trace contextRef="#ctx0" brushRef="#br0" timeOffset="42653.86">18948 6736 161 0,'0'0'-16'0,"0"0"36"16,0 0 6-16,0 0-1 16,0 0-6-16,0 0-9 15,0 0-8-15,0 0-4 16,0 0 4-16,3 28 0 0,-3-11-1 16,0 3 0-16,0 0 1 15,0 0-2-15,0-2 1 16,0 1-1-16,0-4 0 15,0 0-1-15,5-3-9 16,-1-2-29-16,-1-2-41 16</inkml:trace>
  <inkml:trace contextRef="#ctx0" brushRef="#br0" timeOffset="43486.33">19244 6650 171 0,'0'0'0'16,"0"0"21"-16,0 0-9 16,0 0-8-16,0 0 0 0,0 0-3 15,0 0 0-15,0 0 1 16,0 0 1-16,38-17 1 16,-34 23-1-16,0 4-1 15,0 1 1-15,2 2-2 16,-4 3 2-16,2 1-2 0,0-3 0 15,1 0-1-15,-2-1 1 16,2-3-1-16,1 0 1 16,-3-3-1-16,2 0 1 15,0 0 1-15,0-4 0 16,-1 1-1-16,3-2 1 0,-4-2-1 16,1 0 3-16,0 0 0 15,0 0 2-15,0 0 6 16,1-6-4-16,1-1-5 15,-2 0 1-15,0-2-2 16,0 1 0-16,-3 2 2 0,1-1-2 16,-1 3 5-16,0 0 3 15,0 1-2-15,0 0-5 16,1 3-3-16,0-2 0 16,0 2-2-16,1 0 0 15,0 0-4-15,1 5 0 0,1 2 5 16,-1 1 0-16,2 1 1 15,2 1 0-15,0-3-1 16,-1 0 1-16,2-1 0 16,2-3-1-16,0-1 0 15,1-2 0-15,2 0 0 0,-1 0 2 16,0 0-1-16,-1-7 1 16,-2 0 1-16,1-3 2 15,-6-1 6-15,-2-2 3 16,-2-3 2-16,-1 1 1 15,0-2 0-15,0-1-11 16,-5 1-1-16,-2 1-2 0,-1 1-2 16,0 3 1-16,2 2 1 15,-1 1-4-15,2 4 2 16,-1 2-7-16,2 0-5 16,0 3-10-16,1 0-4 0,-2 4-9 15,2 3-19-15,0-3-49 16</inkml:trace>
  <inkml:trace contextRef="#ctx0" brushRef="#br0" timeOffset="44143.25">19775 6709 15 0,'0'0'123'0,"0"0"-110"0,0 0-2 15,0 0-2-15,0 0-3 16,0 0-1-16,0 0 2 16,0 0 5-16,0 0-8 15,0 0-1-15,0 0-2 16,-41 8 0-16,34 2-1 0,-2 3 0 15,1 0 1-15,1 1-1 16,1-1 0-16,1 1 0 16,1-1 0-16,2 0 0 15,2-1-1-15,0-2 2 16,0 0-2-16,0 0 2 0,3-4 0 16,4 1 0-16,0-4 4 15,1 0 8-15,2-1-1 16,3-2-1-16,-2 0-3 15,2 0-1-15,-4 0-4 16,1-4 1-16,-2 0 0 0,-2-3 2 16,1 0 7-16,-5-2 1 15,1-2 3-15,-2 1-5 16,-1-3-1-16,0 2-1 16,0-3-5-16,0 0-1 15,-5 1-1-15,0 1-4 16,-2 2-4-16,-3 4-7 0,-3 4-12 15,-4 0-21-15,1 1-96 16</inkml:trace>
  <inkml:trace contextRef="#ctx0" brushRef="#br0" timeOffset="54587.01">16392 7409 92 0,'0'0'34'0,"0"0"-19"0,2 0-7 16,6 0 19-16,0-3-11 16,1-4-9-16,2 3-5 0,0-2-1 15,-3 2-1-15,1-2-3 16,-1 5-17-16,-1-2-15 16,-3 2-15-16</inkml:trace>
  <inkml:trace contextRef="#ctx0" brushRef="#br0" timeOffset="54769.41">16452 7501 152 0,'0'0'52'0,"0"0"-33"16,0 0-14-16,0 0 9 15,0 0 5-15,0 0-13 16,0 0-5-16,37-5 0 15,-26 2-6-15,0 0-44 0,-2-1-52 16</inkml:trace>
  <inkml:trace contextRef="#ctx0" brushRef="#br0" timeOffset="56057.61">15795 7295 14 0,'0'0'17'0,"-2"-4"-1"0,0 3 3 0,2-1-1 0,-2-1-3 16,1 2-1-16,1 0-4 16,0-1-1-16,0 2-5 15,0 0-2-15,0 0-2 16,0 0 1-16,0 0 0 15,0 0 1-15,0 0 1 0,0 0-2 16,0 0-1-16,0 0 0 16,0 0 1-16,0 0-1 15,3 2 0-15,1 3 0 16,-2-2 0-16,1 2 1 16,1 0-2-16,0-2 3 0,2 1-2 15,0-1 3-15,-1-3 3 16,5 0 6-16,0-4 14 15,7-13 1-15,4-9-15 16,7-8-6-16,8-10-4 16,5-7-4-16,6-6-24 0,1-4-31 15,0-3-43-15</inkml:trace>
  <inkml:trace contextRef="#ctx0" brushRef="#br0" timeOffset="58620.32">18788 4484 0 0,'0'0'50'0,"0"0"-31"0,0 0-1 16,0 0-9-16,0 0-1 16,0-2-3-16,1 2-2 0,2-2-1 15,-1 1-2-15,-1 1 1 16,1-2 0-16,1 1-1 15,-1 1 5-15,-1 0 0 16,2 0-2-16,-3 0 1 0,2 0-3 16,-2 0-1-16,1 0 1 15,1 0 0-15,0 0 0 16,0 3-2-16,2-1 2 16,-2 1-1-16,1-1 1 15,-1 1-1-15,2-2 0 16,-1 2 0-16,-1 0 0 15,0-1 1-15,1 2 0 0,-2-3-1 16,0 2 0-16,1 0 1 16,0-2-1-16,0 2-1 15,0 1 2-15,0-2-1 16,0 2 0-16,0-2 0 0,2 0 1 16,-2 1-1-1,-2-2 0-15,2 2 0 0,-1-3 2 16,-1 1-2-16,1 0 1 15,0-1 1-15,0 0-1 0,0 3 0 16,0-3 0-16,0 1-1 16,-1-1 1-16,1 0 0 15,0 1-1-15,-1-1 1 16,0 0 0-16,0 0 0 16,2 0 1-16,-2 0 3 15,2 0 8-15,-1 0 2 16,2 0-4-16,0-1-6 0,4-3 0 15,-4-2-2-15,3 0-1 16,1-1-2-16,1-1 1 16,2-2 0-16,1-1-1 15,0-1 0-15,3 0 3 16,-1 0-3-16,1-2 1 0,-1 1 0 16,2-1-1-16,-2 1 2 15,-2 0-1-15,0 2 2 16,-2 1 3-16,0 1 1 15,-1 0 1-15,-2 0-3 16,-1 3-3-16,1-1-1 0,-1 2 2 16,-1 0-2-16,1-2-1 15,-1 3 2-15,-1 1-2 16,0 2 0-16,0-2 0 16,1 3 0-16,-2 0-3 15,1 0-1-15,-1 0-14 0,-2 7-23 16,0-1-32-16</inkml:trace>
  <inkml:trace contextRef="#ctx0" brushRef="#br0" timeOffset="59623.29">18779 4537 51 0,'0'0'16'0,"2"0"-9"0,-2 0 0 0,0 0-2 16,0 0-3-16,0 0 2 15,0 0 1-15,0 0-3 16,0 0-1-16,0 0 5 16,0 0 0-16,0 0-1 0,0 0-3 15,1 0-4-15,-1 0 2 16,2 2 0-16,-1 1 0 16,0 1 0-16,1 0-2 15,-1 2 2-15,2-2-1 0,-3 0 0 16,2 1 1-16,-2-1 0 15,0 0 1-15,1 0-1 16,-1-1 0-16,0-1-1 16,1 1 2-16,-1-1-1 15,0 0 0-15,1-1 0 16,-1-1 0-16,0 3 0 0,0-2 0 16,0-1 0-16,3 0 0 15,-3 2 0-15,2 0 1 16,0-2-1-16,0 0 0 15,0 0 1-15,-1 0-2 16,2 0 2-16,0 0-1 0,1 0 0 16,-2 0 0-16,1 0 0 15,1 0 0-15,1-4 1 16,-3 0 1-16,0-1 0 16,1-2 2-16,0 1 3 0,2-3-1 15,-2 1 0-15,3-3-1 16,1-1 0-16,0 0-2 15,2-2 0-15,3 0 7 16,1-2-2-16,2-1-4 16,7-1 1-16,-2-2-1 15,5 2 0-15,-1-2-3 16,3 1 1-16,-3 1-2 0,0 2 0 16,-2 1 0-16,-3 2 0 15,-1 3 0-15,-3 3 0 16,-1 2-15-16,-4 0-39 15</inkml:trace>
  <inkml:trace contextRef="#ctx0" brushRef="#br0" timeOffset="61495.54">19440 4507 29 0,'3'0'7'0,"2"0"-2"0,-1 0 1 0,-2 0-2 16,1 0-3-16,0 0 0 16,-1 0 2-16,3 0 0 0,-3 0 4 15,1 0 1-15,4 0 2 16,-2 0-4-16,1 0 1 16,3 0-5-16,2 0 0 15,2 0-2-15,0 0 1 0,1 0-1 16,2 0 1-16,4 0 3 15,2 0 1-15,3 0 7 16,4-4 0-16,2 3-2 16,5-3-2-16,0-1-3 15,8 2-3-15,-1-1 0 16,2 0 0-16,3 1-1 0,0-3 1 16,3 2 4-16,-1-1 3 15,0 0 6-15,2-1 1 16,0 1-3-16,-1-1-3 15,3 3-4-15,-2-1-1 16,0 0-4-16,-5 2 0 0,-3-2 0 16,-3 2 0-16,-5 1-1 15,-5-2 1-15,-5 2-1 16,-3 1 0-16,-6 0 1 16,-4 0-1-16,-2 0 0 15,-4 0-1-15,-1 0-3 0,-6 0-27 16,0 0-73-16</inkml:trace>
  <inkml:trace contextRef="#ctx0" brushRef="#br0" timeOffset="64709.8">17090 8231 20 0,'4'-1'13'0,"-2"-2"13"0,0 0 2 0,-2 3 6 16,0-3 5-16,0 2-12 16,2-2-6-16,-2 0-10 0,0 3-5 15,0-1-4-15,2-1-1 16,-2 2-1-16,0-1 0 16,0 0 1-16,0-1 1 15,0-1-2-15,0-1 3 16,0 0 3-16,0-2 1 0,0-1 1 15,-2 0-1-15,0 3-3 16,-2-1-2-16,0 1 0 16,1 0-3-16,1 1 2 15,-3 1 1-15,2 1-3 16,0 1 0-16,0 0 1 16,-2 0-1-16,2 6 0 15,0 1 1-15,-2 3-2 0,2 0 2 16,1 1 0-16,0 1 0 15,1 3 0-15,1-1 0 16,0 2 0-16,0 1 1 16,0 0-1-16,0 3 0 0,1 1 0 15,3 1 0-15,2 1 0 16,-2 1 1-16,2 0-1 16,2 3 0-16,-2 0 0 15,1 1 1-15,-1 0-1 16,1 2 0-16,0 0 1 15,0 0-1-15,-3 1 0 0,-1-2 0 16,1-1 1-16,-1-5-1 16,-1-2 1-16,3 0 1 15,-3-4-1-15,2-1 0 16,-2 0-1-16,-1-1 1 0,-1 0 0 16,0 0-1-16,0-1 1 15,0-1-1-15,-3-3 1 16,-3-1-1-16,-1-2 1 15,0 1 0-15,0-2 0 16,-2-2 0-16,0 0-1 0,-2-1 1 16,1 0-1-16,-2 0 0 15,0-2-2-15,0-1-2 16,2 0-27-16,-1 0-41 16,-1 0-16-16</inkml:trace>
  <inkml:trace contextRef="#ctx0" brushRef="#br0" timeOffset="65129.6">16924 8672 47 0,'0'0'25'0,"0"0"-9"0,0 0 0 0,0 0 1 16,0 0 1-16,40-20-6 15,-29 15-1-15,3 0 4 16,1 0 6-16,1 0-5 16,0-2-4-16,3 2-1 0,2-2 0 15,-4 0-4-15,4 0-3 16,-3 1-1-16,1 1-3 16,0-1 0-16,-4-1 2 15,0 3-2-15,-2-2 0 16,3 3-3-16,-4-3-16 15,-1-1-69-15</inkml:trace>
  <inkml:trace contextRef="#ctx0" brushRef="#br0" timeOffset="66491.17">15844 7496 37 0,'0'0'20'0,"-1"0"2"0,1 0-1 0,0 0-7 16,0 0 0-16,0 0 3 15,0 0-5-15,0 0-9 16,0 0-2-16,0 0-1 16,0 0 0-16,0 1 1 0,0 1-1 15,0 0 0-15,0 0 0 16,0-1 1-16,0-1-2 15,0 0 2-15,0 2-1 16,2-2 0-16,-2 0 2 16,2 0 0-16,-2 0 5 0,0 0 8 15,0 0-6-15,0 0-6 16,0 0-2-16,0 1-1 16,2-1 0-16,0 2-2 15,1 2-6-15,-2-3-30 16,0 2-25-16</inkml:trace>
  <inkml:trace contextRef="#ctx0" brushRef="#br0" timeOffset="67556.81">15787 7591 63 0,'0'0'11'0,"0"0"0"0,0 0 7 16,0 0 4-16,0 0-2 16,0 0-8-16,0 0-1 0,0 0-1 15,0 0-5-15,0 0 0 16,0 0-3-16,33-22-1 15,-25 14 0-15,3 0 0 16,2-4-1-16,0 4 3 16,1-4-1-16,0 2-1 0,1-2 2 15,-1 1-2-15,1 0 6 16,-2 4-5-16,0 0-1 16,-2 1 0-16,-2 1-1 15,-3 2 1-15,-1 3-1 16,0 0 0-16,-3 0-1 0,0 0-1 15,-2 1 1-15,0 6-1 16,0 1 6-16,0 3-7 16,0 1 5-16,-2 4-3 15,-5 0 3-15,1 2-2 16,-1 2 0-16,2 3 1 16,-1-2-1-16,-2 2 1 0,2 0-1 15,0-2 0-15,1-4 0 16,0 3 1-16,1-4-1 15,-1-2 0-15,1 3 0 16,-1-6 0-16,1 2 0 16,0-2 0-16,0-2 0 0,1-3 0 15,1-1-1-15,-1-3 0 16,3-2 2-16,0 0 2 16,0 0-3-16,0-2 0 15,0-2-1-15,0-2 0 0,5 1 2 16,-2 0-1-1,3-2 1-15,0 4 0 16,1-1-2-16,1 1 2 0,2 0-1 16,-3 1 2-16,2 0-4 15,2-1 4-15,0 1-4 16,1 0 2-16,-1-1-1 0,1 0 1 16,1 1 1-16,-2-2 1 15,1 1 0-15,-2-3 1 16,-2 3-1-16,1 0-1 15,-3 0-1-15,0 0 2 16,-2-1-2-16,-1 1 0 0,-1 1 0 16,-2 0 0-16,0-2-14 15,0 1-71-15</inkml:trace>
  <inkml:trace contextRef="#ctx0" brushRef="#br0" timeOffset="67723.14">15916 7649 214 0,'0'0'4'0,"0"0"-4"0,0 0 1 0,58-16 1 0,-22 4 1 16,6-3-2-16,3-6-105 15</inkml:trace>
  <inkml:trace contextRef="#ctx0" brushRef="#br0" timeOffset="68581.77">17717 8075 113 0,'0'0'10'0,"0"0"27"0,0 0-10 16,0 0-12-16,0 0-5 15,0 0-4-15,0 0-2 16,0 0-3-16,-45-11 1 0,33 24-2 16,-3 2 0-16,1 8 2 15,-1 4 0-15,1 7 0 16,-1 7-2-16,2 3 0 16,0 7 1-16,1 2 1 15,4 1-1-15,1-1 2 16,3-3-1-16,4-1 0 0,0-5 3 15,4-3-1-15,7-4 0 16,3-4-1-16,2-2 0 16,3-6-3-16,0-3 3 15,3-4-3-15,2-4-5 16,1-5-4-16,1-8-26 0,0-1-67 16</inkml:trace>
  <inkml:trace contextRef="#ctx0" brushRef="#br0" timeOffset="69355.63">17880 8372 104 0,'0'0'5'0,"0"0"-5"0,0 0 0 0,0 0 1 0,0 0 0 16,0 0 1-16,0 0 4 15,0 0 5-15,0 0 5 0,37 9 1 16,-27-15-1-16,2 0-6 16,1-1-4-16,0-2 0 15,-1 2-4-15,0 0 1 16,1 0-1-16,-4 0-1 16,-1 3 0-16,-2 2 0 0,0-2 0 15,0 4 0-15,-4 0 0 16,1 0-1-16,-1 6 0 15,0 4 0-15,0 4 7 16,-2 3-9-16,0 3 2 16,0 1 0-16,-2 3 0 15,-3 2 0-15,1-2 2 0,-4 3-2 16,2-1 1-16,-2-2 0 16,1-1 0-16,-1-1-1 15,0-3 0-15,0-4 0 16,3-1 0-16,-2-3 0 15,5-4 1-15,-3-2 1 16,3-3-1-16,1-2 6 0,1 0 10 16,0 0-5-16,0-2-9 15,0-5-2-15,1 0 0 16,6-2-1-16,-3 1 1 0,3 1 3 16,-1 1-4-16,3 2-2 15,-1 0-1-15,1 0 6 16,1 1-4-16,2 2 2 15,-3-1-1-15,1 2 2 16,2 0-2-16,-3 0 0 16,1 0 1-16,-1 0-2 0,-1 0 2 15,-1 0-1-15,-1 0 0 16,0 0 0-16,-2 0-1 16,-1-4-19-16,-2-1-42 15,-1-5-73-15</inkml:trace>
  <inkml:trace contextRef="#ctx0" brushRef="#br0" timeOffset="69670.86">18013 8488 83 0,'0'0'42'0,"0"0"-16"0,0 0-12 0,0 0-5 16,0 0 2-16,0 0 5 15,0 0 5-15,0 0-4 0,0 0-1 16,42-22-6-16,-30 17-8 15,1 1-1-15,1-1 0 16,1 0-1-16,1 1-1 16,-3 0-22-16,-2-3-64 15</inkml:trace>
  <inkml:trace contextRef="#ctx0" brushRef="#br0" timeOffset="70503.42">18173 7964 102 0,'0'0'4'0,"0"0"-1"0,0 0 0 0,37-21 1 16,-24 17-1-16,-2 0-2 16,3 1 0-16,-1 1 1 15,-1 1 8-15,2 1-2 16,0 0-1-16,1 0-1 16,1 3 1-16,0 4-3 15,1 3 2-15,2 0-3 0,-1 5 0 16,3-1 0-16,-3 2-3 15,3 1 3-15,-3 0-1 16,4-1-1-16,-5 1 0 16,2 1 2-16,1-1-1 0,-5 2 1 15,1-1-3-15,-3 2 3 16,1 2-3-16,-3 0 0 16,-4 1 2-16,1 1-2 15,-1-1 2-15,0 2 0 16,-4 0 0-16,1-1 0 0,0 1-1 15,0-2 0-15,-3-2 0 16,1 2-1-16,0-2 1 16,-1 3-1-16,-1-1 2 15,0 1 1-15,0 1 1 16,0-3-2-16,0 2 2 16,-4-4 0-16,0 1-3 0,0-1 2 15,-1-3 0-15,1 3-2 16,-4-2 1-16,2 2-1 15,-2-5 0-15,1-1 1 16,1-1 2-16,1-3 2 0,-1-3 4 16,1-4 0-16,2 3-1 15,1-4 4-15,-3 1-2 16,3-3 0-16,-1 3-6 16,2-2-4-16,-1-1 0 15,0 2-1-15,2-1 0 16,-5 3-3-16,0 1-19 0,-6-4-54 15</inkml:trace>
  <inkml:trace contextRef="#ctx0" brushRef="#br0" timeOffset="73731.73">17146 8064 2 0,'0'0'2'0,"0"0"2"0,0 0 4 0,0 0 11 0,0 0 3 16,0 0-2-16,0 0-7 16,0 0-4-16,0 0-4 15,0 0 0-15,0 0 0 16,0 0-2-16,0 0 1 16,-5-26-3-16,5 24 0 0,-3 1 0 15,-1 0 0-15,1-2 0 16,-1 2 1-16,-2-2 2 15,1 2-3-15,-3-1 0 16,2 2 0-16,-3-3-1 16,3 3 1-16,-1 0 4 0,3-1 26 15,-3-1-15-15,3 1 4 16,1-1-3-16,-4 1-11 16,2 1-6-16,-4 0 1 15,1 0-1-15,-2 0-1 16,-2 0 1-16,0 3 0 0,0 4 0 15,-4 0-3-15,1 0 1 16,-3 0-1-16,0 2 2 16,-2 1 0-16,-1 1 1 15,-1-1 0-15,4 1 0 16,-3 1 1-16,4 1-1 0,1-1 0 16,1 1-5-16,-1 1 6 15,3 1-1-15,-1-1 1 16,3 0-1-16,0 0 0 15,-2 0 0-15,4 2 0 16,2 1 0-16,-4 2 2 0,1-1-2 16,2 3 0-16,-2-1 0 15,0 3 1-15,3-1-1 16,-1 1 0-16,0 3 0 16,-1 1 1-16,1 0-1 15,0 1 0-15,-2 1 0 16,3 1 0-16,-1 1 0 0,-2-2 0 15,5 1 0-15,-3 0 0 16,3-3 0-16,-3-1 1 16,4-2-1-16,1-1 0 15,2-1 0-15,1-2 0 0,0 2-1 16,0 0 2-16,0 1-2 16,0 1 1-16,1-1 1 15,2 1-1-15,1 0 0 16,2 2 1-16,-2-1 0 15,3 0 0-15,-3-1-1 16,5 0 0-16,-1-4 0 0,0 0 0 16,-1-2 0-16,3-1 0 15,0 0-1-15,0-1 1 16,1-3 1-16,0 1-1 16,1 1 1-16,0-2 0 15,-1 3-1-15,-1-1 2 0,3 2-2 16,0 0 0-16,1-1 0 15,1 1 0-15,-1-4-3 16,-1-2-1-16,0-1 3 16,1-1 0-16,-1-2 0 15,1-3 2-15,0 1-1 0,1 0 2 16,-1 0-3-16,1-2 2 16,2 0 1-16,-1-1-1 15,-1-1-7-15,1-1 3 16,-1 0 8-16,2 0-3 15,0 0 1-15,-1 0 0 16,-1-1-2-16,2-4-1 0,-2 1 2 16,1 0-2-16,1-2 1 15,-1 1-1-15,0-1 1 16,-1-1-1-16,0 0 0 16,1-2 0-16,-2-1 1 0,1 3 1 15,-1-4 1-15,-1 1-2 16,-1-2 0-16,2-2 0 15,-2 1 1-15,0-1 0 16,1-3 3-16,0 2-3 16,-1-2 0-16,1-2-1 15,-2 2 1-15,1 0-2 0,-1-3 1 16,1 0-1-16,0 0 0 16,1-1 0-16,1-2 0 15,-1-1 0-15,1 0 0 16,-3-1 0-16,2 0 0 0,-3 4 0 15,-1-2 0-15,-1 5 0 16,-1-2 2-16,-1 0-2 16,0 2 3-16,-2-1 2 15,2 1-5-15,-1-1 2 16,0-1-2-16,-1 1 0 16,0-3 0-16,-3 1 1 0,1-3-2 15,-1 1 2-15,0-3-2 16,0 2 2-16,0 1-2 15,-1-1 2-15,0 0-1 16,0 4 0-16,0-2 0 16,0 2 1-16,0 0-1 0,0 1 0 15,-3-2 1-15,-1 1-1 16,0-1 0-16,-3-1 1 16,0 1-1-16,1-1 0 15,1 0 0-15,-1 4 1 16,1-2 0-16,0 4 0 0,-2 2 1 15,3 0 0-15,0 2 1 16,-2 1-1-16,3 1-1 16,-4 0 1-16,2 2-2 15,1-1 1-15,-2 2 0 16,1-1 1-16,-1 0-1 0,0-1 3 16,2 1-1-16,-4 0-2 15,3-1 1-15,-2 1-1 16,0 0 1-16,-3-1-3 15,3 0 3-15,-2 4 4 16,-2-1 0-16,2 0 0 0,0 2-6 16,-4 1 2-16,2 0 0 15,-1 1-2-15,3 0 0 16,1 2 0-16,-1 0 0 16,3 0-1-16,-2 4-20 15,1-1-47-15,-1-1-64 16</inkml:trace>
  <inkml:trace contextRef="#ctx0" brushRef="#br0" timeOffset="74813.69">17264 9511 12 0,'0'-3'9'0,"0"-1"30"0,-4-2-11 0,3 2-10 15,-1 0 1-15,1 2-6 16,1-1-5-16,-1 1-6 15,0 0-1-15,1 1-1 16,0-1 1-16,-2 0-1 16,2 1 1-16,0 0 1 0,-2 1 4 15,2-3 1-15,0 3 3 16,-2 0 1-16,2 0 0 16,-1 0-3-16,1 0-1 15,0 0-6-15,0 0-3 16,0 3 1-16,0 7 1 0,3 3 3 15,2 7-2-15,1 2-1 16,1 4 1-16,-2 8-1 16,3 0 2-16,-4 3-2 15,2 3 1-15,-2-2 1 16,-3-1-1-16,-1 0 0 0,0-3 0 16,0-3 0-16,0-1 0 15,0-3 0-15,0-1 0 16,-3-2 0-16,1-3 1 15,-3-1-2-15,3-2 0 16,0-3 0-16,1-1 0 0,-1-4 0 16,0-1 0-16,-1-2-3 15,-1-2-32-15,0-1-39 16</inkml:trace>
  <inkml:trace contextRef="#ctx0" brushRef="#br0" timeOffset="75192.05">17183 10021 85 0,'0'0'21'0,"0"0"-14"0,0 0-5 0,0 0 2 16,0 0 6-16,0 0 6 15,0 0-3-15,0 0-5 0,16 41 0 16,-13-30-4-16,1-2 0 15,0-1-1-15,0 1 0 16,1-2-1-16,2-3-1 16,2 2-1-16,0-3-1 15,1-3-3-15,2 0-29 16,-4 0-28-16</inkml:trace>
  <inkml:trace contextRef="#ctx0" brushRef="#br0" timeOffset="75384.28">17338 10010 159 0,'0'0'37'0,"0"0"-12"15,0 0 1-15,0 0-11 16,0 0-7-16,0 0-3 16,0 0-8-16,0 0 3 15,0 22-1-15,0-2 1 0,0 4 0 16,0 3-10-16,0 3-33 15,-5 0-59-15</inkml:trace>
  <inkml:trace contextRef="#ctx0" brushRef="#br0" timeOffset="77982.05">17107 10632 72 0,'-4'1'13'0,"3"-1"5"0,-1 3-12 0,2-3-5 15,-2 1-1-15,2 1 1 16,0-2 4-16,-2 1 7 16,2-1 7-16,0 0 10 15,-1 0-6-15,1 0-18 16,0 0-3-16,-1 0 2 0,1 0-2 15,-2 0 0-15,1 0 0 16,-1 0-1-16,0 0 1 16,-2 0 3-16,0-1-2 15,1-1-1-15,-4 1 0 0,2-1 2 16,-1 2-5-16,-2 0 1 16,1 3-2-16,-3 7-1 15,1 1 3-15,-1 5-2 16,0 1 1-16,-1 3 0 15,2 0 1-15,2 4 0 16,-1-1 1-16,6 0 0 0,1-1-1 16,1-2 1-16,0-1 0 15,3-2 1-15,5-3-2 16,0-3 0-16,1-1-2 16,-1-3-1-16,1-4-2 0,0-3-1 15,0 0 2-15,-2-1 3 16,4-8 3-16,-3-2 7 15,2-3-4-15,1-1 0 16,-4-1-2-16,0 1-2 16,-1 1-1-16,0 0 1 15,-2 1-1-15,-2 0 0 16,2-1 1-16,-2 1-1 0,1 1 1 16,1-3-1-16,-1 2 0 15,2 1 1-15,-1 0-1 16,1 1 0-16,-2 3 0 15,0 2 0-15,-1 0 1 0,-1 3-2 16,0 1 2-16,-1 1-1 16,2 0 1-16,-1 1-2 15,2 0 0-15,-1 0 0 16,0 0-1-16,0 0 0 16,1 6 2-16,2 1 1 0,-3 0 3 15,0 0-2-15,1 4-1 16,1-2 0-16,0-1-1 15,-1 1 1-15,0-3 0 16,2 1 1-16,-2-2-1 16,0 0 0-16,0-2 0 0,0-1 0 15,1 1 0-15,-1-3 1 16,-1 3 1-16,0-3-1 16,0 0 1-16,-1 3-1 15,2-2-2-15,-3-1 0 16,0 0 1-16,2 0 0 0,-2 0 0 15,0 0 0-15,0 0 2 16,0 0 1-16,0 0-1 16,1 0 2-16,-1 0 1 15,0 0-1-15,0 0-2 16,0 0-2-16,0 0-1 0,2 1 0 16,-1-1 0-16,1 0 0 15,-1 0 0-15,0 1 0 16,0-1 0-16,0 0 0 15,1 1-1-15,-2-1 1 16,2 0 0-16,-2 0 0 0,0 0 0 16,2 3 0-16,-1-2-4 15,0 1-3-15,1-1-1 16,0 1-1-16,1 0-2 16,-1 1 0-16,0 0-21 15,1 0-26-15,-1-2 7 0</inkml:trace>
  <inkml:trace contextRef="#ctx0" brushRef="#br0" timeOffset="79390.63">17186 10791 103 0,'-1'0'7'0,"-1"-4"18"0,2-1 2 15,-2 2-3-15,2 0-1 0,0 1-3 16,0 0 1-16,0-1-4 16,0 3-3-16,0 0-4 15,0 0-7-15,0 0-4 16,0 6 0-16,0 5 6 16,2 4-5-16,3 2 1 0,4 1-1 15,-3 2 0-15,1-1-4 16,0 0-10-16,1-1-18 15,0-4-18-15,0-6-37 16</inkml:trace>
  <inkml:trace contextRef="#ctx0" brushRef="#br0" timeOffset="79796.74">17436 10678 107 0,'0'0'26'0,"0"0"24"16,0 0-21-16,0 0-10 15,0 0-6-15,0 0-3 16,0 0-5-16,0 0-7 0,0 0 3 16,-40-5-1-16,35 22 1 15,-3 6-1-15,2 2 3 16,4 4-1-16,0-2-2 16,2-3 0-16,0-3 1 15,5-5 1-15,6-4-1 16,2-4 1-16,3-7-3 0,2-1-1 15,6 0 0-15,3-12 4 16,0-5 2-16,0-4-4 16,2-4-28-16,-5-5-69 15</inkml:trace>
  <inkml:trace contextRef="#ctx0" brushRef="#br0" timeOffset="80052.61">17696 10413 223 0,'0'0'5'0,"0"0"19"0,0 0-8 16,0 0-8-16,0 0-8 15,-37 15 0-15,33 4-1 16,2 8 2-16,1 4-1 16,1 5 1-16,0 2-1 15,0 1 1-15,0 0 0 16,5 1-1-16,0-2 1 0,-1 0-1 15,-3-3 0-15,-1-3-1 16,1-5-3-16,-1-2-18 16,0-7-7-16,0-7-21 15,0-8-36-15</inkml:trace>
  <inkml:trace contextRef="#ctx0" brushRef="#br0" timeOffset="80415.44">17592 10754 189 0,'0'0'51'15,"0"0"-52"-15,0 0 2 16,0 0 0-16,0 0-5 16,0 0 9-16,52-29-4 15,-32 22-2-15,0 0 0 0,4-1 1 16,-1 1 0-16,-2-1-1 15,0 4 4-15,-2 1-2 16,-4 3 0-16,-3 0-1 16,-2 0-1-16,-4 3-2 15,-3 7 1-15,-1 0 6 0,-2 4-4 16,0-1 2-16,0 4 1 16,0-2 0-16,0 0 2 15,0-1-2-15,0-2-1 16,0-2 1-16,2-1-3 15,4-6 1-15,4 0-2 0,1-3 1 16,3 0-9-16,-1-7-19 16,-1-9-73-16</inkml:trace>
  <inkml:trace contextRef="#ctx0" brushRef="#br0" timeOffset="80580.6">17851 10524 262 0,'0'0'5'0,"0"0"6"0,0 0-11 15,0 0-9-15,0 0-48 16,0 0-9-16,0 0-24 16</inkml:trace>
  <inkml:trace contextRef="#ctx0" brushRef="#br0" timeOffset="80913.64">17975 10657 221 0,'0'0'1'0,"0"0"-2"0,0 0 2 15,0 0 0-15,0 0 0 16,46 47 0-16,-36-33 2 15,-1 2-2-15,-1 1-1 16,-1-3 0-16,2-1 2 16,-6-2-2-16,1-4 0 0,0 0 0 15,-4-5 0-15,2-2 0 16,0 0 3-16,-2-2 17 16,0-9 12-16,1-6-27 15,1-3 1-15,0-2-4 16,2-3 1-16,3-2-3 0,2 0 0 15,2-1-1-15,5 4-11 16,-1 1-22-16,1 5-39 16,-2 3-69-16</inkml:trace>
  <inkml:trace contextRef="#ctx0" brushRef="#br0" timeOffset="81354.14">18328 10625 165 0,'0'0'17'0,"0"0"4"16,0 0-14-16,0 0-2 15,0 0-2-15,0 0 3 16,0 0-2-16,0 0-1 16,0 0 0-16,-36 5 0 15,27 7 0-15,-3 4 0 0,1 2-1 16,5 4-2-16,-2-2 2 15,4 3-1-15,2-6-1 16,2-1 1-16,0-4-1 16,0-2 0-16,7-7 0 0,0 0-1 15,0-3 0-15,1 0-2 16,3-8 4-16,0-5 2 16,1-1 2-16,2-2 1 15,-1 0-1-15,0 1-5 16,-2 3 1-16,-5 4-1 0,2 2 0 15,-5 6 0-15,1 0 1 16,2 0-2-16,-3 0 2 16,3 6 0-16,2 1 1 15,0 1 0-15,-3 2-2 16,5 0 1-16,-2-1 1 16,0-2-2-16,-1 0-10 0,1 0-20 15,0-3-65-15</inkml:trace>
  <inkml:trace contextRef="#ctx0" brushRef="#br0" timeOffset="81652.84">18642 10365 160 0,'0'0'11'0,"0"0"22"0,0 0-11 0,0 0-9 16,0 0-9-16,0 0-7 15,0 0 3-15,0 35 1 16,0-6 5-16,0 5-2 0,0 1-2 16,5 1-1-16,0-1 0 15,-1-2 0-15,-1-5-1 16,-1-1 1-16,0-4-1 15,-1-2-2-15,-1-4-9 16,0-2-25-16,0-4-50 16</inkml:trace>
  <inkml:trace contextRef="#ctx0" brushRef="#br0" timeOffset="81966.44">18560 10646 157 0,'0'0'-7'0,"0"0"8"16,56-33-1-16,-34 23 1 0,2-3-1 16,0 2 1-16,-2 5 0 15,-2 1 11-15,2 5 7 16,-3 0-6-16,-1 5-6 15,1 7 1-15,-4 3-4 16,-3 2 1-16,-1-1-2 0,-3 1-3 16,0-4 1-16,-4 0 0 15,0-2 0-15,1-1 0 16,-1-3-1-16,1-3 0 16,4-2-25-16,-5-2-56 15</inkml:trace>
  <inkml:trace contextRef="#ctx0" brushRef="#br0" timeOffset="82123.66">18897 10412 259 0,'0'0'-24'16,"0"0"33"-16,0 0-3 15,0 0-9-15,0 0-35 16,0 0-10-16,0 0-23 15</inkml:trace>
  <inkml:trace contextRef="#ctx0" brushRef="#br0" timeOffset="82494.89">18998 10606 186 0,'0'0'13'0,"0"0"-11"15,0 0-3-15,0 0 7 16,0 0-6-16,3 47 4 16,-3-33-3-16,0 2 1 15,0-2 0-15,0-1 0 0,3-5 0 16,7 0 1-16,-3-3-1 16,4-3-3-16,-1-2 2 15,4 0-2-15,-3-8 2 16,-1-4 3-16,-1-3 2 15,-1-3 5-15,-5 0 5 0,-2-2-2 16,-1 1 2-16,0-1-5 16,-8 3-4-16,-1 2 2 15,-2 4-7-15,0 5 0 16,-1 5 2-16,0 1-5 16,2 2 0-16,1 12-4 0,-2 2-13 15,6 0-15-15,0-4-42 16,3 0-74-16</inkml:trace>
  <inkml:trace contextRef="#ctx0" brushRef="#br0" timeOffset="82927">19177 10593 240 0,'0'0'4'16,"0"0"-4"-16,0 0 1 0,0 0 1 15,0 0-2-15,40 3-3 16,-36 8 2-16,-3 2 3 16,1 1-2-16,0 2 3 15,-2-3-2-15,0 0-1 16,0-2 0-16,0-1 0 0,0-3 1 16,0-3-2-16,0-2 1 15,0-2 1-15,0 0 2 16,0-5-3-16,0-4 0 15,0-4 3-15,0-3-2 0,0-1 6 16,2-4-7-16,6-1 1 16,-2 1 1-16,3 0 0 15,5 2 0-15,-1 2 2 16,5 1-2-16,3 2 0 16,0 3-3-16,2 3 4 15,-2 4-1-15,-2 4-1 16,-1 2 1-16,-5 10 2 0,-3 8-2 15,0 2 0-15,-5 1 1 16,0 2-5-16,0 0-12 16,-2-4-13-16,3-4-26 15,1-3-34-15</inkml:trace>
  <inkml:trace contextRef="#ctx0" brushRef="#br0" timeOffset="83420.32">20319 9981 166 0,'0'0'-26'0,"3"-50"44"0,-3 23 9 0,-3-1-11 16,-8 1-12-16,-2-3-3 16,-1 3 1-16,-2 0-4 15,1 4 6-15,-3 2 1 16,2 8 5-16,1 5-4 0,1 5-1 16,0 3-5-16,1 6 1 15,0 9-1-15,1 9 0 16,-2 6 0-16,0 9 0 15,2 5 1-15,3 8-1 0,0 8 1 16,5 7 0-16,2 5 1 16,2 2 0-16,0 1 2 15,5 2-3-15,3-2 2 16,0-6-2-16,0-4 2 16,0-4-2-16,0-6 1 0,-4-5 3 15,3-6-4-15,-5-3 2 16,-2-7-2-16,0 0-1 15,-2-5 0-15,-5-6-1 16,2-4 0-16,-5-7-26 16,0-11-34-16,-1-1-101 0</inkml:trace>
  <inkml:trace contextRef="#ctx0" brushRef="#br0" timeOffset="83674.31">19938 10493 175 0,'0'0'-7'0,"47"-8"19"0,-15 3 6 0,1-1-12 16,3-1-1-16,-2 0-5 0,2 0-1 16,-4 0-18-16,-4-2-46 15</inkml:trace>
  <inkml:trace contextRef="#ctx0" brushRef="#br0" timeOffset="84088.55">20415 10404 248 0,'0'0'-12'0,"0"0"12"16,0 0 0-16,0 0 0 0,-11 52 0 16,9-34 0-16,-2 0 0 15,4 2 2-15,0-2 0 16,0-1 2-16,10-2 2 15,0-2-1-15,3-3-1 16,2-3-5-16,-2-3 2 0,2-4-1 16,-2 0-2-16,2-4 4 15,-1-8 3-15,2-2 0 16,-3-3 2-16,2-2-3 16,-3 0 0-16,-2 0-2 15,-2 5 0-15,-2 4-1 0,-3 3 1 16,-1 4 2-16,-2 3 9 15,0 0-10-15,0 5-3 16,2 6 6-16,2 3-3 16,-2 2-2-16,3 1 0 15,4-1-1-15,-3 0-4 16,3-1-13-16,-4-5-27 0,5-2-24 16,-2-5-29-16</inkml:trace>
  <inkml:trace contextRef="#ctx0" brushRef="#br0" timeOffset="84493.74">20761 10475 163 0,'0'0'12'15,"0"0"15"-15,0 0 3 16,0 0-21-16,0 0-6 16,0 0 0-16,0 0-5 0,0 0 4 15,41-17-2-15,-39 27 6 16,-1 3-3-16,1 2-2 15,-2 0 1-15,0-1 0 16,0-3-1-16,0 2-1 16,0-4 0-16,0-2-1 15,0-3 1-15,0 0 0 0,-1-4 0 16,1 0 3-16,0 0-2 16,0-7 0-16,0-4 2 15,5-5-2-15,4-2-1 16,3-4 0-16,2 1 4 15,3 1-4-15,2 1-2 0,-1 3 5 16,-2 3-3-16,0 3 1 16,-1 7-1-16,-1 3 1 15,-2 0 0-15,-2 10-1 16,1 4 1-16,-4 2-2 0,-1 3 1 16,-1-1-4-16,4-3-16 15,-4-3-25-15,3-3-28 16,0-6-60-16</inkml:trace>
  <inkml:trace contextRef="#ctx0" brushRef="#br0" timeOffset="84779.77">21219 10353 234 0,'0'0'-6'0,"0"0"25"0,0 0 6 0,0 0-13 0,0 0-4 15,-17-38-6-15,10 38-4 16,0 0 3-16,-5 3-2 16,0 8 1-16,1 6 0 15,2 2 1-15,-2 3-1 16,5 1 1-16,3 0-1 16,3-3 1-16,0-1 2 0,6-3-2 15,8-2-1-15,1-4-2 16,4-5-4-16,5-4 1 15,0-1-3-15,2-4-25 16,0-10-35-16,-1-5-40 0</inkml:trace>
  <inkml:trace contextRef="#ctx0" brushRef="#br0" timeOffset="85004.99">21453 10106 210 0,'0'0'-25'0,"0"0"46"16,0 0-13-16,0 0-7 16,-14 38-1-16,7-8 1 15,-1 4 1-15,1 4 1 16,2 0-2-16,3-3 1 0,2-1-1 16,0-2-1-16,0-4 1 15,0-1-1-15,1-6-9 16,2-1-19-16,-3-4-29 15,0-5 8-15</inkml:trace>
  <inkml:trace contextRef="#ctx0" brushRef="#br0" timeOffset="85255.18">21381 10375 202 0,'0'0'-2'16,"0"0"12"-16,0 0-5 15,0 0-1-15,55-42 2 16,-34 35-3-16,3 4 0 16,-2-1 2-16,1 4 1 0,-3 0 0 15,-3 10-3-15,-2 4-3 16,-4 5 2-16,-3-1 1 16,0 2 0-16,-3 1 0 15,0-5-1-15,0 1-4 16,1-4-8-16,-3-6-31 15,2-6-46-15</inkml:trace>
  <inkml:trace contextRef="#ctx0" brushRef="#br0" timeOffset="85398.59">21701 10146 201 0,'0'0'2'15,"0"0"-3"-15,0 0-44 16,0 0-53-16</inkml:trace>
  <inkml:trace contextRef="#ctx0" brushRef="#br0" timeOffset="86125.37">21863 10316 179 0,'0'0'-12'0,"0"0"27"16,0 0 3-16,0 0-12 0,0 0 5 16,0 0-3-16,0 0-1 15,-42-28-1-15,30 34-1 16,2 6 0-16,1 3-4 15,-1 2 0-15,2 2 0 16,2 0-2-16,2-2 1 16,3 0-2-16,1-4-2 0,0-5 2 15,4-2-1-15,3-3 1 16,2-3 2-16,2 0-2 16,-2 0 3-16,1-3 0 15,1-5 1-15,-1-2-1 16,-1-2 1-16,3-1 1 15,-2-1 4-15,-1 3-4 0,1-1 3 16,-1 1-3-16,-1 1-2 16,-1 3 1-16,2 1-2 15,-1 2 0-15,0 1 0 16,1 3 0-16,-1 0 0 0,1 0 1 16,0 2-1-16,1 3 1 15,-2 5 1-15,0 0-1 16,-1 0 1-16,-1 3-5 15,0-3 1-15,-4 1 8 0,1-2-6 16,-1-2 1-16,0-2-1 16,-2 0 0-16,0-4-2 15,0 1-1-15,0-2 2 16,0 0 3-16,0-3 0 16,2-6-8-16,2-2 2 15,-2-2-4-15,4 0 4 0,2-1 4 16,3 0-1-16,0 0 1 15,2 1 2-15,4 0 1 16,-1 3 2-16,0 5-2 16,1 0 1-16,-3 5 2 15,0 0-1-15,-2 3 0 0,-1 14 6 16,-4 5-2-16,-2 7-3 16,-5 7-1-16,0 6-7 15,-12 6 4-15,-10 2-13 16,-5 2-43-16,-4-5-118 15</inkml:trace>
  <inkml:trace contextRef="#ctx0" brushRef="#br0" timeOffset="90535.12">17552 11431 79 0,'-4'-3'5'0,"2"-1"13"0,0 1 4 0,1 0-9 16,1-1-3-16,0 1 3 0,0-1-1 16,0 0-1-16,0 0-3 15,0 2 0-15,0-1-5 16,0 0-2-16,0 3-1 16,0 0-1-16,0 0 1 15,1 8 0-15,2 7 0 0,0 2 2 16,1 7-2-16,-2 2 1 15,2 7 0-15,1 1-1 16,3 4 3-16,-3-1-2 16,0 1 0-16,-2-1-2 15,-1-3 1-15,0-1 0 16,0-5-1-16,0-5 3 0,-2 0-1 16,2-5-1-16,-2-2 1 15,3-2-1-15,-3-1 0 16,0-3 0-16,0-3 0 15,0-1-1-15,0-3 0 16,0-1 1-16,0 0-5 0,0-2 4 16,0 0 4-16,1 0-1 15,0 0 4-15,1 0 2 16,3 0 4-16,-1-4-9 16,1-1-3-16,3-1 0 15,2 2 2-15,-1-1 0 0,0 0-1 16,2 1-1-16,-4 1-4 15,1 2-5-15,-2-1-7 16,0-2-19-16,-2 1-26 16</inkml:trace>
  <inkml:trace contextRef="#ctx0" brushRef="#br0" timeOffset="94055.66">18683 11564 104 0,'0'0'6'0,"0"0"-4"0,0 0-1 0,0 0-1 15,0 0 4-15,0 0 2 16,0 0 1-16,2 0 8 0,-2 0 6 16,0 0 12-16,0 0-5 15,1-2-17-15,-1 0-7 16,1-2-2-16,0 0-2 15,-1-2 1-15,0 1 1 16,0-1-2-16,0-1 0 0,0-2 1 16,0 2-1-16,0 0 1 15,-1-2-2-15,-3 2 1 16,-3-1-1 0,0 3-3-16,-3 1-2 0,2 0-5 15,-1 4 7-15,0 0 1 0,0 0 2 16,1 0 2-16,-1 2-1 15,2 6 2-15,-1 3-1 16,3 4 0-16,-4 3 0 16,6 4-1-16,1 6 2 15,0 4 1-15,2 5-1 16,0 2-1-16,2 3 1 0,3 1 0 16,4-1-2-16,-3 0 1 15,3-4-1-15,-3-1-1 16,2-3 2-16,-3-3-1 15,1-5 0-15,-3-5 0 0,0-4 0 16,-2-4-1-16,-1-2-4 16,0-5-3-16,0-3-29 15,-2-3-29-15</inkml:trace>
  <inkml:trace contextRef="#ctx0" brushRef="#br0" timeOffset="94353.42">18386 11889 117 0,'0'0'4'0,"0"0"1"0,0 0 16 0,0 0 5 0,52-5-3 16,-32 0-5-16,4-1-4 15,4 0-4-15,1 1-4 16,3 0-2-16,0 1-3 0,1-2 0 16,-2 1-19-16,0-4-49 15,-6 2-85-15</inkml:trace>
  <inkml:trace contextRef="#ctx0" brushRef="#br0" timeOffset="94681.11">18920 11542 63 0,'0'0'95'16,"0"0"-82"-16,-37 51 12 0,26-21-15 16,1 4-2-16,-2 3-4 15,3 3 0-15,3-2 0 16,2 0 1-16,3-4-5 15,1-5 1-15,3-2-2 16,5-6-1-16,4-1 1 0,4-7 0 16,3-3-1-16,-1-6-24 15,2-4-38-15</inkml:trace>
  <inkml:trace contextRef="#ctx0" brushRef="#br0" timeOffset="95121.85">19074 11697 151 0,'0'0'4'16,"0"0"19"-16,0 0-1 15,0 0-14-15,0 0-1 16,0 0-1-16,0 0-1 15,34-39 0-15,-21 38 0 16,0 1-3-16,3 0-2 0,-3 1 1 16,1 9-1-16,-5 4-5 15,-1 4-12-15,-7 2 8 16,-1 2-6-16,0-2 9 16,0 1 2-16,-5-1 4 15,-3-3 0-15,0-1 0 16,0-4-1-16,3 0 7 15,1-3-4-15,2-2 0 0,0 0-1 16,2-3-1-16,0-1-2 16,0-3 6-16,7 0 7 15,3 0 8-15,2 0-5 0,1-4-5 16,3-2-7-16,0 0-1 16,1 1-3-16,-2 0-19 15,1-2-28-15,-5 2-13 16,-4-1-27-16</inkml:trace>
  <inkml:trace contextRef="#ctx0" brushRef="#br0" timeOffset="95344.37">19094 11812 240 0,'0'0'2'0,"0"0"4"0,0 0 0 0,0 0-4 16,0 0-4-16,0 0 2 0,0 0 3 15,48-30-3-15,-29 26 1 16,4-2-1-16,1 1-7 16,-1-3-48-16,-3-3-59 15</inkml:trace>
  <inkml:trace contextRef="#ctx0" brushRef="#br0" timeOffset="95699.76">19390 11519 170 0,'0'0'19'15,"0"0"-12"-15,0 0-2 16,0 0 10-16,48-1 0 16,-32 4-7-16,1 8-6 15,0 6 1-15,-2 6 1 16,-1 4-3-16,-2 4 1 0,-3 6-2 15,-3 0 2-15,-4-3-3 16,-2 0 2-16,0-3-2 16,-4-1 2-16,-4-4-7 15,-3-2-5-15,-4-1-6 16,1-3-12-16,3-5-34 0</inkml:trace>
  <inkml:trace contextRef="#ctx0" brushRef="#br0" timeOffset="96404.11">19777 11565 102 0,'0'0'27'0,"0"0"20"0,0 0-8 0,0 0-25 16,0 0-9-16,0 0-10 16,0 0 7-16,0 0-2 15,0 0 0-15,0 0 1 0,21 0-1 16,-14 4-1-16,3 0 1 15,2 1-3-15,2 0 2 16,3-1 2-16,0 0-1 16,3-2 3-16,-1 2-5 0,-1-3 4 15,1-1-1-15,-4 0-2 16,-1 0-2-16,-1 0 2 16,0 0 0-16,-7-2-1 15,1-1 3-15,-4 2 1 16,1-1 2-16,-4 2 1 15,0 0 4-15,0 0 2 16,0 0-3-16,0 0-6 0,-1 0-1 16,-4 0 6-16,2 0-6 15,-3 3 0-15,1 3-1 16,-3 2 0-16,3 1 0 16,0 4-1-16,-3 1 2 0,1 1-2 15,-1 2 1-15,0 1-5 16,1-1-4-16,-3-2-2 15,1 1-7-15,2-5-1 16,2-1-24-16,-2-3-26 16</inkml:trace>
  <inkml:trace contextRef="#ctx0" brushRef="#br0" timeOffset="96703.37">20140 11667 176 0,'0'0'20'0,"0"0"-12"15,0 0-4-15,0 0-4 0,0 0 1 16,-43 41-1-16,30-27 0 15,-2 2 0-15,-1 1 1 16,3 4-1-16,-3 1 1 0,1-1-2 16,1 3 1-16,1-2-1 15,2 0-16-15,-2-1-10 16,5-3-17-16,0-3-17 16</inkml:trace>
  <inkml:trace contextRef="#ctx0" brushRef="#br0" timeOffset="97206.31">20372 11512 90 0,'0'0'52'0,"0"0"-47"16,0 0-4-16,0 0-2 16,0 0 1-16,0 0 2 15,0 0 7-15,-42-16-2 16,34 16 5-16,1 3 2 16,1 7-7-16,-2 2-6 0,2 3-1 15,0 4 0-15,1 1 0 16,2-1 0-16,1 3-3 15,2-4 2-15,0-1-4 16,2-4 2-16,3-4 2 16,5-2 1-16,3-4-3 15,1-3-1-15,3 0 9 16,4 0 3-16,0-8-2 0,-1-3-9 16,-1-2 7-16,-1-2-2 15,-4 0 3-15,-3-1 4 16,-4 0 3-16,-2-1 6 15,-5 1-2-15,0-1 0 0,-3 3-5 16,-7 0-8-16,-4 4-3 16,-3 3 0-16,2 4-5 15,-4 3-7-15,3 0-18 16,-2 7-21-16,4 4-33 16</inkml:trace>
  <inkml:trace contextRef="#ctx0" brushRef="#br0" timeOffset="97871.06">21014 11461 58 0,'0'0'2'0,"0"0"0"0,0 0-2 0,0 0 2 0,0 0 0 16,0 0 1-16,0 0-1 16,0 0 4-16,0 0 8 15,0 0 7-15,0 0-4 16,0 0-6-16,46 0 0 0,-26 0-4 16,3-2-3-16,4-2-3 15,2-3 4-15,1 2 2 16,4-2 2-16,3-1 7 15,4 1 2-15,0-3-5 16,4 0-9-16,2 0-1 0,-1 2-1 16,-1-2 0-16,1 2-1 15,-6 0 0-15,-2 0 0 16,-3 2-1-16,-4 0 0 16,-1 2 2-16,-5 0-4 15,-1 0-3-15,-5 1-20 16,-3-1-33-16,-6 0-10 0</inkml:trace>
  <inkml:trace contextRef="#ctx0" brushRef="#br0" timeOffset="98148.85">21866 11233 153 0,'0'0'17'0,"0"0"9"16,0 0 0-16,37 0-6 15,-25 0-7-15,1 0-4 16,-4 5-3-16,2 3-2 16,0 1-2-16,-5 5-3 15,2 0 2-15,-6 2 0 0,-1 1-2 16,-1 0-7-16,0-1-2 15,-3 0-19-15,-8-5-13 16,2-1-33-16</inkml:trace>
  <inkml:trace contextRef="#ctx0" brushRef="#br0" timeOffset="98640.03">22178 11222 151 0,'0'0'55'0,"0"0"-27"0,0 0-11 15,0 0-3-15,0 0-5 16,0 0-7-16,0 0-2 15,0 0 3-15,19-43-1 16,-15 34 0-16,0-1-1 16,-3 0 1-16,1 1 2 0,0 0-4 15,-1 0 1-15,0 3-1 16,0-1 1-16,-1 3-1 16,0 1 0-16,1-1-2 15,0 4-3-15,3 0-4 16,-4 0-9-16,2 0 5 0,0 8 7 15,1 2-1-15,-1-1 6 16,2 6 1-16,0 0 3 16,2 2-3-16,1 0 0 15,1 0 1-15,0 1 0 16,1 1-1-16,-1-1 1 0,-1-1-1 16,0 0 1-16,0-1-1 15,-3-3 1-15,2-2-3 16,-2-1-4-16,-3-6-19 15,-1 3-40-15,0-4-36 16</inkml:trace>
  <inkml:trace contextRef="#ctx0" brushRef="#br0" timeOffset="98789.48">22306 11367 248 0,'0'0'10'0,"0"0"-3"0,52 0-2 0,-25-3-4 16,1-4 2-16,-1 3-51 16,-7-3-104-16</inkml:trace>
  <inkml:trace contextRef="#ctx0" brushRef="#br0" timeOffset="99251.09">20174 12283 60 0,'0'0'66'0,"0"0"-65"0,0 0-1 0,0 0-10 16,0 0-5-16,0 0 0 16,0 0 16-16,0 0 7 0,0 0 11 15,-11-14-2-15,10 10-11 16,1-2-5-16,0 1-32 15</inkml:trace>
  <inkml:trace contextRef="#ctx0" brushRef="#br0" timeOffset="99721.86">20176 12227 76 0,'0'0'18'16,"0"0"-18"-16,0 0 0 15,0 0 1-15,0 0 3 0,0 0 4 16,0 0 8-16,0 0 12 16,12-12 17-16,-12 12-2 15,0 0-15-15,0 0-20 16,0 3-1-16,-6 4 1 0,-1 4-8 16,1 1 3-16,-4 2-2 15,0 3 2-15,-1-2-5 16,0 3 2-16,-1-3-1 15,-3-2 4-15,1 1-3 16,1-2 0-16,3-4 2 16,1-2 1-16,4-2-2 15,2-1-1-15,1-3 0 0,2 2-1 16,0-2-7-16,0 0-4 16,5 0 15-16,3 0-3 15,2 0 0-15,0 0 3 16,2-2-3-16,2 2 0 0,0-1 1 15,1 0-2-15,0 1 2 16,1 0-1-16,-1 0 0 16,3 0 1-16,-3 0-1 15,2 0 0-15,1 1 1 16,-1 3-1-16,1-1-6 16,-3-2-36-16,0 1-43 0,-3-2-31 15</inkml:trace>
  <inkml:trace contextRef="#ctx0" brushRef="#br0" timeOffset="100119.72">20453 12251 234 0,'0'0'1'0,"0"0"-5"0,0 0-4 0,0 0 8 15,0 0-2-15,0 0 4 16,0 0 4-16,0 0-4 16,0 0 1-16,-29 52-2 15,28-36 1-15,1 1-2 0,0-1-1 16,2-1 0-16,6-4-3 16,3-2-3-16,0-3 2 15,5-5 3-15,-3-1 6 16,3 0 2-16,0-3-2 15,0-6 4-15,-4-3 2 16,0-4 2-16,-3 1-1 0,-2-4 0 16,-4 1 1-16,-1-1 0 15,-2 2-2-15,0-1-4 16,-1 4-2-16,-5 1 0 16,-3 3-5-16,-3 4-13 15,-1 5-9-15,-3 1-2 16,1 0-52-16,1 3-110 0</inkml:trace>
  <inkml:trace contextRef="#ctx0" brushRef="#br0" timeOffset="100676.01">21265 12276 33 0,'0'0'25'0,"0"0"0"0,0 0-6 16,0 0-6-16,46-10-2 15,-28 6 2-15,2 1 13 0,3-1-5 16,4-2-3-16,4 1 6 16,3-1 2-16,3-2-6 15,3 0-9-15,3 0-5 16,1 1-3-16,2 0-2 16,2 1 1-16,-2 2-2 0,3-1 0 15,-3 2 1-15,0-1-1 16,-4 0 1-16,-3 1-1 15,-3-1-2-15,-6 1-7 16,-4 0-11-16,-7-1-8 0,-4 1-6 16,-5-1-23-16,-6 0-14 15</inkml:trace>
  <inkml:trace contextRef="#ctx0" brushRef="#br0" timeOffset="100977.57">22017 12053 63 0,'0'0'45'0,"0"0"-38"16,0 0 14-16,0 0 3 15,44-14 7-15,-35 14-8 16,1 0-8-16,-3 0 0 15,3 5 0-15,0 4-6 16,-3 2-5-16,1 2-1 0,-2 3-2 16,-2 1-2-16,-4 2 0 15,0-1-4-15,0 2-2 16,-7 1-5-16,-7 0-3 16,0-2-20-16,-1-1-25 15,0-5-17-15</inkml:trace>
  <inkml:trace contextRef="#ctx0" brushRef="#br0" timeOffset="101615.54">22486 11980 28 0,'0'0'32'0,"0"0"-8"0,0 0-8 16,0 0-4-16,0 0-4 15,0 0-3-15,0 0-2 0,0 0 3 16,0 0-1-16,-35 48 6 16,28-34 0-16,1 0-4 15,-2 2 1-15,4 1-1 16,0-3 1-16,2-1 0 15,2 0-3-15,0-2 0 0,0-2-2 16,6 0-2-16,3-3 2 16,1 1 2-16,1-3 3 15,3-2-1-15,0-2-2 16,2 0-5-16,-2 0 12 0,3-4-4 16,-3-5-4-16,0-1-2 15,0 2 0-15,-4-4 1 16,0 1 1-16,-4-2 3 15,0-1 1-15,-1-2 0 16,-3 1-1-16,-1-1-3 16,-1 2-1-16,0 0 1 0,0 2-1 15,-4 2 0-15,-5 3-1 16,-1 4-4-16,-7 1 2 16,0 2 0-16,-2 0-11 15,-4 7-22-15,0 2-47 16,-1-3-66-16</inkml:trace>
  <inkml:trace contextRef="#ctx0" brushRef="#br0" timeOffset="104917.84">17536 10289 62 0,'7'0'0'0,"-2"0"1"0,1 0 0 0,-4 0-1 0,-1 0 2 16,-1 0 6-16,0 0 15 15,0 0-7-15,0-2 0 16,0 1-1-16,0 0-4 0,0 1-1 16,0 0-4-16,-3-1-6 15,-3-1 7-15,-1 2-2 16,-3-1 0-16,0 1-1 16,1-3 0-16,-3 3-2 15,0-3-1-15,1 0 0 16,-1-1 1-16,0 1 0 0,1-2 5 15,0 0-1-15,-2 1 1 16,0 0-4-16,-1 1-1 16,0 1 0-16,1 0-2 15,-3 2 0-15,-3 0 0 16,-1 0 0-16,2 4 0 0,-2 3 0 16,1 0 0-16,-1 2 0 15,1-1 0-15,0 2 0 16,0-1-2-16,-2 2 1 15,-3 0-2-15,1 2-1 16,-1-2 1-16,1 2 3 0,-1 0 0 16,4 0 0-16,0-2 1 15,1 4-1-15,0 1 0 16,1 0 0-16,2 5 0 16,-2-1 0-16,-2-1 0 15,3 2-1-15,2-3 1 0,2 1 0 16,0-2 1-16,0-3-1 15,2 1 0-15,0-1 0 16,3 1 0-16,-2 1 0 16,-1-1 2-16,3 2-4 15,0 2 2-15,1-3 0 16,1 2 0-16,0 0-1 0,2-2 1 16,2 1 0-16,1 0 0 15,1-2 0-15,0 0-1 16,0-1 1-16,7 1-2 0,0 0 3 15,2-1-1-15,2-1 0 16,1 1 0-16,0-2 0 16,1 2 1-16,4-3 0 15,-4 3 2-15,5 1-2 16,-4-3 0-16,4 3 0 16,2-3-1-16,-3 3 0 15,2-3 0-15,3-2-1 0,-2 2 0 16,3-1 2-16,1-2-3 15,-2-1 2-15,4-1-3 16,0 0 7-16,-1-2-4 16,1 0 5-16,-1 0-4 0,-2-1 8 15,2-3-4-15,1 2 1 16,1 0-1-16,2-3 0 16,3 1 1-16,2-1-4 15,-2 2 0-15,5-1-1 16,-3 0 0-16,2 1-1 15,0-1 1-15,-1 1 0 0,1-1-1 16,0-1 0-16,2 0 2 16,1 0-2-16,1 0 1 15,-1 0-1-15,1-3 0 16,-4-1 1-16,1 0-1 0,0-2 1 16,-3 2 1-16,3 1-2 15,2-1 0-15,-1 1 0 16,2 1 0-16,3-2 1 15,-1 2-2-15,2 0 1 16,-3-1 1-16,-3 3-1 0,1-3 0 16,-1 2-13-16,-1 1 24 15,-1 0-10-15,1-1 0 16,1 1-1-16,-4 0 0 16,2 0 0-16,2 0 1 15,-1 0-1-15,2 0 0 16,0 0 0-16,4 0 1 0,0 0-1 15,4 0 2-15,-5 0-1 16,3-2 0-16,-2-1 1 16,3 0-2-16,-1-1 0 15,2 0 0-15,2-2 1 16,1 3-1-16,-1-4 1 0,0 3 3 16,3-2 0-16,-2 2 0 15,-2-2 0-15,2 4-1 16,2 1-3-16,-1 1 1 15,-1 0-1-15,2 0 1 16,1 0-1-16,-2 0 1 0,4 0-1 16,0 0-1-16,3 0 2 15,-2-1-1-15,2-7 0 16,0-1 0-16,2-1 0 16,1-1 0-16,-1 1 0 15,2-3 1-15,-1 3-2 0,1-1 2 16,-3 0-1-16,3-1 0 15,-1 1-1-15,-1-1 2 16,2 2-1-16,1-2 0 16,2-1 0-16,0 1 0 15,4 2 0-15,-2-1 0 16,-2 1 0-16,-2 0 0 0,1 2-1 16,-6 1 1-16,-2 0-1 15,-1-1-2-15,-2 1 3 16,0-4-1-16,0 0 2 15,4-2 0-15,-2-3 1 0,2-1-1 16,2 1 0-16,-2-2-1 16,-1 1 3-16,0-3-3 15,-5-1 1-15,1-2 0 16,-4-3-1-16,-3 0 1 16,-3-2-1-16,-5 0 1 0,-3 1-1 15,-3-1 0-15,-4-1 1 16,-4 4-1-16,-6-1 1 15,-4 2 1-15,-2 0 5 16,-9 1 7-16,-1-1 4 16,-1-1-7-16,0 0-3 15,-6-3 0-15,-3 2-5 0,-2 2-2 16,-3-1 1-16,0 2-4 16,0-3 4-16,-2 4-2 15,-4-1 0-15,1-1 1 16,0 0-5-16,-5 1 2 15,0-1 0-15,-4 2-2 0,-2 0 2 16,-2 2 2-16,-5 1-1 16,1 2 2-16,-3 2-4 15,1 2 1-15,-5 0-1 16,-1 3-4-16,-2 0-4 16,-2 3 8-16,-3-1-3 15,0 0 3-15,-2 0-1 0,0 0 10 16,-3 1-5-16,1-1 0 15,-4 3-1-15,-1 0 1 16,-1 1-1-16,-1 0 0 16,0 1 0-16,1 2 0 15,-1 1 0-15,2 0 0 0,-1 0 0 16,1 0 0-16,1 0 0 16,-2 0 0-16,1 0 0 15,0 1-1-15,-3 3 2 16,1-1-2-16,-3 1-4 0,-3 2-6 15,0-2 5-15,-1 3-3 16,0-1-5-16,0 1 5 16,-1 2 12-16,0 0-13 15,1 0 14-15,-2 1-3 16,-1 0-1-16,2 1 4 0,0-1-4 16,-2-1 2-16,3 1 1 15,0 0-2-15,0-2-1 16,1 1 2-16,1 1-4 15,0-2 4-15,0-2-3 16,0 1 1-16,2 2 0 16,-3-4-1-16,0 4 1 0,2-4 1 15,2 1 3-15,1 1-2 16,-3 2 1-16,2 1-1 16,0 0-2-16,-3 1 0 15,0 0 0-15,-1 2 0 16,-1-2 0-16,1 1 0 0,0-1 1 15,2 3-1-15,2-1 1 16,-2 1 0-16,3 3-1 16,2-1 1-16,1 1-1 15,2 0 0-15,1-1 0 16,7-1 0-16,-1 0-1 0,3 0 2 16,4-1-1-16,0 1 0 15,2 0-1-15,3 0 1 16,2-1-5-16,4 0 4 15,4-3-2-15,3 1-4 16,3 0-3-16,5 1-23 0,0-3-35 16,-1 0-19-16</inkml:trace>
  <inkml:trace contextRef="#ctx0" brushRef="#br0" timeOffset="119465.17">23318 10765 108 0,'-6'0'16'0,"1"0"-12"0,3 0 5 0,-3 0-4 16,2 0-1-16,2 0-4 16,0 0 1-16,-1 0-1 15,0 0 0-15,2 0 5 0,-2 0 17 16,2 0-1-16,0 0-11 15,0-2-6-15,0 1-2 16,0-3-1-16,0 4 0 16,0-4-1-16,0 1 0 15,4-1 0-15,3 1 0 0,2 0 4 16,2-3-2-16,3 5 3 16,0 0-2-16,3 1-1 15,0 0 0-15,2 0-2 16,0 8 0-16,-2 0 0 15,0 1 0-15,-1 6-2 0,-5 0 0 16,-1 2-1-16,-1 1 1 16,-3 5-2-16,-4 3 2 15,-2 2 7-15,0 3-5 16,0-1 1-16,-6 5 1 16,1-3-1-16,-3 1 0 0,3 2 1 15,-2-2-1-15,4 0 1 16,2 2-2-16,0-3 3 15,1 0-1-15,0-4 0 16,0-1 0-16,6-3 1 16,2-4-2-16,1-4 2 0,-1-1-2 15,2-3 0-15,-3-1-1 16,0-5 2-16,-2-2 0 16,-1 0-3-16,-1-1 2 15,0-1-1-15,-2-1 0 16,-1 0 1-16,0 1 1 15,0-1-1-15,-1 3 6 0,-7 1-6 16,0 2 0-16,-1 4-1 16,-3 2 1-16,0 1-1 15,3 3 0-15,-3 6-1 16,2 1 1-16,1 2 0 16,3 2 0-16,3-1 0 0,2 5 0 15,1-3-1-15,0-1 1 16,0 1 1-16,3-1-2 15,3 1 0-15,1-2 2 16,0 0-1-16,0 1 0 0,2-1 0 16,-2 2 0-16,1 0 0 15,-1-2 0-15,2 3 0 16,-4-1 0-16,3-1 1 16,-3 1-2-16,-1 0 2 15,-2 0-1-15,0 0 0 16,-2-1-1-16,0 0 1 0,-6-4 1 15,-3-1-1-15,-2-3 1 16,-5-2 0-16,-3-1 3 16,0 0 2-16,-7-4-3 15,0 0-1-15,0-6-1 16,0-2-3-16,3-5-16 0,-1-1-64 16,7-19-67-16</inkml:trace>
  <inkml:trace contextRef="#ctx0" brushRef="#br0" timeOffset="120218.79">23841 11426 117 0,'0'0'9'0,"0"0"18"0,-2 0-3 0,2 0-9 16,0 0-6-16,0 0-5 15,0 0 0-15,0 0 1 16,0 0-1-16,0 0 2 0,4 0-3 16,-1 0-2-16,2 0 0 15,-1 0-1-15,-1 0 0 16,1 0 2-16,0 2-2 16,0 3 0-16,-1-1 0 0,-1 0-2 15,1 2 2-15,-1 0 0 16,2 0 0-16,-4-3 2 15,1 2-2-15,1-2 0 16,-1-2 0-16,2-1 0 16,3 0 3-16,1-7 21 0,8-13 2 15,5-6-11-15,8-13-8 16,14-12-5-16,9-11-1 16,9-13-7-16,5-11-71 15</inkml:trace>
  <inkml:trace contextRef="#ctx0" brushRef="#br0" timeOffset="125318.64">20397 4831 165 0,'5'-7'6'0,"-2"0"7"0,-1 3 5 0,2-2 7 15,0 2-7-15,-2 1-1 16,-1 0-3-16,0 2-5 16,0 1-4-16,0 0-6 0,-1 0-4 15,0 1-1-15,0 8-1 16,0 2 7-16,0 2-3 16,0 1 10-16,0 0-7 15,0-1-1-15,2 0-1 16,6-6 0-16,0-3-3 15,10-4 6-15,9-6 2 0,10-15 18 16,20-8-3-16,19-13-8 16,18-12-5-16,22-11-4 15,22-11 1-15,21-13-5 16,8-13-67-16</inkml:trace>
  <inkml:trace contextRef="#ctx0" brushRef="#br0" timeOffset="126949.26">5499 5117 172 0,'0'0'-6'0,"0"0"15"0,0 0-2 0,0 0-1 16,0 0 1-16,0 0 0 16,0 0 10-16,0 0-9 15,0 0-9-15,0 0-4 16,0 0 1-16,0 0 1 15,4-6 2-15,0 17 3 16,-1 2-2-16,3 2-1 0,-2 1 1 16,2 0-1-16,2 1-1 15,-1-3 1-15,0 1-1 16,2-3 0-16,-3-2 2 16,1 0 0-16,0-3 0 15,-1-3 0-15,0-1 2 0,2-3 2 16,-1 0 1-16,3-1 3 15,2-6-2-15,-1-4 0 16,1-1-3-16,-1 1-1 16,1-1 0-16,0-2-1 15,-1 5 1-15,2 1-1 16,-1 1 0-16,-1 3-1 0,-1 2 0 16,0 2-1-16,1 0 0 15,-4 3-3-15,6 4 2 16,-2 3-1-16,1-1 2 15,-1 2 0-15,0-4 0 16,0 0 1-16,1-1 0 0,0-6 0 16,4 0 1-16,1 0 0 15,2-4 3-15,-1-3 4 16,0-6 0-16,0 0 2 16,-1-1 2-16,-5 0-1 15,-1-2 1-15,-5 0-2 0,-1 2 0 16,-2-1-1-16,-3 2-1 15,0 0-1-15,0 3-4 16,0 2-1-16,-2 2-2 16,-3 6-3-16,2 0-21 15,-3 4-34-15,2 6-10 0,3-2-34 16</inkml:trace>
  <inkml:trace contextRef="#ctx0" brushRef="#br0" timeOffset="127403.46">6236 5142 94 0,'0'0'5'0,"0"0"-5"0,0 0 2 0,-49 44 7 0,36-31 4 15,1 4-3-15,3-1-2 16,1-1-3-16,2 5 1 16,2-3 2-16,4-1-6 15,0-1 6-15,0-2-4 16,4-4 5-16,6-1-7 15,3-3-2-15,1-5 5 0,3 0 19 16,0 0 2-16,4-9-11 16,-2-3-4-16,1-3-2 15,-5-1-1-15,-1 0 2 16,-3 0 1-16,-3-1 1 16,-6 0-1-16,-1 3-1 0,-1 0-2 15,0 2-5-15,-7 2 2 16,-6 6-3-16,-3 1-7 15,-7 3-8-15,2 7-23 16,-2 6-16-16,1-3-94 0</inkml:trace>
  <inkml:trace contextRef="#ctx0" brushRef="#br0" timeOffset="127746.52">6806 5095 187 0,'0'0'0'0,"0"0"11"0,0 0-10 16,42-14 2-16,-22 9 5 0,1-1-2 16,1 0 7-16,2-1-2 15,3 3 6-15,2-2-6 16,-2 0-5-16,2 1-5 16,0 1 1-16,-2 1-1 15,-2 1 1-15,-6 2-2 0,0-1-24 16,-10-1-73-16</inkml:trace>
  <inkml:trace contextRef="#ctx0" brushRef="#br0" timeOffset="128008.73">7075 4952 195 0,'0'0'11'0,"0"0"10"16,0 0 1-16,0 0-7 15,0 0-17-15,0 0-4 0,0 0 4 16,0 0-2-16,-17 44 2 16,17-20 2-16,0 0 0 15,0 3 0-15,0 0 1 16,0 0-1-16,0-3 0 16,0-2 0-16,3-1 0 0,8-4 1 15,-2-1-4 1,4-5-10-16,5-4-28 0,1-5-27 15,7-2-42-15</inkml:trace>
  <inkml:trace contextRef="#ctx0" brushRef="#br0" timeOffset="128531.19">7400 5039 151 0,'0'0'-4'15,"0"0"15"-15,14-46 8 16,-14 38-4-16,0 0 6 15,0 4 3-15,0 1 3 0,0 1-15 16,0 2-5-16,0 0-12 16,0 5-4-16,0 7 9 15,0 2-1-15,0 3 2 16,0 1-1-16,0-2-2 0,2-2-1 16,3 0-3-16,5-4 9 15,2-1-3-15,-1-4-2 16,3-2 4-16,1-1 1 15,1-2-1-15,-1 0 2 16,0-3 0-16,0-3 0 16,1-2 1-16,-4-1 0 0,-1 1-2 15,-1 1-2-15,-6 1 0 16,-1 3 0-16,1 0-1 16,-2 3-2-16,0 0-4 15,3 2 3-15,2 3 1 16,2 1 1-16,1 3 0 0,-1-4 1 15,5-2 0-15,-3 0-1 16,3-3 2-16,-1 0 5 16,3 0 13-16,-1-9 0 15,1-2-2-15,-3-3-2 16,-4-2 2-16,-1-1 7 0,-4-3 3 16,-2 2 2-1,-2-1-17-15,0 2-6 0,-6 3-4 16,-4 4-1-16,1 6-6 15,-2 4-36-15,0 0-39 16,4 7 7-16,3 2-38 16</inkml:trace>
  <inkml:trace contextRef="#ctx0" brushRef="#br0" timeOffset="128721.86">7991 4992 288 0,'0'0'1'0,"0"0"-9"0,0 0 2 16,0 0-1-16,34 37 3 15,-26-19-3-15,0 2 8 16,2 6 0-16,1 1 2 16,-2 2-1-16,-1 0-38 0,4-5-78 15</inkml:trace>
  <inkml:trace contextRef="#ctx0" brushRef="#br0" timeOffset="129298.42">8355 4929 153 0,'0'0'0'16,"0"0"25"-16,22-47-8 16,-6 33-6-16,1 1-2 15,6 1-2-15,-2 3 0 0,2 2-2 16,0 4-3-16,-2 3-1 16,-2 0-1-16,-3 10-3 15,-5 4-2-15,-4 2 1 16,-5 4 4-16,-2 0 1 15,0-1-1-15,-2 0 0 16,-5-5 5-16,1 0-1 0,1-7-3 16,1-2-3-16,2-5 13 15,2 0-3-15,0 0 11 16,0-3-9-16,0-6-7 16,10-6 4-16,1-3-5 0,5-3 1 15,-1-3-3-15,4 0 1 16,-3 3-2-16,-5-2 1 15,-1 6 0-15,-3 6 0 16,-1 1 1-16,-4 4-1 16,-2 3 0-16,0 3-1 0,0 0-1 15,0 3-13-15,0 8 12 16,-1 2 5-16,0 4-2 16,1 3-1-16,0-1-2 15,0 1-1-15,6 2 1 16,3-3 0-16,4-1 3 15,1 2 3-15,4-3-2 0,3-1 1 16,2-3 2-16,2-4-14 16,-2-6-70-16,3-3-105 15</inkml:trace>
  <inkml:trace contextRef="#ctx0" brushRef="#br0" timeOffset="129468.84">9027 4934 279 0,'0'0'4'0,"0"0"11"0,0 0-21 16,0 0-2-16,0 0 3 16,0 37 7-16,0-19-1 15,3 3-2-15,4-2 0 0,0-1 2 16,1-4-10-16,1-1-23 16,-2-3-51-16</inkml:trace>
  <inkml:trace contextRef="#ctx0" brushRef="#br0" timeOffset="129722.95">9202 4854 286 0,'0'0'-48'0,"0"0"36"16,0 0 12-16,51-33-1 15,-31 26 2-15,3 0 5 16,0 2 15-16,4-3-6 0,6 3-3 16,0-4-7-16,1 2-1 15,1 1-3-15,-2-1 0 16,1 3 0-16,-5 0 0 16,-6-1-20-16,-6-2-88 15</inkml:trace>
  <inkml:trace contextRef="#ctx0" brushRef="#br0" timeOffset="129930.78">9598 4652 271 0,'0'0'3'0,"0"0"7"16,0 0-16-16,0 0-2 15,0 0 2-15,0 0-3 16,-23 43 11-16,21-22 2 15,0 5-7-15,2 0 1 0,0 3 2 16,0-3 1-16,2 1-1 16,3-6-17-16,5-3-51 15,4-5-5-15</inkml:trace>
  <inkml:trace contextRef="#ctx0" brushRef="#br0" timeOffset="130421.92">9848 4671 149 0,'0'0'-5'0,"0"0"18"16,0 0 14-16,0 0-6 16,0 0 0-16,0 0-22 15,0 0-1-15,0 0 0 16,-4 4-2-16,4 13 4 15,0-3 0-15,0 3-1 0,0-4-1 16,2 1 2-16,2-4 1 16,2-3-1-16,1-1 1 15,0-3 1-15,0-2 1 16,-2-1-1-16,3 0 4 16,-2 0 2-16,2-7-3 0,-1 0-2 15,1 0 0-15,-4 1-3 16,2 2 1-16,-4 1-1 15,0 0 0-15,0 3 0 16,1 0-4-16,3 0 0 16,1 0 1-16,6 5 2 0,-2-1 0 15,2 0 0-15,3-2 0 16,-3-2 3-16,-1 0 7 16,1 0 12-16,-3-3-2 15,-2-6 2-15,-1 1 0 16,-1-4 5-16,-4 0-3 0,-1-3-15 15,1 0-3-15,0 0-4 16,3 1-11-16,-2 0-40 16,3 5-37-16,1 1-72 15</inkml:trace>
  <inkml:trace contextRef="#ctx0" brushRef="#br0" timeOffset="130756.3">10201 4732 165 0,'0'0'67'0,"0"0"-49"0,0 0-6 0,0 0-10 0,0 0-2 15,0 0 0-15,49-18 1 16,-34 15-2-16,2 1 1 16,0 2 0-16,-1 0-2 15,-3 0-2-15,-2 9 0 16,-4 2 1-16,-7 3-1 0,0 3-2 15,-7 0 1-15,-7 3 7 16,0-3 2-16,-2 0 5 16,4-1-5-16,4-3-1 15,1-5 0-15,4-1-3 0,3-1-3 16,0-3-1-16,8-3 9 16,9 0 0-16,8-2 1 15,6-9 1-15,7-2-4 16,-2-2-9-16,3-5-57 15,-4-1-69-15</inkml:trace>
  <inkml:trace contextRef="#ctx0" brushRef="#br0" timeOffset="131232.68">10614 4567 159 0,'0'0'-8'0,"0"0"7"0,0 0 3 15,24-37 0-15,-14 30 12 16,1 3 10-16,-2 4-11 16,0 0-7-16,0 0-5 15,-2 10-1-15,0 3-1 0,-5 4 1 16,-2 1 2-16,0-1-1 16,0 0 2-16,0-1-5 15,-6-5 4-15,3-1 2 16,0-4-3-16,1-3 2 15,2-1-2-15,-2-2 2 0,2 0 18 16,0-4-3-16,0-6-16 16,2-3-2-16,2-2 6 15,0-4-5-15,2-2 0 16,-2 1-1-16,-1 0 1 16,1 5-1-16,-2 2 0 0,0 3 1 15,-2 4 1-15,0 2 7 16,0 4-2-16,0 0-8 15,0 4-6-15,0 8 5 16,2 2 2-16,1 6 0 16,6 1-2-16,0 0 1 0,4 0 0 15,3-3 1-15,1-3 1 16,1 0-3-16,3-5-7 16,-4-2-27-16,2-4-15 15,-2-4-14-15,1 0 3 16</inkml:trace>
  <inkml:trace contextRef="#ctx0" brushRef="#br0" timeOffset="131566.7">10959 4628 33 0,'0'0'40'0,"0"0"-14"0,26-50 2 0,-19 35-6 15,1 1-8-15,3 1-2 16,1 3 0-16,-3 1-7 0,3 2 1 16,1 3-3-16,-4 4 8 15,0 0-1-15,-2 0-9 16,-1 7 1-16,-4 3 0 15,-2 3 2-15,0 5-1 16,-8 1 1-16,-3-1 3 0,-7 2 2 16,1 0-11-1,0-3 11-15,3-3-6 16,3-3-2-16,5-2 0 0,1-2-2 16,5-1-2-16,0-5-6 15,5-1 12-15,10 0-2 16,3-1 6-16,7-9-1 0,6 0 0 15,0-1 2-15,7-1 1 16,-2-3-1-16,7 3-3 16,-1 1-4-16,2 2 0 15,-1 1-1-15,-5-4-19 16,-9 1-133-16</inkml:trace>
  <inkml:trace contextRef="#ctx0" brushRef="#br0" timeOffset="133175.1">9439 4259 157 0,'0'0'-11'0,"-56"-27"25"0,22 14 2 0,1 0-3 0,-7 2-4 16,-3-2-5-16,-6 3-2 16,-2-1-1-16,-5 2-1 15,-4-1 1-15,-3 3-9 16,-6 1 11-16,-5 1-3 0,-4 2-15 16,-5 3-8-16,-5-3 6 15,-1 3 15-15,-2-1-7 16,-3-2 10-16,2 3-2 15,-2-3 6-15,-2 0-7 16,-2 2 11-16,-4-1-7 16,0 2-1-16,-1 0-6 0,-1 0 8 15,-2 2-3-15,2 5-4 16,-4 4 4-16,1 2-3 16,-1 3 15-16,1 2-5 15,0 2 5-15,0 6-9 16,-1 2-1-16,2 1 0 0,0 2-2 15,5 2 3-15,1 2-2 16,2 2 0-16,2 1 0 16,4 5 0-16,1 1-1 15,1 4 2-15,5 2-3 16,2 1 2-16,3 3-2 0,2 0 1 16,6 3 1-16,1 2-2 15,3 2 1-15,6-2 0 16,3-1 0-16,6 3 0 15,8-4-1-15,5-2 0 16,9 2 1-16,8-3 0 0,10-3-2 16,7 0 2-16,6 0-3 15,2-2 2-15,15-1-1 16,6 2 1-16,6-3 1 16,7-2 2-16,4-4 4 15,7-1-3-15,5-3-1 0,7-2-1 16,7-1 0-16,3 0 0 15,7-2-3-15,9-4 3 16,6-2-1-16,5-5 2 16,7-3 0-16,5-2-2 0,4-3 3 15,3-2-3-15,4-1 0 16,4-1 1-16,4 1 2 16,3 0 4-16,4 0-1 15,4-1-2-15,4 2 0 16,7-2-2-16,1 0-1 15,4-3 0-15,0-1 0 0,3-3-2 16,0-2 2-16,1 0-1 16,2-3 0-16,5-7-3 15,2 0 13-15,0-4-4 16,5-2 1-16,1-2-2 16,-1-5-3-16,2-1-1 0,-4-7 1 15,4-2-1-15,-4-3 1 16,-4-5-2-16,-4 0 1 15,-5-5 1-15,-3-2 4 16,-5-4 3-16,-5-4-3 16,-6-2 1-16,-5-3-4 0,-8 0 1 15,-9-2 0-15,-7 0-3 16,-13-1 0-16,-11 1 0 16,-9-2 0-16,-14 1 1 15,-10-3-1-15,-10-1 2 16,-7 0-3-16,-12 0 3 15,-4 1-1-15,-10-4 0 0,-9 1-2 16,-1 2 0-16,-16 4 1 16,-14 0-7-16,-10 3 2 15,-9 3 6-15,-11 1-2 16,-9 5 3-16,-10 2-1 0,-11 3-7 16,-8 4 5-16,-11 4 2 15,-10 3-2-15,-12 5-8 16,-12 4 10-16,-10 3 2 15,-15 5-2-15,-18 8-2 16,-11 8 1-16,-16 3-2 16,-12 16-8-16,-17 9-20 0,-6 7-95 15</inkml:trace>
  <inkml:trace contextRef="#ctx0" brushRef="#br0" timeOffset="134449.18">1281 5446 119 0,'-2'0'4'0,"0"0"3"0,2 2-11 0,0 2-6 16,0 0 7-16,0 3 4 0,0 2-1 15,0 1 1-15,0 1-2 16,2 3 2-16,0 2-1 16,1 1 2-16,1 4-2 15,2 3 2-15,-2 2-2 16,4 4 1-16,-4 2 0 16,3 0-1-16,-1 1 0 0,-1-1 1 15,-1 2 1-15,3-2-2 16,-4-1 1-16,1-1-1 15,-2-2 0-15,2 0 0 16,-1-3 1-16,1-3 1 16,-2-2 0-16,3-4 2 15,2-2-3-15,-1-3 2 0,1-1 0 16,0-3 2-16,4-1-2 16,0-2 0-16,0-4 3 15,3 0-3-15,-1 0 1 16,5 0 2-16,0-3-2 15,2-2-1-15,-2-1 2 0,0 0-4 16,2-1 0-16,0 2 1 16,-4-1-1-16,4 2 1 15,-1 1-1-15,2-2-10 16,-3-2-41-16,-1-4-75 0</inkml:trace>
  <inkml:trace contextRef="#ctx0" brushRef="#br0" timeOffset="134677.63">1880 5804 198 0,'0'0'33'0,"0"0"-19"0,0 0-17 0,0 0-1 15,0 0 0-15,0 0-5 16,20 40 7-16,-13-23 7 15,-1 4-6-15,1 0 5 16,2-2-3-16,0 2-1 16,-2-5-1-16,2-5-32 15,-5-9-50-15</inkml:trace>
  <inkml:trace contextRef="#ctx0" brushRef="#br0" timeOffset="134849.37">1954 5570 264 0,'0'0'3'16,"0"0"7"-16,0 0-10 16,0 0-11-16,0 0-81 15,0 0-59-15</inkml:trace>
  <inkml:trace contextRef="#ctx0" brushRef="#br0" timeOffset="135304.24">2068 5770 133 0,'0'0'0'0,"0"0"-7"15,0 0 7-15,0 0 1 16,26 41-1-16,-17-29-1 16,-1-1-1-16,2-1 3 15,-1 0-1-15,1-2-2 16,-2 1 3-16,-1-2-1 16,-1 0 1-16,-3-1 0 15,2-2-1-15,-3-2 2 0,-2 0-1 16,0-2 2-16,0 0 18 15,0 0-9-15,-2-4-7 16,-3-3-2-16,4-6 0 16,-1-1-2-16,2 0-2 0,0-2 1 15,2 1-1-15,6 2-1 16,1 1 3-16,1 2 0 16,2 2-1-16,-1 5 4 15,2 3-1-15,-1 0 0 16,3 0 0-16,-1 7-1 0,1 4-1 15,-1 1 1-15,1 1 3 16,-1 2-3-16,-1 0-1 16,-4 0-22-16,0-3-26 15,-4-4-47-15</inkml:trace>
  <inkml:trace contextRef="#ctx0" brushRef="#br0" timeOffset="135665.93">2443 5807 237 0,'0'0'-2'0,"0"0"-10"0,0 0 14 16,0 0-2-16,47-26-1 16,-36 15 0-16,3 0 0 15,-3-1-5-15,-2-3 1 16,0 3-4-16,-4-3 5 0,1 3-1 15,-6 1 5-15,0 3 2 16,-2 4 1-16,-5 0 0 16,-5 4 0-16,-3 0 5 15,1 12-3-15,-1 3-4 0,2 5 3 16,-1 1-3-16,4 2-1 16,3-1 0-16,4-1-1 15,3-3 1-15,0-2-4 16,3-5 1-16,6 1-3 15,6-4 5-15,5-5-5 16,3-3-5-16,0 0-31 0,3-4-41 16</inkml:trace>
  <inkml:trace contextRef="#ctx0" brushRef="#br0" timeOffset="135929.79">2754 5668 139 0,'0'0'6'0,"0"0"11"16,0 0-4-16,-41-6-16 16,28 14 5-16,0 1 7 0,4 7-7 15,0 0 0-15,-1 1 0 16,4 1 0-16,6-1-2 16,0-3-2-16,0 0-1 15,2-5 1-15,8 1 2 16,3-4 2-16,-2-4 1 15,5-2 0-15,-1 0 3 16,1-1-3-16,-1-9 0 0,3 0-9 16,-3-5-27-16,-2 0-18 15,0-2-27-15</inkml:trace>
  <inkml:trace contextRef="#ctx0" brushRef="#br0" timeOffset="136229.98">2919 5629 113 0,'0'0'12'16,"0"0"-2"-16,0 0-1 15,0 0-3-15,38-1 1 0,-26 11-2 16,-1 0 0-16,2 3-1 16,-1 1 0-16,0 3-1 15,-3-3-1-15,1 0 0 16,-6-5-2-16,0-2 2 15,-3-3 0-15,-1-3 1 0,0-1 48 16,0-1 1-16,0-10-45 16,-3-5-3-16,1-1-2 15,-2-7 1-15,4-2-2 16,0-3-1-16,2 0-1 16,9-2 3-16,5 0-13 0,-1 1-64 15,1 1-145-15</inkml:trace>
  <inkml:trace contextRef="#ctx0" brushRef="#br0" timeOffset="136862.99">2546 6379 167 0,'0'0'3'0,"5"-36"-1"0,-1 20 2 15,0-1-3-15,-4 3-1 16,0 2 1-16,-2 5-3 0,-7 2-8 16,-4 3 2-16,0 2 5 15,-4 0 8-15,0 7 0 16,-1 7 0-16,0 3 2 16,2 6-7-16,1-2 3 15,3 5-1-15,4-4-1 0,5 0-1 16,3-3-4-16,1-3 2 15,9-5 0-15,6-2 4 16,2-7 5-16,2-2-5 16,3 0 0-16,0-6 5 15,0-2-3-15,0-1 1 16,-5-2-3-16,-1 4 1 0,-5 2-3 16,-5 5 1-16,-5 0-2 15,0 0-3-15,-2 8 2 16,0 8 4-16,-7 4 10 15,1 5-6-15,-3-1-4 0,4 0 0 16,3-3 0-16,2-4-2 16,0-3 2-16,0-2-2 15,6-4-2-15,6-2 4 16,3-3 4-16,4-3-4 16,2 0 2-16,6-3 1 15,0-7-11-15,-2-2-36 0,-2-4-52 16</inkml:trace>
  <inkml:trace contextRef="#ctx0" brushRef="#br0" timeOffset="137069.59">2825 6426 227 0,'0'0'-10'0,"0"0"-1"0,0 0 4 0,0 0 4 16,41 10 5-16,-25-5-1 0,1 0 2 15,3 1-1-15,-1-2 0 16,0-1 0-16,-1-2 0 16,-2-1 0-16,0 0-10 15,-6 0-34-15,-3 0-16 16,-3 0-46-16</inkml:trace>
  <inkml:trace contextRef="#ctx0" brushRef="#br0" timeOffset="137225.74">2977 6365 132 0,'0'0'7'0,"0"0"33"16,-39-4-13-16,25 15-14 16,-2 8-14-16,2 6 8 0,1 5-4 15,4 3-3-15,2 1 1 16,5-3-2-16,2 2 0 16,0-4-18-16,0-3-37 15,3-6-30-15</inkml:trace>
  <inkml:trace contextRef="#ctx0" brushRef="#br0" timeOffset="137454.35">3024 6415 286 0,'0'0'-14'15,"0"0"11"-15,0 0 6 16,0 57-4-16,2-27-2 15,4 2 2-15,2 5 1 16,3 0 0-16,1-3-3 16,1 0-17-16,-3-1-5 0,3-2 5 15,-3-5-12-15,-1-4 14 16,0-9-30-16,-2-7-53 16</inkml:trace>
  <inkml:trace contextRef="#ctx0" brushRef="#br0" timeOffset="137730.1">3125 6443 151 0,'0'0'12'0,"-7"-47"16"0,7 28-3 16,0 2-10-16,2 0-5 15,7 2 0-15,2 5-5 16,3 2-4-16,0 2 0 15,4 6-3-15,-3 0 0 16,1 7-1-16,-3 5-3 0,-2 3 9 16,-4 1-1-16,-5 2-1 15,-2-1-2-15,-2 3 3 16,-10 0 10-16,0-1-9 16,0 0 0-16,3-2-16 15,0-4-22-15,3-6-47 0</inkml:trace>
  <inkml:trace contextRef="#ctx0" brushRef="#br0" timeOffset="138037.6">3319 6295 158 0,'0'0'63'0,"0"0"-62"15,41-17-1-15,-23 17 0 16,-1 0-3-16,3 3-2 15,-4 9 1-15,0 2 2 0,-3 4 0 16,-2-1 2-16,-4-2 0 16,-3-4-1-16,-4 2-1 15,0-6 2-15,0-3 9 16,-2-1 7-16,-6-3 9 16,1 0-11-16,-3-1 1 0,2-8 0 15,-1-5-10-15,0-5 0 16,4-2-6-16,3-3 7 15,2 0-2-15,0-3-8 16,10 1-17-16,5 2-39 16,-2 1-51-16</inkml:trace>
  <inkml:trace contextRef="#ctx0" brushRef="#br0" timeOffset="138328.91">3648 6279 110 0,'0'0'98'16,"0"0"-82"-16,0 0-12 16,0 0 9-16,0 0 11 15,0 0-14-15,0 0-5 16,13-50-3-16,-13 31-1 16,0 2 1-16,-6 2-1 0,-4 0 2 15,1 4-2-15,1 6-1 16,-1 3 0-16,-3 2-7 15,4 7 6-15,-1 9 1 16,1 2 0-16,6 5 0 16,2-2-1-16,0 2-5 0,10-3-13 15,5 0-15-15,4-6-3 16,2-3-27-16,0-6-15 16</inkml:trace>
  <inkml:trace contextRef="#ctx0" brushRef="#br0" timeOffset="138655.72">3847 6155 106 0,'0'0'16'0,"-3"-37"21"15,-5 23 4-15,-2 5-20 16,-1 4-17-16,-2 3-7 0,2 2 4 16,-2 0-10-16,1 0 10 15,3 7 0-15,3 1 0 16,1 0-1-16,5 3 0 15,0-2-3-15,0 2-3 16,9-1-1-16,4-1 6 0,1 1-1 16,1-2 2-16,3 2 0 15,-4-3 1-15,0 0 0 16,0 0 0-16,-2 1 0 16,-5-1 1-16,-1 1 0 15,-5-1 2-15,-1 3-2 0,0-1-1 16,0 2 4-16,-1-4-17 15,-3 0-9-15,2-5-32 16,2-2 10-16,0-2-46 16</inkml:trace>
  <inkml:trace contextRef="#ctx0" brushRef="#br0" timeOffset="139131.62">3990 6047 77 0,'0'0'20'0,"6"-50"-8"16,-6 31 13-16,0 4-7 15,0 4 3-15,-6 5-1 0,-4 3-4 16,0 3-15-16,-1 0 1 16,-1 10 0-16,1 3-2 15,0 7 3-15,6 1-4 16,1 6-1-16,4-3-1 16,2 2-3-16,10-3 1 0,3-2 1 15,3-3 4-15,0-3 2 16,4-1-2-16,3-4 2 15,-4 0-1-15,0-2 0 16,-1-1 1-16,-1 0-2 16,-6-1 0-16,-5 1 1 15,-3-2 0-15,-3-1 2 0,-2 0-3 16,0-1-1-16,-2-3 19 16,-7 0-9-16,-2 0-5 15,0-2-2-15,4-6 1 16,0-5-5-16,5 0 2 15,2-2 3-15,0-1-1 0,0 0-2 16,7 2 0-16,1 4 0 16,4 3 4-16,-1 3-3 15,5 4-1-15,-1 0-2 16,2 0 1-16,0 7-1 16,1 4 0-16,-5 1 2 0,-1 1 0 15,-6-1 0-15,1 1-1 16,-5 0-12-16,-2-4-40 15,0-5-59-15</inkml:trace>
  <inkml:trace contextRef="#ctx0" brushRef="#br0" timeOffset="139275.99">4195 5992 222 0,'0'0'3'0,"0"0"-1"0,0 0-2 0,0 0-37 16,0 0-63-16</inkml:trace>
  <inkml:trace contextRef="#ctx0" brushRef="#br0" timeOffset="139880.9">4386 5976 7 0,'0'0'114'0,"0"0"-93"16,0 0 14-16,0 0-13 0,0 0-12 16,0 0-8-16,0 0 2 15,-29 4-5-15,21 6 6 16,2 3-5-16,2 1-1 16,2 3 0-16,1-1-2 15,1-1 0-15,0-2-2 0,0-1 2 16,5-3 2-16,-1-1-1 15,0-4 2-15,-1 0-1 16,2-2 2-16,-1-2 1 16,0 0-3-16,1 0 5 15,-1-6 0-15,2-5-1 0,2-1-1 16,1-2 0-16,-1 0-2 16,-1 0 0-16,5 1 1 15,-4 0-1-15,1 0 0 16,3 3 0-16,-2 3 1 15,1 0 0-15,1 4 1 0,-1 3-1 16,3 0-2-16,-3 0-2 16,0 3 3-16,0 4-1 15,0 2 0-15,-4 1 1 16,-1 1 0-16,-3-1-2 16,-2-1 2-16,-1-1 0 15,0-1 2-15,0-4 5 0,-4 0-2 16,-2-3 12-16,1 0-1 15,1-3-5-15,2-8-2 16,2-2-4-16,0-6 2 16,0-2-6-16,9 1-2 15,5 0 3-15,3 2-2 0,3 3 2 16,5 4-2-16,2 7 0 16,1 4-3-16,7 4 0 15,0 16 0-15,1 10 0 16,-5 11 1-16,-8 9-27 15,-10 12-65-15</inkml:trace>
  <inkml:trace contextRef="#ctx0" brushRef="#br0" timeOffset="145866.73">18363 3463 15 0,'-7'-1'0'0,"-1"1"1"0,2 0-2 0</inkml:trace>
  <inkml:trace contextRef="#ctx0" brushRef="#br0" timeOffset="146257.47">18285 3466 7 0,'0'0'3'0,"0"0"-3"16,0 0 2-16,0 0 15 0,0 0 1 15,0 0-11-15,0 0-1 16,-13 0-5-16,13 0-2 15,0 0-3-15,0 0 2 16,-1 0 6-16,1 0 0 16,0-4 4-16,-2 3 6 15,0-1-1-15,1-2 1 0,0 3 0 16,-1-3-5-16,0 3-4 16,2-2 2-16,-1 2 4 15,1-1-3-15,-1 1 1 16,1 1-5-16,0 0-3 15,0 0-2-15,0 0 0 0,0 0 1 16,0 3 3-16,2 1-1 16,2-1-2-16,0 0 1 15,-1-3-4-15,2 0 5 16,3-6-4-16,1-11 7 16,7-10 2-16,2-7-1 0,8-10-2 15,1-5-2-15,5-7-2 16,1-4-1-16,-1-2-34 15,-3 1-94-15</inkml:trace>
  <inkml:trace contextRef="#ctx0" brushRef="#br0" timeOffset="147118.26">18368 3730 51 0,'0'0'1'0,"0"0"-1"0,0 0 0 15,0 0 0-15,0 0-2 16,0 0-4-16,18 39 1 0,-14-38 4 16,2 2 0-16,-2-1 3 15,2-1-2-15,-2 0 0 16,1 1 0-16,-1-1 1 15,0-1 0-15,-1 0 6 0,2 2 1 16,-1 0-3-16,-1-1-2 16,1 3-1-16,2-1-2 15,-3 1 3-15,1 3-1 16,3 1-1-16,-4 1-1 16,1 3 1-16,0 5 1 0,0 1 1 15,-1 6 6-15,0-1 0 16,2 5 1-16,-2 3-4 15,1 2-3-15,1 2 1 16,-1 5-3-16,-1 3 1 16,0 1 0-16,-2 4-1 15,1 2 0-15,0-2 1 0,-2-1 0 16,0-1 2-16,0-4-1 16,0 1 1-16,0-1 2 15,0-2-3-15,0 0 2 16,0 1 2-16,0 0-1 0,0-1 1 15,0 0-2-15,0-2 1 16,2 1 6-16,4-1-7 16,0-4-4-16,1-3 0 15,1-2-1-15,-3-4 0 16,4-4 0-16,-6-4-1 16,1-5 0-16,0-2-2 0,-2-4-9 15,0-5-11-15,-2-1-17 16,0-13-9-16</inkml:trace>
  <inkml:trace contextRef="#ctx0" brushRef="#br0" timeOffset="147522.95">18469 3869 91 0,'0'0'6'0,"0"0"7"0,0 0-4 0,0 0-8 0,-7 60-1 15,7-23 2-15,0 7-1 16,3 10 0-16,3 6 0 16,3 2 0-16,2 1-1 15,0 2 0-15,-4-5 0 0,1-2 0 16,-1-4 0-16,-3-4-2 15,-1-5-11-15,-3-6-15 16,0-7-32-16</inkml:trace>
  <inkml:trace contextRef="#ctx0" brushRef="#br0" timeOffset="149819.09">2115 8169 13 0,'0'0'82'0,"0"0"-62"0,0 0 1 15,0 0-8-15,0 0-4 16,0 0 1-16,0 0 0 0,0 0-6 16,0 0-2-16,0 0-9 15,0 0 6-15,0 0 0 16,0 0 3-16,-10 14 0 15,10 6-3-15,-2 4 0 0,2 9 1 16,-2 5 1-16,2 9 0 16,0 4-1-16,0 10 1 15,0 8 2-15,0 6-2 16,4 4 0-16,4 9 0 16,0 7 0-16,-1 6-1 0,1 7 1 15,2 10 0-15,-3 7-1 16,1 10 1-16,0 9-1 15,0 15 0-15,-1 8 1 16,0 9-1-16,4 6 0 16,-2 5 2-16,2-1-2 15,0-5 3-15,2-2-3 0,-2-5 2 16,-1-2-2-16,-3-4 1 16,1-3 1-16,-3-1-1 15,0-3 1-15,-1-5 0 16,-4-5 1-16,0-4-1 15,0-6-2-15,0-9 1 0,0-10 1 16,-4-10-1-16,-2-9 0 16,4-16-1-16,-2-11 0 15,2-11 0-15,0-15-3 16,-1-13-31-16</inkml:trace>
  <inkml:trace contextRef="#ctx0" brushRef="#br0" timeOffset="150452.76">1084 12903 116 0,'0'0'6'0,"0"0"-4"0,62 1-1 0,-25-1 2 0,5 0 1 16,14 0-1-16,9 0 1 0,10-3-1 15,11-3 1-15,12-5-1 16,10 0-2-16,10-2 1 16,9 0-1-16,9-1 0 15,12 0 0-15,6 2 1 16,16-2 4-16,9 0 3 16,16 1-2-16,10 0 2 0,14-5-1 15,16 4 5-15,11-5 0 16,12 1-7-16,13-1-2 15,6-2 1-15,9 1-2 16,9 1 0-16,-1-3-1 0,3 1 0 16,0-2-1-16,-5-2-1 15,-10-4 0-15,-12 3-3 16,-12-5-26-16,-24 1-60 16</inkml:trace>
  <inkml:trace contextRef="#ctx0" brushRef="#br0" timeOffset="152182.85">1123 8606 4 0,'0'0'5'0,"0"0"0"0,0 0 3 0,0 0-3 15,0 0-3-15,0 0-2 16,0 0-7-16,0 0-2 0,0 0 2 16,0 0 5-16,0 0 5 15,0 0 4-15,0 0 5 16,-37 0-3-16,35 2 2 16,2-2-1-16,-2 0 6 15,2 0 7-15,0 0-11 16,0 0-10-16,0 0-2 0,0 0-1 15,0 0 2-15,2 2 0 16,0 2-2-16,6 2 0 16,-4 0 2-16,2 3 0 15,-1 1 0-15,1 1 0 16,2 0-1-16,-2 2 1 0,3 1-1 16,-1 2 0-16,2-4 0 15,1 3 0-15,0-1 1 16,1-1-1-16,3 1 0 15,1 0 0-15,1 2 0 16,4 0 1-16,1 3-1 0,3 4 0 16,3 3 0-16,1 1 0 15,6 4 1-15,0 4-1 16,-1 1 0-16,3 1 0 16,1 0 1-16,0 1-1 15,3 0 2-15,-1 1-2 0,7-2 1 16,0 3-1-16,0 1 1 15,4 1-1-15,3 4 1 16,0-1 0-16,4 2-2 16,4 5 2-16,-1-2-1 15,4 3 0-15,2 2 1 16,3 2-1-16,3 0 0 0,0 4 0 16,3 0 1-16,3 0-1 15,3 6 0-15,0 0 1 16,1 2-1-16,0 2 0 15,5 6 1-15,-2 1-1 16,1 3 1-16,1 2 0 0,4 3 0 16,3 2 2-16,1-1-1 15,0 1-1-15,8 1 0 16,0-2 0-16,4 3 0 16,1-2 0-16,3 0 0 0,0 2 0 15,2-3 1-15,0 1 1 16,0 0 0-16,-2 3 0 15,2-2 1-15,0 1-1 16,-1 2 2-16,-1 1-4 16,1 0 3-16,-2-2-3 0,-2 0 0 15,1-3 0-15,-3 0-1 16,-4-4 0-16,-1-3 1 16,-4-1-1-16,-3-5 0 15,-3-5 0-15,-5-4 1 16,0-6 0-16,-6-5 0 15,-4-6 1-15,-5-4 1 16,-5-4 0-16,-8-4 1 0,-2-1 5 16,-5-2 1-16,-3-3-1 15,-5-3-2-15,-1-1 0 16,-7-4 0-16,-3 0-2 16,-4-5 0-16,-2-2-2 0,-2-3-2 15,-1-2 1-15,-4-4-1 16,-1 0 0-16,-2 0 0 15,-1-4 0-15,-3 1-1 16,-1-1 0-16,-1 0 0 0,-2-3-2 16,-3 0-10-16,-6-4-40 15,-6-13-140-15</inkml:trace>
  <inkml:trace contextRef="#ctx0" brushRef="#br0" timeOffset="156041.01">3382 16652 37 0,'0'0'15'0,"0"0"-1"0,0 0-3 16,0 0-3-16,2-38 1 15,-2 26 4-15,0 1-6 0,0 1 7 16,0 2 2-16,0 0-7 16,0 2-1-16,-4 1 1 15,2 1 1-15,-3 1-3 16,1 0-3-16,-1 3 0 16,-2 0-1-16,-1 0-5 15,-1 11 2-15,-1 4-1 0,-1 3 2 16,3 6-1-16,-2 4 0 15,1 4 2-15,3 2-2 16,2 3 0-16,0-1 1 16,4 0 0-16,0-1-1 15,6-6 1-15,3-2-1 0,3-5 2 16,2-3-1-16,-3-6 0 16,5-3 0-16,-3-1-1 15,3-5 2-15,-1-4 0 16,4 0 0-16,-2-6 0 15,1-8 1-15,3-6-2 0,-1-6 5 16,2-6-7-16,-4-6-44 16,-3-5-79-16</inkml:trace>
  <inkml:trace contextRef="#ctx0" brushRef="#br0" timeOffset="156374.21">3668 16124 47 0,'0'0'50'0,"0"0"-41"0,0 0 2 0,0 0-7 16,0 0-4-16,0 0 2 15,0 0-1-15,0 0 0 16,-15 48-1-16,15-27 1 0,0 6 0 15,0 3 1-15,0 3 2 16,0 6-1-16,2 2 0 16,0 5-2-16,2 1 1 15,-1 3 1-15,3-1-2 16,-2 0 0-16,4-2 1 0,0-5-1 16,-1 1 1-16,1-4-1 15,4-3 0-15,-1-5-1 16,3-8-13-16,-3-11-43 15</inkml:trace>
  <inkml:trace contextRef="#ctx0" brushRef="#br0" timeOffset="156855.29">3957 16646 91 0,'0'0'25'0,"0"0"-22"16,4-39-2-16,-4 27 0 15,0 4 0-15,-2 2 3 16,-6 2 6-16,0 1 7 16,-1 3-10-16,0 0-7 15,-3 6 0-15,4 2 1 16,-1 6-5-16,2-1 9 0,0 4-5 16,5 2 1-16,2-1-2 15,0 1 1-15,0 2 1 16,2 0 1-16,5 0-2 15,1-4 1-15,2 0 0 0,-1-4 2 16,1-4-2-16,0-3 0 16,1-4 1-16,1-2-2 15,-1 0 1-15,-2-8-1 16,2-5 5-16,-4-4 0 16,-1 0-2-16,-2-3-1 15,1-1 1-15,-3 1 0 0,-2 1-1 16,0 5 2-16,0 2 3 15,0 3-1-15,0 4 0 16,0 3 0-16,0 2 2 16,0 0-12-16,0 6-1 15,5 7 4-15,4 4 1 16,-2 4 1-16,3 1 0 0,4 4 0 16,1-3-2-16,1-3-35 15,3-5-33-15</inkml:trace>
  <inkml:trace contextRef="#ctx0" brushRef="#br0" timeOffset="157235.91">4301 16568 85 0,'0'0'53'0,"0"-45"-39"0,-7 28 7 0,0 4-3 0,-2 4-7 0,0 5-5 16,-3 4 1-16,4 0-7 15,-1 3 0-15,1 8-2 16,0 4 4-16,2 3-2 0,2 2 0 16,3 1 0-16,1-1 1 15,0 1-1-15,0-5 0 16,5 0 0-16,4-2 0 16,2-4 1-16,2-3-1 15,1-3 1-15,1 0-1 16,-1-1-1-16,-1 0 5 0,-2 1-3 15,3-2 0-15,-7 3-1 16,1-2 0-16,-4 2-1 16,-4 0 0-16,0 2-2 15,0 1 4-15,-8 3 1 16,-3 2 1-16,-3 2-4 0,1 1 3 16,2 2-1-16,-1-3-3 15,6-4-34-15,2-5-41 16</inkml:trace>
  <inkml:trace contextRef="#ctx0" brushRef="#br0" timeOffset="157676.85">4531 16495 165 0,'0'0'2'0,"4"-39"4"16,-4 24-2-16,0 4 4 15,-5 4 2-15,-1 3 0 16,-3 1 2-16,0 3-8 16,0 0-4-16,0 0-2 15,-1 7 1-15,2 3 2 0,0 4-1 16,3 2 0-16,-1 1 0 16,3 2 2-16,3-1-2 15,0-2 0-15,0-2 0 16,5-4 1-16,4 1-1 15,3-5 1-15,2 3-1 0,-1-4 1 16,2 1-1-16,-1 0 0 16,1-2 1-16,-3 1 0 15,-1 0 0-15,-1 0-1 16,-4 3 0-16,-1 0 0 16,-3 2-1-16,-2 1 1 0,0 1-1 15,0 0 1-15,-7 1 2 16,-5 0-1-16,2 1 2 15,-1 0-2-15,0-1-1 16,2-4 2-16,2-2-2 16,5-3 0-16,2-4-10 15,0-3-84-15</inkml:trace>
  <inkml:trace contextRef="#ctx0" brushRef="#br0" timeOffset="157898.79">4705 16520 173 0,'0'0'14'0,"0"0"-9"0,0 0-4 15,0 0-3-15,0 0 9 16,0 0-3-16,-4 45-2 16,0-26 0-16,4 1 0 15,0-2-1-15,0 0 0 0,0-3 0 16,4-1 0-16,0-4-1 15,2-3-2-15,-1-5-62 16,-1-2-38-16</inkml:trace>
  <inkml:trace contextRef="#ctx0" brushRef="#br0" timeOffset="158026.07">4660 16423 179 0,'0'0'-16'15,"0"0"20"-15,0 0-4 16,-20-42-26-16</inkml:trace>
  <inkml:trace contextRef="#ctx0" brushRef="#br0" timeOffset="158906.41">4897 16155 60 0,'0'0'0'16,"-4"-47"3"-16,0 26-2 16,3-2 1-16,1 2 2 15,0 1 5-15,0 3 3 16,0 0 4-16,5 4-1 0,1 2-9 15,6 4-4-15,-1 5-2 16,0 2 0-16,3 6-3 16,-1 14 2-16,3 8 0 15,-5 9 0-15,0 10 3 16,0 6-2-16,-4 2 1 0,1 7 0 16,-5 4 0-16,-1-1 4 15,1 7-1-15,-3 4 0 16,0 6 0-16,0 6-1 15,0 5-1-15,-3 0 0 16,-1 3-1-16,3-3 0 0,1-2-1 16,0-10 2-16,0-7-1 15,5-10-1-15,5-12 0 16,0-11 1-16,1-13 0 16,1-12-1-16,1-10 0 15,3-6-1-15,-3-3 2 0,3-12 4 16,-3-9-4-16,1-5 3 15,-3-4-2-15,-3-5-1 16,-1 0 1-16,-2-5 0 16,-3 2 3-16,-2-2 2 15,0 4 2-15,0 2-5 16,-2 3-1-16,-5 2-2 0,-2 4 1 16,0 2-4-16,-5 1-1 15,2 2-4-15,-3 0-13 16,1 2 7-16,0-2 7 15,0-1 4-15,1 0 4 0,2 1 1 16,4-2 3-16,3-1 0 16,2 0-3-16,2 1 0 15,0-2-2-15,4 1 3 16,5-2-3-16,3 0 0 16,1 0 0-16,2-1 2 15,3 6 0-15,0-1 3 0,-1 4-1 16,2 2-2-16,-1 6-1 15,-1 4-2-15,0 5-2 16,-2 3-1-16,-2 0 0 16,-2 10-2-16,-4 1 5 0,-1 5 0 15,-1-2 0-15,-2 3 0 16,-1 4-4-16,-2-2 11 16,0 1-5-16,0-2-1 15,0 0 0-15,2-3 0 16,2-4 1-16,3-2-1 0,2-2 2 15,3-6-3-15,1-1-4 16,1-2-15-16,-2-14-37 16</inkml:trace>
  <inkml:trace contextRef="#ctx0" brushRef="#br0" timeOffset="159063.98">5304 16304 208 0,'0'0'2'0,"0"0"0"0,0 0-2 0,0 0-10 0,0 0-52 0,0 0-22 16</inkml:trace>
  <inkml:trace contextRef="#ctx0" brushRef="#br0" timeOffset="159363.01">5535 16357 116 0,'0'0'6'0,"0"0"23"16,0 0 12-16,0 0-16 15,0 0-19-15,0 0-7 16,-48 27 1-16,31 1 0 15,0 3 2-15,5 1 0 16,2 2-1-16,5-2-1 0,4 0 1 16,1-3 0-16,0-4 1 15,9-1-2-15,2-7 1 16,2-4 1-16,5-4-1 16,3-4-2-16,0-5-2 15,4 0-5-15,0-9-12 0,-4-8-54 16</inkml:trace>
  <inkml:trace contextRef="#ctx0" brushRef="#br0" timeOffset="159793.98">5670 16402 126 0,'0'0'27'0,"0"0"18"16,-4-41-26-16,4 31-8 15,0 2-8-15,0 3-2 16,0 1 1-16,2 4-2 15,4 0-6-15,4 3 0 0,-1 9 3 16,2 4 2-16,-2 1 1 16,0 3 0-16,-4 1 1 15,-1 1-2-15,-4 0 1 16,0-2 0-16,-4 0 4 16,-3-2-4-16,-2-2 1 0,-3-3 2 15,2-4-2-15,1-4 0 16,-1-3 0-16,0-2-1 15,5 0 2-15,-4-11-5 16,6-4-7-16,3 0 8 16,0-3 8-16,0 0-4 0,6 0-2 15,3 3 1-15,4 4 0 16,2 2-1-16,-1 3 0 16,4 6 0-16,-1 0-2 15,-1 0-3-15,1 11 4 16,-3 3 1-16,-1 2-2 15,1 2 2-15,-3 0 1 0,0-2-1 16,-3-5-14-16,0-3-44 16,-3-8-10-16</inkml:trace>
  <inkml:trace contextRef="#ctx0" brushRef="#br0" timeOffset="160061.72">5919 16034 133 0,'0'0'21'0,"0"0"11"0,0 0-36 0,0 0-4 0,0 0 6 0,14 61 5 16,-4-20 2-16,1 2 1 15,1 4-3-15,1 1-1 0,-1 0-1 16,-2-1 0-16,-1-4 2 15,-4 1-3-15,-2-3 2 16,-2-4-2-16,-1 1 1 16,0-3-1-16,-7-5 1 15,-4-4-14-15,-2-10-71 16</inkml:trace>
  <inkml:trace contextRef="#ctx0" brushRef="#br0" timeOffset="160312.15">5868 16440 165 0,'0'0'0'15,"44"-38"1"-15,-17 20 0 16,2 3 2-16,0 3-3 16,-2 5 0-16,-2 6-2 15,-3 1 0-15,-2 3 1 16,-3 13 1-16,-3 0 0 0,-3 2 0 15,-3 5 3-15,-2-2 1 16,-2 1-2-16,-1-2 0 16,3 1 0-16,-4-6-1 15,0-2-4-15,-2-9-92 16</inkml:trace>
  <inkml:trace contextRef="#ctx0" brushRef="#br0" timeOffset="160445.15">6085 16234 258 0,'0'0'-7'15,"0"0"6"-15,0 0-32 16,0 0-54-16</inkml:trace>
  <inkml:trace contextRef="#ctx0" brushRef="#br0" timeOffset="161135.14">6303 16395 129 0,'0'0'3'0,"0"0"-2"16,0 0 0-16,0 0-3 15,-49-23-1-15,32 23 0 16,3 7 1-16,1 5 3 0,1 2-1 15,5 3 0-15,3 1 1 16,4 2-1-16,0 0 0 16,0 0 1-16,2-2-1 15,3-3 0-15,4-5 0 16,-2-3 1-16,3-5-2 16,1-2 1-16,-1 0 0 0,3-8 0 15,-3-6 3-15,2-5-1 16,-1-4 0-16,-1-2-1 15,-2-2 0-15,-1 0 1 16,-3 2 2-16,1-2 4 0,0 4 0 16,-1 0 6-16,1 3-2 15,-1 3-1-15,2 3-3 16,-1 3-3-16,4 4-2 16,-2 3-2-16,2 4-2 15,2 0 0-15,4 4-4 16,-1 6 3-16,4 5 2 0,0 2 2 15,-3 1 1-15,1 5-5 16,-3-1 5-16,-4 0-3 16,-2 0 0-16,-2-1 1 15,-5 0-2-15,0-5 1 16,0 2 1-16,-5-6 0 0,-4-3 0 16,2-4 1-16,-3-4 1 15,5-1-1-15,-5-7 3 16,6-8-7-16,4-8-3 15,0-2 4-15,0-4 2 16,11 1-1-16,3-1 0 0,3 2 2 16,6 6 3-16,1 1 0 15,6 5 1-15,1 7-4 16,1 8-1-16,1 0-2 16,-4 20-1-16,-6 11-2 15,-10 15 2-15,-9 12 2 16,-8 16-1-16,-23 11-5 0,-11 5-53 15,-16-4-13-15</inkml:trace>
  <inkml:trace contextRef="#ctx0" brushRef="#br0" timeOffset="162102.76">3672 17402 7 0,'18'1'26'0,"5"-1"-11"0,1 0-3 0,5 0-8 0,4 0-1 15,6-1 1-15,1-5-1 16,4 0-2-16,4-3 0 16,1 0 0-16,0-2-1 15,1-1 1-15,3 1-1 16,0 0 3-16,3 1 0 0,1 1 0 15,5 2-2-15,-2 4 0 16,3 0 0-16,1 3-1 16,3 0 0-16,-2 0 0 15,3 0 1-15,-3 0 0 16,0-4 4-16,1 1-2 16,1 0 1-16,2-2 0 0,1 2 0 15,3 0-1-15,6-1 2 16,-1 4-3-16,-1 0-1 15,2-1 0-15,0 1 0 16,-6 0 0-16,-1 0-1 0,0 0 2 16,-5-2 0-16,2 2 3 15,-4-4 5-15,1 2-4 16,0-1 3-16,-5-1-3 16,1 1 2-16,-7 2-3 15,-3 1-2-15,-1 0 0 0,-6 0 0 16,0 1-1-16,-5 2 3 15,-4-1 2-15,-1-2-1 16,-8 0-2-16,-2 0-1 16,-3 0-1-16,-8 0-1 15,-2 0 0-15,-2 0 2 16,-5 0-2-16,1 0 0 0,-4-6 0 16,-2-4-2-16,0-5-36 15,0-8-147-15</inkml:trace>
  <inkml:trace contextRef="#ctx0" brushRef="#br0" timeOffset="162651.29">7240 16259 76 0,'0'0'46'0,"0"0"7"0,0 0-17 0,0 0-13 16,0 0-6-16,0 0-10 0,0 0-3 15,0 0-2-15,0 0-2 16,0 0 1-16,0 0 1 16,0 0-2-16,0 0 3 15,-20-9-2-15,20 6 0 16,0 3-1-16,0 0-2 0,0 0-4 15,0 0-37-15,0 5-13 16,0-1-14-16</inkml:trace>
  <inkml:trace contextRef="#ctx0" brushRef="#br0" timeOffset="163062.79">7269 16560 20 0,'0'0'113'0,"0"0"-105"16,0 0 1-16,0 0 2 15,0 0 7-15,0 0 9 16,0 0-7-16,0 0-5 16,0 0-5-16,-14 7-3 15,13-7-1-15,1 0-6 16,0 1-2-16,0 1-1 0,0 1 1 16,0 1 2-16,0 0 0 15,0-1 0-15,0 0 0 16,1-2 0-16,0-1 0 15,0 0-1-15,0 0 1 0,1 0-2 16,-2 0 1-16,2 0-1 16,2 0-6-16,-2-5-14 15,1-1-37-15,-1-1-40 16</inkml:trace>
  <inkml:trace contextRef="#ctx0" brushRef="#br0" timeOffset="163419.13">7269 16250 20 0,'0'0'20'0,"0"0"-3"0,0 0-2 0,0 0 2 0,0 0-9 15,0 0-5-15,0 0-2 16,0 0 1-16,0 0 1 16,0 0-3-16,-5 16-9 0</inkml:trace>
  <inkml:trace contextRef="#ctx0" brushRef="#br0" timeOffset="164130.47">7226 16655 7 0,'0'0'56'0,"0"0"-36"0,0 0-12 15,0 0 1-15,0 0-1 16,0 0-5-16,0 0-1 16,0 0 0-16,0 0 0 15,1 25 1-15,0-25 6 16,0 0 17-16,-1 0 23 16,0-5-26-16,0-1-12 0,0-2-6 15,-3-1-1-15,-1 5-2 16,-3-2 0-16,2 2-1 15,1 2 0-15,0 2 2 16,1 0 0-16,1 0-4 0,2 4 0 16,-2 4 1-16,2 1 0 15,0 2 0-15,0-3 0 16,2 2 0-16,1-3 0 16,3-2-1-16,0-3 0 15,-1 0-1-15,2-2-1 0,0 0 1 16,-1-2 3-16,-3-5 1 15,0-1 0-15,-2-2 0 16,-1 1 1-16,0-1 1 16,-2 2-1-16,-5 0 0 15,0 2-2-15,1 1 0 0,-1 5-3 16,2 0 3-16,1 0-2 16,0 6-1-16,2 2 1 15,2 3 0-15,0-2-10 16,0 0-25-16,4-6-26 15,4-3-5-15</inkml:trace>
  <inkml:trace contextRef="#ctx0" brushRef="#br0" timeOffset="164629.5">7224 16277 72 0,'0'0'43'0,"0"0"-43"0,0 0 0 0,0 0 0 16,0 0 0-16,-2 37 0 15,6-31 0-15,1-2 1 0,-1-1-1 16,-2-2 3-16,1-1 2 16,1 0 11-16,-2 0 4 15,0-6-5-15,-2-1-6 16,0-2-7-16,0 1 0 0,0 0-1 16,-2-1 0-16,-5 2-1 15,-1 0 2-15,1 3 6 16,0 2 1-16,2 1 1 15,1 1-5-15,0 0-5 16,4 7 0-16,-2 3 0 16,2 0-1-16,0 0 2 0,0-1-1 15,0 0 0-15,4-4 1 16,0 0-2-16,-1-3 1 16,4-1 1-16,-3-1-1 15,0 0 0-15,1 0 1 0,-1 0-3 16,1-6-23-1,-1-5-73-15</inkml:trace>
  <inkml:trace contextRef="#ctx0" brushRef="#br0" timeOffset="164984.89">7463 16443 91 0,'0'0'29'0,"0"0"-24"0,0 0 15 0,0 0-14 0,0 0-3 16,51 2-2-16,-35-6 1 15,2-3-2-15,0-2-17 16</inkml:trace>
  <inkml:trace contextRef="#ctx0" brushRef="#br0" timeOffset="166735.23">3226 8863 50 0,'0'0'33'0,"0"0"-17"0,0 0-5 0,0 0 2 0,0 0-4 15,0 0-2-15,0 0-4 16,0 0 1-16,0 0 4 16,0 0 10-16,0 0 6 15,-36-24-9-15,34 24-2 0,2 0-5 16,0 0-5-16,0 5-4 15,2 7 1-15,9 1 0 16,3 6 1-16,-1-1 0 16,5 0-1-16,-1-2 1 15,0-2 0-15,-3-1-1 0,3-3 1 16,-4-2 0-16,-3-1-1 16,3-2-1-16,-1-1-7 15,-5-4-33-15,-2 0-58 16</inkml:trace>
  <inkml:trace contextRef="#ctx0" brushRef="#br0" timeOffset="166939.79">3297 8858 187 0,'0'0'-13'0,"0"0"29"16,0 0 6-16,0 0-6 15,-36-5-10-15,32 15-2 16,-2 6-2-16,5 8-1 16,-1 4-1-16,0 4 0 0,2-1-1 15,0 2-15-15,0-8-62 16</inkml:trace>
  <inkml:trace contextRef="#ctx0" brushRef="#br0" timeOffset="167367.74">3555 8716 96 0,'0'0'10'15,"0"0"-3"-15,0 0 10 16,0 0 5-16,41-15-3 16,-20 15-13-16,-2 0 0 15,6 0-4-15,2 6-1 16,-2 1 0-16,-1 0-1 16,-2-1-2-16,-3 1-9 0,-2 1-8 15,-5-5 2-15,-4-1-6 16,-3-2-19-16</inkml:trace>
  <inkml:trace contextRef="#ctx0" brushRef="#br0" timeOffset="167532.26">3764 8640 133 0,'0'0'4'0,"0"0"45"16,0 0-11-16,-40-27-17 0,33 25 6 15,3 2-4 1,0 2-15-16,0 14-8 0,2 11 2 15,2 6-1-15,0 7-3 16,0 3-23-16,0-1-66 16</inkml:trace>
  <inkml:trace contextRef="#ctx0" brushRef="#br0" timeOffset="167902.08">3701 9298 231 0,'0'0'7'0,"0"0"-8"0,0 0 2 16,0 0-1-16,36 3-2 15,-20 1 3-15,-3-1 0 16,3 3-1-16,-1-2 1 15,-1-1-2-15,-3 0-19 0,-5-1-26 16,0-2-18-16</inkml:trace>
  <inkml:trace contextRef="#ctx0" brushRef="#br0" timeOffset="168050.05">3780 9278 264 0,'0'0'5'15,"0"0"0"-15,0 0-4 16,-14 37-1-16,14-12-1 16,0 7 1-16,-4 6-21 15,-1-4-79-15</inkml:trace>
  <inkml:trace contextRef="#ctx0" brushRef="#br0" timeOffset="168621.14">4003 9582 41 0,'0'0'1'0,"0"0"-1"0,0 0 3 16,0 0 10-16,0 0 10 15,0 0 7-15,0 0-11 16,0 0 1-16,0 0-5 0,0 0-2 16,36 30-3-16,-26-27-2 15,2-1-3-15,-1 0 0 16,3-1-2-16,-1 1-1 16,3 1-1-16,-3-2-1 15,1 2 0-15,-3-2-4 0,0 1-22 16,-1-2-45-16</inkml:trace>
  <inkml:trace contextRef="#ctx0" brushRef="#br0" timeOffset="168811.97">4184 9576 208 0,'0'0'9'0,"0"0"6"15,0 0 10-15,0 0-3 16,0 0-7-16,0 0-3 15,0 0-8-15,0 0-5 16,-31-8-3-16,29 23 2 0,-4 10 0 16,3 4-1-16,-6 8-17 15,0-1-35-15,0-1-101 16</inkml:trace>
  <inkml:trace contextRef="#ctx0" brushRef="#br0" timeOffset="169198.08">4370 9072 154 0,'0'0'12'16,"0"0"9"-1,0 0-10-15,0 0-9 0,0 0 1 16,0 0 0-16,36-14 4 15,-20 14-3-15,3 0 1 16,1 0-2-16,1 0-2 16,-1 0 0-16,0 3-1 0,0-3-1 15,-7 0-16-15,-2 0-44 16,-5 0 5-16</inkml:trace>
  <inkml:trace contextRef="#ctx0" brushRef="#br0" timeOffset="169367.08">4532 8992 141 0,'0'0'26'16,"0"0"-3"-16,0 0-8 15,0 0-11-15,-33 36-2 16,27-10-1-16,-1 5-1 16,1 0 1-16,0 3-1 0,2-1 1 15,2-5-2-15,0-4-21 16,-2-9-49-16</inkml:trace>
  <inkml:trace contextRef="#ctx0" brushRef="#br0" timeOffset="169710.05">4359 8399 109 0,'0'0'91'0,"0"0"-74"16,0 0-16-16,0 0-2 15,0 0 1-15,0 0 4 16,0 0-2-16,49 14 1 0,-31-7-1 16,1-1-2-16,-1 1 1 15,1-3-1-15,-2-1 2 16,-1-3-7-16,-5 0-35 16,-2 0-35-16</inkml:trace>
  <inkml:trace contextRef="#ctx0" brushRef="#br0" timeOffset="169860.9">4482 8311 216 0,'0'0'6'0,"0"0"0"16,0 0-2-16,-34 48-2 0,29-18-1 16,3 5 0-16,2 5-3 15,0 0-39-15,0-6-116 16</inkml:trace>
  <inkml:trace contextRef="#ctx0" brushRef="#br0" timeOffset="170315.44">5188 8892 259 0,'0'0'3'0,"0"0"4"0,0 0-7 0,0 0-1 16,0 0 0-16,0 0 2 15,42 1-1-15,-29 6 1 16,3-1-1-16,-2 0 0 16,0-1-2-16,0-3-8 0,-1-2-19 15,-3 0-27-15,-3-2-17 16</inkml:trace>
  <inkml:trace contextRef="#ctx0" brushRef="#br0" timeOffset="170442.84">5331 8792 195 0,'0'0'20'0,"0"0"6"16,0 0-11-16,0 0-12 16,-36 33 0-16,27-2-1 15,3 8-2-15,-2 3-8 16,-2-2-64-16</inkml:trace>
  <inkml:trace contextRef="#ctx0" brushRef="#br0" timeOffset="170779.86">4933 9504 269 0,'0'0'16'0,"0"0"-4"15,0 0-12 1,0 0 2-16,0 0-2 0,0 0 2 16,0 0-1-16,35-17-1 15,-18 15-1-15,1 0 1 16,-1 0-3-16,1-1-3 15,-4 3-20-15,1-6-26 16,-8 2-36-16,-1-1-32 0</inkml:trace>
  <inkml:trace contextRef="#ctx0" brushRef="#br0" timeOffset="170905.14">5058 9393 140 0,'0'0'13'0,"0"0"55"15,0 0-35-15,-40-11-19 0,31 26-7 16,-2 8-5-16,4 8-1 15,1 6 2-15,1 4-4 16,1 1-20-16,-4-3-66 16</inkml:trace>
  <inkml:trace contextRef="#ctx0" brushRef="#br0" timeOffset="171837.54">2517 10948 46 0,'0'0'24'0,"0"0"-22"0,0 0-1 15,-7-41 0-15,6 33 0 0,0 2 5 16,-4 2 9-16,3 1 10 16,-2 0-6-16,1 3 2 15,-1 0-7-15,2 0-7 16,2 0-5-16,0 6-2 15,0 5 1-15,0 3-3 16,0 7 5-16,2-1-1 0,7 3 0 16,2-1 0-16,3-3 1 15,4-3 0-15,-3-5-3 16,3-6 3-16,-3-4-2 16,1-1 2-16,-3-4 0 0,-1-8 0 15,-3-3 1-15,-2-2 2 16,-1-2 1-16,-4-2 3 15,-2 0 3-15,0-1-2 16,-4 1-5-16,-5 0 1 16,-2 0-3-16,-2 6-1 15,0 1-3-15,1 6-1 0,-1 8-4 16,2 4-6-16,-3 18-22 16,-1 7-66-16</inkml:trace>
  <inkml:trace contextRef="#ctx0" brushRef="#br0" timeOffset="172293.76">2519 11447 199 0,'0'0'2'0,"-25"40"-2"0,17-15 1 0,3-1 0 16,3 2 0-16,2-2 0 15,0-3 0-15,7-5-1 0,6-5 2 16,1-4-4-16,1-4 2 16,-1-3-1-16,1-3-1 15,1-14 10-15,-3-3-1 16,1-4 0-16,-5-3 2 16,-3-1-6-16,-3 0 0 15,-3 3 0-15,0 1-1 0,-5 4 5 16,-6 6-3-16,-3-1-3 15,-1 9-1-15,-1 6-7 16,-1 4-9-16,1 19-18 16,1 8-38-16,0 7-7 0</inkml:trace>
  <inkml:trace contextRef="#ctx0" brushRef="#br0" timeOffset="172765.46">2559 12069 226 0,'0'0'3'0,"0"0"-1"0,0 0 1 16,0 0-3-16,-2 45 1 16,14-30-1-16,1-1 1 15,2-3 0-15,1-1-1 16,-1-6 0-16,-1-1-2 0,1-3 1 15,-1-3 3-15,-3-8-1 16,-1-5 1-16,-2-4-2 16,-3-5 4-16,-1-1-4 15,-4-1 1-15,0 0 0 16,-4 5 2-16,-5 0-2 16,-5 7 0-16,1 2 0 0,-3 10-1 15,3 3-3-15,-1 2-4 16,5 14 0-16,1 7-17 15,3 4-25-15,1 0-18 16</inkml:trace>
  <inkml:trace contextRef="#ctx0" brushRef="#br0" timeOffset="173182.19">3011 11751 235 0,'0'0'-6'0,"0"0"6"0,0 0-2 16,0 0-2-16,0 0 4 0,0 0-1 15,-2 45 0-15,8-27 1 16,1-6 2-16,2-1-3 16,2-5 1-16,-2-3-4 15,-2-3 1-15,2 0 0 16,-2-5 3-16,-1-6 7 16,-2-3 0-16,-4-3 4 0,0-3 1 15,0 0-3-15,0-4 1 16,-6 4 0-16,-3-1-4 15,-2 3-1-15,4 3-3 16,-2 3-1-16,0 4-2 16,2 4-11-16,1 4-18 0,1 0-43 15,1 0-37-15</inkml:trace>
  <inkml:trace contextRef="#ctx0" brushRef="#br0" timeOffset="173546.12">3071 11103 190 0,'0'0'-4'16,"0"0"3"-16,0 41-1 15,0-21 4-15,5-1-1 16,1-2 0-16,-1-3 0 0,4-3 0 16,-2-5 0-16,1-2-1 15,-1-4-1-15,0 0 0 16,0-1 5-16,-3-9 4 16,-2-3 3-16,0-1-4 15,-2-2 2-15,0-1-2 16,0 0-2-16,-8 3-1 0,1 0-3 15,-2 3-1-15,0 3 0 16,0 6-3-16,-2 2-14 16,2 0-37-16,0 1-20 15</inkml:trace>
  <inkml:trace contextRef="#ctx0" brushRef="#br0" timeOffset="173901.27">2709 10747 171 0,'0'0'-9'0,"0"0"19"15,0 0 2-15,0 0-10 16,0 0-2-16,0 0 0 16,-17 42 1-16,23-35-1 15,-2-4 0-15,3-3 0 0,-3 0 2 16,1 0 7-16,0-10 7 16,-3-5 4-16,0-4-9 15,0-2-4-15,-1-3-4 16,-1-1-2-16,0 3-1 15,0 1 0-15,0 7-4 0,0 5-17 16,0 9-65-16</inkml:trace>
  <inkml:trace contextRef="#ctx0" brushRef="#br0" timeOffset="174376.58">3373 12033 199 0,'0'0'2'0,"-7"44"-1"0,7-24 0 16,0-3-1-16,3-1 0 16,8-5-1-16,-3-5-1 0,1-6-5 15,3 0 1-15,-5-10 11 16,3-6 5-16,-4-6 0 15,0-4-3-15,-4-3 1 16,-2 0 3-16,0-1 2 0,-4 2-6 16,-8 4-1-16,1 5-3 15,-2 5 2-15,-3 7-3 16,3 7-5-16,-5 0-2 16,5 14-2-16,-3 11-7 15,5 4-9-15,3 6-6 0,2-2-36 16,4-3-29-1</inkml:trace>
  <inkml:trace contextRef="#ctx0" brushRef="#br0" timeOffset="174720.24">3576 11678 209 0,'0'0'-1'0,"0"0"4"16,0 0-4-16,0 0-5 15,0 0 6-15,0 0 0 16,45-9 2-16,-34 15 1 16,0-1-1-16,3-2 0 15,-6-3-1-15,1 0 1 0,-1-7-1 16,-2-5 5-16,-3-6 10 15,-2-4 1-15,-1 0-3 16,0-4-1-16,-4 3-2 16,-7-1 1-16,-5 3-3 15,0 2-4-15,-3 4-4 16,0 6-4-16,2 9-14 0,-1 2-23 16,2 18-37-16,-1 12-40 15</inkml:trace>
  <inkml:trace contextRef="#ctx0" brushRef="#br0" timeOffset="175117.73">3657 12354 232 0,'0'0'2'0,"-23"40"-2"0,17-17 1 15,4-1-1-15,2 0 0 16,0-5 1-16,2-4-2 16,6-4 1-16,1-6-4 15,1-3-5-15,-2 0 3 16,-1-7 6-16,1-7 8 15,0-3-1-15,-4-4 1 0,-1-1 2 16,-3-3-3-16,0 0 7 16,-3 0 0-16,-8 1 3 15,-3 3-6-15,0 4-7 16,2 4-3-16,-1 5-2 0,4 5-6 16,2 3-16-16,4 6-27 15,1 6-41-15,2-1-45 16</inkml:trace>
  <inkml:trace contextRef="#ctx0" brushRef="#br0" timeOffset="175460.13">3988 12184 190 0,'0'0'3'0,"0"0"-3"16,7 37 0-16,-3-23 2 16,2 0-2-16,1-2 1 15,0-4-1-15,2-5-3 16,-3-3-4-16,3 0-2 0,-2-6 11 16,2-8 12-16,-2-3 5 15,-3-6-2-15,0 1-2 16,-4-4-1-16,0 3-4 15,0 3 0-15,-8-1 4 16,-3 7 1-16,-1 3-5 16,-1 4-7-16,0 5-6 0,1 2-4 15,1 11-13-15,3 5-11 16,0 3-13-16,0 2-22 16,4-5-27-16</inkml:trace>
  <inkml:trace contextRef="#ctx0" brushRef="#br0" timeOffset="175675.88">4215 12136 140 0,'0'0'31'16,"0"0"-29"-16,38 28 0 15,-24-21 1-15,-1-1-1 16,-4-5 0-16,-1-1 2 15,-2 0 8-15,-4 0 17 0,0-12 2 16,-2-3-18 0,0-8-12-16,0-7-22 0,-6-8-140 15</inkml:trace>
  <inkml:trace contextRef="#ctx0" brushRef="#br0" timeOffset="176520.72">4956 10073 208 0,'0'0'4'0,"-13"37"-3"0,10-11 0 15,3 1 0-15,0 3 0 16,0-2 0-16,5-5 0 0,5-6-1 15,-1-4 1-15,-1-6-2 16,2-7-1-16,-1 0 2 16,-3-7 10-16,2-10 1 15,-2-5 1-15,-1-5-4 0,-5 0-1 16,0-4-2-16,0 4 2 16,-9 3-2-16,-5 4-2 15,1 7-2-15,-1 8-3 16,-1 5-6-16,-3 11-8 15,1 16-12-15,0 7-40 16,-2 6-35-16</inkml:trace>
  <inkml:trace contextRef="#ctx0" brushRef="#br0" timeOffset="176947.41">4515 9873 245 0,'0'0'5'0,"0"0"-3"0,-40 48 0 15,33-25-1-15,3 2-1 16,3 1 1-16,1-2-1 16,0-1 1-16,3-7 0 15,3-5-1-15,2-5 0 16,0-6-2-16,1 0-1 16,-2-10 9-16,2-6 1 15,0-5-3-15,-5-3 0 0,-2-2-2 16,-2 1 1-16,0 0 1 15,-10 5 3-15,-6 5 0 16,0 5-6-16,-6 6-1 16,-1 4-1-16,-1 14-3 0,0 13-15 15,1 8-26-15,0 5-38 16,1 3-55-16</inkml:trace>
  <inkml:trace contextRef="#ctx0" brushRef="#br0" timeOffset="177317.02">4236 10393 247 0,'0'0'3'0,"0"0"-2"16,0 40-1-16,2-19 1 0,9 3 0 16,7-1-1-16,4-3 1 15,1-9-1-15,3-5-1 16,2-6 0-16,-2-4 2 16,-1-15 4-16,-5-3 2 15,0-4-2-15,-7-4-1 16,-3 1-3-16,-6 1 1 0,-4 5 0 15,0 4 1-15,-10 4 1 16,-5 3-2-16,-3 6-4 16,-3 6-6-16,0 0-15 15,-2 18-9-15,4 9-29 16,-2 6-7-16</inkml:trace>
  <inkml:trace contextRef="#ctx0" brushRef="#br0" timeOffset="177674.13">4566 10637 257 0,'0'0'7'15,"0"0"-12"-15,0 0 7 16,14 41-2-16,-5-18 0 0,1 2 1 15,6 0-1-15,1-3 2 16,0-6-2-16,1-4-3 16,0-7-3-16,0-5-4 15,-1 0 4-15,0-10 1 0,1-7 8 16,-5-4-1-16,-2-2-2 16,-2-2 6-16,-5 0 2 15,-4 2 3-15,-2 0 1 16,-11 4-4-16,0 4 0 15,-2 6-5-15,-2 3-3 0,1 6-6 16,3 10-3-16,-1 10-29 16,3 3-39-16,0 1-3 15</inkml:trace>
  <inkml:trace contextRef="#ctx0" brushRef="#br0" timeOffset="178014.8">5060 10623 231 0,'0'0'-7'0,"0"0"8"16,25 40 0-16,-15-25 0 15,2 1-1-15,-3-5 1 16,5-2 0-16,-3-5-1 0,-2-1-2 15,4-3 1-15,-4 0 2 16,0-10-6-16,-2-1 12 16,-4-8 1-16,-1 1 3 15,-2-4-1-15,0 0 1 16,-7-1 3-16,-7 3-4 16,-4 2-5-16,1 6-1 15,-2 4-3-15,0 8-7 0,0 0-1 16,2 15-2-16,3 5-17 15,-1-1-31-15,5-5-82 16</inkml:trace>
  <inkml:trace contextRef="#ctx0" brushRef="#br0" timeOffset="178605.09">4343 10312 182 0,'0'0'8'0,"0"0"10"0,0 0-8 0,0 0-5 16,-4 36 0-16,16-24 3 16,7 4-3-16,3-2-1 15,5 3-1-15,3-1-2 16,3-2 1-16,0 0-1 16,1 0 0-16,-3-1-2 0,-4-3-26 15,-8-1-59-15</inkml:trace>
  <inkml:trace contextRef="#ctx0" brushRef="#br0" timeOffset="178791.76">4474 10328 238 0,'0'0'6'0,"-44"1"6"15,24 13 0-15,4 8-9 16,1 7-3-16,4 7 1 15,4 8-1-15,5 0 0 16,2 0-1-16,0-3-13 0,13-7-45 16,-2-8-58-16</inkml:trace>
  <inkml:trace contextRef="#ctx0" brushRef="#br0" timeOffset="179039.34">4622 10757 304 0,'0'0'8'0,"0"0"-9"15,0 0 0-15,0 0 1 16,54-20 0-16,-29 13 1 0,4 2-2 15,0-2 1-15,0 2-7 16,-5-1-40-16,-4-3-32 16,-6-1-39-16</inkml:trace>
  <inkml:trace contextRef="#ctx0" brushRef="#br0" timeOffset="179174.72">4788 10579 210 0,'0'0'40'16,"0"0"-21"-16,-41 14-8 15,37 12-10-15,0 5-1 16,4 6-1-16,0 7-2 16,4-1-20-16,4-5-27 0,4-1-54 15</inkml:trace>
  <inkml:trace contextRef="#ctx0" brushRef="#br0" timeOffset="179395.87">5020 10616 315 0,'0'0'9'0,"0"0"-14"0,0 0 4 16,0 0 1-16,50 0-1 15,-29 0 2-15,4 0-2 16,4 0-6-16,0 0-18 15,-2-3-26-15,-4-3-20 16,-4-5-11-16</inkml:trace>
  <inkml:trace contextRef="#ctx0" brushRef="#br0" timeOffset="179545.89">5118 10593 256 0,'0'0'1'15,"-29"49"0"-15,20-23-1 16,5 3-1-16,2-5-12 16,2-1-42-16,-2-9-39 15</inkml:trace>
  <inkml:trace contextRef="#ctx0" brushRef="#br0" timeOffset="179787">4909 10072 279 0,'0'0'-9'0,"0"0"14"16,0 0-2-16,0 0 2 0,0 0-3 15,0 0 2-15,0 0-4 16,42 43 2-16,-15-30-2 15,0-2-5-15,0-3-17 16,-1-2-19-16,-4-5-38 16,-7-1-21-16</inkml:trace>
  <inkml:trace contextRef="#ctx0" brushRef="#br0" timeOffset="179918.52">5049 10075 204 0,'0'0'15'0,"-40"-7"11"16,24 7-5-16,7 13-11 0,1 12-10 15,4 11 2-15,4 8-1 16,0 5-4-16,10 2-28 16,1-5-74-16</inkml:trace>
  <inkml:trace contextRef="#ctx0" brushRef="#br0" timeOffset="180192.9">5680 10340 299 0,'0'0'4'15,"0"0"-5"-15,0 0-7 16,0 0 8-16,36 23-1 16,-19-10-12-16,-1 1-17 15,1 0-20-15,-3-1-21 0,-3-6-30 16</inkml:trace>
  <inkml:trace contextRef="#ctx0" brushRef="#br0" timeOffset="180355.3">5714 10285 262 0,'0'0'10'16,"0"0"-2"-16,-48 41-7 15,37-5 0-15,0 7-1 16,4 9 0-16,2 2-1 16,3-3-4-16,2-3-16 0,0-8-36 15,0-10-44-15</inkml:trace>
  <inkml:trace contextRef="#ctx0" brushRef="#br0" timeOffset="180662.73">5535 9579 309 0,'0'0'-5'16,"0"0"11"-16,0 0-9 16,0 0 5-16,22 43-2 0,-3-26 1 15,4 0-2-15,0-2 1 16,-2 0-1-16,0-4-1 15,-5-1-9-15,-3-4-17 16,-5-2-16-16,-3-4-35 16,-5-3-1-16</inkml:trace>
  <inkml:trace contextRef="#ctx0" brushRef="#br0" timeOffset="180790.07">5664 9619 89 0,'0'0'34'16,"0"0"3"-16,-46-36 46 15,33 36-48-15,3 3-23 16,0 16-8-16,1 6 1 15,3 8-3-15,2 7-1 0,0 1-2 16,4 0-9-16,0-1-31 16,0-7-67-16</inkml:trace>
  <inkml:trace contextRef="#ctx0" brushRef="#br0" timeOffset="180990.14">5688 9602 208 0,'0'0'-2'0,"0"0"7"0,53-4-1 15,-28 4 7-15,4 3-5 16,3 2-3-16,1 2-1 16,6-1-1-16,-6-3 0 15,-2 0-5-15,-4-3-59 16,-7 0-97-16</inkml:trace>
  <inkml:trace contextRef="#ctx0" brushRef="#br0" timeOffset="181104.31">6030 9521 282 0,'0'0'10'16,"0"0"-7"-16,-8 40 0 16,8 0-2-16,0 11 1 0,0 4-18 15,0-4-90-15</inkml:trace>
  <inkml:trace contextRef="#ctx0" brushRef="#br0" timeOffset="183098.31">4839 8018 182 0,'-7'-17'-38'0,"3"-2"4"0,0 0 15 0</inkml:trace>
  <inkml:trace contextRef="#ctx0" brushRef="#br0" timeOffset="183532.81">4632 8021 113 0,'0'0'3'0,"0"0"3"16,0 0-3-16,0 0-3 0,0 0 1 16,0 0-1-16,0 0 3 15,0 0 1-15,-6 41-3 16,6-34 1-16,1-1 0 16,4-3 4-16,1-3-2 15,3-1 7-15,2-22 20 16,9-14-4-16,9-20-17 0,9-17-6 15,12-18-4-15,10-17 0 16,5-8-4-16,0-8-52 16</inkml:trace>
  <inkml:trace contextRef="#ctx0" brushRef="#br0" timeOffset="184386.26">2631 10650 74 0,'0'0'15'0,"0"0"-2"0,0 0-5 0,0 0 1 16,0 0 0-16,0 0 2 16,0 0 2-16,0 0 0 15,0-51-6-15,5 28-1 16,8-7-5-16,7-11-1 0,5-14-9 15,-1-17-111-15</inkml:trace>
  <inkml:trace contextRef="#ctx0" brushRef="#br0" timeOffset="191154.03">923 8531 24 0,'0'0'62'0,"0"0"-58"0,0 0 7 0,0 0-4 0,0 0-7 15,0 0 1-15,0 0 0 16,0 0 0-16,0 0 0 16,0 0 1-16,-6 26-1 15,8-22 1-15,2 0 2 16,-2 0-3-16,3 1 0 0,-1 0 0 15,4 1-1-15,0-2 0 16,-3 3 0-16,3-1 0 16,2 0 0-16,-4 0 0 15,1 1 1-15,1-2-1 16,2 2 0-16,1-1 1 0,-2 1 0 16,3 0 0-16,1 0 0 15,2-2-1-15,-2 0 1 16,-2 1-1-16,3-2 0 15,-3 0 0-15,1-1 0 16,-1 0 3-16,0 0 1 16,2-1-4-16,-2 0 2 0,1 1-1 15,-1 1 0-15,2-1-1 16,-1 1 0-16,-1 2 0 16,1-1 0-16,2 0 1 15,-3 1-1-15,3 3 0 0,-3-3 0 16,0 3 2-16,3-1-1 15,-1 2-1-15,-1 0 1 16,-2-1 0-16,1-1 0 16,1 0 0-16,-3-1 0 15,0 0 0-15,4 0 0 16,-2 1 0-16,1 2 1 0,-1 1 1 16,0-2-2-16,0 4 2 15,0-2-2-15,0 2 1 16,-1-2-2-16,-2 1 0 15,1-1 0-15,0 2 1 16,0-3-1-16,0 1 0 0,-1 0 1 16,4 0-1-16,-3 0 0 15,2 0 0-15,1 2 0 16,-2-2 0-16,1 2 1 16,1 0-1-16,1 1 0 0,-1-2 0 15,-1 0 0-15,-1 3 0 16,2-3 2-16,-1 2-2 15,-2 1 0-15,0-1 0 16,2 0 1-16,-2 2-1 16,1-1 2-16,0 1-2 15,1-2 1-15,-1 2-1 0,1-2 1 16,-1-3-1-16,2 2 0 16,-3-3 1-16,2 1-1 15,1 1 1-15,-2-5-1 16,1 4 1-16,1-1 0 15,-1 0 0-15,1 0 2 16,-2-1-2-16,3 3 0 0,1 0 0 16,-3 1-1-16,3-1 1 15,-1 4 0-15,0-2-1 16,1 0 0-16,1 3 1 16,-1-4-1-16,1 1 1 15,1-1-1-15,2 2 0 0,0-4 0 16,-3 0 1-16,4 0-1 15,1 2 1-15,-3-1-1 16,4 0 0-16,-1 3 0 16,-3 0 0-16,4-1 0 15,-4 1 0-15,-1 1 1 0,0 0-1 16,2-1 2-16,-2 0-2 16,-1 2 0-16,3-3 0 15,-3-1 1-15,2 2-1 16,0-2 0-16,3-1-1 15,-4-1 2-15,4 1-1 0,-2-1 0 16,2 3 0-16,0-1 0 16,-1 1 0-16,0 0 2 15,-1 2-2-15,0 2 0 16,-2-1 0-16,-1 2 0 0,1-1 0 16,-3 1 0-16,3-3 0 15,-5-1 0-15,3 2 0 16,-3 0 0-16,2-3 1 15,1 2-1-15,-1 1 0 16,3 1 0-16,-3 2 0 16,3-1 0-16,-1 2 0 0,-1-2 1 15,1-1-1-15,3-1 0 16,-3-3 0-16,4 2 1 16,-2-3-1-16,6-2 1 15,-1 3 0-15,-1-2 1 16,-1 3-2-16,2 0 0 0,-1 0 1 15,-2 2 1-15,-1 0-2 16,-1 2 1-16,4-1 0 16,-1 1-1-16,0 1 1 15,0-2-2-15,3 0 2 16,-2 1-1-16,4-1 0 16,-2 1 0-16,0-2 1 0,0 1-1 15,0 0 0-15,0 0 0 16,-1-1 1-16,-2 1-1 15,2 0 0-15,1 2 0 16,-1-2 0-16,0 0 1 0,1 2-1 16,2-3 1-16,-1 3-1 15,0-2 0-15,3-1 0 16,0 2 0-16,2-1 0 16,-2 2 0-16,0 0 0 15,0 0 0-15,-1 3 1 0,-1-2-1 16,0 3 0-16,1-1 1 15,4 1-2-15,-1 0 2 16,0 0-2-16,4 0 2 16,-2 1-1-16,3 0 0 15,-1 0 0-15,1 0 0 16,0 0 0-16,-1 1 0 0,0 1 0 16,2-1 0-16,-2-1 0 15,3 2 0-15,-1 0 1 16,3-1-1-16,0-2 0 15,3 1 0-15,-5 1 0 0,3-1 0 16,-1 1 0-16,1 2 0 16,-3-2 0-16,3 2 1 15,1 0-1-15,-1-1 2 16,1 2-1-16,-2 1-1 16,0-1 1-16,2 1 0 15,-4 1-1-15,4 1 1 0,-2 0-1 16,3 0 0-16,-1 2 0 15,1-1 1-15,0 2-1 16,0 0 0-16,-1 1 0 16,2 1 0-16,-1 0 1 15,2 0-1-15,3 0 0 0,-4 0 1 16,3 1-2-16,-2 1 2 16,0-2-1-16,-1 1 0 15,0-2 0-15,3 0 1 16,-1-1-1-16,2-1 0 15,0 0 2-15,1-2-2 0,-2 0 0 16,2-1 0-16,-3 2 0 16,-2-2 0-16,3 1 0 15,-2 1 0-15,4-1 0 16,-5 0 0-16,3 0 0 16,-3-1 3-16,1-1-2 0,-1-2 1 15,1 0 0-15,2-2 2 16,-1-1 0-16,-2 1 0 15,3-2-1-15,-4 4-1 16,2-1-1-16,-1 2 0 16,-2-2 2-16,1 1-3 0,0 1 0 15,0-4 1-15,1-1-1 16,-2-2 0-16,-2-1 2 16,-2-3-4-16,0-2 4 15,-4 0-2-15,-1-2 0 16,0 0 0-16,-5 0 0 0,1 0 0 15,-2-1 0-15,-3-1 0 16,-2 0 1-16,-2-2-1 16,-5-1 1-16,1-2 1 15,-5-1 0-15,-3-1 4 16,-1-2-2-16,0 3 0 16,-3-5 2-16,-2 2-2 0,2-3 0 15,-1 3-1-15,-1-2-3 16,1 2 0-16,2 0 0 15,1 0-3-15,0-2-1 0,-4 2-31 16,0-3-79 0</inkml:trace>
  <inkml:trace contextRef="#ctx0" brushRef="#br0" timeOffset="194555.06">1002 8592 60 0,'0'0'2'0,"0"0"2"0,0 0-4 0,0 0 3 16,0 0-1-16,0 0 1 0,19 37 0 16,-9-26-1-16,-1 3 0 15,1 1 0-15,4-1 0 16,-1 2-2-16,-2-2 1 15,3-3 0-15,-1 2 0 16,3-2 0-16,-3 1 0 0,6 0 0 16,-2 1-1-16,1 1 1 15,1-1-1-15,2 0 2 16,2 1-2-16,-3 0 1 16,2-1-1-16,3 1 0 15,-1 1 1-15,-1 0 0 16,2 1 1-16,-3 0-2 0,2-1 2 15,1 2 0-15,-2 1 1 16,0-2-2-16,0 1 0 16,2 0-1-16,0-1 1 15,-1 1-1-15,0 0 0 16,3-1 0-16,0 1 1 0,0 0-1 16,0-1 0-16,0 3 0 15,-3-1 0-15,1 1 0 16,-1 1 0-16,-1 1 1 15,0-1-1-15,-2 0 1 16,0 3 0-16,-1-2 0 0,-3 3 2 16,4-4 3-16,-1 4-2 15,2 0-1-15,-1-2 0 16,3-1-1-16,-2-2 0 16,3-1-1-16,-1 0 0 0,3-2 0 15,-4 1 0-15,3 2-1 16,-3 0 1-16,-1 0-1 15,1 2 0-15,-4 2 2 16,4-2-2-16,-3 0 0 16,0-1 1-16,0 2 0 15,3-4 0-15,-2 1-1 16,4 0 0-16,0 0 1 0,2-2-1 16,-2 0 1-16,2 2-1 15,-1-1 0-15,1 1 0 16,-4 2 1-16,3-1-1 15,1 1 0-15,-2 0 1 0,-1-1-1 16,1 0 1-16,0 0-1 16,2-2 0-16,1 1 1 15,-1-1-1-15,2 2 0 16,1-1 0-16,-4 1 0 0,3-2 0 16,-2 3 0-16,-1 1 1 15,0-1-1 1,1 2 0-16,1 0 1 0,-1 2 1 15,2-1-1-15,3 3 0 16,-4 0 0-16,6 1-1 16,-6 1 0-16,1-1 1 0,1 2-2 15,-1-2 2-15,0 2 0 16,2-1 2-16,0-2-2 16,1 0 0-16,3 0 2 15,0 0-2-15,0 0-1 16,1 1 0-16,-2-1 0 0,1 3 0 15,-4 0 0-15,3 1 0 16,-5 0 0-16,2 1 1 16,0 0-1-16,-1-2 0 15,3 4 1-15,0-3-1 16,1 1 1-16,2 0 0 16,-4 2-1-16,1-2 0 15,-1 2 0-15,1 1 0 0,2-1 0 16,-1 2 0-16,2 1 0 15,3 1 1-15,2 0-1 16,-1-1 2-16,0 3-1 16,1-3 0-16,-1 4 1 0,0-2-2 15,1 0 1-15,1 1-1 16,0-2 2-16,1 1-1 16,1-1 0-16,0 2 0 15,0-2-1-15,-2 3 0 16,1 0 1-16,-1 0-1 0,3-2 0 15,-3 1 0-15,3-3 0 16,0 0 1-16,-1-2 1 16,1-5 5-16,2 1-3 15,-2-1-2-15,2-3-1 16,2 2 1-16,-2 0-1 0,2 0-1 16,-1 1 1-16,-2 0-1 15,-1 2 0-15,-1-1 1 16,-2 2-1-16,1 0 0 15,-2-1 0-15,1-2 0 16,-1 3 1-16,-2-3-1 0,-1-2 1 16,-2 3 0-16,2-1 0 15,-2-3-1-15,-2 3 1 16,3-2-1-16,-1-1 1 16,-3-3 0-16,-1 1 0 15,2-1 1-15,-6-3 0 0,-1-1-1 16,0 1 0-16,-2-1 0 15,-2 0 0-15,1-3-1 16,-2 0 1-16,-2 0 0 16,-2 0 1-16,0-3 1 0,0 2 2 15,-5-4 0-15,1-1 1 16,-5-3-2-16,-1 1 1 16,-1-5 4-16,-3 0-3 15,1-2 0-15,-3 0-2 16,1-2 1-16,-3 0-1 15,0 1 0-15,0-1-2 16,0 1 0-16,2 0-4 0,3 1 1 16,-2 1-9-16,-3-2-53 15,0-1-99-15</inkml:trace>
  <inkml:trace contextRef="#ctx0" brushRef="#br0" timeOffset="196646.42">5003 11498 40 0,'-4'0'13'0,"3"0"0"0,0 0 3 0,1 0-2 0,0 0-4 15,0 0-6-15,0 0-1 16,0 0-3-16,0 0 1 16,0 0 0-16,0 0-1 0,0 0 1 15,0 0-1-15,0 0 1 16,0 0 4-16,0 0 15 16,0 0 10-16,0 0-15 15,0 0-9-15,0 0 0 16,0 0-1-16,0 0 0 15,-2-1-2-15,2 1-2 0,0 0 0 16,0 0-1-16,0 0-2 16,0 0 2-16,0 0 1 15,0 0-1-15,0 1 0 16,0 0 1-16,0-1-1 0,0 2 1 16,0-2-1-16,2 0 0 15,1 0 0-15,2 0 0 16,1 0 1-16,1 1-1 15,0-1-1-15,0 0-25 16,-5-1-71-16</inkml:trace>
  <inkml:trace contextRef="#ctx0" brushRef="#br0" timeOffset="197872">5043 11612 26 0,'0'0'9'0,"0"0"-3"0,0 0 4 16,0 0-1-16,0 0-3 15,0 0-6-15,0 0 3 0,0 0 0 16,0 0 4-16,0 0 1 15,0 0-6-15,0 0 0 16,0 0 8-16,-2 5 10 16,1-5-7-16,-1 0 1 15,0 0-2-15,0 0-4 16,0 0 2-16,-1 0-4 0,0 0-4 16,1 0 0-16,0 0-1 15,0 0 0-15,-2 0-1 16,0 0 0-16,1 0 1 15,-1-2 1-15,-1-1 3 0,0-2-3 16,1-2-1-16,0 0 0 16,1 0 0-16,-3-1-1 15,1-1 0-15,0 0 1 16,1-2-1-16,0 1 1 16,0 0-3-16,3-3-1 0,-3 1 4 15,2-3-2-15,2-1 2 16,0 1-2-16,0-2 2 15,0 0-1-15,0 3 1 16,0-2 0-16,2 2 2 16,2 0-1-16,-2 1-1 0,1 2 2 15,1-2-1-15,-2 2-1 16,3 1-1-16,-3-2 1 16,3 3-1-16,-1-2 0 15,3 0 1-15,-3 1-1 16,1-1 0-16,2 2 0 0,-3-1 0 15,0 2 0-15,1-1 0 16,-1 2 0-16,1 0 1 16,2 0-1-16,-1 0 0 15,1 0 0-15,1-2 0 16,4-1 1-16,-3 0-1 0,0-1 0 16,2 1 0-16,0 1 0 15,-2-2 0-15,1 4 2 16,-1-1-2-16,-1 0 0 15,-1 3 0-15,4-2 0 16,-4 1 0-16,1 2 0 0,-3-1 0 16,4 0-2-16,-4 1 4 15,1 1-2-15,-3-1 0 16,1 2 1-16,-2-1-1 16,0 3 0-16,-2 0 0 15,2 0-3-15,-2 0-16 0,0 0-29 16,0 4 3-16</inkml:trace>
  <inkml:trace contextRef="#ctx0" brushRef="#br0" timeOffset="198625.88">5032 11011 44 0,'-3'0'18'0,"1"0"2"0,0 0-8 0,1 0-2 0,1-3 1 16,0 3 1-16,-2-1-3 16,2 1-1-16,0 0-8 15,0 0 1-15,2 1-1 16,3 3 2-16,5 3-1 0,-2 0 0 16,3-1 0-1,-1-2-1-15,2-1 0 0,-3 0 2 16,3-2-1-16,-1-1 1 15,-1 0 3-15,0 0 0 16,1 0 0-16,-3-1 0 16,2-2-2-16,-1 0 1 0,-3-1-3 15,1 1 0-15,0 2 0 16,-2-1-1-16,-1 1 1 16,0 1-1-16,-2 0 0 15,3 0 0-15,-3 0 1 16,0 0-1-16,1 0 0 0,-3 0 1 15,1 3 2-15,-1 4 6 16,0 4 2-16,0 1-6 16,0 6 3-16,0 2-1 15,-1 5-2-15,-2 1 1 16,-1 5-1-16,2-1 0 16,2 3-4-16,0-2 0 15,0-1-1-15,6-3 0 0,6-6-4 16,-1-11-34-16,-3-10-107 15</inkml:trace>
  <inkml:trace contextRef="#ctx0" brushRef="#br0" timeOffset="199424.25">4672 12119 66 0,'0'0'8'15,"0"0"8"-15,0 0-4 0,0 0-5 0,0 0-4 16,0 0-2-16,0 0-1 16,0 0-2-16,0 0-14 0,0-36-59 15</inkml:trace>
  <inkml:trace contextRef="#ctx0" brushRef="#br0" timeOffset="199979.47">4701 12055 41 0,'0'0'11'16,"0"0"10"-16,0 0-5 15,0 0-3-15,0 0-5 16,0 0 1-16,0 0 0 0,0-33-3 16,-4 27 1-16,1 2 5 15,-4-3 1-15,1 3 4 16,1 1-8-16,-4-1-6 15,2 2 0-15,-2 1-3 16,-1 1-2-16,3 0 4 0,-5 0-2 16,1 3 0-16,1 5 0 15,0 4 0-15,-1 2 2 16,-1 1-2-16,1 2-1 16,-2 3 0-16,0-1 3 15,2 1-2-15,0 1 1 0,-3 0-1 16,-1 1 1-16,1 0 0 15,-3 2-1-15,0 2 2 16,2 1-1-16,-3 0 1 16,2 0-1-16,0-1 0 15,1 1 0-15,4 0-1 0,-2-2 1 16,-1 1 0-16,3-2-2 16,-1-3 2-16,1-4-1 15,0-3 0-15,2-4 1 16,2-3 1-16,1-3 5 0,0-2 1 15,3 1-3 1,-1-2 2-16,2 1-1 0,-3-1-2 16,2-1-3-16,3 0 1 15,-2 0-2-15,0 3 0 16,2-2-2-16,0 1-9 16,0-1-16-16,0 2-13 0,0-3-22 15,0 0-43-15</inkml:trace>
  <inkml:trace contextRef="#ctx0" brushRef="#br0" timeOffset="200741.27">4186 12401 11 0,'0'0'12'0,"0"0"-4"0,0 0-2 0,0 0-1 16,0 0 3-16,0 0 0 0,0 0 1 15,0 0 1-15,0 0-3 16,0 0-4-16,-8 38 0 16,6-30 1-16,0 0-2 15,1 2 1-15,1 0-1 16,-2 0 0-16,2 2 1 15,-3 0 0-15,3-3 1 0,0 1 0 16,0 0-2-16,0-2-1 16,0 3 0-16,0-4-1 15,0 1 1-15,0-3 0 16,0 1-1-16,0-2 1 16,0-1 0-16,0 0 1 0,0 0-1 15,3-2 1-15,-1 2 0 16,3-2-1-16,-3 1 0 15,2-1 0-15,1 0 0 16,3 1 0-16,0-2 0 16,0 2 0-16,-1-2 0 0,2 2 0 15,0-2-1-15,2 0 1 16,-3 0 1-16,4 0-2 16,-1 0 1-16,0 0 1 15,3 0 1-15,-3 0 0 16,1 0-1-16,1-4 3 0,-3 3-4 15,4-2 3-15,-3 0-3 16,-1-1 3-16,-2 2-1 16,-1 0 2-16,-1 0 1 15,1 1-2-15,-2-1 4 0,-2 2-3 16,1-1-3-16,0 0 0 16,2 1-2-16,3 0 1 15,-1 0-2-15,-4 0-6 16,-4-5-128-16</inkml:trace>
  <inkml:trace contextRef="#ctx0" brushRef="#br0" timeOffset="-212667.59">7316 13948 64 0,'0'0'19'0,"0"0"-3"0,0 0-3 0,0 0-2 15,0 0-1-15,0 0-2 16,0 0 1-16,0 0-6 16,-37 11-2-16,33-9 0 0,-1-2-1 15,2 0 2-15,0 0-1 16,-1 0 0-16,0 0 3 15,2-6 5-15,1 2-2 16,1-3-1-16,0-1-2 16,0-3-2-16,0 4-1 0,4-3 5 15,3 3-5-15,-2 3 0 16,3 2-1-16,2 0 0 16,-2 2 0-16,1 0-1 15,1 4 0-15,-2 7-6 16,1 4 3-16,-4 4 2 0,-1 2 4 15,1 2-1-15,-3 0 1 16,-2 1-2-16,0-4 0 16,0 0 1-16,0-3-7 15,0-3 13-15,0-3-6 16,0-2 1-16,0-3-1 0,3-2 2 16,-1-4-2-16,2 0 0 15,0 0 2-15,1 0 3 16,4 0 0-16,-2-6 1 15,3-1-3-15,4-3-2 16,-1 0 0-16,1 0-1 16,2-1-1-16,2-1 0 0,-3 1 0 15,1 1 0-15,-1 2-4 16,-4-1-23-16,-1-1-61 16</inkml:trace>
  <inkml:trace contextRef="#ctx0" brushRef="#br0" timeOffset="-212103.15">7535 13841 205 0,'0'0'-16'0,"0"0"25"0,0 0-11 16,0 0 7-16,17-39-1 15,-7 34-3-15,-2 5-1 16,1 0-1-16,-2 0 1 0,4 8 1 16,-2 5-1-16,-1 2 2 15,3 3-1-15,-3 1-1 16,-2 1-1-16,-1-2 1 16,-5-1-3-16,0 0 1 0,0-3 2 15,0-2 0-15,-5-4 2 16,1-1 1-16,-3-4 1 15,3-3 0-15,0 0 5 16,-2-7-3-16,3-9-6 16,3-5 0-16,0-3-4 15,0-4-1-15,0-3 5 0,0-1 0 16,0 5 0-16,0 0 0 16,0 6-1-16,0 2 4 15,2 5-2-15,-2 6 2 16,0 2-2-16,1 3 1 15,0 3-4-15,1 0-4 16,3 5 4-16,-2 6 2 0,3 3-2 16,0 2 2-16,1 4 3 15,2-2-3-15,-2 1 1 16,2-2 0-16,1 0 0 16,0-4 0-16,1-1 0 15,1-1 0-15,-1-3 0 0,4-3 1 16,3-2-5-16,-3-1-13 15,-1-2-35-15,1 0-39 16</inkml:trace>
  <inkml:trace contextRef="#ctx0" brushRef="#br0" timeOffset="-211863.62">7874 13733 206 0,'0'0'13'0,"0"0"4"0,0 0 4 16,0 0-13-16,0 0-5 16,0 0-2-16,0 0 0 15,7-36-1-15,2 28 0 16,4-1-1-16,3 1 1 16,0-3-1-16,1-2 2 15,3 1 0-15,1-1 0 0,-3-2-2 16,0 1-29-16,-6 0-77 15</inkml:trace>
  <inkml:trace contextRef="#ctx0" brushRef="#br0" timeOffset="-211656.11">7983 13492 236 0,'0'0'1'0,"0"0"-2"0,-4 44 0 16,4-20 2-16,0 3 0 16,0 2-1-16,5 0 1 15,4-2-1-15,-2-1 1 16,3 0-1-16,-3 0-2 0,1-3-25 16,-2-3-68-16</inkml:trace>
  <inkml:trace contextRef="#ctx0" brushRef="#br0" timeOffset="-211229.77">8178 13393 239 0,'0'0'9'0,"0"0"-6"0,18-46 0 16,-8 38-3-16,0 2 1 15,-1 3-1-15,-2 3-2 16,2 2-6-16,-3 10 1 16,-3 6-2-16,-1 3 2 15,-2 3 7-15,0 1 0 0,0 0 1 16,0-3 0-16,-4-5 0 16,2-1 0-16,0-6-1 15,1-3 1-15,1-6 0 16,0-1 2-16,0 0-2 15,4 0 1-15,3-4 2 0,2 0 1 16,0 1-3-16,2 3 0 16,0 0-2-16,1 1 1 15,-1 8-2-15,-2 2 1 16,0 2-2-16,-4 0 2 16,-2 1-1-16,-3 2-1 15,0 2 1-15,-8-2 1 16,-6 5 1-16,-1-1 0 0,-2-2-7 15,1-5-44-15,1-4-42 16</inkml:trace>
  <inkml:trace contextRef="#ctx0" brushRef="#br0" timeOffset="-210724.81">8313 13330 255 0,'0'0'-27'0,"0"0"25"0,0 0-19 0,0 0 20 0,0 0 1 15,0 0-3-15,43 50 3 16,-33-35 1-16,-3 0 0 16,2-4 0-16,0-3 1 0,-1-2 2 15,1-3-2-15,0-3 0 16,3 0 0-16,-4-4-2 15,1-5 3-15,1-5-1 16,-2 0 0-16,-1-3-1 16,-1 3 0-16,-3-2 0 0,0 2-1 15,-1 2 2-15,-2 4 4 16,0 0-2-16,0 3 6 16,0 4 3-16,0 1-7 15,2 0-9-15,0 0 0 16,2 7 3-16,1 5-2 0,2 0 1 15,2 2 4-15,-1 1-2 16,1 0-1-16,0 2 2 16,-2-1-2-16,2-1 0 15,-5 1 0-15,-1 1 0 16,-3-1 0-16,0-1-3 16,0 4 3-16,-7-4 1 0,-6 2 1 15,-1 0-2-15,1-1 3 16,-1-5-2-16,1-2-1 15,2-2-1-15,6-7-22 16,-2 0-75-16</inkml:trace>
  <inkml:trace contextRef="#ctx0" brushRef="#br0" timeOffset="-210468.25">8665 13296 200 0,'0'0'10'0,"0"0"-6"0,0 0-1 0,0 0 1 0,0 0 1 16,41-43-2-16,-30 33 8 16,1-1-1-16,1 0-7 15,1-1-1-15,5 1-1 16,-1 2-1-16,-3 0 0 15,1 3-1-15,-2 0-15 16,-3-1-45-16,-6 0-51 0</inkml:trace>
  <inkml:trace contextRef="#ctx0" brushRef="#br0" timeOffset="-210239.86">8782 13109 208 0,'0'0'46'16,"0"0"-36"-16,0 0-9 16,0 0-1-16,-13 41 1 15,13-23-1-15,0 5 0 16,0 1 1-16,1 0-1 0,4-2 0 16,-3-1 1-16,2-5-2 15,1-2 2-15,2-3-3 16,0-4-7-16,1-4-30 15,-1-3-59-15</inkml:trace>
  <inkml:trace contextRef="#ctx0" brushRef="#br0" timeOffset="-209827.75">8938 12989 223 0,'0'0'2'0,"0"0"-3"15,0 0-4-15,0 0 7 16,0 0-4-16,0 0 1 16,-24 41-1-16,19-25 3 15,3-2 0-15,2 1-1 16,0-4 1-16,0-3 1 0,0-2-1 16,0-3 1-16,7-2 1 15,-2-1 1-15,3 0-1 16,1 0 2-16,1-4 3 0,0-2-4 15,-1 2 0-15,0 1-3 16,-2 0 0-16,0 3-1 16,-1 0 0-16,0 0 0 15,2 0 0-15,-4 6-1 16,1 1 0-16,1 0 2 16,-4 3-1-16,1 0 0 0,-2 0 2 15,-1 3-3-15,0 1 0 16,0 2 1-16,-4 1-1 15,-5-2 1-15,1 2 2 16,-2-2-2-16,2-5-7 16,-1-5-27-16,2-5-43 0</inkml:trace>
  <inkml:trace contextRef="#ctx0" brushRef="#br0" timeOffset="-209607.4">8961 12932 219 0,'0'0'-8'0,"0"0"7"0,0 0 1 0,0 0 2 0,0 0-2 16,37-45 2-16,-25 37-1 15,1-2-1-15,1 0 0 16,3 1 1-16,0-2-2 15,2-2-22-15,1-1-67 16</inkml:trace>
  <inkml:trace contextRef="#ctx0" brushRef="#br0" timeOffset="-209257.83">9293 12846 44 0,'0'0'88'16,"0"0"-73"-16,0 0-5 15,0 0 13-15,0 0 6 0,0 0-7 16,0 0-4-16,0 0-9 16,0 0 0-16,10-16-2 15,-2 11-5-15,0-1-1 16,2-1-1-16,-1 3 1 16,2 1-2-16,0 1-7 15,-2 2-30-15,-3 0-57 0,0 0-40 16</inkml:trace>
  <inkml:trace contextRef="#ctx0" brushRef="#br0" timeOffset="-209062.5">9317 12993 229 0,'0'0'5'0,"0"0"-4"0,0 0-4 15,0 0 5-15,0 0-5 16,0 0-1-16,0 0 4 16,0 0-1-16,21-11-27 15,-9 1-56-15</inkml:trace>
  <inkml:trace contextRef="#ctx0" brushRef="#br0" timeOffset="-208475.51">9667 12570 107 0,'0'0'22'0,"0"0"-4"15,0 0-5-15,0 0-5 16,0 0-4-16,0 0-3 15,0 0-2-15,-44 16 1 16,34-6 1-16,1 1-1 0,-2 3 2 16,4-1-1-16,-1 4 0 15,3 0 0-15,1 3 0 16,1 0 0-16,2 1 1 16,1 1-2-16,0-4 2 15,0-2 0-15,1-1 0 16,6-5 0-16,-2-1 0 0,3-5-1 15,0 0 2-15,2-4-1 16,3 0 3-16,1-4 3 16,-1-7-3-16,3-1 3 15,-3-4 0-15,-1-2 3 16,-1 0 3-16,-5-5 3 0,-3 0 4 16,-1-2-4-16,-2 1-6 15,0-1-4-15,-5 1-5 16,-8 3-1-16,-7 6-4 15,-9 6-20-15,-9 5-62 16,-10 4-137-16</inkml:trace>
  <inkml:trace contextRef="#ctx0" brushRef="#br0" timeOffset="-207529.74">7888 13209 138 0,'0'0'8'0,"0"0"11"0,0 0-4 0,-34-5-8 0,25 2-4 16,-4-2 3-16,0 1 1 16,-1 2 4-16,-1-1-2 0,-1 1-3 15,-6 2-1-15,-1 0-3 16,0 0-3-16,-4 7 1 16,-1 6 0-16,-3 3 0 15,-3 2-1-15,0 2 1 16,-4 3 0-16,-1 1 0 15,-4 3 0-15,0 4 0 0,-1 2 0 16,-3 5 0-16,2 6 0 16,-2 3 0-16,2 1 0 15,1 4 0-15,3 1 0 16,2 1 1-16,5 3-2 16,0-1 2-16,10-1-1 0,5 2 1 15,9-2-1-15,7-2 1 16,3-1-1-16,13-5 0 15,13 2 0-15,9-4 0 16,9-7-1-16,8-2 0 0,8-9-3 16,9-9 0-1,6-7 4-15,5-7 4 16,9-4-3-16,5-7 3 0,7-11 0 16,2-9 3-16,6-7-2 15,7-4 0-15,5-6 2 16,4-7-4-16,5-5 5 0,4-9-4 15,2-4-1-15,-4-7-1 16,2-6 0-16,-7-8 1 16,-4-1-2-16,-6-4 0 15,-12 0 1-15,-5-3-2 16,-13-1 1-16,-16 2-1 0,-12 0 1 16,-14 1 1-16,-16 2 4 15,-16 6 22-15,-13 7-7 16,-8 4 9-16,-24 6 3 15,-17 8-14-15,-14 12-12 16,-19 9-2-16,-21 12-6 0,-13 14 1 16,-23 16-1-16,-15 22-1 15,-23 21-3-15,-11 21-19 16,-10 20-14-16,-10 13-17 16,-3 9-23-16,3-1-77 15</inkml:trace>
  <inkml:trace contextRef="#ctx0" brushRef="#br0" timeOffset="-206906.12">6634 13168 107 0,'0'0'4'0,"0"0"-2"0,0 0-2 0,0 0-1 15,0 0 0-15,0 3-1 16,1 1 2-16,2 3-1 16,2 0 3-16,0 2-2 15,1 1 1-15,2 0-1 0,4 1 1 16,-1 2-1-16,1 0 1 15,1 1 0-15,3 2 0 16,1 1 0-16,0 2-1 16,2 0 1-16,1 2-1 15,1 1 0-15,-2-2 0 0,2 1-4 16,-1-1-1-16,-2-3-4 16,2-3-15-16</inkml:trace>
  <inkml:trace contextRef="#ctx0" brushRef="#br0" timeOffset="-206767.96">7101 13448 110 0,'0'0'-39'0</inkml:trace>
  <inkml:trace contextRef="#ctx0" brushRef="#br0" timeOffset="-206441.25">7183 13506 29 0,'0'0'35'16,"0"0"-32"-16,0 0-1 15,0 0-4-15,0 0 2 16,0 0 2-16,0 0-2 0,0 0 0 16,0 3 0-16,0 0-2 15,1-3-14-15</inkml:trace>
  <inkml:trace contextRef="#ctx0" brushRef="#br0" timeOffset="-194279.07">10420 11201 14 0,'-2'2'8'0,"2"-1"-8"0,0 0-1 0,0-1-9 15</inkml:trace>
  <inkml:trace contextRef="#ctx0" brushRef="#br0" timeOffset="-194164.9">10420 11201 23 0,'27'-15'13'0,"-27"13"9"15,1-1-14-15,-1 3-5 16,0-1-3-16,0 1 0 0,1 0-19 16</inkml:trace>
  <inkml:trace contextRef="#ctx0" brushRef="#br0" timeOffset="-193280.8">10534 11123 3 0,'0'0'20'0,"0"0"-4"0,0 0-4 0,0 0-1 0,0 0-4 16,0 0-3-16,-40 35-1 15,31-24-2-15,-2-1 0 16,6 1-1-16,-3-1 0 0,3 1 1 16,-3 0-1-16,4 2 2 15,-2 2 0-15,1 1 3 16,1 4 2-16,0-1 0 16,-1 4 0-16,3-1-4 15,1 1-1-15,-1 0-1 16,0-1 0-16,2-2 0 0,0-1 1 15,0-2-1-15,0-3 1 16,4-1 0-16,2-2 1 16,2-1-1-16,1 0 3 15,2-3-2-15,3 0-1 16,-2 0 0-16,3 0 1 0,0-3-3 16,-1-3-35-16</inkml:trace>
  <inkml:trace contextRef="#ctx0" brushRef="#br0" timeOffset="-192107.55">10719 11330 48 0,'0'0'21'0,"0"0"-7"0,0 0-1 16,0 0-3-16,0 0-7 16,0 0-1-16,0 0-1 0,0 0 0 15,0 0 3-15,0 0-1 16,0 0 2-16,-26 0 5 16,25 0 3-16,-1-1-2 15,2-3-2-15,0-1-2 16,0 1-4-16,0-2-2 15,2 1-2-15,6-1 3 16,-2 1-2-16,3 0 2 0,-2 1-2 16,4 0 0-16,0 2 0 15,0 1 0-15,-1-1 0 16,0 2 0-16,1 0-2 16,-1 0 2-16,-2 2-1 15,1 2 0-15,-4 3 0 0,4 0 0 16,-5 2 0-16,0 0 0 15,1 0 1-15,-3-1 0 16,-2 1 0-16,0 1 0 16,0 2 1-16,0-2-1 0,0 1 1 15,-6 0 0-15,-1 2 0 16,1-4 0-16,-2-1 0 16,2-2 1-16,1-1-1 15,3-3-1-15,-2-1 2 16,2 1-2-16,0-2 2 0,1 0-1 15,0 0 4-15,-2 0 2 16,3 0-1-16,-1-3-1 16,1-1-5-16,0-1 3 15,0-2-2-15,0 0 0 16,1 3-1-16,3-3 0 16,1 0 0-16,0 2 0 0,1-2 0 15,-2-1-2-15,2 2 3 16,2 0 0-16,-1-4-1 15,1 2-1-15,-2 1 2 16,2-3-1-16,-1 1 1 0,-1 1-2 16,-1 1 2-16,-1 0-1 15,0 2 1-15,0 1-2 16,-2 0 2-16,-1 1-1 16,2 2 0-16,-3-1 0 15,0 1 0-15,2 1 0 16,0 0-1-16,-2-2 0 15,2 2 1-15,-1 0 0 0,2 0-1 16,0 0 1-16,-1 0 0 16,2 0 0-16,-3 0 0 15,2 0 1-15,-1 0-1 16,-1 0 0-16,0 0 0 0,-1 0 0 16,2 0 1-16,-2 0-1 15,2 0 0-15,0 0-1 16,0 0 1-16,1 0-5 15,-2 0-66-15,2 0-69 16</inkml:trace>
  <inkml:trace contextRef="#ctx0" brushRef="#br0" timeOffset="-191061.72">10915 11325 49 0,'0'0'1'0,"0"0"0"0,0 0 0 0,0 0 0 16,-40 21 5-16,34-20 6 16,-2-1 4-16,3 1-1 15,-3 0-8-15,2-1-5 16,-1 0 0-16,1 0-2 15,2 0 1-15,-3 0 1 0,4-3 14 16,1-1 6 0,0-2-4-16,2 0-11 0,0-2-1 15,0 1-5-15,2 0-1 16,3 0 1-16,4 2 1 16,-3-2-1-16,3 4-1 0,-2-1 0 15,2 1 0-15,0 3 0 16,2 0 0-16,-2 0 0 15,0 0 0-15,-2 6-1 16,1 2 0-16,-3 2-1 16,-2 2 0-16,-1 2 0 15,-2-1 4-15,0 0-1 16,-4 1 0-16,-6-3 2 0,-3 2-2 16,-3-2 0-16,0 1 1 15,-2-2 1-15,-1 0 0 16,-1-2-2-16,-1-1 1 0,2 0-2 15,0-4 1-15,1 0 0 16,3-3 0-16,-2 0 0 16,5 0 2-16,1 0 0 15,1-5 0-15,2-3-1 16,3 1 2-16,1-2-2 0,2 0 1 16,-1 0-1-16,3-1-1 15,0 0-1-15,3 0 0 16,3 3 0-16,5-2-1 15,1 2 0-15,3-2 2 16,1 3 0-16,1 0-2 16,1-1 1-16,0 4 0 0,0 1 0 15,-1 2 0-15,2 0 0 16,-3 0 0-16,-1 5-1 16,-1 2 1-16,-3 3-2 15,-3 4 1-15,2-1-1 16,-7 3-1-16,-1 2 3 0,-2 1 2 15,0 1-2-15,0 2 2 16,-5 1-2-16,-7 1 0 16,0-2 0-16,-2 1 0 15,-2-1 1-15,-2-4-1 16,-1-1 0-16,0-2 2 16,1-3-2-16,5-5 0 0,0-1 1 15,1-4-1-15,4-2 1 16,3 0 0-16,3-2 4 15,2-5-4-15,0-4 0 16,0-1-2-16,5 0 1 0,6 0-1 16,2 1 1-16,0-1-2 15,0 5 4-15,3 0-2 16,-2 3 0-16,3 2 0 16,-3 1 0-16,2 1 0 15,-1 0 0-15,-1 0 0 16,-3 1 0-16,1 4 0 0,-1-1 0 15,-3 2 0-15,1-2 0 16,-2 3 0-16,0-1-2 16,1 0 1-16,-2 1 2 15,2 0-28-15,-3-3-74 16</inkml:trace>
  <inkml:trace contextRef="#ctx0" brushRef="#br0" timeOffset="-190862.1">11120 11518 170 0,'0'0'8'0,"0"0"-10"0,0 0 0 16,0 0 0-16,0 0 3 16,-3 41 1-16,-1-27-1 15,2 2 0-15,0-2 1 0,2-3-2 16,0-2-1-16,0-3-28 15,0-3-23-15</inkml:trace>
  <inkml:trace contextRef="#ctx0" brushRef="#br0" timeOffset="-190384.79">11356 11239 157 0,'0'0'0'16,"0"0"4"-16,0 0-3 15,0 0-3-15,0 0 1 16,0 0-1-16,0 0 4 16,0 0-1-16,-28 39 1 0,23-28-1 15,3 2 1-15,0-1-2 16,2-3 1-16,0-2 0 15,0-1 3-15,0-2-1 16,0-1-2-16,6-3 2 16,1 3 4-16,2-3-2 0,2 0 3 15,0 0-5-15,0 0-1 16,1 0-1-16,3 0 0 16,-5 0-1-16,1 1 0 15,1 2 1-15,-2 2-1 16,-5 2 0-16,0-2 0 0,-2 4 0 15,-1-2 0-15,-2 3 0 16,0 0 3-16,-8 1-1 16,-3-1 0-16,-1 1 0 15,-1-2 1-15,-1 0-2 16,3-1 2-16,2-4-2 16,2-1-1-16,0 0 1 15,3-3-3-15,2 0-36 0,-1-6-51 16</inkml:trace>
  <inkml:trace contextRef="#ctx0" brushRef="#br0" timeOffset="-190192.59">11390 11235 141 0,'0'0'6'0,"0"0"7"0,0 0-8 0,0 0-4 15,38-43 1-15,-25 37 0 16,1 0-2-16,2 2 0 16,1-1-3-16,-1 1-25 15,-3-3-76-15</inkml:trace>
  <inkml:trace contextRef="#ctx0" brushRef="#br0" timeOffset="-189907.28">11665 11014 153 0,'0'0'1'0,"0"0"-1"16,0 0 0-16,42-27 0 16,-28 25 1-16,-1 2-1 15,3 0 2-15,-1 6 0 16,2 5 0-16,0 5 2 0,3 4-3 15,-4 2 0-15,0 4 0 16,-3 2 1-16,-2 1-2 16,-6 3 1-16,-5 1 0 15,0 3-1-15,-5-1 0 16,-9 2 1-16,-10 0-1 16,-7 3-21-16,-3-2-35 0</inkml:trace>
  <inkml:trace contextRef="#ctx0" brushRef="#br0" timeOffset="-188903.54">10862 11914 128 0,'0'0'11'0,"0"0"7"16,0 0-22-16,0 0 6 0,0 0 4 16,45-4-2-16,-20-3 2 15,6-2-3-15,7-1 2 16,7-3 0-16,0 2-2 15,6-3-1-15,0 1 0 16,1 0-2-16,1-1 2 0,-3 1 0 16,0-1-1-16,0-1-1 15,-3-1 2-15,0-2-1 16,-5 0 3-16,-1-1 1 16,-3-1 0-16,-4 1 1 0,-3 1-1 15,0-1-2-15,-6-1 1 16,0-1-1-16,-2 0-1 15,-5-2 0-15,1 0 0 16,-4-5 0-16,-2 0-1 16,-5-4 0-16,0-2 2 15,-4 0 0-15,-2-4 1 0,-1-1-1 16,-1 0 1-16,0 0-3 16,0 2 1-16,-1 2-2 15,-5 2 2-15,-3 1 0 16,-3 0 2-16,1 2 2 15,-1-1-3-15,-2 0 1 16,-1 1-3-16,-2-1 2 0,-1 5-3 16,-1 1 0-16,-2 2 0 15,2 1 2-15,-8 4-3 16,0 3 3-16,-2 1-4 16,-6 3 2-16,-3 4-2 0,-3 0 0 15,-2 3 4-15,-2 0-2 16,1 0-2-16,-1 1 1 15,5 1 2-15,-3-2 1 16,3 4-2-16,-4 0 0 16,0 0-3-16,-4 0 3 0,-1 7-1 15,-4 6 0-15,-2 0 1 16,-1 2 0-16,-2 5-2 16,0 0 3-16,0 4-1 15,1 0 0-15,1 2 0 16,6 1 0-16,2 4 0 0,4 0 0 15,2 1 1-15,4 0-1 16,-1 1 0-16,6-3 0 16,4 2 0-16,0 1 0 15,5 1 0-15,0 3-1 16,5 4 2-16,2-1-1 0,3 4 2 16,3 1-2-16,5 1 0 15,3-2 0-15,3 0 0 16,3-3 1-16,8-1-1 15,5-2 0-15,8-2 0 16,5-5 0-16,8-5 0 0,6-4 0 16,6-6 2-16,7-3-2 15,7-6 1-15,9-6-1 16,5-1-3-16,6-9-8 16,-1-12-38-16,2-10-116 15</inkml:trace>
  <inkml:trace contextRef="#ctx0" brushRef="#br0" timeOffset="-188156.79">12049 11053 67 0,'5'0'17'0,"-2"0"-10"0,1 0-2 15,2 0-2-15,-3 0-3 16,0 0 0-16,2 2 0 16,-3 1 0-16,0 3 0 0,-1-2 0 15,2 1 0-15,-1-2 1 16,0 0-1-16,0-1 1 16,-2 0 1-16,2-2 9 15,0 0 24-15,2 0 17 16,5-7-29-16,1-4-13 15,5-2-7-15,3-4 1 16,2-3-1-16,3-3 1 0,4-2 0 16,2-1 0-16,-2-1-1 15,2 2-1-15,0 2-2 16,-2 3 0-16,-3 3-3 16,-2 3-14-16,-5 4-79 0</inkml:trace>
  <inkml:trace contextRef="#ctx0" brushRef="#br0" timeOffset="-187637.8">12110 11079 57 0,'0'0'2'0,"0"0"-1"0,0 0-1 0,0 0 1 15,0 0-1-15,0 0 1 16,0 0 0-16,0 0 0 16,0 0-1-16,0 0 8 15,0 4 23-15,4-4-13 16,3-3-9-16,-1-2 1 0,3-5-1 15,3 1-3-15,1-3 1 16,3-3 2-16,0-2 4 16,6 1 1-16,-1-5 0 15,4 0-3-15,-2 1-3 16,1 0-4-16,1 3-4 0,-1 0 1 16,-1 6-3-16,-2-1-10 15,-2 4-58-15,-7 1-73 16</inkml:trace>
  <inkml:trace contextRef="#ctx0" brushRef="#br0" timeOffset="-187074.94">12125 11055 7 0,'0'0'6'0,"0"0"17"0,0 0 10 15,0 0-3-15,0 0-6 16,0 0-2-16,52-20-5 0,-36 4-5 15,8-1-3-15,3-4-7 16,2-2 1-16,3-1-3 16,5-4-3-16,-1-3-59 15</inkml:trace>
  <inkml:trace contextRef="#ctx0" brushRef="#br0" timeOffset="-185921.35">6112 9961 106 0,'0'0'3'0,"0"0"5"0,0 0 3 0,0 0-3 16,0 0 1-16,0 2 4 0,0-2 1 15,-1 1-7-15,1 0 2 16,0 1 1-16,-3-2 0 16,3 1-8-16,0 0-1 15,0 1-2-15,0-2-3 16,3 0-30-16,-3 0-55 0</inkml:trace>
  <inkml:trace contextRef="#ctx0" brushRef="#br0" timeOffset="-185281.2">3486 12354 82 0,'0'0'8'0,"0"0"6"0,0 0-5 16,0 0-9-16,0 0-1 16,0 0-7-16,0 0-34 0</inkml:trace>
  <inkml:trace contextRef="#ctx0" brushRef="#br0" timeOffset="-167281.48">11370 12214 27 0,'0'0'18'0,"0"0"-6"0,0-2 4 15,0 1-7-15,0-1-7 16,0 2-1-16,0-1-1 0,0 1 0 16,0-1 0-16,0 1-1 15,0 0 0-15,-1 0 2 16,0 0 0-16,0 0 2 16,1 0 1-16,0 0-1 15,0 0-3-15,0 0 0 0,0 0 1 16,0 0 0-16,0 0 2 15,0 0 4-15,0 0 3 16,0 0 2-16,0 0-2 16,0 0-7-16,0 0-1 15,0 0-4-15,1 0 2 0,3 0 2 16,3 0-4-16,-2 0 4 16,3 0-2-16,-3 0 0 15,3 0-2-15,2 0 2 16,-1 0 0-16,1 0 2 15,2 0-2-15,-1 0 0 0,-1 0 0 16,3 0 0-16,-2 0 0 16,2 0 0-16,-2 0 0 15,2 0 1-15,-1 0-1 16,1 0 0-16,-1 0 0 16,0 0 1-16,0-2-1 15,2-2 0-15,-2 1 0 0,1 2 0 16,-1-2 0-16,2 0 0 15,-5 2 0-15,0-2 0 16,-1 1 0-16,-2 2 0 16,0-1 0-16,-4 0 0 15,0 1 0-15,-1-1 0 0,0 1 0 16,0 0 0-16,-1 0 0 16,0 0 2-16,0 0 4 15,0 0 7-15,0 0 0 16,0 0-10-16,0 0-1 0,-1 0-2 15,0 0-1 1,0 0 3-16,-1 0-2 0,0 0 0 16,2 0 0-16,0 2 0 15,0-1-1-15,0 1 1 16,0-1-2-16,0 1 2 16,0-1 0-16,0-1 0 0,0 2 1 15,0-1-1-15,0-1 0 16,0 0 0-16,0 0 1 15,0 4-1-15,0-1 0 16,-2 0 1-16,-3 2-2 16,0 0 1-16,1 2 1 15,-2 0-2-15,-1 1 3 0,0 2-2 16,-3 0 0-16,2 3 1 16,-3 3-1-16,1-1 0 15,2 1 1-15,-1 0-1 16,-2-1 2-16,4 2 0 15,-2-1 3-15,3-2-1 0,0-1 0 16,2-3-1-16,0 1-1 16,1-4-1-16,3-1 0 15,0 0 1-15,0-2-2 16,0 0 0-16,0-4-10 16,3 0-36-16,3-3-35 0</inkml:trace>
  <inkml:trace contextRef="#ctx0" brushRef="#br0" timeOffset="-166669.39">11859 12044 87 0,'0'0'2'0,"-2"0"4"0,2-1 1 0,0 0-2 15,0 1-2-15,0 0-2 16,0 0-1-16,-2 0-1 15,0 4 1-15,-1 3 2 16,-1 4 0-16,0 0 3 0,-3 1-1 16,4 3-3-16,-1-1 0 15,-2 0 1-15,3 0-2 16,1-1 1-16,2 0 0 16,0-3 0-16,0 0 2 15,0-3-1-15,0 0 1 16,0 0-1-16,2-1 0 0,2-2 1 15,3-3 0-15,0 2 0 16,2-3 1-16,2 0 1 16,1 0-2-16,-3 0 0 15,3-6-1-15,2-1 1 16,-3-1 0-16,0-2 1 0,-3 1 1 16,0-1 1-16,-2-1 3 15,1 0-4-15,-5-1 1 16,1 0-2-16,-3-1 1 15,0-3 2-15,0-1 2 0,0 0 2 16,-5-1-4-16,-5 2-1 16,-2-4 0-16,-3 7-5 15,-1 3-2-15,-11 3-2 16,-2 4-31-16,-12-1-81 16</inkml:trace>
  <inkml:trace contextRef="#ctx0" brushRef="#br0" timeOffset="-165409.22">5487 10858 94 0,'-2'0'7'0,"2"0"12"0,-3 0 7 0,3 0-11 16,0 0 2-16,0 0-4 16,0 0-2-16,0 0-4 15,0 0-7-15,0 0-4 0,3 0 5 16,3 0-5-16,-3 0-47 16,-2-5-76-16</inkml:trace>
  <inkml:trace contextRef="#ctx0" brushRef="#br0" timeOffset="-164506.3">4412 12154 92 0,'0'0'15'0,"0"0"-3"0,0 0-10 0,0 0-2 0,0 0 1 0,0 0 1 15,0 0 0-15,0 0 0 16,0 0-1-16,0 0-2 16,0 0 1-16,0 0 0 15,0 3-1-15,0-2 1 0,0-1 0 16,2 2 1-16,1-1-2 15,-3 2 1-15,3-3 0 16,1 0-1-16,-2 1-1 16,0 0 0-16,0 0 0 15,0-1 2-15,-2 0 0 0,0 0 0 16,0 0 0-16,1 1 0 16,-1 2 0-16,1-3 0 15,-1 0-4-15,0 0-74 16</inkml:trace>
  <inkml:trace contextRef="#ctx0" brushRef="#br0" timeOffset="-142769.47">932 8524 92 0,'0'0'8'0,"0"0"13"0,0 0-9 0,0 0-5 15,0 0-7-15,0 0 0 16,0 0 0-16,0 0 0 15,0 0 0-15,9 20-1 16,-2-19 0-16,-1-1 7 16,3 0-3-16,3 5 4 15,1-1 0-15,1 7-2 0,1 2 0 16,3 4-2-16,0 2-1 16,2 2-2-16,1 0 1 15,0 0-1-15,2 2 0 16,2-2 1-16,2 1-1 0,-3 0-1 15,4-2 2-15,-1 1-1 16,2-2-1 0,3 1 2-16,-1-2-1 0,2 4 0 15,4-1 0-15,-5 0 0 16,3 2 0-16,-4 1 0 0,1 2 1 16,1-2-1-16,-2 1 0 15,3-2 0-15,-1 0 0 16,1 1 0-16,1 0 1 15,-1-1-1-15,-1 0 0 16,-1-1 0-16,-4 0 0 16,0 0 0-16,-1 1 0 15,1 0 0-15,-1 2 0 0,0 4 0 16,-2-1 0-16,2 4 2 16,-3 0-2-16,3 2 1 15,-2-1-1-15,-1 0 1 16,1 2 0-16,-3-1-1 0,1 0 1 15,-1 2 0-15,-3-1 0 16,4-1 2-16,-2 0 1 16,1 0-1-16,0-2-2 15,3-1 0-15,-1-1 0 16,3 1 0-16,2-3 0 16,0 2-1-16,3-3 1 15,-1-1 0-15,0 1-1 0,1-4 0 16,1-1 0-16,-1 0 0 15,3-1 0-15,-1-4 1 16,1 4 1-16,3-1-1 0,-2 0 3 16,2 1-1-16,-2 1 0 15,-1 0 1-15,-1 0-3 16,1 2 1-16,-3 1 0 16,4 1 1-16,-2-2-2 15,3 2 2-15,-1-4-2 0,4 1 0 16,-1 0-1-16,-1-1 1 15,1 1 0-15,-1 0-1 16,1 1 0-16,-1 2 1 16,-1-1-1-16,1 4 1 15,3-1-1-15,-3 2 1 16,0 1-1-16,-1 0 0 0,2 3 0 16,-1 0 0-16,0 1 1 15,-1 3-2-15,4-1 2 16,-1 4-1-16,0 0 0 15,0 2 1-15,1 2-1 16,-1 2 0-16,0 3 1 0,5 1-1 16,-3-1 0-16,2 0 0 15,4-1 2-15,-1-2-2 16,2 2 0-16,-2-4 0 16,2 0 0-16,-1-1 0 0,3 2 0 15,-2-1 1-15,2-1-2 16,3-1 1-16,-3 4 0 15,3-1 0-15,0 3 0 16,2-1 0-16,-1 2 0 16,3 1 0-16,-2-1 0 0,0 0 1 15,1-1-1-15,1-1 0 16,2 2-1-16,0-2 2 16,1 0-1-16,1 2 0 15,3-1 0-15,0 0 0 16,-1 1 0-16,1-2 0 15,0-1 0-15,-1-4 0 16,1-2 0-16,0-3 0 0,-3-1 1 16,1-1 1-16,-2 1 0 15,4-2 0-15,-7 2 0 16,0 2 0-16,0-1 1 16,-2 0 0-16,-2 1-1 15,-5 0-1-15,0-3-1 0,-3 1 1 16,-4-2 0-16,-1-2-1 15,-3 0 0-15,-1-5 0 16,-2 0 0-16,-5-1 1 16,-3-5 0-16,-2 0-1 0,-4-3 0 15,-3-2 2-15,-5-3-2 16,0 0 0-16,-3-4 0 16,-2-1-7-16,-7-8-34 15,-1-1-104-15</inkml:trace>
  <inkml:trace contextRef="#ctx0" brushRef="#br0" timeOffset="-130725.66">1156 14048 82 0,'-12'0'2'0,"0"0"8"0,5-1 7 0,-3-2-4 0,2 2 1 16,1-2-4-16,1 2-3 16,0-1-1-16,2 1 1 15,2 1 1-15,0 0-1 0,2 0-3 16,0 0-6-16,0 0 0 16,0 0 2-16,6 4 0 15,0 6-1-15,0-1 1 16,3 4-2-16,1 2 2 15,2 5 0-15,-1 1 0 0,1 3 2 16,-1 2-2-16,-1 1 0 16,0 2 0-16,-1 0 0 15,-3-2 0-15,-1 3 1 16,-1-3-1-16,0 0 0 16,-1-3 0-16,-2-2 0 0,3-3 0 15,-4-2 1-15,0-2-1 16,0-3 0-16,0 0 1 15,0-2-1-15,-2-2 1 16,-1-2 0-16,3-2-1 16,-3 0 1-16,3-2-1 0,-2-2 1 15,2 0 1-15,0 0 5 16,0-2-7-16,0-5-6 16,0-1 6-16,6-3 4 15,0 0-2-15,1 0-2 16,3 1 0-16,0 0 0 0,-1-1 0 15,3 5 0-15,0 0 0 16,1-1 0-16,1 0 0 16,-1 4 0-16,0-1 0 15,1 1 0-15,-3 1 0 16,1 0 0-16,-3 2 0 0,3 0 0 16,-2 0 0-16,-1 0-3 15,-3 4-1-15,1 4 2 16,2 1 0-16,-4 1 0 15,-1-1-12-15,0 1-28 16,-1-5-16-16</inkml:trace>
  <inkml:trace contextRef="#ctx0" brushRef="#br0" timeOffset="-130461.83">1540 14171 180 0,'0'0'6'0,"0"0"-15"0,0 0 9 0,0 0 0 16,0 51 1-16,0-30 0 0,0 5 0 16,0-3-1-16,0 1 0 15,2-4 2-15,0-2-2 16,-1-1 0-16,1-2 1 15,-2-4-1-15,2-1 1 16,-2-5-2-16,0-3-29 0,0-2-29 16</inkml:trace>
  <inkml:trace contextRef="#ctx0" brushRef="#br0" timeOffset="-130304.47">1476 14084 178 0,'0'0'1'16,"0"0"-2"-16,0 0 2 15,4-38-14-15,5 34-42 0,2 1-39 16</inkml:trace>
  <inkml:trace contextRef="#ctx0" brushRef="#br0" timeOffset="-129700.83">1640 14286 52 0,'0'0'4'0,"0"0"-2"0,0 0 3 16,0 0 8-16,0 0 6 15,0 0 8-15,0 0 3 16,0 0 3-16,-15 14-19 16,13-17-1-16,0-1-8 0,2-2-4 15,0-1 3 1,0 0-3-16,2 0-1 0,5 0 0 16,-1 1 1-16,0 1-1 15,6 2 0-15,-3 1-1 16,2 2 1-16,1 0 0 15,-1 0-2-15,2 5 0 0,-2 4-1 16,0 4-2-16,-1 3 2 16,-2-2 1-16,-3 2 4 15,-1-1-2-15,-2-3 0 16,-2-2 1-16,0 0 0 16,0-5 0-16,0 0 0 0,0-2-1 15,0-2 2-15,-4-1 0 16,0 0 1-16,1 0 2 15,1-2-1-15,0-7-4 16,0-3-2-16,2-1 4 16,0-4-2-16,0 0 0 15,0 0 0-15,4 0-1 0,3 3 0 16,-1 1 1-16,4 5 0 16,-2 2 0-16,3 0 0 15,1 5-1-15,-1 1 0 16,0 0 0-16,1 4 0 0,-1 6 0 15,-1 3-4-15,2 4 1 16,-6 3 3-16,3 1-9 16,-4 0-40-16,2-4-16 15</inkml:trace>
  <inkml:trace contextRef="#ctx0" brushRef="#br0" timeOffset="-129294.77">2025 14300 174 0,'0'0'2'0,"0"0"-1"0,0 0-3 0,0 0 3 0,0 0-1 16,0 0 1-16,0 0-1 16,13-38 1-16,-11 31 0 15,-2 0 0-15,1 0 2 16,1-1-1-16,-2 0-1 0,3-2 0 15,-3 0-1-15,0 2 0 16,0 0 0-16,0 3 1 16,0 0-2-16,-5 1 0 15,0 4 0-15,-1-1 0 0,-1 1 2 16,1 0 0-16,-2 1 0 16,4 8 1-16,-3 2-2 15,1 7 1-15,1 1-1 16,3 1 0-16,-1 1 1 15,3 2-1-15,0-3 1 0,3-2 0 16,6-2 2-16,2-2-1 16,3-3-2-16,1-2 0 15,3-4-3-15,2-3-12 16,2-2-17-16,1 0-15 16</inkml:trace>
  <inkml:trace contextRef="#ctx0" brushRef="#br0" timeOffset="-128551.7">2267 14151 104 0,'0'0'3'0,"0"0"-3"0,0 0-1 15,0 0 1-15,-41 18-2 16,34-7 4-16,-1 4-2 15,1-1 1-15,0 5-1 0,2-2 1 16,3 0 0-16,2-2-1 16,0-2 1-16,0-1 0 15,3-3 0-15,6-2 0 16,0-3 2-16,0-2-2 0,2-2 3 16,-2 0 0-16,0 0 0 15,-1-1 2-15,0-4-2 16,-4-4-1-16,0 0 1 15,-1-1-1-15,1-1-1 16,-2-2-1-16,0 2 1 16,0-1-2-16,0 2 1 15,2 0-1-15,0 2 0 0,0 1 0 16,-1 0 0-16,3 1 0 16,-2 5 0-16,3-1-1 15,2 2 0-15,0 0 0 16,0 0-1-16,0 6 0 0,2 2 0 15,-2 1 1-15,3 1 1 16,-4 1 0-16,3-1 0 16,-3 0-1-16,-2 0 1 15,-1 0 0-15,1-3-2 16,-4 0 5-16,-2-2-1 16,2-3 0-16,-2 1 0 0,0-3 7 15,0 0 30-15,0-3-28 16,0-5-6-16,0-4-4 15,0-2 2-15,0-3-1 16,0 0-1-16,4-1-1 16,4-1 0-16,1 2 0 0,1 2 0 15,4 0-1-15,-1 3 1 16,1 0-2-16,0 5 4 16,2 0-2-16,-1 3-2 15,-2 2 2-15,1 2-1 16,-1 0 0-16,-1 2-1 0,-2 8-1 15,-1 2 0-15,-2 3 0 16,0 0 3-16,-3 4 2 16,-1-2-2-16,1 0-12 15,-2-4-31-15,2-6-19 16</inkml:trace>
  <inkml:trace contextRef="#ctx0" brushRef="#br0" timeOffset="-128173.7">2617 13645 88 0,'0'0'3'0,"0"0"-2"0,0 0 3 16,5 55 2-16,-1-34 3 15,1 4-1-15,-3 2-1 0,1 2 3 16,-3 2 4-16,2 4-3 16,-2-2-4-16,0 0 1 15,0-2-1-15,0-1-2 16,0-4-1-16,0 0-1 15,0-4-2-15,0-1 1 16,2-2-2-16,2-1 1 0,5 0-1 16,1-5 1-16,1-2-2 15,1-2-26-15,3-5-18 16,2-4-4-16</inkml:trace>
  <inkml:trace contextRef="#ctx0" brushRef="#br0" timeOffset="-127614.47">2815 14090 76 0,'0'0'12'0,"0"0"16"16,0 0-6-16,0 0 6 16,0 0 1-16,2-38-11 15,-2 38-8-15,0 0-10 0,0 0-6 16,0 1 6-16,0 6-2 16,0 1 5-16,4 1 1 15,3-2-2-15,1 0-1 16,2-2-1-16,-1-1 2 15,1-4-2-15,-1 0 1 16,3 0 0-16,-4 0 1 16,1-9-1-16,-1 1 4 0,0-1-3 15,-3-1 0-15,-3 2-1 16,0 0 0-16,0 0 0 16,-2 4 0-16,0 1 1 0,0 0-1 15,0 3 0-15,0 0-2 16,0 0-5-16,0 0-4 15,0 9 5-15,4 2 4 16,0 7 3-16,0 1-2 16,2 5 1-16,1 6-1 0,-1 0 0 15,2 5 0-15,-2 2-1 16,-1 0 2-16,-3 2-1 16,-2-1 2-16,0-1 1 15,0 1-3-15,-9-2 3 16,-3-2-2-16,-3-2 0 15,-5-2-1-15,-1-3 1 0,0-4-2 16,0-5 2-16,-1-6 1 16,2-5 6-16,2-7-2 15,1 0 0-15,1-7 2 16,5-10 3-16,3-6-6 16,4-9 12-16,4-6-12 0,0-4-11 15,16-5 8-15,7-4-8 16,8-3-30-16,4 0-12 15,5-3-62-15</inkml:trace>
  <inkml:trace contextRef="#ctx0" brushRef="#br0" timeOffset="-127111.04">3532 13569 89 0,'0'0'3'0,"0"0"9"0,0 0 3 15,0 0-4-15,0 0-3 16,-41-19-2-16,34 19-6 0,1 10 1 16,2 1-1-16,1 2 0 15,-3 4 1-15,4 0-1 16,-1 1 0-16,1 1 1 16,2 1-1-16,0 0 1 15,5-2 0-15,3 1 0 0,3-3-1 16,1 1 1-16,-3-6-1 15,0 2 1-15,2-4 0 16,-4-1 0-16,-3-1-1 16,0 0 1-16,-4 0-1 15,0 2 2-15,-2 2 3 16,-9 1 9-16,-3 3-1 0,-3 1-9 16,-1 1-1-16,2-2-1 15,1 0-2-15,6-4 0 16,-1-3 0-16,6-6-53 15,4-2-92-15</inkml:trace>
  <inkml:trace contextRef="#ctx0" brushRef="#br0" timeOffset="-126731.97">3621 13844 125 0,'0'0'16'16,"0"0"-16"-16,0 0 3 15,0 0-3-15,40 3 1 16,-31-3 0-16,0-6-1 16,0-2 1-16,0-3-1 15,-2-1 1-15,0-1 0 0,-3-1 0 16,-1 0 0-16,-2 1 0 16,-1 2-1-16,0 0 1 15,-2 3-1-15,-6 1-3 16,-2 3 2-16,1 3 3 15,1 1 1-15,-2 0 1 0,1 5-2 16,1 8-2-16,1 3 0 16,0 4 0-16,2 2 0 15,3 4 1-15,2-1 0 16,0-1 2-16,2 1-2 16,5-4 0-16,5-3 2 15,1-2-2-15,5-6 0 0,-3-2-1 16,2-6-2-16,2-2-11 15,-1-3-6-15,0-11-22 16</inkml:trace>
  <inkml:trace contextRef="#ctx0" brushRef="#br0" timeOffset="-126474.9">3840 13685 120 0,'0'0'7'16,"0"0"19"-16,0 0-3 0,0 0-26 15,0 0-5-15,0 0 5 16,0 0 7-16,0 50 0 16,0-19 2-16,0 3-4 15,0 6-1-15,0 0 2 16,0 5-2-16,0-1-1 16,0 2 1-16,0-4 1 0,-2-3-2 15,-2-3 1-15,1-3-1 16,0-3 1-16,1-3-2 15,-2-6 1-15,2-7-26 16,0-8-36-16</inkml:trace>
  <inkml:trace contextRef="#ctx0" brushRef="#br0" timeOffset="-126167.58">3842 13662 140 0,'0'0'5'0,"0"0"-1"15,41-32-4-15,-26 30 1 16,0 2-1-16,2 0-2 0,-4 6 0 16,1 8 2-16,-6 0-1 15,-1 3-2-15,-3 1 5 16,-4 0-2-16,0 2-2 15,-11 1 10-15,-5-1-5 16,-5 2 4-16,0-1-7 0,-3-3 3 16,6-1-1-16,2-3 0 15,5-5-4-15,1-6-31 16,6-3-75-16</inkml:trace>
  <inkml:trace contextRef="#ctx0" brushRef="#br0" timeOffset="-125386.61">4168 13653 100 0,'0'0'8'0,"0"0"20"0,0 0-18 16,0 0-10-16,-38-5-1 15,30 15 1-15,-1 4 0 16,-1 1-1-16,0 3 2 16,5 1 0-16,-1 2-1 0,4-3 1 15,-2-1 1-15,4-1-2 16,0-2 1-16,0-3-1 15,6-2 1-15,0-2 0 16,1-4-1-16,1-3-2 16,2 0 4-16,-3-3-2 15,1-7 7-15,1-4-5 0,-1-2 0 16,0-1 0-16,-3 0-1 16,-1 0 1-16,0 1 1 15,-2 5-2-15,1 1 0 16,-3 3 0-16,2 3-1 15,-1 2 1-15,1 2-2 0,2 0-3 16,0 0-1-16,1 6-1 16,3 5 6-16,0-2 1 15,0 3 0-15,1 0-1 16,1-2 1-16,-2 0-1 16,1 0 1-16,0-3-1 0,2 0 0 15,-2-1 2-15,-4-4-2 16,3 0 0-16,-2-2 2 15,0 0-1-15,0 0 3 16,-1-8 0-16,-1-4 3 0,0 0-2 16,0-3 0-16,0-2 0 15,0 0-3-15,-1 2 0 16,3-2-1-16,0 2-1 16,0 1 0-16,2 1 0 15,-1 2 0-15,2 3 0 16,2 1 0-16,-2 2 0 0,0 2-1 15,2 3 1-15,-2 0-1 16,-1 0-1-16,1 8-1 16,1 1-2-16,-3 4 5 15,1 1 1-15,-2-1 3 16,4 3-2-16,-3 0-2 0,1-4 0 16,2-2-23-16,1-2-8 15,2-3-2-15,-1-5-24 16</inkml:trace>
  <inkml:trace contextRef="#ctx0" brushRef="#br0" timeOffset="-124404.64">4640 13664 53 0,'0'0'21'0,"0"0"9"0,7-48-9 0,-7 35 4 0,0 1-9 0,-7 4-5 16,-1 1-4-16,-4 4-4 15,1 3-3-15,-1 0-2 0,-1 4 3 16,1 9-1-16,2 1 0 15,-1 3 0-15,4 0 1 16,0 3 1-16,3-3-2 16,3-1 1-16,1 0 0 15,0-4-1-15,3-3 1 16,4-2-2-16,0-3 0 0,1-1 0 16,-1-3 7-16,2 0-6 15,0-6 4-15,0-3 1 16,-2-3-3-16,2-2 1 15,-3-2-1-15,1 3-1 16,-3-1 0-16,-2 4 5 0,-1 3 6 16,-1 2 0-16,1 3-2 15,3 2-8-15,-2 0-8 16,2 0-2-16,-1 6 3 16,5 2 6-16,-3 1 1 0,4-1-1 15,0-1-1-15,-1 0 1 16,1-1-1-16,3-2 1 15,-3 1-1-15,3-3 0 16,2 0-1-16,-3 0 1 16,3-2-1-16,-1 0-3 0,1 0-3 15,-3-5 1-15,2-5 0 16,-3 0 0-16,0-4-3 16,-3 0 5-16,-1-5 4 15,0-1 0-15,-4-3 0 16,0-2 0-16,-2-2 1 15,0 0-1-15,0-2 0 0,0 0 0 16,-4 1 0-16,-2-1 0 16,2 4-1-16,0-1 1 15,-3 4 0-15,5 1-2 16,-4 3 1-16,3 1 1 16,-2 5-2-16,1 3 4 15,1 2 1-15,1 5-2 0,2 2-2 16,0 0-10-16,0 5 6 15,0 6-1-15,0 6 6 16,0 1 1-16,0 2-3 16,0 6 3-16,0-2 0 0,0 3 1 15,5-3-1-15,2-1 1 16,-2-3-1-16,3-2 1 16,-1-5-1-16,1-2 2 15,0-4-4-15,-2 0 3 16,1-2-1-16,-1-2 4 0,2-2-3 15,-2 3 0-15,1-1-1 16,1 1 0-16,0 3 0 16,-2 0-2-16,3 3 0 15,-4 3-1-15,1-1 2 16,-4 1 0-16,1 2-1 0,-3-2 1 16,0-1 0-16,0 0 0 15,-9 1 0-15,0-2 0 16,0-1-9-16,-3-2 23 15,-1-2-12-15,1-2 1 16,2-2-1-16,1-2 1 0,3 0 0 16,-2 0 2-16,6-6-3 15,0 0-1-15,2-2-4 16,0-2 4-16,12-3-21 16,-2-1-25-16,5-2-24 15</inkml:trace>
  <inkml:trace contextRef="#ctx0" brushRef="#br0" timeOffset="-123940.87">5065 13056 91 0,'-2'-6'4'0,"-1"2"1"0,1 1-3 0,-1 0 0 16,2 2 4-16,-1 1-1 16,2 0-1-16,0 0-3 0,0 0-4 15,0 2 5-15,0 7-2 16,0 1 2-16,0 5 0 15,0 2 0-15,0 2-1 16,0 4 0-16,0 1 1 16,3 2 1-16,0 1 0 15,-1 0 3-15,1 0 1 0,-3 0-2 16,0 0 0-16,0-2-2 16,0 2 1-16,0-1-3 15,0 0-2-15,0-1 7 16,0 2-4-16,2-4-1 15,0 1 0-15,3-3 0 0,1 0 0 16,1-2 0-16,3-1-1 16,2-3-2-16,1-6-30 15,2-4-24-15</inkml:trace>
  <inkml:trace contextRef="#ctx0" brushRef="#br0" timeOffset="-123466.06">5266 13574 124 0,'0'0'4'0,"0"0"-5"16,0 0-10-16,0 0 11 16,0 0 6-16,0 0 17 15,0 0-5-15,0 0-9 0,0 0 1 16,0 3-5-16,2-6 0 15,0-2-4-15,2-2 2 16,2-3-1-16,0-2-1 16,-1 1 0-16,-1-2 2 15,0-1-1-15,-4 3-1 16,0-1 1-16,0 1-1 0,0 2 0 16,0 1 0-16,-6 2-2 15,-1 1 2-15,1 4-1 16,-4 1 2-16,2 0-3 15,-1 3 0-15,-1 7 1 16,0 3-1-16,1 4 0 0,2 1 1 16,-2 2 0-16,2 0 0 15,5 3 0-15,0-3 0 16,2-2 0-16,0-1 1 16,0-5-1-16,6-1 1 15,1-1-1-15,3-3 0 16,0-3-1-16,1-1 1 15,5-3 2-15,1 0 0 0,6-1 0 16,0-12-7-16,-3-4-95 16</inkml:trace>
  <inkml:trace contextRef="#ctx0" brushRef="#br0" timeOffset="-121435.93">5165 12874 47 0,'0'0'3'0,"-66"6"1"0,30-3 3 0,-5 0 6 15,1-1 1-15,-2 1 4 0,-5-3-4 16,-3 2-2-16,-1-2 3 16,-5 2-5-16,-2-1-2 15,0 1 1-15,-5 3-5 16,-1 0-4-16,-1 1-1 0,-2-2 3 16,-3 3-2-1,-1-2 0-15,-4-1 1 0,-2 1-1 16,1-2 0-16,0 2 2 15,-2-1-2-15,0 0 1 16,4 2 5-16,0-2 1 16,0 2-4-16,1-1-1 15,-3 1 1-15,4 1-1 0,-4 0 1 16,2 1-1-16,-4 3-2 16,2 2 0-16,-3 2 0 15,2 2 0-15,0 2 0 16,-2-1 0-16,2 3 0 0,2-2 0 15,3 1 1-15,0 1-2 16,3-2 2-16,2 2-1 16,2-4 1-16,1 3 1 15,5 0 1-15,1-3 1 16,0 0-3-16,6 1 0 0,-1-2 1 16,2 0 1-16,3 0 0 15,2-1 2-15,3 0-3 16,3 1-1-16,2-2 0 15,2 1 0-15,3-1-1 16,2-1 0-16,-3 1 1 16,3 0-1-16,-5 1 0 0,4 2-1 15,-1 3 2-15,-1-3-2 16,3 3 1-16,-2-1 0 16,3-2 0-16,3 0 0 15,1-3 0-15,4 0 0 16,-1 2 0-16,3 0 0 0,2-1 0 15,-2 4 0-15,5 1 0 16,-3 1 0-16,2 3 0 16,2 0 0-16,-2 4 0 15,3 1-1-15,-2-1 1 16,3 4 1-16,-1-3-1 0,-1 2-1 16,4 1 1-16,1-3 1 15,-1 3-2-15,0 0 1 16,3 4 1-16,-1 0-2 15,0 2 1-15,1 0 0 16,3 2 0-16,0-2 0 0,-1-1 0 16,3 0 0-16,2-1-1 15,0-3 1-15,0-1 0 16,0-1 0-16,7-2 0 16,-1-2 0-16,5-2-1 15,3-2 1-15,1-2-1 0,3-1 0 16,5 0 1-16,-1-3-1 15,2-1 1-15,6-2 0 16,-1 0 0-16,2 0 0 16,2-2-1-16,1-1 2 15,1 2-3-15,4-3 3 0,-3-3-2 16,4 0-2-16,0-1 4 16,3-2-2-16,1-1-1 15,-1 1 4-15,1-1-1 16,-2-1 1-16,4-1-1 15,0 0 0-15,4-1-1 16,-1 0 0-16,4 0 1 0,-1 0-1 16,0 0-1-16,-2-1 0 15,0-3 0-15,-1-1 2 16,0 0 0-16,3 0 0 16,-4 1-1-16,4-2 0 0,0-1 1 15,1 3-2-15,3-3 2 16,2 0-2-16,0 0 1 15,3-1 1-15,1 3-1 16,1-4 1-16,-1 2-1 16,3-3 0-16,-2 2 0 0,1-2 0 15,-3-2 1-15,1-2-1 16,-1 1 0-16,-1-1 0 16,0 0 0-16,1-1-1 15,1 0 0-15,3 2 1 16,0-1 1-16,1 0-1 15,2-2 1-15,0 1-2 0,1-4 1 16,0 2 1-16,3-2-1 16,-1 0-2-16,0 1 3 15,1-1-1-15,2-1 1 16,4 2 0-16,-4-1-1 0,-1 2 1 16,-1-1 0-16,-1 2-1 15,-4 0 0-15,-2-1 0 16,-3 3 0-16,1-1 0 15,-2-1 0-15,-1 2 1 16,0-2-1-16,-1 1 0 0,-1 0 0 16,-4 1 1-16,-1 0-1 15,-6 0 0-15,0 1 0 16,-7-3 2-16,2 1-2 16,-3-2 0-16,1-2 1 15,-2-2 1-15,-2-2-1 16,1-4 0-16,-6-3 1 0,2-1 0 15,-10-4 1-15,2-1 2 16,-4-4 3-16,-4 2-1 16,-1-2-2-16,-3 2 0 15,1-2-3-15,-5 3-1 16,-1 0 0-16,-5 3 0 0,2-1 0 16,-5 1 1-16,0 0 2 15,0-1-1-15,-6 1-2 16,0 3 0-16,-1-3-1 15,-1 3 0-15,-2-1 0 16,0 1 1-16,1-2-1 0,-3 2 0 16,-1 1-1-16,-3-1-1 15,1 3 1-15,-3 4-1 16,0 1-1-16,-7 2 0 16,-4 0 2-16,-2 1 0 15,-5 0 1-15,-7 1 2 16,-3-1 0-16,-6 3-2 0,-4 0 1 15,-11 3 0-15,-6 4 1 16,-10 4-2-16,-15 6-3 16,-15 0 3-16,-14 16-3 15,-15 10-17-15,-22 5-53 16</inkml:trace>
  <inkml:trace contextRef="#ctx0" brushRef="#br0" timeOffset="-116882.58">10995 15509 81 0,'0'0'1'0,"18"-37"-1"0,-10 16-26 0</inkml:trace>
  <inkml:trace contextRef="#ctx0" brushRef="#br0" timeOffset="-116077.48">11223 15242 74 0,'0'0'18'0,"0"0"16"0,0 0-9 16,0 0-9-16,0 0-7 16,0 0-3-16,0 0-6 15,0 0-2-15,0 0 2 16,0 24 0-16,0-11 0 15,2 1 0-15,-2 1 0 0,2 4 0 16,-2 2 2-16,2 4-2 16,-2 3 2-16,0 3 0 15,1 0 3-15,0 3 2 16,1 2-3-16,1 3-1 16,-1 3 0-16,0 8-1 0,-2 5-2 15,0 6 7-15,0 4-2 16,0 4-1-16,0 4 1 15,0 3 1-15,0 1-1 16,0 0 11-16,2 2-13 16,0 0 0-16,3 2-3 15,-3-4 0-15,3 1 0 0,-2 1 3 16,1 1-2-16,0 2-1 16,-2-2 0-16,-1-1 1 15,1-3-1-15,0-4 1 16,-1-2-1-16,2-8 2 15,-1 1 1-15,0-5-2 0,2-3 0 16,-2-2 0 0,0-5-1-16,0-2 1 0,-2-1 0 15,2-1-1-15,-2-3 1 16,0 3 0-16,0 2-1 16,0-1 1-16,0 2-1 0,-2 0 1 15,0-3-1-15,1-3 1 16,0-4 2-16,1-6-3 15,-1-4 1-15,1-7-1 16,0-5 1-16,0-4-5 16,-1-6-30-16,-3-5-57 0</inkml:trace>
  <inkml:trace contextRef="#ctx0" brushRef="#br0" timeOffset="-115083.04">10565 17836 37 0,'0'0'9'0,"0"0"-3"0,0 0 5 0,0 0-1 16,34-12-6-16,-22 7 0 16,0 1-1-16,3-3-1 15,0 1 2-15,1 2 1 0,3-1 1 16,2-1 0-16,3 2 1 15,0-1 0-15,3 1-4 16,0 0-1-16,0 0 1 16,2 1 0-16,-2 0-1 15,2 1 1-15,2 2 0 0,1-2 4 16,3 0 0-16,1 1 0 16,2-3-1-16,7-1-1 15,1-1-1-15,4 1 0 16,2-1 0-16,4-1-2 15,5 0-1-15,-2 3 0 0,1 0 1 16,2 1 0-16,-2-1 1 16,3 2 1-16,0-1 0 15,7 0-3-15,1 1 1 16,5-1 1-16,6 0-2 16,1 1 1-16,0 1 3 0,2 0 4 15,0 1-3-15,0 0 0 16,-3 0-4-16,3 5 1 15,2 2-2-15,3 0 0 16,-4 0 2-16,-1 1-3 0,1 0 3 16,-3 2-1-1,-4-4 2-15,0 0-3 0,0-4 2 16,1 1-2-16,-3-3 1 16,0 0-2-16,-3 0 1 15,-5-6-1-15,-3-1-1 16,-6 0 2-16,0 0-2 0,-4 0 1 15,-7 2-5-15,2 0-6 16,-9 1-19-16,-1-2-16 16,-11 3-32-16</inkml:trace>
  <inkml:trace contextRef="#ctx0" brushRef="#br0" timeOffset="-110453.59">11756 15931 4 0,'0'0'43'0,"0"-2"-15"0,-1 2-4 16,-1 0-1-16,1 0-10 15,-1 0-9-15,0 0-4 16,0 0 0-16,-3 0 0 0,3 0 0 15,1 0 0-15,-1 0 2 16,0 4-2-16,0-1 1 16,0 4-1-16,0-1 2 15,-1 1-2-15,1 0 0 16,0 2 0-16,2-1 0 16,-2-1 0-16,0 0 0 0,1-1 2 15,1 0 3-15,0-1 2 16,0 1-4-16,0 1-2 15,0 0-1-15,1-1 0 16,3 1 0-16,0 0-1 16,1-1 1-16,1 0 0 0,-2-1-1 15,4 1 2-15,-3-3 3 16,3-2-1-16,-2-1-1 16,4 0 1-16,1 0 0 15,-3-2 4-15,4-6-1 16,1 0-2-16,0-2-1 15,-1-1-3-15,1-1 0 0,-1 1 2 16,-4-1-2-16,1-2 0 16,-4 3 0-16,-1-3 1 15,-1 1 0-15,-3-1 2 16,0-2 9-16,0 2 1 16,-10 0-1-16,1 0-4 0,-1 2-3 15,-4 1-4-15,3 2 0 16,-3 2-1-16,1 4-2 15,-1 3 6-15,4 0-4 16,3 1-9-16,-1 9-31 0,2-1-17 16,0 1-15-16</inkml:trace>
  <inkml:trace contextRef="#ctx0" brushRef="#br0" timeOffset="-109776.8">12112 15627 6 0,'0'0'6'0,"0"0"2"16,0 0-4-16,0 0-2 0,-30 39-1 15,26-28 3-15,-4 1 0 0,1 3 2 16,1-1 3-16,0 0 1 16,2 0-1-16,1-3-4 15,2 1 0-15,1-4-1 16,0 1-3-16,0-2-1 15,6-3 0-15,1-1 2 0,2-2 6 16,-1 0 4-16,1-1-3 16,3 0 4-16,-3 0-6 15,1-5-1-15,1-2-2 16,1-3-1-16,0 0-2 16,-1 0 0-16,-4 0 1 15,1-2 0-15,-2 0 2 0,-4 2 5 16,0 0 7-16,-2-1 0 15,0 0 2-15,0 2-6 16,-5-1-1-16,-5 0-3 16,2 4-5-16,-2-2-2 15,-2 1-1-15,3 5-4 0,-2 2-1 16,1 0-17-16,1 0-20 16,3 5 2-16,2 0-11 15</inkml:trace>
  <inkml:trace contextRef="#ctx0" brushRef="#br0" timeOffset="-109173.2">12440 15436 37 0,'0'0'10'0,"0"0"22"0,0 0-11 0,0 0-8 15,0 0-7-15,0 0-4 16,0 0-1-16,0 0 0 16,0 0 0-16,0 0 2 15,-42 44 3-15,35-35-1 16,0 4-2-16,3-2-2 0,2 2 2 16,0-2-2-16,2-2-1 15,0-1 0-15,0-2-1 16,6-3-3-16,0-2 3 15,4-1 6-15,-1 0 7 16,0 0-4-16,3-3-1 0,-2-1-5 16,1-3 1-16,-3 0-2 15,2-2 0-15,-1-1 0 16,-2 1 1-16,2-2-1 16,-7 0 3-16,0 1 4 15,-2-1 0-15,0 1 7 0,0 0-1 16,-4 1-3-16,-5-1-3 15,2 3-5-15,-1 0 0 16,-1 3-3-16,-1 1-1 16,1 3 7-16,0 0-13 15,3 6-23-15,-4 4-19 0,6 0-7 16,-2 0-44-16</inkml:trace>
  <inkml:trace contextRef="#ctx0" brushRef="#br0" timeOffset="-108623.85">12732 15326 113 0,'0'0'3'0,"0"0"1"0,0 0-4 0,0 0 1 16,0 0-2-16,0 0 2 16,0 0-1-16,0 0 1 15,0 0 3-15,0 0 0 16,-29 46 2-16,29-36-3 0,0 2-2 15,0 2 0-15,0-3-1 16,1-1 0-16,4 0 0 16,1-3 1-16,1-1 2 15,-1-3 5-15,4-3 4 16,-1 0-2-16,2 0-1 16,1-6-5-16,0-2-1 0,-3-1-3 15,1-1 4-15,-2-1-3 16,-3-2-1-16,1-1 3 15,-4 3 4-15,-2-1 9 16,0-2-1-16,0 1-4 16,-4 3-2-16,-5-1-4 0,-1 2-2 15,-1 0-1-15,1 3-2 16,1 4 0-16,-4 2 3 16,5 0-9-16,0 2-14 15,2 9-16-15,0 1-11 16,4-1-6-16,2-1-36 0</inkml:trace>
  <inkml:trace contextRef="#ctx0" brushRef="#br0" timeOffset="-108119.77">13071 15283 97 0,'0'0'2'0,"0"0"8"0,0 0-5 0,0 0-3 0,0 0-1 0,-40 19-2 0,35-11 2 15,-1 1-1-15,1 2 0 16,3 0 0-16,2 3 0 16,0-1 2-16,0 1-1 15,0-1-2-15,8 0 2 0,1-5-2 16,3 0 3-16,-1-4 5 16,2-3 9-16,1-1 2 15,1 0-8-15,1-7-3 16,0-3-2-16,0-1-3 15,-1-2 0-15,-1 0-2 16,-3-1 2-16,-3-2 1 0,-3 2 7 16,-5-1 6-16,0 0 1 15,0 1-8-15,-5 3-1 16,-4-2-5-16,-3 4-1 16,-2 4-3-16,1 1-2 0,-1 4-2 15,2 0-15-15,1 5-11 16,0 5-8-16,3 2-13 15</inkml:trace>
  <inkml:trace contextRef="#ctx0" brushRef="#br0" timeOffset="-107603.58">13349 15439 173 0,'0'0'9'0,"0"0"22"0,0 0-26 0,0 0-4 15,0 0-3-15,0 0-16 16,-39 11 1-16,37-2 11 16,0 1 5-16,2 1 1 0,0 1 0 15,1 0 1-15,9-3 1 16,1 1-2-16,2-3-1 16,5-3 0-16,-3-1 2 15,4-3-3-15,-1 0 5 16,1 0 5-16,-5-3-3 15,0-4-1-15,-1 0 3 0,-4-1 3 16,-3-2 0-16,-1-2 0 16,-1 2 2-16,-4-4-1 15,0 2 1-15,0-1 0 16,-6 0-3-16,-3 1-4 0,-3 3-3 16,-1 1-3-16,-2 4 8 15,-1 4-9-15,-2 0-9 16,3 10-13-16,2 4-25 15,0 3-17-15,3 2-7 16</inkml:trace>
  <inkml:trace contextRef="#ctx0" brushRef="#br0" timeOffset="-107101.81">13563 15754 107 0,'0'0'7'0,"0"0"34"0,0 0-18 0,0 0-11 16,0 0-9-16,0 0-3 0,0 0-1 16,0 0 0-16,0 0 1 15,-22 46 0-15,22-30 0 16,0-1 0-16,0 3 0 16,4-5 0-16,5 0-1 15,4-1-1-15,0-4 2 0,3-4-3 16,-1-2 2-16,4-2 5 15,0 0 6-15,-2-2-6 16,3-5 3-16,-3 1-3 16,-3-3 0-16,-6 0 10 15,-1-2-1-15,-4-2 1 16,-3-1 3-16,0-1-4 16,-5 0-4-16,-5-1-2 0,-4 4-5 15,1 2-2-15,-1 5-1 16,-1 5 0-16,3 0-13 15,-1 8-18-15,2 4-26 16,-1 5-16-16</inkml:trace>
  <inkml:trace contextRef="#ctx0" brushRef="#br0" timeOffset="-106619.2">13724 16173 117 0,'0'0'31'0,"0"0"6"0,0 0-13 15,0 0 5-15,0 0-16 16,0 0-9-16,0 0-4 15,0 0 0-15,0 0-2 0,-44 28-1 16,38-12 2-16,-1-1 1 16,4 0 0-16,3 2 0 15,0-4-2-15,0 0 2 16,8-2-2-16,0-1 1 16,4 1 0-16,1-6 2 0,1-1-3 15,-1-2-2-15,3-2 1 16,0 0 4-16,-1-3 1 15,-3-5-1-15,-1 0 2 16,-2-2-1-16,-5 2 6 16,-3-2 6-16,-1 0 0 0,0 1-3 15,-5-2-5-15,-5 4-2 16,-3 1-4-16,-3 3 0 16,-1 3-3-16,-1 0-13 15,1 3-8-15,2 8-10 16,0 2-25-16,-1 1-27 15</inkml:trace>
  <inkml:trace contextRef="#ctx0" brushRef="#br0" timeOffset="-106191.09">13725 16559 128 0,'0'0'8'16,"0"0"34"-16,0 0-17 0,0 0-16 0,0 0-9 16,0 0 0-16,-30 43 1 15,25-27-2-15,1 1 1 16,1 2 0-16,3-1 0 0,0-2-1 15,3-2 1-15,3 0-2 16,5-4-2-16,3-2 1 16,-1-5 5-16,3 0-5 15,0-3 0-15,2-3 5 16,-1-5 6-16,-1-2-5 0,-5-3 8 16,-2 3-2-16,0-3-1 15,-4 3 1-15,-3-1 0 16,-2 1 0-16,0-2-1 15,-4 3-3-15,-6 0-2 16,-1 5-1-16,-2 4-4 0,-4 0 0 16,0 6-25-16,1 7-41 15,-2 2-14-15</inkml:trace>
  <inkml:trace contextRef="#ctx0" brushRef="#br0" timeOffset="-105791.75">13666 17044 72 0,'0'0'54'0,"0"0"-42"0,-5 40 10 15,5-26-9-15,0 3-10 0,0 1 0 16,5-2 0-16,3-2-1 16,-3-2 4-16,4-4 5 15,-2-1 0-15,3-5-1 16,-3-2-1-16,3 0-1 16,-2 0 1-16,-1-7-2 15,-1-3-4-15,-3 0 3 0,-1-1-3 16,-2-2 1-16,0 1 1 15,-5-2 0-15,-6 3-1 16,-1 1 2-16,-2 3-3 0,1 5 0 16,-1 2-6-16,0 0 1 15,0 8-19-15,1 7-14 16,1 4-21-16,-1 0-4 16</inkml:trace>
  <inkml:trace contextRef="#ctx0" brushRef="#br0" timeOffset="-105384.27">13500 17370 158 0,'0'0'-20'0,"0"0"32"15,0 0-5-15,0 0-5 16,0 0 1-16,-34 39 0 0,29-26 5 16,2 0 3-16,3 0 1 15,0-1-2-15,0-2-5 16,0 0-4-16,4-3 1 16,5-2-3-16,-2-4-1 15,2-1 1-15,1 0 1 16,0-6 6-16,-1-4 2 15,1 0 3-15,-4-1-3 0,-2-2-8 16,-2 3 11-16,-2 0-7 16,0 0 2-16,-6 2 0 15,-4 1-2-15,-1 1-1 16,-5 6-2-16,1 0-11 0,-6 0-10 16,2 7-30-16,-4 3-14 15,-2 1-24-15</inkml:trace>
  <inkml:trace contextRef="#ctx0" brushRef="#br0" timeOffset="-104983.2">13059 17454 101 0,'0'0'34'0,"0"0"6"0,0 0-23 0,0 0-13 0,0 0-2 16,0 0-2-16,0 0-2 16,0 0 1-16,0 0 1 15,27 36 0-15,-18-36 0 16,1 0-2-16,-2-3 5 15,1-7 2-15,-2 0 0 0,0-2 3 16,-3-3 3-16,-1 1-4 16,-3 1 2-16,0-2 2 15,-2 3 1-15,-7 1 2 16,-4 2-6-16,-1 2-2 16,-4 3-1-16,2 4-1 0,-5 0 1 15,3 7-6 1,3 3 0-16,-3 4-15 0,5 3-11 15,-1 0-26-15,3-4-29 16</inkml:trace>
  <inkml:trace contextRef="#ctx0" brushRef="#br0" timeOffset="-104538.58">12671 17331 140 0,'0'0'11'0,"0"0"5"0,0 0-12 0,-43 50-4 16,41-35 0-16,2 0 0 15,0-3 0-15,0-2 0 16,2 0 2-16,5-4 3 0,4-3 3 16,-2-3 4-16,4 0-7 15,1-3-2-15,-4-8 3 16,2-2-3-16,-3-3-4 16,-3-1 1-16,-1-1 8 15,-5-1-2-15,0 1 7 16,-9-1-4-16,-3 2-1 0,-4 3-2 15,-3 1-5-15,-3 3-1 16,-2 4-1-16,1 2-9 16,-2 4 7-16,-1 0 3 15,2 7-3-15,3 5-10 16,0 0-20-16,4 1-21 0,1-1-25 16</inkml:trace>
  <inkml:trace contextRef="#ctx0" brushRef="#br0" timeOffset="-104113.99">12139 17144 114 0,'0'0'5'0,"-40"15"17"0,27-4-6 0,5 2-15 0,1 2-1 15,5 0-1-15,2 2-1 0,0 0 1 16,7-4 0-16,3-3-1 16,1-2 0-16,2-3 1 15,2-5 4-15,-1 0 9 16,3-3-8-16,-1-8 3 15,-4-4-1-15,-3-2 0 0,-1 0-2 16,-6-3 4-16,-2 3 0 16,-2-3 8-16,-9 3 1 15,-5 0-11-15,-5 0 0 16,0 2-3-16,-4 3 1 16,1 2-3-16,0 3-1 15,1 6 3-15,1 1-10 0,2 1-24 16,0 10-14-16,3-2-10 15,4 0-43-15</inkml:trace>
  <inkml:trace contextRef="#ctx0" brushRef="#br0" timeOffset="-103700.31">11761 16973 45 0,'0'0'31'0,"0"0"-29"0,0 0 4 0,-9 45-2 15,9-36 0-15,5-5 3 16,3-1 5-16,4-3 3 15,-3 0-3-15,2-7 0 16,1-6-2-16,0-2-2 16,-3-4 3-16,-2-5-1 0,2 1 0 15,-7-1 4-15,-2 2-1 16,0 0-1-16,-2 4-3 16,-10 2-2-16,-1 3 0 15,-3 3-4-15,-1 4-2 0,-1 4 9 16,1 2-8-16,0 0-1 15,2 0-2-15,-1 7-4 16,5 4-10-16,-1-1-16 16,6 0-30-16,0-3-13 15</inkml:trace>
  <inkml:trace contextRef="#ctx0" brushRef="#br0" timeOffset="-103266.65">11584 16511 57 0,'0'0'1'0,"0"0"0"0,-36 36 0 16,32-20 2-16,2-1 0 15,2 1 0-15,0-2 0 16,7-3 2-16,6-5 4 16,-1 0 6-16,2-6 3 15,1 0-2-15,-1-7 1 16,1-6-7-16,-2-6 3 0,-1-1-5 16,-2-5 2-16,-3 0 0 15,-1-1 3-15,-4 0-3 16,-2 1-5-16,0 3-1 0,-4 4 0 15,-5 3-1-15,-4 3 0 16,-1 3 2-16,0 4 0 16,0 2 8-16,2 3-11 15,-1 0-1-15,6 2-1 16,-1 7-1-16,3 5-10 0,3 1-13 16,0 0-20-16,2-2-10 15,0-6-17-15</inkml:trace>
  <inkml:trace contextRef="#ctx0" brushRef="#br0" timeOffset="-102216.02">13730 17449 66 0,'-10'7'0'0,"0"-1"6"0,3-2 7 0,-1 0-3 0,5-1 1 16,-1 1-7-16,2-2-3 16,2-1 0-16,0 2-1 15,0-2-1-15,0 1 3 16,2-1 2-16,3 2 1 16,5-3-1-16,-3 0 0 0,5 0 1 15,-1 0 1-15,-1-7 3 16,0-1-4-16,-2 0 3 15,-1-1-1-15,-1-2 0 16,-5 0 6-16,-1 1 5 16,0-1-1-16,0-1-4 0,-3 1-2 15,-5 2-3-15,-1 0 0 16,-3 1-3-16,1 3-1 16,-1-1-2-16,0 5 1 15,3 1-2-15,0 0 1 16,2 0-1-16,2 7-8 0,3 1-18 15,2 2-23-15,0 1-6 16,0-5-5-16</inkml:trace>
  <inkml:trace contextRef="#ctx0" brushRef="#br0" timeOffset="-101814.92">13860 17156 130 0,'0'0'7'0,"0"0"7"0,0 0-8 15,-23 43-4-15,21-29-2 0,2 0 0 16,0-1-1-16,0-6 1 15,7-2-4-15,2-3 12 16,-2-2 0-16,3 0 1 16,2-5 0-16,-1-7-1 15,3-2-2-15,-1-3-3 16,-1-2 0-16,-1 1 0 16,-3-2 5-16,-4 4 4 0,-4-1-4 15,0 5 8-15,-2-1-2 16,-9 5-4-16,-4 0-6 15,1 5-3-15,-2 3-4 16,-1 0-4-16,-1 5-25 16,3 5-15-16,1 1 9 0,4-1-4 15,4-6-16-15</inkml:trace>
  <inkml:trace contextRef="#ctx0" brushRef="#br0" timeOffset="-101412.7">13960 16885 126 0,'0'0'-6'0,"0"0"27"0,0 0-1 16,0 0-7-16,0 0-5 16,0 0-6-16,0 0 4 15,0 0 0-15,-40 1-2 16,34 15-1-16,1 1-1 15,5-1-1-15,0-2-1 16,0 0-3-16,4-4-1 0,5-3-3 16,3-4 1-16,-3-2-2 15,1-1 6-15,2-4 1 16,-1-6 5-16,0-2-1 16,-1-3 1-16,0-3 2 0,-5 2 1 15,-1 0 0-15,-4 0 3 16,0 1 9-16,-6 4 0 15,-5 0-3-15,-4 1-5 16,-1 2-8-16,-1 3 2 16,0 1-9-16,-3 2 2 0,4 2 0 15,4 0-9-15,1 7-10 16,2-1-40-16,3-2-26 16</inkml:trace>
  <inkml:trace contextRef="#ctx0" brushRef="#br0" timeOffset="-101014.75">13902 16583 47 0,'0'0'10'0,"0"0"19"0,-18 37-13 0,18-26-8 0,0-2-6 0,0-3-1 15,9-3 3-15,0-3 11 16,1 0-8-16,0 0 3 16,2-9 11-16,-1-2 7 15,-2-4-3-15,2-1-8 16,-4-1-10-16,-1-3-2 0,-3 2-1 15,-3-2 2-15,0 1 0 16,-1 1 2-16,-9 1 0 16,-3 3-2-16,-1 2-4 15,-1 5 0-15,1 5-5 16,-1 2-3-16,3 0-13 16,1 7-22-16,1 1-9 15,3 2-3-15,3-3-67 0</inkml:trace>
  <inkml:trace contextRef="#ctx0" brushRef="#br0" timeOffset="-100657.09">13938 16301 114 0,'0'0'10'16,"0"0"26"-16,0 0-18 15,0 0-13-15,0 0-4 16,0 0-1-16,-27 39 0 16,27-28 0-16,0-1-1 15,3-3-3-15,5-3 2 16,4-4 3-16,-5 0 0 0,5 0 4 16,-3-7 0-16,1-6 4 15,-1-2-4-15,-1-2 2 16,-1-3 2-16,-4-3-1 15,-2 0 1-15,-1-1-1 16,0 0 0-16,-6 4-1 0,-7 0 1 16,0 6-6-16,-1 6 0 15,1 4-5-15,-2 4 3 16,2 0-9-16,0 2-21 16,2 5-23-16,4-1-26 15</inkml:trace>
  <inkml:trace contextRef="#ctx0" brushRef="#br0" timeOffset="-100278.21">13895 15886 124 0,'0'0'-3'0,"0"0"27"15,0 0-14-15,0 0-6 16,-37 40-4-16,32-20 1 16,0 1-1-16,3-1 1 15,2-1-1-15,0-3 1 16,0-2 2-16,7-6-1 16,-1-2 3-16,3-5-2 0,3-1 2 15,-4 0 5-15,2-10-2 16,1-4-4-16,-4-2-2 15,-1-2-1-15,-4-2 3 16,-2 1 5-16,0-2 1 16,-4 0-1-16,-5 1-3 0,-3 1 2 15,0 3-4-15,-1 3-2 16,1 0-5-16,1 7-15 16,-3 1-33-16,5 0-20 15</inkml:trace>
  <inkml:trace contextRef="#ctx0" brushRef="#br0" timeOffset="-99923.21">13815 15601 157 0,'0'0'-23'0,"0"0"30"16,0 0-4-16,0 0-3 15,0 0 1-15,0 0-1 16,-27 46 2-16,27-34 2 0,0-2 3 16,0-2 1-16,4-2 3 15,5-3-3-15,1-3-2 16,-1 0 6-16,2-5 1 16,0-7-3-16,0-2-4 0,-4-3 0 15,1 1-3-15,-5-2 3 16,-2 0-1-16,-1 1-1 15,0 2 2-15,-6-3-3 16,-5 4-2-16,-2 2-1 16,-1 2 1-16,-1 3-10 15,-1 2-15-15,1 3-11 0,1-1-9 16,-3-1-15-16</inkml:trace>
  <inkml:trace contextRef="#ctx0" brushRef="#br0" timeOffset="-99587.95">13620 15269 134 0,'0'0'65'0,"0"0"-48"16,0 0-9-16,0 0-7 0,-26 38-1 15,26-18 1-15,0 0-1 16,0 1 0-16,2-5 0 15,7-1-1-15,-1-5 2 16,2-4 1-16,3-3 4 16,0-3-2-16,1 0 5 0,-1-7-3 15,1-5-2-15,-3-3-2 16,-4-1 1-16,-1-2-1 16,-6-1-1-16,0-3 1 15,-2 2-1-15,-9 0 0 16,-4 0 0-16,-5 1-1 15,-1 4-2-15,1 2-8 0,-2 4-25 16,-3 2-35-16,1 0-32 16</inkml:trace>
  <inkml:trace contextRef="#ctx0" brushRef="#br0" timeOffset="-99239.14">13321 15084 35 0,'0'0'190'0,"0"0"-171"16,0 0-1-16,0 0-11 16,0 0-7-16,-38 27 1 15,35-10-1-15,2 0 0 16,1 2 0-16,0-2-1 0,0-4 1 15,9-2-1-15,-3-4 0 16,3-3-1-16,2-2-2 16,-1-2-2-16,1-2 5 15,2-9 8-15,-4-3-4 16,0-5-3-16,-3-1 2 16,-6-1 0-16,0-2-2 0,-2 2 0 15,-11-2-14-15,-7 5-24 16,-3 2-13-16,-3 2-2 15,-3 5-34-15</inkml:trace>
  <inkml:trace contextRef="#ctx0" brushRef="#br0" timeOffset="-98898.8">13015 15020 132 0,'0'0'6'16,"0"0"-4"-16,0 0 11 15,0 0-3-15,0 0 1 16,29 43-5-16,-22-36-1 0,1 0-1 16,-3-4-2-16,-1-2 5 15,-1-1 12-15,-1 0 14 16,-2-6-3-16,0-5-20 15,0-2-3-15,-7-2-3 0,-2-2 2 16,-3-2-2-16,-3 2-2 16,0 3 0-16,-7 1-2 15,1 5-6-15,-2 3-5 16,-2 5-4-16,0 0-9 16,0 9-18-16,0 5-24 0,1 3-7 15</inkml:trace>
  <inkml:trace contextRef="#ctx0" brushRef="#br0" timeOffset="-98562.67">12611 15068 188 0,'0'0'0'0,"0"0"7"15,-47 25 0-15,35-13-3 0,3 1 0 16,0 2 2-16,5-3 2 16,4 1-6-16,0-1-2 15,0-3 0-15,6-2-1 16,6-4 8-16,-1-3 0 16,2 0-3-16,3 0 2 0,-1-7-3 15,2-6 4-15,-4-1-4 16,0-1-1-16,-6 0 0 15,-5-2 1-15,-2 3 2 16,0 1-3-16,-8 1 0 16,-7 4-16-16,-2 4-28 15,-7 4-28-15,-4 0-61 0</inkml:trace>
  <inkml:trace contextRef="#ctx0" brushRef="#br0" timeOffset="-98208.33">12132 15236 192 0,'0'0'6'16,"0"0"12"-16,0 0-16 15,0 0-2-15,-20 41 1 16,20-25-1-16,0-2 0 15,0 0 0-15,7-2-1 16,0-5 0-16,1-2 1 16,-1-3 6-16,3-2 2 0,0 0 3 15,-1-6-1-15,0-5-6 16,0-3 2-16,-5 0-3 16,-1-1-2-16,-3 2 0 15,0 1 1-15,-3 0-1 16,-9 3-1-16,-2 1-1 0,-1 4 0 15,-2 1 0-15,0 3-19 16,-3 0-34-16,3 11-19 16,-4 1-47-16</inkml:trace>
  <inkml:trace contextRef="#ctx0" brushRef="#br0" timeOffset="-97837.16">11819 15466 219 0,'0'0'4'0,"0"0"1"16,0 0-2-16,-35 50-3 16,33-33 0-16,2 0 0 15,0-3 0-15,0-3 0 0,8-2 0 16,0-4 0-16,3-3 3 15,1-2 5-15,1 0 0 16,1-1-2-16,-3-8-3 16,3-2-1-16,-7-2 1 15,1-3-2-15,-5 1 5 0,-3-2 2 16,0-2-1-16,-5 4 0 16,-8-1-3-16,-3 3 0 15,-1 5-6-15,-2 4 4 16,-5 4 0-16,6 5-14 15,-6 11-3-15,5 4-6 0,-1 4-17 16,4-3-14-16,3 2-10 16</inkml:trace>
  <inkml:trace contextRef="#ctx0" brushRef="#br0" timeOffset="-97539.27">11721 15613 217 0,'0'0'-6'16,"0"0"10"-16,-24 39-3 0,19-19 0 15,-1 4-1-15,2 0 1 16,4-1-1-16,0-3-1 16,3-4 1-16,6-4-1 15,2-5 0-15,0-1 0 16,2-6 0-16,-2 0 1 0,1-3 5 15,-3-7 4-15,-2-2-5 16,-3-1-1-16,-4-1 0 16,0 0 1-16,-3 2-1 15,-5-1-2-15,-5 2-2 16,-3-2-21-16,-1 5-35 0,-2 3-48 16</inkml:trace>
  <inkml:trace contextRef="#ctx0" brushRef="#br0" timeOffset="-97176.42">11452 15901 198 0,'0'0'2'15,"0"0"1"-15,-1 38 0 16,1-25-3-16,8-2 0 15,-1-4-1-15,4-4-1 0,-4-3-3 16,-1 0 8-16,-2 0 18 16,2-8 0-16,-6-2-3 15,0-2-7-15,0 0-4 16,0 0-2-16,-9 0 1 0,-1 2-1 16,-2 1-1-16,-2 2-1 15,3 4-3-15,-3 3 6 16,3 0-6-16,0 8 0 15,2 8-1-15,2 5 0 16,1 6 0-16,3 4-6 16,3 1-10-16,0 2 0 0,3-1-16 15,7-5-10-15,3-2-12 16,1-4 3-16</inkml:trace>
  <inkml:trace contextRef="#ctx0" brushRef="#br0" timeOffset="-96813.66">11484 16141 45 0,'0'0'7'16,"0"0"17"-16,-42-33-3 15,28 27 11-15,1 3 1 16,-1 3-5-16,1 0-16 0,2 6-6 16,-1 7-4-16,0 7 0 15,2 1-1-15,3 6-1 16,0-3 1-16,4 3 1 15,3-4 1-15,0-2 1 16,0-4-3-16,8-1-1 0,0-5 1 16,4-3-2-16,0-4-4 15,3-4 3-15,-1 0 4 16,0-3 0-16,0-6 0 16,-2-3-3-16,-1-1 6 15,-4-3 0-15,-3 2-2 0,-4-2 0 16,0 0 3-16,-6 1 1 15,-4-2-5-15,-3 4 1 16,0 3-3-16,-4 5-21 16,3 5-28-16,0 0-16 15,1 8-6-15</inkml:trace>
  <inkml:trace contextRef="#ctx0" brushRef="#br0" timeOffset="-96370.23">11446 16663 151 0,'0'0'2'0,"0"0"32"0,0 0-4 0,0 0-13 15,0 0-10-15,-43 9-3 16,34-1-2-16,0 5-2 16,5 3 0-16,0 4 1 15,1 1-2-15,3 3 1 0,0 1 0 16,7-2-2-16,4-1 2 16,0-4-1-16,5-5 0 15,-3-3-1-15,4-5-2 16,0-5-2-16,3 0 7 0,-4-11 5 15,-1-1-3-15,-4-4 3 16,-2-1-4-16,-4 0 0 16,-5-1 6-16,0-4 25 15,-8 2-4-15,-6 0-28 16,-2 2-8-16,-2 1 1 0,-4 6-4 16,6 10-6-16,-2 1 8 15,3 10-13-15,1 9-10 16,3 4-31-16,0 1-27 15</inkml:trace>
  <inkml:trace contextRef="#ctx0" brushRef="#br0" timeOffset="-95980.27">11603 16952 199 0,'0'0'13'15,"0"0"1"-15,0 0-6 16,0 0-7-16,0 0-1 16,0 0-7-16,-30 49 5 15,24-30 2-15,1 5 0 16,2 0 1-16,3-1-1 0,0-2 0 16,5 0 0-16,5-3 0 15,2-4 0-15,2-3-1 16,0-4-2-16,2-7-2 15,0 0-1-15,1-5 8 16,-2-10 5-16,1-4 4 0,-5-3 2 16,-1-2 0-16,-6 1-2 15,-4-1-1-15,0 0-4 16,-9 5 0-16,-4 3-3 16,-2 4 1-16,-2 5-1 15,-1 7-7-15,0 4 0 0,2 14-11 16,1 4-15-16,-1 4-13 15,7 1-20-15,-1-2-27 16</inkml:trace>
  <inkml:trace contextRef="#ctx0" brushRef="#br0" timeOffset="-95602.79">11828 17267 252 0,'0'0'-11'0,"0"0"13"16,0 0-3-16,0 0-7 15,-4 41-16-15,1-22-4 16,3 2 21-16,0 0 6 16,0 2 2-16,0-2 0 0,7-1 2 15,2-4-2-15,3-2 1 16,3-3-1-16,3-5-4 15,2-6 0-15,-4 0 8 16,4-10-1-16,-3-5-1 16,-1-4-1-16,-3-2 7 15,-1-2 5-15,-8 3 7 16,-4-1-5-16,0 1 2 0,-11 4-4 16,-6-1-7-16,-2 4-4 15,-2 2-2-15,-3 7-1 16,0 4-6-16,2 0 3 15,4 17-17-15,2 1-9 0,3 2-52 16</inkml:trace>
  <inkml:trace contextRef="#ctx0" brushRef="#br0" timeOffset="-95417.67">12117 17511 183 0,'0'0'3'0,"0"0"17"16,39 50-12-16,-25-36-4 15,2-2-4-15,-3-4-2 16,-1-8-24-16,-1-3-48 16</inkml:trace>
  <inkml:trace contextRef="#ctx0" brushRef="#br0" timeOffset="-94691.68">12334 16138 135 0,'0'0'30'0,"0"0"-21"16,0 0 15-16,0 0-10 0,0 0-10 15,37-16 3-15,-24 9-3 16,1-3 0-16,-1 2 1 15,2-1-1-15,-1 2-4 16,1 1 2-16,-2-1-2 0,0 4 1 16,1-1-17-16,-4 0-32 15,-5 1-30-15</inkml:trace>
  <inkml:trace contextRef="#ctx0" brushRef="#br0" timeOffset="-94477.1">12414 16029 244 0,'0'0'8'15,"0"0"17"-15,0 0-17 16,0 0-3-16,0 0-7 16,0 0-4-16,-15 36 6 15,15-17-2-15,0 2-2 16,3 5-2-16,4-1-7 0,-2 1-16 15,1-6-41-15,0-5-34 16</inkml:trace>
  <inkml:trace contextRef="#ctx0" brushRef="#br0" timeOffset="-94234.14">12617 16004 208 0,'0'0'-5'15,"0"0"5"-15,0 0-1 16,0 0 3-16,42 0-2 16,-28 0-2-16,3 0-1 15,4-2 2-15,0-7-2 16,2-1 1-16,0-3 1 0,-2-1 4 15,-2 2-58-15</inkml:trace>
  <inkml:trace contextRef="#ctx0" brushRef="#br0" timeOffset="-94021.85">12707 15934 238 0,'0'0'-3'0,"0"0"5"0,0 0-8 16,0 0 1-16,0 0 4 15,-5 46 1-15,12-29 0 16,-1 5-1-16,1 2 0 16,1 1-29-16,2 0-27 15,-3-3-51-15</inkml:trace>
  <inkml:trace contextRef="#ctx0" brushRef="#br0" timeOffset="-93694.6">12482 16390 249 0,'0'0'16'16,"0"0"-6"-16,0 0-23 0,0 0 16 15,0 0 0-15,0 0-3 16,40-15 2-16,-26 12-1 15,0-2 0-15,0 0-1 16,1 3 0-16,-1-1 0 16,-1 0-15-16,-2 0-53 0,-2-1-35 15</inkml:trace>
  <inkml:trace contextRef="#ctx0" brushRef="#br0" timeOffset="-93502.9">12536 16300 73 0,'0'0'172'15,"0"0"-165"-15,0 0-6 16,0 0-4-16,-15 40-2 16,15-22-24-16,0 3-2 0,1-1 7 15,7-1-9-15,0-4 0 16,4-3-60-16</inkml:trace>
  <inkml:trace contextRef="#ctx0" brushRef="#br0" timeOffset="-93258.04">12742 16290 257 0,'0'0'-8'16,"0"0"8"-16,0 0 1 16,0 0-1-16,40-26 0 15,-26 19-1-15,2 0-1 16,6-3 2-16,0 0 1 16,2 0-1-16,1-1 1 0,2-2-19 15,-6 1-48-15,0 0-21 16</inkml:trace>
  <inkml:trace contextRef="#ctx0" brushRef="#br0" timeOffset="-93063.13">12855 16156 247 0,'0'0'9'0,"0"0"5"0,0 0-12 15,0 0-4-15,-30 44 0 16,30-25-1-16,0 2 0 16,0-2-7-16,9 2-11 15,0-3-19-15,3-5-34 0</inkml:trace>
  <inkml:trace contextRef="#ctx0" brushRef="#br0" timeOffset="-92769.34">13022 16070 231 0,'0'0'40'16,"0"0"-37"-16,0 0-2 16,39-14 3-16,-23 5-4 15,2-1 2-15,-2 0-2 0,-1 0-2 16,-1 0-5-16,-1 3-6 16,-1 1-7-16,-5 0-14 15,-1 1-26-15</inkml:trace>
  <inkml:trace contextRef="#ctx0" brushRef="#br0" timeOffset="-92573.28">13068 15959 279 0,'0'0'5'15,"0"0"-5"-15,0 0 0 16,-5 47 0-16,5-26 0 15,3 3-3-15,4 0-11 16,2 1-10-16,-1 0-10 16,1-1-33-16,-4 0-17 15</inkml:trace>
  <inkml:trace contextRef="#ctx0" brushRef="#br0" timeOffset="-91907.87">12261 16592 150 0,'0'0'39'0,"0"0"6"0,0 0-24 0,0 0-5 0,0 0-9 15,0 0-11-15,0 0 7 16,0 0-3-16,0 0-1 16,48-11 1-16,-33 6 1 15,1-1 0-15,1 0-1 16,0-1-1-16,0-2-19 0,-4-1-45 16,-3-1-53-16</inkml:trace>
  <inkml:trace contextRef="#ctx0" brushRef="#br0" timeOffset="-91680.97">12232 16526 244 0,'0'0'-13'0,"0"0"39"15,0 0-12-15,0 0-7 16,0 0-16-16,0 0 8 15,0 0 2-15,-8 46 0 16,19-30-1-16,2 1-3 16,2 0-9-16,0-1-12 15,2-2-17-15,-7-7-17 0,0-4-63 16</inkml:trace>
  <inkml:trace contextRef="#ctx0" brushRef="#br0" timeOffset="-91382.47">12123 16315 245 0,'0'0'29'16,"0"0"-17"-16,0 0-9 15,0 0-3-15,0 0 2 0,0 0 1 16,38-45-3-16,-22 34-1 16,-1-1-6-16,-1 3 0 15,1 0-11-15,-3-2-22 16,1-1-42-16</inkml:trace>
  <inkml:trace contextRef="#ctx0" brushRef="#br0" timeOffset="-91190.35">12166 16169 264 0,'0'0'15'0,"0"0"4"16,0 0-8-16,0 0-11 15,-27 51-1-15,27-28 0 16,9 4-3-16,6 1-11 16,2 1-11-16,4-1-38 0,2-2-32 15</inkml:trace>
  <inkml:trace contextRef="#ctx0" brushRef="#br0" timeOffset="-90825.51">12483 16865 232 0,'0'0'15'0,"0"0"2"16,0 0-3-16,0 0-12 15,0 0-4-15,0 0 3 0,0 0-3 16,0 0 5-16,0 0-3 15,29-43 0-15,-15 32 1 16,1 1-6-16,1-3-17 16,-3 0-22-16,0 0-56 15</inkml:trace>
  <inkml:trace contextRef="#ctx0" brushRef="#br0" timeOffset="-90619.62">12503 16734 9 0,'0'0'279'16,"0"0"-262"-16,0 0-9 15,0 0-10-15,0 0-1 16,-22 46-6-16,23-32-2 16,9 0-5-16,-2 0-5 15,3-2-3-15,2-2-5 0,1-3 3 16,1-4-18-16,-3-3-23 15</inkml:trace>
  <inkml:trace contextRef="#ctx0" brushRef="#br0" timeOffset="-90371.42">12734 16659 154 0,'0'0'29'0,"0"0"6"16,0 0-15-16,0 0-11 15,0 0 0-15,0 0-1 16,0 0-3-16,0 0-4 16,49-41 1-16,-33 28-2 0,0 3 0 15,3-1-8-15,-4 0-24 16,1-1-30-16,-3-2-47 15</inkml:trace>
  <inkml:trace contextRef="#ctx0" brushRef="#br0" timeOffset="-90164.73">12809 16517 272 0,'0'0'6'0,"0"0"9"0,0 0-7 15,0 0-7-15,0 0-4 16,0 0-5-16,-27 38 6 16,27-21 1-16,1-1-5 15,7 3-5-15,0-2-6 0,4 0-8 16,-3-2-22-16,1-5-22 16</inkml:trace>
  <inkml:trace contextRef="#ctx0" brushRef="#br0" timeOffset="-89909.61">13001 16476 269 0,'0'0'2'0,"0"0"2"15,0 0-4-15,0 0 2 16,0 0 0-16,43-36-1 16,-30 27 0-16,3 1-1 0,0 1 0 15,2-2-2-15,-1 0-8 16,1-1-10-16,-3-3-39 16,0 3-62-16</inkml:trace>
  <inkml:trace contextRef="#ctx0" brushRef="#br0" timeOffset="-89705.54">13117 16341 264 0,'0'0'17'0,"0"0"9"16,0 0-16-16,0 0-9 0,0 0-6 15,0 0-6-15,0 0 6 16,-16 49 1-16,24-32-6 15,0 1-4-15,3 0-8 16,1-2-21-16,-1-3-21 16,-4-6-34-16</inkml:trace>
  <inkml:trace contextRef="#ctx0" brushRef="#br0" timeOffset="-89461.54">13247 16307 204 0,'0'0'55'16,"0"0"-33"-16,0 0-20 16,0 0-6-16,0 0 7 0,0 0-1 15,0 0-1-15,35-23-2 16,-22 16 2-16,1-1 0 15,1-2-1-15,0 1-3 16,1-1-27-16,-6-3-52 16,0-1-55-16</inkml:trace>
  <inkml:trace contextRef="#ctx0" brushRef="#br0" timeOffset="-89264.82">13305 16183 258 0,'0'0'10'0,"0"0"10"16,0 0-15-16,0 0-4 15,0 0-2-15,-17 39-1 16,17-21 1-16,7 1-7 16,1 3-8-16,0 1-19 0,2 0-44 15,-3-1-45-15</inkml:trace>
  <inkml:trace contextRef="#ctx0" brushRef="#br0" timeOffset="-88840.82">12751 16954 185 0,'0'0'0'0,"0"0"0"0,0 0 2 0,0 0 4 0,29-48 0 15,-15 34-4-15,1-3-1 16,4 3 1-16,-4-2-2 15,3 2 1-15,-3 1-4 16,-3 2-28-16,-5 1-46 16</inkml:trace>
  <inkml:trace contextRef="#ctx0" brushRef="#br0" timeOffset="-88641.78">12807 16774 222 0,'0'0'14'16,"0"0"2"-16,0 0-14 16,0 0-4-16,0 0 0 15,-11 48 1-15,11-32 2 16,0 3-2-16,3-1-1 0,5 1-7 16,-1-2-10-16,1-4-22 15,2-4-22-15</inkml:trace>
  <inkml:trace contextRef="#ctx0" brushRef="#br0" timeOffset="-88421.42">12940 16811 13 0,'0'0'241'16,"0"0"-247"-16,0 0 5 0,0 0-1 15,30-44 7-15,-16 31-5 16,-1 1-3-16,3-1-2 16,-1 1 5-16,2 0-1 15,1 0 0-15,3-1 2 16,-6 1-32-16,0-1-67 0</inkml:trace>
  <inkml:trace contextRef="#ctx0" brushRef="#br0" timeOffset="-88215.52">13044 16629 87 0,'0'0'58'16,"0"0"-25"-16,0 0-9 16,0 0-10-16,0 0-12 15,0 0-3-15,-25 40 1 0,25-26 0 16,1 2 0-16,7 0-1 15,-1-1 0-15,2-1-11 16,0-4-24-16,-2-5-36 16</inkml:trace>
  <inkml:trace contextRef="#ctx0" brushRef="#br0" timeOffset="-87985.63">13203 16574 235 0,'0'0'3'0,"0"0"0"15,0 0-1-15,0 0-3 16,0 0 2-16,0 0 0 16,0 0-1-16,38-40-4 15,-22 29 4-15,1-1 2 0,1-2-1 16,-2 3 0-16,0-2-40 15,-2 2-72-15</inkml:trace>
  <inkml:trace contextRef="#ctx0" brushRef="#br0" timeOffset="-87788">13267 16463 288 0,'0'0'6'16,"0"0"1"-16,0 0-9 16,0 0 0-16,0 0-18 15,0 0-3-15,-2 46 23 16,7-28-15-16,3 2-48 16,-2-2-14-16</inkml:trace>
  <inkml:trace contextRef="#ctx0" brushRef="#br0" timeOffset="-87311.68">13003 16952 159 0,'0'0'39'0,"0"0"3"0,0 0-20 15,0 0-20-15,0 0 2 16,0 0-3-16,0 0-1 0,30-39 0 15,-16 30 0-15,0-1 1 16,1 0-1-16,4-2 0 16,-1 1 1-16,-3 0-7 15,0-2-50-15,-3-1-74 0</inkml:trace>
  <inkml:trace contextRef="#ctx0" brushRef="#br0" timeOffset="-87125.64">13109 16808 281 0,'0'0'13'0,"0"0"24"15,0 0-18-15,0 0-17 16,0 0-10-16,0 0-26 16,0 0 17-16,-20 51 9 15,20-32-19-15,1-1-22 0,6-5-27 16,-2-3-18-16</inkml:trace>
  <inkml:trace contextRef="#ctx0" brushRef="#br0" timeOffset="-86877.43">13228 16754 196 0,'0'0'-6'0,"0"0"11"15,0 0 0-15,0 0 3 16,48-42-6-16,-34 32-1 16,1-1 0-16,-1 1 0 0,-1 1-2 15,-2 0-2-15,1 1-22 16,-5-2-38-16</inkml:trace>
  <inkml:trace contextRef="#ctx0" brushRef="#br0" timeOffset="-86694.01">13303 16625 268 0,'0'0'10'0,"0"0"-8"0,0 0-4 15,0 0 1-15,-8 41 1 16,8-24-2-16,4 2-9 16,3 1-14-16,1-5-24 15,-1-1-30-15</inkml:trace>
  <inkml:trace contextRef="#ctx0" brushRef="#br0" timeOffset="-62697.82">12591 15730 66 0,'0'0'9'0,"0"0"-2"0,0 0-7 0,0 0 2 16,0 0 0-16,0 0-1 0,0 0 0 16,0 0 3-16,0 0 6 15,-1 0 8-15,-1 0-8 16,0 0-7-16,2 0-2 0,-4 0-1 15,2 0-1-15,0 0 2 16,0 0 1-16,-2 0 4 16,0 0 1-16,0 0 3 15,1 0-1-15,-4 0 0 16,1 0 0-16,-2 2 3 0,2-1-4 16,-2 0-1-1,1 2-3-15,-4 0 0 16,2 0-1-16,0 1-1 0,-5 1-1 15,3 0 0-15,-1 0 0 16,1 2 1-16,1-3-2 16,0 2 0-16,0-1 1 0,2 0-1 15,2-1 0-15,-3-3 0 16,4 2 2-16,-1 0-2 16,-1-1 0-16,-1 0 2 15,0 1-1-15,-2 1 2 16,3-1 1-16,-5 1 0 0,3 1-3 15,1 0 0-15,1 3-1 16,0-3 0-16,0 1 0 16,3-2 0-16,-3 1 0 15,1 0 0-15,-1-1 1 16,2 0-1-16,-4 1 0 0,3 0 0 16,-4 0 0-16,4-1 0 15,-2 2 1-15,1-2-1 16,-1-1 0-16,2 1 0 15,-1-2 0-15,1 2 0 16,0-3 1-16,0 3-1 0,-1 2 0 16,3-2 0-16,-3 2 0 15,2 0 0-15,-1-1 0 16,0 1 0-16,1-1 0 16,1-3 0-16,-2 4 0 15,3-3 0-15,-5 1 0 16,4 0 0-16,-2 2 1 0,0-2-1 15,3 2 0-15,-1 1-1 16,0-1 1-16,0 1-2 16,2 0 3-16,0 0-1 15,-3-1-1-15,2-1 2 0,1 0-1 16,-1 0 0-16,-1-1 0 16,0-1 1-16,1 2-1 15,0 0 0-15,-3 1 0 16,2 0 1-16,1 1-2 15,-1 1 2-15,0 1-2 16,1-1 1-16,-1 1 0 16,-3 2 0-16,4-2 0 0,-3 1 0 15,1-2 0-15,1 2 1 16,0 0-1-16,-1-3 1 16,2 0 0-16,2 0-1 15,0 0 0-15,-1 1 0 0,2 1 0 16,-2-3-1-16,2 3 1 15,-3-1 1-15,2-2-1 16,0 0 0-16,0-1 1 16,1 0-2-16,0 0 1 15,0 1-1-15,0-2 0 0,0 3 0 16,0-1 0-16,0 1 2 16,0 0-1-16,0-1 0 15,0 2 1-15,0-2-2 16,0 0 1-16,0-2 1 15,0 3-1-15,0 0-1 0,0-1 1 16,0 1-1-16,2-1 0 16,-1 1 1-16,2 0 1 15,-1 0-1-15,0 0 0 16,-2 0-1-16,1 2 1 16,0-2 0-16,0 0 0 0,0 1 0 15,0 2 0-15,0-1 0 16,3 2 0-16,-4-1 1 15,2 1-2-15,-2 0 2 16,2 0-1-16,0-3 0 16,-1 2-1-16,1-3 2 0,-1 0-2 15,2-1 0-15,-1 0-1 16,0-1 1-16,0 1 2 16,0 0-2-16,1-1 3 15,2 1-3-15,-1 0-4 16,-1 2 4-16,3 1 3 0,-2-3 1 15,1 2-1-15,1 1-2 16,-2-2 1-16,0 2-1 16,2-1 1-16,-1 0-1 15,-1-1 0-15,2 2 0 16,-1-3 0-16,2 1 0 0,-3-1 0 16,0 1-1-16,3-3 0 15,-4 3-1-15,4-3-2 16,-3 2 5-16,1-2-2 15,1 2 2-15,-2-2 0 16,1 0 1-16,2 2-1 0,-1-2 0 16,1 1-1-16,-3 2 0 15,1-2 1 1,2 1-1-16,-2 1 0 0,1-1 0 16,-1 2 1-16,1-2-1 15,-2 1 0-15,2-1 0 16,0-1-1-16,-2 0 2 0,1 0-1 15,1 0 0-15,-3-1 0 16,1 0-1-16,3 2 1 16,-4-2 0-16,2 0 0 15,0 1 0-15,0 0 0 16,1 0 0-16,1 0 0 0,-2-2-2 16,1 4 2-16,-1-1 0 15,1-1 0-15,0 0 0 16,0-1 1-16,0 2-1 15,-1-1 0-15,1 1 0 16,-1-2 0-16,0 1 0 0,1 0-7 16,-1-2 9-16,1 2-6 15,-1-1 6-15,4 0-6 16,-3-1 6-16,1 1 2 16,0 0-1-16,2 2-2 15,-3-2-1-15,1 1 1 16,-1 0-1-16,1 2 1 0,-1-1-1 15,0 0 0-15,0 1 0 16,-1-2 1-16,1 1-1 16,0-3-1-16,0 4 2 15,-1-3-1-15,1 1 0 0,0-1-1 16,0 0 1-16,2 0 0 16,-3 2 0-16,3-2 0 15,-3 0 0-15,4-1 0 16,-2 0 0-16,1 1 0 15,-3-2 0-15,2-1-3 0,-1 1 3 16,1-1-3-16,-1 0 3 16,1-1 3-16,0 1-1 15,0 0 0-15,0-1 0 16,1 2-2-16,-2 0 0 16,2 0 0-16,-3-1 1 0,3 2-1 15,-3-2 0-15,2 2 0 16,-1-1 0-16,1-1 0 15,-2 2 0-15,3-2 1 16,0 1 1-16,0-2-2 16,-1 1 1-16,1-1-1 0,2 0-2 15,-4 3 4-15,1-3-3 16,-3 0 2-16,2 0 0 16,0 0-1-16,-1 0 3 15,0 0 0-15,0 1-1 0,0-1-1 16,2 2 0-16,-3-1 0 15,1-1-1-15,1 2 1 16,-2-1 0-16,3 0-1 16,-2-1 0-16,-2 0 0 15,3 2 0-15,0-2 2 16,1 0-4-16,0 0 1 0,0 0 2 16,0 0 1-16,3 0-2 15,-3 1 0-15,2-1 1 16,0 0-1-16,-2 0 0 15,2 0-3-15,0 0 2 16,0 0-3-16,2 0 8 0,-3 0-5 16,0-3 3-16,2 2 2 15,-2-2-1-15,0 2-2 16,-2-2-1-16,1 3 1 16,-2-3-1-16,0 3 1 15,-1-1-1-15,-1 1 1 0,-1-2 0 16,4 2 0-16,-2-1 2 15,0 1-2-15,4-1-1 16,-3-1 1-16,1 2-1 16,1-3 0-16,2 3 0 15,-5-1 0-15,3-1 0 16,-1 1-1-16,-1-2 1 0,2 3 0 16,-2-1 0-16,1-1 1 15,-2 1-1-15,1-2 1 16,-1 3-1-16,0-1 1 15,2 0-1-15,0 0 0 0,-3 0 1 16,1-1-1-16,2-1 1 16,-2 1 0-16,2 0 1 15,0 1-2-15,-1-2 0 16,3 0 0-16,-1 0 0 16,2 3 0-16,-2-3 0 0,-1 0 1 15,0 2-1-15,2-2 0 16,-2 1 0-16,1-1 0 15,0 1 0-15,1-2 0 16,0 1-1-16,-1-1 2 16,1-2-1-16,1 2 0 15,0 1 0-15,-3-3 0 0,1 3 0 16,3-3 1-16,-4 1-1 16,3 1 0-16,-3-2 0 15,4 1 0-15,-1-2 0 16,-2 1 0-16,3 0 2 15,0-1-2-15,-4 3 0 0,3-1 0 16,-1 0 0-16,0-1 0 16,0 1 0-16,0-3 0 15,3 1-2-15,-2-1 4 16,0-1-1-16,2 2-1 16,-4-1 1-16,1-1-1 0,-2 3 0 15,2-1 1 1,-5 2-1-16,3-1 0 0,-2 0 0 15,-1-1 0-15,3 0 1 16,-4 1-1-16,2-1 0 16,0 2 1-16,2-3 0 15,-4 1-1-15,0-1 1 0,1-2 0 16,1 0 0-16,-2-1 0 16,2-1 0-16,-1 1 0 15,1-2 1-15,1 0-1 16,-3 0 0-16,1-1-1 15,3 0 1-15,-4 0 0 0,1-1-1 16,0 0 1 0,3 2-1-16,-4-2 0 0,-2 2 1 15,2 1-1-15,-2-3 0 16,0 2 1-16,1 0-1 16,-1 0 1-16,0-3-1 0,0 1 1 15,0 0 0-15,0-1-1 16,0 2 1-16,0-3-1 15,0 1 0-15,0 0 0 16,0-2 1-16,-1 4-1 0,-1-3 0 16,2 1 0-16,-2 1 3 15,2 0-6-15,-4 1 3 16,3 2 3-16,-1-3-3 16,-1 1 0-16,-1 0 0 15,0-2 0-15,0 1 0 0,1 0 1 16,-3 0-1-1,1-1 0-15,2 2 0 16,-1 0 1-16,-2 0-1 0,3 1 0 16,-3 0 0-16,-1-1 1 15,4 1 0-15,-3 3 0 0,1-1 0 16,3-2-1-16,-4 0 1 16,3 0-1-16,-2 0 0 15,3-1-1-15,-4 2 2 16,1 0-1-16,-1 0 1 15,-1 0-3-15,-2 1 6 16,2-1-3-16,-2 1 3 0,1-2-2 16,-2 0-1-16,1-1 0 15,1 0 0-15,-2 0-1 16,1 1 1-16,1 0-1 16,-2 1 1-16,0 0-1 15,0 2 1-15,2 0-2 0,-4 0 3 16,2 2 4-16,3-1-5 15,-3 2-2-15,0 0 4 16,1-1-3-16,1 0 0 16,0 1 0-16,1 0 0 15,-1 0 0-15,0 0 0 16,0 0 0-16,1 1 0 0,-2-1 1 16,-2 2-2-16,2-1 1 15,0 3 0-15,-2-3 1 16,0 3 0-16,2-1-1 15,-1 1 1-15,-1-1-2 16,1 1 2-16,0 2-2 0,1-1 2 16,-3 1 0-16,1 1-2 15,1-3 0-15,1 3 3 16,-4 0-1-16,2 0-2 16,-3-1 3-16,2 1-3 15,2 0 0-15,-4 0 3 0,3 0-2 16,0 0-1-16,0 0 2 15,4 0-1-15,-4 0 2 16,-1 0-3-16,2 1 2 16,-1 2-2-16,-1-3 0 0,-1 3 3 15,-3-2-2 1,3 2 0-16,-5 0 0 0,3-1-1 16,-1 2 2-16,2-2-1 15,0 1-4-15,2 0 8 16,1 0-3-16,1-2-1 15,-1 1 2-15,2 1 0 0,0-2-2 16,2 1-1-16,-1-1 2 16,1 0-1-16,-2-1 1 15,2 2-1-15,-1-2 0 16,1 1 0-16,-1-1 0 16,2 0 0-16,-1 2 0 0,1-1 0 15,-1 0 1-15,2-1-2 16,0 2 2-16,0-1-1 15,0 1-1-15,-1-1 2 16,2 1-1-16,-3-1 0 0,2 2 0 16,0-2 0-1,-3 2 0-15,2 0-1 0,-3 1 0 16,-3 0-1-16,0 1-1 16,-1 0 2-16,0 4 1 15,-3 0 0-15,1-1 1 16,0 2 2-16,-3 1-6 0,3 1 4 15,-1 2-4-15,-1 0-2 16,1 6-9-16,0 0-17 16,-5 0-23-16,-5-4-132 15</inkml:trace>
  <inkml:trace contextRef="#ctx0" brushRef="#br0" timeOffset="-54043.79">319 7499 152 0,'0'0'5'0,"0"0"3"0,0 0 2 0,0 0-7 15,0 0-2-15,0 0-2 16,0 0 0-16,0 0 1 15,0 0 0-15,37-2 0 16,-28 9 1-16,-3-3 0 0,6 2 0 16,-6 0 1-16,3-2 0 15,0 2 1-15,0-1 1 16,-4-2-10-16,-5-3-68 16</inkml:trace>
  <inkml:trace contextRef="#ctx0" brushRef="#br0" timeOffset="-53139.07">402 7511 9 0,'0'0'14'0,"0"0"-2"0,0 0-1 0,0 0-3 0,0 0 1 16,0 0-2-16,0 0-2 15,0 0-3-15,0 0 0 16,38 29 1-16,-30-29 1 0,-2-7 9 16,1-5 3-16,3-2-7 15,-2-4 2-15,1-1-8 16,-1-5 0-16,2 2 1 15,-3-6-3-15,3 0 0 16,-1-2 1-16,0-6 3 0,2-5 2 16,0-3 4-16,3-5 0 15,1-6-1-15,2-4-3 16,5-5-2-16,4-8-1 16,5-2-1-16,6-6 0 15,-2-3-4-15,-1-7-81 0</inkml:trace>
  <inkml:trace contextRef="#ctx0" brushRef="#br0" timeOffset="-52648.95">323 7592 91 0,'0'0'1'0,"0"0"11"0,21-51 3 0,-9 31 5 0,-3-4-5 0,1-2-1 16,2-3 0-16,1-4-4 16,3-4-1-16,0-7-2 15,4-3-1-15,0-4-2 16,2-3 0-16,3-1-2 16,-2-2 0-16,-2 4-5 15,-3 5-86-15</inkml:trace>
  <inkml:trace contextRef="#ctx0" brushRef="#br0" timeOffset="-52463.37">400 7452 244 0,'0'0'-3'16,"0"0"28"-16,0 0-2 0,0 0-24 15,0 0-8-15,61-73 9 16,-1 16-4-16,7-18-61 16</inkml:trace>
  <inkml:trace contextRef="#ctx0" brushRef="#br0" timeOffset="-50935.09">10342 16497 191 0,'0'0'-34'0,"0"0"36"0,0 0-2 0,-45 34 0 0,31-24-14 15,-3 0 7-15,3-1 8 16,-1-4 4-16,-1-3 11 16,5-2 15-16,0 0 0 15,6 0-8-15,3 0-11 16,2-8-7-16,0 0-5 15,0-2-1-15,8-2-2 0,4 1 4 16,1 0 1-16,1 1 1 16,-1 3-3-16,0 3 1 15,2 1 0-15,-2 3 2 16,0 0-2-16,-2 1-2 16,-6 9-3-16,1 5-10 0,-6 0-2 15,0 5 12-15,0 4 0 16,-6 0 8-16,-1 2-6 15,-4 0-8-15,0 2 7 16,0-3-5-16,4-2 1 16,0-3 5-16,2-4 1 15,3-5 1-15,0-5 0 0,2-2 0 16,0-4-3-16,0 0 7 16,0 0 7-16,2-4 18 15,2-5-15-15,6-1-8 16,-1 0 1-16,2-1-5 0,3-2 0 15,-1 2 0 1,2-1 0-16,-1 1 0 0,4 1-1 16,-3-1-4-16,1 1-9 15,-1-4-27-15,-3-2-39 16</inkml:trace>
  <inkml:trace contextRef="#ctx0" brushRef="#br0" timeOffset="-49907.75">10417 16240 113 0,'0'0'13'0,"0"0"16"0,0 0-4 0,0 0-6 15,-46-38-5-15,32 35-8 16,-1 0-2-16,1 3 2 0,-4 0-4 16,1 0-1-16,1 2-1 15,-2 5-1-15,0 1 7 16,0 6 7-16,1-1-19 15,-6 1 7-15,3 2 1 16,0 1-2-16,2-2 0 0,0 3 0 16,-1-1 1-16,0 1-4 15,-1 5 5-15,2 0-2 16,-2 1 0-16,2 3 0 16,2 1 0-16,1 3 0 15,-1-1 0-15,6 2 0 16,-1 0 0-16,5 1-2 0,0-2 1 15,2 2 1-15,3-5-2 16,1 3 0-16,0-4 1 16,0 2-1-16,5-2 3 15,3-1-2-15,0 2 1 16,1-3-3-16,3 1 1 0,2-3-4 16,0-1 4-16,6-4 0 15,-3-1-3-15,0-5 5 16,0-1 0-16,1-1-1 15,-2-4 0-15,-1 1 0 16,1-1 1-16,-1 0 4 0,2-2-4 16,0 0 1-16,1-1 1 15,-1 1-2-15,2-1 0 16,1 0 0-16,-2-3 0 16,2 0 0-16,0 0 0 0,0 0 1 15,1 0 0-15,0-4-1 16,1-5 1-16,-1 2 0 15,-3-2 0-15,2-2 1 16,-2-2-1-16,-3-1 1 16,-1-3 1-16,-1 1 0 15,-2-5-1-15,3 1 1 0,-3 1-2 16,3-3 0-16,-3 2 0 16,1 0-1-16,1-2 2 15,-1 0-2-15,0 0 1 16,-1 1 0-16,-2-1 8 0,1 2-1 15,-4-1 1-15,0 2 0 16,-2 1 2-16,1-1-3 16,-5 0-2-16,2-1-3 15,-2 1 2-15,0-2-3 16,0 0 0-16,-8 0 0 16,1-1 0-16,-3-1 4 0,-3 1-3 15,0-1 0-15,-3-3 4 16,-1 5-2-16,-4-3-2 15,-1 1 1-15,-1 3 3 16,-1 2-5-16,-5-1-2 16,-4 3 10-16,-4 5-17 0,-3 4 7 15,0 6-3-15,-3 1-6 16,-1 14-28-16,-6 6-43 16,-5 1-153-16</inkml:trace>
  <inkml:trace contextRef="#ctx0" brushRef="#br0" timeOffset="-38978.12">12389 15786 122 0,'0'0'5'0,"0"0"6"0,0 0-5 0,0 0-5 16,0 0 0-16,0 0-2 0,0 0 0 15,0 0 2-15,0 0 0 16,0 0 6-16,-22-14 8 16,20 12 2-16,-3 2-11 15,3 0-2-15,1 0-6 16,-1 0 2-16,0 0 0 0,-3 0 2 16,2 6-2-16,-2-2 0 15,-1 2 1-15,0 1 1 16,-3-2-4-16,1 1 4 15,-1 0-2-15,-4 0 0 16,2 1 0-16,-2 0 3 16,-1 1-1-16,-2 2 1 0,1-1-3 15,1 3 2-15,0-2-4 16,2 2 1-16,2-1-4 16,3-1 3-16,-2 0 0 15,3 0 1-15,-3-3 1 16,4 2 0-16,1-2 0 15,-2 0 0-15,1-2 1 0,-2 0-1 16,2-1 2-16,1 1 1 16,-2 0 1-16,1-2-1 15,-1 2-1-15,0 1-1 0,0 1 1 16,-1 2-2 0,-1 1 1-16,0 1-1 0,-2 2-1 15,3 0-1-15,-2 1 4 16,0-1-1-16,2 1-1 15,0-1 1-15,3 0-1 16,0-1-1-16,-2-2 2 0,4 2-2 16,0-1 1-16,2 0 1 15,0 1-2-15,0 0 1 16,0 3 0-16,0 0 0 16,0-1-1-16,0 2 1 15,1-2 1-15,0 0-1 0,1 1-1 16,0 0 2-16,2 1-1 15,-4-2-1-15,2 2 1 16,0-2 0-16,-2 0 0 16,2 3-1-16,1-2 1 0,-1 2 0 15,2-1 0 1,-2 0 0-16,0 0 0 0,1-1-1 16,1-2 0-16,-1 0 2 15,-1-2 0-15,0 1 0 16,1-3 0-16,1 0 0 15,0 2-1-15,1-1 0 0,1 0 1 16,0 0 0-16,2-1-1 16,-3 0 0-16,1 0 0 15,0 0 0-15,1-1 2 16,0 1 0-16,-2-1 0 16,3 2-1-16,-1-1-1 0,2 2 0 15,-4-2 0-15,1 1 2 16,-1 1-3-16,1-3 2 15,-3 0-1-15,0 0 0 16,0-2 3-16,-1 0 3 16,1 0-3-16,1 0-1 15,-2-1-1-15,3 0 0 16,2-1 1-16,-2 2-2 0,1-2 1 16,0 1 1-16,1-1-2 15,-3 0 0-15,4 2 0 16,-2-2 1-16,-2 3-2 15,3-1 1-15,0 0 0 0,2 2 1 16,-4-1-1-16,3 0 0 16,-3 1 1-16,2-2-2 15,-3 0 2-15,-2-3-1 16,1 3 2-16,1-3 6 16,-2-1 1-16,2 2-3 0,1-2-3 15,-1 2-1-15,3-1-1 16,0 4 0-16,-2-4-1 15,3 3 1-15,-2-2-1 16,0 0-1-16,-1 0 1 16,0 1 1-16,2-1-1 0,-2 3 0 15,4-1 0-15,-2 1 2 16,1 0 4-16,2-1-3 16,-3-1-3-16,1 0 1 15,-1 0-1-15,-1-2 0 16,1 1 1-16,0-2-1 15,-2 1 2-15,1 1-2 0,0-2 1 16,2 0 0-16,-4 1 2 16,2-1-3-16,1 0 1 15,-2 0 0-15,4-1 0 16,-3 2-1-16,1 0 0 0,1-2 0 16,2 1 0-16,1-1 1 15,0-1-1-15,1 1 1 16,-1 1-1-16,1-2 1 15,-2 0-1-15,-1 0 1 16,1 0-2-16,-2 0 2 16,-2 0-1-16,3 0 0 0,-1 1 0 15,-2-1 0-15,-1 0 0 16,3 1 1-16,-1 1-2 16,0-2 1-16,2 0 0 15,-4 2 0-15,3-1 0 0,0-1 0 16,0 1 0-16,-1 0 0 15,1 1 0-15,2 1 1 16,-2-1-2-16,3 0 1 16,-1 1 0-16,-1-1 0 15,-1 0 0-15,1 0 0 0,-1 2 0 16,2-4-1-16,-5 3 2 16,3-3-1-16,2 3 0 15,-4-3 1-15,3 0-1 16,0 0 0-16,0 0 0 15,2 0 0-15,-3 0 0 0,3 0 1 16,-1 0-1-16,-1 0 0 16,1 0 1-16,0 0-1 15,-1 0 0-15,-1 0 0 16,2 0 0-16,-1 0-1 16,1 0 2-16,0-3-1 0,-1 2 1 15,1-2-2-15,0-1 2 16,1 1 1-16,-1 0-2 15,-2 1 0-15,1-2 0 16,0 3 0-16,1-1 0 16,0-1 0-16,-1-1 1 0,-1 4-2 15,2-4 2-15,-1 1-1 16,1 0 0-16,0 2 0 16,1-2 0-16,-1 0 0 15,0 3 0-15,0-3 0 16,1 2-1-16,-2-1 1 15,0 1 1-15,1-3-1 0,0 1 0 16,-1-4 1-16,1 4-2 16,0-3 2-16,0-1-1 15,0 0 0-15,2 0 1 16,0-3-1-16,0 2 0 16,-1-1 1-16,0 0-1 0,1 2 0 15,-1-2 0-15,-1 1 0 16,-1 0 0-16,0-1 0 15,0 1 1-15,-1-1-1 16,2 1 0-16,-1-3 1 16,-2 2-1-16,2-2 1 15,-3 1-2-15,-1 0 2 16,0-2 0-16,-2 1-1 0,2-1 1 16,-3 0 0-16,2-1-1 15,0 0 0-15,0 1 0 0,0 3 1 16,0-2-1-16,1 2 0 15,-3 1 1-15,0-1-1 16,1 1 3-16,2-2-3 16,-1 1 0-16,0-1 0 15,-1 0-3-15,1 3 6 16,0-3-3-16,-1 3 0 16,-1-3 0-16,1 0 0 15,1 0 0-15,-2-1 0 0,0-2 1 16,0 0 0-16,1-1-1 15,1-2 1-15,0 3-1 16,-3-1 1-16,1 0-1 0,0 1 1 16,-2-1 0-16,1 0-1 15,-1 1 1-15,0-1-1 16,0 0 0-16,0-2 1 16,0 3-1-16,0-1 0 15,0-1 1-15,0 2-1 0,0-1 0 16,0 1 0-16,0-3 0 15,0 2 1 1,-1 1-1-16,-1-1 0 0,1 1 0 16,-1-1 0-16,0 0 0 15,0-3 0-15,-2 5 1 16,1-3-1-16,1-1 0 16,-2 1 1-16,2 0-1 0,-2-2 0 15,2 2 2-15,0-2-1 16,0 1-1-16,0 0 0 15,-3 2 0-15,2 0 0 16,0 0 0-16,-1 2 1 0,-4 0 7 16,4-1-7-16,0 2 0 15,0-1 0-15,1 2 1 16,-1-1-2-16,0-2 0 16,-1 2 0-16,0-2 1 0,-1 0-1 15,1 0 0-15,-4 1 1 16,0-1-1-16,2 1 0 15,-3 0-1-15,1 0 1 16,-1 0 1-16,0 0-1 16,0 1 0-16,-1-1 0 15,0 1 0-15,1 1 0 0,-2 2 2 16,3-1-2-16,0 2 0 16,-3 0 0-16,3-1 0 15,-1 0 0-15,0 0 0 16,-1-1 0-16,1 2 0 15,-2-1 0-15,1-1-2 0,-1 2 1 16,1 1 1-16,1 1 1 16,0 0-1-16,2-1 0 15,1 2 0-15,0 0 0 16,-3 1 0-16,4-1-1 16,-2 1 0-16,1 0-1 15,-3 1 2-15,4 0 0 0,-3 0-1 16,-1 1 1-16,0 0 0 15,-1-2 0-15,0 3-1 16,-3-3 1-16,1 0 1 16,-1 1 0-16,1-1-2 15,0-1 1-15,-1-1 1 0,0 2-1 16,0-1 0-16,1 4 0 16,-2-3 0-16,2 3-2 15,-3 0 1-15,3 0 1 16,-1 0 0-16,1 0-1 15,-1 0 3-15,2 0-2 0,1 0-1 16,-2 3 1-16,3 0-1 16,1 0 2-16,-4 0-1 15,4-1 1-15,-4 0-1 16,3 1 1-16,-1-1-1 16,-3-1 0-16,1 1 0 15,-1 1 0-15,1-1 0 0,-5 2 0 16,3 0 0-16,-3 0-1 15,2 2 0-15,0-2 1 16,1 2 0-16,1-2 1 16,1 1-1-16,2-1 0 0,0-1 1 15,2 1-1-15,0-1 0 16,-3 1 0-16,2-1 0 16,1 1 1-16,-1 0-2 15,-2 1 1-15,3 0-1 16,-1 0 2-16,-1 0-1 0,2 1-1 15,-2 0 1-15,2 1 0 16,-2 0 0-16,0 0 0 16,2-1-1-16,-2 1 1 15,1 0-1-15,1-1 0 16,1-1-1-16,1 1 3 0,0-1-1 16,1 0-1-16,1 0 2 15,-1-2-1-15,0 3 0 16,0-3 0-16,-2 4-1 15,1 0 0-15,-2-1 1 16,-2 1-1-16,4 0 1 0,-4-1-2 16,-1-1 3-16,0 3-1 15,2-2 1-15,-1 2-1 16,0-1 0-16,2 0 0 16,-2 0 1-16,2 0-1 15,-2 0 0-15,0 0 0 0,4 2 0 16,-4-2 0-16,1 3 0 15,-1-2 0-15,3 2 0 16,0-2 0-16,-1 1-1 16,3-1 1-16,-1-1 0 15,2-2 1-15,1 1-2 0,-2 0 1 16,3-1 0-16,1 2-1 16,-2-1 1-16,2 1 0 15,-2 0 0-15,1 2 0 16,1 1 0-16,-3 1 0 15,-1 0 0-15,3 2-1 16,-3 1 1-16,1-1-1 0,1 3 1 16,-3-2-1-16,3 0 1 15,1-1 0-15,-3 0-2 16,2 1 2-16,3 0 0 16,-3-1 0-16,2 1 0 15,0 0-1-15,2-1 1 0,0 1 0 16,0-2 0-16,0 1-1 15,0-2 1-15,0 0 0 16,0 1-1-16,0 0 1 16,4 0 0-16,-2 1-1 15,0-1 1-15,-1 3 0 0,1-1-1 16,-1 1 1-16,1 4 0 16,1-3 1-16,-1 2-1 15,-2-1 0-15,2-2-1 16,-2 0 2-16,1-1-2 15,0-3 1-15,-1 2 0 0,1-3 0 16,1 3-1-16,0-1 2 16,1-1-2-16,1 0 1 15,-1 2-1-15,1-2 1 16,0 0-1-16,1-2 0 16,1 2-1-16,1-1 1 0,2 0 1 15,-4 1 0-15,3 1 0 16,0-2 0-16,0 1 0 15,-2 1 1-15,1-3-1 16,-3 2 0-16,2-2 0 16,0 0 0-16,-1-2-1 0,1 3 1 15,1 1-3-15,2-2 3 16,-4 1-1-16,3 0 2 16,-1 1-1-16,3 2 0 15,-2-2 0-15,-1-1 0 16,4 2 0-16,-5-1-2 0,3-1 2 15,0 1 0-15,3 0 0 16,-2 2 0-16,3-1 1 16,0-1 0-16,0 0-1 15,1 1 0-15,-2-1 0 16,-1-4 3-16,-2 2-3 0,1-1 0 16,0-2 0-16,0 4 0 15,-2-3 0-15,1-1 0 16,1-1 0-16,-3 2 0 15,3 0 0-15,-1-1 0 16,1 1 0-16,0-1 0 0,-1 0 0 16,-1-1 0-16,2 1 0 15,-4 0 0-15,3-2 0 16,-1-1-11-16,-1 1 11 16,3-1 0-16,-2-2 0 15,1 2 1-15,-1-1-1 0,-1-1 1 16,2-1-1-16,-2 3 0 15,1-2 0-15,-3-1 1 16,4 2-1-16,-4-1 0 16,3 0-1-16,-3-1 1 15,3 0 1-15,-1 0-1 16,2 2 0-16,0-2 0 0,1 0 0 16,1 0 0-16,1 0 0 15,2 0 1-15,0-2 0 16,-1 0 0-16,-2 0-1 15,0 2 0-15,-3 0-1 16,0 0 2-16,-1-1-1 0,1 1 0 16,0-1 0-16,0-1 0 15,3 1 0-15,-3-3 1 16,4 2 0-16,-2-2-1 16,1 1 3-16,0 0-6 0,-3 0 6 15,4 0-3-15,-1 2 0 16,2-2 0-16,-1 0 0 15,-2 1 0-15,2 0 0 16,0-1 0-16,0 0 0 16,0 1 0-16,1-2 0 0,-2 0 0 15,1-1 0-15,-1 2 0 16,1-3 0-16,0 3 0 16,1-3 0-16,-3 2 1 15,-1 0-1-15,-1 1 0 16,2 2 0-16,-5-2 0 15,3 2-1-15,-2-1 1 0,1-1 0 16,1 2 0-16,2-2 0 16,-1-1 1-16,1 0-2 15,1 2 2-15,-1-2-1 16,0 2 0-16,-2-1 0 16,-1 3-1-16,-1-2 1 0,-1 0 0 15,2 2 0-15,-2 0 0 16,3-2 0-16,0 0 0 15,2-1 0-15,1 0 0 16,0-1 1-16,-1 0-1 16,0-2 0-16,1 2 0 0,-1 0 0 15,-3-1 0-15,1 1 0 16,-1 0 0-16,2-1 0 16,-2 0 0-16,1-1 0 15,2-1 0-15,1-1 0 16,-3 0 0-16,1 1 0 15,1 0 1-15,-4 3-1 0,-1 0 0 16,1-1 0-16,-3 2 0 16,3 0 0-16,-1 0 0 15,-1-2 0-15,1 0 0 16,1 0 0-16,-3 0 0 0,2-1 1 16,-1 2-1-16,0-2 1 15,-1 2-1-15,1-2 0 16,0 1 1-16,-2-1-1 15,1 1 0-15,1 0 0 16,1-1 1-16,-2-3-1 0,1 1 0 16,0-1 0-16,0-1-1 15,0-2 1-15,1 0-1 16,0-2 1-16,-2 2 1 16,1-4-1-16,0 2 1 15,1-2-2-15,-1 0 2 0,2 1-1 16,-4-2 1-16,4 3-2 15,-2-1 2-15,0 0-1 16,-3 0 0-16,3-1 0 16,0 0 0-16,-2 0 0 15,1-1 0-15,-1 0 0 16,1 0 0-16,-1 0 0 0,0-1 0 16,-2 2 0-16,0-4 0 15,0 2 1-15,0 1-1 16,0-2 0-16,0 1 0 15,0-1 0-15,0 1 0 16,0-1 0-16,-2-1 1 0,1-1-1 16,0 1 0-1,1 0 0-15,0 2 0 0,-2 0 0 16,1 2 0-16,-1 0 0 16,1-1 0-16,-1 2 0 0,-2-1 0 15,0 0 0-15,-1 2 1 16,-1-2-1-16,-1 1 0 15,2-1 0-15,-1-1 0 16,1-1 1-16,0 1-1 16,0 0-1-16,-1-2 1 15,1 2 0-15,-1 1 1 0,0 1-1 16,1 0 0-16,-2 2 1 16,0-1-1-16,1 2 0 15,-3 0 0-15,1 1 0 16,2 1 0-16,-2-1 0 15,1 2 7-15,-1 2-4 0,0-1-3 16,0-1 1-16,3 2 0 16,-3 0-1-16,2-1 0 15,-2 1 0-15,3-1 0 16,-1-2 0-16,1 3 0 16,-4 0 0-16,2-3 0 0,-2 3 0 15,-2-1 0-15,2-1-1 16,-4 0 1-16,-1 2 0 15,-1-2-2-15,-2 3 3 16,1-1-1-16,0 0 0 16,2 2 1-16,-2 1-3 15,3 1 2-15,-1 3 0 0,3 0 0 16,0 0-2-16,0 0 1 16,0 0 3-16,2 0-1 15,-2 0-1-15,2 0 1 16,0 0-1-16,-4 0 0 0,1 0 1 15,-4 0-1-15,-1 0 0 16,-3 0-2-16,-1 3 2 16,-2 1-1-16,2 1 0 15,-2 2 2-15,2 0 0 16,0-2-1-16,-2 1 0 0,6 0 0 16,-4-1 0-16,4 0 0 15,-1-1 1-15,2 0-1 16,-2 1 0-16,1-1 0 15,-1-3 1-15,-3 2-1 16,1 0 0-16,1 0 1 0,-2 0-1 16,1 1 0-16,1 0 0 15,0 3 1-15,1 0-2 16,1 2 1-16,0 0-1 16,2 0 1-16,-1 0 0 15,3 0 0-15,-1 0 0 0,1 0 0 16,2-3 0-16,-2 0 0 15,4-1 1-15,0-1-1 16,0 0 0-16,2-1 0 16,-1 2 0-16,-1-1 0 15,1 1-1-15,-2 0 1 16,1 0 0-16,1 0 0 16,-3 0 0-16,2 0 1 0,1 1-4 15,-2-1 3-15,-2-1-2 16,2 5 2-16,-1 0 1 15,0-1-1-15,-1 3 0 16,0 0 0-16,1 2-4 0,-2 0-1 16,3 1 1-16,-1-1 4 15,-1-1 0-15,2-1-1 16,1 0 1-16,-1-1-2 16,3 0 6-16,1-1-3 15,-1 1-1-15,2-1 0 16,-1 1 0-16,2 2 0 0,0-1-1 15,-1 2 1-15,0 1 1 16,1 0-2-16,-1 2 2 16,1 0-2-16,-1 2 1 15,1 1 0-15,0 0-1 16,0 1 0-16,3-1 2 0,-1-1-2 16,0 1 2-1,-1-3-2-15,1 0 1 0,0 0 0 16,1-1 0-16,0 0-1 15,0-2 1-15,1-1 0 16,-2 1-1-16,2-2 0 16,0 0 1-16,0 0 0 0,0 0-2 15,0-1 2-15,2 1-1 16,0-1-12-16,3 3 22 16,0 3-9-16,0-2-1 15,1 1 3-15,0 2-2 0,1-2-1 16,1 0-1-16,0 1-6 15,-3-2 16-15,3 0-19 16,0 1 18-16,0 0-12 16,-1-1 6-16,2 1-2 15,0-1 1-15,2-3-2 0,-2 3 0 16,3-2 1-16,0-1 0 16,-1 1-1-16,1 0 3 15,-2 0-1-15,2 1 1 16,-1-1-1-16,0 4 0 0,3-2 1 15,-3 0-1-15,0 2 0 16,0-2 0-16,0 2 1 16,0-2-1-16,-3 1 0 15,1-2 0-15,1 0-1 16,2 0 1-16,-3 0 0 16,2 1-1-16,3 0 1 0,-1 0 1 15,1 0 0-15,1 1 0 16,-2-4-1-16,0 0 0 15,-2-1 0-15,-1-2 0 16,-1 0 0-16,1-2 0 16,2 3 0-16,-5-1 0 15,2-2 0-15,0 2 0 0,-1-1 0 16,1-1 0-16,0-1 0 16,0 1 0-16,2 0 0 15,0-1-1-15,1 0 2 16,-1 0-1-16,1 1 1 0,1 0-1 15,-2-2 0-15,2 1 0 16,0 0 0-16,-1-2 0 16,-1 0-1-16,2-1 1 15,-2 0 0-15,1-1 0 16,2 2 1-16,-1-2-1 16,-2 2 0-16,3-3 0 0,-2 2 0 15,0-2 0-15,1 1 0 16,-2 1 0-16,3-2 2 15,-1 1-2-15,1-1 0 16,1 0 0-16,-1 0 0 16,1 0 1-16,3 0-1 0,-3 0 0 15,2-3 0-15,0 0 0 16,-1 0 0-16,-1-1 1 16,-1 1-1-16,-1-1 1 15,1 2-1-15,-1 0 0 0,0-2 0 16,1 1 0-16,1 0 0 15,-1 0 1-15,-1 0-1 16,1-1 1-16,-1 0-1 16,-1 1 0-16,1-1 0 15,-3-1 0-15,3 0 0 16,-1 1 0-16,1-1 0 0,-1-1 0 16,-1 2 0-16,3 0 1 15,-5-2-1-15,1 1 0 16,2-1 1-16,-1 0-1 15,-2-1 0-15,3-1 0 0,0 1 1 16,1-2-1-16,0-1 1 16,0 1-1-16,0-2 0 15,0 0 1-15,-1 0-1 16,-1-1 0-16,-2 2 0 16,2-3 1-16,-5 0 0 15,1 1-1-15,0-2 0 0,0-1 3 16,-1 1-3-1,1 0 0-15,-2-2 0 0,1 1 0 16,-1-1 0-16,4 1 1 16,-5-1-1-16,0 0 1 15,1 0-1-15,-3 0 1 0,1-3-1 16,-1 1 1-16,1-2-1 16,1-3 1-16,-4 0 0 15,2-1-1-15,-2 1 1 16,2-2 0-16,-2 1-1 15,0-2 1-15,0 3 0 0,0-4 0 16,0 2 0-16,0-3 2 16,0-1-2-16,0-1 0 15,0-1-1-15,0-1 1 16,0 0-1-16,0 2 1 16,0 0-1-16,0 1 0 0,-4 0 0 15,-2 4 0-15,0-2 0 16,0 3-4-16,1-2 18 15,-3 2-13-15,0-2-2 16,1 2 3-16,1 0-3 16,-2 3 2-16,0 1-2 15,-1 1 1-15,0 4 0 0,1 0 1 16,-3 3-1-16,4 3-1 16,-2 0 2-16,3 1-3 15,1 5 3-15,2 0-2 16,3 2-2-16,0 1-14 0,0 0-20 15,0 0-48-15,0 0-26 16</inkml:trace>
  <inkml:trace contextRef="#ctx0" brushRef="#br0" timeOffset="-37397.23">12796 16223 64 0,'0'0'12'0,"2"-1"-2"0,-2-2-5 0,1 1-2 16,1-2-2-16,-1 3-1 0,2-1 0 15,-3 1 1-15,0 1 2 16,0 0 7-16,0-1 7 16,0-1-4-16,0 2-4 15,0-4-6-15,2 4-2 16,0-3-1-16,1-1 0 0,3-1 0 16,1-1 0-16,0 1 0 15,-3 2 0-15,1-1 1 16,1 1-2-16,-2 2 0 15,-3-1-2-15,2 2 1 16,-2 0 0-16,-1 0-2 0,0 0 1 16,1 0 0-16,-1 0 1 15,0 0-2-15,0 0-7 16,1 0 4-16,2 2 0 16,-3-2-7-16,2 1-6 15,-2-1-25-15</inkml:trace>
  <inkml:trace contextRef="#ctx0" brushRef="#br0" timeOffset="-37139.83">12936 16115 75 0,'0'0'-2'0,"0"0"-12"0,0 0 15 0,0 0-5 15,0 0-24-15</inkml:trace>
  <inkml:trace contextRef="#ctx0" brushRef="#br0" timeOffset="-36435.34">13482 15519 6 0,'0'0'6'0,"0"0"13"0,0 0 1 16,0 0-13-16,0 0-11 15,0 0-17-15,0 0-2 16</inkml:trace>
  <inkml:trace contextRef="#ctx0" brushRef="#br0" timeOffset="-30401.18">15264 15952 21 0,'-1'0'0'0,"0"0"-8"0,1 0-5 0,0 0 20 0,0 0 21 15,0 0 9-15,0 0-3 16,0 0-2-16,0 0-4 16,-1 0-12-16,0 0-10 15,1 0-4-15,0 0-2 16,0 0 0-16,0 0 1 15,0-1-2-15,0 0 1 0,0 0 5 16,0-3 3-16,0 1 0 16,2 0-3-16,4-2-2 15,-1 2 0-15,1 1-2 16,3-1-2-16,-4 2 2 0,1-1 0 16,-1 2-1-16,3 0 0 15,-3 0 0-15,4 0 0 16,-4 0 1-16,3 0-1 15,-3 3 1-15,4 2 0 16,-4 0-1-16,1 0 0 0,-2 0 1 16,-1 1-3-16,-1-2 0 15,-2 3 1-15,0 0-1 16,0 2 3-16,-1-1 0 16,-3 0-1-16,-3 1 0 15,2-4 0-15,0 0 1 16,-2 0 0-16,4-2-1 15,1-2 1-15,2 0 0 0,0-1 0 16,0 0-2-16,0 0-1 16,0 0-4-16,0 2 9 15,0-2-6-15,2 1 1 16,1-1 2-16,4 0-1 0,-2 0 1 16,1 0 0-16,2 3 0 15,-2-2 1-15,3 1-1 16,-1 1 0-16,-3-2 0 15,3 5 1-15,-3-2-1 16,-2 0 0-16,-1 1 0 16,-1 0 0-16,-1 1 0 0,0-1 1 15,0 0 2-15,-1 1 1 16,-4-2-2-16,-2 0 1 16,0 2 2-16,-3-2 1 15,-1 2-3-15,1 0-1 16,-3 0-1-16,1 2-1 0,0-3 1 15,-1 3-1-15,2-4 0 16,3 0 1-16,-4-1-1 16,4-2 2-16,3 2 1 15,-1-2 0-15,2-1-2 16,3 0 2-16,1 0-1 0,0 0-22 16,0 0-64-16,0-7-10 15</inkml:trace>
  <inkml:trace contextRef="#ctx0" brushRef="#br0" timeOffset="-28727.94">15301 15770 91 0,'-4'-1'3'0,"-2"-3"13"0,0 2-9 0,-2 0-3 0,3 2-2 15,-4 0 0-15,0 0 1 16,1 0 6-16,-1 0 13 0,0 1-2 16,-1 2-6-16,0 1-8 15,3-1-4-15,-3 2-2 16,1-2 0-16,3 3 0 15,-3 1 0-15,2-3 0 16,-2 3 0-16,1-4 1 16,1 5-2-16,-4-1 2 0,4-2-1 15,-4 2 0-15,1 0 0 16,2 3 0-16,-1-3 0 16,1 3 0-16,0 0 0 15,0 0 0-15,1 1-1 16,1-2 1-16,2 1 0 0,0-2 0 15,0 2 1-15,0 0 2 16,1 0 2-16,1 2-2 16,0 1 0-16,2 1-3 15,0 2 1-15,-2 0-1 16,2 1 0-16,-1-1 0 16,0 1 0-16,1 0 0 0,0-3 0 15,0 3 0-15,0-4 0 16,0 0 0-16,0 1 0 15,0-3-1-15,0 3 2 16,4-3-2-16,0 1 0 16,1 0 1-16,1-3 1 15,-1 1-3-15,1 0 2 0,1-2 1 16,-2 0 0-16,1-1 2 16,-1 2 1-16,2-1-3 15,-2-1 1-15,3 3-1 0,-3-1 0 16,1 1-1-16,1-2 0 15,0 2 1-15,-1-3-2 16,-1 3 4-16,1-3-3 16,1 0-2-16,0-2 2 15,-2 1 0-15,1-1 2 0,0-1-2 16,2-1 3-16,-2 2 1 16,3-1 1-16,-3-1-6 15,4-1 1-15,-2 0 3 16,2-1-1-16,1 3 1 15,0-2-2-15,-1 2 1 0,1-1 0 16,0-1 1-16,1 2-3 16,-2-2 0-16,0-2 0 15,0 1-1-15,1 1 2 16,-3-2-1-16,1 0 0 16,1 2 0-16,-2-2 1 15,2 0-1-15,1 0-2 0,-2 0 1 16,1-4 3-16,2-3-1 15,0-1 1-15,0 1-1 16,3-3-1-16,-1 0 2 16,0 1-2-16,0-2 0 15,0 1 0-15,0 1 0 0,1-2 0 16,-2 2 0-16,2-1 0 16,-1 0 0-16,-1 1 0 15,1-1 1-15,1 2-1 16,-1-2 0-16,-2 1 0 0,1-1 0 15,-3 0 0-15,1-1 0 16,-3 0 1-16,-2-2-1 16,1-1 0-16,-1 0 0 15,-1 1 0-15,-1-3 1 16,1 3 0-16,-1-2 0 16,-4 0 0-16,2 1 1 0,-2 0 2 15,0-1-2-15,0 0 0 16,0-2-2-16,0 3 2 15,-4-3 0-15,0 1-1 16,-1 2 3-16,0-1 1 16,-2 1 3-16,1-1 0 15,-3 1-1-15,-2-2-2 0,-1 2-3 16,-2 0 4-16,-1 0-5 16,-3 1 1-16,3 0-1 15,-3 3-2-15,1 2 0 16,1 1-6-16,1 2-6 15,-1 4-15-15,0 1-16 0,-2-1-67 16</inkml:trace>
  <inkml:trace contextRef="#ctx0" brushRef="#br0" timeOffset="-22923.66">12878 15655 77 0,'0'0'7'0,"0"0"-8"0,0 0-22 0</inkml:trace>
  <inkml:trace contextRef="#ctx0" brushRef="#br0" timeOffset="-22374.75">13028 15634 56 0,'0'0'-34'0</inkml:trace>
  <inkml:trace contextRef="#ctx0" brushRef="#br0" timeOffset="-21336.9">12959 15629 62 0,'0'0'4'0,"0"0"2"0,-37-2-4 16,25 2-2-16,0 0 0 16,4 0 0-16,-4 0-1 15,2-2 2-15,3 2 1 16,-3-1 6-16,2 0-1 15,1 1-2-15,0 0-2 0,0 0-3 16,-2 0 0 0,1 0 0-16,-1 0 1 15,-3 1-1-15,-1 2 1 0,-1 1 0 16,0 1 1-16,-1 3 5 16,0 0 1-16,1 1-7 15,1-1-1-15,-2 1 0 0,-1-1-1 16,3 1 1-16,-5 0-2 15,3-4 4-15,-1 2-2 16,1-3 1-16,0 2 1 16,2-3 1-16,-1 1 2 15,3-3 0-15,0 1-1 0,2-1-2 16,0-1 3-16,0 0 3 16,2 0 3-16,-3 0-5 15,1 0-1-15,-1 0-1 16,-1 0 0-16,0 2-3 15,-1 2 0-15,2 2-1 0,-1 0 0 16,0 0 0-16,0 2 0 16,2-1 0-16,-3 0 0 15,1 1 0-15,-2 1 0 16,0-2-1-16,2 1 1 16,-3 0 0-16,1-1 1 0,1 1-1 15,1 1 0-15,0-2 0 16,-1 0 0-16,1-1 0 15,3 0 0-15,0 0 0 16,-1 2 0-16,3-1 0 16,-3 1 0-16,0 1 0 0,1-1 0 15,-1 2 0-15,-1 0 0 16,2 0 0-16,1 0 0 16,0 0 0-16,-2 1 0 15,2-1 0-15,-1 2 1 16,-1 2-2-16,-1 0 1 0,-1 0 0 15,-1 3 0-15,0-1 1 16,1-2-1-16,0 2 0 16,1-3 1-16,0-1 1 15,3 0 0-15,0-2 1 16,3-2-2-16,1 2-1 0,1-1 0 16,2 0 0-16,0 1 0 15,0 2 0-15,0 2 0 16,0 0 0-16,0 1 0 15,0 0 0-15,0 2 0 16,0 0 0-16,0 2-1 16,0-1 2-16,0 3-1 0,0-2 0 15,0-1 0-15,0 2 0 16,0-3 0-16,0-1 2 16,0 2-4-16,-3-4 2 15,2-1 2-15,1 1-2 16,-1-1 0-16,1-3 1 15,0 0-1-15,0 0 0 0,0-1 0 16,1-2-1-16,3 0 1 16,-2-1 0-16,1 1 0 15,-1 0 1-15,0 0-1 16,-2-2 1-16,1 1 0 0,0 1 0 16,-1 0-1-16,0-1 1 15,0-1 0-15,0-2-1 16,0 2 0-16,0-4 1 15,0 1-1-15,5-2-7 16,0 0-31-16,3-2 4 0,0-9-21 16</inkml:trace>
  <inkml:trace contextRef="#ctx0" brushRef="#br0" timeOffset="-20297.46">12404 17004 58 0,'1'0'8'0,"-1"2"-26"0,0-2 7 0,2 2 11 0,-2-2-2 16,0 1 2-16,0 0 1 16,0 0 1-16,0-1 7 15,0 1-3-15,0 0-8 0,0 0-8 16,0-1-12-16</inkml:trace>
  <inkml:trace contextRef="#ctx0" brushRef="#br0" timeOffset="-17887.07">16758 15212 22 0,'-2'-3'23'0,"2"2"7"0,-2-2-2 0,0 0-4 0,0 2-3 15,1 0-3-15,0 0-9 16,0 1 3-16,0-1 0 16,1-1-3-16,-1 2 0 0,1 0-1 15,0 0-1-15,0 0-3 16,0 0-8-16,0 3 4 15,-2 3-3-15,2 2 3 16,0 5 2-16,0 0-4 16,0 3 4-16,0 2-5 0,0 2 4 15,0 3-2-15,-2 5 0 16,-1 3-1-16,1 6 4 16,-2 3 0-16,1 5 0 15,1 2-2-15,-3 4 0 16,1 3 0-16,2 1 0 15,2 2 1-15,0 0 2 0,0 2-3 16,0 0 2-16,0 2 2 16,0 2 2-16,0 2-2 15,2 0 0-15,1-1 11 16,1 0-7-16,0-1-7 16,2-2 0-16,0-1-1 0,0 1 0 15,1 0 0-15,-1 1 0 16,2 1 1-16,-3 2-1 15,1-1-1-15,0-2 2 16,-1-2-1-16,2-2-1 16,-3-5 4-16,0-2-2 0,1 0-1 15,-1 3 1-15,-3-3-1 16,2 0 1-16,-2-1 1 16,0-3-1-16,-1-4 0 15,0-4 3-15,0-3-1 16,0-4 2-16,0-2-1 0,0-4-2 15,0-1 0-15,-1-3-1 16,-1-1-1-16,0-3 1 16,1-2 0-16,-1 1-1 15,0-3 2-15,-1-2-4 16,3 0 4-16,0-3-4 0,0 1 0 16,0-2-7-16,0-3-12 15,0-5-43-15,0 0 5 16</inkml:trace>
  <inkml:trace contextRef="#ctx0" brushRef="#br0" timeOffset="-16604.6">16204 17702 45 0,'0'0'46'0,"0"0"-17"0,0 0 0 0,0 0-8 0,0 0-2 16,0 0-5-16,0 0-7 0,0 0 1 16,0 0-4-16,0 0-8 15,0 0 7-15,0 0-3 16,0 0 0-16,0 0-2 16,0 0 1-16,0 0-2 15,0 0 2-15,0 0 2 16,2 0-4-16,1 0 0 0,4 0 0 15,-1 0 3-15,3 0-2 16,0 0 4-16,3 0-3 16,0 0 2-16,4 0-5 15,0-3 7-15,4 0-4 16,1-1 3-16,2 2 1 0,0 0-1 16,4 0 0-16,-2-1-2 15,2 1 1-15,4 0-1 16,-2 0 0-16,4 1 1 15,1 1-1-15,-1 0 0 16,5 0 0-16,-2 0 0 0,4 0 1 16,-1 0 0-16,1 0 0 15,0 0-1-15,3 1 1 16,-1 2-1-16,3 0 2 16,3 0-2-16,-2-1 0 15,2 2 0-15,0 1 1 0,3-2-2 16,4 1 1-16,1 1 0 15,1-1 1-15,5 2 2 16,-2-2 1-16,2 0-1 16,0 1 0-16,2-1-2 15,-3-2 0-15,3 1-1 16,-1-1 1-16,2-2-2 0,2 0 4 16,2 0 2-16,-4 0 5 15,1 0-1-15,-1 0-5 16,0 0-3-16,-4 0 0 15,-1 0 0-15,-1 0 2 16,-1-5-3-16,-3 3 1 0,-1-2-1 16,0-1 0-16,-1-2 0 15,-5 3 1-15,1-1-2 16,-6 2 2-16,-3-1-1 16,-7 3 1-16,-4 1-1 0,-7-1 1 15,-3 1 0-15,-2 0-2 16,-4 0-7-16,-3 0-13 15,-2 0-32-15,-5 0-46 16</inkml:trace>
  <inkml:trace contextRef="#ctx0" brushRef="#br0" timeOffset="-13126.23">16967 16615 50 0,'0'0'21'0,"0"0"19"0,0 0-6 0,0 0-8 16,0 0 1-16,0-2-16 15,0 1-1-15,0 1-2 0,0 0-3 16,0 0 1-1,0 0 0-15,0 0-2 0,0-1-3 16,0 1-1-16,0 0 2 16,0 0 2-16,0 0 0 15,-1 0-2-15,1 0-2 16,-1 0 0-16,1 0 0 16,0 0-2-16,0 0 4 15,0 0 4-15,-1 0 4 0,1 0-1 16,-2 0-4-16,2 0-5 15,-4 0 1-15,2 0-3 16,-1 0 1-16,1 0 1 16,-3 0 2-16,1 0-4 0,2 1 4 15,-1 2-2-15,1 1 0 16,0 1 0-16,-1 2 0 16,2 2 0-16,-1 3-1 15,2 2 1-15,0 0-1 0,0 2 1 16,0-2-1-16,0-1 2 15,4-3-2-15,0-3 1 16,0-2-3-16,1-3 0 16,3-2-4-16,-1 0 2 15,2 0 4-15,3-3 3 16,1-7-2-16,-2-1 0 0,1 0 0 16,-2-1 1-16,-1-2 1 15,-1 1-4-15,-3-2 5 16,-3-1-2-16,-2-1 2 15,0 1 1-15,0-1 1 16,-1 1 0-16,-7 1-1 0,1 0-2 16,-2 2 1-16,0 3 0 15,-5 4-2-15,5 2-3 16,-5 4 0-16,2 0-1 16,1 7-1-16,-1 6-14 15,5 2-7-15,0 0-16 0,4-4-31 16,1-1-23-16</inkml:trace>
  <inkml:trace contextRef="#ctx0" brushRef="#br0" timeOffset="-12599.51">17121 16372 66 0,'0'0'18'0,"0"0"18"0,0 0-18 0,0 0-15 15,0 0-2-15,0 0 1 16,-9 40-1-16,7-26 2 16,1 0 0-16,0-2 1 0,1-2 2 15,0-2-2-15,0-1-2 16,6-2 1-16,-2-3-1 16,5 0 3-16,-3-2 4 15,4 0-4-15,-3-2 6 16,2-7 1-16,0-3 0 15,-2-2-2-15,-1-2-3 0,-1 1-1 16,-2-2-2-16,-2 0 2 16,-1 3 2-16,0-1 2 15,0 4-1-15,-4 1 4 16,-3 1-4-16,-2 2-2 16,-2 4-7-16,1 1-2 0,-2 2-1 15,0 0-8-15,1 9 1 16,-1 3-7-16,2 2-8 15,5 0-24-15,-2-1-19 16,5-6-29-16</inkml:trace>
  <inkml:trace contextRef="#ctx0" brushRef="#br0" timeOffset="-12158.62">17239 16151 90 0,'0'0'12'0,"0"0"2"0,0 0-6 0,0 0-7 15,-22 37-1-15,21-24 0 16,1-1-1-16,0 4 1 15,0-5 0-15,0-1-1 16,1-1 2-16,5-2 0 0,0-3 1 16,2-2 0-16,-3-2 1 15,3 0-1-15,-1 0-4 16,2-6 10-16,-1-6 3 16,0-2 4-16,1-3-4 15,-5-4-1-15,1 2 6 0,-2-2 5 16,-3 1-3-16,0 2-2 15,0-1-4-15,-3 5-3 16,-4 3-5-16,-3 3-2 16,1 3-1-16,1 5-8 15,-4 0-1-15,1 5 1 16,3 7-17-16,-1 1-10 0,3-3-14 16,3-2-22-16</inkml:trace>
  <inkml:trace contextRef="#ctx0" brushRef="#br0" timeOffset="-11730.78">17368 15872 101 0,'0'0'15'0,"0"0"29"0,0 0-9 0,0 0-16 16,0 0-5-16,-35 1-11 16,29 10-3-16,2 4 0 15,0 2-2-15,1 1 2 0,2-1-1 16,1-3 0-16,0-2 0 16,1-3-1-16,7-3-6 15,1-4 0-15,-2-2 4 16,4 0 3-16,-2-1 3 15,-2-8 2-15,3-2-1 0,-3-2-1 16,0-1 3-16,-2-1 3 16,-1-1 4-16,-2 0-1 15,-2 1-4-15,0 3 0 16,-5 0-1-16,-3 3-1 16,-4 5-3-16,0 1-3 15,-1 3 3-15,-1 1-6 16,1 8-3-16,0 2 2 0,3 2-21 15,5-3-31-15,3-3-11 16</inkml:trace>
  <inkml:trace contextRef="#ctx0" brushRef="#br0" timeOffset="-11317.99">17445 15700 100 0,'0'0'17'16,"0"0"12"-16,0 0-8 15,-40-4-9-15,33 8-6 16,1 4-6-16,5 3 1 0,1 0-1 16,0 2-1-16,0-2-1 15,0-2-1-15,4 1 0 16,3-3 1-16,0-1 1 15,2-1 1-15,-2-3-4 16,1-2 5-16,-2 0 1 16,3-4 0-16,1-5 3 0,-4-5 2 15,3 0 1-15,0-5 0 16,-1 1 3-16,-2-1 0 16,-2 1 2-16,-2 2-1 15,-2 1 3-15,0 2-2 16,0 3-3-16,-4 2-5 15,-2 4-1-15,1 2-7 0,0 2 0 16,2 0-5-16,2 2-11 16,1 6-23-16,0-3-19 15,0-1-17-15</inkml:trace>
  <inkml:trace contextRef="#ctx0" brushRef="#br0" timeOffset="-10924.92">17644 15527 85 0,'0'0'4'15,"0"0"6"-15,0 0-6 16,-42 10 0-16,32-3-2 16,1 3-1-16,1 2-1 15,3-1 2-15,-2 1 1 16,6 0 2-16,1 1-1 0,0-3-3 15,8-2 1-15,0-3 0 16,3-2 7-16,2-3 3 16,0 0 3-16,0 0 2 15,-1-6-3-15,1-3 2 16,0-2 0-16,-4-2-4 16,-2 0-4-16,2 0-1 15,-5 1 4-15,-4 0 1 0,0 0-4 16,0 4 1-16,-2 0-2 15,-7 1-4-15,0 6-3 16,0 1 0-16,-4 0-4 0,3 5-14 16,2 8-6-16,-1-2-10 15,6 2-2-15,3-2-18 16,0-6-10-16</inkml:trace>
  <inkml:trace contextRef="#ctx0" brushRef="#br0" timeOffset="-10545.55">17787 15509 144 0,'0'0'2'0,"0"0"20"15,0 0 1 1,0 0-16-16,0 0-5 0,0 0 3 16,0 0-5-16,-17 42-1 15,17-27 1-15,0 0-1 16,8-2-1-16,6-2-3 15,3-3 1-15,3-3 2 0,1-5 2 16,0 0 6-16,0 0 0 16,1-7 1-16,-4-5 2 15,0-3 1-15,-3 3-1 16,-1-3-2-16,-6-1 3 16,-1 1-3-16,-3 1 0 15,-4 1 1-15,0 1-1 16,-8 1-1-16,-1 1-5 0,-2 5-1 15,-1 2 1-15,2 3 2 16,-1 0-3-16,-1 5-1 16,2 7-12-16,1 2 1 15,1 2-19-15,2-2-8 0,3-1-24 16,2-4-21-16</inkml:trace>
  <inkml:trace contextRef="#ctx0" brushRef="#br0" timeOffset="-10192.28">18042 15516 174 0,'0'0'10'0,"0"0"8"16,0 0-14-16,0 0 1 16,0 0-5-16,0 0-1 0,0 0 0 15,0 0 0-15,0 0-2 16,3 47 1-16,6-38 1 15,4-1 0-15,1-1 0 16,4-3 5-16,2-2 2 16,0-2-1-16,4 0 1 0,0-5-2 15,-4-3 2-15,2-4 0 16,-5 0 2-16,-4-1 2 16,-3 1 1-16,-6 1-1 15,-2 1 3-15,-2 0 1 16,-4 3-7-16,-9 2-5 0,-3 3-2 15,-4 2 0-15,0 0-4 16,-2 7-5-16,4 7-10 16,0-1-10-16,7 1-26 15,3-4-32-15</inkml:trace>
  <inkml:trace contextRef="#ctx0" brushRef="#br0" timeOffset="-9797.9">18402 15504 162 0,'0'0'-7'0,"0"0"14"0,0 0 21 15,0 0 5-15,0 0-25 16,0 0-3-16,0 0 1 16,0 0-4-16,0 0 6 15,-30 15-8-15,28-2 2 16,2-1-3-16,0 1-1 0,9-1-1 15,4-3-3-15,5-3 2 16,3-3 5-16,1-3 2 16,4 0 2-16,2-3-2 15,-1-6 1-15,0-3 3 16,-1 0-1-16,-8-2-1 0,-1 0 3 16,-7 1-2-16,-4 0 1 15,-4 2 4-15,-2-2 2 16,-6 5-4-16,-8 1-5 15,-4 4-4-15,-4 3 0 0,2 0-5 16,-4 7-2-16,3 4-14 16,4 4-10-16,3-1-21 15,8-3-26-15,5-5-39 16</inkml:trace>
  <inkml:trace contextRef="#ctx0" brushRef="#br0" timeOffset="-9448.66">18745 15449 126 0,'0'0'11'0,"0"0"53"16,0 0-25-16,0 0-28 0,0 0-5 16,0 0-4-16,0 0 4 15,0 0-5-15,-13 38 0 16,13-26-3-16,0-2 1 15,7-3-6-15,1 1 3 16,4-3-4-16,2-3 5 0,1-2 2 16,1 0 5-16,-1-4 5 15,1-4 1 1,-3-2-5-16,-4-2 1 0,-1-1-1 16,-5 2 7-16,-3-1 7 15,0 0 0-15,-6 1-11 16,-5-1-5-16,-3 4 0 0,-1 1-5 15,1 4-10-15,-2 2-7 16,5 1-4-16,1 1-14 16,2 6-34-16,4-4-24 15</inkml:trace>
  <inkml:trace contextRef="#ctx0" brushRef="#br0" timeOffset="-9109.48">18956 15338 158 0,'0'0'2'0,"0"0"4"16,0 0 0-16,0 0-8 15,0 0 5-15,0 0 1 16,-39 43-4-16,32-23 1 16,5 1 1-16,2-2 0 0,1-4-5 15,10-2 0 1,6-6-1-16,2-3 5 0,-1-4 11 15,3 0-7-15,0-8 7 16,-2-5 1-16,0-4-3 16,-4 0-3-16,-3-3 0 15,-5-1 9-15,-1 3 1 0,-6-1 0 16,0 2-1-16,-5 1-4 16,-5 2-8-16,-4 4-3 15,0 4-5-15,-2 6-13 16,1 0-10-16,-2 7-11 0,4 6-14 15,2-1-18-15</inkml:trace>
  <inkml:trace contextRef="#ctx0" brushRef="#br0" timeOffset="-8754.11">19166 15219 113 0,'0'0'-17'0,"0"0"27"16,0 0-10-16,0 0-3 0,0 0 8 15,-30 47 3-15,30-34 0 16,0-5-3-16,8-1-1 16,7-4-2-16,6-3 4 15,5 0 3-15,-1-10-4 16,3-4 5-16,-1-2 8 0,-4-2-2 15,0-2 12-15,-6 1 0 16,-3 1-5-16,-6 0-7 16,-6 1 0-16,-2 1-1 15,-2 0-4-15,-11 2-6 16,-7 4-2-16,0 5-5 0,-1 3-1 16,-1 2-14-16,0 3-2 15,5 7-10-15,2 1-26 16,6-1-29-16</inkml:trace>
  <inkml:trace contextRef="#ctx0" brushRef="#br0" timeOffset="-8391.93">19402 14969 212 0,'0'0'-13'15,"0"0"19"-15,-43 13-6 16,26 3-2-16,4 5-2 16,-1 2 0-16,6-4 1 15,5-3 2-15,3-4-2 0,5-7-10 16,9-2 8-16,5-3 0 16,0-3 8-16,2-8 13 15,-1-8-4-15,-1-1 3 16,0-4 0-16,-5 0 0 15,-5-1-2-15,-3 0-1 16,-4 0 1-16,-2 2 3 0,0 0-3 16,-9 5-5-16,-3 1-3 15,-4 4-6-15,-3 6 0 16,-3 6-5-16,-2 1-9 16,-3 4-7-16,2 7-26 15,2-1-29-15,2-3-67 16</inkml:trace>
  <inkml:trace contextRef="#ctx0" brushRef="#br0" timeOffset="-8035.53">19312 14702 85 0,'0'0'0'0,"0"0"1"16,-16 45 0-16,16-32 2 16,0-2 2-16,6-3 0 15,4-4 1-15,7-4 3 16,-1 0 15-16,3-7 5 16,2-7-4-16,-3-5-1 0,2-6-7 15,-3-2-1-15,-3 0-2 16,-6-3-1-1,-1 3-2-15,-6 1-4 0,-1 2 5 16,-1 3-4-16,-9 4-3 16,-5 6-4-16,-2 4-1 15,-6 7-1-15,-2 0-9 16,-3 11-6-16,0 0-21 0,-1 2-50 16,4-5-79-16</inkml:trace>
  <inkml:trace contextRef="#ctx0" brushRef="#br0" timeOffset="-7637.91">19394 14226 117 0,'0'0'-2'0,"-38"6"3"15,16 7-1-15,3 4 1 16,2 1-2-16,7-1 6 0,4-1-3 16,6-5-3-16,4-1 0 15,10-5 1-15,3-5 2 16,4 0 3-16,5-5 8 16,0-9 6-16,0-6-3 15,1-1-1-15,-1-3 0 0,-4-2 1 16,-1-1 1-16,-5 2 0 15,-3 0-2-15,-6 3-2 16,-7 0 0-16,0 5-5 16,-9 3-2-16,-7 7-4 15,-9 5-4-15,-2 2-3 16,-3 5-3-16,0 9-9 0,-2 2 0 16,7 2-12-16,3-5-22 15,7-2-30-15</inkml:trace>
  <inkml:trace contextRef="#ctx0" brushRef="#br0" timeOffset="-7238.18">19510 13785 113 0,'0'0'6'0,"-49"-2"12"16,26 2 6-16,0 4-1 16,0 5 3-16,0 0-11 15,1 2-9-15,4 0 0 0,0 1-5 16,7-3 0-16,4 0 0 16,4-3-2-16,3-3-3 15,0-1-4-15,6-2 3 16,5-2 10-16,4-7 12 0,-1-5-6 15,3-2 1-15,-5-1-5 16,-1 0 0 0,-5-1 0-16,-3 2 0 0,-3 0-1 15,0 0 0-15,-7 2-1 16,-4 2-2-16,-2 0-1 0,-5 5 0 16,-1 3-2-16,-2 4-1 15,-2 0-6-15,-4 9-2 16,0 6-12-16,2 1-36 15,0-2-55-15</inkml:trace>
  <inkml:trace contextRef="#ctx0" brushRef="#br0" timeOffset="-6831.74">19011 13783 174 0,'0'0'-6'0,"0"0"36"0,0 0 8 0,0 0-17 16,-44-40-4-16,37 35 0 16,0 2-9-16,0 3-4 0,3 0-4 15,-2 3-10-15,3 7 16 16,1 0-1-16,0 1-6 15,2-1 0-15,0-2-3 16,0-2-6-16,7-6 5 16,4 0 3-16,3 0 2 0,-1-4 4 15,1-5 3-15,-4-2-2 16,-4-1-3-16,-3 1 5 16,-3-3 4-16,-2 1 4 15,-9 2-8-15,-5-1-2 16,-2 1-4-16,-6 4-1 0,1 4-1 15,-2 3-2-15,1 0-26 16,-3 10-13-16,2 5-43 16,2-4-71-16</inkml:trace>
  <inkml:trace contextRef="#ctx0" brushRef="#br0" timeOffset="-6490.55">18710 13733 225 0,'0'0'7'0,"0"0"13"15,0 0-1-15,0 0-12 16,0 0-10-16,0 0 9 16,0 0-10-16,0 0 6 15,0 0-1-15,-10 43-2 0,10-34-1 16,10-1-4-16,-1-3 1 15,5-3 3-15,3-2-1 16,1 0 3-16,-4-3-2 16,0-9 5-16,-1-1-6 15,-3-2 9-15,-6 1-1 16,-1-3 0-16,-3 2 1 0,0 0-2 16,-5 1 0-16,-6 3-2 15,-4 4-4-15,-3 4-11 16,-5 3-24-16,-2 0-43 15,-3 0-34-15</inkml:trace>
  <inkml:trace contextRef="#ctx0" brushRef="#br0" timeOffset="-6152.91">18443 13695 204 0,'0'0'4'16,"0"0"1"-16,0 0-12 16,0 0 15-16,-35 43-9 0,30-30 3 15,5-1-5-15,0-3-4 16,5-2 3-16,8-1 2 16,3-2 1-16,1-3 1 15,4-1 3-15,1 0 2 16,1-8 1-16,-2-2 1 15,-2-3 3-15,-4 0 3 16,-5 0 1-16,-6 1 8 0,-4 0-7 16,0 1-6-16,-10 2-4 15,-2 2-3-15,-1 4-3 16,-5 3-15-16,-3 0-19 16,-1 8-23-16,-5 2-19 15</inkml:trace>
  <inkml:trace contextRef="#ctx0" brushRef="#br0" timeOffset="-5656.9">18277 13696 73 0,'0'0'-4'0,"-41"-5"1"0,21 5 6 0,-5 0-3 0,-1 0 1 15,1 7 0-15,2 3 4 16,2 1 2-16,2 2 7 0,6 1 1 16,2-1-6-16,8 0-4 15,3-2-5-15,0-2-1 16,12-5 0-16,5-4 4 16,2 0 9-16,2-7 14 15,1-7-1-15,1-2 1 0,-2-2-3 16,-4-2-4-16,-3 1-3 15,-7-1-4-15,-1 3-1 16,-6 3 0-16,0 0 1 16,0 4-2-16,-10 4-9 15,-2 3 0-15,-3 3-6 16,-4 0-13-16,-2 8-12 16,-3 4-32-16,0 1-42 0</inkml:trace>
  <inkml:trace contextRef="#ctx0" brushRef="#br0" timeOffset="-5388.1">17986 13668 206 0,'0'0'-19'0,"0"0"23"0,-36 0 5 16,18 7-11-16,0 3-14 15,-4 6 7-15,3-2 13 16,2-1 8-16,3-2-5 16,6-4 6-16,5-1-10 0,3-3-7 15,0-3-4-15,0 0 9 16,2 0 11 0,7 0 3-16,3-2-5 0,-1-3-7 15,1-3-27-15,-2-2-139 16</inkml:trace>
  <inkml:trace contextRef="#ctx0" brushRef="#br0" timeOffset="-4546.97">17346 16915 66 0,'0'0'13'0,"0"0"15"0,0 0-9 16,0 0-15-16,0 0-4 15,0 0 2-15,0 0-12 0,0 0-17 16,0 0-68-16</inkml:trace>
  <inkml:trace contextRef="#ctx0" brushRef="#br0" timeOffset="-3286.63">17945 13824 41 0,'-6'-3'124'0,"-4"-2"-116"0,-1 3 33 0,-4 2-7 0,0 0-32 16,-2 8-1-16,-2 7-1 15,-1 2 0-15,4 4 0 16,2 1 0-16,4-4 0 16,5 3 0-16,1-5 0 15,4-2-1-15,0-3-1 0,8-4-3 16,3-5 0-16,5-2 2 16,0 0 2-16,3-13 3 15,1-2 0-15,-2-4 1 16,-1-5-4-16,-2 4 12 15,-4-2-5-15,-3 1 2 0,-5 3-5 16,-2 4 3-16,-1 3-2 16,0 2-1-16,-3 7-2 15,-6 2-6-15,0 0-18 16,-4 11-27-16,-1 1-21 16,-1-1-29-16</inkml:trace>
  <inkml:trace contextRef="#ctx0" brushRef="#br0" timeOffset="-2876.78">18106 13894 121 0,'0'0'5'0,"0"0"13"0,-51 31 1 0,44-18-10 0,0 0-8 16,5-2-1-16,2-1-1 0,0 0-4 16,7-3 3-16,4-4 2 15,4-3 7-15,4 0 9 16,0-6-1-16,4-5 5 15,-1-5-5-15,0-1-4 16,-2 0-2-16,-3 0 1 0,-6 2 0 16,-5 0 2-16,-4 5 0 15,-2-1-4-15,0 1 0 16,-6 3-3-16,-3 3-2 16,-4 1-4-16,-1 3 0 15,-1 0-10-15,1 10-14 0,0 1-28 16,3 1-45-16</inkml:trace>
  <inkml:trace contextRef="#ctx0" brushRef="#br0" timeOffset="-2510.44">18375 13864 244 0,'0'0'6'0,"0"0"-8"15,0 0-7-15,-17 37 13 0,5-17-2 16,-2 1-13-16,5 0 16 16,1-1-6-16,8-5-1 15,0-3 0-15,3-1-3 16,11-3 0-16,6-4 3 0,1-4-1 16,7 0 5-1,4-3-6-15,0-8 4 0,0-5 2 16,-2-1 0-16,-4-1-6 15,-6-2 8-15,-4 2 10 16,-9 2 3-16,-5 0 1 16,-2 2 1-16,-4 4-10 0,-11 4-5 15,-2 2-4-15,-4 4-3 16,-1 1-13-16,0 11 3 16,2 5-20-16,3-3-12 15,3-1-44-15</inkml:trace>
  <inkml:trace contextRef="#ctx0" brushRef="#br0" timeOffset="-2177.99">18728 13911 190 0,'0'0'2'0,"0"0"-2"16,0 0-1-16,0 0-2 15,0 0 6-15,5 40 2 16,-5-28 0-16,0 0-4 16,6-1-3-16,2-4 0 0,5-4 0 15,4-1 1-15,0-2 1 16,1 0 5-16,1-8-3 16,0-5 4-16,-4 0 9 15,-3-3 3-15,-4 0 5 16,-2 2-5-16,-5-2-3 0,-1 4-5 15,0-1-2-15,-8 4-5 16,-4 5-3-16,-4 4-8 16,-3 0-14-16,-2 9-2 15,0 8-6-15,1 1-28 0,2-1-11 16</inkml:trace>
  <inkml:trace contextRef="#ctx0" brushRef="#br0" timeOffset="-1844.04">18958 13944 240 0,'0'0'3'16,"0"0"-5"-16,0 0 2 16,0 0-2-16,0 0-2 15,0 0 13-15,0 0-8 16,18 38-1-16,-9-31-4 0,-1-1 3 15,3-3-2-15,4 1 3 16,-2-1 1-16,2-2 0 16,-1-1-19-16,-1 0 24 15,-2 0 4-15,-2-1-5 0,-4-3 0 16,-1-1 0-16,-4 1 25 16,0-2-9-16,-2 2-16 15,-3-2-4-15,-7 2 0 16,0 0-3-16,-1 4-12 15,1 0-10-15,-1 0-8 0,4 5-21 16,-2 4-29-16</inkml:trace>
  <inkml:trace contextRef="#ctx0" brushRef="#br0" timeOffset="-1466.65">19131 14130 241 0,'0'0'7'0,"0"0"-5"15,0 0-1-15,0 0-2 0,-45 40-5 16,32-21 7-16,1 1-1 16,3 5-1-16,2-2 1 15,5-1 0-15,2-4 1 16,0 1-2-16,11-6-2 15,2-2-1-15,3-4 4 0,2-4-3 16,2-3 9-16,-1 0-1 16,1-7 2-16,0-6 0 15,-5-4 3-15,-1-4 3 16,-4-2 2-16,-6-3-3 16,-3 1 0-16,-1-1-2 0,-2 2-4 15,-7 3-3-15,-4 4-3 16,-3 5-2-16,-3 9-10 15,-4 3-9-15,-2 11-7 16,2 8-12-16,-1 4-45 16</inkml:trace>
  <inkml:trace contextRef="#ctx0" brushRef="#br0" timeOffset="-1152.67">19099 14480 191 0,'0'0'1'0,"0"0"-1"16,13 56 1-16,-9-35-1 15,1-1-1-15,-1-4 2 16,2-2-2-16,2-7-4 0,-2-3 9 16,2-4 10-16,2 0 6 15,-4-4 7-15,0-6-12 16,-1-3-4-16,-5-1 5 15,0 0 2-15,-5-2-3 16,-7 2-3-16,-5 2-7 16,0 3-2-16,0 2-3 0,1 3 1 15,1 4-7-15,3 4-9 16,2 11-21-16,3 5-20 16,1 1-39-16,2-1-45 15</inkml:trace>
  <inkml:trace contextRef="#ctx0" brushRef="#br0" timeOffset="-804.01">19025 14844 180 0,'0'0'6'0,"0"0"-2"16,0 0-4-16,0 0-2 15,-24 50 2-15,24-32-1 16,0 2 0-16,7 0-2 16,6-3 0-16,0-3 1 0,4-4 1 15,1-5-3-15,1-5 2 16,3 0 1-16,-6-9 8 16,3-5 12-16,-3-5 7 15,-2-1-3-15,-5-1 1 0,-3 1-5 16,-6 0-2-16,0 3-4 15,-8 2-6-15,-5 3-6 16,-4 5-3-16,-4 6-10 16,0 1-8-16,-6 14-5 15,-2 7-25-15,-2 2-22 16,2 1-62-16</inkml:trace>
  <inkml:trace contextRef="#ctx0" brushRef="#br0" timeOffset="-320.38">18978 15084 266 0,'0'0'-2'16,"0"0"5"-16,0 0-3 16,0 0 0-16,-15 52 0 15,12-36 0-15,1 1-1 0,2 0 0 16,0-3 0-16,2-1-2 15,4-1-4-15,2-5 1 16,3-2-13-16,0-5-9 16,1 0-5-16,0-1 19 15,-3-10-1-15,-2-2 9 0,-5 0 2 16,-2 0 5-16,-5-2 2 16,-10 1 11-1,-5 2 9-15,-7 3-4 0,-2 2-5 16,-6 5-11-16,1 2 4 15,0 1-1-15,1 12 2 0,4 4-1 16,2 4 1-16,5 2-2 16,6 4-5-16,2-1-6 15,6 0 9-15,5-3-3 16,3-4-2-16,0-4-2 16,9-3-1-16,2-5 0 15,3-6 1-15,4-1 5 0,-2-3 4 16,3-8 5-16,-1-5-3 15,-2 1-5-15,-3-3 0 16,-1 0-1-16,-5 0 0 16,-3 2-5-16,-4-2-24 15,0-2-66-15</inkml:trace>
  <inkml:trace contextRef="#ctx0" brushRef="#br0" timeOffset="-14.33">18515 15307 198 0,'0'0'1'0,"0"0"0"0,0 0 1 0,0 37-2 0,10-30 4 16,2-1 5-16,0-1-1 15,1-3-3-15,-2-2-1 16,1 0 0-16,-4 0 0 15,-1-2 6-15,-3-6-1 16,-3-2 4-16,-1-3 1 0,-1 0-2 16,-11-3-4-16,-5 1-4 15,-4 1 1-15,-2 1-5 16,-4 7-2-16,-4 6-3 16,0 0-11-16,-1 15-14 15,1 6-30-15,-3 3-29 16</inkml:trace>
  <inkml:trace contextRef="#ctx0" brushRef="#br0" timeOffset="348.4">18272 15358 158 0,'0'0'-3'16,"0"0"14"-16,-40 15-4 0,29-1-6 16,4 3-1-16,-2-2 0 15,6 2-1-15,3-3 0 16,0-5 1-16,0-2-2 16,5-3 7-16,6-4 8 15,-2 0 15-15,4-2 0 0,1-10-8 16,-3-3-9-16,1-2-4 15,-3-3-3-15,-4 0 1 16,-5 1-1-16,0 1 4 16,-6 2-3-16,-12 3-1 15,-4 2-6-15,-5 4-9 0,-6 6-6 16,-4 1-16-16,-2 7-18 16,-1 7-12-16,2 4-28 15</inkml:trace>
  <inkml:trace contextRef="#ctx0" brushRef="#br0" timeOffset="732.42">17860 15495 57 0,'0'0'21'15,"0"0"-10"-15,40 17 11 16,-23-17-9-16,0 0-5 16,1 0-1-16,-2-8 11 15,-3-3-9-15,-4 0-2 0,-1-1-4 16,-7 0 1-16,-1-2 5 15,-3 2 7-15,-10 2-9 16,-2-1-4-16,-9 1-6 16,-4 3-5-16,-5 3-8 15,-5 2-7-15,-3 2 10 0,-1 3 10 16,-3 7 5-16,7 4-1 16,0 0 1-16,5 3-2 15,3 3 0-15,4 0 0 16,1 1 0-16,6-1 0 15,5 0-3-15,5-3-1 0,2-3 3 16,5-3 0-16,2-3-2 16,0-4 0-16,0-1 3 15,0-3 2-15,-1 0 50 16,-3 0-19-16,-6 0-28 0,-1 0-5 16,-1 0-6-16,-5 4-37 15,-2 4-45-15</inkml:trace>
  <inkml:trace contextRef="#ctx0" brushRef="#br0" timeOffset="1415.34">17268 17102 129 0,'0'0'45'0,"0"0"6"0,0 0-20 0,0 0-23 16,0 0-8-16,0 0 0 16,0 0 0-16,0 0 0 0,0 0 0 15,0 0-2-15,0 0-1 16,0 0 6-16,0 0 3 15,23 27-4-15,-8-16-3 16,3-2-10-16,-2-3-31 16,2-3-44-16</inkml:trace>
  <inkml:trace contextRef="#ctx0" brushRef="#br0" timeOffset="1608.29">17354 17083 231 0,'0'0'6'0,"0"0"28"16,-41-3-8-16,30 3-7 16,2 1-9-16,-1 8-5 15,4 3-5-15,0 5-1 16,3 4 1-16,1 0-6 16,2 1-9-16,0-1-16 15,0-3-30-15,0-6-41 0</inkml:trace>
  <inkml:trace contextRef="#ctx0" brushRef="#br0" timeOffset="1829.64">17416 17043 298 0,'0'0'5'16,"0"0"-6"-16,0 0 1 0,0 0 0 15,0 0-1-15,44-8 2 16,-25 7-1-16,2 1 0 16,0 0 0-16,3-1 1 15,4-1-1-15,-2-2-17 16,-2-3-43-16,-3-2-58 0</inkml:trace>
  <inkml:trace contextRef="#ctx0" brushRef="#br0" timeOffset="2014.21">17640 16913 279 0,'0'0'4'0,"-37"0"18"15,20 0 4-15,5 2-8 16,0 6-11-16,6 5-7 16,0 3-2-16,2 5-1 15,2 3-1-15,2-1-9 0,0 3-9 16,0-4-6-16,0-2-31 15,2-7-54-15</inkml:trace>
  <inkml:trace contextRef="#ctx0" brushRef="#br0" timeOffset="2235.31">17672 16881 264 0,'0'0'12'0,"0"0"15"0,0 0-14 16,0 0-12-16,0 0-3 16,0 0 0-16,0 0 1 15,38-9 2-15,-21 12-2 16,5 4 4-16,2-1-14 16,1-1-14-16,2-4-12 0,-2-1-39 15,-2 0-44-15</inkml:trace>
  <inkml:trace contextRef="#ctx0" brushRef="#br0" timeOffset="2439.5">17908 16740 274 0,'0'0'6'0,"-37"0"7"15,17 0 11-15,3 3-10 16,1 8-9-16,0 5-6 15,3 5 0-15,1 6 1 0,1 3-3 16,5 1-3-16,0-1-6 16,2 1-7-16,3-8-17 15,1-3-67-15</inkml:trace>
  <inkml:trace contextRef="#ctx0" brushRef="#br0" timeOffset="2660.75">17894 16754 241 0,'0'0'3'0,"0"0"6"16,0 0 2-16,0 0-6 16,0 0-4-16,0 0-2 15,0 0 1-15,0 0 1 16,45 2 1-16,-30 5 0 15,5 0-4-15,4-3-17 0,1-3-35 16,0-1-18-16,-2-2-28 16</inkml:trace>
  <inkml:trace contextRef="#ctx0" brushRef="#br0" timeOffset="2867.25">18112 16636 298 0,'0'0'6'0,"0"0"15"0,0 0-5 16,0 0-9-16,-39 19-7 15,35-5-3-15,1 3 2 16,-1 9-2-16,-3 2 0 16,4 1-10-16,1 2-8 15,2-3-11-15,-2-2-54 16,-2-6-71-16</inkml:trace>
  <inkml:trace contextRef="#ctx0" brushRef="#br0" timeOffset="3079.19">18138 16669 235 0,'0'0'26'0,"0"0"-26"15,0 0 1-15,37-1 1 0,-19 1-2 16,5 0 1-16,-1 1-1 16,5 2 1-16,1-3-2 15,4 0-13-15,-2-3-15 16,-1-5-30-16,-1-4-33 16</inkml:trace>
  <inkml:trace contextRef="#ctx0" brushRef="#br0" timeOffset="3266.23">18381 16544 285 0,'0'0'12'0,"-37"0"15"0,21 4-14 16,7 9-11-16,0 2-4 16,0 6 0-16,4 4-1 15,0 2 1-15,2 2-8 16,2-1-6-16,1-1-9 15,0-4-28-15,0-9-54 0</inkml:trace>
  <inkml:trace contextRef="#ctx0" brushRef="#br0" timeOffset="3479.53">18415 16530 281 0,'0'0'3'16,"0"0"-15"-16,0 0 12 0,0 0-2 16,36-1 3-16,-22 5-1 15,2 3-1-15,3-1 1 16,3 0 1-16,2-1 0 16,3-1-3-16,2-4-57 15,-4-1-71-15</inkml:trace>
  <inkml:trace contextRef="#ctx0" brushRef="#br0" timeOffset="3700.77">18706 16395 289 0,'0'0'12'15,"0"0"3"-15,0 0 0 16,0 0-12-16,-37 14-5 15,31 2 0-15,1 4 2 16,-2 4-4-16,2 1 3 0,-1 3 0 16,2-2-6-16,0 2-7 15,1-3-10-15,-3-7-50 16,2-6-104-16</inkml:trace>
  <inkml:trace contextRef="#ctx0" brushRef="#br0" timeOffset="3920.26">18712 16368 297 0,'0'0'6'0,"0"0"-10"16,0 0 2-16,0 0 2 15,0 0 0-15,0 0 0 16,45-3 0-16,-29 10 0 15,3-1 2-15,4 0-2 16,3 1-9-16,0-4-24 0,1-3-46 16,-3 0-46-16</inkml:trace>
  <inkml:trace contextRef="#ctx0" brushRef="#br0" timeOffset="4098.54">18936 16283 280 0,'0'0'6'16,"-41"19"3"-16,23-3-9 15,1 4-2-15,-3 7-21 0,2 1-11 16,2 3 7-16,2-3-2 16,1 0-17-16,4-9-18 15</inkml:trace>
  <inkml:trace contextRef="#ctx0" brushRef="#br0" timeOffset="4311.02">19020 16210 235 0,'0'0'72'0,"0"0"-76"0,0 0 2 16,42-12 0-16,-26 12 1 15,0 0 0-15,2 0 1 16,-1 2 0-16,6 3 0 16,2 0 1-16,2-2-2 15,-1-3-43-15,0 0-68 0</inkml:trace>
  <inkml:trace contextRef="#ctx0" brushRef="#br0" timeOffset="4489.54">19284 16077 228 0,'0'0'21'0,"0"0"-6"15,-45 14-15-15,29 7-3 16,1 7-11-16,-1 1-9 16,-2 4 0-16,4-1 7 0,4-2-7 15,2-7-10-15,2-9-49 16</inkml:trace>
  <inkml:trace contextRef="#ctx0" brushRef="#br0" timeOffset="4735.65">19344 16000 276 0,'0'0'10'0,"0"0"-13"0,0 0 0 16,0 0 7-16,0 0 0 16,35 6-2-16,-22 2 0 15,1 0-2-15,5 1 2 16,-2-1-1-16,4-3-1 0,2-3-11 16,4-2-19-16,0-2-56 15,-2-9-59-15</inkml:trace>
  <inkml:trace contextRef="#ctx0" brushRef="#br0" timeOffset="4939.4">19606 15840 291 0,'0'0'1'15,"0"0"19"-15,-51-3 4 0,38 3-11 16,1 7-12-16,-1 9-3 15,-1 5 1-15,0 5-1 16,1 3 1-16,0 4-2 16,2-2-5-16,1-1-16 15,2-6-8-15,2-6-62 16</inkml:trace>
  <inkml:trace contextRef="#ctx0" brushRef="#br0" timeOffset="5152.62">19607 15806 110 0,'0'0'10'0,"0"0"29"16,46-16 8-16,-29 13-15 15,1 3-6-15,1 0-12 0,3-1-9 16,0-2-3-16,9-3 2 15,-2-1-7-15,0-6-51 16,-1-4-112-16</inkml:trace>
  <inkml:trace contextRef="#ctx0" brushRef="#br0" timeOffset="5337.1">19888 15584 106 0,'0'0'96'0,"0"0"-93"0,-45 36-3 16,32-14 0-16,-1 5 0 16,0 5-1-16,2 0 1 15,4-2-1-15,2 0 1 16,3-5-2-16,3-5-11 0,0-7-42 16</inkml:trace>
  <inkml:trace contextRef="#ctx0" brushRef="#br0" timeOffset="5586.32">19825 15540 285 0,'0'0'5'0,"0"0"0"16,0 0-20-16,0 0 17 15,0 0-1-15,54-4 0 0,-32 4-2 16,6 0 2-16,4 0 0 16,-1 0 2-16,1-2-2 15,-1-1 1-15,0-1-2 16,-6 0-27-16,-4-3-61 0,-8-2-71 16</inkml:trace>
  <inkml:trace contextRef="#ctx0" brushRef="#br0" timeOffset="5793.15">19957 15388 302 0,'0'0'15'16,"0"0"-9"-16,0 0-4 15,0 0-7-15,0 0 4 16,0 0 2-16,-7 51-1 0,10-31 0 15,2 3 0-15,0-1-4 16,-1-3-17-16,-1-5-39 16,-3-4-60-16</inkml:trace>
  <inkml:trace contextRef="#ctx0" brushRef="#br0" timeOffset="6020.75">19917 15355 291 0,'0'0'0'0,"0"0"10"15,0 0-14-15,0 0 1 16,0 0 7-16,46-11 2 16,-25 11-3-16,6 0 0 15,6-3-1-15,-1 1-1 0,2-3 2 16,0-2-2-16,-2-1-12 15,-5-7-54-15,-10 1-88 16</inkml:trace>
  <inkml:trace contextRef="#ctx0" brushRef="#br0" timeOffset="6243.34">20140 15111 302 0,'0'0'14'16,"0"0"-8"-16,0 0-6 0,0 0-2 16,0 0 1-16,0 0 1 15,-9 50-2-15,18-34 1 16,1 0 1-16,2 0-1 16,1 1 2-16,1-1-1 15,0-4-10-15,-3-3-42 0,0-6-68 16</inkml:trace>
  <inkml:trace contextRef="#ctx0" brushRef="#br0" timeOffset="6524.27">20103 15037 275 0,'0'0'17'16,"0"0"-5"-16,0 0-8 15,0 0-15-15,0 0 9 16,0 0 6-16,39 17 0 0,-14-10 6 16,1 0-6-16,4-1-3 15,-1-3-1-15,1 0 1 16,-3-3 0-16,-2 0-23 15,-7-1-12-15,-4-10-25 0,-8-3-19 16</inkml:trace>
  <inkml:trace contextRef="#ctx0" brushRef="#br0" timeOffset="6752.12">20109 14827 297 0,'0'0'25'0,"0"0"-16"16,0 0-17-16,0 0-2 15,0 0 14-15,0 0-3 0,45 9 0 16,-25-1-1-16,4-1 1 16,-3 3 0-16,1-1 0 15,-2-1-4-15,0 0-31 16,-9-7-48-16,-4-1-29 15</inkml:trace>
  <inkml:trace contextRef="#ctx0" brushRef="#br0" timeOffset="6901.92">20241 14757 232 0,'0'0'15'0,"0"0"-4"15,-45 45-5-15,29-14-6 0,3 4 0 16,3 2 0-16,1 2 0 15,4-3-2-15,2-4-37 16,0-10-55-16</inkml:trace>
  <inkml:trace contextRef="#ctx0" brushRef="#br0" timeOffset="7180.74">20261 14438 239 0,'0'0'16'16,"0"0"-3"-16,0 0-17 0,0 0 7 15,0 0 4-15,49 20-3 16,-23-13 0-16,3-3 2 15,1 0-5-15,1-1 2 16,-3 0-2-16,-6-3 0 16,-7 0-6-16,-5-3-46 0,-9-7-92 15</inkml:trace>
  <inkml:trace contextRef="#ctx0" brushRef="#br0" timeOffset="7350.63">20388 14266 297 0,'0'0'-18'0,"0"0"36"0,-42-6 6 16,28 19-15-16,3 9-9 16,-1 6 0-16,-2 6 0 15,1 0 0-15,1 3 0 16,5-3-3-16,1-4-5 0,3-3-19 16,1-7-28-16,2-9-43 15</inkml:trace>
  <inkml:trace contextRef="#ctx0" brushRef="#br0" timeOffset="7593.75">20273 14064 298 0,'0'0'-13'16,"0"0"27"-16,0 0 5 0,0 0-27 15,0 0 1-15,0 0 8 16,0 0-2-16,55-4 3 16,-25 4-1-16,5-1 2 15,3 1-3-15,-3-2 1 16,-1-2-22-16,-4 1-21 0,-4-3-61 16,-8-2-19-16</inkml:trace>
  <inkml:trace contextRef="#ctx0" brushRef="#br0" timeOffset="7799.64">20371 13794 297 0,'0'0'-17'0,"-45"6"25"16,30 5-4-16,4 5-3 15,5 7-1-15,4 0 0 16,2 2-1-16,0 0 0 0,5-1-4 15,9-3 3-15,1-3 0 16,5-6 0-16,0-4-4 16,-2-7-20-16,0-1-73 15</inkml:trace>
  <inkml:trace contextRef="#ctx0" brushRef="#br0" timeOffset="8517.04">18125 13107 160 0,'0'0'1'0,"0"0"16"0,-37-6 27 0,29 2-9 16,1 3-12-16,3-1-6 15,3 2-7-15,1 0-7 16,0 0-10-16,11 7 5 16,3 4 0-16,3 2 1 0,6 2 0 15,4-2 1-15,0-2-2 16,0-3-15-16,-6-5-20 15,0-3-50-15,-8-1-40 16</inkml:trace>
  <inkml:trace contextRef="#ctx0" brushRef="#br0" timeOffset="8689.41">18219 12989 208 0,'0'0'30'0,"0"0"12"16,0 0-25-16,-44 3-15 0,33 14-3 15,-3 10 0-15,0 5 1 16,-1 3 0-16,-2 0 0 16,1 1-5-16,1-5-16 15,2-6-27-15,1-5-31 16</inkml:trace>
  <inkml:trace contextRef="#ctx0" brushRef="#br0" timeOffset="8902.99">18178 13060 245 0,'0'0'20'0,"0"0"-23"16,53-7 3-16,-26 6 2 16,0 1-1-16,2 0 0 15,1 0 0-15,1 0-1 16,0 1 1-16,0 4-1 0,-4-1-15 15,0 0-34-15,-3-2-26 16,-3-2-7-16</inkml:trace>
  <inkml:trace contextRef="#ctx0" brushRef="#br0" timeOffset="9122.86">18526 12987 282 0,'0'0'11'0,"0"0"-3"16,0 0-1-16,0 0-8 0,0 0-2 16,0 0 2-16,0 0 1 15,0 0 1-15,-15 49 0 16,17-29-1-16,0 1-1 16,0 2 1-16,0-2 0 15,-2-1-10-15,0-1-9 0,0-4-35 16,-8-6-32-16</inkml:trace>
  <inkml:trace contextRef="#ctx0" brushRef="#br0" timeOffset="9571.4">18451 13076 224 0,'0'0'-8'0,"0"0"24"0,0 0-25 0,0 0 10 0,40 1 9 15,-14-1-4-15,6 0 4 16,6 0-7-16,-2 0-1 16,1 0 0-16,-3 0-1 15,-3 0-6-15,-6 0-21 16,-6-2-55-16</inkml:trace>
  <inkml:trace contextRef="#ctx0" brushRef="#br0" timeOffset="9764.92">18627 13003 290 0,'0'0'8'0,"0"0"-1"16,0 0-4-16,-42 25-5 16,30-6 1-16,0 6 0 15,0 4-2-15,1 0-9 16,2 2-2-16,3-2-12 0,0-7-32 15,2-2-27-15</inkml:trace>
  <inkml:trace contextRef="#ctx0" brushRef="#br0" timeOffset="10006.04">18730 13039 278 0,'0'0'2'0,"0"0"-2"0,0 0 1 16,0 0-1-16,49 4 0 15,-34 6 1-15,6 1-1 16,4 1 0-16,2-2 0 16,4 1 1-16,4-1-1 15,0 1-1-15,0-2 1 0,0-2-18 16,-6-3-50-16,-6-4-65 15</inkml:trace>
  <inkml:trace contextRef="#ctx0" brushRef="#br0" timeOffset="10191.76">19085 13009 254 0,'0'0'12'0,"0"0"0"16,-37-3-6-16,21 16-5 15,-2 7-2-15,-4 3 0 0,-3 7 1 16,2 1-5-16,-4 0-4 16,4 0-1-16,2-5-22 15,1-5-30-15,4-7-51 16</inkml:trace>
  <inkml:trace contextRef="#ctx0" brushRef="#br0" timeOffset="10433.83">18978 13090 268 0,'0'0'1'0,"0"0"-3"16,0 0 2-16,0 0 0 15,43 6 0-15,-30 2 0 16,5 2 0-16,0 3 1 15,6-2-3-15,-1 1 4 0,3-1-2 16,2 1 1-16,3-2 0 16,0-1-4-16,-1-3-49 15,-5-4-56-15</inkml:trace>
  <inkml:trace contextRef="#ctx0" brushRef="#br0" timeOffset="10660.42">19262 13133 254 0,'0'0'16'0,"0"0"3"0,0 0-7 16,0 0-9-16,0 0-2 16,0 0-3-16,0 0 2 15,0 0-1-15,-16 49 2 16,12-29-2-16,2 3 2 0,-2-2-2 15,-5-1-9-15,-3 0-13 16,-4-3-40-16,-4-4-64 16</inkml:trace>
  <inkml:trace contextRef="#ctx0" brushRef="#br0" timeOffset="11067.81">19350 13198 239 0,'0'0'-10'0,"0"0"13"0,38 13 5 0,-18-9 2 15,6 2-5-15,2-2-4 16,4 0 0-16,0 0 1 0,3 1 0 16,-1 0-1-16,-3-2-7 15,-2 1-29-15,-6-2-59 16</inkml:trace>
  <inkml:trace contextRef="#ctx0" brushRef="#br0" timeOffset="11265.83">19657 13174 317 0,'0'0'-5'0,"0"0"23"0,-38 0-8 16,23 8-8-16,-4 10-4 16,-3 4 2-16,-3 4-3 15,-2 4-9-15,0-1-4 16,2-1-7-16,4-3-6 15,3-7-42-15,3-5-32 0</inkml:trace>
  <inkml:trace contextRef="#ctx0" brushRef="#br0" timeOffset="11485.37">19593 13280 250 0,'0'0'-9'16,"0"0"12"-16,0 0 6 0,53 6-3 15,-32-2-3-15,2 1-1 16,2 0-1-16,0 0-1 16,-1 2 0-16,2 1-8 15,-5-4-22-15,-3-1-40 16</inkml:trace>
  <inkml:trace contextRef="#ctx0" brushRef="#br0" timeOffset="11700.77">19865 13286 324 0,'0'0'21'16,"0"0"-11"-16,0 0-6 15,0 0-12-15,-37 21 13 16,20-6-5-16,-2 3-4 0,-4 4 2 16,-2 2-10-16,2 1-2 15,4-1-13-15,-5-2-39 16,5-7-91-16</inkml:trace>
  <inkml:trace contextRef="#ctx0" brushRef="#br0" timeOffset="11915.9">19868 13384 212 0,'0'0'-4'0,"51"4"13"0,-24-1 5 16,4 1-6-16,-1 2-5 15,1 1-1-15,-2 0-1 16,-2 1-3-16,-5-1-24 16,-3-2-44-16</inkml:trace>
  <inkml:trace contextRef="#ctx0" brushRef="#br0" timeOffset="12128.89">20102 13418 313 0,'0'0'-9'0,"0"0"17"16,0 0-11-16,0 0-1 15,0 0 4-15,0 0 2 16,0 0-1-16,30 47-3 0,-17-33 4 16,4 5 0-16,1-1-1 15,3 3 0-15,-2 1 0 16,-1-2-42-16,0-4-91 15</inkml:trace>
  <inkml:trace contextRef="#ctx0" brushRef="#br0" timeOffset="12297.79">20363 13523 225 0,'0'0'25'0,"0"0"-4"15,-39-14-15-15,20 21-8 16,-5 13-2-16,-7 7-6 15,-2 4 3-15,-4 5 5 16,2-1 0-16,3 2-13 16,-1-1-18-16,5-4-47 15</inkml:trace>
  <inkml:trace contextRef="#ctx0" brushRef="#br0" timeOffset="12477.22">20199 13750 152 0,'0'0'-27'0,"0"0"-35"15</inkml:trace>
  <inkml:trace contextRef="#ctx0" brushRef="#br0" timeOffset="16590.27">17064 17023 17 0,'-2'0'24'0,"2"0"6"0,-4 0-2 0,4 0-11 16,0 0-4-16,-2 0 0 15,0 0 2-15,1 0 0 0,0-3 3 16,0 3 1-16,0 0-10 16,1-1-4-16,-1 1-4 15,1-1 1-15,0 0 0 16,0 0-1-16,0-2-4 15,0-2 3-15,0-1-2 16,0-1 2-16,2-1 5 0,1-3 2 16,1 2-2-16,0-2 1 15,0 2-3-15,1 0-3 16,-2-1 1-16,0 1 0 16,0 1 0-16,2-1-17 15,-3-1 20-15,1-1 4 0,5-2-10 16,-1-1 4-16,4-2 1 15,-2 0-2-15,3-1 0 16,1 2 0-16,-2-2 0 16,2 3-1-16,-2-1 0 15,1 1 0-15,-4 1 1 0,1 2-1 16,0 0-1-16,-1-1 2 16,0 3-1-16,-2 0 1 15,1 0-1-15,0 1 0 16,0 0 0-16,0-1 0 15,1 0 0-15,4-1 0 16,-4 2 0-16,2-4 0 16,3 4 0-16,-2-2 0 0,2 3 0 15,-1-3 0-15,-3 1 0 16,4 1 0-16,-1-1 0 16,0 2 0-16,0-1-1 15,-1-1 1-15,-1 2 1 0,1 0 2 16,-1 0-2-16,1 0 1 15,-2-2-1-15,3 1 0 16,1-2-1-16,-1 1 1 16,0-1-1-16,2 1 0 0,-1 1 0 15,-1-1 0-15,-1 1 1 16,0 2-1-16,1-1 0 16,-2 1 0-16,1 1 0 15,1-2 0-15,-3 1 0 16,3-1 0-16,1 2 0 15,0-1 1-15,1-1-2 0,0 0 2 16,1 1-1-16,2 0 0 16,-1-1 1-16,-1 0-1 15,1 3 1-15,-1-2 0 16,-1 2-1-16,0-2 0 16,2 3 0-16,-1-2 0 0,1 1 2 15,1-1-2-15,-1-1 0 16,-1 0 1-16,2 1-4 15,-1-2 5-15,3-2-2 16,0 1 0-16,0 1 0 16,3-2 1-16,-4 1-1 0,4 1 0 15,-5 0 0-15,2 0 0 16,1 1 0-16,-2-1 0 16,2-2 0-16,-1 2 2 15,-1 0 1-15,1 0-2 0,1-1 2 16,-3 0-2-16,2 1 2 15,-3-1-2-15,1 2 1 16,2-1-1-16,-2 0 0 16,1 0 0-16,0 0-1 15,0-1 1-15,-1 0 1 16,0 2-2-16,-2-1 0 0,1 2 0 16,-1 0 0-16,1 1 0 15,-3-2 0-15,3 1 0 16,-2 0 1-16,2 0-1 15,-1 0 0-15,2 0 0 16,-1 0 0-16,0 0 1 0,-1-1-1 16,1 0 2-16,0 1-2 15,1-2 0-15,2-2 0 16,-2-1 0-16,4 2 0 16,0-2 0-16,-1 0 1 0,1 1 2 15,-3 1-2-15,4-1 0 16,-5 1 0-16,0 1 0 15,-1 0-1-15,1 0 0 16,0 0 1-16,-2 0-1 16,3-1 0-16,0-2 1 15,-2 2-1-15,1-1 1 16,-2 1 0-16,0-1 1 0,-3 1 1 16,1 1 0-16,-1-1-1 15,0 0 0-15,1 3 0 16,0-2 1-16,-2-2-3 15,2 1 0-15,0 0 1 16,0-1 0-16,0 1 0 0,1 1 0 16,-3-2 1-1,0 1 1-15,0-1 2 0,0 2-3 16,-1-3 0-16,1 2-1 16,0-1 0-16,-1 2-1 15,0 0 1-15,0-2-1 0,1 0 1 16,1 0 2-16,-1-1-1 15,5 0 0-15,-3-1-1 16,3-1 0-16,-3 0-1 16,0 0 2-16,1 1-2 15,-4-2 0-15,2 2 0 0,-2-2 0 16,2 3 0-16,0-1 0 16,-3-1 0-16,1-1 0 15,1-1 0-15,1 3 0 16,-3-2 0-16,2 0 0 15,-1 2 0-15,0-2 1 0,0 0 0 16,0 2 1-16,-1-2-1 16,1 2 1-16,-1-1-1 15,-1 1-1-15,0 0 1 16,1-2 1-16,-1 0-1 16,-1 2 0-16,1-2 1 0,2-2 1 15,-1 0-1-15,1 0-1 16,2-2 0-16,-3-2-1 15,0 2 1-15,2-3-1 16,-3 2 0-16,0-2 0 16,3-1 1-16,-6 2 1 0,3-1-2 15,-3 0 0-15,1 0 0 16,1-1 1-16,-2 0 0 16,1-2-1-16,0 0 0 15,1-1 0-15,0 2 1 16,2-4-1-16,-4 2 0 0,3-3 0 15,-2 1 0-15,-2 1 1 16,0 0-1-16,-4 0 1 16,0 1-1-16,0 0 2 15,0 1-2-15,0-1 0 16,0-2 0-16,0 2-2 0,0-3 1 16,0 2 1-16,0-1 0 15,0 0 0-15,0 1 0 16,0-1 0-16,-2 2 1 15,2 0 1-15,-4 1-2 16,2-1 2-16,-1 2 0 0,0-1-1 16,1-1 0-16,-2 2 0 15,0 0-1-15,-1 0 1 16,-1 2 1-16,0 2-1 16,-2-2 0-16,1 3-1 15,-1 0 3-15,0 0-2 16,-2-2 2-16,-1 2 0 0,1-1 0 15,3-1 2-15,-2 0-2 16,3 0 0-16,-3-2-2 16,4-1 0-16,-3 0 1 15,1 2-1-15,-1 0 3 16,-3 3-2-16,3 0 4 0,-1 3 3 16,-1 2 0-16,2 1-5 15,-2 1-3-15,0 0 1 16,1-1 0-16,0 1-1 15,-2-1-1-15,2 0 1 0,0 0-1 16,-4 0 0 0,-1-1 0-16,-2-1-5 0,-2 2 4 15,-1-2 0-15,1 2 0 16,-3 1 3-16,2 0 2 16,1 1 1-16,0 0 0 15,0 0-4-15,0-2 1 16,-4 2-1-16,4 1-1 0,-3 1-1 15,1 0-5-15,1 1 3 16,-1 2 0-16,1 1 3 16,0-1 4-16,0-1-5 15,-2 2 5-15,0-1-2 0,-3 0 1 16,1 0-3-16,1-1-1 16,-3 1-1-16,-1 1-1 15,-1 2 5-15,2-2-3 16,3 3 3-16,-1 0-1 15,-1 0-1-15,3 0 1 0,0 0-2 16,0 0 2-16,-1 0-2 16,4 0 3-16,-4 0-2 15,1 4 2-15,0-1-2 16,0-1 1-16,0 2-1 16,2-1-2-16,-1 0 3 0,1 0 0 15,2 0 0-15,-1 1 1 16,3-2-2-16,-1 1 0 15,2 0 0-15,0 0 1 16,0-2-2-16,0 3 1 16,0-2 1-16,-1 2-1 15,-1-1 1-15,-1 0-1 0,3-3 0 16,0 4 1-16,-1-4-1 16,2 2 2-16,-1-1 1 15,1-1-2-15,0 0 2 16,3 1-3-16,-3 1 0 0,-1-1 0 15,1-1 1-15,0 3-2 16,1 0 1-16,0-2 0 16,-2 2-1-16,-1 0 1 15,0 0-2-15,2 1 2 16,-3-2 0-16,-1 0 2 0,1 1-2 16,0 0 2-16,0-1-2 15,1 0 0-15,-1 1 1 16,1 1-1-16,-4-2 0 15,2 1 0-15,2-1 0 16,-2 0 0-16,2 1 1 16,1-2-1-16,1 2 0 0,2-3 0 15,2 3 0-15,4-2-2 16,3-1-16-16,0-7-88 16,0-14-179-16</inkml:trace>
  <inkml:trace contextRef="#ctx0" brushRef="#br0" timeOffset="18304.16">17004 13315 151 0,'0'0'14'0,"0"0"3"0,0 0-20 16,0 0 1-16,0 0 2 16,0 0 1-16,0 0-1 15,0 0 0-15,0 1-1 0,2 1 0 16,-1-1 0-16,1 1 3 16,3 0-2-16,-1 2 0 15,1 1 1-15,1 0-2 16,-2-1-3-16,2 1-10 15,0-1 2-15,-1-1 6 0,0 0 1 16,2-2 2-16,-4-1 2 16,3 0 10-16,-1 0 15 15,2-5-5-15,0-3-10 16,3-3-3-16,2-3-3 16,0-5 0-16,1 1 1 0,-1-6 8 15,0-2 6-15,0-2-2 16,1-3-1-16,1-2-4 15,3 0-7-15,5-1-1 16,-1 4-2-16,3 2-1 0,1 6-8 16,-1 1-32-16,-4 7-80 15</inkml:trace>
  <inkml:trace contextRef="#ctx0" brushRef="#br0" timeOffset="34032.09">452 8270 132 0,'0'0'8'0,"0"0"3"0,0 0-4 0,0 0 0 0,0 0-4 15,0 0 2-15,-12-39-2 16,8 32-1-16,2 3 0 16,-3-2 1-16,1 2-1 15,0 1 0-15,0 0 2 16,3 2 1-16,-1 1-1 0,-1-1-1 15,3 1-1-15,0 0-4 16,0 0 0-16,0 0 2 16,3 5 0-16,-1 5 1 15,3 0-2-15,-1-1 3 16,1 1-1-16,1-2 0 0,-2-3-1 16,1-5 0-16,2 0-2 15,2-13 2-15,9-12 15 16,2-13-5-16,11-10-6 15,10-15-2-15,7-8-2 16,6-10-11-16,4-4-67 0</inkml:trace>
  <inkml:trace contextRef="#ctx0" brushRef="#br0" timeOffset="43634.87">9606 15194 243 0,'0'0'25'0,"0"0"-18"0,0 0-11 0,0 0 3 16,0 0 1-16,0 0 1 16,0 0 0-16,0 0-1 0,0 0 2 15,0 0-2-15,0 0 1 16,40 39 2-16,-30-33 1 16,-1 2 3-16,3-1 1 15,3 1-2-15,4 0-1 0,3 4-2 16,3-1 1-1,5 2-3-15,5 2-2 0,3 2 3 16,5 3-2-16,3 3 1 16,4 1-1-16,6 2 0 15,2 1 0-15,7-1 0 16,4 3 1-16,4 2-1 0,2 0 0 16,5 2 1-16,5 1-2 15,2 3 2-15,3 4-1 16,4 1 1-16,4 2 5 15,4 1 2-15,4 3 8 16,5 2-1-16,5 1-10 16,7 3 6-16,3 0-1 0,8 3-6 15,2 1-3-15,3-1 2 16,4 1-1-16,4 3-1 16,1 2 0-16,4 2 1 15,0 5 2-15,2 2-2 16,0 3-1-16,-2 1 0 0,1 0 0 15,-4-2-1-15,-2-1 1 16,-6-4 7-16,-5-5 4 16,-10-3 3-16,-4-4 3 15,-10-3 2-15,-11-3 2 16,-9-1 5-16,-9-3-7 0,-8-2-4 16,-10-4-11-16,-7-1 0 15,-8-3-4-15,-8 1-3 16,-11-2-4-16,-15-6-48 15,-16-8-116-15</inkml:trace>
  <inkml:trace contextRef="#ctx0" brushRef="#br0" timeOffset="44552.15">9204 18210 214 0,'0'0'-16'0,"0"0"28"0,0 0-6 0,0 0-4 0,0 0 1 16,0 0 2-16,0 0 5 16,42 14 2-16,-21-22 2 15,4-4 0-15,2-2-2 16,1-3-2-16,2-3 0 16,1-4-2-16,3-6-2 0,3-4 2 15,5-4-4-15,4-8 6 16,6-5-6-16,9-7-2 15,7-4 0-15,7-6 0 16,8-5-1-16,2-4 0 0,4-4 2 16,8-5-1-16,1-4 0 15,5-3-1 1,8-4 0-16,5-7 0 0,5-1-1 16,7-7 0-16,2-3 1 15,5-6 0-15,3 0 1 16,4-5 4-16,5-3 2 0,-1 1 4 15,2-1-5-15,1 0-2 16,0-1 0-16,2 0-1 16,0-2 2-16,-1-1-2 15,-2 1 2-15,-4-1 0 16,2 1 3-16,-7 1 6 0,-3 2-5 16,-5 5 15-16,-2 6-7 15,-11 6-9-15,-2 11-3 16,-10 9-3-16,-9 8-1 15,-7 13-1-15,-12 13-2 0,-9 10-2 16,-7 10-4-16,-9 13-33 16,-10 8-56-16,-11 6-57 15</inkml:trace>
  <inkml:trace contextRef="#ctx0" brushRef="#br0" timeOffset="45300.88">15601 14154 275 0,'0'0'2'0,"62"54"1"0,-17-22 2 0,7 4-1 0,10 2-1 16,5 2-2-16,6 4 0 15,8 3 0-15,8 1 1 16,4 6-2-16,3 3 1 15,4 3 0-15,8 1-1 0,2 3 2 16,5 4-1-16,6 2 2 16,6 5 5-16,2 2 23 15,8 3-16-15,1 4-13 16,6 0 1-16,2 4-3 0,4 1 1 16,2 1 1-16,2 4 0 15,0 4 3-15,2 3 1 16,1 2-1-16,-1 2 0 15,0-2-1-15,-4-1-1 16,-7-3-1-16,1-5 5 16,-6-3 13-16,-5-2-3 0,-4 0 0 15,-6-4 1-15,-4-4 1 16,-4-3 3-16,-5-4-9 16,-6-5-1-16,-7-5-4 15,-2-3-1-15,-9-5-4 16,-5-7-1-16,-6-3-1 0,-8-8-2 15,-5-8 0-15,-11-7-4 16,-6-12-20-16,-9-11-53 16,-14-19-25-16,-13-29-98 15</inkml:trace>
  <inkml:trace contextRef="#ctx0" brushRef="#br0" timeOffset="45989.69">20277 12822 361 0,'0'0'2'0,"-68"0"0"0,35 10-2 0,2 8 2 16,2 3-2-16,-3 9 0 0,-4 10 1 16,-3 8-2-16,-1 10 2 15,-6 9-2-15,-5 10 0 16,-4 11-1-16,-6 6-1 16,-7 8-3-16,-3 6 2 0,-5 7 3 15,0 3 1-15,-2 5 1 16,0 2 1-16,2 9 1 15,-5 11 7-15,-2 5-2 16,1 11-4-16,-6 9-3 16,-3 13-1-16,-7 4-1 15,-5 6 0-15,0 4-4 0,-7 2-3 16,-3-1-2-16,1-6 6 16,0-2 4-16,2-5 0 15,2-6 4-15,5-7 5 16,4-4 11-16,5-5 0 15,2-5 9-15,8-11-7 0,8-6-2 16,0-11 10-16,10-9-14 16,6-13-2-16,7-12-6 15,10-11-3-15,4-13 0 16,9-12-3-16,5-9-1 16,7-10 0-16,5-7-2 15,2-11-9-15,-1-20-73 0,-8-15-118 16</inkml:trace>
  <inkml:trace contextRef="#ctx0" brushRef="#br0" timeOffset="48022.9">13891 15316 62 0,'0'0'5'0,"0"0"0"0,0 0 4 0,0 0 4 16,0 0-4-16,0 0 2 15,7-37 0-15,-7 35-6 16,0-1-3-16,0 2-2 0,0 0-10 16,0-1-10-16,0 2-5 15,0 0-13-15,-1 0 0 16,-1 0 63-16,2 0 7 16,-2 0-5-16,-1 0-6 0,2 0-4 15,1 0-8-15,0 0-3 16,0 0-3-16,0 0 0 15,0 0-1-15,0 0-3 16,0 0-2-16,0 0 7 16,1 3-2-16,4 0-1 15,-3-2 2-15,3-1 7 0,0 0 19 16,0-3 14-16,7-12-5 16,7-11-6-16,10-12-16 15,15-16-12-15,9-16-3 16,17-12-1-16,10-16-1 15,13-13-11-15,4-8-47 0,2-9-98 16</inkml:trace>
  <inkml:trace contextRef="#ctx0" brushRef="#br0" timeOffset="48968.73">13851 15209 123 0,'0'0'1'0,"0"0"9"0,0 0-6 0,0 0-4 16,0 0 1-16,0 0 0 15,0 6 0-15,0-1-1 16,2 1 3-16,0 1-3 15,-1-3 1-15,3 0 0 0,0-4-1 16,4 0-1-16,2-11 23 16,6-15 12-16,10-16-19 15,7-15 1-15,13-14-10 16,10-15-1-16,9-18-4 16,8-14-2-16,3-15-60 0</inkml:trace>
  <inkml:trace contextRef="#ctx0" brushRef="#br0" timeOffset="50546.54">17673 16014 26 0,'0'0'13'0,"0"0"4"0,0 0 0 0,0 0-5 0,0 0-8 15,0 0-1-15,0 0-1 0,0 0-1 16,0 0-1-16,0 0 0 16,0 0 0-16,0 0 0 15,0 0 0-15,29-26 1 16,-25 25-1-16,-1 1 0 0,1 0 0 15,2 0 1-15,-1 0-1 16,0 0 2-16,1 0-2 16,-3 0 1-16,1 1 0 15,0 1 5-15,-2 0 1 16,2-1 5-16,-3-1 4 0,1 0-4 16,3 0-7-16,-1 0-3 15,2 0 4-15,4-3 3 16,4-7-1-16,6-7-2 15,3-7-3-15,5-9 0 16,8-8-3-16,9-13 2 16,7-10-2-16,5-14-22 15</inkml:trace>
  <inkml:trace contextRef="#ctx0" brushRef="#br0" timeOffset="53943.34">22047 15390 198 0,'0'0'-13'0,"0"0"21"0,0 0 4 15,0 0-7-15,-44 26-3 16,36-9-2-16,2 1 0 15,3 3 1-15,1-1-1 0,2-2 1 16,0-1 1-16,3-3 0 16,7-1-1-16,0-6 1 15,1 0-2-15,3-6-2 16,-2-1 1-16,2 0 1 16,-2-8 9-16,0-6 7 0,-5 0 0 15,1-6-1-15,-5-4-5 16,-3 1 3-16,0 0-3 15,0-1-4-15,-4 3-3 16,-7 4-4-16,2 2-1 16,-4 7-6-16,-1 5-17 15,1 3-11-15,-1 0-38 0,3 2-13 16</inkml:trace>
  <inkml:trace contextRef="#ctx0" brushRef="#br0" timeOffset="54291.75">22178 15304 115 0,'0'0'2'0,"0"0"0"0,0 0 0 16,0 0-3-16,0 0-8 15,0 0 19-15,0 0 1 16,0 41-2-16,-4-21 0 15,3-3-5-15,1 0 0 16,3-4 0-16,8-3-1 16,3-3-1-16,6-7 1 0,1 0-3 15,3-3 4-15,1-9 5 16,1-5 6-16,-3-2 4 16,-5-1 0-16,-4-1 0 15,-5 2 0-15,-4-2-1 16,-5 5-6-16,0 1-7 0,-2 3-5 15,-11 7-5-15,-5 5-22 16,-3 0-18-16,-1 7-42 16,0 3-9-16</inkml:trace>
  <inkml:trace contextRef="#ctx0" brushRef="#br0" timeOffset="54656.32">22467 15254 86 0,'0'0'9'16,"0"0"16"-16,0 0-8 15,-29 45-9-15,29-33-2 0,0-2 0 16,6-3-3-16,6-1 2 15,4-4-2-15,2-2 6 16,1 0 7-16,-2-6 1 16,-1-6-3-16,-1-2 6 15,-2 1 3-15,-5-1-7 0,-3-1 3 16,-4 0-1-16,-1 1-3 16,0 2-9-16,-6 3-5 15,-7 3-6-15,-3 6-2 16,-3 0-6-16,-1 13-14 15,0 5 1-15,2 4-15 0,5 1-17 16,7-5-16-16</inkml:trace>
  <inkml:trace contextRef="#ctx0" brushRef="#br0" timeOffset="55010.68">22701 15260 255 0,'0'0'40'15,"0"0"-29"-15,0 0 2 16,0 0-11-16,0 0-5 0,0 0-16 16,0 0 6-1,0 0 3-15,-33 44 6 0,26-20 3 16,0-1 2-16,7-1 1 16,0-4-1-16,8-4 0 15,7-1-2-15,3-6-9 16,2-6-3-16,0-1 4 0,2 0 6 15,-3-8 0-15,-2-5 0 16,-3-1 5-16,-3 0 12 16,-5-2 8-16,-4-1 5 15,-2 0-2-15,-1 1-8 16,-10 2-11-16,-4 1-8 0,-2 6 2 16,-5 6-6-16,-4 1-8 15,-2 10-8-15,2 10-4 16,-1 5-9-16,0 4-41 15,4-1-21-15</inkml:trace>
  <inkml:trace contextRef="#ctx0" brushRef="#br0" timeOffset="55381.95">22703 15705 255 0,'0'0'-2'16,"0"0"2"-16,0 0 1 16,0 0 0-16,0 0-4 15,0 0-1-15,0 0 4 0,-2 42 0 16,-2-26 1-16,3 1 0 16,1 0 0-16,0-3 0 15,8-3 1-15,4-5-1 16,0-3 1-16,3-3-5 15,0 0 2-15,3-9 3 16,-3-7 7-16,-1-3 5 0,-3-2 6 16,-3 2 4-16,-7-2-5 15,-1 3-1-15,-1-1-7 16,-12 7-5-16,-3 3-7 16,-2 3 3-16,-2 6-5 15,-4 0-4-15,-2 10-20 0,3 7-11 16,0 3-11-16,0 1-58 15</inkml:trace>
  <inkml:trace contextRef="#ctx0" brushRef="#br0" timeOffset="55722.66">22587 15962 269 0,'0'0'6'15,"0"0"-12"-15,0 0 6 0,0 0 0 16,1 42 0-16,1-26 0 16,0 4 0-16,1 1 0 15,5-1 1-15,0 0 0 16,5-2-1-16,0 0 1 0,3-6-2 16,-2-2 0-16,-1-4-1 15,-3-5-1-15,-3-1 3 16,-2 0 2-16,-4-4 16 15,-1-6 13-15,0-1-12 16,-2-1-8-16,-7-2-7 16,-3 3-3-16,-1 1-4 0,-1 4-3 15,-4 5 0-15,2 1-5 16,-3 4-20-16,0 12-5 16,1 2-27-16,-3-1-46 15</inkml:trace>
  <inkml:trace contextRef="#ctx0" brushRef="#br0" timeOffset="56072.71">22590 16264 231 0,'0'0'19'15,"0"0"-21"-15,0 0 3 16,0 0-2-16,0 0-2 15,-18 43 3-15,12-26 0 16,3 0 0-16,3-1 2 16,0-1-1-16,7-3 0 0,6-1 0 15,5-2-3-15,1-4-6 16,1-5-6-16,1 0 4 16,-2-4 7-16,-2-8 2 15,-1-2 11-15,-8-2 22 16,-1-3-3-16,-6 1 0 0,-1-1-11 15,0 2-12-15,-6 0-5 16,-6 3-2-16,-4 5-8 16,-2 3-16-16,2 6-3 15,-5 0-14-15,4 0-32 16,4 6-20-16</inkml:trace>
  <inkml:trace contextRef="#ctx0" brushRef="#br0" timeOffset="56431.84">22910 16246 216 0,'0'0'-18'16,"0"0"18"-16,0 41 2 15,0-27 0-15,-3 3-1 0,3-1-1 16,0-2 1-16,0 0 1 15,0-2 1-15,8-2-1 16,5 1-1-16,2-2-1 16,3-2-1-16,-1-4 2 15,1-3-2-15,-3 0-5 0,-2-2 6 16,-5-9 11-16,-4 0 16 16,-4-2 5-16,0 1-2 15,-9-1-9-15,-5 2-8 16,-2 1-11-16,-4 4-2 15,2 3 3-15,-2 3-6 0,2 0-2 16,2 12-1-16,2 4-9 16,4 2-19-16,3-2-21 15,3 1-54-15</inkml:trace>
  <inkml:trace contextRef="#ctx0" brushRef="#br0" timeOffset="56788.63">23093 16331 291 0,'0'0'1'0,"0"0"5"15,0 0 6-15,0 0-2 0,0 0-10 16,0 0-4-16,0 0-5 16,0 0 1-16,-44 0 7 15,33 18 0-15,5 2-1 16,4-2 0-16,2-3-8 15,2-2-9-15,9-6-7 0,5-4 4 16,0-3 18-16,4 0 3 16,2-10 0-16,0-6 2 15,-1-3 12-15,-3-1 2 16,-1-3 3-16,-6 1 1 0,-4 0 0 16,-5 1-4-16,-2 1-8 15,-1 2 6-15,-10 6-6 16,-2 2-6-16,-2 4-2 15,-2 6 1-15,-2 0-12 16,-1 9-20-16,2 2-24 16,4-1-52-16</inkml:trace>
  <inkml:trace contextRef="#ctx0" brushRef="#br0" timeOffset="57132.15">23216 16112 294 0,'0'0'9'0,"0"0"5"16,0 0-1-16,0 0-18 15,0 0 0-15,0 0 0 0,0 0-1 16,0 0 9-16,-36 50-2 16,34-33-2-16,2-3-4 15,0-5-4-15,9-2-8 16,4-7 0-16,5-1 12 15,0-14 7-15,2-5 1 16,2-4-2-16,-4-3 2 0,-2-4 9 16,-1 1 6-16,-5 2-1 15,-6-1-6-15,-2 1-3 16,-2 2-4-16,0 3-3 16,-6 4 0-16,-4 3-3 15,-3 5-13-15,-1 4-13 0,-3 5-16 16,3-1-50-16,0 2-30 15</inkml:trace>
  <inkml:trace contextRef="#ctx0" brushRef="#br0" timeOffset="57471">23316 15730 278 0,'0'0'-14'15,"0"0"11"-15,0 0 3 16,-29 39 0-16,25-25 1 0,2 0-2 16,1 0-2-16,1-3-3 15,0-3 4-15,3-4 2 16,5-1-2-16,-2-3-2 16,4 0 3-16,-2-10 15 0,0-6 4 15,1-1-2-15,-2-7 0 16,-3 1 3-16,-3-2-1 15,-1-2-6-15,0 1 1 16,-5 4-4-16,-5 2-5 16,-3 3-4-16,2 4-1 15,-5 3-9-15,1 6-11 0,-2 4-2 16,2 0-18-16,-1 4-20 16,4 3-38-16</inkml:trace>
  <inkml:trace contextRef="#ctx0" brushRef="#br0" timeOffset="57821.59">23262 15405 282 0,'0'0'-1'16,"0"0"12"-16,0 0 7 0,0 0-18 15,-46-28-6-15,30 43 0 16,1 8 2-16,-2 3 2 15,2 5 0-15,4 1 0 16,3-5-3-16,7-2-3 16,1-6 0-16,6-7-8 0,8-8-7 15,3-4 14-15,3 0 7 16,1-9 6-16,-1-7-1 16,2-6 4-16,-2-3 13 15,-2-5-3-15,-4-1 1 16,-5-5 2-16,-2-2-7 15,-6 4-2-15,-1 2-9 0,-2 3 0 16,-11 3-1-16,-1 6-5 16,-5 7-1-16,1 2 5 15,0 7-22-15,-2 2-23 16,2 2-57-16</inkml:trace>
  <inkml:trace contextRef="#ctx0" brushRef="#br0" timeOffset="58206.01">23191 15025 248 0,'0'0'-1'15,"0"0"6"-15,0 0-6 16,-42 34 4-16,24-3-7 16,2 6 5-16,0 0 2 15,6-1-2-15,8-4-2 16,2-8-4-16,8-6-3 0,10-8-2 15,2-7 2-15,6-3 3 16,2-6 10-16,0-12-4 16,0-6 1-16,-1-3 0 15,-4-4 6-15,-3-5 17 0,-4-5-1 16,-6-2-2 0,-2-2-11-16,-7 0-8 0,-1 3-1 15,-6 5-1-15,-9 6-1 16,-5 8-2-16,-6 5 7 15,1 8-5-15,-3 7-2 16,3 3 0-16,0 7 2 16,3 12-2-16,2 5-2 0,6 3-16 15,7 0-16-15,5-2-7 16,2-9-41-16,5-9-44 16</inkml:trace>
  <inkml:trace contextRef="#ctx0" brushRef="#br0" timeOffset="58548.42">23349 14586 211 0,'0'0'14'16,"0"0"13"-16,-47-39-12 16,26 39-15-16,-2 6 0 15,-4 14 1-15,1 5-1 16,-1 5 2-16,2 6-1 15,5-5 0-15,5-1 1 0,7-5-2 16,6-6 1-16,2-8-5 16,9-7-2-16,7-4-3 15,9-1 6-15,3-16 4 16,3-4 4-16,4-6 0 16,0-5-3-16,-1-2 3 15,-5-2 2-15,-5 3-3 0,-8 0 2 16,-11 4-1-16,-5 3-1 15,-1 6-3-15,-14 4-5 16,-7 5-5-16,-1 8-33 16,-6 2-27-16,4 1-9 0</inkml:trace>
  <inkml:trace contextRef="#ctx0" brushRef="#br0" timeOffset="58904.82">23393 14292 253 0,'0'0'-5'0,"0"0"1"15,0 0 7-15,-43 35-3 16,21-2-5-16,-1 4 5 16,0 2 3-16,9-2 0 0,4-2-3 15,10-6 0-15,3-6-1 16,16-9-4-16,3-5 6 15,8-9-1-15,2-2 1 16,3-15 0-16,1-7 2 16,-1-3 2-16,-3-7-1 15,-6-1 5-15,-5-1 0 0,-8-2-2 16,-7 1 1-16,-6 1-4 16,0 5-3-16,-15 4-3 15,-9 7 0-15,-5 7-8 16,-6 9-3-16,-4 4-2 0,-2 7 2 15,1 13-17 1,4-3-27-16,7 1-13 0</inkml:trace>
  <inkml:trace contextRef="#ctx0" brushRef="#br0" timeOffset="59267.28">23526 14068 34 0,'0'0'204'0,"0"0"-201"16,0 0 4-16,0 0-10 0,-39-5 1 15,24 19 6-15,0 4-2 16,1 1-3-16,6-1 2 16,6-2 0-16,2-6-2 15,4-3-4-15,11-4 6 16,3-3-1-16,3-7 2 0,5-9 6 15,2-6-2-15,-1-3-3 16,-3-3 0-16,-2-2 0 16,-4-1 4-16,-9 1 0 15,-5 2 0-15,-4 2-1 0,-9 4-4 16,-9 9-3-16,-8 6-3 16,-2 7-1-16,-6 1 1 15,2 17 3-15,2 5-7 16,3 4-6-16,12-2-14 15,3-2-41-15,12-8-8 16</inkml:trace>
  <inkml:trace contextRef="#ctx0" brushRef="#br0" timeOffset="59627.71">23781 13794 195 0,'0'0'31'0,"0"0"-31"16,0 0 3-16,-58 25-1 16,35 1-1-16,-1 4 1 15,-1 5-2-15,3-3 1 0,10-2 0 16,7-6-1-16,5-5 0 16,3-7-5-16,13-6 1 15,7-6 0-15,4 0 8 16,6-7 0-16,4-9-1 15,0-4 0-15,-3-5 0 16,-4-1 0-16,-7-1 5 16,-5 2 0-16,-9 1 4 0,-7 4 2 15,-2 3 0-15,-4 5-7 16,-12 7-4-16,-8 5-3 16,-5 0-3-16,-5 13 0 15,-1 8-10-15,2 0-20 0,7 2-18 16,8-7-41-1</inkml:trace>
  <inkml:trace contextRef="#ctx0" brushRef="#br0" timeOffset="59961.43">24016 13868 237 0,'0'0'6'15,"0"0"0"-15,0 0-3 16,0 0-10-16,0 0 5 15,0 0 2-15,-12 57 4 0,-1-31-2 16,4-2 0-16,4-1-1 16,5-5 1-16,0-1-2 15,10-6 1-15,10-3-2 16,-1-4 0-16,7-4 2 16,2 0 2-16,1-8 1 0,-1-7-4 15,-3-6 3-15,-6-3-3 16,-7-5 12-16,-9 2-6 15,-3-4 6-15,-8 5-3 16,-14 4-8-16,-6 6-1 16,-5 9-3-16,-5 7-1 0,-2 4-10 15,2 16-2-15,5 6-10 16,6 6-32-16,9-3-34 16</inkml:trace>
  <inkml:trace contextRef="#ctx0" brushRef="#br0" timeOffset="60299.39">24208 14072 307 0,'0'0'9'0,"0"0"5"0,0 0-14 16,0 0-6-16,0 0 5 15,-28 52 1-15,14-28 0 16,1 2-2-16,5-2-1 15,6 1 2-15,2-3-1 16,8-2-2-16,10-6 1 16,4-4-2-16,3-6-4 15,1-4 0-15,2-1-1 0,-6-11 3 16,-4-5 8-16,-3-3-1 16,-8-4 6-16,-6 0 9 15,-1 3 1-15,-9-2-5 16,-11 5-6-16,-2 3-5 15,-12 10-3-15,0 5 3 0,-6 3-7 16,1 15-8-16,3 6-17 16,2 6-16-16,7-2-54 15</inkml:trace>
  <inkml:trace contextRef="#ctx0" brushRef="#br0" timeOffset="60654.83">24191 14436 282 0,'0'0'36'0,"0"0"-44"15,0 0-10-15,-17 48 4 16,-3-16-5-16,1 5-12 16,-3 3 3-16,6 1 4 15,3-1 15-15,10-6 9 0,3-6 1 16,3-4 1-16,16-7 0 15,0-4-1-15,7-7 1 16,4-5 0-16,1-1 1 16,1-10 7-16,-2-7 6 15,-3-3 10-15,-6-7 1 16,-7-2-7-16,-5-3 4 0,-9 1-7 16,0 0-6-16,-15 5-8 15,-6 5-4-15,-3 10 0 16,-8 8-1-16,-1 3-2 15,4 14-5-15,-4 9-18 0,6 5-14 16,6-2-69-16</inkml:trace>
  <inkml:trace contextRef="#ctx0" brushRef="#br0" timeOffset="61017.47">24228 14918 297 0,'0'0'1'0,"0"0"-2"15,-53 37-2-15,32-10-7 16,-1 3-8-16,0 5 1 16,4 1 0-16,5-1 10 15,6-2 3-15,7-6 1 16,0-4 3-16,13-5 0 0,8-7-4 15,6-8 2-15,4-3 6 16,2-1 11-16,1-13 2 16,0-5-1-16,-2-4-1 15,-8-2-3-15,-5-3-6 16,-6-1 1-16,-10 1 1 16,-3 4-1-16,-8 4 0 0,-11 7-6 15,-5 8-4-15,-4 5 3 16,-4 9-11-16,1 11-13 15,-4 4-24-15,3 0-49 16</inkml:trace>
  <inkml:trace contextRef="#ctx0" brushRef="#br0" timeOffset="61378.5">24177 15344 335 0,'0'0'4'16,"0"0"-7"-16,0 0 1 16,0 0-5-16,0 0-2 15,-29 51-5-15,18-24 5 16,1 3 3-16,2 1 2 0,7-1 3 16,1-3 1-16,0-3 1 15,5-4-1-15,9-4 1 16,2-6-3-16,5-6 1 15,-2-4-1-15,2 0 3 16,-1-9 8-16,-4-5 16 16,-4-2-5-16,-4-2-2 0,-6-3 7 15,-2-2-5-15,-4 3-4 16,-9 2-8-16,-7 2-10 16,-1 7-2-16,-5 8-4 15,-7 1-22-15,0 14-22 16,0 6-19-16,-1 3-34 0</inkml:trace>
  <inkml:trace contextRef="#ctx0" brushRef="#br0" timeOffset="61736.46">24069 15804 323 0,'0'0'3'0,"0"0"-25"0,0 0 20 16,3 43-1-16,-7-20 2 16,-2 6 1-16,-1 3 1 15,4 2-1-15,3 1 0 16,0-1 0-16,4 0 0 16,10-3-5-16,1-5 2 15,5-6-2-15,-2-8-1 0,4-7 0 16,-3-5 2-16,-1-3 4 15,-1-11 7-15,-7-4 20 16,-2-7-1-16,-5 0-6 16,-3-2 0-16,-1 0-5 0,-10 4-9 15,-2 6-5-15,-5 4-4 16,0 11-1-16,-5 2-12 16,-3 14-22-16,-1 8-7 15,0 5-7-15,1 3-106 16</inkml:trace>
  <inkml:trace contextRef="#ctx0" brushRef="#br0" timeOffset="62057.47">24060 16381 313 0,'0'0'-1'0,"0"0"-5"16,0 0 7-16,2 41-4 15,-4-20-2-15,-3 1-4 16,1 1 9-16,2 0 1 16,2-5 0-16,0-3 0 0,0-3 1 15,4-5 0-15,6-3 2 16,1-4-7-16,0 0 2 16,1-6-1-16,-4-7 2 15,-5-4 6-15,-3-3 12 16,0-1-1-16,-14-1-6 0,-4 3-7 15,-8 3-3-15,-2 8-5 16,-7 8-5-16,1 0-9 16,-8 15-18-16,-3 7-22 15,-1 2-67-15</inkml:trace>
  <inkml:trace contextRef="#ctx0" brushRef="#br0" timeOffset="62290.79">23676 16807 277 0,'0'0'-3'0,"0"0"1"16,0 0 8-16,0 0-5 15,-45 3-9-15,24 17-4 0,-4 8 10 16,1 5 3-16,2 2 2 15,7 1-2-15,5-3-5 16,5-8-18-16,5-2-39 16,6-10-22-16</inkml:trace>
  <inkml:trace contextRef="#ctx0" brushRef="#br0" timeOffset="62447.46">23627 17023 97 0,'0'0'48'16,"49"-48"16"-16,-34 22-16 15,-3 0-12-15,-7 2-10 16,-5 0-5-16,-3 4 9 15,-11 5 1-15,-7 3-5 16,-5 6-24-16,-4 6-5 0,-4 3-21 16,-7 19-24-16,-3 5 10 15,-2 3-47-15,0-1-119 16</inkml:trace>
  <inkml:trace contextRef="#ctx0" brushRef="#br0" timeOffset="62822.9">23155 17091 311 0,'0'0'-13'0,"0"0"5"16,-47 1 2-16,28 11-33 15,-4 2-13-15,0 6 17 16,-1 3 35-16,1 2 13 0,5-2 14 15,7-2-11-15,7-2-6 16,4-5-7-16,0-3 1 16,11-4-4-16,3-5 3 15,2-2-2-15,1-3 5 16,1-10 14-16,0-7 5 16,-2 2-5-16,-1-6-4 0,-6 1-4 15,-5-1 1-15,-4 1-1 16,0 0-1-16,-12 3 0 15,-10 3-3-15,-6 4-5 16,-8 6-2-16,-4 6-9 16,-8 1-5-16,0 11-2 0,-6 11-11 15,0 3-28-15,1 5-50 16</inkml:trace>
  <inkml:trace contextRef="#ctx0" brushRef="#br0" timeOffset="63189.66">22522 17172 12 0,'0'0'210'0,"0"0"-205"16,-55-11 23-16,33 13-14 15,3 11-14-15,-1 4 0 16,1 6-1-16,3 2 1 15,2 1 0-15,3 1 0 16,5-3 1-16,3-4 0 0,3-4 0 16,5-5 0-1,6-7-1-15,4-4 2 0,4 0-2 16,1-15 1-16,0-5 4 16,-2-6 5-16,-5-1-6 15,-3-2 0-15,-9 0 2 0,-1-1 5 16,-12 5-2-16,-5 2-2 15,-10 3-1-15,-9 4-7 16,-5 8 0-16,-4 5-9 16,-3 3-11-16,-3 6-3 15,0 8-20-15,4 1-71 16</inkml:trace>
  <inkml:trace contextRef="#ctx0" brushRef="#br0" timeOffset="63579.7">21917 16977 203 0,'0'0'-48'0,"0"0"9"15,-37 47 20-15,23-13-5 16,1 3-11-16,1 6 17 15,5-3 29-15,5-5 17 16,2-2-1-16,2-9-13 16,12-7-4-16,6-7-4 0,5-9 1 15,2-1 5-15,1-10 7 16,0-9 7-16,-1-7 2 16,-3-2-7-16,-3-4-5 15,-2 0 1-15,-10-1-5 16,-3 0-5-16,-6 0 2 15,-2 4-2-15,-13 1-2 0,-7 3-1 16,-5 5-1-16,-3 6-5 16,-7 4-4-16,-1 9 0 15,-4 1-5-15,2 13-5 16,1 8-18-16,2 2-39 16</inkml:trace>
  <inkml:trace contextRef="#ctx0" brushRef="#br0" timeOffset="64006.64">21694 16807 238 0,'0'0'-17'0,"-50"4"21"0,23 12-1 0,1 9-4 16,1 8 5-16,5 4-6 16,4 0 2-16,5-1 2 15,9-4-4-15,2-8 1 16,4-7 0-16,10-8-3 16,8-6 2-16,1-3-3 0,2-8 2 15,3-12 11-15,-1-5-1 16,-2-9 1-16,-3-4 4 15,-3-4 1-15,-7-1-3 16,-8 0 1-16,-4 1-4 16,-4 4-2-16,-14 3-2 0,-6 3-1 15,-7 7-2-15,-8 6-1 16,-4 8-12-16,-5 11 4 16,3 0 1-16,-6 13 2 15,7 11-4-15,5 4-6 0,8 5-12 16,5 1-9-16,7-4-15 15</inkml:trace>
  <inkml:trace contextRef="#ctx0" brushRef="#br0" timeOffset="64390.86">21506 16422 231 0,'0'0'21'0,"-51"-11"-5"16,30 11-9-16,-2 15-8 15,4 11-1-15,-1 9 2 16,3 5-1-16,3 5-1 16,3 1-1-16,8-3 1 0,3-7-1 15,0-8-1 1,9-6-1-16,8-10 0 15,1-10-4-15,5-2 5 0,0-11 6 16,-2-10 4-16,2-6 1 16,-3-3 1-16,-5-6-1 15,-4-2-2-15,-5 0-2 16,-6-2 1-16,-1 2-2 0,-15 3-1 16,-6 4-1-16,-8 5-2 15,-4 5-5-15,-3 7-5 16,-2 8 5-16,1 6-12 15,-5 0-46-15,5 6-25 0</inkml:trace>
  <inkml:trace contextRef="#ctx0" brushRef="#br0" timeOffset="64766.68">21251 16132 192 0,'0'0'-15'0,"0"0"11"15,-52 58 1-15,28-21-2 0,0 6-2 16,3 5-6-16,2-4 5 16,5-4 8-16,7-4 1 15,7-9 0-15,0-9 0 16,7-9-1-16,9-9-1 15,5-2 0-15,4-18 2 16,2-8 0-16,0-7 3 0,-4-4-1 16,-2-7 4-16,-6-2 11 15,-5-3 2-15,-6 1 4 16,-4 2-12-16,-2 0-9 0,-11 5-2 16,-9 6 2-16,-6 10-3 15,-5 11-8-15,-6 7-7 16,-3 9 6-16,0 6-20 15,1 13-18-15,5 4-7 16</inkml:trace>
  <inkml:trace contextRef="#ctx0" brushRef="#br0" timeOffset="65194.32">21072 15689 205 0,'0'0'16'0,"-38"-10"-5"15,16 10-2-15,4 12-8 16,0 12 0-16,1 4-5 0,1 8 7 16,5 1-14-16,4 1 11 15,1-5 3-15,6-5 0 16,0-7-2-16,6-5 0 15,7-9 0-15,6-4 1 16,6-3-4-16,2-12 3 0,2-9 2 16,1-7 1-16,-1-8-3 15,-4-2 1-15,-3-5-2 16,-10-2 2-16,-6 0-1 16,-6 0 0-16,0 4 1 15,-14 6 5-15,-9 6-3 0,-4 9-1 16,-3 9 3-16,-4 8-6 15,1 3-2-15,1 13 3 16,-1 8-5-16,4 9 2 16,4 3-1-16,5 1-8 15,7 0-4-15,8-4-34 0,5-9-30 16</inkml:trace>
  <inkml:trace contextRef="#ctx0" brushRef="#br0" timeOffset="65593.69">21060 15299 224 0,'0'0'2'0,"-50"-2"1"0,26 25 5 0,-1 12-6 0,-2 9-6 15,2 5 4-15,3 3 3 16,6-2-2-16,3-7-1 15,10-8 1-15,3-8-4 16,5-10-3-16,15-10-7 16,3-7 11-16,6-7 1 15,4-13 2-15,1-9 1 0,3-10 1 16,3-6-3-16,-6-7 1 16,-4-4-4-16,-8-3 7 15,-8 1 4-15,-11 2 1 16,-3 7-2-16,-11 5-2 15,-8 10 0-15,-8 4-1 0,-3 12-1 16,-4 8-3-16,-1 8 0 16,2 2 0-16,4 16 0 15,2 5 1-15,6 9-2 16,6 2 1-16,4 0-14 16,10-1-12-16,1-7-47 15</inkml:trace>
  <inkml:trace contextRef="#ctx0" brushRef="#br0" timeOffset="65948.01">21165 14951 228 0,'0'0'14'0,"-21"-40"9"16,7 30-8-16,-1 6-5 15,-1 4-7-15,3 11-1 16,-3 12 0-16,1 9-2 0,0 7 1 15,3 3 0-15,5-2 5 16,5-3-5-16,2-8-1 16,5-10-3-16,11-11-3 15,5-8 6-15,4-2 0 16,3-18 1-16,4-8 0 0,-3-8 2 16,0-8-2-16,-5-1 0 15,-6-5-2-15,-7 3 2 16,-11 3 0-16,0 4 1 15,-9 8-1-15,-10 2 0 0,-3 7-4 16,-6 6 0-16,-1 9 4 16,-2 8-16-16,4 0-6 15,0 14 1-15,3 4-30 16,7 1-32-16</inkml:trace>
  <inkml:trace contextRef="#ctx0" brushRef="#br0" timeOffset="66340.65">21381 14398 267 0,'0'0'-3'0,"0"0"3"16,-52-4 3-16,28 22-2 15,-2 6 0-15,2 9-1 16,-1 5 1-16,5 5-1 15,3 0 0-15,8 0 0 16,7-7-1-16,2-4 1 16,7-10-2-16,9-5-1 0,7-12-2 15,1-5 3-15,6-5 2 16,3-15 1-16,3-8 5 16,2-6-4-16,-2-7 0 15,-4-3 1-15,-5-1 1 0,-8 2 2 16,-9 2 3-16,-6 5-1 15,-4 2-2-15,-8 5-3 16,-8 8-3-16,-5 8-2 16,-3 5 1-16,-3 8 0 0,-4 4-5 15,0 15 1-15,2 6-12 16,3 5-15-16,6-2-34 16,5-6-45-16</inkml:trace>
  <inkml:trace contextRef="#ctx0" brushRef="#br0" timeOffset="66742.38">21725 14123 268 0,'0'0'11'16,"0"0"-7"-16,0 0-2 15,-49 10-5-15,20 18 1 16,-5 9 0-16,-5 5-1 15,1 1-10-15,5-2 4 16,8-6 4-16,8-8 6 16,11-11-1-16,6-6-6 0,9-8-9 15,15-2 10-15,5-12 8 16,7-9-1-16,6-9 1 16,6-5-2-16,0-5 1 15,-1-3-1-15,-7 1 0 16,-7 4-1-16,-9 8 2 0,-11 5 2 15,-12 7 6-15,-1 6 5 16,-17 7-4-16,-8 5-11 16,-8 1 0-16,-1 15-6 15,-4 4 8-15,3 4-5 16,-3 3 2-16,11 0-1 16,4-1-8-16,10-1-9 0,11-4-14 15,4-5-32-15,18-9 3 16</inkml:trace>
  <inkml:trace contextRef="#ctx0" brushRef="#br0" timeOffset="66909.41">22178 13988 198 0,'0'0'5'0,"0"0"0"15,-9-42 0-15,-9 37-1 0,-7 5-8 16,-3 1-3-16,-3 12-1 15,-4 8-7-15,2 3-16 16,1-1-17-16,9 0-56 16</inkml:trace>
  <inkml:trace contextRef="#ctx0" brushRef="#br0" timeOffset="67073.27">22402 13810 163 0,'0'0'-21'15,"-55"19"20"-15,21-1-2 16,-4 5-38-16</inkml:trace>
  <inkml:trace contextRef="#ctx0" brushRef="#br0" timeOffset="75260.24">9504 15314 210 0,'0'0'6'0,"0"0"10"0,0 0 7 0,0 0-24 0,0 0 1 16,0 0 2-16,0 0 1 15,0 0 3-15,42 20-1 16,-15-4 1-16,6 2-3 15,9 5-1-15,10 2 0 16,9 2-1-16,12 0-1 16,10 2 1-16,7-1-1 0,14 2 0 15,8-1 0-15,9 1 0 16,6 2 0-16,10-1 0 16,8 2 1-16,7 2-2 15,8 1 2-15,7 4-2 16,6 4 1-16,4 1 0 0,4 5 0 15,7 1-1-15,0 1 1 16,7 2 1-16,3 0 2 16,2 0 2-16,2 0-3 15,-7-1 0-15,-2 1-2 16,-6-2 0-16,-14-2 0 0,-9-6 1 16,-19 0-1-16,-14-4 0 15,-16-6 0-15,-16-3 0 16,-21-4 0-16,-17-10-18 15,-17-14-89-15</inkml:trace>
  <inkml:trace contextRef="#ctx0" brushRef="#br0" timeOffset="75608.62">13876 13876 191 0,'-46'39'61'0,"-2"0"-54"0,-2 3-2 0,-3 10-3 15,-1 10 1-15,-4 10-19 16,-10 11 35-16,-3 13-17 16,-12 14-4-16,-5 10-18 15,-11 8-54-15,-6 7-10 0</inkml:trace>
  <inkml:trace contextRef="#ctx0" brushRef="#br0" timeOffset="89856.07">9740 15392 140 0,'0'0'5'0,"0"0"-1"0,0 0 5 0,36-10 0 16,-20 10-2-16,0 0-5 15,2 0-1-15,6 0 0 16,1 2-1-16,4 5 1 0,3 0-1 15,5 0 1-15,3 0-1 16,5-1 0-16,4 2 2 16,3 0-2-16,4 2 0 15,2 2 0-15,2 2 0 16,2 2 0-16,3 2 0 0,2 4 0 16,0-1 1-16,4 7 0 15,4 1 3-15,3-1 0 16,4 1 2-16,6-1-1 15,2 2 2-15,6-2-2 16,6 1 1-16,4-1-1 0,5-1 1 16,3 0 0-16,4-1 6 15,1 1 2-15,2-4-1 16,2 2-1-16,2 3 0 16,0 1-3-16,0 2-3 15,2 0-2-15,-4 4-2 16,2 3-1-16,-2 1 0 0,-4 0-1 15,-2 0 1-15,-3 0-1 16,-1 1 1-16,-7-1-1 16,-2 0 0-16,-6-1 1 15,-6-2-1-15,-5-1 0 0,-7 1 3 16,-8-4-3-16,-7-2-4 16,-11-3-6-16,-12-4-37 15,-13-10-74-15</inkml:trace>
  <inkml:trace contextRef="#ctx0" brushRef="#br0" timeOffset="90240.63">14008 13936 284 0,'0'0'6'0,"0"0"-1"0,0 0-5 15,0 0 0-15,-36-9-4 16,26 16-7-16,-1 7-13 16,-4 7 3-16,-7 6-14 0,-2 6-32 15,-2 2 28-15,-9 4-14 16</inkml:trace>
  <inkml:trace contextRef="#ctx0" brushRef="#br0" timeOffset="90526.1">12644 15350 85 0,'-110'108'9'0,"-7"6"11"15,-5 3-7-15,-5 9-4 16,-3 4 3-16,-3 2-1 16,-2 1 9-16,3 1 7 15,1-3 1-15,5-1-10 16,5-5-4-16,8-3-4 0,7-4-5 16,7-3-2-16,8-5-2 15,4-5-1-15,7-4 0 16,7-5 0-16,10-5-7 15,9-9-16-15,7-15-27 16,17-19-76-16</inkml:trace>
  <inkml:trace contextRef="#ctx0" brushRef="#br0" timeOffset="91592.15">16184 14438 217 0,'0'0'-8'0,"44"33"10"0,-18-14 2 0,5 5-2 15,3 1-1-15,0 2-1 16,4 0 1-16,2 1-1 16,2 3 0-16,5-2 2 15,2-1-2-15,4-1 1 16,5 0-1-16,3-1 1 15,-1-1 0-15,5 2-2 16,-2 3 4-16,4 3 0 0,-1 1 9 16,-1 3 0-16,5 3-9 15,1 2-2-15,4-1 3 16,3 2 4-16,4 2-5 16,9 2-3-16,1 2 2 0,6 2-2 15,3 0 0-15,3 4-2 16,5-1 0-16,-2 5-1 15,2 1 0-15,0 4-2 16,-5 3 3-16,1 4 0 16,0 3 2-16,-2 3 0 15,1 1 1-15,0-3 2 0,1 0 5 16,-4-1 0-16,1-7 5 16,-4 0 3-16,-4-5-3 15,-3-2 0-15,-3-2 1 16,-2-1 2-16,-4-3 1 15,0-1-4-15,-4-1-6 0,-1-4-2 16,-3-1-1-16,1-3-3 16,-10-7-1-16,-1-2 0 15,-3-5-8-15,-7-7-10 16,-7-6-12-16,-6-10-11 0,-6-7-29 16,-13-13-123-16</inkml:trace>
  <inkml:trace contextRef="#ctx0" brushRef="#br0" timeOffset="92547.13">19429 13218 165 0,'-21'28'-2'0,"1"3"5"0,-3 4 8 0,0 4 0 0,-2 8-3 16,-2 6-4-16,0 8-3 16,-3 4 0-16,-4 9 0 0,-2 8-1 15,-1 5 0-15,-3 4-1 16,-1 7-3-16,-3 6-1 16,1 4-3-16,-4 5 0 15,0 8-1-15,-4 3 4 16,1 6 3-16,-7 5-2 0,-3 7 2 15,-1 3-1-15,-5 3-36 16,-1 5 40-16,-1 3 0 16,0 6 1-16,0-1 2 15,0-4 5-15,1 2 10 16,2-4 5-16,0 0 2 16,3-6-7-16,2-4 7 0,3-6-11 15,2-1 5 1,6-9-7-16,8-5-6 0,5-8 1 15,9-6-5-15,8-7-1 16,13-9-2-16,6-16-4 16,10-17-68-16,17-26-129 0</inkml:trace>
  <inkml:trace contextRef="#ctx0" brushRef="#br0" timeOffset="94312.63">427 8242 95 0,'0'0'1'0,"0"0"2"0,0 0 2 16,0 0-1-16,0 0-2 0,0 0-1 16,0 0-1-16,0 0 0 15,0 0 0-15,0 0-1 16,13 0 0-16,-1 15 1 16,1 2 1-16,3-3 1 15,-1-2-1-15,1-5 1 16,0-7 2-16,4-10-2 0,3-26 5 15,6-19 31-15,8-30-8 16,10-32-24-16,13-29-5 16,12-32 0-16,6-22-18 15,5-26-112-15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10:14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10724 2857 77 0,'7'-4'2'0,"-2"-1"0"0,3 0-2 0,-1 1 1 15,1 0 0-15,2 2 0 16,-4 2-1-16,1 0 1 16,0 0-1-16,2 7 0 15,-4 3 6-15,3 4-1 0,-1-1-1 16,2 4-1-16,2-4 1 16,-2-2-3-16,5-1 2 15,-1-6 0-15,7-4 4 16,2-5 1-16,12-19 8 15,13-19 7-15,17-21-5 0,24-20-6 16,28-22-6-16,30-22-4 16,25-14 0-16,24-12-1 15,12-3-15-15</inkml:trace>
  <inkml:trace contextRef="#ctx0" brushRef="#br0" timeOffset="7509.24">2262 890 35 0,'0'0'26'0,"0"0"-4"0,0 0-6 0,0-43 1 0,-3 35 1 15,-3-2-4-15,-1 4-2 16,1-1-2-16,0 0-5 16,-2 3-1-16,1-2 0 15,-1-1-2-15,-1 4 0 0,-2-1 0 16,0 0-1-16,0 1 0 15,-3 3 0-15,-1 0-5 16,-3 0 7-16,1 0-3 16,-2 8 1-16,-4 1-1 15,0 2 1-15,2 3-2 16,-6 5-6-16,0-1 11 0,-2 4-5 16,-4 5 3-16,-1 1-1 15,-2 0-5-15,-2 5 4 16,0 0-2-16,2 2 3 15,3 5-4-15,-1 1 3 0,3 3 2 16,4 0-4-16,0 0 4 16,4-1-2-16,6-2-1 15,-1 0 0-15,7-2 1 16,0-1 1-16,6 2 0 16,3 0 0-16,2-2-1 0,0-1 0 15,6 1 1-15,4-1 0 16,3-1 0-16,1 0 0 15,1-1-1-15,4 3 1 16,2 0-1-16,4 2 0 16,0-4-1-16,4-1 1 0,2 1 0 15,2-4 0-15,3 0-1 16,0-2 0-16,5 0 3 16,1 2-2-16,0-1 2 15,1-1-1-15,3 1 1 16,4 0-1-16,2 1 1 15,0-3-1-15,4 0 1 0,-1-4-1 16,3 1 0-16,0-6 0 16,2 3 0-16,3-4 0 15,-1 0-1-15,3 1 0 16,2-3 2-16,2-3-1 16,1 2 1-16,1-3-2 0,3-2 2 15,4 0-1-15,2-1 0 16,1 1 0-16,0-2 0 15,3 1 0-15,1 3-1 16,0-3 1-16,-2 0-1 16,1 1 0-16,-1-1 0 0,3 1 2 15,-4-1-2-15,1 0 1 16,4-3-1-16,0-2 1 16,-1-1 0-16,-2-1-1 15,3-3 1-15,0 0 0 0,-3 0 0 16,-1 0-1-16,0-5 2 15,1-2-2-15,1 0 2 16,-5-6-2-16,1 1 1 16,-2-4 1-16,2-2-1 15,-5-2 0-15,-2-3 0 16,-5 0-1-16,-2-1 1 16,-6-2 0-16,-3 1 0 0,-5-5 0 15,-1 0 2-15,-6 0 3 16,0-2-1-16,-6-2 2 15,0 1-1-15,-7-3-2 16,-2-2 0-16,-3 3 0 16,-2-5-1-16,-3 3 0 0,-6 0 0 15,-1 0-1-15,-5 0-1 16,-6-1 1-16,-1-1-2 16,-4 1 1-16,0-2 1 15,-5-1 0-15,-5-1 0 16,-1 2-1-16,-5-3 0 0,0-1 0 15,-2 0 1-15,-2 0 2 16,0 0 1-16,-2-3 1 16,-1 3 0-16,-2-1 1 15,-1 6-3-15,-3 0-3 0,0 2 0 16,-4 1-1-16,-2 3 0 16,-2 1-1-16,-1 2 1 15,-2 0-1-15,-3 3 2 16,-4-1-1-16,-4 4 1 15,-1 1-1-15,-5 0-1 16,-4 1 1-16,1 2-1 0,-2 1 0 16,1-1 1-16,-1 2-1 15,3 1 2-15,1-3-3 16,-4 4 3-16,-1-1-2 16,-4 2 1-16,-5 0-1 15,-2 1 1-15,-4 0-2 0,2 2 2 16,0 0 0-16,5 2 1 15,2 1-1-15,4 0 1 16,-4 2-2-16,-4 2 1 16,0-1 1-16,-1 2-2 15,-2 1 0-15,0 2 3 0,2-1-2 16,6 2-1-16,2 0 2 16,4 0-1-16,0 2-1 15,-1 4 2-15,-2 1-2 16,-3 1-1-16,0-1 2 0,-2 2 1 15,1 2-3-15,2-1 3 16,6 0-2-16,-1 2 2 16,6 0-2-16,0 1 1 15,2 0-3-15,-4 0 3 16,0 0 0-16,2-1-1 16,-1 3 0-16,-1-3 0 0,4-1 3 15,4-2-1-15,8 1 2 16,4-2-3-16,5-3 1 15,2 0 0-15,6 0-1 16,4-1 1-16,2 2 0 16,1 1 0-16,3 1-1 15,2 5-1-15,-1 7-22 0,-1-6-74 16</inkml:trace>
  <inkml:trace contextRef="#ctx0" brushRef="#br0" timeOffset="7822.52">1296 2543 87 0,'-17'7'-14'0,"-1"-1"16"0,5-2-1 0,-3 2-3 0,-1-2-26 15</inkml:trace>
  <inkml:trace contextRef="#ctx0" brushRef="#br0" timeOffset="8221.2">915 2566 70 0,'0'0'21'16,"0"0"-13"-16,0 0 5 16,0 0-2-16,0 0-10 15,0 0-5-15,0 0 4 0,0 0-1 16,-9 10-1-16,15-3 2 15,-1 4 0-15,1 1 0 16,1-2 0-16,2 0 0 16,0-1 0-16,0 0 0 15,1-5 0-15,2-1 0 0,1-3 0 16,4-3 5-16,5-14 11 16,4-12 21-16,11-13-2 15,13-22-6-15,17-18-6 16,23-19-9-16,24-18-7 15,25-16-4-15,20-14-3 0,10-12-2 16,8-18-148-16</inkml:trace>
  <inkml:trace contextRef="#ctx0" brushRef="#br0" timeOffset="13896.02">19745 5361 69 0,'0'0'23'0,"0"0"-18"0,0 0-5 15,0 0 3-15,0 0 6 0,0 0 6 16,0 0-3-16,0 0-9 15,0-2 4-15,-1 1 5 16,-1 0 0-16,0-1 1 16,-1 1-6-16,1 1 4 15,0-2-4-15,1 0 1 0,0 2-3 16,-1-2-4-16,0 2 1 16,0-1-1-16,0-1 0 15,-3 0-1-15,3 1 1 16,-1 0 3-16,-2 1-3 15,1 0 3-15,0 0-2 16,0 0 0-16,-2 0 1 0,2 0 1 16,-1 0-3-16,1 0-1 15,0 0 0-15,-1 0 1 16,2 0-1-16,0 0 0 16,-2 0 1-16,1 0 0 0,0 0 0 15,1 0 0-15,-1 0 0 16,0 0 0-16,0 0 1 15,-2 0 5-15,2 0 1 16,-1 3 1-16,-1 0-4 16,0-2-3-16,-3 1-1 15,3 2-1-15,-2 0 0 0,1-1 1 16,0 0-1-16,0 0 1 16,1-2-1-16,1 2 0 15,-2 0 0-15,2-2 2 16,-1 2-2-16,-1 0 0 0,3 0-1 15,-2 0 4-15,0 1-1 16,3-3 0-16,-4 3 1 16,3 0-1-16,1 0-2 15,-3 1 1-15,1-1-1 16,1 1 0-16,-3 1 0 0,2-1 0 16,-1 1 0-16,0-2 0 15,1 3 0-15,-2-1 1 16,4 1-1-16,-3-1 0 15,2 0 1-15,1 0-1 16,-1 1 1-16,1 1-1 0,0-1 1 16,-1 1-1-16,2 1 0 15,-1-2 0-15,2 0 0 16,-1 1 0-16,1-2 0 16,0 3 1-16,-1-1-1 15,2-2 0-15,-1 2 1 16,1 1 0-16,0-2 0 0,0 2-1 15,0-1 2-15,0 2-2 16,0 0 0-16,0 0 0 16,0 0 0-16,2-3 0 15,-1 1 0-15,1-1 0 16,-1-1 0-16,0 0 1 0,1 0-1 16,0-1 1-16,-2 1-1 15,2-2 0-15,0 3-1 16,0-1 0-16,0 1 3 15,0 0-1-15,2 2 0 16,-2-1 0-16,2 0 0 16,-1 0 0-16,1-1-1 0,0 0 2 15,1 0 0-15,0 0-1 16,-2-3 2-16,2 1-2 16,0 1 3-16,1-1-3 15,2 1 2-15,-3-2 0 0,2 3 0 16,-1-1-1-1,2 0 0-15,0-1 1 0,0-1-2 16,0 1-1-16,1-1 1 16,1-1 0-16,-3 1 0 15,1-1 0-15,1-1-1 16,0-1 0-16,0 0 0 0,-1 0 3 16,3 0-2-16,-3-1 1 15,-1 0-2-15,2 0 0 16,-2 0 1-16,1 0-1 15,1 0 0-15,-1-1 1 16,2-2-2-16,1-2 2 0,-1 1 0 16,-1 0-1-16,1-3 0 15,-1 4 0-15,-1-3 0 16,-2 3 1-16,0-4-2 16,-1 0 1-16,4 1 1 0,-4-1-2 15,3-1 2-15,-5-2 0 16,2-1-1-16,1-1 2 15,-3-1-1-15,0 2-1 16,0-3 1-16,1-1 1 16,-1 1-2-16,-1 0 0 15,0 1 1-15,2 0-1 0,-2-1 1 16,-2 0 0-16,0 0 0 16,0 0 0-16,0-3 1 15,0 0 0-15,0 1-1 16,0-3 0-16,0 1 1 15,-6 1 1-15,2-2 3 0,-3 1-2 16,-2 1-1-16,-5 0-3 16,-1 5-3-16,-7-1 1 15,-3 4-4-15,-6 2-4 16,-5 1-56-16,-2-1-153 16</inkml:trace>
  <inkml:trace contextRef="#ctx0" brushRef="#br0" timeOffset="15747.37">20942 6411 192 0,'0'-2'14'0,"0"-1"-6"0,0-1 0 0,0 1-3 16,0 1-3-16,0 0 3 15,0-1 2-15,0 2 3 16,0-1 6-16,0 1 6 16,-1-1-6-16,0 1-4 0,-1 1-5 15,-2 0 0-15,2 0-4 16,-2 0-2-16,1 0 0 16,-4-1-1-16,2 1 0 15,-2 0 1-15,-1 0 0 16,-1 0 2-16,-2 0 3 0,2 0-2 15,-5 0-2 1,3 0-2-16,-2 0-2 16,-1 0 0-16,-1 1-1 0,-3 3 2 15,2 2 2-15,-1-1-3 16,1 3 2-16,2-1 0 16,1-1 1-16,-2 0 1 0,4 2-1 15,1-2-1-15,1 2 1 16,-1-1-2-16,0 3 0 15,3-3 1-15,-2 5-1 16,3-1 1-16,-4 0-1 16,2 2 2-16,2-2-1 0,-1 4 0 15,0 0 0-15,1 1 1 16,1-2 0-16,2 4-2 16,-1-3 2-16,1 0 0 15,2 2-1-15,1-3 1 16,0 1-1-16,0 2 1 15,0-3 0-15,0 3-1 0,0-3 1 16,0 2 0-16,6-2-1 16,-2 2 1-16,1-2 1 15,1-1-2-15,1-1 3 16,0 3-2-16,0-3 1 0,-1 0-2 16,2 0 1-16,0 0 1 15,-1-1 0-15,0 1-2 16,1 0 2-16,1 1-1 15,0-3-1-15,-1 2 0 16,2 0 1-16,0 0-1 16,2-1 2-16,-2 0-2 0,0-1 0 15,1 0 1-15,1 0-1 16,-1-3 0-16,0 2 1 16,-1-5-2-16,1 2 1 15,2-2 0-15,-5 0 0 16,2-2 0-16,2-1 0 0,-2-1 0 15,1 0 0-15,-1 0 1 16,1 0-1-16,-1 0 1 16,-2-3-1-16,1-1 1 15,-1 0-2-15,-1-2 2 16,2 1 0-16,-4 0 0 0,1 1-1 16,-1 0 1-16,-1 1 0 15,0-1-1-15,0 2 1 16,-1-1-1-16,0-1 1 15,1-2 0-15,0 1-1 16,-1-1 1-16,1-1 0 0,2-2-1 16,-1 1 2-1,0 1-2-15,0-2 0 0,-1 2 0 16,-1 0 0-16,0 0 1 16,0-1-1-16,-1 2 0 15,2-1 1-15,-1 0-1 0,1 1 0 16,-3-1 0-16,0 1 1 15,0-3-1-15,1 1 0 16,-2-2 0-16,1 2 0 16,-1-2 1-16,1 0 0 15,-1 1 1-15,0-4-2 16,0 2 0-16,1-1 0 0,-1 0 1 16,0 0 0-16,0 1 0 15,0 0 0-15,0-1 0 16,0 2-1-16,0-1 1 15,0 2-1-15,0 1 1 16,0-2 2-16,-1 0-2 0,-1 0-1 16,0-1 0-16,0 0 0 15,-1-2 1-15,0 0-1 16,-1 0 0-16,0-2 0 16,1 0 0-16,-1 3 0 0,-1-1 1 15,1 0-2-15,-4 1 1 16,-1 0-1-16,1 2 0 15,-4-3-3-15,-3 2 1 16,-2-1-2-16,-10 1-11 16,-11-3-54-16,-11 0-155 15</inkml:trace>
  <inkml:trace contextRef="#ctx0" brushRef="#br0" timeOffset="18438.23">19460 3931 29 0,'0'0'15'0,"0"0"-7"0,0 0 13 0,0 0-7 16,0 0-2-16,0 0-7 15,0 0-2-15,0 0-4 16,0 0 2-16,1 0 0 16,3-2 0-16,-2 1 1 15,0-2 1-15,1 3 0 16,-1 0-1-16,0 0-2 16,-1 0 1-16,1 0-1 0,-2 0 0 15,2 0 0-15,-2 0 0 16,2 0 0-16,-2 4-1 15,1-1 1-15,0 3 1 16,0-2-1-16,1-1 0 0,0 4-1 16,2-4 2-16,-2 1-1 15,-1 1 0-15,1-1 0 16,-1 1 0-16,1 0 0 16,0-1 0-16,2-1 0 15,-1 1 0-15,0-1 1 16,1 1-1-16,-1-2 0 0,0-1 0 15,-1 2 0-15,0-3 1 16,0 0 0-16,2 0 4 16,-2 0 9-16,2 0 9 15,1-6-8-15,2-1-5 16,2-3-5-16,0-3-1 0,3-1-1 16,1-3-1-16,2-2 0 15,-1-2 2-15,3-3-2 16,1-3 1-16,1-1 1 15,3-1 0-15,-2-3 0 16,4 0 0-16,1 1-1 0,-2 0 1 16,0 1-1-16,0 3 0 15,-2 1 1-15,-1 4-1 16,-5 2-1-16,1 3 0 16,-3 4-2-16,-2 3 1 0,1 9-1 15,-4 1-3-15,-1 0-38 16,-4 0-126-16</inkml:trace>
  <inkml:trace contextRef="#ctx0" brushRef="#br0" timeOffset="19271.97">20815 3741 3 0,'0'0'12'0,"0"0"6"0,0 0 2 0,0 0-7 0,0 0 0 15,0 0-2-15,0 0-2 16,0 0-2-16,0 0 0 0,0 0 1 16,0 0-4-16,0 0-1 15,0 0 2-15,0 0 0 16,5-15-2-16,-5 15 1 16,0 0-2-16,0 2 2 15,0 2 0-15,-2 3 2 16,1 0-5-16,-1 0 2 0,2-1-3 15,-2 1 0-15,2-3 1 16,0 1 0-16,0-1-1 16,0-1 1-16,0-3 1 15,0 0 0-15,4 0 8 16,2 0 6-16,3-5 0 0,3-6-2 16,1-2-3-16,4-3-2 15,0-3-1-15,5-3-2 16,-2-3-1-16,4-1 0 15,1-2 1-15,2-3-1 16,0 1 0-16,2-1-2 16,-4 2-2-16,-1 5 0 0,-4 7-1 15,-3 3-1-15,-7 7-3 16,-10 4-35-16,0 0-135 16</inkml:trace>
  <inkml:trace contextRef="#ctx0" brushRef="#br0" timeOffset="41020.15">10451 9785 103 0,'0'0'14'0,"0"0"4"0,-3 0 0 0,2 0 1 0,-1 0 0 16,1 0-8-16,-1 0-1 15,0 0-1-15,-3 0-4 16,1 0 0-16,2 9-5 15,-2 3 1-15,-3 1-1 16,4 8 0-16,-3 2-3 16,2 4 3-16,1 0 0 0,1 2 0 15,2-1 0 1,0-2 2-16,0-1-4 0,0-1 4 16,0-4-2-16,0 0 0 15,5-2 0-15,1-2 0 16,0-3 0-16,0-6 0 15,0 0-2-15,-1-5 0 0,3-2 1 16,-3 0 2-16,4-8 1 16,-2-3 3-16,1-4-5 15,1 0 3-15,1 0-2 16,-2 0 0-16,1 3-1 0,-1 3 0 16,0 3 0-16,-1 2 0 15,3 4 0-15,0 0-1 16,-1 0 0-16,1 9 0 15,4 4 0-15,-1 2 0 16,1 2 1-16,-1-3 0 16,0-1 0-16,1-1 1 0,-1-4-2 15,1-5 1-15,-3-2 1 16,1-1-1-16,-3 0 0 16,2-5 1-16,0-7 1 15,-4-3 3-15,1-4 1 16,-3 1-2-16,-1-5 2 0,-2 0-1 15,-2-1-1-15,0 4-1 16,0 2 0-16,-5 3-3 16,1 3 1-16,2 3-1 15,0 4-1-15,2 4-2 16,0 1-25-16,0 0-83 0</inkml:trace>
  <inkml:trace contextRef="#ctx0" brushRef="#br0" timeOffset="41410.14">10905 10032 161 0,'0'0'-4'0,"0"0"5"0,0 0-4 0,0 0 2 15,0 0 0-15,0 0 0 0,6 37 2 16,-6-20 1-16,0 2-2 15,1 0 2-15,2 0-1 16,3-4 0-16,0 0 0 16,3-4 0-16,3-5 0 15,1 0-1-15,3-6 1 0,1 0 3 16,1-6 3-16,0-8 3 16,0-5 2-16,-3 1-2 15,-1-4 3-15,-8 1 3 16,-1 1 1-16,-5 0-1 15,0 0-3-15,-4 2-3 16,-9 5-4-16,-4 1-4 0,-3 5 0 16,-3 6-4-16,-2 1 0 15,0 8 2-15,0 10-3 16,6 5-5-16,2 1-33 16,9-3-39-16,2-7-69 15</inkml:trace>
  <inkml:trace contextRef="#ctx0" brushRef="#br0" timeOffset="41872.91">11270 9904 37 0,'0'0'12'16,"0"0"-9"-16,49-51 8 0,-34 37 5 15,-1 3-1-15,-5 1 2 16,2 4-7-16,2 4-4 16,-2 0-3-16,0 2-1 15,1 0-2-15,1 4 1 16,-3 5-1-16,0 2-1 0,-1 3 2 16,-2 1-1-16,2 0 0 15,-5-1 2-15,-1 2 1 16,-1-3 0-16,0-1 1 15,-2-3 0-15,0 2 0 16,0-4 0-16,0-2-2 16,0-3 0-16,0 1 0 0,0-2 0 15,0-1 0-15,0 0 17 16,0 0 13-16,0 0-7 16,0 0-19-16,0 0-5 15,0-2 1-15,0-1-2 16,0 2 0-16,0-1 1 0,0 2-2 15,0 0 1-15,0 0-1 16,0 0-7-16,0 0-9 16,0 7-16-16,0-1-26 15,0-2-41-15</inkml:trace>
  <inkml:trace contextRef="#ctx0" brushRef="#br0" timeOffset="42258.44">11341 9928 87 0,'0'0'20'0,"0"0"-19"15,0 0-1-15,0 0 1 0,0 0 1 16,44 0-1-16,-28 0 0 16,0 1 0-16,2 1-1 15,6 0 1-15,7-1 0 16,3-1 2-16,4 0-1 0,1 0 1 16,2-3 3-16,-1-4 3 15,-1 0 1-15,1-3 0 16,-6 3-2-16,1 0 1 15,-4-1-2-15,-6 1-3 16,0 2-3-16,-5-1-1 16,-7 2 1-16,-2 3-1 0,-6 0-6 15,-2 0-32-15,-3-1-29 16</inkml:trace>
  <inkml:trace contextRef="#ctx0" brushRef="#br0" timeOffset="42556.83">11665 9687 136 0,'0'0'-3'15,"0"0"29"-15,0 0 3 16,0 0-17-16,0 0-12 15,0 0-1-15,0 0 1 16,0 0 0-16,-8 46 1 0,5-15 2 16,-2 4 0-16,-2 5-1 15,1 3 1-15,-2 1-1 16,3-1 0-16,-2 0 0 16,4-3 0-16,3-3 0 15,0-6-4-15,6-8-35 0,11-10-39 16</inkml:trace>
  <inkml:trace contextRef="#ctx0" brushRef="#br0" timeOffset="43290.98">12161 9639 113 0,'0'0'13'16,"0"0"24"-16,0 0-18 0,0 0-11 15,0 0-5-15,0 0-3 16,0 0-1-16,0 0 0 15,0 0 1-15,-22 15-1 16,22-4 0-16,0 2 1 0,0-1 0 16,6 3-1-1,-1 1 2-15,-1 0-1 0,3 2 1 16,-4-2-1-16,0 2 1 16,0 0-1-16,1 0 0 15,-1-1 0-15,0-3 1 16,3-1-1-16,0-2 0 15,-1-2 0-15,3-4 0 0,0-2 0 16,-1-3-1-16,1 0 3 16,1 0 3-16,1-7-2 15,-2 0 0-15,-1-4 1 16,-1 0-3-16,-1 0 0 16,-2 0 0-16,-1 3-1 0,0 0 1 15,0 3-1-15,-2 2 0 16,2 2 1-16,2 1-2 15,-2 0-2-15,5 2-1 16,0 7 1-16,2 1 1 16,2 0 1-16,0 1 1 15,0-2 0-15,1-1 0 0,1-2 0 16,-2-2 1-16,1-2-1 16,-3-2 0-16,2 0 1 15,0-5 3-15,-2-7 7 16,1-4 4-16,1-5-2 0,-1-3-2 15,-1-5-4-15,-3 1-2 16,0-1-1-16,-2 1-1 16,-2 2-1-16,-2 2-1 15,0 6-1-15,0 3 0 16,-6 4-1-16,-2 6-1 0,-2 5-18 16,-1 0-54-16,1 0-48 15</inkml:trace>
  <inkml:trace contextRef="#ctx0" brushRef="#br0" timeOffset="43616.84">12649 9748 122 0,'0'0'10'0,"0"0"18"0,0 0-17 0,0 0-12 0,0 0-1 16,0 0 2-16,0 50 5 16,0-23-2-16,0 3 3 15,0 1-1-15,0 2-1 16,0-1 1-16,0 0-2 0,0-3-1 15,0-1 0-15,6-3-1 16,-1-2 1-16,3-8-3 16,2-6-34-16,1-9-35 15</inkml:trace>
  <inkml:trace contextRef="#ctx0" brushRef="#br0" timeOffset="44620.52">12876 9640 113 0,'0'0'1'0,"0"0"6"0,0 0 1 16,12-41-3-16,-5 29-1 16,3 3 5-16,2-1-4 15,-2 3-3-15,2 0 1 16,2 1-2-16,1 2 0 16,3 2-1-16,-1 2 1 0,-1 0-1 15,-1 3 0-15,1 9 0 16,-5 0-1-16,-1 4 1 15,-6 2 1-15,1 1-1 16,-5-1 2-16,0 4-1 16,0-2 1-16,-4-1 1 0,-1-1 0 15,-5-2-1-15,4-2-1 16,-3-2 2-16,3-3 0 16,-1-1 1-16,4-5-3 15,-1-2 0-15,1-1 1 16,2 0 5-16,1 0-1 15,0-8-3-15,0-4-2 0,0-2 2 16,4-3-3-16,4 0 1 16,2 0-1-16,1-2 0 15,0 1 0-15,-1-2 0 16,1 0 0-16,-1 3 1 0,2 0 0 16,-5 0-1-16,1 2 0 15,0-2 0-15,0 2 1 16,-3 0-1-16,1-2 1 15,-1 1 0-15,2 2-2 16,0-2 2-16,-1 3-1 0,-2 1 0 16,-2 1 0-16,1 2 0 15,-1 2 0-15,-1 2 1 16,0 3-1-16,-1 0 1 16,0 2-1-16,0 0-2 0,0 0 0 15,0 0-1 1,0 0 2-16,0 6 1 0,0 0 0 15,2 1 0-15,-2 1 0 16,3 1 0-16,-3 0 0 16,2 1 0-16,-2 2 0 15,0 2-2-15,0 0 2 16,0 2 0-16,0 0 0 0,0-1 0 16,0 0 2-16,-2 1-2 15,-1-1 0-15,3 0 0 16,0 0 1-16,0 0-1 15,0 1 0-15,0-1 1 16,0 0-1-16,3 1 1 16,2-4 0-16,3 3-1 0,-2-4 1 15,3-1 0-15,3-2 0 16,-1-2 0-16,3-1 1 16,-3-1 3-16,1-2 0 15,1-2 3-15,0 0-3 16,0 0-2-16,0 0 0 0,-2 0-2 15,-1-1 0-15,-1-2-1 16,-1 1-1-16,-1 1-20 16,-2-1-58-16,-3-2-48 15</inkml:trace>
  <inkml:trace contextRef="#ctx0" brushRef="#br0" timeOffset="45020.09">13567 9645 42 0,'1'0'4'0,"1"0"-4"0,-1 0-5 0,-1 0-36 16</inkml:trace>
  <inkml:trace contextRef="#ctx0" brushRef="#br0" timeOffset="47240.86">10388 9304 96 0,'0'0'3'0,"0"0"0"0,0 0 3 15,-39-19 0-15,29 17 1 16,-1 0-2-16,-2 0 1 16,0 1 0-16,-6 1 0 0,1 0 0 15,1 0 4-15,-4 0 0 16,2 4-1-16,-4 2-3 15,3 0-3-15,-3 2-2 16,-1 3-1-16,-3 1 0 16,-1 2 1-16,-1 0-1 15,-1 0-1-15,-1 1 2 0,2 0 0 16,0 1 3-16,-1 0-1 16,2 2-2-16,3 1 0 15,1 0 0-15,1 1-1 16,-1 0 1-16,3 2-1 0,4 0 0 15,-2 1 1-15,4 0-1 16,1 2 0-16,4 2 1 16,3 0-2-16,-2 3 2 15,6 3-2-15,1-2 1 16,2 0-1-16,0 3 1 16,0-2-1-16,10 0 0 15,-1 1 0-15,2 0 1 0,4 2 0 16,-2 5 0-16,1 2 0 15,-1 2 1-15,-2 2-1 16,1-2 0-16,-1 0 1 0,-2-3-1 16,4 0 0-16,-4-4 1 15,3 1 0-15,-3 1-1 16,4-3 1-16,0-3 0 16,1-1 0-16,2-2-2 15,-1-5 2-15,5-1 1 16,-3-4-2-16,6 0 0 0,2-1 0 15,4-2 1-15,2 0 0 16,0-1 1-16,3 0 0 16,0-2-1-16,3-1-2 15,2-3 2-15,-1-1-2 0,6-5 3 16,3 0 3-16,4-1-3 16,3 0 0-16,2-2-1 15,5 1 0-15,3-1-1 16,1-1 1-16,4 0-1 15,3 0 0-15,1 0 1 0,1 0-1 16,0-4 0-16,-1-2-1 16,6-1 1-16,-1 0 1 15,2-4 1-15,6 2 2 16,1-4-2-16,5 1 1 16,-3-1-1-16,2 1-1 0,0-2 1 15,3 0 0-15,1 1-1 16,1-2-1-16,-2 0 2 15,5-2-1-15,-1-1 0 16,-2-1-1-16,-1-2 1 16,-1-2 0-16,0-1-1 15,-6-1 2-15,1 1 0 0,-2-2 1 16,-4 3 0-16,-3-1-3 16,-8 1 0-16,-5-1 1 15,-7 0 0-15,-5 0-1 16,-4-1 0-16,-6-4 1 15,-2-1 3-15,-4-1 3 0,-4-4 0 16,-4-2-1-16,-4 0-3 16,-4-2 0-16,-3-2-2 15,-4-1 0-15,-1-4-1 16,-1-2 2-16,0-3-2 16,-3-2-3-16,-1 2 0 0,0 3 5 15,-5 2-2-15,-2 6 0 16,-2-1 0-16,-1 4 1 15,0-1-1-15,0 2 0 16,-1 0 0-16,-5 1-1 16,-6 3 1-16,1-1 0 15,-4 3 0-15,1-1 1 0,-2 1-1 16,1 0 1-16,-5 3-2 16,2 0 1-16,-7 2-1 15,-1 2-3-15,-5 0 0 16,-1 2-3-16,-6 4 6 0,0-3-3 15,-3 5 3-15,0-1 2 16,-2 0-2-16,0 2 1 16,-3 2-1-16,-4 0 2 15,-3 3-5-15,-2 1 7 16,-1 2-4-16,-3 2 1 0,-2-2-2 16,1 5 2-16,0-2-1 15,-3 0 1-15,5 3 3 16,-2-1-3-16,-1 1 1 15,-1 0-1-15,-1 0 1 16,-5 0-3-16,-1 3 3 16,-2 1-1-16,-2 0 0 0,-1 0-1 15,0-1 2-15,-4 2-1 16,-1-1 0-16,-1 2 1 16,0 2 0-16,-5-1-1 15,-5 3 0-15,-3 4 0 16,1 1 0-16,-2 2 0 0,-2 4-1 15,2 1 1-15,0 4 0 16,5 1 1-16,1 3-1 16,5-6-15-16,10-3-65 15</inkml:trace>
  <inkml:trace contextRef="#ctx0" brushRef="#br0" timeOffset="48469.85">21866 5997 99 0,'0'-5'4'0,"0"1"5"0,0 0 0 0,0 2-7 16,0-1-1-16,0 0 0 15,0 2 0-15,0-1 0 16,0 2-1-16,0 0-2 0,0 0-2 16,0 4 3-16,0 2 1 15,2 0 0-15,1 2 0 16,2 0 0-16,0 1 0 15,2 0 0-15,-2 1 1 16,-1-2-1-16,2 0 0 16,-3-1 0-16,3-2 0 0,-1 1 0 15,-1-2 0-15,3-2 1 16,-2-1-2-16,6-1 1 16,-4 0 1-16,5 0 0 15,3-3 0-15,-1-4 0 0,3-3 0 16,0-1 1-16,3-3-2 15,3-2 2-15,-1-1 2 16,4-2 0-16,4-2 2 16,1 0-4-16,2-2 1 15,4 2-1-15,-5-2 0 16,3 0 2-16,-5-1 1 16,-1 0 6-16,-3 0-2 0,-2 1 1 15,-3-1 0-15,1 1-2 16,-4 2-4-16,2 4-2 15,-2 1-2-15,0 5 0 16,-2-3-12-16,-5 1-72 0</inkml:trace>
  <inkml:trace contextRef="#ctx0" brushRef="#br0" timeOffset="50279.91">10552 10562 19 0,'0'-1'34'0,"0"-2"-5"15,-2 0-12-15,2 1-8 0,0 0-2 16,-2-1 0-16,2 1 1 16,-2 0 0-16,1 1-6 0,-1 0 2 15,2 1 0-15,0 0-2 16,0 0 0-16,0 0-3 15,0 0 1-15,0 0-2 16,0 0 1-16,0 0 1 16,0 0 0-16,2 2-1 15,1 2 1-15,1 1-1 0,-2 0 0 16,-1-1 1-16,2 3 0 16,-1 0-1-16,1 2 1 15,-1-2 0-15,2 1 0 16,-3 0 0-16,2 1 0 15,3-2 0-15,-2-2 0 0,-2-1 0 16,3-1 0-16,-1 0 1 16,-1-3-1-16,1 0 0 15,3 0 1-15,-3-2 0 16,5-5 1-16,-2-3-2 16,3-2 1-16,2-3 0 15,1 0-1-15,3-5 1 0,-2 1-1 16,6-3 0-16,0-2 0 15,2-1 1-15,-1 0-1 16,3-1 0-16,-1-1-1 16,-2 5 2-16,2 0-1 15,-3 4 1-15,-2 2 0 0,2 3-1 16,-5 3-1-16,-1 3-11 16,-5 0-36-16</inkml:trace>
  <inkml:trace contextRef="#ctx0" brushRef="#br0" timeOffset="51297.68">12247 10346 39 0,'-1'0'9'0,"-1"0"6"0,2 0-9 0,-2 0-2 15,2 0 0-15,-2-3 4 16,-1 2-2-16,2-2 5 0,0 3-1 15,0-1-1-15,0-1-1 16,1 2-4-16,0 0-3 16,0 0-6-16,0 0 2 15,0 0 2-15,0 0 1 16,2 4 0-16,0 2 0 0,3 3 0 16,-3-1 0-16,-2 2 0 15,3-1 0-15,-1-1 0 16,1 1 0-16,0-1 0 15,1-2 0-15,-1 2 1 16,1-5-2-16,1 1 1 16,0-2 1-16,1-2-1 15,0 0 0-15,1 0 0 0,2 0 1 16,2-6-2-16,2-4 1 16,1-1 2-16,-1-3-2 15,4-1 1-15,-2-2 0 16,5-1 3-16,-2-2-1 15,0-3 0-15,4-1 1 0,-2-2-1 16,2-2 0-16,1 0 0 16,-2 0-1-16,2 3 2 15,-5 3-1-15,-1 3-3 16,-3 5 0-16,-4 5 1 16,-1 5-3-16,-5 4-4 0,-4 0-25 15,0 7-18-15</inkml:trace>
  <inkml:trace contextRef="#ctx0" brushRef="#br0" timeOffset="51851.5">12219 10485 13 0,'0'0'9'0,"0"0"4"0,0 0 1 0,0 0-1 16,45-21-5-16,-29 7-2 15,-1-2-1-15,3-1-1 0,2-3 2 16,2 1 3-16,1-4 2 16,1 1 1-16,4-3-3 15,3-2-1-15,0-3 1 16,2 3-4-16,1-3-1 0,0 3-2 15,-1 3-1-15,-4 1-3 16,0 5-3-16,-8 1-26 16</inkml:trace>
  <inkml:trace contextRef="#ctx0" brushRef="#br0" timeOffset="56182.63">19789 16516 31 0,'1'-2'19'0,"0"1"1"0,-1-1 1 0,0 1-6 16,0 0-4-16,0-1 1 15,0 1 0-15,0 1 1 16,0-1 3-16,0 0-1 16,0 1-4-16,0 0-4 0,0 0-1 15,0 0-5-15,0 0 0 16,0 0-1-16,0 0 0 15,0 0-2-15,1 0-1 16,0 0-1-16,2 0 2 16,-1 0 3-16,1 2-1 0,0 3-1 15,2-2 1-15,-1 3 0 16,0 1-2-16,-2 0 2 16,2 0 0-16,-2-1-2 15,0 1 1-15,-1-2 2 0,1 0-1 16,0-1 2-16,2 1-2 15,0 0 0-15,0-2 1 16,2 0-1-16,0-3-1 16,-1 0 1-16,1 0 1 15,0 0-1-15,2-1 2 16,3-6-2-16,-2-1 3 0,3-4 1 16,1-1-4-16,3 0-4 15,1-3 8-15,2-1-3 16,0-1-1-16,3-1 1 15,5-1 0-15,0-1 1 16,0-1-1-16,3-1 3 16,-1-1-3-16,0 1 1 0,0 2-1 15,-4 1-1-15,0 2 0 16,-3 2 0-16,-3 4 1 16,-5 5-1-16,-2 1-2 15,-5 4-3-15,-5 2-38 16,-2 0-27-16</inkml:trace>
  <inkml:trace contextRef="#ctx0" brushRef="#br0" timeOffset="56966.9">19772 16518 58 0,'0'0'19'0,"0"0"-2"0,0 0-7 0,0 0 1 16,0 0 0-16,0 0-5 15,0 0-2-15,0 0-1 0,0 0-1 16,0 0-1-16,0 0 2 16,0 0-3-16,13-4 0 15,-12 10 0-15,2 1 0 16,0 0 1-16,1 2-1 16,-1-1 1-16,-1-2-1 0,2 4 1 15,0-4-1-15,0-1 0 16,2 1 0-16,-2-2 0 15,2-2 1-15,1-2 0 16,0 0 1-16,4 0 1 16,0-7-1-16,3-3 1 0,-1-2-1 15,5-5 2-15,2-1 1 16,6-2-1-16,2-6 0 16,5 2 1-16,1-3-1 15,3 0 4-15,2 0-3 16,-2 1 0-16,1 0-1 15,-1 1-1-15,-2 2-3 0,0 2 1 16,-5 3-1-16,-3 2 1 16,-5 2-2-16,-5 6 2 15,-4 2-1-15,-6 4 0 16,-1 0-2-16,-4 2 0 0,-2 0 3 16,0 0-1-16,0 0 5 15,-2 2 1-15,-4 3-6 16,2 2 0-16,0-1 0 15,0 3-17-15,0-3-24 16,0 0-13-16</inkml:trace>
  <inkml:trace contextRef="#ctx0" brushRef="#br0" timeOffset="58046.95">19834 16504 75 0,'0'-2'27'0,"0"2"-2"0,-1-1-7 0,-1 0-6 15,1 0-2-15,0 1-4 16,1 0-3-16,0 0-3 16,0 0-3-16,0 0-7 0,0 0 4 15,0 0 1 1,0 0 3-16,0 2 0 0,1 3-1 16,1 0-3-16,0 1 4 15,-2 0 2-15,1 1-1 16,2 1 2-16,-3 0-2 15,2 1-1-15,-2-1-7 0,1-1 3 16,1 0 2-16,1-3 3 16,0 2 0-16,0-2 1 15,2-3 0-15,1-1 0 16,3 0 1-16,3-1 1 0,3-9-1 16,5-3 1-16,3-4-1 15,4-3 1-15,2-2 0 16,7-7 3-16,1 1 5 15,1-2-2-15,3-4-2 16,5 1-1-16,-1 0-2 16,4-2 1-16,3-2-2 15,3 2 1-15,0-1-1 0,0 2 2 16,-2 1-2-16,-4 4-1 16,-3 3 0-16,-6 6 1 15,-3 3-2-15,-7 4 0 16,-4 5 0-16,-7 3 0 0,-4 1 0 15,-3 3-3-15,-4 1 2 16,-4 0-2-16,-2 0 4 16,-2 0-2-16,0 0 2 15,0 0 5-15,-3 0-5 16,-3 4-4-16,-1 0-6 0,-1 3-9 16,1-4-1-16,0 2-6 15,2-1-24-15</inkml:trace>
  <inkml:trace contextRef="#ctx0" brushRef="#br0" timeOffset="59674.98">12167 6788 45 0,'0'0'2'0,"0"0"-3"0,0 0-11 0,0 0-19 0</inkml:trace>
  <inkml:trace contextRef="#ctx0" brushRef="#br0" timeOffset="60271.98">12167 6788 12 0,'0'0'29'0,"0"0"-21"16,0 0-6-16,-4 0 1 0,2 0 1 15,2 0-2-15,-2 0 12 16,2 0 2-16,0 0 0 16,0 0-5-16,0 0 1 15,0 0 0-15,0 0-6 16,0 0-5-16,0 0-1 15,0 0 0-15,0 0 0 0,0 0 0 16,0 0 0-16,0 0 0 16,0 3 0-16,0 1 0 15,0-1 0-15,0 2 0 16,2-1 0-16,0 0 0 16,0-1 0-16,1 1 0 0,1-1 0 15,-2 1 1-15,3 1-2 16,-4-1 1-16,3 0 0 15,0 0 0-15,0 2 0 16,-3-2 0-16,3 3 0 16,0-1 0-16,0 0 0 15,-1-1 0-15,2 2 0 0,-1-2 0 16,-1-2 0-16,3 2 1 16,0-2-1-16,1 0-1 15,0-2 0-15,0 2 0 16,1-3 3-16,-1 0 2 0,1 0 4 15,0 0 0-15,1-3 0 16,1-4-1-16,2-1-3 16,1-5 0-16,1 0-2 15,1-2 1-15,0-1-1 16,0-4-2-16,5 0 1 0,-2 0 0 16,1-2 0-16,2-1 0 15,1 0 0-15,0-2-1 16,1 3 2-16,0-2-2 15,0 3 3-15,-5 1-2 16,1 3 1-16,-4 3-1 0,-1 1-1 16,-1 4 0-16,-2 2 0 15,-3 3-1-15,-2 4-14 16,-6 0-52-16,0 0-45 16</inkml:trace>
  <inkml:trace contextRef="#ctx0" brushRef="#br0" timeOffset="60983.15">12247 6864 4 0,'3'3'11'0,"0"1"-1"0,1 0-2 0,-2 4-4 0,1-3 3 16,-1 0-3-16,5 1 0 0,-5 1-2 16,1-1 1-16,3-2 0 15,-2 0 1-15,1-2 3 16,1-2 7-16,1 0 4 16,2 0 5-16,4-9 2 15,1-5-13-15,1-4-4 16,6-4-2-16,3-6 0 0,5-5-2 15,5-5 0-15,8-4 3 16,5-8-5-16,5-12 1 16,1-14-8-16</inkml:trace>
  <inkml:trace contextRef="#ctx0" brushRef="#br0" timeOffset="65378.71">10515 10592 33 0,'2'-7'3'0,"2"-2"1"0,-2 4 1 0,0-1 0 16,-2 2-1-16,0 1 4 16,0 0 6-16,0 2-2 0,0-1-3 15,0 1-3-15,0-1-1 16,0 0-2-16,0 1 0 16,0 1-1-16,0-2-1 15,0 1 1-15,0 1 2 16,0 0-2-16,0 0-2 0,0 0-1 15,0 0 1-15,0 0 0 16,0 3-1-16,0 2-1 16,0 2 4-16,0 0-1 15,0 1-1-15,0 0 1 16,0 1 0-16,2 1 0 0,-1-2-1 16,3 1 0-16,0-2 1 15,0-1-1-15,2 0 1 16,0-2 2-16,-2-1-3 15,1 0 1-15,1-3 0 0,-2 0 0 16,4 0 1-16,-3 0 1 16,5-6 3-16,-1-4-2 15,3 0 0-15,3-4-1 16,3-4 0-16,-1-2-3 16,6-2 3-16,2-3-1 15,-1 0-2-15,2-3 1 16,0 3 0-16,1 1 0 0,-3 1 2 15,-2 3-1-15,1 2 0 16,-5 6-2-16,2 1 0 16,-3 2-1-16,-1 6-5 15,0-1-21-15,0 0-63 0</inkml:trace>
  <inkml:trace contextRef="#ctx0" brushRef="#br0" timeOffset="66364.16">12099 10467 4 0,'0'0'3'0,"0"0"0"0,0 0 7 0,0 0 6 0,0 0 5 16,0 0-4-16,20-39-1 16,-18 35 0-16,0 0-7 15,-1 0-2-15,1 0-6 16,2 0-1-16,-2 1 1 0,0 1-1 15,0 1 0-15,-1-1 0 16,-1 2 0-16,1 0 1 16,0 0-1-16,0 0 0 15,0 0 1-15,-1 0-1 16,2 0 1-16,0 2 0 0,1 1 0 16,-1 2-1-16,-1-1 1 15,1 2-1-15,1 0 2 16,0 1-1-16,1-1 0 15,-1 1-1-15,3 1 1 16,-1-1-1-16,-1 0 0 0,3-3 1 16,-2 2 0-16,3-3 1 15,-1-1-1-15,2-1 1 16,-2-1 1-16,1 0-1 16,4 0 0-16,-3-4 4 15,2-4 1-15,1-1-1 16,2-4 1-16,2-3-2 0,2 1 0 15,0-5-2-15,5 0 0 16,-2-2-1-16,5 0 0 16,0-1-1-16,-1-2-1 15,2 1 2-15,-5-1-2 16,2 0 1-16,-3 1 1 0,1 1 2 16,-2 3 1-16,-2 0-2 15,-2 4-2-15,-1 4 0 16,-2 3-2-16,-1 3 1 15,-7 5-2-15,1 1-4 0,-4 0-18 16,-2 7-16-16,-4 9 14 16,-13 2-33-16</inkml:trace>
  <inkml:trace contextRef="#ctx0" brushRef="#br0" timeOffset="67036.5">12090 10413 57 0,'0'0'19'0,"0"0"0"0,0 0-2 0,0 0-5 0,0 0-4 16,0 0-3-16,0 0-3 15,0 0-2-15,0 0-2 16,0 0 1-16,0 0-1 15,0 0 2-15,-5 16-1 16,5-8 1-16,0-1 1 16,0 3-1-16,0-1 1 0,2-1-1 15,3 1 0-15,-1-2 1 16,-1 0-1-16,3 0 0 16,-1-1 1-16,4-1 0 15,-4-2-1-15,3 0 0 16,0-3 0-16,3 0 1 0,1 0-1 15,-1 0 1-15,3-7-1 16,-1-3 1-16,5-1 0 16,-2-1 3-16,4-3-3 15,1-2 0-15,0-1 1 16,1 0 0-16,1-3-1 0,0 1 5 16,-3-3-2-16,4 3 3 15,1-3-2-15,-4 1 4 16,2-1-3-16,2 0 2 15,-2 2-1-15,-1 1-3 16,-2 4-1-16,0 1-2 16,-5 5-1-16,-1 3 0 0,-5 4-1 15,-2 0 0-15,0 3-5 16,-5 0-11-16,0 4-17 16,-2 4 7-16,0-3-15 15</inkml:trace>
  <inkml:trace contextRef="#ctx0" brushRef="#br0" timeOffset="68941.5">10431 10586 14 0,'0'0'10'0,"0"0"-8"0,0 0 1 0,0-1 2 15,0-1-2-15,0 1 2 16,0-1 4-16,0 1 0 0,0 1 1 16,0-1-1-16,0-1-3 15,0 2-3-15,0 0 1 16,0 0 0-16,0 0-1 15,0 0-5-15,0 0 1 16,0 0-1-16,0 0 0 16,0 0 2-16,0 3-1 0,0-2 2 15,0 2-1-15,0-1 4 16,0-1 0-16,0 1-3 16,0 0 1-16,0 0-1 15,0 2 1-15,0-1-1 16,0 0-1-16,0 1 1 0,0 0-1 15,0 1 0-15,0 0 0 16,0 0 1-16,0 0-1 16,0 1 1-16,0-1-1 15,0 1 1-15,-2-3 0 16,2 2 0-16,0-2 0 16,0 0 0-16,0-1 0 0,0-1 2 15,0 2-2-15,0-3 1 16,2 2-1-16,-1-1-1 15,1 0 1-15,2-1-1 16,-2 2 1-16,2-2-1 0,-3 0 1 16,3 0 0-16,1 0 1 15,-1 0 2-15,3 0-1 16,-3-6-1-16,3 0 1 16,2-1-2-16,0-1 2 15,1-2-2-15,2 0-1 16,0-3 0-16,5 1 0 0,-1-3 1 15,2-2-1-15,-1 0 0 16,4-3 0-16,1 0 1 16,0 1 1-16,-1 0-1 15,1-1 1-15,2 2 4 0,-4 3-4 16,-1 1 2-16,-2 0-3 16,1 6-1-16,-3 1 0 15,0 2-1-15,-2 2-5 16,0 0-15-16,-4-2-60 15</inkml:trace>
  <inkml:trace contextRef="#ctx0" brushRef="#br0" timeOffset="70202.12">12038 10423 17 0,'0'0'9'0,"0"0"0"0,0-2 2 0,-2 1 1 0,2 0-6 15,-2-1 1-15,-2 1-1 16,2-2 2-16,1 2 2 0,1 0 2 15,-2 0 0-15,0-2 1 16,2 3-4-16,-3 0-1 16,3 0-4-16,-2-2-2 15,2 2-2-15,-1 0 0 0,1 0-1 16,0 0 1-16,0 0-1 16,0 0 0-16,0 0 2 15,0 2-1-15,0-1 0 16,0 2 0-16,0 2 1 15,0-2-1-15,0 2 0 0,0 1-1 16,0-1 1-16,0 0 0 16,0 2 0-16,0-1 1 15,0 1-1-15,0-2 0 16,0 0 0-16,0-1 0 16,3 0 0-16,0-2 0 0,-1-1 0 15,1 2 1-15,0-2-1 16,2-1 0-16,-1 0 2 15,-1 0-1-15,3 0 0 16,2 0 0-16,0-2-1 16,1-3 0-16,3-2 0 15,0-1 1-15,1-4-1 0,3 1 0 16,2 1-1-16,0-3 2 16,1-1-1-16,0 0 0 15,2-1 1-15,1 1 0 16,-2-3 1-16,2 3-1 0,-1 0 1 15,0 0 0-15,-2-2-1 16,3 2 1-16,-4-2-2 16,2 1 1-16,-1 1 0 15,-2-1-1-15,1 4 0 16,-5 1 0-16,-1 3 1 16,-3 2-2-16,-3 1 1 0,0 4-1 15,-4 0-1-15,0 0-4 16,-2 0-9-16,0 7-10 15,-3-1-13-15</inkml:trace>
  <inkml:trace contextRef="#ctx0" brushRef="#br0" timeOffset="71291.42">11984 10440 41 0,'0'0'5'0,"0"0"-7"0,0 3 2 0,1-3 1 0,-1 0-1 16,0 1 0-16,0-1 0 15,1 2 0-15,-1-1 1 16,0 0 0-16,0 1 1 16,0-1 0-16,1 2-1 0,-1 1 0 15,2-1 0-15,0 0 1 16,3 1-2-16,-3-1 1 16,1 2-1-16,0-1 0 15,2-1 1-15,-1 1-1 16,-3-2 1-16,5 1 0 15,-1-1-1-15,-2 1 1 0,1-1 0 16,2 0-1-16,-2 1 1 16,3-2-1-16,-1 2 0 15,2-3 1-15,-2 0 1 16,1 0-2-16,-1 0 1 16,4 0 3-16,-4-3 2 15,3-3 0-15,1-1-1 0,0 0 1 16,2-3-4-16,1 0 1 15,-1-2-3-15,3-1 0 16,-1 2 1-16,3-2-1 0,1-3 0 16,2 2 0-16,0-2 1 15,1 1-1-15,1-1 1 16,-1 2-2-16,0-3 2 16,-1 5-2-16,1-2 2 15,-2 1-1-15,2-1 0 16,-2-1 0-16,-1 1 1 15,1-1 0-15,-2 2 2 0,-2 2 1 16,-1 2 0-16,-5 0 0 16,1 0-3-16,-2 5 0 15,-4 0 0-15,1 1-1 16,-1 3-1-16,-4 0 0 0,0 0-9 16,0 0-15-16,0 0-11 15</inkml:trace>
  <inkml:trace contextRef="#ctx0" brushRef="#br0" timeOffset="73318.36">10355 10599 3 0,'-2'1'8'0,"0"-1"-4"0,2 1-2 0,-2 0-2 16,2 0 0-16,0-1 0 16,0 0-1-16,0 0 1 0,0 0 1 15,0 0 1-15,-1 0 8 16,1 0 7-16,0 0-11 16,0 0-5-16,0 0 0 15,0 0 1-15,0 0-2 16,0 0 0-16,0 0 2 0,0 0 1 15,0 0 0-15,0 0 2 16,0 0-3-16,-2 0 1 16,2 0 5-16,0 0-2 15,-2 0-2-15,2 0-2 16,0 0-1-16,0 0 0 16,-2 0-1-16,2 0 3 0,0 0-1 15,0 0 4-15,0 0-1 16,-2 0 2-16,2 0-3 15,0 0-2-15,0 0 0 16,0 0-2-16,0 0-1 0,0 0 1 16,0 0-2-16,0 0 2 15,0 0 0-15,0 0 0 16,0 3-1-16,0 1 1 16,0-1 0-16,0 3 0 15,0-1 0-15,0 0 0 0,0-1 0 16,0 2 0-16,0-1 0 15,0 0 0-15,0-1 0 16,4-1 1-16,0-2-1 16,0 0 0-16,4-1 1 15,-3 0 0-15,6 0 1 16,1-5 0-16,4-6 2 0,0-1-1 16,6-5 0-16,5 0-2 15,4-4 0-15,3-5-1 16,4-2-2-16,3-5-72 15</inkml:trace>
  <inkml:trace contextRef="#ctx0" brushRef="#br0" timeOffset="74145.53">11996 10424 28 0,'0'0'23'0,"0"0"-3"0,0 0-3 0,0 0-2 0,0 0 2 15,0 0-1-15,0 0-6 16,0 0-6-16,0 0-2 16,0 0-1-16,0 0-1 15,0 0-2-15,0 0-2 16,0 0 2-16,0-20-1 0,0 26 3 16,0 1 0-16,0 0 0 15,2-1 0-15,0 1 0 16,1 0 2-16,1 0-2 15,0 0 0-15,-1-1 1 16,3-2-1-16,1 0 1 16,-2 2-1-16,1-4 1 0,1-1-1 15,2 1 1-15,0-2 0 16,1 0-1-16,0 0 0 16,4-3 1-16,1-6 0 15,3-2 1-15,3-5 0 16,0 0 1-16,4-2 2 0,1-2-1 15,3-2 2-15,1 0 0 16,3-5-1-16,0 0-1 16,4-2-2-16,3-3-1 15,0 1-1-15,3-2-3 0,-1-1-25 16,-4 3-66-16</inkml:trace>
  <inkml:trace contextRef="#ctx0" brushRef="#br0" timeOffset="75907.22">11861 11519 91 0,'0'0'1'0,"0"0"4"0,0 0-1 16,0 0-4-16,0 0 1 15,0 0-2-15,0 0 1 0,0 0-1 16,0 0 0-16,0 0-14 16,0 0-20-16</inkml:trace>
  <inkml:trace contextRef="#ctx0" brushRef="#br0" timeOffset="77828.05">11851 11704 44 0,'0'-6'18'0,"0"2"17"0,0-2-6 0,0 1-7 16,0 0-2-16,-2 2-1 16,1-1-6-16,-1 2-7 15,0 1-2-15,2 1-4 0,-4 0 0 16,1 0-2-16,0 7-2 15,-3 6 2-15,0 6 2 16,-1 2 1-16,-2 2-1 16,4 2 1-16,-1 0-1 15,3-3 1-15,1 1-1 16,2-4 0-16,0-4 0 0,2-2 0 16,5-5 0-16,3-2 0 15,3-6-3-15,0 0 2 16,3-1 1-16,-1-8 2 15,-1-4-1-15,0-2 3 16,-1-1 1-16,-3-4 3 0,-3 2 0 16,-3-1 5-16,-1-1-5 15,-3-1-3-15,0 3 1 16,-3 2-2-16,-4 2-2 16,-1 1 0-16,-3 6-2 0,-1 5 2 15,1 2-2-15,1 1-6 16,0 11-21-16,0 1-19 15,5 1-20-15</inkml:trace>
  <inkml:trace contextRef="#ctx0" brushRef="#br0" timeOffset="78396.95">12045 11636 54 0,'0'0'10'0,"0"0"-8"0,0 0-1 0,0 0 1 0,0 0 0 15,12 38 1-15,-9-25 0 16,0 1 3-16,1 0-2 15,-3 0-1-15,1-1-1 16,-1-1 1-16,0-1-2 16,-1-4 0-16,0 0 1 15,0 0-2-15,0-3 1 0,0 0 2 16,0-2 0-16,0 0 0 16,-1-1 0-16,-1-1 5 15,1 0 9-15,0 0-7 16,1-6-7-16,0-4-3 0,0-1 0 15,0-3 0-15,1-2 1 16,3-1-1-16,0 3 0 16,2-3 4-16,-2 5 6 15,4-2 1-15,-3 3-1 16,5 1-5-16,0 0-1 16,1 3-3-16,-1 1 1 0,3 3-2 15,-2 3 2-15,-1 0 0 16,-1 0-1-16,-2 9 1 15,-3 4 2-15,1 4-1 16,-3-1-2-16,0 2 0 0,-2 2-2 16,2-2 0-16,1-2 0 15,2-3-6-15,1-3-25 16,-1-3-12-16,3-6-28 16</inkml:trace>
  <inkml:trace contextRef="#ctx0" brushRef="#br0" timeOffset="78808.23">12360 11664 162 0,'0'0'-3'0,"0"0"-3"0,0 0 3 15,0 0 2-15,0 0-1 16,0 0 2-16,0 0 0 15,0 0-1-15,0 0 1 16,38-3 3-16,-36-1 2 0,2-2 1 16,-1-2-3-16,-1-1-1 15,0 1-1-15,-2 1 0 16,0-2-1-16,0 2 1 16,0 0 1-16,0 0-1 0,-2 3 0 15,-6 1 3-15,3 1 3 16,-2 2-4-16,0 0 1 15,-3 0-1-15,3 10 0 16,-5 3 0-16,2 1 1 16,1 3 1-16,1 3-2 15,2-1 0-15,3 0-2 0,2 0-1 16,1-2 1-16,0-1-2 16,4-1 1-16,7-3-1 15,1-1-4-15,3-8-45 16,5-3-46-16</inkml:trace>
  <inkml:trace contextRef="#ctx0" brushRef="#br0" timeOffset="79220.85">12897 11343 86 0,'0'0'2'0,"0"0"2"0,0 0 6 0,-46 16-3 16,36-8-2-16,1 1-2 15,2 2 0-15,0 1-1 16,2 1-1-16,4-2 0 15,1-1 1-15,0-1 1 16,1 0 12-16,8 0-5 0,1-1-5 16,0-2-1-16,1 0-2 15,2 1-1-15,-3-2 0 16,2 1 2-16,-5 0-2 16,1-1 0-16,-4 1-1 0,-1 1 1 15,-2 3 0-15,-1-3-1 16,-1 3-2-16,-8 3 7 15,-2 0-5-15,-1-2-5 16,0-1-25-16,-2-6-21 0</inkml:trace>
  <inkml:trace contextRef="#ctx0" brushRef="#br0" timeOffset="79708.92">12939 11391 49 0,'0'0'-1'0,"0"0"-13"0,0 0-9 16</inkml:trace>
  <inkml:trace contextRef="#ctx0" brushRef="#br0" timeOffset="79892.42">12939 11391 3 0,'0'0'34'0,"0"0"-9"16,0 0-3-16,0 0-10 16,-5-4-5-16,1 4-2 15,-1 0-4-15,-1 4-1 16,-2 4 1-16,-2 4-1 0,-1 1 0 15,-3 4 1-15,-1 4-1 16,-5 4 0-16,1 3 0 16,-2 1 1-16,0 3-1 15,0 2 0-15,2-3-1 16,1-1-6-16,0-3-35 0</inkml:trace>
  <inkml:trace contextRef="#ctx0" brushRef="#br0" timeOffset="111985.64">10102 14195 88 0,'0'0'11'0,"0"0"9"0,0 0-10 0,0 0 7 16,0 0-1-16,0 0-6 15,0 0-4-15,0 0-2 16,0 0 0-16,0 0 3 16,0 0-2-16,0 0-5 15,3 0 0-15,-3 0 3 0,-1 3-2 16,0 4-1-16,1-1-1 16,0 2 0-16,0-1 0 15,0 3 0-15,2 0 2 16,2-1-1-16,-2-1 1 0,1 0-2 15,-1-2 0-15,2 0 1 16,-1-2-2-16,-1-1 1 16,0 0-1-16,1-1 1 15,3 0-2-15,-2-2 2 16,3 0-1-16,2 0 1 16,2-7 5-16,5-1-1 15,-2-4 1-15,8-1-2 0,-2-2 0 16,4-2-2-16,1-2 3 15,4 2-1-15,0-3 5 16,1-1 0-16,1 1 1 16,2 0-4-16,-1-1 1 0,3 2-3 15,-1-2 1-15,2 0-2 16,-1 0 1-16,3 2-1 16,-2-3 2-16,-2 3 0 15,1-1 0-15,-6 5 0 16,0 0-1-16,-6 4 1 0,-3 0-1 15,-5 3 0-15,-1 3 0 16,-5 1-1-16,-4 1 0 16,1 1 1-16,-4 2 0 15,0-1-1-15,0 1 1 0,-2 0-2 16,0 0 1-16,0 0 0 16,0 0 0-16,0 0 0 15,0 0 1-15,0 0-2 16,1 0 0-16,3 0 0 15,1 0 1-15,1 0-1 16,1 1-9-16,0 0-29 16,2-1-23-16,-1 0-66 0</inkml:trace>
  <inkml:trace contextRef="#ctx0" brushRef="#br0" timeOffset="113865.45">10109 15523 64 0,'0'0'9'0,"0"0"5"0,0 0 0 0,0 0-1 0,0 0-2 16,0 0-1-16,0 0 1 16,0 0-4-16,0 0 2 15,0 0 1-15,-9-23 2 16,9 22-1-16,-2 1-4 16,2-2-4-16,-2 2-2 0,2 0-1 15,0 0 2-15,0 0-2 16,0 0-3-16,0 0 3 15,0 0-2-15,4 0 0 16,-1 2 2-16,3 1 0 16,-1 1 0-16,-1 0 0 15,-1 1 0-15,1 0-2 0,-2 1 3 16,0 0-2-16,-2-1 3 16,1 2-2-16,1 1 0 15,-1 0 1-15,2-2 0 16,-3 3-1-16,2-3 0 15,0 0 1-15,0-2-2 0,2 0 1 16,0 0-1-16,0-2-2 16,2-2 0-16,3 0 3 15,3 0 3-15,-1-3 4 16,5-6 2-16,1-2-3 16,1-3-4-16,4-1 2 0,1-3-2 15,1-1 1-15,4-4 3 16,1 0-1-16,2-2 0 15,-2 0-2-15,2-3-1 16,-1 2 0-16,1-2-1 16,0 3 1-16,-2 2 2 0,0 0-2 15,-3 5-1-15,-1 1 0 16,-2 2 0-16,-1 3 1 16,-6 2-1-16,1 1 0 15,-4 3 0-15,0 1 1 16,-2 2 0-16,-1 0 0 0,-3 0-1 15,2 3 0-15,-2 0 0 16,0 0-4-16,2 0-22 16,-5 3-46-16,-3 1-65 15</inkml:trace>
  <inkml:trace contextRef="#ctx0" brushRef="#br0" timeOffset="115594.28">6813 15131 70 0,'-3'-6'12'0,"-1"1"3"0,-1 0 2 0,1 1-8 16,-2 1-4-16,0 2 3 16,0-1 1-16,-1 2-4 0,-1 0 2 15,1 0 1-15,-4 0 1 16,2 0 3-16,-2 2 0 16,-1 2-1-16,-1 1-7 15,-1 4-1-15,-1-1-3 0,-1 1 0 16,-2 3 1-1,1-2-1-15,3 1 0 0,-2 0 0 16,3-2 0-16,0 1 1 16,1-2-2-16,1 4 2 15,2-4-1-15,0 2 0 16,-1 2 3-16,2-1-1 0,0 0-1 16,3-1 0-16,1 3-1 15,-1-3 1-15,1 1 0 16,1-1 0-16,-2 0-1 15,2 3 1-15,0-1-1 16,-1 1 2-16,0 2-1 0,1 0 1 16,-1 2 0-16,-3 1-2 15,4 0 2-15,-1 0-2 16,-2 1 1-16,3-2-1 16,1-2 0-16,-2 0 0 15,4-1 0-15,-2-1 0 0,2-2 0 16,0 3 0-16,0-2 0 15,0 0 0-15,0-2 0 16,2 2-1-16,2-1 0 16,-1-1 2-16,3 1-2 15,0-1 1-15,2 0-1 16,-2 0 0-16,1 0 2 0,1 3 1 16,2-2-2-16,-3 1 0 15,1-1 1-15,1 2-1 16,0-2 0-16,0-1 0 15,2 0 0-15,1-1-2 0,-3 0-1 16,2-3 1-16,2-1 1 16,-2-1 1-16,3-3 0 15,-3 1-2-15,2-2 2 16,1 0 2-16,-1 0-1 16,1 0 1-16,-1-2-2 15,0 0 0-15,-2-3 2 16,1 1-2-16,1 0 1 15,0-2-1-15,-2 0 0 0,3-2 1 16,-1-1-1-16,1-1 1 16,-1 0-2-16,3-2 2 15,-3 1 0-15,1-1-1 16,-1 0 1-16,0 1-1 0,-1 0 0 16,1 1 0-16,1-2 0 15,-5 2 1-15,3-1-1 16,0-2 0-16,-1 2 0 15,0-1 0-15,-1-1 1 0,0 1-1 16,-1-1 1-16,-1 0-1 16,0 1 1-16,-4-2 1 15,1-1-1-15,-1 1 0 16,1 0-1-16,-4-2 2 16,3-1 0-16,-2 0 3 15,0-1 1-15,0-1-5 0,-2 1 2 16,2-2-2-16,-2 4 0 15,1-2 0-15,-1 2 0 16,0 0 1-16,0-1-1 16,-1 2 1-16,-5-1 2 0,-4 0-1 15,-1 1 1-15,-1 2 0 16,-4-2-1-16,0 2-1 16,-2 1-1-16,-3 0 2 15,0 0-3-15,-2 4 1 16,-2 3-1-16,-2 1-4 15,-4 4-5-15,-6 2-10 0,-8 9-45 16,-13 1-75-16</inkml:trace>
  <inkml:trace contextRef="#ctx0" brushRef="#br0" timeOffset="122438.01">10050 14219 40 0,'0'-3'17'0,"0"0"-3"0,0 1-2 15,0-1-3-15,0 1 1 16,0 0 1-16,0 0-1 0,0 1-1 15,0-2-2-15,0 3 3 16,0-1-5-16,0-1-4 16,0 2 1-16,0 0-2 15,0 0 0-15,0 0 1 16,0 0-4-16,0 0-2 0,0 0 3 16,2 3 4-16,2 3 1 15,-2-1-3-15,2 2 0 16,1 0 0-16,1 0 1 15,-2 1-1-15,2-3 0 16,-4 2-1-16,2-2 1 0,-2-1 0 16,1 0 1-16,1-1-2 15,-1-1 0-15,3-1-2 16,1-1 2-16,4 0 1 16,0 0-2-16,5-9 2 15,2 1 4-15,6-4-2 0,-1 0-2 16,0-4-39-16</inkml:trace>
  <inkml:trace contextRef="#ctx0" brushRef="#br0" timeOffset="125359.67">11459 16097 3 0,'0'0'21'0,"0"-2"-1"0,-4 1 2 16,1-2-4-16,0 3-3 15,2-3-10-15,-1-1-2 0,2 3-2 16,-2-2-2-16,2 0 2 16,0-1 2-16,-3-1 3 15,2 4 6-15,-1-2 3 16,0 2 2-16,1 1-2 15,1 0-2-15,-1 0-12 0,-1 0 8 16,2 0-10-16,-2 0 2 16,0 2 0-16,-2 3-1 15,3 0 0-15,0 1 0 16,0 0 0-16,-3 1 1 16,2 3-1-16,-2 1 0 15,-2 2 0-15,2 1 0 16,-1 0 0-16,1 3 0 0,0 0 0 15,0-1 0-15,1 0 0 16,3-2 0-16,-2-3 0 16,2 1 0-16,0-2 0 0,0 0 0 15,0 1-1-15,0-1 1 16,0 1 0-16,0 0 0 16,0 1 0-16,0-1 0 15,0-1 0-15,2 3 0 16,0-3 0-16,1-2 0 15,3-1-2-15,-3-1-1 16,3-1-2-16,1-2 5 0,2-1-1 16,-3-2 1-16,3 0-2 15,0 0-3-15,-1 0 7 16,2 0-2-16,-4-4 1 0,4-2-1 16,-1-2-1-16,-2-1 4 15,2 1-2-15,-2-2-2 16,1-2 4-16,-1 0-1 15,2-1-1-15,-4 1-3 16,1-2 9-16,-1 0-5 16,1 2 1-16,-4-2-1 0,2 0-2 15,-4 0 0-15,0-2 3 16,0-2-3-16,0-2 1 16,-4 0 0-16,-5-1 0 15,-1 1 2-15,-2 2-1 16,1 2-1-16,-2 4 0 0,-1 1-1 15,1 7-1-15,1 3 0 16,0 1-15-16,4 1-18 16,-1 9-31-16</inkml:trace>
  <inkml:trace contextRef="#ctx0" brushRef="#br0" timeOffset="126113.41">11982 15983 99 0,'0'0'-10'0,"0"0"10"0,0 0 3 15,0 0-3-15,29-49 0 16,-23 34 0-16,2 1 2 16,-3 1-2-16,1-2 1 0,-1 0 3 15,-1 0 7-15,0-2 0 16,1 1-7-16,-3-1 11 15,1 4-13-15,-1 1 0 16,0 2-1-16,-2 4 0 16,0 0 0-16,0 5 1 15,0-1 1-15,0 2 5 0,0 0-6 16,0 0-4-16,0 8 3 16,4 2 0-16,-3 2 0 15,3 1 1-15,0 1-2 16,0-2 0-16,1 3 0 15,0 1 0-15,1 1 0 0,-3 1 0 16,3 2 1 0,-2 1 0-16,-1 0 0 0,4 1 1 15,-3-1-2-15,-1-1 2 16,1 3-1-16,0-2 1 16,-2 0 0-16,-1 1-1 15,1-1 0-15,-2 2-1 16,1-2 0-16,-1 2 1 0,0-3 1 15,0 1-4-15,0-4-1 16,0-3-17-16,0-1-10 16,-1-6-2-16,-1-1-22 15</inkml:trace>
  <inkml:trace contextRef="#ctx0" brushRef="#br0" timeOffset="126222.28">12134 16270 44 0,'0'0'45'0,"0"0"-14"0,27-43-12 0,-6 21-1 16,3 0-7-16,7-3 0 15,3 1-8-15,-3 4 0 0,0 4-20 16,-6 2-40-16</inkml:trace>
  <inkml:trace contextRef="#ctx0" brushRef="#br0" timeOffset="126779.2">11348 17051 86 0,'0'0'3'0,"0"0"20"0,0 0-9 16,0 0-7-16,0 0 0 16,0 0 3-16,0 0 2 15,0 0-9-15,0 0-3 0,0 0 5 16,38-28-3-16,-26 19 1 15,5 1 2-15,-2-2-3 16,5-2 4-16,1 0-4 16,-1 0 0-16,2 2-1 15,-3 1 1-15,-2 1-10 0,-2 4-14 16,-4-2-22-16,-2 2-23 16</inkml:trace>
  <inkml:trace contextRef="#ctx0" brushRef="#br0" timeOffset="127031.74">11632 16810 150 0,'0'0'-33'0,"0"0"40"15,0 0-5-15,0 0 0 16,0 0-1-16,0 0-1 15,0 0 1-15,0 0 1 16,6 10 1-16,-4 7 6 16,1 4-1-16,-1 7-5 0,2 5 1 15,-2 6-3-15,1 5-1 16,-1 2-1-16,-2-2-33 16,1-4-62-16</inkml:trace>
  <inkml:trace contextRef="#ctx0" brushRef="#br0" timeOffset="127473.38">12302 16658 51 0,'0'0'37'0,"0"0"-34"0,0 0 5 0,0 0 3 16,0 0 2-16,0 0-4 16,0 0 3-16,9 51-1 15,-7-30 2-15,0 3-3 16,-1 3-6-16,2 6-3 15,-1 5-1-15,1 5 0 16,-1 0-15-16,-2-4-65 16</inkml:trace>
  <inkml:trace contextRef="#ctx0" brushRef="#br0" timeOffset="128915.99">12425 16463 10 0,'0'0'1'0,"0"0"-2"0,0 0 0 0,0 0 2 0,0 0 10 16,0 0 16-16,0 0-4 16,0 0-7-16,0 0-8 15,0 0-2-15,0 0-1 0,0 0 0 16,-38-29-1 0,36 29-2-16,-1 0 1 0,-1 0-2 15,-1 0-1-15,1 0 0 16,-5 0 1-16,2 4-1 15,0 1 3-15,1 1 1 16,-2-3 0-16,0 4 1 16,0-1-3-16,0 1-4 0,2-2 6 15,-5 2-2-15,2 1 0 16,-2 0-3-16,1 2 6 16,-2-1 8-16,0 1 0 15,3-1-6-15,0 0 1 0,-1 1 0 16,2 0-5-16,2-1-3 15,1 2 2-15,-3 3-2 16,5 0 0-16,-4 2 0 16,1 4 0-16,3 1 1 15,-1 0-3-15,-2 3 2 16,4 1 0-16,1 0-2 0,1-1 2 16,0 2-1-16,0-2-3 15,0-1 3-15,0-1-2 16,3-2 3-16,3-1-3 15,-2-1 4-15,0-1-2 16,3-2 1-16,-1 2 0 0,2-3-4 16,-1-1 1-16,3-1 1 15,4-2 2-15,-1 0-3 16,2-3 0-16,0 0 3 16,3-2-2-16,-1 2 0 15,1-3-1-15,0 0 4 0,0-1-3 16,2 1 1-16,-3-1 2 15,4 0-1-15,-2-3 1 16,0 0-2-16,-1 0 1 16,-1 0-3-16,4-4 5 0,-2-5-2 15,0-6 1-15,1 0-1 16,1-4-1-16,0-4 4 16,-2-3-1-16,1-5-1 15,-2 0-4-15,-3-1 8 16,-2-2-2-16,-2-1 8 0,-5 1 0 15,-2-2 3-15,-4-1 0 16,0 0-3-16,-5 3-5 16,-4 0-1-16,-4 2-3 15,-4 3 0-15,-1 4 0 16,-3 5-3-16,-2 4-13 16,-2 8-20-16,-3 5-21 0,-3 3-11 15</inkml:trace>
  <inkml:trace contextRef="#ctx0" brushRef="#br0" timeOffset="130395.73">11717 16673 48 0,'0'0'8'0,"0"0"2"0,-1 0-6 15,-2 0 0-15,0 0-3 16,-2 0 1-16,-1-1 0 16,1-2 4-16,-1 3 6 15,-2-1-3-15,4-2-6 0,-3 1-1 16,3 1-1-16,-3-2 0 15,3 0 0-15,-1-1 2 16,-1 1 6-16,3-1-1 16,-3 0 4-16,0 1-4 15,-2 0 1-15,1 2-4 0,-2-1-2 16,-1 2-1-16,-2 0-1 16,-1 0 0-16,-5 0 0 15,1 3-2-15,0 2 3 16,0 0-1-16,-4 1 0 15,3-1-1-15,-1 2 1 16,1-1 1-16,2 3-2 0,-2-1 0 16,-1 3 0-1,3 0 1-15,1 1-1 0,1 1 0 16,-1 1-1-16,2 0 1 16,0 2 0-16,-3 1-2 15,3 0 2-15,-1 0 2 0,1 2-2 16,-1-1 0-16,4 3 0 15,1-1 0-15,-1 3 1 16,0 0-1-16,5 0 0 16,-3 1 0-16,4-3-1 15,0 2 1-15,2-1 0 16,-1 0 0-16,3-1 0 0,0-2 0 16,0 2 0-16,3 1-2 15,3-2 2-15,0 2-2 16,2-1 1-16,1 0 0 15,2-1 2-15,-1-3-2 16,3 2-1-16,2-2 1 0,-1-2 1 16,3 1-1-16,1-2 2 15,0 0-2-15,3-1 2 16,-4 1-2-16,3-4 0 16,1 0 0-16,0-1-2 15,2-1 2-15,0-2 1 0,-1-2-1 16,4-2-4-16,0-2-5 15,0 0 17-15,-1-2-6 16,0-6 0-16,-1-2-1 16,1-2-2-16,-1 1 3 0,-3-3-1 15,0-1-3-15,-4-1 5 16,3-3-2-16,-5-1 6 16,1-1-2-16,0-3 1 15,-1 1-3-15,1-2 2 0,-4 2-3 16,0 1 2-1,-5 1-2-15,-1 3 0 0,-4-2 7 16,-1 1 14-16,-1 1-19 16,0-2 2-16,0 1 2 15,0-3 2-15,-2-1-4 16,-1-2 0-16,1-4-3 0,-4 2-1 16,3-3 0-16,-1-1 0 15,0 4-1-15,-2-1 0 16,2 5 1-16,-4 1 0 15,1 4 2-15,-3 1 0 16,1 2 0-16,1 0-1 16,-1 2 3-16,-2-1-1 0,4 4-1 15,-2 0-1-15,-1 1 0 16,4 0 0-16,-3 2-2 16,1 1 0-16,0 2 0 15,2 0 0-15,-2 2 2 16,3-1-2-16,-4 2 2 0,4 0 1 15,-1-1-3-15,1 2 2 16,1 0-2-16,-1 0 2 16,1 0-3-16,1 0 1 15,-1 0-1-15,1 0 1 16,1 0 0-16,-2 0 0 0,2 0 0 16,-3 0 1-16,3 0 0 15,0 0-2-15,-2 2 1 16,-1-1 1-16,2 0-1 15,1 0 2-15,0-1-2 0,0 2 0 16,2-2 0-16,0 0-2 16,0 2-11-16,0-1-7 15,2 3 0-15,3-1-20 16,2 0-11-16,-3-3-15 16</inkml:trace>
  <inkml:trace contextRef="#ctx0" brushRef="#br0" timeOffset="132627.01">6768 15137 13 0,'0'0'28'0,"0"0"2"0,0 0-13 0,0 0-4 15,0 0 3-15,0 0-8 16,-42-19-4-16,32 17-1 15,1 2-2-15,1 0 0 16,-6 0-1-16,3 0 1 0,-3 2-1 16,1 1 1-16,0 1 0 15,-1-1 2-15,-1 1 3 16,1 0-4-16,1-2 0 16,-3 2 1-16,3 2 1 15,-1-2 2-15,1 1 2 16,-1 0-4-16,-1 3-3 0,4 0-1 15,-5 0 0-15,3 2 0 16,-1 0 0-16,3 3 0 16,-2-2 0-16,4 0 0 15,0 0 0-15,-2 0 0 16,6 2 0-16,-3-2 0 16,3 2-1-16,0 1 1 0,1 0 0 15,-1 3 0-15,1 1 0 16,0 1-1-16,1 0 1 15,-1 2 0-15,2-2 0 16,-2 2-1-16,3-3 1 0,-1 1 0 16,0-2-1-16,0 1 2 15,2-2-2-15,0 0 1 16,0-1 0-16,0-2-1 16,4 1 0-16,3 0 1 15,-1-2-2-15,1 3 1 16,2-3 0-16,0-1 1 0,0 1 0 15,0 0-1-15,4-2 2 16,-4 3-1-16,1 0 1 16,0-1-1-16,-1 0 0 15,3-2 0-15,-3 1-2 16,2-1 2-16,4-1 1 0,-2-1-1 16,1-2-1-16,-1-1 1 15,0 0 0-15,2-1 0 16,0-2 0-16,3-1 1 15,-3-1 1-15,3 0 1 16,1 0 0-16,2-2 0 0,-1-3 0 16,1-1-3-16,-2-1 3 15,2 1-4-15,-3-1 3 16,-2 0-1-16,0 0 0 16,-2-3-2-16,3 2 2 0,-2 0 0 15,1-6 1-15,-1 2 0 16,1-4 0-16,-1-1 1 15,4-2-1-15,-2-2-2 16,2-2 1-16,0 2 0 16,-1-3 1-16,-2 1 0 15,-3 0 3-15,-4 2 2 0,-1-2 1 16,-4-1-1-16,-2 2-1 16,0-1-2-16,-2-1-1 15,0-1 0-15,-2 0-1 16,-4 2 0-16,-2-2 0 15,-1 1-1-15,-3 0 1 0,-2 3-1 16,-2 0 0-16,-2 4 2 16,-3 0 0-16,0 4-3 15,-6 1 2-15,2 2-2 16,0 1 1-16,-1 5-1 16,4-1-1-16,-1 1 6 0,0 3-4 15,1-2-1-15,0 3-2 16,-2 0 2-16,3 0 1 15,-4 0-1-15,1 10 0 16,0 0-1-16,1 4 2 16,1 3-5-16,2 5-11 15,-1 2-31-15,-3-3-32 0</inkml:trace>
  <inkml:trace contextRef="#ctx0" brushRef="#br0" timeOffset="143961">19713 5417 42 0,'0'0'44'15,"0"0"-33"-15,0 0-2 0,0 0-1 0,0 0 6 16,7-43-3-16,-4 36-1 0,1-2-2 16,-2 1-3-1,-2 3-2-15,2 0-1 0,-2 0-1 16,0 1 2-16,0 1-1 16,0-1 4-16,0 1-5 15,-2-1 4-15,-3 1-2 16,-1-1 0-16,1 0 4 0,-1 1-4 15,-1 0-1-15,-4 3-3 16,0 0 1-16,-1 0 7 16,-2 0-10-16,0 0 6 15,-1 0-4-15,1 2 3 16,0 0-2-16,2 1 2 0,0 1-1 16,2 0-1-16,-1-2 0 15,1 2 0-15,1-1-2 16,2 1 3-16,1-1-1 15,1 0 1-15,2 0-1 16,1 0 0-16,-3 2-1 0,2 0 1 16,0 0 0-16,0 4 0 15,-1-2 1-15,0 1-1 16,1 0 0-16,-1 0 1 16,-2-1-1-16,3 2-1 15,0-3 1-15,-3-1-1 16,4 1 1-16,-2-2 0 0,3 3-1 15,-3-1 1-15,1-2 2 16,0 3-1-16,1 0-2 16,0 1 2-16,0 0-1 15,-1 2-1-15,2 1 2 16,-3 2-1-16,2-2 0 0,-1 3 1 16,0-2-1-16,0-1 0 15,0-1 0-15,0 0 0 16,3-3 0-16,0 3-4 15,0-3 4-15,0 3-1 0,0-1 2 16,0 1 0-16,0 1-1 16,0-1 1-16,0 1 0 15,0-1-1-15,-2 0 1 16,2 1 0-16,-3-2-1 16,2 1 0-16,0-1 0 15,1 0 0-15,0 0 0 0,0 1-1 16,0 0-2-16,0-2 1 15,0 1 2-15,2-1-2 16,3 1-2-16,-1-6 2 16,0 4 2-16,2-3-1 15,-1 1 3-15,3-3 0 0,-2 1 2 16,2 0-3-16,-2 0-1 16,3-2 1-16,1 2 0 15,-3 1-1-15,3-1 0 16,-4-3 1-16,3 3-1 15,1-1 0-15,-3 0 1 0,3-2 0 16,0 2 3-16,-1-2 0 16,3 0-2-16,0 0 0 15,0 0-1-15,3 0 2 16,-1 0-3-16,2-2 3 16,-1-1-1-16,1-1-1 15,1-2 0-15,-3 1-1 0,1-2 1 16,1 0 0-16,-3-2 2 15,1-1 1-15,-1 0-1 16,1 0-2-16,-5 0 1 16,0-1-1-16,-1 1 1 0,-2-1 0 15,0-1 4-15,-2 0-2 16,-1 0-1-16,-1-2 1 16,-1 2-2-16,-1-3-1 15,1 2 0-15,-1 0 0 16,0 1 1-16,0-2-2 15,0-1 1-15,0 4-1 0,0-2 1 16,0-1-1-16,0 2 0 16,-1-1 1-16,-1 0-1 15,1-2 1-15,-1 0-1 16,-1 3 2-16,-1-3-1 16,0 1 0-16,-2 1 0 0,2 1 0 15,-2 0 0-15,1 3-1 16,-1-1 2-16,1 2 0 15,-3-1-2-15,3 2 1 16,-2-1-1-16,2 2 1 16,1-3-1-16,-3 5 0 0,3-2 2 15,1 2-2-15,-2 1 0 16,0-1-2-16,2 3 1 16,-5-1 1-16,2 1 1 15,-1 1-1-15,1 0 2 0,-4 0-4 16,0 0 5-16,3 0-2 15,-2 0-1-15,2-2 1 16,-3 2-1-16,2 0 0 16,0 0 0-16,-3 0-1 15,0 0-1-15,-2 0 3 16,3 0-4-16,1 0 3 0,-4 2 2 16,4 1-2-16,0-1-4 15,1 1 9-15,0 0-4 16,2-2-1-16,1 1 0 15,-1-1 1-15,2-1-1 16,-2 0 1-16,2 0 0 0,0 0 1 16,-1 0 1-16,0 0 2 15,1 0-3-15,0 0 1 16,-4 0 0-16,4 0 0 16,-2 0 2-16,2 0-3 15,1 0-1-15,1 3-1 0,-1 3-1 16,2 4-2-16,1-3-11 15,0-3-32-15,0-4-135 16</inkml:trace>
  <inkml:trace contextRef="#ctx0" brushRef="#br0" timeOffset="145320.2">21252 5639 60 0,'3'0'3'0,"-3"0"0"0,2 0 0 16,-2 0 5-16,0-1 5 16,1 1-4-16,-1-3-8 15,2 3 0-15,2 0-1 0,-1 0 0 16,1 0-11-16,-2-3-57 15</inkml:trace>
  <inkml:trace contextRef="#ctx0" brushRef="#br0" timeOffset="146304.18">19729 6629 72 0,'0'0'12'0,"0"0"7"0,0 0 7 0,0 0 0 15,0 0 4-15,0 0-11 0,0 0-12 16,0 0-3-16,0 0-3 16,0 0-1-16,0 0-1 15,0 0-27-15,0 0-57 16</inkml:trace>
  <inkml:trace contextRef="#ctx0" brushRef="#br0" timeOffset="148054.45">20986 6489 85 0,'0'0'11'0,"0"0"1"0,0 0-8 0,0 0-2 16,0 0-1-16,0 0 1 0,0 0 2 15,0 0 0-15,5-43 6 16,-5 38 6-16,0 0 4 16,-4-2 0-16,-1 1-5 15,0 1-6-15,0-1-5 16,0 0 0-16,-2 2-1 0,0-1 0 16,-1 2 4-16,1-2-3 15,-3 4-1-15,1-2 2 16,1 1-2-16,-3 1 1 15,-2 1-1-15,2 0 3 16,-2 0-5-16,0 0-1 0,1 0 1 16,0 2-2-16,3 2 2 15,-3 0 0-15,1 0-1 16,1 2 0-16,-1-2 0 16,-1 3 1-16,-1-2-1 15,-3 3 0-15,3 1-1 16,-3-1 1-16,1 2 0 0,1 2-9 15,1-2 15-15,2 0-5 16,0 1-1-16,2-1-1 16,2-2 1-16,-2 1 0 15,5-1 0-15,-1 2-2 0,1-1 1 16,2 2 1-16,-1-1 0 16,-2 1 0-16,2 2 0 15,-2 0-2-15,2 0 2 16,-2 0-1-16,0 2 1 15,2-1-1-15,-3-1 1 0,2 2 0 16,1 0-1-16,-2-1 1 16,2 0-2-16,1 1 1 15,1 0 0-15,0-1 0 16,1 2 0-16,0-3 0 16,0 1 0-16,0 0-3 0,0-1 3 15,0 0-1-15,4 1 1 16,0 0 1-16,3 3 0 15,-3-5 0-15,2 3-1 16,-1-2 0-16,-1-2 0 16,3-1 3-16,0 0-1 0,0-1 0 15,-1 1 1-15,2-2 0 16,2 1 0-16,-3-2 0 16,1-1 0-16,-1-1-1 15,2 0 0-15,-1 0 0 16,1-2 1-16,1 0 0 0,-2-2 1 15,0 2 0-15,2-3 0 16,0 0 0-16,-1 1-1 16,1 0 1-16,-1 0-1 15,1-1-1-15,-1 0-1 16,2 0 1-16,-4 0 0 0,4 0-1 16,0 0 1-16,0-2 1 15,0-2-1-15,2 0 1 16,-1-2 1-16,2 1-2 15,-1-1 1-15,-2-1-1 16,2 0 0-16,-2 0 2 0,-2 1-3 16,1-1 0-16,-2 0 1 15,-1 4-1-15,1-3 1 16,-2-1 1-16,0 2 3 16,-2 0 0-16,0-2 0 15,3 0-2-15,-1 0-1 16,2-3 0-16,-1 2-1 0,1 0 0 15,0-1-1-15,-1 1 0 16,-2 1 1-16,0-1-1 16,-2-1 1-16,-1 2 5 15,0-1-2-15,-2 0-2 16,0-3 0-16,0 1-2 16,1 0 1-16,0 2 1 0,-1-1-2 15,1-1 0-15,0 0 1 16,-1 2-1-16,3-1 0 15,-3 1 0-15,0-1 1 16,0 1-1-16,0-2 0 0,0 1 0 16,0 2 0-16,0-3 0 15,0 2 0-15,0-2 0 16,0 1 1-16,0-1-1 16,-3 2 0-16,1-1 0 15,1-2 0-15,-1 1 1 0,-1 0 0 16,0 0 0-16,0-1 2 15,-1-1 0-15,0 4 2 16,-2-4-1-16,-1-1 6 16,0-1 4-16,0-1-5 15,-2-1-6-15,-2-2 2 16,2 1-2-16,-3 1-2 16,-1 1-2-16,0 3 2 0,-5 5-5 15,-9 3-34-15,-17-5-40 16</inkml:trace>
  <inkml:trace contextRef="#ctx0" brushRef="#br0" timeOffset="158292.1">5014 11990 73 0,'0'0'3'0,"0"0"12"0,0 0 3 0,0 0-3 15,-43-18-3-15,32 17-6 16,0 1-3-16,-1 0-1 15,1 0-2-15,0 0-1 0,-3 0 2 16,2 1 0-16,-2 0-1 16,-1-1 1-16,0 0 1 15,0 0 6-15,-3 0 4 16,3-1 0-16,-5-3-5 16,4 1 3-16,-2 0-5 0,1 2-1 15,-2-1-2-15,-1 2-1 16,1 0-1-16,0 0 1 15,-4 0-1-15,2 2 1 16,0 2-1-16,1 2 0 16,0-2 0-16,2 3 0 15,1 1 0-15,-1-1 0 0,1 1-1 16,2 1 2-16,-3 2-1 16,1 0 0-16,-2 2 0 15,2 0 0-15,-3 2 0 16,1-2-1-16,0 1 1 15,-1 3-2-15,4-1 2 0,-2 1-2 16,-1 0 1-16,4 3-1 16,-1 0 1-16,3 1 0 15,-3 0 0-15,3 2-1 16,0 1 1-16,-1 1 1 0,1 0-1 16,-1 5 1-16,3-2 0 15,1 1 1-15,-2-1-1 16,3-1 0-16,3-2-1 15,-2-2 1-15,4-1 0 16,-2 0 0-16,1 1 0 16,3 0 0-16,-2 2 0 0,1 2 0 15,1-1 1-15,2 3-2 16,0 0 1-16,0-2 1 16,0 0-2-16,0-1 1 15,0-1-1-15,5-1 1 16,1-1-2-16,3 1-1 0,-2-1 2 15,6 3 0 1,-4-2 2-16,3 0-2 0,-1-3 0 16,0 1 0-16,4-3-2 15,-1-1-5-15,4-1 8 16,1-3 1-16,2 0-1 16,3-3 0-16,3 1 4 0,1-2-1 15,1-2 0-15,2-1-1 16,0 2 0-16,-2-2 0 15,-1-3-1-15,1 3-2 16,-1-3 1-16,1 1 1 0,-1 0 1 16,2-3-2-16,1 1 0 15,0-2 0-15,-1 2 0 16,3 0 0-16,-2-2 0 16,0-1 0-16,-1 2 0 15,1-1 0-15,-2 0 0 0,0 1 1 16,0-1-1-16,0 1 1 15,0-1 0-15,0 1 0 16,-1-1-1-16,1 2 1 16,-2-2-1-16,1 3 0 15,-1 0 0-15,0 0-1 0,0-1 1 16,1 1 1-16,0-3-1 16,1 3 0-16,2-4 1 15,-2 2-1-15,2-2 1 16,-1 0-1-16,3 0 0 15,-2 0 0-15,2 0 0 0,-1 0 0 16,1 0 0-16,-1 0 0 16,3 0 1-16,-3 0-1 15,3 0 2-15,1 0-1 16,2 0 1-16,0 0-2 16,-2-2 0-16,2 0 0 0,0 0 0 15,-2-1 0-15,-1 0 0 16,1 1 0-16,-1-2 0 15,1 0 0-15,3 0 0 16,-3 1 1-16,3-2-1 16,1 0 0-16,-3 1 0 15,1-1 0-15,-2 0 0 0,1 2 0 16,-3 0 0-16,4-1-1 16,-2 0 1-16,-2 1 1 15,3 3-1-15,-3-4 0 16,3 4 1-16,-5-2-1 0,4 1 0 15,-4 1 0-15,1-3 0 16,0 3 0-16,1 0 0 16,1 0 1-16,-1 0-1 15,1 0 0-15,4 0 0 16,-3 0 0-16,0 0 0 16,1 0 0-16,1 0 0 0,0 0 1 15,0 3-1-15,0-3 0 16,0 3 0-16,3-1 0 15,-3 0-1-15,2 0 1 16,0 2 0-16,3-3 1 0,-1 1-1 16,3 0 0-16,-1 0 1 15,3 0 0-15,0 0-1 16,1 0 0-16,0 1 1 16,-1 1-1-16,0-3 0 15,2 2 0-15,0-2 1 16,2-1 1-16,2 0-2 0,0 0 1 15,-2 0 0-15,3 0 0 16,-4 0 0-16,2-1-2 16,2-3 2-16,2 1-1 15,0-1-1-15,0 0 1 16,1 0-1-16,2 0 2 0,-1 1-1 16,-2-1 2-16,0 3-2 15,-3 0 1-15,1-1-1 16,0 2 0-16,-2-2 1 15,-1 1 0-15,5-2 1 16,-1-1-2-16,0 1 1 0,-2-1 1 16,2-2-1-16,-3 2-1 15,0 1 0-15,-5 0 1 16,4 1-1-16,-4 0 0 16,4 2 0-16,-6-2 0 15,4 1 1-15,-2 1-1 0,0-1 0 16,0-2 0-16,-2 1 0 15,2-2 0-15,-5 1 1 16,-2-1-1-16,-2 1 0 16,-1-1 1-16,-2-2-1 15,-4-1 1-15,1 0 0 16,-4 0 1-16,-1-4-1 16,0-1 2-16,-1-3 0 0,1-1-2 15,0-3 1-15,-2 1-1 16,0-2 0-16,-1-1 0 15,-2 4 0-15,-4-3 0 16,-3 3 0-16,-1-2 4 0,-2 1 6 16,-4-2 0-16,0 2-3 15,-2-3-5-15,-3-1 1 16,1-1-2-16,-2 0-1 16,0-2 0-16,-2-1-1 15,0 0 1-15,0-1-1 0,0 1 1 16,-4-4-1-16,0 5 0 15,1-4 1-15,-5 4-1 16,2-4 0-16,-4 1 0 16,1 2-1-16,-1-2 0 15,-1 1 3-15,-2 0-2 0,-1 1 0 16,-1 1 0-16,-3-2-2 16,2 4 1-16,-2-1 1 15,0 1 0-15,1 2-1 16,-4 0 3-16,-1 1-1 15,0 1-1-15,-3 1 0 0,-2 2 1 16,-2-1-1-16,-2 3-1 16,-2 1 1-16,1 0-1 15,-4 2 0-15,1 1 1 16,-3 0 1-16,-3 3-2 16,0-3 0-16,0 4 2 15,-4-1-1-15,1 1 0 0,-2 1 0 16,2-1-1-16,-5 3 2 15,2-1-2-15,-5 1 1 16,-1-1 1-16,-1 1-1 16,-4 0 1-16,1 2-1 15,-2-2-1-15,-1 2 1 0,-3-1 0 16,3 1 0-16,-2-1 1 16,1 1-2-16,-2-1 1 15,3 1 1-15,-2-2-1 16,3-1 0-16,-1 1 0 15,0-4 0-15,1 3 0 0,1-1 0 16,0-3 0-16,0 1 0 16,3 1 0-16,-2-1 0 15,1 1 0-15,0 1 0 16,-2-1 1-16,-2-1-2 16,1 3 1-16,0-1 1 15,-2 1-2-15,1 2 1 0,-2 1 0 16,1-2 0-16,-3 3 1 15,0 0-1-15,0 0 0 16,1 0 0-16,0 0 0 16,-3 0 0-16,5 0-1 0,-3 0 1 15,3 0-2-15,0 0 4 16,3 0-1-16,0 0-1 16,-2 0 1-16,3 0-1 15,0 0 1-15,-1 3-1 16,0 2 0-16,-3 0 0 15,3 1 0-15,-4 1 0 0,2 0 0 16,1 3 0-16,-1-3 0 16,0 3 1-16,3-3-1 15,0 3 0-15,1-1 0 16,2-2 0-16,0-1 0 0,6-1 0 16,-4-1 0-16,3-1 0 15,2 0 0-15,-3 1 0 16,6-1 0-16,-1-3 0 15,3 3 0-15,-3-2 0 16,2 2 0-16,1-1 0 0,0 1 0 16,1-1 0-16,2 1 0 15,3-1 0-15,0-1 0 16,0 1 0-16,2-1 0 16,1-1 0-16,0 0 1 15,1 0-2-15,1 1 1 0,-1-1 0 16,1 0 0-16,2 0 0 15,0 0 0-15,2 0 0 16,0 0 1-16,-2 2-1 16,5-2-1-16,-3 1 1 15,-2-1 0-15,2 0 0 0,0 0 0 16,-2 0 0-16,2 0 0 16,0 0 0-16,1 0 0 15,-1 0 0-15,1 0 0 16,-1 0 0-16,2 0 0 15,0 0 1-15,1 0-1 0,-3 0 1 16,0 0 0-16,2 0-1 16,-4 0 2-16,2 5-2 15,0 0 1-15,0 5-1 16,1 0 0-16,2 6-1 16,-1-1-4-16,0 2-31 0,0-7-99 15</inkml:trace>
  <inkml:trace contextRef="#ctx0" brushRef="#br0" timeOffset="161700.76">7405 12437 9 0,'0'0'6'0,"0"0"0"0,0 0 0 15,0 0 2-15,0 0 3 0,0-2-4 16,0 1 0-16,0-1 5 16,0-2-1-16,0 4-2 15,0-1-1-15,0 1-4 16,0-2-2-16,0 2-2 16,0 0 0-16,0 0 0 0,4 0 0 15,-1 0 0-15,1 0-2 16,-2 0 1-16,-1 0 0 15,1 0 1-15,-2 0-1 16,2 0 0-16,-2 0 0 0,2 0 1 16,-2 0 0-16,2 0 0 15,0 0 0-15,-2 0 1 16,3 0 1-16,0 0-1 16,1 0 0-16,-2 0-1 15,2 0 2-15,-1-3 0 16,1-1 0-16,2 0 2 15,-2-2 1-15,4-2 0 0,-3-2 1 16,3-2 2-16,-3-2 3 16,6-3 2-16,-2 0 3 15,0-1-6-15,3-2-3 16,0 0-3-16,1 2-1 16,-1 1-1-16,1 2 0 0,1 3 0 15,-3 2 1-15,2 4-2 16,-4 3-4-16,0 3-55 15,-4 0-27-15</inkml:trace>
  <inkml:trace contextRef="#ctx0" brushRef="#br0" timeOffset="162256.35">8098 12337 36 0,'0'0'41'0,"0"0"-39"0,0 0-4 0,0 0 3 16,0 0 2-16,0 0 2 16,0 0 11-16,0 0 8 15,0 0-4-15,0 0-15 16,0 0-2-16,0 0-2 15,25-34 2-15,-14 19-1 0,9-4 0 16,0-3 34-16,2 0-38 16,1-2-5-16,5 0 13 15,2-3-9-15,-6 4-66 16</inkml:trace>
  <inkml:trace contextRef="#ctx0" brushRef="#br0" timeOffset="162675.51">9575 12208 95 0,'0'0'39'0,"0"0"-16"0,0 0-4 0,0 0-7 0,31-43-10 16,-8 27-2-16,2-3 2 15,4-2-1-15,2-5-49 16</inkml:trace>
  <inkml:trace contextRef="#ctx0" brushRef="#br0" timeOffset="164414.28">5966 13232 46 0,'0'0'25'0,"0"0"-6"0,0 0 0 16,0 0-6-16,0 0-12 15,0 0-4-15,0 0 0 16,0 0 2-16,0 0 0 16,0 0 1-16,0 0 0 0,0 0 1 15,22 0-1-15,-15 0 1 16,0 0-1-16,3 0 0 16,0 0 0-16,0 0-1 15,2 3 1-15,3 1 0 0,1-1 0 16,2 0 0-16,0-2 0 15,2 1 0-15,3 0 0 16,1-2 0-16,1 0 0 16,3 0 1-16,-1 0-1 15,0 0 2-15,0 0-2 16,0 0 0-16,0 0 1 0,-4 1-2 16,0 1 2-16,0-2-2 15,-2 1 1-15,0 0 0 16,0-1 0-16,1 1-2 15,-3-1 4-15,4 0-2 16,0 0 0-16,-1 0 1 0,0 0-1 16,0 0 0-16,1-6 0 15,0-5 1-15,-3 0-1 16,4-5 1-16,-1-1-1 16,-1-1 0-16,2-4 0 15,1 1 0-15,-2-1 0 0,1 0 0 16,-4 1 1-16,0-1-1 15,-3 1 0-15,0-2 2 16,-2 2 2-16,-4 0 4 16,1-1 2-16,-1 0-3 15,0 0-3-15,-2-6-1 0,0 3-1 16,0-5 0-16,0-3 0 16,-3 0 1-16,-1-2-1 15,0 1-1-15,-3 0 8 16,-2 2-1-16,0 1 2 15,0-1 0-15,-7 3-3 16,0-2-1-16,-2 1-1 0,-3-1-2 16,-3 0 1-16,0 2-2 15,-1-1 0-15,-2 3-2 16,-1-1 1-16,0 1 0 16,-1 4-1-16,0 0 0 0,-4 1 0 15,3 2 1-15,0 3 0 16,0 0 3-16,-2 1-3 15,0 2 0-15,2 0-1 16,-6 0 1-16,2 1-1 16,-2 2 0-16,1 1-1 15,-3 2 3-15,2 0-2 0,-2 2 2 16,2 1-1-16,0 0 0 16,-2 2-1-16,4 2 1 15,-2 1-1-15,-1 0 1 16,2 0 0-16,-1 0-1 15,-1 6-1-15,0 1 2 0,-2 1-2 16,1 2 2-16,2 2-2 16,-2 0 1-16,2 1 0 15,-2 3-2-15,5-1 3 16,-3 2-1-16,0 2-1 16,0-1 1-16,0 2 0 0,-2 2 0 15,0 0-2-15,-2 3 3 16,-1 1-1-16,1 3-1 15,-2 2 1-15,-2 2-1 16,3 2 0-16,-3 1 0 16,3-1 2-16,1-1 0 0,-1 1 0 15,6 1-1-15,5 1 0 16,8 2 1-16,11 2 0 16,2-3-4-16,13-8-69 15</inkml:trace>
  <inkml:trace contextRef="#ctx0" brushRef="#br0" timeOffset="165343.56">9164 14461 61 0,'-2'0'2'0,"0"0"1"0,-2 0 7 0,3 0 2 16,0 0 2-16,0 0 0 0,1 0-2 15,0 0 0-15,0 0-2 16,0 0 2-16,0 0-9 15,0 1-3-15,0-1-10 16,0 1 6-16,0-1 2 16,0 0 1-16,0 0 1 15,0 0-1-15,0 0 1 0,0 0 1 16,0 0 2-16,0 0 3 16,0 0 2-16,0 0-3 15,0 0 0-15,0 0-5 16,0 0 2-16,0 0 0 0,7 0-8 15,-3 0-21-15,-1 0-5 16,0-4-33-16</inkml:trace>
  <inkml:trace contextRef="#ctx0" brushRef="#br0" timeOffset="166177.79">11113 12742 25 0,'0'0'4'0,"0"0"13"0,0 0-1 0,0 0 1 15,0 0 4-15,0 0 1 16,0 0 6-16,0 0-11 16,0 0-11-16,0 0-13 15,0 0-4-15,0 0 10 0,0 0 1 16,-2 4-1-16,8-2 1 15,-1 0 0-15,4-2 2 16,-2 1 4-16,2-1 0 16,1 0-1-16,0 0-4 15,-2 0 1-15,3 0 0 0,-1 1 0 16,-3 0 2-16,1 1-2 16,-3 1-7-16,2 0-20 15,-3 2-11-15,-4 0 7 16</inkml:trace>
  <inkml:trace contextRef="#ctx0" brushRef="#br0" timeOffset="166355.1">11175 12893 154 0,'0'0'8'0,"0"0"6"15,0 0-19-15,0 0 14 16,0 0-6-16,0 0 0 15,0 0-1-15,0 0 1 16,52-2-2-16,-35-2-53 16,2-3-72-16</inkml:trace>
  <inkml:trace contextRef="#ctx0" brushRef="#br0" timeOffset="167523.53">11944 12633 22 0,'0'0'16'0,"0"0"27"0,0 0-21 0,0 0 2 15,0 0-1-15,0 0-8 16,0 0-8-16,0 0-8 15,0 0 0-15,0 0 4 16,0 0 1-16,-4 1-1 16,4-1 7-16,0-1-7 15,0-4 0-15,0 0 1 0,2-1-2 16,0 0 0-16,-1 0-1 16,1 1 0-16,2-5 1 15,-2 3-1-15,0 1-1 16,0-1 1-16,-1-1 0 15,1 2-1-15,0 0 1 0,-1-1-1 16,-1 0 1-16,0 1-1 16,0 3 1-16,0-1 0 15,0 3 2-15,0-2 0 16,0 3-3-16,0 0-2 16,0 0 0-16,0 0-2 0,0 0-4 15,0 0 5-15,0 6 4 16,0 2-2-16,0 1 0 15,0 2-1-15,4 1-1 16,-2 0 0-16,0 1 1 16,-1 2-2-16,1 0 2 0,0-1-3 15,0 3 2-15,0-1 2 16,0-1 0-16,0 0 2 16,-2-1-1-16,1-3 0 15,0-1 0-15,0 1 0 16,0-2 1-16,0-2 0 0,1 0 0 15,-2-1 2-15,3 0 0 16,-3-1-1-16,0 2-2 16,0-3-9-16,0 2-2 15,-7-1-7-15,2-1 7 16,-3 1 10-16,1-2 2 16,-2 2-1-16,2-1 0 15,0-1 1-15,1-2 0 0,2 2 3 16,1-3 1-16,3 2 3 15,0-2 2-15,0 0-6 16,1 0-1-16,9 0 1 16,3-3 3-16,4-2-4 15,5-2-1-15,-2 1-1 0,4 1-1 16,-4-1-49-16,0-1-74 16</inkml:trace>
  <inkml:trace contextRef="#ctx0" brushRef="#br0" timeOffset="168575.42">12107 13038 139 0,'0'0'46'0,"0"0"-32"0,0 0-8 0,0 0-3 16,0 0-7-16,0 0 5 16,-2 0-4-16,0 0 2 15,-2 0 0-15,2 2 0 0,-1 1 1 16,-1 0-1-16,-1 1 1 16,0 0 0-16,1 2 0 15,-2 2-2-15,1 0 2 16,-1 0 0-16,1 2-3 15,-2-1 3-15,1 0-1 0,1 0 0 16,1 0 0-16,0-2 0 16,1 1-1-16,1-2 1 15,-1 1-1-15,1 0 1 16,1 0 0-16,0-1-3 16,1 1 3-16,0 0-3 0,0-1-1 15,0 0 2-15,0-1 1 16,0 0 1-16,0 0 1 15,4-2 0-15,-1 1 0 16,1 0-1-16,0 0 3 16,1 0-2-16,0-1-1 0,-1-1 0 15,2 0 1-15,-2-1 2 16,0 1 0-16,4 0-1 16,-4-2-1-16,3 0 6 15,1 0-2-15,0 0 0 16,1-2 1-16,-3-3-2 0,2 1-2 15,-2-3 0-15,1 1 1 16,-3-1 4-16,-1-1 5 16,1-1 4-16,0 1 1 15,1-2-4-15,-4 0-2 16,1 0-3-16,-2 0-4 0,0 0 2 16,0 0-3-16,0 1-1 15,-3 0 1-15,-4 1-2 16,0 3-8-16,-5-2-39 15,-5 1-63-15</inkml:trace>
  <inkml:trace contextRef="#ctx0" brushRef="#br0" timeOffset="171855.59">11415 12726 37 0,'0'0'7'0,"0"0"6"0,0 0-3 0,0 0 1 16,0 0-1-16,0 0 1 16,0 0-1-16,0 0 10 15,0 0 4-15,0 0 8 16,0 0-3-16,0 0-15 15,-18 6-13-15,18-6-6 0,4 0 10 16,3 0-3-16,0 0-2 16,2 2 1-16,1-2-1 15,4 0 0-15,-1 0 0 16,3 0 0-16,-2 0 0 16,0 0 0-16,1-2 2 0,-1 2-1 15,0-3 1-15,-1-1-2 16,0 1 0-16,-1 3 0 15,0-3-5-15,-3 2-28 16,0 0-12-16,-2 1 1 16,-3-2-9-16</inkml:trace>
  <inkml:trace contextRef="#ctx0" brushRef="#br0" timeOffset="172176.81">11450 12772 83 0,'0'0'16'0,"0"0"13"16,0 0 3-16,0 0-14 0,0 0-5 15,0 0-9-15,0 0-6 16,0 0 4-16,0 0-2 15,23-3 0-15,-12 2 0 16,2-1-2-16,3 1 1 0,-1-2 1 16,-1 0 1-1,-1 0 4-15,3 1-4 0,-3-2 1 16,-1 0 1-16,-3-1-2 16,1 2 0-16,0 0-5 15,-6 0-53-15,-1-1-9 16</inkml:trace>
  <inkml:trace contextRef="#ctx0" brushRef="#br0" timeOffset="172489.38">11446 12734 51 0,'0'0'6'0,"0"0"12"0,0 0-8 15,0 0-6-15,0 0-4 16,0 0 3-16,0 0 6 16,0 0 2-16,38 12 1 15,-20-12 1-15,0-4 7 16,2 0-6-16,1 0-8 0,-2-2-4 15,-1 3-1-15,1 0 1 16,2 0 0-16,-2 1-3 16,0-1-23-16,-1-3-25 15</inkml:trace>
  <inkml:trace contextRef="#ctx0" brushRef="#br0" timeOffset="173036.01">11948 12288 8 0,'0'0'13'0,"0"0"-10"0,0 0 9 0,0 0 3 16,0 0-3-16,0 0-3 15,0 0-6-15,-39 0-1 0,34 0-2 16,3 0 0-16,-3 0-1 16,-1 1-15-16</inkml:trace>
  <inkml:trace contextRef="#ctx0" brushRef="#br0" timeOffset="175708.24">11823 12583 52 0,'-1'3'4'0,"1"0"-10"0,0-2 8 16,0 3 0-16,1-1 1 15,4 0 0-15,-3-2 3 16,0 2 1-16,0-1-4 0,-2-1 2 16,0 2 1-16,0-1 1 15,0 0-4-15,0 0-1 16,0-1 1-16,0 2 2 15,-6-2 1-15,0-1-2 16,1 0-1-16,-3 0-2 0,2 0 1 16,0 0 1-16,2 0 5 15,1-4 3-15,3-1-4 16,-2 0 0-16,2-2-4 16,0-1 0-16,0 0-3 15,2 1-3-15,3-4 3 0,1 4-2 16,1-4 3-16,0 3-2 15,-1 0 1-15,1 1-1 16,-3 1 3-16,1 3-2 16,2-1 0-16,-5 2 0 15,1 1-1-15,3 1-1 16,-2 0-4-16,-1 0 2 0,4 0 2 16,0 1 0-16,3 3 0 15,-3 0 2-15,5 0-1 16,-2-1-1-16,-1 1 2 15,0 0-1-15,0 2 1 16,-4-2 0-16,3 4 0 0,-4 0 0 16,4-1 0-16,-3 3 0 15,-1-1-2-15,2 2 1 16,-3 0-2-16,-1 2 5 16,0 0-2-16,-2 1 2 15,0 0 0-15,0 2 0 16,0-2 0-16,-5 3 2 15,-3-3 1-15,3 2-1 0,-3-2 1 16,0-1 0-16,0-1 0 16,3-3-2-16,-4 1 0 15,2-3 0-15,-2-1 1 16,0 0-1-16,1-1 0 0,-2-2 0 16,0 3 0-16,3-3 0 15,-4 1-2-15,4 0 0 16,0-2 0-16,-1 0-1 15,2 0 1-15,2-1 0 0,2-1-1 16,-3 0 2-16,3 0 1 16,0 0-2-16,0 0 1 15,0 0 0-15,-2-1-1 16,2-2 0-16,-1 0 0 16,2 0 0-16,1-1 0 15,0 1 2-15,0 0-3 0,0-2 0 16,0 0 2-16,0 0-1 15,0 1 2-15,4-1-2 16,2-1 0-16,-2 2-1 16,0 0 0-16,1-2 2 15,-1 2-2-15,0 2 0 0,2-2 0 16,-2 2 0-16,-1-1 0 16,3 1 0-16,0 1 0 15,2-2 0-15,-1 2-2 16,1-1 2-16,0 2 0 15,4 0-1-15,-5 0 1 16,1 0-1-16,1 0 0 0,-3 0-1 16,2 0 0-16,-4 2-1 15,3-1 2-15,-3 4 0 16,2 0 1-16,2-1 0 16,-3 0-1-16,3 1 1 0,-3 2 1 15,4-2-2-15,-2 1 1 16,1-2 0-16,-1 1-2 15,1-1 1-15,0 2 1 16,0-2 0-16,2-1-1 16,-1 1 1-16,-1 0 1 0,3-1-1 15,-1-1 0-15,-1-1 1 16,1 0-1-16,2-1 0 16,-1 0 0-16,-2 0 1 15,3 0 0-15,-2 0 1 16,2-4 2-16,-3-1 1 0,-2 0 0 15,1-2-1-15,-3 1 0 16,2-1 1-16,-3 0 8 16,-2 0 6-16,-1-1-5 15,0-1-3-15,-1 2-4 16,0 1 0-16,0 1-5 0,0 2-1 16,0 0-1-16,0 1-2 15,0 2-2-15,0 0 8 16,-1 0-19-16,0 1-42 15,-1 3 5-15,-2-3-28 16</inkml:trace>
  <inkml:trace contextRef="#ctx0" brushRef="#br0" timeOffset="177879.16">11917 12285 39 0,'-4'-3'1'0,"-3"0"0"0,1 1 0 0,-1 1 1 15,0 1 2-15,-1-1 4 16,-1 1-1-16,-1 0 5 16,-1 0-2-16,-2 0 0 15,0 0-3-15,-1 0-3 16,-1 0-2-16,1 0-1 15,-2 0 0-15,1 0-1 0,-3 2 1 16,-1 3-1-16,2-2 0 16,-1 2 1-16,-2-1-2 15,0 3 2-15,-1-1-2 16,2 2 3-16,-4 0 1 16,1-1 2-16,2 3-2 15,0 0-1-15,-1 2 0 0,2-1-2 16,1 0 1-16,0 2-1 15,4 0 0-15,-2-2 0 16,3 3-1-16,0-1 1 16,-1 1 0-16,2 0-1 0,-1 1 1 15,3-1 1-15,1 0-2 16,-3 0 2-16,2-1-2 16,3 1 1-16,-3-2 0 15,2-1 0-15,3 2-1 16,-1-2 2-16,1-1-1 15,3 2 1-15,-3-1-1 0,3 0 1 16,2 2-1-16,-2-2 0 16,2-1 0-16,0 2-1 15,0-1 1-15,0 0 0 16,0-1 1-16,0 3-1 0,2-2 1 16,3 2 1-16,-1-1-2 15,0 1 1-15,1-1-1 16,0 1 1-16,1 0-1 15,-2-2 1-15,1 2-1 16,2-2 0-16,-1-2 0 16,3 0-2-16,1 0 3 0,-2-2 5 15,3 0 6-15,1-1-3 16,1 0-4-16,1-1 1 16,-1 1-3-16,0-2 0 15,1-1-1-15,1 1 1 0,-3-2-2 16,-1-1 1-16,1 2-1 15,2-2 1-15,-1 1 0 16,1-2 2-16,0 3-1 16,1 0-2-16,1-2 1 15,0 1-2-15,-3-1 1 0,1 2 0 16,-3-2-1 0,1-1 1-16,1 3-1 0,0-3 1 15,0 2-1-15,1 0 0 16,0 1 0-16,0 0 0 15,1-2 0-15,0 2 0 16,1 0 1-16,-3-1-1 16,0-1 0-16,3 1 0 0,-3-1 2 15,3-1 4-15,-1 0 1 16,2 0-3-16,-1 0-2 16,3 0-1-16,-1 0 0 0,-3 0 1 15,2 0-2 1,0 0 0-16,-1 0 0 0,-1 0 1 15,1 0-1-15,-1 0 0 16,0 0 2-16,0 0-2 16,2 0 0-16,1-3 0 15,-2 2 1-15,-1-1-1 16,0-1 0-16,0 0 1 16,1-1 0-16,1 1 0 0,-1-1 0 15,-1 0 0-15,2-2 0 16,-1 1 0-16,3 0 0 15,-3-2 0-15,-3 1 0 16,0-2 1-16,-1 1-2 0,1 0 1 16,-1-2 3-16,-1 2-1 15,1-1 1-15,0-1 1 16,-1-1-5-16,-2 0 2 16,3 0-1-16,-2 0 1 15,-1-1-1-15,-2-1 0 0,0 1 2 16,-3 1-1-16,-1-1 3 15,0 1 2-15,0 0-1 16,-3 1 2-16,2-1-2 16,-2 1-3-16,0 0-2 15,0-1 0-15,0 0 1 0,0 2-2 16,0-4 1-16,0 1-1 16,0-1 1-16,0 1-1 15,0-2 0-15,0 3 1 16,0-2-1-16,0 0 0 15,-2 1 0-15,-2-2 0 0,1 3 1 16,1 0-1-16,0-2 1 16,-2 2-2-16,1-2 1 15,0 1 0-15,-1 0 1 16,-1-2-2-16,1 1 1 16,0 0-2-16,-3 0 0 15,3 1 2-15,-3 2-4 0,1 1 5 16,1-2 2-16,-2 3-3 15,3-3 1-15,-5 1-1 16,4 1 0-16,-2-1 1 16,1 1-1-16,-1-1-4 0,0 2 2 15,-2-1 0-15,1 1 4 16,0 1-2-16,0 0 1 16,1 2 0-16,-3-1-1 15,3 1 2-15,-2 0-2 16,2 1-2-16,-1 0 4 15,1-3-1-15,-1 2-1 0,2 0 0 16,0 0-1-16,-1 0 1 16,0-1 1-16,2 1-1 15,-3 1 0-15,3-1-1 16,-3 1 1-16,2-1 0 0,0 3 0 16,1 0 0-16,-2-1 0 15,1 0-2-15,-3 2 2 16,4-1 0-16,-1 0 0 15,0 0 0-15,1-1 0 16,-1 2 2-16,2-2-2 0,0 1 0 16,2-1-2-16,-2 2 4 15,1-1-2-15,-1-1 0 16,0 1 0-16,-1 1 0 16,0-3 0-16,-3 3 0 15,1 0 0-15,-1-2 0 16,-4 1-2-16,3 1 1 0,-5 0 1 15,1 0 0-15,-5 0 1 16,0 3-1-16,-6 4 0 16,-3 5-3-16,-5 4-12 15,-7 3-25-15,-9 1-69 16</inkml:trace>
  <inkml:trace contextRef="#ctx0" brushRef="#br0" timeOffset="188072.31">7598 11880 69 0,'0'0'12'0,"0"0"7"0,0 0-4 16,-5 0-4-16,-5-4-7 15,-1 1 0-15,-1-1-3 0,-4 1 0 16,1 1 1-16,-2-2 0 16,-3 4-1-16,-2 0-1 15,-3 0 0-15,-2 1 0 16,-4 7 0-16,0-1-1 16,-5 8 1-16,5-2 1 0,-2 3-3 15,1 2 3-15,3 1-2 16,2 3 1-16,-2 1 0 15,4 1 0-15,-1 3 1 16,0 0-1-16,3 0 0 16,0 3 0-16,1 0 0 15,2 1-1-15,2 5 1 0,1-1-2 16,7 2 2-16,1 1 0 16,5 2-1-16,4 1 2 15,0-1 0-15,9 0 0 0,9-3-5 16,3-3-16-1,6-7-39-15</inkml:trace>
  <inkml:trace contextRef="#ctx0" brushRef="#br0" timeOffset="191372.4">11915 12996 47 0,'-7'2'9'0,"3"-2"7"0,0 2 1 0,-3-2 3 16,4 0-5-16,1 0-1 15,0 0 1-15,2 0-3 16,0 0-3-16,0 1-11 16,0 1-4-16,5-1 15 15,8 0-7-15,-2-1 0 16,2 0 1-16,3 0 1 0,-1 0 0 16,3-4-1-16,3-1 2 15,-4 0-2-15,4-1-2 16,-1 3-1-16,2-3 1 15,-3 2-1-15,1 1-1 16,-1 1-8-16,-1 0-13 16,-4 2 0-16,-2 0-14 0,-4 0-15 15</inkml:trace>
  <inkml:trace contextRef="#ctx0" brushRef="#br0" timeOffset="191638.36">12007 13073 10 0,'0'0'3'15,"0"0"10"-15,0 0 9 0,0 0 1 16,0 0-23-16,0 0 15 16,0 0-10-16,0 0 7 15,0 0-2-15,42 0-2 16,-24-4 0-16,0 1 3 15,2-1-2-15,1-1-5 16,1 1-2-16,-3 1-2 0,0 1 2 16,-2 0-2-16,-1 1-2 15,-5-1-7-15,1 2-17 16,-8 0-22-16</inkml:trace>
  <inkml:trace contextRef="#ctx0" brushRef="#br0" timeOffset="191902.53">12192 13097 58 0,'0'0'1'16,"0"0"0"-16,0 0-1 15,0 0 0-15,0 0-2 16,0 0-3-16,0 0 3 16,0 0-10-16</inkml:trace>
  <inkml:trace contextRef="#ctx0" brushRef="#br0" timeOffset="192973.95">6837 15800 6 0,'0'2'1'0</inkml:trace>
  <inkml:trace contextRef="#ctx0" brushRef="#br0" timeOffset="194194.62">13127 12604 67 0,'0'0'36'0,"0"0"2"16,0 0-1-16,0 0-12 16,0 0-10-16,0 0-11 15,0 0-3-15,0 0 0 0,0 0 1 16,0 0-1-16,42 0-1 16,-23 1 1-16,5-1-1 15,3 0 3-15,4 0-5 16,4 0 4-16,3 0-1 15,3-2 2-15,-1-4-1 0,-2-1 0 16,0 0 1-16,0 0 0 16,-4-1 2-16,1 0-1 15,-3 1-2-15,-3 1-1 16,-1 1-1-16,-3 2 1 16,-3-1-1-16,-3 2 0 0,-2 1 0 15,-3 1 0-15,-2 0-2 16,-1 0-28-16,-3 0-52 15</inkml:trace>
  <inkml:trace contextRef="#ctx0" brushRef="#br0" timeOffset="194987.96">14239 12340 116 0,'0'0'1'0,"0"0"2"0,0 0-3 0,0 0 1 0,0 0-2 16,0 0 2-16,0 0 0 15,0 0 1-15,0 0 8 16,0 0-2-16,-26-10-6 16,19 10-1-16,0 3-1 15,-1 3 0-15,-1 1-1 16,-1-1 2-16,-1-1-1 0,1 4-3 15,-2-3 5-15,3 1-1 16,-2 0 1-16,0 1 0 16,2-1 0-16,0 3-2 15,1-3 1-15,2 3-1 16,2-1 1-16,-2-2 0 16,4 4-1-16,1-1 0 0,-1 0 1 15,0 0-1-15,2 3 0 16,0-2 2-16,0-1-2 15,0 0 1-15,0 0 0 16,0-1 0-16,0 0-1 0,2-1 0 16,3-1 1-16,1 0 1 15,1-2 0-15,4 1-2 16,-2-3 3-16,0 0 1 16,2-2 0-16,0 2 0 15,2-3 1-15,-1 0-3 0,1 0 2 16,-1 0 1-1,1 0-3-15,-2-3 0 0,1-1-1 16,0 0 0-16,-1-2 1 16,1 0-1-16,-3-1 2 15,1-1 3-15,0 2 6 0,-3-3 0 16,-1 1-3-16,-1-2 1 16,0 0 2-16,-3 0 1 15,0-5 0-15,-2 0-2 16,0-2 20-16,0-4-29 15,-2 2-2-15,-5-2-1 0,0-1-1 16,-1 0-8-16,-6-2-31 16,-4-2-40-16</inkml:trace>
  <inkml:trace contextRef="#ctx0" brushRef="#br0" timeOffset="198409.11">6216 12049 58 0,'-9'0'15'0,"-1"0"8"0,2 0-12 0,-1 0-1 0,1 0-3 16,-2 0 1-16,1 0 0 15,3 0 3-15,-4 0 1 16,2-1-2-16,1 1-5 16,-2 0-1-16,0 0-1 0,0 0-1 15,-1 0-1-15,0 0 0 16,1 0-1-16,-4 5-1 16,1 1 1-16,1-1 0 15,-1 3-1-15,0 0 1 16,-1 1-1-16,-5-1 0 0,2 2 2 15,-4 0-1-15,0 1 0 16,2-2 0-16,-4 1 2 16,3 1-1-16,2-2 0 15,-2 1 1-15,4-2 2 16,-1 1-2-16,1 2-2 16,-1-1-2-16,3 0 4 0,-3 0-2 15,3 1 2-15,-3-1 4 16,5 3-2-16,-2 0-3 15,-1 1 0-15,3 0 0 16,-3 3-1-16,1-1 1 16,-1 1-1-16,3 0 0 0,-2-1 1 15,0 1 0-15,4 0-2 16,0-3 1-16,-3 6 0 16,-1-3-1-16,5-1 2 15,-2 2-2-15,-1-1 1 16,2 0 0-16,2-1 0 15,0 2 0-15,3 2 1 0,-2-3-1 16,4 3 0-16,-2 0 1 16,3 1-1-16,1-1 1 15,0 3 0-15,0-2-1 16,0 2 1-16,5-3 1 0,1 2-2 16,0 0 0-16,3-1 0 15,1-1 0-15,-1 0 0 16,2-2 1-16,2-1-2 15,0-1 1-15,1 0-4 16,-1-2 6-16,1 0 1 0,-1-1-2 16,2-2 0-16,1 2-1 15,3 0 0-15,-4-1 0 16,5-1 1-16,-2 0 0 16,4 0 1-16,-1-1-2 15,0 0 1-15,2 0 1 16,2 0-2-16,-4 0 0 0,2 0 1 15,-2 0-1-15,3 0 2 16,-3 0-2-16,-2-2 0 16,2 1 0-16,-2-1 0 15,-2-1-2-15,0 0 1 16,1 0 2-16,-2 1-1 0,1-3 2 16,2 1-2-16,-2 1 1 15,1-3-1-15,1 1 1 16,0-2-1-16,0-1 1 15,0 0 0-15,1-1-1 0,-1-1 1 16,0 0 0 0,0 0-1-16,1 0 2 0,-1 0-3 15,0 0 1-15,0-4 1 16,-1 0-1-16,1-1 0 16,0 0 0-16,-1-2-1 15,3 1-2-15,-4-3-1 0,2-1-2 16,0 2 3-16,-1-2 2 15,-1 1 1-15,2-1 1 16,-1-1 0-16,-3 0-1 16,1-1 0-16,-1 1 1 15,2-4-1-15,0 3 0 0,-1-2 0 16,-3-1 0-16,1 1 0 16,-1-1 1-16,-2 0-1 15,0-1 0-15,-1 0 1 16,0 0-1-16,0-1 2 15,-1 0-2-15,-1 0 3 0,0 0-3 16,0 2 1-16,-4-3-1 16,1 0 0-16,-1 0 1 15,-1-2-1-15,1-2 0 16,1 0 0-16,-1-1 1 16,-3 0-1-16,1 3 0 0,0-2 0 15,0 3 0-15,-2-1 1 16,2 1 1-16,-2-1-1 15,0 1-1-15,0-1 1 16,0 3-1-16,0-1 1 16,-4-1-1-16,-1 0 1 15,1-2-2-15,-4 1 2 0,2-1 0 16,-1 0 1-16,1-2 0 16,-1 3 1-16,0 0-1 15,-1 2 1-15,3-2 2 16,-4 0-2-16,0 3 0 0,0-1-1 15,-1-1 3-15,-2 2-1 16,0 2-1-16,-1-1 0 16,0 2 1-16,-3-2 0 15,-1 3-3-15,0-1 2 16,-2 0-3-16,0 0 1 0,0-1-1 16,-4 3-1-16,3-4 1 15,-3 5 4-15,0-1-6 16,0 2 1-16,0-1 2 15,-2 3 1-15,4 0-1 16,-2 3-1-16,-1-2 1 16,1 3-2-16,-1-1 2 0,-1 2 1 15,0-1-2-15,0 1 0 16,1 1 0-16,0 1-1 16,-1 1-2-16,0 0 5 15,-2 0-3-15,3 0 2 16,-2 3-3-16,-1 4 2 0,0 1-2 15,-2 1 2-15,-2 3-1 16,1 2 1-16,-1 0-1 16,0 3 1-16,-2 0 0 15,3 3-2-15,1-2 1 0,0 1 0 16,0 2 2-16,2-1-2 16,2 2 1-16,-2 0 0 15,2 0 0-15,2 0 0 16,-2 2-3-16,4 0 4 15,4 2-1-15,-1-2 0 16,3 2 1-16,1-1-1 0,1 1 1 16,4 1-1-16,-1-3 0 15,4 1 0-15,-2 0 0 16,3 0 1-16,-2 1-2 16,4 0 2-16,-1 2-2 15,0-1 2-15,2 3-1 0,0-2 0 16,2 0-1-16,0-2 1 15,0 2 0-15,6-2 1 16,0 0-2-16,4-2 2 16,-1-2-1-16,1 1-1 15,2-1 2-15,1-1-2 0,0 1 1 16,3-3 1-16,1 4-1 16,2-2 0-16,1 0 0 15,0 2 1-15,1-3-2 16,1 1 2-16,-1 0 1 15,2 0-2-15,0-3 0 16,-1 0 0-16,3-4-2 0,-1-1 2 16,1-3 2-16,2-1-2 15,2-2 1-15,0-2 0 16,2 0 2-16,0-1-3 16,1 0 1-16,1-1-1 0,-3 0 0 15,3-2 0-15,-2-1 0 16,1 0 0-16,3 0 0 15,0 0-1-15,4 0 1 16,-1-4 1-16,-3 0-1 16,3-3 1-16,-2-2-1 0,-2-2-1 15,0 1 2-15,-1-4-2 16,1-2 2-16,-3-2-1 16,0-1 0-16,0-2 0 15,-1 1 0-15,-1-1 1 16,-4-1-1-16,-2 1 0 15,-4 0 0-15,-1 1 1 0,-3-3-1 16,-4 3 0-16,-2-1 1 16,0 1-1-16,-2-2 1 15,-1 0-1-15,2 1 0 16,-4-3 0-16,-2 1 1 16,0-3-1-16,-1 2 0 0,-1-3 0 15,0 0 1-15,0 0-1 16,-3-1 0-16,-5 1 1 15,0 0-2-15,0 1 2 16,-1 1-1-16,-1-1 0 16,-1 0 0-16,-1 1 0 0,-1-1 0 15,1 1 0-15,0 1 0 16,-3-2 0-16,-1 4 0 16,0 0-1-16,-2 1 1 15,-3-1-1-15,2 1 0 16,-3 3 2-16,2-2-1 15,-3 2 1-15,1 2-3 0,0 0 0 16,-3 2 1-16,0 5 2 16,1 0-3-16,-3 0 0 15,2 5 4-15,-1 1-4 16,-1 3 1-16,2 0-12 0,0 0-27 16,3-3-55-16</inkml:trace>
  <inkml:trace contextRef="#ctx0" brushRef="#br0" timeOffset="199079.22">6245 11884 2 0,'0'2'10'0,"0"-1"-5"0,2 3-2 0,0-1-1 16,-2 4 2-16,0-2-2 15,1 0 1-15,3-1-1 0,-2-2-1 16,0 2-2-16,2-4 4 15,2 0 2-15,2 0 4 16,1 0-1-16,-1 0-3 16,5-7-2-16,0 1-3 15,3-5 1-15,-1 1 1 0,1-3-2 16,-1-1 1-16,3 0 0 16,-3-2 1-16,2 1 4 15,3-2 4-15,-3-3-2 16,4 1-1-16,-2-4 1 15,2 2-3-15,1 0 2 0,-1-2 1 16,0 3 5-16,0 1 1 16,-1 1 4-16,0 0 0 15,0 1-7-15,-3 3-1 16,2 0-2-16,-3 2-1 16,-3 5-2-16,-5 0-1 0,2 3-2 15,-1 2-2-15,-3 2 1 16,1 0-2-16,-3 0-1 15,-4 0-58-15</inkml:trace>
  <inkml:trace contextRef="#ctx0" brushRef="#br0" timeOffset="200216.56">6187 12069 96 0,'0'0'5'0,"0"0"2"0,0 0-3 0,0 0-2 16,0 0-2-16,0 0 0 16,-38 8 0-16,28-5 1 15,0 0-1-15,1 3 0 0,0-3 0 16,-2-1 0-16,4 0-2 16,0-2-3-16,1 0-1 15,1 0 4-15,0 0 1 16,3 0 1-16,-2-3 0 15,2 0 0-15,0 2 1 0,1 1 3 16,1 0-2-16,0 0-4 16,0 0 2-16,0 1 0 15,5 5-1-15,2-4-1 16,4 2 2-16,-2-2-1 16,4-1 0-16,3-1-1 0,3 0 4 15,2 0 0-15,3-6 1 16,6-3 2-16,6 1-1 15,6-4-3-15,7-2-1 16,3-7-5-16</inkml:trace>
  <inkml:trace contextRef="#ctx0" brushRef="#br0" timeOffset="202800.04">11810 13401 4 0,'0'0'30'0,"0"0"-14"0,0 0-8 0,0 0 0 16,0 0 1-16,0 0 1 15,0 0 5-15,0 0-1 16,0 0 2-16,0 0-4 15,0 0-6-15,0 0-7 0,0 0 4 16,-28 17 0-16,25-17 3 16,-4 0 0-16,3 0-3 15,1 0 0-15,1 0-2 16,0 0 0-16,2 0-1 16,0 0-2-16,0-3-3 15,0 0 5-15,5-1 0 0,1 0 2 16,2 0 0-16,0-1 0 15,-1 0 4-15,3-1 4 16,0 2 0-16,-3 1-5 16,3-3 1-16,0 3-3 15,-1 1 1-15,-1 0-1 0,2 2-1 16,-2 0-2-16,1 0 0 16,-4 0 0-16,4 5-3 15,-2 3 2-15,-1-1 0 16,-1 4 1-16,1 1 0 15,-2-1 0-15,0 1 0 16,0 0 0-16,-2 1 1 0,-2 0-1 16,0-1-1-16,0 3 1 15,0-1-1-15,0 0 3 16,-5 2-2-16,-2-2 2 16,-1-1 0-16,-1 0-6 0,0-1 8 15,-3-2-1-15,0 0-1 16,0-3 0-16,3 0 1 15,0-2 0-15,-2-1-1 16,6-1 0-16,-2-2-1 16,3 1 0-16,-2-2 0 0,1 0 0 15,0 0 0 1,3 0 3-16,-4 0-3 0,3 0 0 16,1 0 0-16,-2-3-1 15,1 2 0-15,0-1 0 16,0-2 0-16,0 4 0 15,1-2 1-15,0 0-1 0,1 1-1 16,0-1-1-16,1 0-2 16,0 2 7-16,0 0-8 15,0-1 6-15,0 0-1 16,0 0-1-16,4 1 2 16,-2 0-1-16,1-2 1 15,0 2-1-15,1-2 0 0,2 1-1 16,-2-1 1-16,3 2 0 15,-3 0 1-15,1-1-1 16,0 0 0-16,-1 0 0 16,-1 1 0-16,1-1 1 0,2 0-2 15,-2-1 1-15,4 1 1 16,-3 1-1-16,1 0-1 16,-2-1 2-16,0 1-1 15,-1 0 0-15,0 0-1 0,-1 0 1 16,-2 0 0-16,0 0 0 15,0 0 1-15,0 0-1 16,0 0 0-16,0 0-1 16,2 0 1-16,-2 0 0 15,2 0 0-15,1 0 0 16,-1 0 0-16,2 1 0 0,-2 2 0 16,1-2 0-16,1 1 0 15,3 0 0-15,-3 1 1 16,3-1-1-16,-1 0-1 15,-1 0 1-15,1-1 1 16,0 2-1-16,2-1 0 0,-3 0 0 16,1 0 0-16,0 0 2 15,2 0-2-15,-2 1 0 16,3-2 1-16,-2 1-1 16,4-1 2-16,-2 2-2 15,-1 0 1-15,2-2-1 0,-1 1 0 16,-3-1 1-16,1 1-1 15,0 0 0-15,0-2 0 16,-2 0 1-16,0 2 0 16,0-2 0-16,-1 0 0 15,-1 0 0-15,0 0-1 0,1 0 0 16,-4 1 0-16,2-1 0 16,0 3-4-16,-2-2-24 15,0 1-56-15</inkml:trace>
  <inkml:trace contextRef="#ctx0" brushRef="#br0" timeOffset="204097.99">12112 13272 40 0,'-2'1'6'0,"1"-1"-5"0,1 0-1 16,0 0-6-16,0 0-8 16</inkml:trace>
  <inkml:trace contextRef="#ctx0" brushRef="#br0" timeOffset="204354.07">12112 13272 13 0,'0'0'23'0,"0"0"-10"16,0 0-8-16,0 0 2 15,-14 1 1-15,13-4 1 16,0 2 4-16,-1-2 3 0,0 3-2 15,0-1 1-15,-1-2-1 16,2 2-10-16,-3-1 1 16,2 2-5-16,0 0 0 15,-2 0 1-15,1 0-2 16,0 0 2-16,2 0-2 0,-3 0 2 16,4 0-2-16,-3 0-1 15,3 0-11-15,0 0-5 16,0 0 5-16,0 2 1 15,0-1 2-15,0 2 3 16,0-2-3-16,0-1-5 0,0 0-36 16</inkml:trace>
  <inkml:trace contextRef="#ctx0" brushRef="#br0" timeOffset="205413.48">12057 13270 66 0,'0'0'41'0,"0"0"-39"16,0 0-1-16,0 0 0 15,0 0-2-15,0 0-1 0,0 0 3 16,0 0-1-16,0 0 0 16,-29 2 1-16,26-4 1 15,-2 1 3-15,0-2 6 16,1 3-1-16,-3-1 1 15,1-2-5-15,-5 0 1 0,0 2 2 16,0-2-1-16,-5 1-1 16,-1-1-3-16,-2-1 1 15,-6 1-1-15,0 1 2 16,-1 0-2-16,0 1-2 16,-1 0-1-16,2 1-1 15,0 0 0-15,0 0 0 0,2 0 0 16,2 4 0-16,-1 3 0 15,2-1 1-15,2 2-2 16,-1 2 1-16,4 0 0 16,-1 1-1-16,1 1-1 0,1 2 2 15,1 1 0-15,2 1-1 16,0 2 1-16,2-2 0 16,2 3 1-16,-1 0-1 15,4 0 0-15,-2 1 0 16,2-2 0-16,3 3 0 0,1-2 0 15,0 1-1-15,0 0-2 16,5 0 4-16,1 1-2 16,6-3 2-16,-3 2-1 15,1 0 0-15,3-1 0 16,0 0-1-16,1-1 1 16,-1 0-1-16,3 1 2 0,-2-1-1 15,3 0-2-15,0 0 0 16,0-1 1-16,4-2 2 15,0 1-1-15,3-1 0 16,-2-3 1-16,2 3 0 0,1-3 1 16,2-4-1-16,0 2-1 15,0-5 3-15,0-1-1 16,2-2 1-16,-3-2 0 16,1 0-1-16,0 0 0 15,-2 0-1-15,2-2 0 16,-4-3-1-16,3-2 1 15,0-1 0-15,-1-3 1 0,2-1 2 16,-2-3-3-16,0 0 1 16,-1-1-1-16,0-3 0 15,-3 0 0-15,-2 1-1 16,-3-3 1-16,-5 1-1 0,-2-1 1 16,-4-1 0-16,-2 2 1 15,-1-1-2-15,-2 0 1 16,0-1 0-16,0 1 0 15,0-2 1-15,0-1-2 16,0 3 1-16,0 0-1 0,-3 1 0 16,1 1 0-16,-4 4 0 15,0-1 0-15,-1 0-1 16,-1 2 1-16,0 1 1 16,-2-1-1-16,-1 1 0 15,0-1 2-15,-3 3 1 16,2-2 0-16,-3 2-1 0,2 1 4 15,-3 0-6-15,1 1 3 16,-4 2-4-16,1 3 3 16,-1 1-2-16,-1 3 0 15,2 0-2-15,0 0 1 16,1 3-6-16,1 4-10 0,3 2-21 16,1 0-15-16,3-2-13 15</inkml:trace>
  <inkml:trace contextRef="#ctx0" brushRef="#br0" timeOffset="211270.62">12036 12775 31 0,'0'2'18'0,"0"0"-8"0,-2 1-8 0,0-1-4 15,0 2-1-15,2-2-3 0,-2-1 3 16,2 1 3 0,-1-2 3-16,1 1-1 0,0 1 0 15,0-1-2-15,0 2-4 16,0-3-7-16,0 0-17 16</inkml:trace>
  <inkml:trace contextRef="#ctx0" brushRef="#br0" timeOffset="213967.81">11942 13755 97 0,'0'0'10'0,"0"0"-1"0,0 0-2 0,0 0-1 15,0 0-3-15,0 0-3 0,0 0-3 16,0 0 1-16,0 0-10 15,0 0-14-15,0 1 3 16,0 1-20-16</inkml:trace>
  <inkml:trace contextRef="#ctx0" brushRef="#br0" timeOffset="-213998.64">12020 12847 15 0,'0'0'5'0,"0"0"-6"0,0 0-4 15,0 0-9-15</inkml:trace>
  <inkml:trace contextRef="#ctx0" brushRef="#br0" timeOffset="-211863.38">11569 12730 14 0,'-2'-2'21'0,"-2"-1"2"0,2 0-7 0,-2 2-4 16,0-2 1-16,0 2-4 16,1 1-5-16,-3-2 1 0,1 2 2 15,1-1 6-15,-3-2-2 16,3 1-6-16,-1 1-3 16,1 0 0-16,-1-1-1 15,3 2 0-15,0 0 1 16,0 0 2-16,-1 0 2 0,3 0-5 15,0 0-2-15,0 0-3 16,5 2 2-16,1 2 0 16,4 0 0-16,3-1 1 15,-2-2 2-15,4 1 0 16,1-1-1-16,-2-1 1 16,1 0 1-16,-1 0-2 0,0-4 2 15,-1 0 1-15,-2-2-2 16,-6 3 0-16,1 2 0 15,-4-1-1-15,-2 1 3 16,0-2 7-16,-2 3-5 16,-6-1-1-16,-3 1-1 0,1 0-3 15,-1 0 1-15,-3 0 0 16,1 0-2-16,-1 0 2 16,-1 1-1-16,-1 3 0 15,0-1 0-15,1 3 1 16,0-3-1-16,0 0 1 0,3-1-1 15,1 0 2-15,1-1 0 16,0-1 1-16,3 0-2 16,0 0 0-16,0 0-1 15,2 0 1-15,1 0-1 16,0 0 1-16,0 0-1 16,1 0 0-16,0 0 0 0,-1 0 0 15,1 0 1-15,0 0-2 16,2 0 1-16,-3 0 0 15,2 0 0-15,-1 0 0 16,2 0 1-16,-1 0-1 0,2 0 0 16,0 0-1-16,0 0-6 15,0 0-39-15,0-1-11 16</inkml:trace>
  <inkml:trace contextRef="#ctx0" brushRef="#br0" timeOffset="-210442.67">6203 11952 7 0,'-3'0'12'0,"0"0"-2"0,2 0 9 0,-1 0-1 15,1 0-5-15,1 0-3 0,-2 0-2 16,-2 0-5-16,-2 0-1 16,3 0-1-16,-1 0-1 15,-3 0 1-15,2 0-1 16,1 0 0-16,0 0 2 16,3 2-2-16,-1-2 4 15,0 0 7-15,0 1 0 0,0-1-4 16,2 2-5-1,-4 1 1-15,2 2-3 0,2 1 0 16,0 1 0-16,-2 1 0 16,2 2 0-16,0-2 0 15,0-1 0-15,2-1-3 0,4-1 3 16,2-5-1-16,1 0 1 16,3 0 4-16,1-6 2 15,3-7 3-15,1-4-2 16,6-4-1-16,2-3-1 15,-1-3 0-15,7-1-1 0,3-5-2 16,2-4 1-16,0 0-1 16,3-1 1-16,1-2-3 15,-1 3 2-15,-4 3-2 16,-3 8 0-16,-5 7-2 16,-8 7-5-16,-5 7-23 0,-9 5-18 15,-5 0-59-15</inkml:trace>
  <inkml:trace contextRef="#ctx0" brushRef="#br0" timeOffset="-209884.15">6133 12049 45 0,'0'0'21'0,"0"0"-13"0,0 0-6 0,0 0-2 0,0 0-1 15,0 0 2-15,0 0 1 16,0 0-2-16,0 0 1 16,0 0 1-16,0 0-1 15,0 0-1-15,16 26 1 16,-7-35 5-16,5-4 0 0,3-4 0 16,3-7-1-16,7-2-1 15,1-5 0-15,5-1-1 16,3-2 1-16,1-2-1 15,3-1-1-15,-4 0-1 16,3 2-1-16,-2 1-1 16,-6 2-15-16,-4 7-44 0</inkml:trace>
  <inkml:trace contextRef="#ctx0" brushRef="#br0" timeOffset="-209501.62">6131 12026 67 0,'0'0'5'0,"0"0"7"0,0 0-1 0,0 0 0 15,0 0 3-15,0 0 2 16,0 0-4-16,0 0-3 15,0 0-4-15,0 0 0 16,41-47-5-16,-17 28 5 16,9-4-4-16,4-4-3 0,0-7-59 15</inkml:trace>
  <inkml:trace contextRef="#ctx0" brushRef="#br0" timeOffset="-206734.32">11949 12925 40 0,'-2'0'9'0,"0"0"11"0,1 0-12 0,-1 2-4 16,2-2-4-16,-2 1-3 15,2 1-9-15,0 0-1 16,0-2-16-16</inkml:trace>
  <inkml:trace contextRef="#ctx0" brushRef="#br0" timeOffset="-205217.01">11405 12785 52 0,'-4'0'4'0,"0"0"4"0,1 0 7 0,1 0 0 0,0 0-1 15,-2-2 1-15,2 1-2 16,1-2 1-16,0 1-1 0,0 0-4 16,1 0-5-16,-2 2-3 15,0-1 1-15,-5 1 2 16,3 0 0-16,1 0-2 16,-2 0 1-16,2 0 4 15,1 0-4-15,2 0 0 16,0 0 2-16,0 0-5 0,0 0-1 15,6 0 2-15,2 0 0 16,4 0-3-16,3 0-2 16,1 0 3-16,4 0 0 15,-1 0 3-15,3-1-2 16,0-1 3-16,0 0-2 0,-5 0 0 16,0-1 0-16,1 3-1 15,-9 0 1-15,1-1-1 16,-2 1 0-16,-4 0 0 15,-1 0 0-15,-2 0-1 0,0 0 0 16,-1 0-3 0,0 0 2-16,0 1-3 0,-2 3-2 15,-3-1-7-15,-5 3-3 16,-2-2 2-16,0-1-10 16,-2 0-20-16</inkml:trace>
  <inkml:trace contextRef="#ctx0" brushRef="#br0" timeOffset="-205076.14">11448 12773 77 0,'0'0'20'0,"0"0"13"0,0 0 7 0,0 0-20 0,0 0-15 0,0 0-14 16,0 0 9 0,40-7 4-16,-10 6-2 0,5-3-12 15,2-5-115-15</inkml:trace>
  <inkml:trace contextRef="#ctx0" brushRef="#br0" timeOffset="-204080.41">14544 12312 109 0,'0'0'7'0,"0"0"0"0,0 0-5 0,0 0-2 16,0 0-1-16,0 0 1 16,0 0-1-16,0 0 1 15,0 0 1-15,0 0 1 0,0 0-1 16,0 0 0-16,-5 7 0 15,5-4-1-15,2 2 0 16,0-2 0-16,1 3 0 16,1-3 0-16,1 1 0 15,-2-1 0-15,1-2 1 16,2 2 1-16,-2-3-1 0,4 0 0 16,-2 0 0-16,3 0 1 15,-2 0-1-15,5-7 2 16,0-1 3-16,1-2 6 15,1-3 5-15,2-1-1 16,2-1 5-16,2-2 1 0,0-1-6 16,4-1-5-16,1-1-7 15,0-1-2-15,2 0-1 16,-1 2-1-16,3 1 0 16,-6 2-2-16,1 0-26 15,-5 3-49-15</inkml:trace>
  <inkml:trace contextRef="#ctx0" brushRef="#br0" timeOffset="-203205.17">13224 13611 106 0,'0'0'17'0,"0"0"2"0,0 0-6 0,0 0-6 0,0 0 5 15,0 0 3-15,0 0-2 16,0 0 2-16,0 0 0 16,0 0-6-16,0 0-6 15,0 0-4-15,0 0 1 0,-19 0 1 16,25 0-1-16,5 0 1 16,3 0-1-16,-1 0 0 15,5 0 0-15,3 0 3 16,0 0-2-16,5 0 0 15,1 0-1-15,1-3 0 16,0 1 2-16,0-1 0 0,0 0-1 16,-2-1 2-16,2 1-2 15,0-1-1-15,1-1 0 16,2 1 0-16,-2 1-1 16,-2-1-9-16,0 1-45 0,-3-3-35 15</inkml:trace>
  <inkml:trace contextRef="#ctx0" brushRef="#br0" timeOffset="-202393.14">14162 13427 157 0,'0'0'20'0,"0"0"-7"0,0 0-10 0,0 0-1 0,0 0-1 16,0 0-1-16,0 0 2 16,0 0-2-16,0 0 3 0,0 2 0 15,0-2 2-15,0 0 4 16,0 0 8-16,0-4-10 15,0-3-1-15,0 0-3 16,0-1 2-16,0 0 3 16,0-1-6-16,0 0-1 15,0-2-1-15,0 1 0 0,-2 1 0 16,1-1 0-16,-1 3-1 16,2 1-1-16,-2 2 0 15,0 2-3-15,0-1 0 16,2 2-2-16,0-1 1 0,-1 2-2 15,1 0-8-15,0 0-1 16,0 2 11-16,0 4 4 16,0 3 1-16,-1-1 1 15,-2 6 1-15,3 1 0 16,-1-1 6-16,-1 6 3 16,2 2-2-16,0 0 0 0,0 2-1 15,0-1 0-15,0 2-1 16,0-2-1-16,0-2-2 15,0 1-1-15,2-2 0 16,-2-1-1-16,0-2-1 16,0 2 1-16,0-4 0 0,0 0-1 15,-2 0 0-15,-2-2 2 16,-2-3-4-16,1-2 2 16,-3-1 2-16,0-2-1 15,0-4-1-15,0-1 2 16,2 2-2-16,-3-2-2 0,4 0-1 15,1 0-2-15,-2 0 3 16,4 2 1-16,1-2 0 16,-1 0 1-16,2 0 0 15,0 0-12-15,0 0 2 16,3 1 10-16,5-1 0 0,-1 0 0 16,5 0 1-16,0 0 1 15,3 0 3-15,-1 0 1 16,0 0 0-16,2 0-3 15,2-3-1-15,-1 0-1 0,-1-3 0 16,-3-1-9-16,-2-1-101 16</inkml:trace>
  <inkml:trace contextRef="#ctx0" brushRef="#br0" timeOffset="-201258.37">6087 11944 38 0,'4'0'9'0,"-4"0"-6"0,2 0 1 0,0 0 1 16,-2 0-1-16,0 0 15 0,0 0 0 16,0 0-11-16,0 0-3 15,0 0 0-15,0 0 0 16,2 0-4-16,-2 0-1 16,0 4 0-16,2 0 1 15,0 1-1-15,1 0 0 0,1 1 0 16,0-2 0-16,2-1 0 15,0 0 1-15,1-3 0 16,1 0 1-16,4-10 2 16,-1-3 3-16,3-2 0 15,1-6-2-15,2-1 1 16,4-2 0-16,2-2 3 16,1-3 1-16,5-1-2 15,-1-4 2-15,5 0-3 0,0-1-3 16,-1 3-2-16,1 0-2 15,0 4 1-15,-1 8-2 16,-3 6-2-16,-7 3-16 0,-6 6-48 16,-5 4-57-16</inkml:trace>
  <inkml:trace contextRef="#ctx0" brushRef="#br0" timeOffset="-200904.1">6183 11961 42 0,'0'0'8'0,"0"0"-11"0,0 0 5 0,0 0 6 0,0 0 1 16,0 0 1-16,51-24-1 15,-35 8-2-15,6-4 7 16,-1-3 2-16,5-2-1 16,2-3 2-16,4-3 0 0,1-2-6 15,6-3-7-15,-1-1-2 16,2 3-2-16,0 2 1 15,-2 4-1-15,-4 7-16 16,-10 4-48-16</inkml:trace>
  <inkml:trace contextRef="#ctx0" brushRef="#br0" timeOffset="-200684.16">6337 11899 112 0,'38'-28'2'15,"11"-7"-2"-15,4-7 0 16,5-6-45-16</inkml:trace>
  <inkml:trace contextRef="#ctx0" brushRef="#br0" timeOffset="-176122.55">7240 11938 13 0,'-16'3'6'0,"-2"0"-1"0,-4 4-3 0,6 1-2 15,-8 1-5-15</inkml:trace>
  <inkml:trace contextRef="#ctx0" brushRef="#br0" timeOffset="-175126.49">6319 12066 67 0,'0'0'12'0,"0"0"-1"0,0 0-4 0,0 0-2 16,-40-7-3-16,33 4 1 0,-3 0-2 15,2 2 0-15,-3-2-1 16,-1 2 0-16,-1-1 1 16,0 2-2-16,-3 0 2 15,3 0-2-15,-3 0 1 16,3 0-1-16,-3 5 0 0,3 0 0 16,-3 3-1-16,1-2 1 15,-1 3 1-15,0-2-2 16,-2 3 3-16,-1-2-1 15,0 2-1-15,1 3 2 16,-2-3-1-16,0 2 0 0,1 0 0 16,2-2 0-16,1 1 0 15,1-2 0-15,-1 2 0 16,-1 1 0-16,1 1-1 16,0-1-1-16,-2 4 2 0,1 1 0 15,-1 0 0-15,1 1 1 16,0 2-1-16,1-1 0 15,-1 1 1-15,1-2-2 16,1-1 2-16,1 3-1 16,1-1-1-16,0 2 1 15,0-3-1-15,3 3 1 0,0-2-2 16,0 0 4-16,3 0-2 16,2 0 0-16,3 1 0 15,2 1 0-15,0 2 0 16,0 2 0-16,0 2 1 15,1 3-1-15,3 2 0 0,0-1 0 16,0 1 0-16,3 1 0 16,-3-6 0-16,3 0 0 15,0-1 1-15,2-2-1 16,-3 1 0-16,4 1 0 16,1 1 0-16,-2-2 0 0,5 1 1 15,0-2-1-15,3-1-1 16,2 1 2-16,4-5-4 15,3-2 4-15,4-3 1 16,5-6 0-16,5-4 1 16,8-4-2-16,1-5-1 0,2-19-16 15</inkml:trace>
  <inkml:trace contextRef="#ctx0" brushRef="#br0" timeOffset="-172371.5">4501 13161 27 0,'5'-6'6'0,"-2"1"0"0,1 0 2 0,-2 1-2 0,0 0 0 16,0 1 1-16,1 3 1 0,-3-1-1 15,0 1-5-15,2 0-1 16,-2 0-1-16,2 0 0 15,0 0 0-15,0 0-2 16,1 0 1-16,1 0 2 16,1 0-1-16,0 1 1 0,1-1-1 15,1 2 1-15,1-1-1 16,2-1 1-16,-2 0 0 16,3 0-1-16,1 0 1 15,-1 0-1-15,3 0 0 16,-1 0 0-16,0 0 0 0,3 0 0 15,-1 0 0-15,3 0 1 16,3 0-1-16,-1 0-1 16,4 0 2-16,1-3-1 15,2-1 1-15,-2 1-1 16,-2-1 0-16,2-1 0 16,-2-1 0-16,0 1 0 0,3-2 0 15,-2 1 1-15,3 1-1 16,2 0 1-16,0 1-1 15,1 1 0-15,3 2 0 16,-2 1 0-16,0 0 0 0,3 0 0 16,0 0 0-16,1 0 0 15,0 4 0-15,2 1 0 16,-1 0 0-16,4 1 0 16,-1-1 0-16,2 0 0 15,4-1 0-15,0 0 0 0,0 0 0 16,6-3 0-16,1 1 0 15,3 0 0-15,3-2 0 16,0 2 1-16,1 1-1 16,3-1-1-16,-2 5 2 15,1 1-1-15,2 1 0 16,3 1 0-16,-1 1 0 16,3 1 0-16,1 1 0 0,0 1 0 15,4 1 0-15,0-1 0 16,4-1 0-16,4 1 0 15,-1-1 0-15,5-3 0 16,4 0 0-16,3-1 0 0,2-2 0 16,2-3 0-16,5-3 0 15,-1 1 0-15,3-2 0 16,1 0 0-16,0 0 2 16,-2-3-2-16,0-1-2 15,-2-1 4-15,3-1-2 0,-3 1 0 16,-1 2 0-16,2-1 0 15,-1 1 0-15,-4 1 0 16,-4 1 0-16,-1 0 0 16,-3-2 0-16,-3 0 0 15,-4-1 1-15,-2-3-1 0,-7-4 0 16,-4-4 8-16,-9-2 10 16,-6-4 5-16,-5 0 6 15,-8-1-4-15,-7 3-14 16,-5 1-5-16,-2 2-3 0,-5 5-3 15,-6 3 1-15,-4 2-1 16,-1 5 0-16,0 1-2 16,-6 0-20-16,-3 4-43 15,-1 0-11-15</inkml:trace>
  <inkml:trace contextRef="#ctx0" brushRef="#br0" timeOffset="-170185.97">4586 12269 6 0,'-6'-14'32'0,"-2"-2"-30"0,0 2 5 0,-1 1 5 15,-1 2 7-15,0 1 0 16,-1 2 1-16,0 2-5 16,-3-1 0-16,3 2-5 0,-3 4-6 15,1 1-3-15,0 0-1 16,-3 0-1-16,4 3 3 15,-2 4-2-15,1 1-1 16,0 1 1-16,-1 1-3 16,0 1 3-16,-2 2-1 15,0 1 0-15,-1 2 1 0,-2 4 1 16,0 1-1-16,-1 1 1 16,-1 0-2-16,0 4 0 15,0-1 1-15,-3 1-5 16,3 1 6-16,1 1-3 0,-2 0 2 15,2-2-2-15,4 1 3 16,2 0 0-16,1 0-1 16,2 0 1-16,2 4 0 15,2-2-1-15,1 2 0 16,1 2 0-16,1-1 0 16,2 1 0-16,2 1 0 0,0-1 1 15,0 2-1-15,2-1 1 16,9 2-1-16,0-1 0 15,7 0 0-15,1 0 0 16,2-2 2-16,4-1-2 16,0 0-2-16,4-3 2 0,0-4 0 15,4-3 2-15,3-4-2 16,4-6 1-16,3-6 0 16,3-6 0-16,2 0 2 15,0-9-1-15,2-13-1 16,2-6 1-16,-2-10 0 0,0-3-1 15,-4-6 0-15,-3-5 0 16,-5-1 0-16,-7-4 0 16,-6-1 33-16,-10-2-32 15,-5-4 0-15,-8 2-1 16,-2 1 1-16,-14 0 4 0,-13 4-2 16,-6 6-1-16,-9 6-4 15,-6 6-3-15,-9 11-6 16,-9 6-55-16</inkml:trace>
  <inkml:trace contextRef="#ctx0" brushRef="#br0" timeOffset="-168697.62">7528 12272 204 0,'20'-17'-8'0,"3"-4"10"0,8-4-2 0,6-4 1 0,5-4 0 15,4-7-1-15,6-2 0 16,8-5 0-16,3-4 1 16,8-2 0-16,4-5-1 15,-1-2-45-15,0 0-46 0</inkml:trace>
  <inkml:trace contextRef="#ctx0" brushRef="#br0" timeOffset="-168433.93">8415 12283 160 0,'0'0'-8'16,"0"0"13"-16,0 0-4 15,60 7 4-15,-26-22 3 16,13-8 0-16,11-7-4 16,11-7-3-16,14-8 0 0,7-6-4 15,10-6-11-15,5-6-27 16,4 0-60-16</inkml:trace>
  <inkml:trace contextRef="#ctx0" brushRef="#br0" timeOffset="-168249.42">9879 11959 84 0,'38'0'60'0,"9"-15"-58"16,2-6-2-16,7-5-18 15,-2-7-74-15</inkml:trace>
  <inkml:trace contextRef="#ctx0" brushRef="#br0" timeOffset="-167059.64">2743 12833 147 0,'0'0'5'0,"0"0"-6"0,0 0-1 0,0 0 2 15,0 0-1-15,0 0-1 16,0 0 2-16,0 0 2 16,-36 33 0-16,29-32-1 15,1 2 1-15,0-3 0 16,4 0 2-16,0 0-3 0,2-6 4 15,0-4-5-15,8 0 1 16,0-2 0-16,3 0 2 16,1 1-3-16,-1 2 0 15,2 5 0-15,1 0 0 16,-1 3-2-16,1 1 1 16,-1 0 1-16,1 9 0 0,-3 3-2 15,1 3 0-15,-2 2 0 16,-3 3 1-16,-3 0 1 15,-4 3-1-15,0 0 0 16,0 1 1-16,-4 1 0 16,-5-2-3-16,-1-3 5 0,2-1 0 15,1-4-2-15,3-5 1 16,-2-3 0-16,5-3-1 16,0-1 0-16,1-3 0 15,0 0-1-15,0 0 4 16,2-3 2-16,6-6-2 15,1-2 1-15,1-3 1 0,2 1 3 16,1-1 0-16,3 0-2 16,0 0 1-16,2 1-3 15,1 0-2-15,-2 2 0 16,0 2-1-16,-3 2-1 16,-5 4 1-16,2-1-1 0,-8 4 0 15,1 0-1-15,-4 0-21 16,-2-3-83-16</inkml:trace>
  <inkml:trace contextRef="#ctx0" brushRef="#br0" timeOffset="-166176.4">2631 12539 49 0,'0'0'5'0,"-45"7"10"0,20-1-5 0,4 2-5 0,-4 0-1 15,2 1-1-15,1 3 0 16,2 2-2-16,0-1 0 16,1 1 0-16,4 4 1 0,-1 1-2 15,1 4 0-15,1 2 0 16,1 6 0-16,0-1 0 15,3 3 0-15,0 0 1 16,3-1-1-16,3 2 1 16,-1-1 0-16,3 1 1 15,2-1 0-15,0 0-1 0,5-1 0 16,3-1-1-16,3-2-1 16,3-2 1-16,-1 0 0 15,3-3 0-15,-1 0 0 16,1-1 0-16,2-2 1 15,0-3-2-15,-1 1-2 16,6-5 3-16,-2 2 2 0,2-2-2 16,4-3 1-16,-2 1 1 15,0-4 1-15,0 1-2 16,0-5 0-16,0-1-1 16,0-3 5-16,2 0 10 0,0-4-3 15,0-6-5-15,0-3 2 16,2 1-3-16,0-6 2 15,0 0-2-15,-3-2-2 16,3-3-1-16,-2-1 0 16,-2-4 3-16,-2 0-1 15,-4-1 1-15,-3 0 1 0,-3-2 3 16,-1 1-2-16,-1-1-2 16,-5-1 3-16,2 0-7 15,-4-2 0-15,-2 0-1 16,-2-2 1-16,0-1-1 15,0 0 0-15,-4 0 0 0,-6 0 1 16,-2-1-2-16,-3 4 1 16,-2 0 1-16,-6 6 0 15,-8-1 2-15,-2 6 1 16,-7 1-3-16,-7 4 0 16,0 6-1-16,-5 5-3 0,-2 7-1 15,-6 5-2-15,-5 17-12 16,-6 6-53-16,-7 8-62 15</inkml:trace>
  <inkml:trace contextRef="#ctx0" brushRef="#br0" timeOffset="-161255.31">4533 15473 56 0,'0'0'15'0,"-2"0"-4"0,-1 0-2 0,1 0-1 0,2 0-3 16,0 0 2-16,0 0 1 15,0 0-1-15,0 0-5 16,0 0-1-16,0 0 0 16,5 0 1-16,1-3-4 0,2-1 2 15,2 0 3-15,1-2-2 16,1-2 0-16,1-1 1 15,3 1 0-15,1-4 0 16,0 4-1-16,2-4 2 16,-1 4-3-16,-1-1 1 0,-1 2 0 15,1 0 0-15,-6 1-1 16,-1 1 1-16,2-1-1 16,-3 3 0-16,-2-1 1 15,4 1-1-15,-2 1 0 16,-1 0 0-16,-1 2 0 15,0 0-1-15,0 0 0 0,-3 0-3 16,-2 0-8-16,-1 0-10 16,-1 3-7-16,0 1-19 15</inkml:trace>
  <inkml:trace contextRef="#ctx0" brushRef="#br0" timeOffset="-160830.8">4607 15523 44 0,'0'0'12'0,"0"0"-7"0,0 0 0 16,0 0 0-16,0 0-3 16,0 0-3-16,0 0 3 15,0 0 1-15,0 0 1 16,0 0 1-16,33-4-2 0,-20-2 2 16,1 0 0-16,0-2-1 15,3-1 2-15,1 2-1 16,0-3-4-16,-1 2 0 15,2-2 0-15,-1 1-1 16,-3 2 0-16,1 0 0 0,-3 1 0 16,-2 2 0-16,-3-2 2 15,0 2-2-15,-3 3-2 16,-3-1 2-16,0 2-3 16,-2 0-14-16,0 0-29 15</inkml:trace>
  <inkml:trace contextRef="#ctx0" brushRef="#br0" timeOffset="-160487.37">4566 15591 35 0,'0'0'2'0,"0"0"0"16,0 0 0-16,0 0 1 15,50-21 5-15,-34 12-2 16,-1 2 2-16,3-4-1 16,0 2 1-16,2 1-1 15,-3-2-1-15,1 3-1 0,1-2-2 16,-4 2 2-16,-1 1 0 15,-1 2 0-15,-6-1-1 16,1 2-1-16,-1 1-1 16,0 2-1-16,-2 0-1 0,3 0-1 15,-1 0-4-15,2-4-94 16</inkml:trace>
  <inkml:trace contextRef="#ctx0" brushRef="#br0" timeOffset="-159561.87">8962 14838 45 0,'0'0'2'0,"0"0"1"0,0 0 0 0,0 0 5 0,0 0 4 16,0 0 4-16,0 0 3 15,0 0-6-15,0 0-8 0,0 0-3 16,-35 1-1-16,33-1 0 16,2 0-1-16,0 0 2 15,0 0-1-15,0 0-1 16,0 0 0-16,4 0 1 15,5 0 0-15,1 0 0 0,5 0-1 16,3 0 0-16,1 0 1 16,4-1 0-16,2-4 0 15,0-1 0-15,6 2-1 16,-2-1 6-16,0 0-2 16,4-1-2-16,1 3 0 15,-3 0-2-15,1 0 0 0,-1 0 1 16,0 1-1-16,0-4 0 15,-1 2 2-15,1-2-2 16,0 1 0-16,0-1 1 16,-2 0-1-16,0 2 0 15,-2 0 0-15,-3 0 1 0,-1 1-2 16,-3 1 1-16,-5 2-1 16,-1 0-2-16,-3 0-6 15,-2 0-20-15,-4 2-3 16,-3 1-21-16</inkml:trace>
  <inkml:trace contextRef="#ctx0" brushRef="#br0" timeOffset="-158970.87">8971 14925 38 0,'0'0'2'0,"0"0"2"0,0 0-2 16,0 0 2-16,0 0 16 0,0 0 1 16,0 0-13-16,0 0-7 15,0 0 5-15,0 0 2 16,0 0-5-16,8 0 0 15,2-4-2-15,2 1 0 16,3 0 1-16,3-1 1 16,0 0 0-16,0-1 0 0,4 1 0 15,3 0-1-15,2-2-2 16,-1 2 0-16,6-2 1 16,-1 1-1-16,1 0 0 15,3-2 0-15,-3 1 0 0,1 1 1 16,-2-4-1-16,-2 2 0 15,0 0 0-15,-2 1 0 16,0 1 0-16,-2-1 0 16,-3 0 0-16,0 0 0 15,-2 2-1-15,-2 0 0 0,-2 0-10 16,-5 0-19-16,-6-1-45 16</inkml:trace>
  <inkml:trace contextRef="#ctx0" brushRef="#br0" timeOffset="-158658.3">9329 14841 84 0,'0'0'4'0,"0"0"0"0,0 0-1 0,36-10-1 0,-20 6 0 15,1-2-2-15,2 1 3 16,1 2 1-16,2-3-2 16,0 3 0-16,1-3-2 15,-3 2 0-15,2 0 0 16,-3 0 0-16,-2-1 0 0,1 0-2 15,-5-1-11-15,-3 2-29 16</inkml:trace>
  <inkml:trace contextRef="#ctx0" brushRef="#br0" timeOffset="-156693.81">2385 13134 26 0,'-1'0'9'0,"-1"0"7"0,2-4-1 0,-2 1-6 0,2-1-2 15,0 1-1-15,0 1-2 16,0 0 1-16,0 0-3 16,0 2 0-16,0-2-1 15,0 2 0-15,0-1-1 0,4-2 1 16,2 2 2-16,0-2-3 15,3 2 1-15,-3-1 0 16,2 1-1-16,-2-3 0 16,1 1 1-16,-1 0-1 0,2-2 1 15,-2 0-1-15,3-2 0 16,0 0 1-16,0 0-1 16,-2 1-1-16,-1-1-3 15,-1 1-17-15,-3 1-29 16</inkml:trace>
  <inkml:trace contextRef="#ctx0" brushRef="#br0" timeOffset="-156395.36">2394 12961 92 0,'0'0'5'0,"0"0"8"0,0 0 1 15,0 0-1-15,0 0-5 16,0 0-9-16,0 0 2 0,-6 51-1 15,8-13 1-15,4 8-1 16,3 6 0-16,1 1-58 16</inkml:trace>
  <inkml:trace contextRef="#ctx0" brushRef="#br0" timeOffset="-153508.56">6477 13847 38 0,'0'-2'18'0,"0"0"-10"0,0-1-3 16,0 0-3-16,0 0-1 16,0 1-1-16,0-1 2 15,0 0 2-15,-2 0 2 0,0-1 0 16,0 1 3-16,-1 0 0 15,1-3-2-15,-2 2 2 16,-2 1 2-16,3-1-2 16,-4 0-3-16,0 2-2 15,-1 1-3-15,-1 1 1 0,-3 0-2 16,1 0 0-16,-3 0-2 16,1 0 6-16,1 4-3 15,0-1 1-15,1 1-1 16,2-1 1-16,-3 4 0 0,1-1-2 15,1 1 1-15,-2 2-1 16,1 0 2-16,-1 2-4 16,-1 1 2-16,0 1 0 15,-1 1 2-15,2 2-2 16,-1-2 0-16,1 1 1 0,3 0-1 16,-3 0 0-16,3-1 0 15,1 1 0-15,-2-2 0 16,2 1 1-16,1 1-1 15,-1-2 0-15,2 1 0 16,-2 2 0-16,5-3 1 0,-1 1-1 16,2-3 0-16,0 4 0 15,1-1 0-15,1 0 0 16,0 0 1-16,0 2-1 16,0-1 0-16,0 4 0 15,0-2 1-15,0 0-1 16,3 1 0-16,-1 1 0 0,-2 1 0 15,2-2 0-15,2 1 0 16,-3-1 1-16,2 2-1 16,2 0 0-16,1-3 0 15,2 0 1-15,-2 0 0 16,3-1-1-16,3-1 2 0,-5 2 0 16,5-1-1-16,-2-2-1 15,-2 3 1-15,2-4 0 16,1 1-1-16,0 2 0 15,0-3 1-15,1 0-1 16,1 0 0-16,3 0 0 16,-3 0 0-16,5-2 1 0,-3 2 0 15,1 0-2-15,-1-2 2 16,1-1-1-16,-1 0 0 16,2-1 0-16,0-3 1 15,-1 1-1-15,0-3 1 0,2 1-1 16,-1-3 1-16,3 2-1 15,-1-1 0-15,0-3 0 16,1 0 1-16,3 0-1 16,-3 0 0-16,0 0-1 15,-1-3 2-15,0-4-1 0,-1-2 1 16,-1-2 2-16,-1-2-3 16,0-1 2-16,2-1-2 15,-2-2 1-15,-1-2-1 16,-1 2 1-16,2-3-1 15,2 2 0-15,-3-2 1 16,-2-1-1-16,3-1 0 0,-5 2-1 16,3 0 3-16,-1-1 1 15,-2 0 1-15,0-1-2 16,-2 0 0-16,1 1 0 16,-4-2-1-16,3 0 0 15,-3 0-1-15,-2-1 1 0,2 0-1 16,-2 1 0-16,-3 1 1 15,-1-1 2-15,0 3 4 16,0-3-1-16,0 3-4 16,-1 0-1-16,-3-1-1 15,-4 3 0-15,2 1 0 0,-2-2 1 16,1 1 0-16,-3-1-1 16,0 0 1-16,1 0 0 15,-1 0-1-15,-3 1 0 16,0-2 1-16,1 3 1 15,-3 0 1-15,1 3-1 0,-1 0 1 16,-1 1 0-16,1 0-2 16,-1 0 4-16,-1 2-1 15,0 0 0-15,-3-1 1 16,0 1-1-16,-2 1-1 16,-1 0 3-16,-1 3 0 0,-2 0-3 15,0-2 1-15,0 5-4 16,1 1-2-16,0 0 4 15,3 3-2-15,-3 0 1 16,5 0-5-16,1 4 0 16,0 5-23-16,-1-2-48 0</inkml:trace>
  <inkml:trace contextRef="#ctx0" brushRef="#br0" timeOffset="-152506.27">2481 13816 47 0,'-4'3'14'0,"1"-1"-8"0,1 1-2 15,-2 0 1-15,2 0 1 16,1 1-1-16,-1-1-2 16,2 1 1-16,0 0-2 0,0-1-1 15,0 0 1-15,3-1-1 16,5-1 1-16,2-1-1 16,1 0 3-16,3 0 0 15,3-4 1-15,-1-3 0 16,1-3-1-16,-1 0 3 15,-1 1 0-15,0-2-2 0,-1 4-3 16,3-2-1-16,-4 1 0 16,3 1-1-16,-1-2-13 15</inkml:trace>
  <inkml:trace contextRef="#ctx0" brushRef="#br0" timeOffset="-152088.77">2817 13648 66 0,'0'0'22'16,"0"0"-15"-16,0 0-2 16,0 0-3-16,0 0-2 15,0 0 1-15,0 0 0 16,0 0-1-16,42-25 0 0,-27 21 3 15,1 1-3-15,-1 1 1 16,-1 1-1-16,1 1 0 16,-3 0 0-16,-3 0-1 15,-3 7 1-15,-1 1-3 0,0 5 3 16,-5 3-1 0,0-1 2-16,0 2-3 0,-7 1 6 15,0-3-6-15,-1 1 4 16,1-3-1-16,-1-3 0 15,2-3 1-15,2-2 1 16,1-2 5-16,1-3 8 0,2 0 6 16,0 0-7-16,15-4-9 15,8-9 5-15,13-5-4 16,16-8-4-16,12-10-3 16,7-9-60-16</inkml:trace>
  <inkml:trace contextRef="#ctx0" brushRef="#br0" timeOffset="-150897.34">6791 15066 73 0,'-8'-6'3'0,"2"0"5"0,1 0-1 0,-1 2-2 0,-1 0-2 15,0 1-2-15,-1 0 0 0,3 0 2 16,-4-1 1-16,2 0-2 15,0 1-2-15,-2-1 1 16,1 4 0-16,-2-3 0 16,-1 2 1-16,1-1-1 15,-2 0 0-15,-1 1 1 0,-1-1-1 16,3 1 0-16,-4 1-3 16,-1-2 3-16,1 2-1 15,-1-2 1-15,0 0-1 16,1 1 1-16,1-1 0 15,0 0 0-15,-1 2-1 16,-3 0 0-16,0 0-1 0,1 0 1 16,0 7-6-16,-2 2 2 15,0 1 3-15,2 4 1 16,1 0 8-16,-2 1-7 16,1 4 0-16,1 4-2 15,2 0 1-15,0 4 1 0,2 1-1 16,5 3-1-16,5 3 2 15,2-2-2-15,2-2-1 16,9-5-11-16,7-8-34 16</inkml:trace>
  <inkml:trace contextRef="#ctx0" brushRef="#br0" timeOffset="-148388.34">10669 12156 52 0,'0'0'19'0,"0"0"-1"0,0 0-6 0,0 0-6 16,0 0-3-16,0-39-1 0,0 36-1 15,0-2 1-15,0 1 0 16,0 2 5-16,4-1-2 15,2 1 0-15,1 1-4 16,4 0-1-16,5-1 1 16,4 2-1-16,0 0 1 0,3 0-1 15,3 0 0-15,-3 0 0 16,-2 4 0-16,2 1 0 16,-4 2 0-16,0-1 0 15,-1 1 0-15,-2 2 0 16,1 0 0-16,2 3 0 15,-6-1 0-15,0 3 0 0,-1-1 0 16,-3 4 0-16,-3 0-1 16,-2 2 0-16,-4 2 0 15,0 0 0-15,0 2 1 16,-2 1-3-16,-6 0 3 0,1 3 0 16,-1 0 2-16,-1-1-2 15,1-1 1-15,-1 2 0 16,0-1-1-16,-2 0 0 15,0 2 1-15,0 0-1 16,1 3 1-16,2 2-1 16,-4 0 0-16,4 5 1 0,1-1-1 15,-1 3 0-15,0 1 1 16,0 0 0-16,3 0-1 16,-2-1 1-16,5 3 0 15,0-1-1-15,2-2 3 16,0 1-2-16,2-4-1 0,7-4 1 15,-1-6 0-15,4-3 0 16,0-3 2-16,1-4-2 16,0-5 2-16,0 0 0 15,-1-3-1-15,-1-2 0 16,-2 0 1-16,0-1-3 16,-2 1 1-16,-1 0-1 0,-3 0 0 15,-1 2-1-15,-2 5 3 16,0 3-2-16,0 6 0 15,-7 5 0-15,-4 3 0 0,-3 6-1 16,-1 2 2-16,-1 3-2 16,-1 2 2-16,1 3 0 15,2 4-1-15,0 3 2 16,3 4-2-16,3 2 0 16,-1 1 0-16,4 1 1 0,3 4-1 15,-2 0 0 1,3 0 0-16,0 6 0 0,1-2-1 15,0 4 3-15,0 0-2 16,0 1 0-16,0 0 1 16,0-1-1-16,0 2 0 15,-3-3 0-15,-1-2 0 0,-2-3 0 16,2 2 0-16,-5-1 0 16,1 1 0-16,-4 0 1 15,1 4-1-15,-2 0 1 16,-3 0-2-16,-2 0 1 15,1-2-1-15,-1-4-4 0,2-1-9 16,-2-2-1-16,3-4 0 16,-1 0 3-16,1-5 7 15,1-2-2-15,2-5-2 16,-1-3-3-16,2-6 7 16,-2-2 0-16,-1-4-2 0,-1 0-5 15,-2-3 7-15,0 1-1 16,-9-1 5-16,-4-1 2 15,-7 1 11-15,-8 0 1 16,-9 2-6-16,-9 2-4 16,-11 2-13-16</inkml:trace>
  <inkml:trace contextRef="#ctx0" brushRef="#br0" timeOffset="-131118.96">17212 3420 282 0,'-47'-19'7'0,"3"-1"-6"0,1 0 6 0,0 3-2 0,1 3-3 15,0 3-2-15,-3 1-1 0,-4 1 2 16,0 5-1-16,-5 4 0 16,-4 0-2-16,-2 7 1 15,-4 10-5-15,-4 6 2 16,-3 5 2-16,-1 6 1 16,0 6 1-16,1 4 0 0,-4 9-3 15,5 5 4-15,1 8-1 16,2 4 2-16,6 7-2 15,1 5 0-15,4 7 0 16,4 4 0-16,0 5 0 16,-1 4 0-16,1 6 0 0,-1 5 0 15,6 3 1-15,0 2-1 16,9 2 0-16,6-2 1 16,10 0-1-16,11 3 0 15,9 4 1-15,2 4 0 16,13 1-1-16,10 5 0 0,10 2 0 15,7 1 1-15,11 0-1 16,8-2 1-16,8-1 0 16,9-2 1-16,9-1-2 15,9-2 0-15,13-4-2 16,12-8 4-16,8-10-5 0,13-6 4 16,11-11 1-16,14-8-4 15,6-11 4-15,11-7-1 16,6-5 3-16,13-6-2 15,-2-4-1-15,5-3-2 16,4-3 1-16,-1-6-2 16,5-4 4-16,-4-9 0 0,9-6-2 15,-6-9 0-15,1-10 2 16,0-4 2-16,-7-17 1 16,-5-8 1-16,-9-8 2 15,-3-5-1-15,-7-7 3 0,-13-8 3 16,-7-7 0-16,-9-8 0 15,-13-7 0-15,-10-11-4 16,-8-5 6-16,-10-10-10 16,-10-3 0-16,-11-7-1 15,-9-6 0-15,-12-4-1 16,-11-4-2-16,-12-5-1 0,-8-5 0 16,-15-3 2-16,-9-7 0 15,-13 1 0-15,-3-2 8 16,-20-1-3-16,-10 2 0 15,-11 0-7-15,-10 4 1 16,-7 3 4-16,-15 3 1 0,-6 1-9 16,-9 2 7-16,-8 2-1 15,-10 4-10-15,-3 3 13 16,-9 5-11-16,-6 3 5 16,-8 7 10-16,-5 5-9 15,-6 3 3-15,-11 4-2 0,-5 6-1 16,-10 7 3-16,-6 3-4 15,-10 9 5-15,-13 8-8 16,-11 15 3-16,-15 12-3 16,-17 21-9-16,-21 19-50 15,-18 13-36-15,-15 20-95 0</inkml:trace>
  <inkml:trace contextRef="#ctx0" brushRef="#br0" timeOffset="-130371.2">8554 5223 66 0,'-6'-12'66'0,"1"3"-66"0,0-2 3 0,1 2 1 15,1 5-2-15,1 0 4 0,0 1 6 16,2 2-4-1,-2 1 1-15,2-2-2 0,0 2-8 16,0 0 2-16,0 0-4 16,0 0-9-16,0 0 4 15,2 5 7-15,2 1 1 16,3 4 1-16,3 3-1 16,0-4 1-16,1 3 0 0,1-3 0 15,3-2 1-15,1-6-1 16,1-1 1-16,8-17 2 15,7-18 6-15,12-25 18 16,17-28-7-16,14-34-10 16,26-29-5-16,19-35-4 0,18-28-3 15,6-25-63-15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11:42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4462 4789 24 0,'0'0'17'0,"0"0"-11"0,0 0-1 0,0 0 0 16,0 0-1-16,37-19-2 15,-30 19-2-15,0 0 0 16,-4 0 1-16,3 0 1 16,0 0-2-16,1 0 0 15,0 3 1-15,2 0 1 0,2 1-2 16,1 0 1-16,3 1-1 15,5-1 0-15,-1 0 1 16,6-1-1-16,0 1 0 16,2-1 0-16,2 3 0 15,0-3 0-15,0 1 1 16,0-1-1-16,1 1-1 0,1-4 1 16,-2 1-1-16,2-1 2 15,0 0-1-15,3 0 0 16,4-5 6-16,-2-2 1 0,3-2 0 15,2 2-3-15,-1 0 0 16,0 0-3-16,1 0 0 16,1 0 0-16,0 1-1 15,3 0 1-15,0 2-1 0,0 1 0 16,-3 2 0-16,0-1 0 16,-3 2 1-16,-3 0-1 15,-1 0 0-15,1 0 0 16,-1 2 0-16,2-1 0 15,-2 2 0-15,1-3 0 16,0 0 2-16,-1 0-2 0,-1 0 0 16,-1 0 0-16,-2 0 1 15,6 0-1-15,-5 0 0 16,7-3 0-16,-1 3 0 16,2-1 0-16,1-1 0 15,-3 2 0-15,0-1 0 0,-1 1 1 16,0 0-1-16,-2 0 0 15,3 0 0-15,-2 0 0 16,3 0 0-16,1 0 0 16,0 0 0-16,-1 0 0 15,-3 4 0-15,1-2 0 0,-2-1 0 16,0 2 1-16,1-3-2 16,4 0 1-16,-1 0 1 15,3 0-1-15,-2 0 0 16,3 0 1-16,-1 0-1 15,-2 0 0-15,1 0 0 0,-3 0 0 16,-2 3 0-16,-1 1 0 16,-2 0 0-16,-3-1 0 15,1-2 0-15,-4 1 1 16,0-2-1-16,-2 0 1 16,1 0-1-16,-2 0 1 0,-1 0-1 15,2 0 0-15,2 0 0 16,0 0 0-16,0 0 0 15,0 0 1-15,-2 0-1 16,-2 0 0-16,-2 0 0 16,-2 0 0-16,-1 0 0 0,-1 0 0 15,-1 0 0-15,5 0 0 16,-4 0 1-16,0 0-1 16,0 0-1-16,-1 0 2 15,-3 0-1-15,-3 0 0 16,-2-3 0-16,-1 0 1 0,-3 3 13 15,0-3 4-15,0-1-1 16,0 1-7-16,0-1-5 16,0 1-1-16,3-3-3 15,0 1-1-15,4-5 1 16,-2 4-1-16,-3 0 0 0,1-3 0 16,0 0 0-1,-4 2 1-15,-1-4 0 0,0 0 2 16,0-1 15-16,-2-4-5 15,0-1-8-15,0 0-1 16,2-3 1-16,-2-2-3 16,0 0-1-16,0-1 0 0,0 1 0 15,0-4 1-15,0 2 3 16,0-3-2-16,-4 0 2 16,0 0 0-16,4-3-1 15,-1-2-3-15,1 0 0 16,0-3-1-16,0 0 0 0,3 0 0 15,-1 1 0-15,0 0 0 16,-2 3 0-16,0-1 1 16,0 1-1-16,-4 3 0 15,-3-2 1-15,-2 2-1 0,0 0 0 16,0 0 0-16,-4 3 1 16,4-1-1-16,0 2 1 15,-1 0-1-15,2 4 3 16,1-1-2-16,1 2-1 15,1 1 1-15,-2 1-1 0,-2 1 0 16,1 0 0-16,1 2-6 16,-5 0 7-16,2 0 4 15,-3 1-4-15,3-1 0 16,-5 1 0-16,1-1 0 16,-3 2-2-16,1 0 1 15,0 0 0-15,-4 2-2 0,-1-1 1 16,2 3 1-16,-2 0-1 15,-3 1 0-15,1 0-1 16,-1 0 2-16,-3 3-1 16,-4-1 0-16,-1 3 1 15,-1-1 0-15,-5 3-2 16,0 0 1-16,-2 0 2 0,0 0-2 16,-1 0 2-16,1 0-1 15,0 4 0-15,-1-1 1 16,1-3-1-16,0 3 0 15,-3-2 0-15,1 1 1 0,-3 2-1 16,3-2 0-16,-3 2 0 16,2-1 0-16,1 1 0 15,-3 0 0-15,1-1 0 16,-1 2 0-16,-2 0 0 16,-2-1 0-16,0 0 0 0,-2 1 1 15,2 0-2-15,-1 0 1 16,-2-1 0-16,2 0 0 15,-2-1 0-15,2 1 1 16,4-2-1-16,-1 0 0 16,2 1 0-16,-2 1 0 0,-1-2 1 15,0 2-1-15,-3-1-1 16,-1 3 2-16,-1-2-1 16,1 2-1-16,-1-2 1 15,1 0 0-15,-2 0 1 16,3 1-1-16,0-1 0 15,1 0-1-15,4 0 2 0,-2 1-1 16,4-2 0-16,-3 1 0 16,2 0 0-16,-2-1 0 15,3-3 0-15,-3 3 0 16,4-2 0-16,-1 1 0 16,-1-1 0-16,3 1 0 0,-3-1 0 15,3 2 0-15,-1 0 0 16,2-1 0-16,4 1 0 15,1 0 0-15,1 0 0 16,3 1 0-16,3-1 0 16,-2 1 0-16,2 1 0 0,2 0 0 15,4-2 0-15,-2 3 0 16,4-2 0-16,2 2 0 16,1-1 0-16,3 1 0 15,-1 3 0-15,3-1 0 16,2 1-1-16,-1 1 1 0,2 0 0 15,3 1-1-15,-3 2 1 16,4-1-1-16,1 3 1 16,-1 3-1-16,-1 2 1 15,-2 4 0-15,2 3 0 16,-1 5 0-16,-4 3-1 0,5 0 1 16,1 5 0-16,0 1 0 15,5 7 0-15,1 2 0 16,5 1 0-16,10 5 1 15,12 2-1-15,14 6 1 16,14 1-2-16,17 2-5 0,13-3-17 16,13-6-50-16,9-8-32 15</inkml:trace>
  <inkml:trace contextRef="#ctx0" brushRef="#br0" timeOffset="2128.17">13980 5228 86 0,'6'4'-4'0,"-1"0"9"0,1-1 0 0,-2 0 4 0,0 0-3 16,-1-1-4-16,-1 0-1 15,0 1-1-15,-1-2 0 16,-1-1 0-16,0 0 0 0,0 0 6 16,0 0 16-16,0-1-20 15,-5-5-1-15,0-1 3 16,-1-2 13-16,3 2-4 15,-4 0-2-15,3 0-2 16,2 2-3-16,1 0-1 0,1 3-3 16,0 0-1-16,0-1-2 15,9-1-1-15,3 1 4 16,5-1-2-16,4 1-5 16,5-1 8-16,4 0-3 15,7 0-1-15,1 0 1 16,5 1 3-16,2-1-2 0,6 3-2 15,5-1 2-15,0-1-2 16,8-1 1-16,1 1 2 16,5-2-2-16,3 2-1 15,0-3 4-15,2 0-2 0,2 1 1 16,0-2 0-16,1 1-3 16,-1 0 0-16,3 2 1 15,2-2 2-15,-1 2-3 16,0 0 3-16,-4-2-1 15,-3 2-1-15,-2-2 2 16,-3 2 0-16,-5 0-2 0,-1 0 1 16,-2-1 0-16,1-1-1 15,-6-1 0-15,0-1 0 16,-2-2 0-16,-5-3 1 16,-2 0-1-16,-7-2 1 15,-2-4 0-15,-7 2 5 0,-4-4 5 16,-4 1 3-16,-4-1-3 15,-3-1-3-15,-3-2-6 16,0 0 0-16,-1-3 0 16,-5 0 0-16,3-3 0 15,-2-4-2-15,-3-3 1 0,-1-4-1 16,0-3 0-16,-1-4 0 16,-3-2 1-16,0 0 3 15,0-2-3-15,0-4 6 16,0 0-2-16,-5-1 0 15,1-3 1-15,-1 3-2 16,-1 2-1-16,1-2-2 0,-3 4 3 16,0 1-7-16,-2 1 1 15,-1 4 0-15,-2 0 0 16,-1 7 6-16,-2 2 1 16,-1 4-5-16,-2 1-4 15,-2 2 0-15,-2 0 4 0,-4 1-1 16,0 3-1-16,-3 0 1 15,-2 3-2-15,0 1-1 16,-4 5 2-16,-5 1 1 16,-3 1-1-16,-5 5-1 0,-3 1 1 15,-3 3 2-15,-3 1-2 16,-1 5-2-16,-1 0 7 16,-4 1-3-16,1 0 0 15,-2 2 0-15,-5 4 0 16,-2 1-1-16,-1 0 1 15,-1 0 0-15,-1 0 0 0,1 0 0 16,-1 0 0-16,2 0 0 16,1 3 0-16,3-4 0 15,2 2 0-15,-2 1 0 16,2-2 0-16,2 0 0 16,4 2 0-16,2 0 0 15,3-3 0-15,2 3 0 0,5-2 0 16,6 1 0-16,1 1-2 15,2-2 1-15,6-1 1 16,0 1 0-16,3 0-1 16,2-1 2-16,4 1-2 15,3 1 1-15,4-1 0 0,0 2 0 16,0 4 0-16,3-2 0 16,0 7 0-16,4-2 0 15,1 1-1-15,2 5 1 0,1 0-1 16,2 2 1-1,0 2 0-15,3 2 0 0,0 2 0 16,0 3-1-16,0 0 2 16,2 1-1-16,0 4 0 15,0-4 0-15,0 1 0 16,0 1 0-16,0-1 0 0,0 2 0 16,6 1 1-16,-1 1-1 15,-4 2 1-15,1-1-1 16,0 4 0-16,-2-3-1 15,2 1 1-15,-2 0 1 16,0 1-1-16,2-1-1 16,-2 1 1-16,2 1 0 0,0-2-1 15,-2-2 1-15,0 0-1 16,0 1 1-16,0-4 0 16,-2 2 0-16,-2-1 0 15,4 0 0-15,0-1 0 0,0 0 1 16,2 0-1-16,11-3-1 15,7-2 2-15,12-2-1 16,12-1-8-16,14-3-5 16,11-8-8-16,12-2-35 15,13-12-86-15</inkml:trace>
  <inkml:trace contextRef="#ctx0" brushRef="#br0" timeOffset="-204535.35">18654 3566 94 0,'0'0'6'0,"0"0"5"0,0 0-2 0,0 0-5 15,0 0 1-15,0 0 0 16,0 0 1-16,-8-38 8 16,14 29-5-16,1 3-4 15,1-1-1-15,2 0-3 16,0 3-1-16,1 2 0 0,1 1 0 15,-3 1-1-15,2 0 0 16,0 3-2-16,0 5 1 16,-4 2 1-16,2 2-1 15,-4 0 1-15,1 0-2 16,-3-2 1-16,1 0 2 16,2-2 0-16,-3-1 1 0,4 0-1 15,0-4 2-15,5 1-1 16,2-4 3-16,3 0 1 15,3 0-2-15,3-7 1 16,0-2 2-16,1-3-2 16,-2-1 0-16,-4-1-3 0,0 1 0 15,-7-1 1-15,-1 3-1 16,-4 1 1-16,-3 1 3 16,-2 1 4-16,-1 5 0 15,0 0-1-15,0 2 1 0,0 1-3 16,0 0-1-16,0 1-15 15,0 9 9-15,-2 4-2 16,0 6 4-16,0-1-1 16,-1 5 1-16,3 1 1 15,0-1 0-15,0 2-1 0,0 1 1 16,3-3 2-16,3 3-2 16,1-4 0-16,-2-2 1 15,2-1-2-15,-1-3 0 16,-3 0 1-16,-2-3 1 15,-1-1-1-15,0 0-4 16,-4-1 2-16,-9-3-4 0,-3 1 10 16,-5-3-3-16,0 0-2 15,-6-6 3-15,0 1-1 16,0-2 1-16,0 0 2 16,2 0 1-16,4 0-2 0,4-3-4 15,5 0 2-15,2 1-2 16,4-1 0-16,5-3-16 15,1-2-74-15</inkml:trace>
  <inkml:trace contextRef="#ctx0" brushRef="#br0" timeOffset="-204202.97">19465 3624 187 0,'0'0'12'0,"0"0"-6"0,0 0 3 0,0 0 4 16,0 0 4-16,36 0-5 16,-22 0-3-16,5-1-5 15,-1-1-3-15,3 2-1 0,-1 0 2 16,2 0-3-16,-3 0-16 16,-4 4-46-16,-2 1-69 15</inkml:trace>
  <inkml:trace contextRef="#ctx0" brushRef="#br0" timeOffset="-204046.68">19548 3770 232 0,'0'0'10'0,"0"0"-23"16,0 0 16-16,0 0 4 15,36 3-2-15,-9-3-2 16,1 0-14-16,3-4-60 15</inkml:trace>
  <inkml:trace contextRef="#ctx0" brushRef="#br0" timeOffset="-203377.77">20109 3567 161 0,'0'0'5'0,"0"0"16"16,0 0-3-16,0 0-5 16,0 0-9-16,0 0-14 15,0 0 7-15,0 0 0 16,-17 19 7-16,13-9-3 15,0 4 1-15,0-3-1 16,3 2 0-16,1-2 1 16,0 1 2-16,0-2-3 0,2-2 1 15,6 1 2-15,3-2-1 16,2-3 1-16,3 0 1 16,-2-4-1-16,4 0-1 15,1 0 0-15,-1 0-2 16,-2-7-2-16,-1-1 1 0,-3-1 0 15,0 1 1-15,-6 2-1 16,0-1 1-16,-4 3-1 16,-1-1 2-16,-1 5 6 15,0-1-1-15,0 1-7 0,0 0-4 16,2 1-2-16,0 5 5 16,3 1 2-16,1 2 1 15,3-1 1-15,0 2-3 16,5 0 0-16,3-3 1 15,1 0 1-15,3-4-4 16,1 1 1-16,3-4 1 0,1 0 0 16,-2-2 0-16,-2-7 0 15,-1-1 0-15,-3-3 2 16,-4-1 4-16,-1-3 10 16,-6 3-7-16,-1-3 1 15,-3 2-1-15,-1 1-3 0,-2 3 2 16,0 4-8-16,0 0-3 15,0 4-1-15,-1 3 1 16,-2 0-13-16,0 1-37 16,3 6-14-16,0 2-18 15</inkml:trace>
  <inkml:trace contextRef="#ctx0" brushRef="#br0" timeOffset="-202975.6">20802 3611 229 0,'0'0'6'0,"0"0"-4"0,0 0-5 0,0 0-8 16,0 0 12-16,0 0-2 16,0 0 4-16,-41 30-3 0,31-16 1 15,3-1-1-15,3 0 1 16,1 1 2-16,3 0-3 15,0-2 0-15,2-3 1 16,8 0 3-16,3-3 1 16,3-3-1-16,5-3-1 15,2 0 3-15,1 0-3 0,1-7 4 16,-3-5-2-16,-2 1 8 16,-3-2-1-16,-4-4-1 15,-3 4 1-15,-4-1 2 16,-4-2-1-16,-2 5 6 15,0-2-7-15,-8 3-10 0,-3 2-3 16,-3 5-5-16,-3 2 1 16,0 1 3-16,-2 1-6 15,2 10-17-15,4-1-30 16,4 0-43-16</inkml:trace>
  <inkml:trace contextRef="#ctx0" brushRef="#br0" timeOffset="-202672.97">21275 3574 19 0,'0'0'234'0,"0"0"-229"0,0 0-1 0,0 0-8 0,0 0 11 16,0 0-4-16,0 0 1 16,0 0 5-16,44-4-4 15,-23 0 2-15,-1 1-2 0,4-3-2 16,3 2-2-16,1 0 0 16,4 0 0-16,0 2 0 15,-3-2-3-15,0 4-21 16,-4-2-20-16,-6 0-41 15</inkml:trace>
  <inkml:trace contextRef="#ctx0" brushRef="#br0" timeOffset="-202402.08">21476 3469 244 0,'0'0'1'0,"0"0"9"16,0 0-7-16,0 0-9 16,0 0-3-16,0 0-7 15,0 0 15-15,0 0 2 0,-8 43-1 16,6-25 2-16,0 1-2 16,1-1 2-16,-1-1-1 15,2-1 2-15,0-2-1 16,0 0 1-16,2-1 4 15,3-3-2-15,3 0-34 0,0-5-57 16</inkml:trace>
  <inkml:trace contextRef="#ctx0" brushRef="#br0" timeOffset="-201746.58">21778 3473 180 0,'0'0'18'0,"0"0"0"16,0 0-11-16,0 0-4 16,0 0-3-16,0 0-10 15,0 0-6-15,0 0 14 16,3 16 2-16,0-4 0 15,1 3 0-15,2-3 1 0,-1 2 1 16,3-2 0-16,4 0 1 16,1-1 2-16,0-4 0 15,5 2 0-15,2-3-1 16,1-2-2-16,0-1 2 16,1-2-1-16,-1-1-2 0,-1 0 1 15,-3 0-1-15,-1-7 4 16,-2 0 1-16,-3 0-4 15,-4-2-1-15,-1 1 0 16,0 2 0-16,-4-1 6 16,-2 1 8-16,2 2-1 0,-2 3-2 15,0-1-5-15,0 2-4 16,0 0-2-16,0 0-5 16,0 3 3-16,3 4 1 15,1 1 0-15,2-2 1 16,3 0 0-16,3-2-1 0,1-3 2 15,5 1-3-15,2-2 2 16,2 0 2-16,-1-3-2 16,3-5-1-16,-4-2 1 15,0-3 3-15,-2-1 5 16,-3-2-1-16,-3-1 6 0,-1 3-3 16,-6-2-3-16,-3 4 4 15,-2 0 1-15,0 4-13 16,0 2 0-16,-7 3-6 15,-3 3-2-15,2 0-6 16,0 4-8-16,0 6-13 16,2 3-34-16,6 0-15 0,0-3-17 15</inkml:trace>
  <inkml:trace contextRef="#ctx0" brushRef="#br0" timeOffset="-201518.78">22528 3496 170 0,'0'0'21'0,"0"0"-24"0,0 0-2 0,0 0 6 0,0 0 6 16,2 38 4-16,-2-23-7 15,0-1 1-15,4 3-2 16,-2 3 0-16,3-3 5 15,1 3 2-15,0-3-18 16,1-3-28-16,1-1-16 0</inkml:trace>
  <inkml:trace contextRef="#ctx0" brushRef="#br0" timeOffset="-200714.13">22686 3411 103 0,'0'0'7'0,"0"0"20"16,0 0-7-16,0 0-5 16,2-41-5-16,6 34-2 15,0-2 0-15,4 1-2 16,1 5-1-16,3-3-1 16,0 3-1-16,3-1 3 15,-1 4-1-15,4 0-3 0,-2 0 1 16,-2 1-4-16,2 8 2 15,-5 0-2-15,0 3 1 16,-3 1 0-16,-4 0 0 16,-2 1 0-16,-4 2 0 15,-1-2-3-15,-1-1 3 0,0 1-3 16,-6-3 5-16,-4-2-4 16,-1 2 0-16,-1-4 3 15,-1-2-2-15,4-1 4 16,0-3-5-16,1-1 4 0,3 0-2 15,2 0 2-15,3 0 1 16,0-7 3-16,0 0-6 16,0-3 2-16,7-3 1 15,4 2-3-15,0-2 0 16,0-1 0-16,2 1 0 16,-2 0-2-16,2 0 0 15,-2 2 1-15,0 0 1 0,0 1 0 16,-2-1-1-16,-1 2 1 15,-1 1 0-15,1 1-1 16,-4 1 1-16,-1 0 0 16,0 2 1-16,-2 1 2 0,0 0 0 15,0 2 2-15,-1-1-2 16,0 2 1-16,0 0-2 16,0 0-4-16,0 0-4 15,0 5 0-15,0 4 3 16,-1 4 3-16,0 3-1 0,1 0 1 15,0-1 0-15,1 2 0 16,7 1 0-16,6-2 1 16,2-2 3-16,5 2 4 15,4-2-2-15,4 2 1 16,3 0-2-16,3-4-3 16,2-3-70-16</inkml:trace>
  <inkml:trace contextRef="#ctx0" brushRef="#br0" timeOffset="-198367.78">18811 4445 46 0,'8'0'7'0,"4"0"10"0,1 0 2 16,3 0-5-16,-1-4 0 16,5-2 2-16,2 2-4 15,5-2-5-15,0 2 1 0,3-1-3 16,5 0-5-16,1 1 2 15,4-1-1-15,0 1 1 16,3 0-1-16,3 1 0 16,3-1 0-16,0 1 0 15,4 0 1-15,3-1-1 16,1 1 0-16,4-3 1 0,6 2 0 16,2 0 0-16,3-2 1 15,4 0 1-15,2-1 1 16,1 0-1-16,2 0-1 15,2 0 0-15,2 0 1 16,1-3-1-16,3 3 1 0,0 0 2 16,5-2-1-16,2 2 1 15,-2 0-2-15,3-2 1 16,1 1-1-16,3-1-3 16,1 1 1-16,2 1-1 0,0-2 0 15,-1 0 0-15,0 1 0 16,3 0 1-16,-3-1 0 15,2 1 1-15,1-2 0 16,0 4-3-16,0-2 1 16,-6 2 0-16,0-1 0 15,-2-1-1-15,-3 0 0 0,-2 0 0 16,-2-1 1-16,-4-1-1 16,-4 0 0-16,-6 0 0 15,-4-3 1-15,-3 1-1 16,-5-3 0-16,-4-3 0 15,-4 1 1-15,-5-2-1 0,-5-2 1 16,-9-3-1-16,-5 0 1 16,-4-2 1-16,-4-2-1 15,-4-2 0-15,1-1 1 16,-6 1-1-16,3-4 0 16,-1 3 1-16,-2-2-2 0,-1 2 0 15,0-2 1-15,-3-4-1 16,0 2 0-16,-5-2-2 15,-1 0 3-15,-5-1-1 16,-1 2-1-16,0-2 1 16,-4 5-1-16,-5 0 3 15,-3 1-3-15,-2 2 0 0,-2-1 1 16,1-1-2-16,-5 4 2 16,0-3 1-16,0 2-2 15,-1 2-1-15,-4 0 3 16,-1 3-2-16,-1-1-1 15,-3 2 0-15,-4 0 0 0,-2 3 1 16,-3-1-3-16,-2 4 3 16,-2 3 1-16,-2 0-2 15,-2 2-1-15,0 2 8 16,-6 3-4-16,-1 0-4 16,-3 4 5-16,-2 3 0 0,-6 0-1 15,-1 0 0-15,-2 0 0 16,-3 0-1-16,-2 3 0 15,-1 3 1-15,-1-1-1 16,-5 1 0-16,-1 1 0 16,-2 0 0-16,-3 1 0 0,-5 0 0 15,-2-1 0-15,-1 0 1 16,-4 0-2-16,-3 2 1 16,0-4 0-16,-2 2 0 15,-2-1 0-15,-1-1 0 16,2 0 0-16,-1 1 0 0,1 1 0 15,-2 1-1-15,2 1 2 16,-4 2-1-16,1 1 0 16,-1 0 1-16,-1 0-2 15,-1 1 1-15,3 1 1 16,-3-1-2-16,0 1 0 0,1 0 1 16,3 0 0-16,2 0 1 15,0 2-2-15,4-2 1 16,0 3-2-16,4-3-6 15,-3 1 1-15,6-2 4 16,5-1 2-16,5-2 1 0,6 3-1 16,3-3 1-16,6 1 0 15,6 0 0-15,5 2 0 16,1-3 0-16,4 3 0 16,5-1 0-16,3 2 0 15,5 0 0-15,5 0 1 16,4 3-2-16,3 0 1 0,7 4-2 15,3 4 1-15,3 3 0 16,2 3 0-16,2 5 0 16,2 3 1-16,-1 4 0 15,3 4 0-15,1 4 0 16,2 5 0-16,3 2-2 0,0 3 2 16,0 1 0-16,6-1 0 15,5 2 0-15,9-4-2 16,8 0 1-16,9-4 4 15,10-1 0-15,12-4 2 0,16-3 1 16,13-3-2-16,16-4 0 16,10-7-1-16,13-11-38 15,10-15-174-15</inkml:trace>
  <inkml:trace contextRef="#ctx0" brushRef="#br0" timeOffset="-197241.47">20272 4087 51 0,'0'2'10'0,"-1"2"-9"16,0-1 0-16,1 4 2 0,0 1-3 0,0-1 3 15,0 4 0-15,0-2 1 0,0 2-1 16,0-2 1-16,3-1 0 16,3-2 5-16,-2-3 3 15,2-3 17-15,3 0 7 16,4-7-6-16,3-6-5 15,7-4-9-15,5-7-6 16,5 1-2-16,5-5-4 0,4-1-2 16,7-5-2-16,-3-2 0 15,2-3-34-15</inkml:trace>
  <inkml:trace contextRef="#ctx0" brushRef="#br0" timeOffset="-196578.84">21864 4002 44 0,'0'0'3'0,"0"0"1"0,0 0 3 0,0 0-1 16,0 0-3-16,0 0-1 0,0 0-1 16,0 0 0-16,0 0 0 15,0 0 1-15,0 0 2 16,-22 35 3-16,22-35 0 15,0 2 3-15,0-2 2 16,0 0 22-16,3 0-6 16,7-5-5-16,1-4-7 0,5-4-4 15,6-3-3-15,4-1-3 16,4-6-3-16,5-4-3 16,6-7-5-16,3-8-65 15</inkml:trace>
  <inkml:trace contextRef="#ctx0" brushRef="#br0" timeOffset="-190878.1">5554 3864 17 0,'0'0'16'0,"0"0"-9"0,0 0 1 0,0 0 3 16,0 0 2-16,0 0-4 16,0 0-7-16,0 0-2 15,0 0 1-15,0 0-1 16,0 0 0-16,0 0 0 15,0 0 0-15,16-7 0 0,-12 7 0 16,-1 0 0-16,3 0 0 16,-4 0 0-16,2 0 0 15,0 0 0-15,0 0 0 16,-2 0 0-16,2 0-1 16,-2 4 0-16,3-2 0 15,-1 2 2-15,0-2-1 16,2 0 1-16,-2 1-1 0,3 0 0 15,-1-2 1-15,2 1-1 16,0-1 1-16,1-1-1 16,-2 0 1-16,4 0 0 15,0-7 0-15,2-3 2 16,1-1 1-16,1-5 0 16,2-2-2-16,3-5 0 0,-1 0 1 15,4-4-1-15,2-1 1 16,4-5 1-16,0-2 1 15,4-4 0-15,-1-2 4 0,3-4-1 16,1-2-1-16,2 0-2 16,1 0 3-16,3-1 1 15,0 1-3-15,3 3 0 16,-3 0-4-16,-2 5 1 16,-3 1-2-16,-2 3 0 0,-6 3-1 15,-2 5 1 1,-3 6-1-16,-2 1 0 0,-3 6 1 15,-4 5-1-15,1 0 0 16,-3 6-1-16,-1 1-5 16,-8 2-35-16,-4 0-16 15</inkml:trace>
  <inkml:trace contextRef="#ctx0" brushRef="#br0" timeOffset="-190158.52">5547 3918 16 0,'0'0'8'0,"0"0"-6"0,0 0 1 0,0 0 1 16,0 0-4-16,41 10 2 15,-36-9-1-15,3 1 1 16,-1-2 1-16,-1 0 4 16,2 0 1-16,0 0-4 15,1-2 0-15,1-5 2 0,-1-1-1 16,4-5 3-16,2-3 0 15,3-5 3-15,4-2 0 16,1-5-3-16,4-5 0 16,4-2 0-16,1-3-1 15,5-3-1-15,1-7-1 16,5-1 3-16,-1-4 1 0,2-1-1 16,4-4 0-16,0 2 2 15,4 3-6-15,4 1-2 16,0 4-1-16,0 4-1 15,-5 4-5-15,-8-1-95 16</inkml:trace>
  <inkml:trace contextRef="#ctx0" brushRef="#br0" timeOffset="-187056.43">15293 3577 34 0,'0'0'14'0,"0"0"-2"0,0-2-3 0,0 0-2 0,0-1-2 16,0 0 1-16,0 0-1 16,1 0 2-16,2-1-2 15,-1 0 2-15,-2 1-2 16,2 2-1-16,-2-2-1 15,1 3-1-15,-1 0 0 0,2 0-2 16,0 0 0-16,2 0-1 16,0 0 1-16,2 0 0 15,0 0 0-15,-1 6-1 16,1-2 1-16,0 1 0 16,2 0 0-16,-4-1-1 0,1 0 1 15,1-1 0-15,-1 1 0 16,0-1 1-16,3 0-1 15,-2-3 0-15,1 0 0 16,4 0 1-16,-1 0 0 16,3-3 0-16,3-6 0 15,1-3 0-15,4-5-1 0,2-3 2 16,3-1 0-16,2-6 6 16,1-2 1-16,5-2 7 15,-3-2-6-15,2-1-3 16,2 2-1-16,-4-1 2 0,1 0-4 15,1 3 0-15,-1-1 0 16,3 0-2-16,-4 1 1 16,-2 3-2-16,-2 4-1 15,-7 2 0-15,0 6 0 16,-6 5 1-16,-7 3-2 16,-1 7 1-16,-6 0-7 0,0 5-45 15,-10 11-10-15,-9 2-16 16</inkml:trace>
  <inkml:trace contextRef="#ctx0" brushRef="#br0" timeOffset="-186335.59">15346 3508 1 0,'0'0'3'0,"0"0"2"0,0 0-2 16,0 0-1-16,0 0 1 15,0 0 1-15,0 0-4 0,22 41 3 16,-17-38-1-16,4 1 0 16,-2-1 3-16,1-2 3 15,1 0-1-15,-1-1 1 16,2 0 0-16,1 0 0 15,1-8 4-15,0-2 1 0,5-1-1 16,-2-4-4 0,2-2-1-16,4-5 1 0,3 1-4 15,3-5 0-15,2-4 3 16,3 0-4-16,-1-1-1 16,1-2 3-16,3-1 0 0,-1-1-1 15,2-2 2 1,2 0-1-16,-2 3 4 0,-1-2-5 15,-1 5-2-15,-3 3-1 16,-4 2 1-16,-4 8-1 16,-4 3-1-16,-5 5 0 15,-5 6-1-15,-3 4-1 0,-6 0-17 16,0 12-35-16,-11 7 24 16,-10 4-20-16</inkml:trace>
  <inkml:trace contextRef="#ctx0" brushRef="#br0" timeOffset="-185738.49">15374 3588 4 0,'0'0'9'0,"0"0"-6"0,0 0 0 16,0 0 0-16,0 0-1 15,0 0 0-15,0 0 5 16,0 0-3-16,0 0 0 16,40 29 2-16,-30-29 3 0,1 0 2 15,3-4 1-15,1-5-2 16,3-4 0-16,5-1-2 16,1-4-1-16,1-6 1 15,8-2 3-15,-1-5 5 0,5-5-6 16,4-5 1-16,3 0-3 15,2-6 0-15,7-3-2 16,9-5-2-16,6-3-2 16,5-3-2-16,6-6-6 15,-1-10-84-15</inkml:trace>
  <inkml:trace contextRef="#ctx0" brushRef="#br0" timeOffset="-177210.73">9338 8204 45 0,'-6'0'14'0,"3"0"-7"0,1 0 3 0,0 0-2 0,2 0-1 15,-2 0 2-15,2 0-1 16,0-2 0-16,0 0-3 0,0-1-2 15,0 2 0-15,0-2-1 16,0 3-1-16,0 0-1 16,0 0 0-16,0 0-1 15,2 0 1-15,2 0 0 16,0 0 0-16,3 0 0 0,-1 0 0 16,4 0-1-16,1 0 2 15,1 0-2-15,1 0 1 16,3 0 0-16,-1-3 0 15,4-1 0-15,0 1 1 0,-1 2-1 16,2-2 0-16,0 0 0 16,2 1 0-16,1-2 0 15,1 0 0-15,3 1 1 16,0-2 1-16,2 0-1 16,0 2-1-16,-2-1 0 15,0 0 1-15,0 1-1 16,0 0 0-16,-1 2 0 0,1-1 0 15,2 1 1-15,2 1-1 16,1-1 0-16,3-1 0 16,2 0 0-16,3 0 0 15,2-1 0-15,1 1 0 16,-1-2 0-16,5 2 0 0,0-1 1 16,0-2-1-16,-2 1 0 15,0 0 0-15,-1 1-1 16,-2 0 2-16,3 0 0 15,-3 3 0-15,3 0 0 0,2 0-1 16,-1 0 0-16,2 3 0 16,0 1 1-16,0 1-1 15,1-2 0-15,1 1 0 16,-3 0 0-16,4-1 0 16,-4 1 0-16,4 1 1 15,-5-1-1-15,2 0 0 0,-2 0 0 16,2 2 0-16,0-3 0 15,2 1 0-15,-1-3 0 16,2 1 1-16,-1-1-1 16,4-1 2-16,-4 0-1 15,5 0 3-15,1 0 5 0,0 0-2 16,2 0-1-16,-2 0-3 16,-1 0-1-16,1 0 0 15,0 1-2-15,2 1 1 16,1-1 0-16,3 0 2 15,-2 0-2-15,3-1 0 0,0 0-1 16,-1 0 0 0,-1 0 1-16,3 0 0 0,-3 0 4 15,1 0 15-15,-4-5-13 16,2 1 0-16,-1 0-1 16,-4 0 0-16,-1-2 1 0,-5 3 0 15,-2-1-3-15,-2 0-1 16,-5-1 2-16,-2 1-1 15,-4 2 0-15,-3 0-4 16,-3 1 3-16,-5-1-3 16,-4 2 0-16,-6 0 1 0,-2 0-1 15,0 0 0-15,-6 0 0 16,-4 0-4-16,-1 0-20 16,-6 0-92-16</inkml:trace>
  <inkml:trace contextRef="#ctx0" brushRef="#br0" timeOffset="-173879.46">18372 6997 45 0,'0'0'13'0,"0"0"4"0,0 0-4 0,-1 0-5 16,1 0 0-16,-2 0-1 15,1-1 2-15,1-2 0 16,0 2 4-16,0-1-1 16,0 2-3-16,0-1-4 15,0 1-3-15,0 0-4 16,0 0 0-16,0 0 1 0,0 0-1 15,0 1 2-15,0 5 0 16,0-1 0-16,0 0 0 16,0 0 2-16,0 0-2 15,0-1 0-15,0 0 0 16,0-1 1-16,3-3 0 0,1 0 2 16,3 0 1-16,5-6 12 15,2-6 5-15,8-4-8 16,6-5-3-16,8-4-5 15,6-4-1-15,3-1-4 16,7-7 0-16,4-3 0 0,1-4-28 16,5-7-106-16</inkml:trace>
  <inkml:trace contextRef="#ctx0" brushRef="#br0" timeOffset="-172455.62">15865 6957 25 0,'0'0'23'0,"0"0"-1"0,1 0 2 0,-1 0-6 16,0 0-4-16,0-1-2 0,0 1 1 16,0-3-2-16,0 2-2 15,0 0 2-15,0 0-3 16,0 1-3-16,0 0-2 16,0 0 0-16,0 0-2 15,0 0-2-15,0 0 0 0,0 0 2 16,0 0-2-16,0 3 0 15,0 3 0-15,0-1 1 16,0 1-2-16,0 3 1 16,0-4 4-16,1 1-3 15,-1 1 0-15,1-1 1 0,0-2 0 16,4 2-1-16,-5-2 1 16,4-1 0-16,-3-2 0 15,1 2-1-15,1-1 2 16,0-2-1-16,-1 0 1 15,1 0-1-15,1 0 2 0,5-5 1 16,-2-2 2-16,7-6-1 16,7-2-1-16,6-8 1 15,6-2-3-15,9-7-1 16,11-9 1-16,11-3-1 16,6-10-2-16,10-7-39 0</inkml:trace>
  <inkml:trace contextRef="#ctx0" brushRef="#br0" timeOffset="-167287.89">20482 7233 95 0,'0'0'19'0,"0"-3"1"0,0 2-10 16,0 1-6-16,0-2 0 0,0 2-1 16,0 0 1-16,0 0-2 15,-2-1 5-15,0-1 14 16,0 2-5-16,0-2-6 16,1 1-3-16,-1 0-3 15,2 1-3-15,-3 0 1 0,1-2 0 16,-1 1-2-16,-3 1 0 15,1-1 0-15,-1 0 1 16,-4-1 1-16,2 1 0 16,-2-2 3-16,1 1 2 15,-2 1-1-15,3-2 2 16,-1 1-3-16,3 1-3 0,-3 0-1 16,2-2 0-16,0 3 2 15,3 0-3-15,-4 0 1 16,2 0-1-16,-1 0 0 15,1 0 1-15,-2 0 0 16,0 0 0-16,0 0-1 0,-1 3 0 16,2 0 1-16,-5 1-1 15,2-1 1-15,3 1-1 16,-4 0 0-16,2 0 0 16,0 2 0-16,-3-2 0 15,-1 1 0-15,0-1 1 0,-1 2-1 16,0-1 1-16,1 1 1 15,1 0 2-15,0 1-3 16,1-3 0-16,2 3-1 16,-1 0 0-16,2-1 1 15,1 1-2-15,1-1 1 0,0 1 1 16,0 0-1-16,0 0 1 16,1 0-1-16,0 2 1 15,0-1-1-15,2 1 0 16,-3-2 0-16,1 3 1 15,2 0-1-15,-1-2 0 16,0 2 1-16,0-1 1 0,1 1-2 16,1-2 0-16,-4 2 0 15,3 0 0-15,2 0 1 16,-1 1 0-16,0-1-1 16,-1 2 0-16,2-1 2 15,0 2-1-15,0-2-1 0,1-1 1 16,0 3-1-16,0-2 1 15,0-1 0-15,0 0-1 16,0 2 1-16,0-2 0 16,2-2-1-16,2-1-1 15,0 2 1-15,1-4 0 0,4 1 1 16,-4 1 0-16,3-3 0 16,-1 1-1-16,2-2 1 15,0 2-2-15,0-1 0 16,2 1 2-16,-1-1-1 0,2 0 1 15,-1-1-1-15,0 3 0 16,0-2 1-16,0 0 0 16,-1-1-1-16,-1 1 0 15,0 1-1-15,0-2 2 16,-2-1-2-16,5 1-3 16,0 1 3-16,-1-2 2 0,3-1-1 15,1-1 1-15,-1 2-3 16,-1-2 5-16,1 0-3 15,-3 0 1-15,0 0 0 16,0 0-1-16,0 0 2 16,0 0 0-16,3-2-2 0,-3-1 0 15,5 0 1-15,-5-1-1 16,3 2-1-16,-2-1 2 16,1-2-1-16,0 1 0 15,0 0 0-15,0-2 1 16,-1-1-1-16,-1 3 0 0,2-2 0 15,-2-1 1-15,-2-3-1 16,3 3 1-16,-2-2-1 16,2-2 0-16,-3 1 0 15,0 0 1-15,1 0 0 0,-1-3 0 16,-1 2 2 0,0-2-1-16,-1 2 1 0,0-2-3 15,-2 0 1-15,-1-1 0 16,-1 1 0-16,0 0 1 15,-3-1-1-15,0 0 1 16,0 0 0-16,0 0 2 16,0-1-1-16,0 0-1 0,0 1 0 15,0-2-1-15,-4 2 0 16,0 1 0-16,1 0 0 16,-3 2-1-16,-1-3 1 15,2 2 0-15,-3 0 1 0,3-1-1 16,-3-1 0-16,2 0 2 15,-3 1-3-15,2-1-1 16,-1 0 4-16,-2 2-5 16,0 2 1-16,1 1 1 15,-2 0 0-15,-1 1 1 0,-1 1 0 16,1 0 1-16,0 3-3 16,-3-3 1-16,1 1 2 15,-2 1-3-15,2 0 2 16,-2 2-2-16,1 0 2 15,-5 3-3-15,2-2 1 16,0 2 2-16,-2 0-2 0,1 0 3 16,2 0-3-16,-2 2 2 15,1 1-1-15,1 3 0 16,4 1 0-16,-3 0 0 16,3 0 0-16,-2 2 0 15,1-1-1-15,-3 2 1 0,0 3 0 16,0-1 0-16,1 0 0 15,-2 1 0-15,3 3 0 16,0-1 0-16,2 0-1 16,1 3 1-16,0-4 0 15,1 3 0-15,-1 0 0 0,2-1 0 16,0 0 0-16,1 2 0 16,-1-2 1-16,3 4-1 15,-2-2 0-15,1 3 0 16,1 0 0-16,1-1 0 15,1 2 0-15,2-2 1 0,-4 1-1 16,5-1 1-16,0-3 0 16,2 1-1-16,0-1 1 15,0-2 0-15,0 0-1 16,0-1 1-16,1-1-1 16,2 1 2-16,2-2-4 0,0-1 2 15,-1-2 0-15,2-2-1 16,1 4 1-16,2-4 0 15,0 3 0-15,-2-3 0 16,3 0 0-16,2 1 0 16,-2-1-1-16,3-2 0 0,0 1 0 15,1-2-1-15,2-1 2 16,3 0 1-16,-2-2-1 16,4-1 0-16,-4 0 0 15,3 0-1-15,1 0 1 16,-4 0 0-16,2-4 0 15,1-3 1-15,-3 1-2 0,4 0 2 16,-4-2-1-16,3 1 1 16,1-2-1-16,-3-1 0 15,2 2 0-15,-2-4 0 16,0 1 0-16,2-2 0 16,-4 0-1-16,1-2 2 0,-2-1-1 15,0-1-1-15,-2-1 2 16,-2-1-2-16,-2 2 2 15,-5-1-2-15,0-1 1 16,-2 2 0-16,-2-1 0 16,0 1 1-16,0-3 0 0,0 4-1 15,0-2 1-15,-2-2-1 16,-1 2 1-16,0-1-1 16,-3 2 0-16,1 0 0 15,-2 1 1-15,0 0-1 16,-3 1 2-16,0-1-2 0,0 0-2 15,-2 1 1-15,-1-2 1 16,0 1 3-16,0 2-2 16,-1-3-1-16,2 2 2 15,-1 2-4-15,-1-1 1 16,0 3 1-16,0 0 0 0,-1 3 1 16,1-2-2-16,-2 3 2 15,3 2-1-15,-1 1 0 16,2 1 0-16,0-1 0 15,0 4 0-15,3-1-1 16,-4 1-1-16,0 0 2 16,0 0 0-16,-1 5-1 15,-2 1 1-15,0 3-1 0,-1 1 0 16,-1 0 0-16,0 2 1 16,-2 0 0-16,3 1 0 15,0-1 0-15,1 0 1 0,-1 1-1 16,-1-1 0-16,2 1 0 15,0 1 0-15,-1 2 1 16,-1-3-2-16,1 0 1 16,2-1 0-16,-1 4 0 15,1-4 1-15,1 4-1 16,-3 0 0-16,2 1-1 0,2 0 2 16,0-1-1-16,2 1-1 15,0-1 2-15,3 0-2 16,2 0 2-16,0 2-2 15,3-1 1-15,2 0 1 16,-1 2 0-16,2-1-1 0,0 1 1 16,0-1-1-16,2 1 2 15,3-2-4-15,5 0 4 16,-1-2-2-16,4-2-2 16,-1 1 2-16,1-1-1 0,3-1 0 15,-1-1 0-15,2-2 0 16,-2-1 1-16,3-1 1 15,-1-1-2-15,0-2-1 16,0 0 4-16,3-2-3 16,0-1 1-16,2-1 0 15,0 0-1-15,2 0 1 0,0 0 1 16,-2-1-2-16,0-5 1 16,1 0-1-16,-4-1 1 15,0 0 0-15,-1 0 0 16,-3 0 0-16,-1-2 0 15,-3 2 0-15,0-3 0 0,-1-1 1 16,1 1-1-16,-1-1 0 16,-1-1 0-16,-1 0 0 15,-1-1 0-15,0-3 1 16,-1 2 0-16,0 0-1 16,-4-2 0-16,0 1 1 0,-1 1-1 15,-1-4 1-15,0 4 0 16,0-2 0-16,0-1 1 15,0 2-2-15,0-2 1 16,-2 1 0-16,-1 0-1 16,1 1 1-16,-5-1 0 15,3 3 1-15,-1 1 0 0,0-1-1 16,-1 2-1-16,0-1 1 16,0 2-3-16,-2-1 4 15,3-1-1-15,-4 0 0 16,2 0-1-16,1-2 1 0,1 1-1 15,-1-2 2-15,0 3-2 16,1-3 1-16,-2 2 0 16,0 0-1-16,0 2 0 15,-1 0-4-15,-2 2 4 16,0 0 2-16,0 2-4 16,-1 0 4-16,2 0-2 0,-1 2 4 15,-1 0-3-15,3 0 1 16,-3 2-2-16,-2 0 0 15,1-1-3-15,-1 2 2 16,-1 2-1-16,0 0 1 0,-2 0 1 16,-1 0 0-16,0 4-2 15,0 3 2-15,1 0 0 16,1 2 0-16,1 4 0 16,0-2 0-16,3 2-1 15,-2 5 1-15,3 0 0 16,-1 0 0-16,0 3 0 0,0-1-1 15,4 0 1-15,-1 0 0 16,3-1-1-16,-2 0 1 16,3 0 0-16,3-2 0 15,-1 3-1-15,2-2 1 16,0 2 1-16,0 0-1 0,0 4-1 16,3-1 1-16,3 2 1 15,2 1-2-15,0 0 1 16,2-2 0-16,2-2-2 15,0-2 1-15,4 0 0 16,1-4 0-16,3-2-2 0,0-1 2 16,3-2-1-16,1-1 1 15,0-1 1-15,1-2-1 16,0 1 0-16,0-3 1 16,3-1 0-16,-1-3-1 0,0-1 2 15,0 0-2-15,0 0 2 16,-1 0-2-16,-1 0 0 15,0-4-1-15,-2-2 1 16,3-2 2-16,-5 1-1 16,1-2 0-16,0-2 1 15,-2-1-1-15,-1-2 1 0,0 0-1 16,-4-6 1-16,1 0 0 16,-2-3-1-16,-3-5 0 15,0 0 0-15,-5-4 0 16,1 0 0-16,-5 3-1 15,0-2 2-15,-2 1-1 0,0 2 0 16,0 1 0-16,-4 1 1 16,-7-1-1-16,-5 2 1 15,-4-2-3-15,-2 4 1 16,-3 1 2-16,-6 3-1 16,-1 1 0-16,-3 6-1 0,-4 5 1 15,-5 7-5-15,-6 0-14 16,-6 6-22-16,-1 5-39 15,-7-5-93-15</inkml:trace>
  <inkml:trace contextRef="#ctx0" brushRef="#br0" timeOffset="-165297.64">5726 3651 57 0,'0'0'-29'0,"-42"2"21"0,20 0 9 0,3 4 2 16,0 0 1-16,-1 2 4 16,4 1-3-16,-2-1-4 15,2 1-1-15,3-2 0 16,2-1-1-16,1-2-7 15</inkml:trace>
  <inkml:trace contextRef="#ctx0" brushRef="#br0" timeOffset="-164964.05">5466 3751 51 0,'0'0'22'0,"0"0"4"15,0 0-6-15,0 0-11 16,0 0-5-16,0 0-3 15,0 0-1-15,-8 4 0 16,8-3-1-16,4 3 2 16,4 2 0-16,-2-3-1 15,3 3 0-15,-2-2 0 0,4-3 0 16,0 1 0-16,-3-2 0 16,5 0 1-16,1-12 4 15,3-2 9-15,2-7-1 16,1-5-2-16,6-4-3 15,2-4-3-15,4-8 0 16,6-8 0-16,5-5-1 0,5-5 0 16,6-4-1-16,4-5-2 15,3-1 0-15,3 2-1 16,1 1 0-16,0 4-8 16,-7 4-135-16</inkml:trace>
  <inkml:trace contextRef="#ctx0" brushRef="#br0" timeOffset="-162210.23">20821 7238 1 0,'3'-2'2'0,"-2"-1"3"0,2 0 21 0,0 0 3 15,-3 1-4-15,0-1-5 16,1 1-4-16,1-2-4 15,0 1-6-15,0 0-1 16,2 2-3-16,-4 1-2 16,2 0 0-16,-2 0 0 15,1 0 1-15,0 0 1 16,0 0 0-16,1 1 1 0,-1 5-1 16,0-2 0-16,3 0 0 15,-2-1 0-15,1 0-2 16,2 0 0-16,2-3 0 15,-1 0 0-15,2 0 0 0,0 0 2 16,1-7 4-16,3-2 3 16,3-2-2-16,0-2 0 15,5-2-1-15,-2-2 2 16,6 1 3-16,0-4-1 16,2 1 1-16,1 1 0 0,0 1-2 15,-2 0-4-15,0 6-2 16,-4-1-2-16,-1 2-1 15,-4 3 1-15,-4 3-1 16,0 1 0-16,-7 0 0 16,1 2 2-16,-2 1-2 15,-1 0 0-15,1 0-3 0,-2 0-3 16,-1 4-16-16,-1 2-15 16,0-5-39-16</inkml:trace>
  <inkml:trace contextRef="#ctx0" brushRef="#br0" timeOffset="-156176.28">4566 10994 9 0,'0'-3'49'0,"0"-1"-46"0,0 1 3 15,0 0 0-15,0 2-3 0,0-3-2 16,0 3 0-16,0 0 3 16,0-2-1-16,0 3 1 15,0-3 3-15,-2 2 0 16,2-1 2-16,-2 1-1 16,2 1-4-16,-2-3-3 0,0 3 1 15,1 0-2-15,-3 0-1 16,2 0 2-16,-5 0 0 15,0 0 0-15,0 0 2 16,-1 0-2-16,-1 0 0 16,-3 4 1-16,1 1 1 15,1 0 0-15,-4 1 2 0,3 2-2 16,-3 0 0-16,1-1 1 16,2 1-1-16,-1 1-2 15,0-1-1-15,2 2 0 16,-1 2 0-16,0-1 1 0,1 2-1 15,2-2-1 1,-1 1 2-16,3 0-1 0,-2 1 0 16,4-3 0-16,-2 3 0 15,1 1 0-15,1 1 0 16,-1 2 0-16,-2 2 1 16,0 1-1-16,3 3 0 0,-4-1-1 15,3 0 2-15,-2 2-2 16,2 0 1-16,-1-3 1 15,-1 1-1-15,1 0 0 16,-1 0 0-16,2 0 0 16,-3-1 0-16,1 1 0 0,1 1 0 15,0-3 2-15,-2-1-2 16,5 0 0-16,1-2 2 16,0-1-2-16,2-2 1 15,0 0-1-15,0-1 0 16,6-2-2-16,1 1 2 15,1-1 1-15,2 0 0 16,-1 1-2-16,3-1 4 0,-2 0-3 16,2-1 1-16,3-1-2 15,-2 1 2-15,1-2-1 16,0 1 0-16,0-1 0 0,-1 2 1 16,1-1-1-16,0 1 1 15,-1 1-1-15,-1 0 0 16,-1 2 1-16,2 1-1 15,-3 1 1-15,0 3-1 16,1-1-1-16,-1 4 3 0,-3-1-1 16,1 1 1-16,-4 4-1 15,2-3-1-15,-2 4 3 16,-2-2-1-16,-2 3 0 16,0 0 1-16,0-1-1 15,0 1 1-15,-2 1 0 0,-7 0-3 16,0 2 1-16,-4 2 1 15,-3-1-2-15,1-3 2 16,-2 2 0-16,2-1 1 16,-1-2-1-16,1-2 1 15,-1-2-2-15,1-2 0 0,-2-1-1 16,2 0 1-16,-3-2 0 16,0-1-1-16,0 2 1 15,0-2-1-15,3 0 0 16,-3-2 0-16,1 0 1 15,2-3-1-15,1 0 0 16,1-4 2-16,3 1-2 0,-1-5 1 16,1 2-1-16,0-3 1 15,5-1-1-15,-1 0 1 16,1-1-1-16,4 0 1 16,-1-1 0-16,2 0-3 15,0 0-3-15,0 0-2 0,0 0 3 16,2 0 4-16,4 0-2 15,0 0 2-15,-1 0 0 16,5 0 0-16,0 2 0 16,-2 0 2-16,3 2-4 15,1 1 4-15,-1 2-2 16,2-1 0-16,-1 3 0 0,1 1 1 16,1 0-1-16,-3 2 0 15,0 0 0-15,3-1 0 16,-2 2 0-16,0 1 0 15,1 0 0-15,-2-1 0 0,1 0 0 16,-4 4 0-16,1-3 1 16,1 3-1-16,-4 0 0 15,1 0 1-15,-3 2-2 16,0-2 3-16,-2 1-4 16,-1 0 4-16,0 1 0 15,1 1-1-15,-2 0 0 0,0 1-1 16,0 3 1-16,0 2 0 15,0 0 0-15,-4 2 1 16,-2 0-1-16,0 2-1 16,-1 3 1-16,-3 1-1 15,2 0 1-15,-1 5-2 0,-2 0 2 16,0 4 0-16,2-2 0 16,2 0-1-16,-2-1 0 15,2 1 0-15,1-4 0 16,-3 4 0-16,0 2 1 15,2 1-1-15,0 1 0 0,-1 2 0 16,2-3 1-16,0 0-1 16,0 0 0-16,3 0 0 15,-1 0 0-15,2 2 1 16,-2-1-1-16,3 2 0 16,-1-4 0-16,2-3 2 0,0-3-2 15,0-1 0-15,0-3 0 16,3 1 1-16,5-1-1 15,-1 1 0-15,3 1 0 16,2-2-1-16,1 3 1 16,1-2 0-16,1-2 0 0,1 0 0 15,2-3 0-15,2 1 0 16,1-1 0-16,0-2-2 16,2-2 2-16,-1-1-1 15,1-1-1-15,-1-3 1 16,0-2 2-16,-1-5-2 0,-4 1 3 15,3-4-1-15,1 0 0 16,-3-3 4-16,4 0 0 16,1-2 0-16,0 0-5 15,0 0 4-15,2-2-2 16,2-1 0-16,0 0-3 16,0-1 2-16,1-1 2 0,1 0-2 15,2 0-1-15,-2 0-19 16,-4-14-57-16</inkml:trace>
  <inkml:trace contextRef="#ctx0" brushRef="#br0" timeOffset="-150073.55">8227 10720 63 0,'-2'0'6'0,"0"0"10"0,0 0-11 16,2-2 1-16,-1 1-5 0,0-1-1 16,1 0 2-16,0 0-1 15,-2 2 0-15,1-1 1 16,-1 1 2-16,0-2-2 16,0 2-1-16,-1-1 0 15,-1-1 0-15,1 1-1 0,-3 1 0 16,1-3 0-16,-1 3 1 15,-1-1-1-15,-5-1 1 16,2 1 4-16,-1 1 8 16,-5 0-3-16,3 0 0 15,-1 0-1-15,-1 0-4 0,3 0 0 16,-1 3-3-16,1 1-3 16,-1 3 1-16,0 0 0 15,-1 0 0-15,-1-1-5 16,-1 4 9-16,3-4-1 15,-1 1-2-15,1 0-1 0,-1 1 0 16,-1 1 1-16,4 2-2 16,-3-1 1-16,3-1 0 15,-2 2-1-15,2-1 2 16,2 1 0-16,-3-1-1 16,1 2 1-16,-3 0-1 15,1 0 2-15,-2 1 1 0,-1 0-1 16,-2 1 1-16,2 3-1 15,1-3 1-15,2 0-3 16,0 2 1-16,1-2 2 16,1 0-3-16,2 0 0 0,-3 3 2 15,1-5-4-15,0 5 4 16,2 0-2-16,-1-1-2 16,-1 2 2-16,3 0 2 15,-1 0-4-15,3 1 2 16,-2-2 0-16,2 2 0 0,2-1 0 15,1-1 0-15,1 2 0 16,2-1 2-16,-2-1-2 16,2 3 0-16,-2-3 3 15,0 4-2-15,2-3-1 16,0-1 0-16,0 2 0 16,0 0 0-16,0-1-2 0,0-1 2 15,0 2 1-15,0-1-1 16,0-1 1-16,2 1-1 15,2 2 2-15,-1-1-2 16,3 0 0-16,-2 0 1 0,0-1 0 16,2 1-1-16,0-2 0 15,-1 1-1-15,3-2 1 16,0 0-1-16,-1 0 0 16,3-2 1-16,-1 0 1 15,-1-1-1-15,2 1-1 0,1-3 0 16,1 1 0-16,-2-1 0 15,3 0 0-15,-1-2 0 16,1 1 1-16,-1 0 1 16,-1 0 1-16,3 1-1 15,-3-1-1-15,1 0 0 0,2 3 1 16,-1-1-1-16,4-1 0 16,-4 0-2-16,5-2-1 15,-3 2 0-15,1-3 6 16,1 0-3-16,0 0 4 15,0-1-3-15,1 0 0 0,-3-1 0 16,2 1 2-16,1 0-3 16,-1 0 2-16,0-2-1 15,2 2 1-15,-1-2-2 16,1 1 1-16,0 0 0 16,1-1-1-16,-2 1 0 15,2-2 0-15,0 2 0 16,-2 0 0-16,2-1 1 0,-4 1-1 15,4-2-1-15,-2 3 2 16,0-4-1-16,2 2 0 16,1-1 0-16,2-1 1 15,0-2-1-15,0 2-1 0,1-2 2 16,-2 1-1-16,1-1 1 16,-1 1-1-16,0-1 1 15,0 3-2-15,-1-1 2 16,0 0 1-16,0 0-2 15,-1 1 0-15,1-1 0 0,-1 1 1 16,4-1-1-16,-1 1 0 16,-2-2 0-16,4 0 1 15,0 0-1-15,0-1 1 16,-2-1-1-16,3 0 0 16,0 0 0-16,1 0 0 0,0 0 2 15,2 0 3-15,-2 0 1 16,0-2-3-16,2-3 0 15,0 1-1-15,-3-2 0 16,4-1 0-16,-1 2-1 16,0-3 0-16,0 1 0 0,0 0 0 15,-2-1 0-15,2-2-1 16,-2-1 1-16,2-1 0 16,0-2 0-16,0-1-1 15,1-3 2-15,-1 0 0 16,-2-1-1-16,-1-1 1 0,0-1-2 15,-3 1 0 1,-2-2 0-16,0 2 1 0,-2 0 0 16,1-2-1-16,-1-1 1 15,0 0 0-15,0-2 0 16,0-2 0-16,-1-1-1 0,-1 0 1 16,-1 0 0-16,-5-1-1 15,0-1 2-15,0 3-2 16,-2 0 1-16,-3 0 3 15,2 0 2-15,-4 1 1 16,-2 1-1-16,1-2-1 0,-3 1-2 16,0-2-1-16,0-2-1 15,-4 2 0 1,-1-1 0-16,-2 1 0 0,-2-1 0 16,0 1 1-16,-4 4-2 15,2 1 1-15,-4 0 1 16,1-1 2-16,-1 3-2 15,0 1 0-15,0-3 2 0,-3 1-4 16,-4-4 1-16,4 2 0 16,-5 0-2-16,0-2 2 15,-1 1-1-15,2-1 0 0,-5 3-1 16,0 2 1-16,0-1 1 16,-1 4 0-16,1-2 0 15,-2 5 0-15,2 0-1 16,0 0-1-16,-1 2 2 15,0 2-1-15,-1-2 1 16,2 2 1-16,0-1-3 16,0 1 2-16,1 0 0 0,2-1-1 15,1 3 1-15,-2-1-1 16,1 2-3-16,1 1 1 16,1 3 0-16,0 1-1 15,1 0 3-15,0 3 1 0,0 0-5 16,-2 0 7-16,2 0 0 15,0 0-3-15,-3 0 2 16,3 0-1-16,0 0-1 16,-2 0 1-16,0 0-1 15,-2 0 1-15,2 0-1 0,-2 0 0 16,0 0 0-16,-2 0 0 16,0 0 0-16,-2 0-2 15,0 3 0-15,0 3-2 16,0-1 6-16,0 1-2 15,1 0 2-15,1 0-1 16,4-1-1-16,-2 1 0 0,3 0 0 16,2 1 1-16,-1-1-1 15,4 0-1-15,1 0 1 16,3 1 0-16,1 2-3 16,6-2-21-16,2-3-40 0,2-4-47 15</inkml:trace>
  <inkml:trace contextRef="#ctx0" brushRef="#br0" timeOffset="-149061.43">8871 9934 182 0,'0'-2'-9'0,"0"-6"29"0,-2 5 2 16,-1-1-11-16,0 0-6 16,2 2-4-16,-1 1 1 15,0 1-1-15,0-3 0 16,-3 3-3-16,0 0-1 15,1 0 1-15,-3 0 0 0,1 0 4 16,-1 6 0-16,0 0-2 16,0 1 3-16,1 1-2 15,0 2-1-15,1 0 0 16,0-1 0-16,1 1 0 0,1 1-1 16,-1-1 1-16,-3 1 0 15,3 2 0-15,0 1-3 16,-3 0 3-16,2-2 0 15,0 5 1-15,2-3-1 16,0 3-1-16,1 0 1 0,2 0 0 16,0 0-2-16,0 0 1 15,0-1-1-15,0 1 1 16,5-1-1-16,1-2 1 16,0-2 2-16,4-1 0 15,-2 0-1-15,2-3 0 0,3 0 0 16,0-1 1-16,1 0 0 15,1-2-1-15,-1 1 1 16,4-2-1-16,0-1 1 16,-1-3 0-16,0 0 1 15,-1 0 1-15,1 0 0 16,-2 0 1-16,-1-5 3 16,-1-3-2-16,3 1 1 0,-3-2 0 15,3 0-3-15,-3-3-1 16,0 0 0-16,1-1 0 15,-3 0 1-15,-3-1 0 16,0 0-2-16,-2-2 1 0,-1 2 0 16,-3-3 7-16,0 1 3 15,-2 2-2-15,0-2-5 16,0 2 10-16,0-3-12 16,0 2-1-16,-2 0-1 15,-4 1 1-15,1-3-1 0,-5 4 0 16,0-2 0-16,-1-1 0 15,-3 0 0-15,-1 2-1 16,-3-1 2-16,2-1 0 16,-4 3 0-16,0-1 0 15,-2 1 0-15,-3 2-1 0,-2 2 0 16,0 5-1-16,-2 4-5 16,0 0 2-16,-2 11-34 15,-1 4-25-15,1-4-84 16</inkml:trace>
  <inkml:trace contextRef="#ctx0" brushRef="#br0" timeOffset="-144905.2">11534 10731 60 0,'-2'0'3'0,"1"0"8"0,1 0 5 0,-3-3-2 16,3-1 2-16,0 0-4 16,0 1 1-16,-2-1-5 15,0 2 1-15,0 2-6 0,0-1 0 16,-1-1 0-16,1 2-4 16,-4-1 2-16,1 1 1 15,-2-3 2-15,0 3 2 16,-1-3 6-16,-1 2 2 15,-1-1-5-15,-1 0-3 16,0 0-2-16,0 2-4 0,-2 0-1 16,-1 0 0-16,-1 0 3 15,-1 3-2-15,1 1-1 16,-1 2 3-16,1 0 0 16,0-1-2-16,0 3 1 0,-1 0 1 15,-2 2-2-15,1 1 2 16,2 2 0-16,0 0-2 15,0 2 0-15,-1 1 0 16,3 2 0-16,-1 2 0 16,3 0-1-16,-4 3 1 0,3-2-1 15,-1 1 0-15,-1-1 2 16,3 0-1-16,1-2 1 16,-2-1 2-16,3-1-1 15,-1 2 0-15,2-2 1 16,-1 1-2-16,3 3 0 15,-2 1-1-15,2 0 1 16,-2 1-1-16,3 1 0 0,-1 1 1 16,3-1-1-16,-1 1 1 15,-2-1-1-15,3-1 3 16,0 1-2-16,1 0 1 16,2-4 1-16,0 4-2 0,0-4-2 15,0 3-1-15,2-2 5 16,3 2-4-16,4 1 2 15,-3-2-1-15,3 3 2 16,-3-2-2-16,3 1 0 16,1-3-2-16,1 3 1 0,-1-3-2 15,3 0 2-15,0-2 0 16,1-2 1-16,1-1-1 16,3-2 2-16,-3 3-1 15,3-2 2-15,-1 0-1 16,0 1 2-16,1 1-3 0,-1 0 0 15,2-3 2-15,1 3-2 16,-2 0-6-16,4-3 7 16,3 2-3-16,-5-1 1 15,4-2 1-15,1 1 2 16,-1-1-1-16,0 0 2 16,3-2-3-16,0 2 2 0,1-3-2 15,0 1 0-15,2-2 0 16,1 2 0-16,-2-3 0 15,0-1 0-15,0-1 2 16,2 0-3-16,-3-1 2 16,0 0 0-16,0-3-2 0,0 1 1 15,-1 1 1-15,1-3 0 16,-1 1-1-16,0-1 0 16,-1-1 2-16,0 0-1 15,-1 0 0-15,1 0 1 0,1 0-1 16,-2 0-1-16,1 0 0 15,2 0 0-15,-1 0-3 16,2-6 5-16,-1-1-2 16,1 0 1-16,-2-1-1 15,2-2 3-15,-2 0-2 0,0-3-1 16,-1 2 1-16,0-2-1 16,-1 0 0-16,0 0 2 15,-2-1-2-15,0 1 2 16,1-1 3-16,0-1-3 15,-3-1-1-15,1 0 1 0,-2-1-1 16,-2 0 1-16,-2-1-2 16,-3 2 1-16,-2-1 2 15,-2-3-2-15,2-1 2 16,-2-3 1-16,1-2-1 16,1-4-2-16,0 0 1 15,2-1-1-15,-4-4-1 0,-2 6 1 16,2-1 0-16,-5-1 0 15,-4 4 1-15,0-1 1 16,0 2 3-16,0-1 3 16,-7 0 0-16,1-1-3 15,1 1-1-15,-3-1-3 16,1-1 0-16,-3-2-4 0,0 4 4 16,-2 0-2-16,1-1 1 15,-2 1 0-15,-1 1 2 16,3 0-1-16,-2 1-1 15,-3-1 0-15,3-1 1 0,-3 2-1 16,3-1-6-16,-5 1 5 16,1 0 0-16,0 3 4 15,-4-1-3-15,3 3 0 16,-1 0-1-16,-1 2 1 16,2 1-1-16,0 0 2 0,-1 3-2 15,2 1 0-15,-3 0 0 16,1 0 0-16,0 0-2 15,0 2 1-15,-2 1-4 16,-3 2 6-16,3 0-2 16,-3 1-3-16,0 0 5 0,1 3-2 15,0 0 3 1,2 1-4-16,0 0 2 0,-2 0-4 16,0 2 6-16,0-1-2 15,0 1-2-15,-1 1 0 16,2-1 4-16,-3 1-9 15,0 0 4-15,-1 0 0 16,-2 0 7-16,1 0-6 0,0 0 2 16,2 1 0-16,0 2-2 15,2-2 3-15,0 2 0 16,2-2-1-16,-1 3 0 16,-1-1-1-16,0 1-1 15,0 1-1-15,-1-1 2 0,2 1 0 16,-5 0 1-16,3 1 0 15,-3 0 0-15,1 1-2 16,0 0 1-16,2-1 1 16,1 1-2-16,1-1 3 0,2 3-3 15,-1 0 0-15,2-1 4 16,-1 3-4-16,-1 1-2 16,4 2 2-16,-5-1 2 15,6 0-3-15,-4 1 3 16,2 0-2-16,2 3 3 15,0-2 0-15,1 3-2 0,-1 0 1 16,3 1 0-16,0 1 0 16,1 1-2-16,2-1 1 15,1 0-1-15,1 0 1 16,-1 0 0-16,1 0 1 16,0-1-1-16,2 1 1 0,-3 0 0 15,1 1-1-15,3-1 0 16,-3 1 1-16,2-1 0 15,2 3 0-15,-2-3 0 16,1 3-1-16,0-2 1 0,1 3 1 16,1-1-1-16,-1-2-1 15,2-1-1-15,-1 0 1 16,3-1 0-16,0-1 0 16,0 2 0-16,0-3 1 15,0 0-1-15,5 3 0 0,-1-2-1 16,3 2 2-16,0-1 0 15,0 2 0-15,0-1 0 16,1 0 0-16,0-2-1 16,2 2 0-16,-1-1 1 15,2-1-2-15,1 0-1 16,-1 0 3-16,2-1 0 0,0-2 0 16,1 0 0-16,-1 0 0 15,1-2 0-15,1 1-1 16,-2-3-1-16,2 2 2 15,0-2-1-15,1 2 1 0,2 0 1 16,-1-2 1-16,0 2-4 16,0-2 0-16,3-2 1 15,-2 1 0-15,2 0 3 16,0-3-2-16,-2 0-1 16,4 3 1-16,1-3 0 15,-2 0-1-15,4 2 2 0,0-2 0 16,0 1 0-16,-2 2-1 15,2-3 0-15,-2-1-1 16,2 1 1-16,-3 0 0 16,3-1 0-16,-3 0 0 0,1 1 0 15,1-3 0-15,-1 2 1 16,-1-2-3-16,2 2 3 16,1-1 0-16,-5 0-1 15,4 0 1-15,-1-2-1 16,1 1 0-16,-1-1-1 15,1 0 1-15,-2-2 0 0,2-1 1 16,0 0-3-16,-3 0 3 16,2 0-2-16,0 0 1 15,-2 0 1-15,2-4 2 16,0 1-3-16,-1-2 0 16,0-1 0-16,1-1 0 0,0-3 0 15,-1 0-2-15,-4 0 4 16,1-1-2-16,1-2 0 15,-3 2 1-15,3-4 0 16,-3 1-1-16,2-1 2 16,2-1-4-16,-2-1 2 0,3-1 0 15,-3 0 0-15,4 0 0 16,-4-2 0-16,0 2 2 16,-1-1-2-16,-1 1 1 15,-3 1-1-15,-3-2 0 16,-1-1 1-16,-3-1 0 15,-1-2-1-15,-2 0 1 0,0-4 0 16,2-1-1-16,0 0 1 16,-2 0-1-16,3-1 0 15,-4 2 1-15,1 0-1 16,0 3 0-16,-4 0 1 16,0 1 0-16,0 0 0 0,-2 3 3 15,-4-2-1-15,1 0-1 16,-3-2 1-16,3 0 0 15,-4 0 1-15,4-3-4 16,-4 6 2-16,-1-4 0 16,0 4-1-16,-1-1-1 0,-1 2 2 15,-1 1 0-15,0-1 3 16,0 3-3-16,1 0 0 16,-1-1-1-16,2 1-1 15,0-2 1-15,-3-1-1 16,1 1 1-16,-3-3-1 0,1 2 0 15,-1 0 1-15,-1 2-1 16,0-2 0-16,0 2 3 16,-3 3-2-16,1-2-1 15,-2 3 0-15,0 3 0 0,-2-1-1 16,-2 0 1-16,0 2 1 16,0 1-2-16,0 1 3 15,-2 2-3-15,2 2 0 16,-1-1-1-16,1 5-3 15,1 0 3-15,-3 0-5 16,2 0 4-16,-4 0 1 0,2 0 1 16,-2 2-2-16,1 1-5 15,-5 0 8-15,3-1-1 16,3 1 6-16,0-3-6 16,-2 3 3-16,3-3 1 15,1 0-3-15,2 0 0 16,-1 0 0-16,0 0 0 0,-1 0 0 15,-1 0 0-15,2 0 0 16,0 0-3-16,-1 0 2 16,-1 3-1-16,5 3 0 15,-1 1-2-15,-2 1 3 0,5 2-1 16,0 0 0-16,1 0 2 16,3 1 0-16,1 2-1 15,3-2 1-15,1 2 0 16,1 1-1-16,-1 1 1 15,2 0-1-15,0 2 1 0,3 2-1 16,-4-1 1-16,3 5 0 16,-4 0-1-16,2-2 1 15,1 3 1-15,-4-1-1 16,2-2 0-16,2 1-1 16,-2-1 2-16,2 0-2 15,1 0 1-15,3-1 0 0,1 4-1 16,0 0-9-16,2-1-13 15,0-6-37-15,0-9-71 16</inkml:trace>
  <inkml:trace contextRef="#ctx0" brushRef="#br0" timeOffset="-140287.33">11312 10358 2 0,'0'-3'4'0,"-1"1"-2"0,1-1-2 0,0 1-1 16,0 0 0-16,0 2-3 0,0-3 2 15,0 2 2-15,0 1 0 16,0-3 0-16,0 3 0 15,0 0 0-15,-2-1 0 16,2-1 2-16,-2 2 5 0,0 0 1 16,-3-1 1-16,3 1-1 15,0-2-1-15,0 1 0 16,0 0 4-16,-1 1 0 16,1-2-4-16,1 1 0 15,0-1-3-15,-2 2 0 0,3 0 0 16,-2-1-1-16,0 1-2 15,0-2 2-15,0 2 3 16,1 0-4-16,-1 0 1 16,1 0-2-16,0-1 0 15,1 1-1-15,0 0 1 0,-2-1-1 16,2-1 0-16,-2 2 2 16,0 0 4-16,0-1 7 15,2-1 8-15,-2 2-5 16,1-1-3-16,0 0-1 15,1 1-4-15,0-2 0 16,0 2-3-16,0 0 0 0,0 0 1 16,0 0-1-16,0 0-2 15,0 0-2-15,0 0-2 16,0 0-2-16,-1 0 7 16,1 2-3-16,0 2 0 15,0 1 0-15,0 1-1 0,0 1 0 16,0 0 1-16,0 1-1 15,0 1 0-15,0 0 0 16,0 0 0-16,0-1 2 16,0 0-4-16,0 1 2 15,0-1 2-15,0 0-2 16,0 1 0-16,0 0 0 0,0 0 0 16,1 1 0-16,0-3 0 15,0 1 1-15,1-1-1 16,0-4-1-16,2 1 1 15,-2-1-2-15,1-1 0 16,1 1 1-16,0-2-2 0,1-1 0 16,-2 0-1-16,1 0 6 15,0 0-2-15,-2 0 7 16,1 0-4-16,1-5 2 16,0-1 0-16,2-1-1 0,0-1-3 15,-1 0 1-15,1-2-1 16,-2 0-1-16,1 0 2 15,2-1-2-15,-3-1 1 16,1 1-1-16,1-2 0 16,0 3 1-16,2-3-2 15,-1 2 1-15,1 1 0 0,-3 2 0 16,-1 0-1-16,0 4 1 16,0 0 0-16,-2 1 0 15,-1-1 0-15,0 4 1 16,1-2-1-16,-2 2 1 15,0 0 0-15,0 0-1 0,0 0-1 16,0 0 2-16,0 0-1 16,0 0 0-16,0 0 0 15,0 0 1-15,0 0-3 16,0 0 0-16,0 0-4 16,0 2 5-16,2 2 2 0,-2 3 2 15,2 0-2-15,-2 3-1 16,2 0 2-16,-1 1-2 15,1 2 0-15,2 0 1 16,-2 1-2-16,2 2 1 0,-2 1 0 16,1 0 0-16,-1 1 1 15,-1 0-1-15,-1 3 0 16,0 0-1-16,0 0 2 16,-1 2-2-16,-6 1 1 15,-3-1 1-15,1-3-1 0,-3-2 0 16,-1-2 0-16,2-3 1 15,-2-2 0-15,3-2-1 16,2-2 1-16,-4-3 0 16,3 0-1-16,1-4 1 15,-2 0 0-15,1 0 0 0,1 0 1 16,1 0-1-16,0-4 2 16,1-2-3-16,3-2 1 15,-1 1 1-15,0-2 1 16,1 1-4-16,1 1 3 15,0 1 2-15,-1 0-3 16,3 2 0-16,0 1-1 0,0 0-5 16,0-1 7-1,0 2-4-15,0 0-1 0,0-1 5 16,6 0-4-16,-1 3 3 16,2 0-1-16,-1 0 0 0,4 0 0 15,1 0-1-15,0 1-7 16,3 4-14-16,-3-4-40 15,-1-1-123-15</inkml:trace>
  <inkml:trace contextRef="#ctx0" brushRef="#br0" timeOffset="-139583.08">11825 10420 83 0,'-6'1'2'0,"-1"-1"19"0,1 0-15 0,1 0-2 0,1 0-1 15,1 0 0-15,1 0 4 16,0 0 10-16,0 0-1 15,2 0 10-15,0 0-4 16,0 0-1-16,0 0-11 16,0 0-12-16,0 0 1 0,4 0 4 15,2 0-1-15,4 0-2 16,1 0 1-16,4-2 0 16,-1 2 2-16,2-2-1 15,2-1 0-15,2 1-1 16,-2-2 1-16,2-1 2 0,-3-1 1 15,-1-1-2-15,0 2 0 16,-2 0-1-16,-1 0 1 16,-1 2-2-16,-2 1 0 15,-3 2 1-15,2 0 0 16,-6 0-7-16,-1 3-19 0,-2 2-35 16,0-1-12-16</inkml:trace>
  <inkml:trace contextRef="#ctx0" brushRef="#br0" timeOffset="-138672.11">12174 10176 88 0,'0'0'2'0,"0"0"24"0,0 0-10 0,0 0 1 16,0 0-8-16,0 0-8 15,0 0 0-15,0 0 0 16,0 0-2-16,0 0 2 15,-6 5 5-15,6 4-2 16,0 5-2-16,0 0-2 0,0-1 1 16,0 3-1-16,4-5 0 15,1 2 0-15,-3-3-1 16,3-2 2-16,-1 0-2 16,1-3 2-16,1 1-1 0,0-2-1 15,0-1 0-15,0-2 1 16,0-1 0-16,1 0 0 15,2 0 4-15,-1-1-1 16,2-6 7-16,-2 0-7 16,2-4 1-16,-1 0-2 15,-2-1 0-15,1-3 0 0,-2 1 0 16,0 0 2-16,-4-2 0 16,0 2 0-16,-1 1-1 15,0 1 0-15,-1 1-1 16,0 3-1-16,0 4 1 0,0 1 2 15,0 2 1-15,0 1-2 16,0 0-3-16,0 0-5 16,0 1 2-16,0 6 3 15,0 3 6-15,0 3-5 16,0 0-1-16,3 1 0 16,1 0 0-16,0 3 0 0,1-1-1 15,2 0 1-15,-3 0 0 16,1 1 0-16,1-1-1 15,-1 0 2-15,2-1-1 16,-5 2 0-16,2 1 1 16,-1 0 0-16,1-1-3 0,-4 3 3 15,0-2 0-15,0 3 1 16,-2-1-2-16,-4-4 1 16,-1-2 0-16,-1-1 0 15,2-4 2-15,-3-2-1 16,1-3 0-16,0-1 3 15,-1 0 0-15,0-3 3 16,3 0 3-16,-4-3-6 0,4-4 2 16,-2-3-5-16,3-2 1 15,0 1 1-15,1-2-1 16,4 1-3-16,0 0 0 16,0-1 0-16,0 3-1 0,9-2 1 15,-2 0-6-15,1 2-22 16,-1-1-24-16,-3-2-42 15</inkml:trace>
  <inkml:trace contextRef="#ctx0" brushRef="#br0" timeOffset="-138017.73">12203 9986 74 0,'0'0'4'0,"0"0"17"0,0 0 7 16,0 0-10-16,0 0-3 15,0 0-1-15,0 0-1 0,0 0-2 16,0 0-4-16,-7-36-3 15,6 32-2-15,1 1 1 16,0-3-1-16,0 2 3 16,-2-1-2-16,2 0 4 15,-1-2-2-15,-1 1-1 0,0 0-1 16,0 1-1-16,0-2 0 16,0 1-2-16,1 2 1 15,0-2 0-15,0 4-1 16,-1 0 4-16,2-1 2 15,0 3 2-15,0 0-5 0,0 0-5 16,0 0-5-16,0 0 3 16,0 3 5-16,3 1 2 15,3 3-3-15,-2 0-2 16,1 3 2-16,1-2 2 16,1 3-1-16,2 1-2 0,-3-3 4 15,3 4-3-15,3-2 0 16,-1 1 0-16,0 0 0 15,3 0 0-15,-1-1-15 16,0-1-32-16,-1-3-36 0</inkml:trace>
  <inkml:trace contextRef="#ctx0" brushRef="#br0" timeOffset="-137568.95">12532 9987 97 0,'0'0'2'0,"0"0"15"0,0 0 0 0,40 1-4 15,-26 1-1-15,-1 5-5 16,3-2 0-16,-3 4-3 16,1 2-1-16,-3 2-2 15,0 0 5-15,1 1-2 16,-2 3-1-16,-3 0 3 0,2 4-1 15,-2 1-3-15,-3 2 3 16,-2 2-1-16,-2 2 3 16,0-1-4-16,0 2 0 15,-4 0 0-15,-5 1-3 16,-6 3 3-16,-6 2-1 0,-1 5-1 16,-7 0-3-16,-3-1-17 15,-6-5-80-15</inkml:trace>
  <inkml:trace contextRef="#ctx0" brushRef="#br0" timeOffset="-136687.45">11198 10106 70 0,'0'0'3'0,"0"0"7"0,0 0 6 0,0 0-1 16,0 0-3-16,0 0-1 16,0 0 2-16,-39-10 0 15,35 10-4-15,-1 0-1 16,2 0-3-16,0 0-3 16,-1 0-1-16,-2 3-1 0,0 3-1 15,0 1 2-15,1 4-1 16,-1-1 0-16,1 1 0 15,-4 2 0-15,2 3 0 16,-1-3 0-16,3-1 0 16,-1 1 0-16,-1 4 0 15,4-5 0-15,-1 3-1 0,-2 2 0 16,1 0 2-16,-1 0-1 16,2 2 1-16,0-1-2 15,2-1 2-15,-2 2-1 16,3-2 0-16,0 1 0 15,1 1 0-15,0 1 0 0,0 1 2 16,0-1-1-16,0 3 1 16,0-1 1-16,0 0-1 15,0-1 0-15,3 0 1 16,2-4 0-16,2 2 1 0,2-3-3 16,4 0 0-16,4-3 0 15,1-3-14-15,3-6-61 16</inkml:trace>
  <inkml:trace contextRef="#ctx0" brushRef="#br0" timeOffset="-136065.29">13042 11726 214 0,'0'0'4'0,"0"0"-5"0,0 0-21 0,0 0 19 0,0 0-11 15,0 0 3-15,0 0 9 16,0 0 4-16,0 0-1 16,0 0-1-16,0 0-22 0,0 0-20 15,0 0-13-15</inkml:trace>
  <inkml:trace contextRef="#ctx0" brushRef="#br0" timeOffset="-135740.28">12964 11874 119 0,'0'0'4'0,"0"0"1"16,0 0 7-16,0 0-2 16,0 0-1-16,40 2-2 0,-24-2-1 15,0-2-1-15,3-3-2 16,-1 0 1-16,-1 1-3 15,2-1 0-15,-4 2 0 16,1 0 0-16,-1 1-1 16,-1 1-9-16,-5 1-16 0,-2 0-9 15,-3 0-28-15</inkml:trace>
  <inkml:trace contextRef="#ctx0" brushRef="#br0" timeOffset="-135582.14">13124 11948 148 0,'0'0'10'0,"0"0"-6"16,0 0-12-16,0 0 9 15,0 0 6-15,0 0-3 16,54-27 3-16,-33 13-5 0,2-2-3 16,2-2-63-16</inkml:trace>
  <inkml:trace contextRef="#ctx0" brushRef="#br0" timeOffset="-132102.14">10608 11056 78 0,'-3'0'4'0,"3"0"-1"0,0 0 0 0,-2-3-2 0,2-1 0 16,-2 1 1-16,0 3 0 15,-1-2 0-15,1 1 1 16,-2 1 7-16,0 0 9 0,1 0-1 16,1 0-1-16,0 0-9 15,0 0-5-15,-3 0-2 16,3 0 0-16,1-1 0 15,-3 1-1-15,-1 0 3 16,0 0 3-16,0 0 0 16,-2 0 0-16,0 0-1 0,-1 2 3 15,1 2-5-15,-3 2-1 16,1-2 3-16,1 3-1 16,-1-3 3-16,0 2 1 15,2-2-3-15,-1 3 2 16,1-1-1-16,-2-1-3 0,4 1-2 15,-2 1-1-15,3 0 0 16,-3 2 2-16,2 2-2 16,1-2 0-16,-2 2 0 15,3-1 0-15,-3 1 0 16,2-1 0-16,2 0 0 0,-2-1 0 16,2 1 0-16,0-2 0 15,-2 2 0-15,2 1 0 16,-1 1 0-16,1 2 0 15,-4 2 0-15,2 0 0 16,1 2 0-16,-4 2 0 0,3-2 0 16,1 2-2-16,-1-1 2 15,0 2 0-15,1-1 2 16,1 0-2-16,0-1-2 16,-1 1 4-16,-1 2-2 15,2 0 0-15,1 2 0 0,-1-1 0 16,0 1 0-16,2-1 0 15,-2 1 0-15,2-2 0 16,-2-1 0-16,1-3 0 16,1 1 0-16,-1-3-2 15,1-1 2-15,0-1-1 0,0-1 1 16,0 2 0-16,2-3 0 16,4 1-2-16,-3-2 4 15,6 1-4-15,-4-1 4 16,3 2-4-16,-2-3 4 15,4 1-2-15,-5-1 0 16,5-1-2-16,-3 2 4 16,2-4-4-16,0 3 0 0,0-2 2 15,0 1 0-15,2-1 2 16,0 0-2-16,-4-1 0 16,5 2-1-16,-4-1 2 15,1-1-3-15,2 0 1 0,-2 0 0 16,-2-3 0-16,4-1 2 15,0 1 0-15,-2-1-1 16,0 0 0-16,2 1 1 16,0-1 0-16,-2 0-2 15,1-2-2-15,2-1 3 0,0 2 0 16,-1-2-1-16,0 0 1 16,-1 0 1-16,1 0-2 15,1 0 1-15,0-2-4 16,1-3 6-16,1-1-3 15,-1 0 1-15,0-1 2 16,1-1-1-16,-1-1-1 0,-2-1-1 16,-1 2 5-16,0-2-4 15,0 1 0-15,-3 0 1 16,1 0-1-16,-3 0 0 16,4 2 0-16,-5-1 0 15,2 0 1-15,1-3-1 0,-3 4 0 16,4-3 1-16,-3 0-1 15,3 0 2-15,-2 0-2 16,3 0 0-16,-2-1 1 16,2 0-1-16,-2-1 0 0,-1 1 0 15,1-2 2-15,0 3-2 16,-3-3 0-16,1 2 0 16,-1 1 0-16,-2-1 0 15,0 1 0-15,0-3 0 16,2 0 0-16,-4 1 0 0,0-3 1 15,0 2-1 1,0-2 1-16,0-1-1 0,0-2 1 16,0 4-1-16,0-2 1 15,0 0-1-15,-5 1 0 16,4-1 0-16,-1 3 1 0,2-1-1 16,-2 1 0-16,2-2 0 15,-2 0 0-15,0 1 0 16,2-1 0-16,-4 0 1 15,2 0-1-15,1-2 0 16,-3 0 0-16,-1-2 1 16,0 1-1-16,1 0 1 0,0 1-1 15,-3-1 0-15,1 3 2 16,0-1-2-16,-2 2 1 16,2 1-1-16,1 0 1 15,-2 2-2-15,1-2 2 0,-1 3 0 16,2 0-1-16,-2 2 1 15,1-1-1-15,0 2 1 16,-2 1-1-16,2 1 2 16,-1 0-1-16,-1-2-1 15,0 3 1-15,-1-1-1 16,1 0 0-16,-2 0 1 0,1 2-2 16,1-1 2-16,-1 2-2 15,-1-1 2-15,2 0-1 16,-1 2 2-16,-2-1 0 15,4 1-2-15,-2-2-3 16,-1 3 7-16,0-3-4 0,1 2 1 16,-1-2-1-16,0 3 1 15,-1-3-3-15,0 3-1 16,-1-2 3-16,0 0 4 16,1 2-4-16,3-1 1 15,-2-1-1-15,1 2 0 16,1-1 0-16,0-1 1 0,3 1 0 15,-1-2 0-15,1 3 0 16,0-1-1-16,0-1 2 16,1 2-2-16,0-1 1 15,-2 1 0-15,3 0 2 0,-2 0-6 16,-1 0 1-16,1 0 2 16,1 0 4-16,0 0-6 15,0 0 4-15,-1 0-4 16,0 1 5-16,0 2-2 15,1 1-1-15,-1-1-4 0,1 2 8 16,0 0-4-16,-3 2-2 16,5-1-4-16,1 2-6 15,1-3-7-15,0-1-39 16,0-4-42-16</inkml:trace>
  <inkml:trace contextRef="#ctx0" brushRef="#br0" timeOffset="-131697.45">10425 10904 29 0,'0'0'86'0,"0"0"-84"0,0-4 2 0,-5-3-8 15,3-3-53-15</inkml:trace>
  <inkml:trace contextRef="#ctx0" brushRef="#br0" timeOffset="-130372.89">15333 3578 95 0,'0'0'-1'0,"0"0"4"0,0 0-1 0,0 0-1 0,0 0 0 16,0 0 0-16,0 0 0 15,0 0 0-15,0 0 2 16,0 0-1-16,0 0 1 0,0 0 1 16,0 0 2-16,13-32-8 15,-8 32-1-15,-3 0 3 16,0 0-1-16,1 0 1 15,3 0-1-15,-2 3 1 16,-1-2-1-16,1 2 1 16,1-3 0-16,-3 0-1 0,1 0 0 15,1 0 5-15,2 0 9 16,-2-10 4-16,5 1-8 16,3-6-5-16,3-1-3 15,5-5 0-15,5-2-3 0,2-5 3 16,4-3 0-16,5-2-1 15,-2 0 1-15,3-1 0 16,1 0 3-16,1-4 6 16,-1 3 4-16,0-3-1 15,1 0-2-15,2 1 0 16,-5 1-1-16,0 1-1 0,-1 4-1 16,-6 2 0-16,-4 2-1 15,-4 5 1-15,-4 2-2 16,-2 4-2-16,-4 3-1 15,-2 6-3-15,1 2 1 16,-6 3-1-16,-2 2-16 0,-2 2-40 16,0 7-34-16,-6 3-5 15</inkml:trace>
  <inkml:trace contextRef="#ctx0" brushRef="#br0" timeOffset="-130137.55">15847 3146 113 0,'0'0'0'0,"53"-39"2"0,-20 18 2 0,4-5-15 16</inkml:trace>
  <inkml:trace contextRef="#ctx0" brushRef="#br0" timeOffset="-128305.27">4499 13015 62 0,'0'1'-4'0,"-2"-1"3"0,2 3 1 16,0 0-1-16,0 1 2 16,0 0-1-16,0-1 1 0,0 2 3 15,0 0 8-15,0-1 1 16,0 2-3-16,0-1-5 16,0 1-3-16,0 0 0 15,4 1-2-15,1-1 1 0,2-3-1 16,0-2 0-16,4-1 3 15,3 0 3-15,3-7 5 16,1-4 1-16,1-5-4 16,4-2-3-16,2-5 0 15,2 0 8-15,2-5-4 16,2-1 1-16,1-3-1 0,3-2-1 16,1 1 2-16,-1 3-10 15,-1 3-17-15,-5 3-29 16,-2 4-29-16</inkml:trace>
  <inkml:trace contextRef="#ctx0" brushRef="#br0" timeOffset="-127635.45">4374 14380 86 0,'0'0'8'0,"0"0"-6"0,0 0-1 0,0 0 1 0,0 0-2 16,0 0 0-16,0 0 0 16,0 0 0-16,0 0 0 15,0 0 0-15,0 0 8 16,45 35 5-16,-32-35-1 16,4-7-2-16,2-6-2 0,2-4-3 15,3-5 1-15,5-7-1 16,0-1 2-16,3-5-1 15,3-2 0-15,1 0-4 16,4 0 0-16,-4 4-6 16,0-1-45-16</inkml:trace>
  <inkml:trace contextRef="#ctx0" brushRef="#br0" timeOffset="-126688.83">4484 13006 56 0,'0'0'5'0,"0"0"1"0,0 0 2 0,0 0-5 16,0 0-2-16,0 0 1 15,0 0 0-15,0 0 6 0,0 0 9 16,0 0-4-16,0 0-4 16,0 0-5-16,0 0-8 15,-12 6 7-15,14-2-2 16,4 2-1-16,0 1 1 16,3-1-1-16,-2-1 0 0,6 0 0 15,0-3-2-15,1-2-2 16,1 0 3-16,4-5 8 15,-2-8 3-15,5-5 4 16,3-4 0-16,0-6-3 16,4-5 1-16,0 0 0 0,5-5-3 15,-3-2 5-15,0 2-10 16,-2 2-2-16,-2 4-1 16,-1 5 0-16,-7 9-14 15,-4 6-33-15,-3 9-26 16</inkml:trace>
  <inkml:trace contextRef="#ctx0" brushRef="#br0" timeOffset="-125974.31">4395 14243 69 0,'0'0'13'0,"0"0"4"0,0 0 0 0,0 0-6 16,0 0 0-16,0 0-3 16,0 0-7-16,0 0-6 15,0 0 5-15,0 0 0 16,0 0 2-16,0 0-1 0,4 37 0 15,0-30 1-15,1-1 0 16,1-2 0-16,4-1-1 16,-2-3 0-16,3 0 4 15,3 0 1-15,-1-6 0 16,3-8 0-16,-1-3 3 0,2-5 14 16,5-4-4-16,0-5-4 15,1-2-3-15,5 0-2 16,-1-1-1-16,1 0-5 15,-1 4-2-15,0 6 0 16,-4 1-1-16,-4 8 1 0,-4 4-1 16,-1 5-3-16,-4 6-7 15,-3 0-13-15,-7 4-27 16,0 3-20-16</inkml:trace>
  <inkml:trace contextRef="#ctx0" brushRef="#br0" timeOffset="-123872.16">20988 15482 198 0,'0'0'2'0,"0"0"4"0,0 0-4 15,0 0-9-15,0 0 1 16,0 0 0-16,0 0-9 0,0 0-4 16,0 0-26-16,-14-23-20 15</inkml:trace>
  <inkml:trace contextRef="#ctx0" brushRef="#br0" timeOffset="-120245.55">23488 12417 26 0,'0'0'36'0,"0"0"-20"0,0 0-8 16,-1 0-4-16,0 0-2 16,-1 0-3-16,-4-1 0 15,4 0 3-15,0-2 0 0,0 2 4 16,0-2 15-16,-2-1-2 16,2 1 2-16,-1-1 2 15,1 1-12-15,0-1 0 16,-1 1-3-16,2 0-3 15,0 1-1-15,0-2-3 0,1 0 4 16,0 3 1-16,0-2-3 16,0 0 1-16,0 0-2 15,3 3-2-15,4-2 6 16,2 1-6-16,1 0 1 16,1 1 0-16,0 0-1 0,1 0 1 15,0 0-2-15,-4 2 2 16,3 6-1-16,-1 0-1 15,-1 3 1-15,1 1-1 16,-1 3 2-16,-1 2-1 16,-1 1 0-16,0 0 0 0,-2 2 0 15,-1 0 0-15,-2-2-1 16,0 1 2-16,-2-1-2 16,0 1 2-16,1 2 0 15,-1-1 1-15,0 2-3 16,0 0 2-16,-3 4-4 0,-3-1 4 15,-4 2 0-15,-1 3-1 16,0 0 2-16,-1 0 0 16,1 0 1-16,3 1-2 15,1-3-1-15,4 2 0 16,3-3 2-16,0-1-4 16,3-4-1-16,6-2 3 0,2-1 0 15,3-4 0-15,0-2 5 16,1-3-4-16,0-1 1 15,-1-2 0-15,1-3 0 16,-4-1-1-16,1 1 1 16,-3-1-1-16,-5-2-1 0,-2 1 1 15,0 1-2-15,-2 1 2 16,0 0-3-16,-7 3 3 16,-3 6-4-16,-4 0 10 15,-2 3-7-15,0 2 2 16,1 2-3-16,-1 0 2 0,-1 2 0 15,3 0-2 1,1-1 1-16,3 2 0 0,-1 1 0 16,3 0-1-16,1 0 1 15,-3 3 0-15,4 0 0 16,-2 1 0-16,3 2-1 0,-2 0 1 16,4 0-1-16,1 1 2 15,0-1-1-15,-1 3 0 16,1-1 0-16,1 2 0 15,-1-1 0-15,0 4 0 16,1 0 0-16,1 1 0 0,0-3 0 16,-2 1 0-16,2 0 0 15,-2-2 0-15,1-2 0 16,0-2 1-16,-1 0-1 16,1 0 0-16,0-1 0 15,1-1-1-15,0 0 0 0,0-1 1 16,0-2 0-16,0 0 0 15,-3-2 1-15,1-1-1 16,1-1 1-16,-4-2-1 16,0 1 0-16,2-1 0 15,-4 0 1-15,0-2-1 16,1 0 0-16,-1 1 1 0,0-2-2 16,1-3 2-16,-1 2-2 15,1-4 1-15,0-2 1 16,1-1-1-16,1-1 0 15,-4 0 0-15,1-1-1 0,-2 0 1 16,1-1 1-16,-4 0-3 16,-1-1 4-16,-1-1-1 15,-3 0-1-15,1 0 5 16,0-2 0-16,-1 1-1 16,4 0 0-16,-1 1-2 15,3-2-2-15,0 1 0 16,1-1 0-16,2-1-1 0,3 2-2 15,-2-1-2-15,3 0-3 16,-2-1 1-16,3 3-8 16,-1-1-22-16,-1-1-7 0,-1 3-25 15</inkml:trace>
  <inkml:trace contextRef="#ctx0" brushRef="#br0" timeOffset="-118131.29">1504 13442 117 0,'-2'-1'-3'0,"0"-5"10"0,0 1 4 0,0 0 1 16,0 2 1-16,-3 1 2 15,2-2 0-15,-1 2-3 16,2 0-2-16,-2 1-4 16,3 1 1-16,1 0-3 15,0 0-6-15,0 4-3 0,5 6 1 16,3 6 0-16,2 2 2 16,1 2 2-16,0 3-3 15,1-2 3-15,0 2 0 16,-2-3 0-16,1-1 0 15,-5 0 2-15,-1-2-1 0,-1 0-11 16,-4 0-11-16,0-2-20 16,0-3-20-16</inkml:trace>
  <inkml:trace contextRef="#ctx0" brushRef="#br0" timeOffset="-117888.61">1518 13719 96 0,'0'0'12'0,"0"0"9"15,0 0 1-15,0 0-6 16,0 0 0-16,0 0 4 16,0 0-9-16,0 0-12 0,-14-17-3 15,17 15 6-15,3-2 1 16,1-3-1-16,2 0-1 16,-2 0 1-16,3-3 0 15,2 2 0-15,-1-2-1 16,-2-3 1-16,-1 4 0 0,2-2 1 15,-5 3 0-15,1-2-5 16,-4 0-30-16,-2 1-45 16</inkml:trace>
  <inkml:trace contextRef="#ctx0" brushRef="#br0" timeOffset="-117655.39">1292 13444 162 0,'0'0'-2'0,"0"0"17"16,0 0-11-16,7-47 1 16,9 33-2-16,1-1-3 15,3-3 3-15,3 2-3 0,2 1 2 16,-1-1-3-16,3 0-13 15,-3 1-29-15,1-2-28 16</inkml:trace>
  <inkml:trace contextRef="#ctx0" brushRef="#br0" timeOffset="-117384.17">1625 13134 157 0,'0'0'8'15,"0"0"11"-15,0 0-13 0,0 0-8 16,0 0 4-16,0 0 0 16,0 44 1-16,2-26-2 15,5 2 1-15,-1-1-1 16,2 1-1-16,3 0-1 16,-3-2 2-16,2 1-1 0,-1-4 1 15,1 2 0-15,2 0-1 16,-3-1 1-16,0-2 1 15,-1 2 0-15,2-2 1 16,-4-3-3-16,-4-2-29 16,1-4-60-16</inkml:trace>
  <inkml:trace contextRef="#ctx0" brushRef="#br0" timeOffset="-117199.2">1603 13434 208 0,'0'0'4'0,"0"0"11"16,0 0-4-16,0 0-9 15,-7-46 3-15,16 35-5 16,5 0 2-16,3-2-2 16,2 0-3-16,5 2-43 0,-2-3-56 15</inkml:trace>
  <inkml:trace contextRef="#ctx0" brushRef="#br0" timeOffset="-116593.83">1873 13305 124 0,'0'0'4'15,"0"0"1"-15,0 0-2 16,0 0 12-16,0 0 10 16,0 0-11-16,0 0-13 15,0 0-1-15,9-13 5 16,-7 4-9-16,2 2 10 0,0-3-6 16,-4 2 2-16,0 0-2 15,0 3 2-15,0-1 0 16,-4 2 0-16,0 3-4 15,-2 1 2-15,-1 0 5 16,3 5-6-16,-1 4 1 0,3 2-4 16,-1 2 3-16,3-2-1 15,0 2 1-15,0-1-1 16,8 1 0-16,0-2 1 16,1-2-2-16,3 0 1 15,1-2 0-15,-2-2-3 0,1-3 1 16,0 0 3-16,0-2 0 15,-3 0-1-15,-1-4 4 16,-1-5 6-16,0-1-7 16,-2-1 1-16,-1-2 0 15,-2-3-1-15,0 2 1 0,0-3 1 16,1-1 1-16,1-1-1 16,-2 2 0-16,3 0 0 15,0 3 0-15,1 2-2 16,-1 3 2-16,1 4-2 15,-2 2-1-15,4 3 0 0,1 0 0 16,-1 2 0-16,1 9 1 16,3 0 0-16,-2 2 4 15,5 1-5-15,2-1-19 16,1-3-20-16,1-4-25 16</inkml:trace>
  <inkml:trace contextRef="#ctx0" brushRef="#br0" timeOffset="-116188.7">2329 13128 100 0,'0'0'7'0,"0"0"13"0,-2-45 8 0,-5 32 0 15,-2 5-12-15,-2 2-7 16,-1 2-2-16,2 2-3 16,1 2-1-16,-1 0 0 15,4 0 0-15,-1 7 0 16,1 4-2-16,2 1-1 15,1 2 0-15,3 1 0 0,0 0-1 16,0-1 1-16,0-2-3 16,5-4 1-16,-1-2-1 15,5-5-2-15,-3-1 5 16,2 0 6-16,0 0 2 0,-1-8-6 16,0-2 7-1,0 0-5-15,-1 0-1 0,-1-1-2 16,-3 2 1-16,2 3 0 15,-2 2 1-15,0 0 0 16,-1 3-5-16,3 1 1 16,1 0 1-16,0 0 0 0,3 0 0 15,1 0 1-15,1 2 1 16,2-2-4-16,-1 0 0 16,5 0-3-16,-3 0-16 15,1-8-36-15,-1-5-29 16</inkml:trace>
  <inkml:trace contextRef="#ctx0" brushRef="#br0" timeOffset="-115912.46">2425 12666 121 0,'0'0'2'0,"0"0"-1"0,0 0-6 0,0 0 7 0,0 0 13 16,0 55 2-16,5-28-5 0,-1 0-3 15,1 1-5-15,4-2-2 16,0-2 0-16,-1-4-1 16,1-2-2-16,3-2 2 15,-1-2 0-15,-3-3 1 0,2-2-1 16,-4-3-8-16,-5-2-31 15,-1-3-22-15</inkml:trace>
  <inkml:trace contextRef="#ctx0" brushRef="#br0" timeOffset="-115662.39">2419 12876 83 0,'0'0'3'15,"0"0"11"-15,34-46 0 16,-17 31-4-16,1 0 1 0,-1-1 2 16,4 4 4-16,-5 2-3 15,1 6-3-15,-1 2-3 16,-1 2-4-16,-3 0-1 16,1 3 1-16,-2 7 0 15,-1 0 0-15,-4 1-7 0,3 1 0 16,-3-2-18-16,2 0-19 15,-2-5-26-15</inkml:trace>
  <inkml:trace contextRef="#ctx0" brushRef="#br0" timeOffset="-114942.8">2770 12617 17 0,'0'0'9'0,"0"0"-20"16,0 0 13-16,0 0 6 15,0 0-7-15,0 0 6 16,0 0-1-16,0 0 5 16,4 29 2-16,-4-24 6 15,0 2-4-15,0 0 3 0,-5 2-1 16,-1 1-2-16,2 3-4 15,-4-2-4-15,6 3-5 16,-2-1 1-16,4 2-3 16,0-3-3-16,0-2 3 15,0-2 0-15,0 1-2 16,4-5 3-16,3-1 0 0,-2-2-3 16,3-1 5-16,-3 0 3 15,1-4-1-15,2-3 6 16,-6-2-3-16,2-1-3 15,-4-1 1-15,2 1-2 0,-2-4-2 16,0 3 0-16,1 1-1 16,3 1 0-16,-2 1-1 15,0 1 0-15,0 3-2 16,3 3 2-16,2 1 0 16,-2 0-2-16,3 0 0 0,1 0-1 15,0 6 3-15,0 3 0 16,-2-1 4-16,4 2-2 15,-4 1-2-15,-1-2 1 16,-1 0-1-16,1-2 2 16,-4-3-2-16,0-1 0 15,-2-2 0-15,0-1 4 16,0 0 13-16,0-1 5 0,0-7-20 16,0-5 0-16,-2-2 0 15,2 1 2-15,0-3-4 16,0 1-1-16,0 0 2 15,0 3-2-15,0 1 7 16,2 4-3-16,2 1 0 0,2 4-3 16,3 1 0-16,-1 2-1 15,4 0 2-15,1 5-2 16,3 4-2-16,-1 0-12 0,0 2-14 16,2-1-20-16,1-3-9 15,-1-2-4-15</inkml:trace>
  <inkml:trace contextRef="#ctx0" brushRef="#br0" timeOffset="-114544.52">3176 12610 74 0,'0'0'9'0,"0"0"25"0,2-44-4 0,-2 33-4 16,-6-3-1-16,1 2 0 16,-1-1-6-16,0 0-9 15,2 1 2-15,0 0-7 16,2 2 0-16,-2 2-2 0,4 2-4 15,0 1 3-15,0 2-3 16,0 3 1-16,0 0-2 16,0 0 1-16,4 1-6 15,2 11 2-15,2 0 2 16,0 3 5-16,3 3 1 0,1 0-3 16,-3 0 0-16,2 1 2 15,0-2-1-15,0 0-1 16,-2-1 1-16,-2 1 0 15,-4-3-4-15,-1 0-9 16,-2-1-4-16,0-3 2 0,0-3-4 16,-2-1 16-16,-3-3 7 15,0 0-3-15,0-3 1 16,3 0 6-16,2 0 5 16,0-6-3-16,2-3-3 15,12-2-6-15,8-3 1 16,7-6 0-16,4-3-22 0,8-4-74 15</inkml:trace>
  <inkml:trace contextRef="#ctx0" brushRef="#br0" timeOffset="-113800.99">2195 16608 200 0,'0'0'-2'16,"0"0"29"-16,0 0 2 0,0 0-19 0,0 0-2 16,0 0-8-16,0 0 4 15,0 0-5-15,-17 36 2 0,18-14 1 16,6 0-2-16,4 3-1 16,3-1-4-16,-3 3-18 15,3-3-34-15,-4-2-6 16,-1-4 10-16</inkml:trace>
  <inkml:trace contextRef="#ctx0" brushRef="#br0" timeOffset="-113604.37">2255 16913 126 0,'0'0'0'0,"0"0"1"0,0 0 8 16,0 0 8-16,37-48-3 15,-22 31-2-15,1 0-1 16,-1 3-3-16,3-2-5 16,0 5-2-16,-2-2 1 15,-1 3-2-15,-1 0-22 0,-6 0-43 16</inkml:trace>
  <inkml:trace contextRef="#ctx0" brushRef="#br0" timeOffset="-113384.58">2113 16659 215 0,'0'0'-7'16,"31"-37"7"-16,-9 17 2 15,3-1 0-15,3 3-1 16,-1-1-6-16,-2 2-37 16,-2 0-17-16</inkml:trace>
  <inkml:trace contextRef="#ctx0" brushRef="#br0" timeOffset="-113120.06">2530 16365 150 0,'0'0'74'16,"0"0"-60"-16,0 0 2 16,0 0-12-16,0 0-8 0,0 0 4 15,0 0 0-15,-4 37 1 16,10-14-1-16,4 4 0 15,1 1 1-15,-2-1-1 16,4 2 0-16,-2-1-11 16,-2-4-26-16,-2-1-14 0,-5-5-17 15</inkml:trace>
  <inkml:trace contextRef="#ctx0" brushRef="#br0" timeOffset="-112686.08">2448 16656 211 0,'0'0'6'15,"0"0"8"-15,0 0-11 16,0 0-2-16,4-38-1 16,7 27 1-16,7-1-2 0,0 1 2 15,4-1-1-15,1 0 2 16,2-2-2-16,-1-1-1 15,-2 2 2-15,-1-5 0 16,-2 2-1-16,-1 1 2 16,-5-2-2-16,-1 1 2 0,-3 3-1 15,-3 2 0-15,-5 1 2 16,-1 3-1-16,0 3 3 16,0 1-1-16,-5 3-5 15,-3 0-1-15,1 3 8 16,-1 5-4-16,2 4-4 0,2 0 2 15,1 1-1-15,3 2-1 16,0 0 0-16,0-2 2 16,5-2-2-16,4 1 0 15,4-3-1-15,0-2-3 16,2-2-6-16,2-4-12 0,1-1 8 16,-1 0-16-16,-1-1-25 15,-3-5-33-15</inkml:trace>
  <inkml:trace contextRef="#ctx0" brushRef="#br0" timeOffset="-112204.12">2852 16430 77 0,'0'0'25'15,"0"0"13"-15,0 0 8 16,0 0-18-16,0 0-11 16,0 0-4-16,0 0-8 15,0 0-11-15,0 0 1 16,-9-18 1-16,16 25 2 0,-2 3 4 15,1-1 0-15,-1 0 0 16,1 0-2-16,-1-2 2 16,-3-1-2-16,-1-2 1 15,0-2 0-15,-1-2-2 0,0 0 3 16,0 0 4-16,0-2-8 16,0-8-3-16,0-1 8 15,-1-1-5-15,1-4 4 16,0 1-2-16,1-1-1 15,6 3 0-15,2 1-1 16,2 1 1-16,1 3 0 0,3 2 0 16,3 1 0-16,-2 4 0 15,-1 1 1-15,3 0 1 16,-2 0-1-16,-2 1-1 16,-1 6-1-16,-3-1-1 0,-2-2 3 15,-2-1 0-15,-4 0-2 16,-2-2 1-16,0-1 5 15,0 0 28-15,0 0-4 16,0-2-22-16,0-7-3 16,-2-4-2-16,2 0 0 15,0-5-1-15,0-2 0 0,7-3 0 16,6-1 0-16,3-4-17 16,-1-2-45-16,1-5-136 15</inkml:trace>
  <inkml:trace contextRef="#ctx0" brushRef="#br0" timeOffset="-110718.81">13802 15516 3 0,'0'0'44'0,"0"0"-28"0,0 0 8 0,0 0-1 0,0 0-3 16,0 0 2-16,0 0-9 16,0 0-6-16,0 0-2 15,0 0-2-15,45 20-1 16,-35-12 1-16,1 5-3 16,-1-1 0-16,1 3 1 0,0 1-1 15,1 2 1-15,0-2-1 16,2 5 0-16,-1 2 0 15,-2 3 4-15,0-1 3 16,-1 3-4-16,1 4 0 0,-2-1-1 16,-4 1 3-16,0 2-3 15,0 2 0-15,-3 0 2 16,-2 3 0-16,0 1 0 16,0 4-2-16,0 0-2 15,0-1 7-15,0-1-3 0,0 0-1 16,0 0 2-16,0-2-3 15,0 4-2-15,0 0 2 16,-2-1-1-16,-5-2 0 16,1-3-1-16,0-4 1 15,1-5 0-15,-4-5-1 16,5-3 0-16,-1-4 0 0,1 0 1 16,0-3-1-16,1-1 0 15,-2 1 0-15,1-1 1 16,1-2-1-16,1-1 1 15,-2-3-1-15,1-1 2 16,1-1-2-16,1-1 1 0,-1-1-1 16,2 1 0-16,-1 0-1 15,1 2-8-15,-2 2-20 16,0 2-20-16,-4-4-17 16</inkml:trace>
  <inkml:trace contextRef="#ctx0" brushRef="#br0" timeOffset="-109748.77">13818 16751 21 0,'0'0'25'0,"0"0"-1"0,0 0-7 0,0 0 2 15,0 0 4-15,0 0 0 0,0 0-4 16,0 0-8-16,0 0-6 16,0 0-5-16,0 0-2 15,0 0 1-15,0 0 1 16,0 1 0-16,2 1-1 16,-1 1 1-16,2 1 0 0,-1-1 0 15,0 1 0-15,0 1 0 16,2 2-1-16,2-1-1 15,-3 2 4-15,1-1-4 16,2-1 2-16,-4 2 2 0,2-1-1 16,-1 1 1-16,1-1 1 15,1-2-1-15,-2 1 0 16,1 0-1-16,-2-3-1 16,2 1 3-16,-3 0-1 15,1-1-2-15,0-1 0 16,-1 2 0-16,2-3 0 0,-3 3 1 15,2-1-1-15,-2 0 0 16,2-2 0-16,-1 1 1 16,-1 0-1-16,2-1 0 15,0 1 0-15,-1-1-1 16,3 1-2-16,-2 0 2 0,1-1-1 16,1-1 2-16,0 3 0 15,0-3 2-15,0 0-1 16,2 3-4-16,-4-3 6 15,0 0-1-15,1 0-2 16,-1 0 0-16,0 0-2 0,0 0-3 16,2 0 7-16,-2 0 5 15,1 0-7-15,1-1 5 16,1-4-2-16,0 1 0 16,3-1 2-16,-3-4 1 15,3 2 1-15,4-3 0 0,-3 0-2 16,5-3-2-16,1-1 0 15,3 0-2-15,0-1 0 16,4-2 0-16,-1-1-14 16,0-1-34-16,-3-3-42 15</inkml:trace>
  <inkml:trace contextRef="#ctx0" brushRef="#br0" timeOffset="-106565.21">5443 3539 50 0,'0'0'9'0,"-38"0"11"0,17 0-3 0,1-2 0 0,-2-1-1 15,-2 1-1-15,-1-2-2 16,-2 2 4-16,-2 1-11 16,-5 1-1-16,-1 0-4 0,-3 0 0 15,-3 0 0-15,1 0 0 16,0 0 0-16,2 0-1 15,-2 0 1-15,2 0-2 16,-4 2 0-16,1 1-4 16,1 1-4-16,-2-1 2 15,1 0 5-15,3 0 3 0,2 0 0 16,5 1 1-16,2 0-1 16,2 2 0-16,2 1 0 15,2 0-1-15,0 3-1 16,1 2 1-16,3 0-1 0,2 4 0 15,3 1-2-15,1 3 1 16,0 1-1-16,3 6 1 16,2 3-1-16,1 4 0 15,-1 4 2-15,0 1 1 16,1 1 0-16,-1-1 0 16,-2 1-1-16,2-2 0 0,1 1-1 15,-2-1 1-15,2 1 0 16,1-1 0-16,1 0 1 15,3-1-1-15,-3 0 1 16,3-3 0-16,2 0 0 0,0-4 0 16,0 1 0-16,0-4-1 15,0 0 1-15,5-1-2 16,1-1 0-16,1 0 1 16,4-1-1-16,-2 0 2 15,2-2-1-15,1-3 0 16,1-2 1-16,1 1-2 15,1-3 1-15,1-1 1 0,1 0 1 16,0-2 1-16,2 0-4 16,1 0-3-16,3-1 5 15,-2-1 2-15,5-3 2 16,3 2-2-16,2-4 1 0,2 2 4 16,4-2-4-16,-1-1-3 15,5 0 1-15,-1-1 0 16,3 1-3-16,-2-1 2 15,6 0 0-15,-1 0 1 16,6-2-2-16,-3-1 1 0,5 2 2 16,1-1 0-16,-1 2-2 15,1 1 1-15,-1-1 0 16,2 2-1-16,1 3 0 16,3-3 0-16,2 2 0 15,1-1 0-15,2 0 0 16,1 1 0-16,-1 0 0 0,-2 0-1 15,-1 3 1-15,-1-1 0 16,-3 1 0-16,0 0 0 16,0 1 0-16,-1 0 0 15,5-2 1-15,0 2-11 16,5-4 19-16,0-1-8 0,0-3 1 16,1 0-1-16,-1-3 0 15,-5 0-1-15,-1 0 0 16,-3 0 0-16,-1 0-2 15,-1-3 3-15,1 0 0 0,-1-3 3 16,2 3-2-16,-2-3 3 16,-1 1-3-16,-3 1 1 15,-1 1-1-15,-4 0-1 16,-4 3-1-16,-5 0 1 16,-3 0 2-16,-6 3 1 15,-8-2-4-15,-4-1-180 16</inkml:trace>
  <inkml:trace contextRef="#ctx0" brushRef="#br0" timeOffset="-104077.15">22202 13556 129 0,'0'0'-3'0,"0"0"10"0,-19 41 0 0,17-30-1 15,2 1-4-15,0-2-1 16,0 1 0-16,0-1-5 16,2 0-30-16,-2-3-45 15</inkml:trace>
  <inkml:trace contextRef="#ctx0" brushRef="#br0" timeOffset="-103529.7">20513 14848 178 0,'0'0'20'16,"0"0"21"-16,0 0-22 0,0 0 2 0,0 0-1 0,0 0-14 15,0 0-6-15,58-39 1 16,-27 28 0-1,5-1-1-15,0-8-43 0,1-3-113 16</inkml:trace>
  <inkml:trace contextRef="#ctx0" brushRef="#br0" timeOffset="-102683.02">21037 9940 109 0,'0'0'12'0,"0"0"9"0,0 0-9 0,0 0 1 0,0 0 2 16,0 0-1-16,-40-27-4 15,31 24 3-15,1 3-1 16,-2 0-6-16,-1 0-4 0,-4 3-2 16,-1 10 0-16,-1 4 0 15,-3 4 0-15,2 7-1 16,0 5 2-16,1 6 0 15,3 5 0-15,3 2-1 16,3 0 1-16,5-2-1 16,3-3 0-16,0-4 1 15,6-7 1-15,9-3 0 0,6-4-1 16,4-2 0-16,6-7 6 16,3-1-4-16,6-6 0 15,3-6-3-15,3-1-57 16,0-14-108-16</inkml:trace>
  <inkml:trace contextRef="#ctx0" brushRef="#br0" timeOffset="-102119.77">21368 10162 109 0,'0'0'18'0,"0"0"-12"15,0 0 6-15,0 0-5 16,-41-10 1-16,32 8-2 16,3 1-2-16,0-1 0 0,1 1 1 15,3-2 7-15,1 0 6 16,1 0-3-16,0-1-2 16,2-3-5-16,9 1-5 15,3-1-3-15,1 0 0 16,3-1 4-16,4 0-3 0,-3 3 0 15,3 2 1-15,-3 0-1 16,2 3-1-16,-6 0 1 16,-1 4-1-16,-5 7 1 15,-2 2-3-15,-4 5-3 16,-3 1-2-16,0 4 7 0,-9 0 0 16,-3 0 3-16,-4-1-1 15,-3-2-2-15,0-2 1 16,-3-3-2-16,4-4 3 15,-4-2-2-15,5 1 0 0,2-5 1 16,3 0 1-16,0-4-1 16,7 1 0-16,1-1 1 15,2-1 4-15,2 0 9 16,0 0-4-16,1 0-5 16,8-3-5-16,3-1 3 15,2-2-3-15,6 2 1 0,0 1-1 16,2-1-1-1,1 2 2-15,1 1-2 0,-2-1 2 16,1 2-1-16,-1 0-2 16,-1 0-5-16,0 0-36 15,0 0-94-15</inkml:trace>
  <inkml:trace contextRef="#ctx0" brushRef="#br0" timeOffset="-101928.41">21815 10296 268 0,'0'0'-4'0,"0"0"2"0,0 0 1 0,0 0-2 16,25 39 1-16,-23-21-4 0,-2 3 9 16,0 2-2-16,0 1 3 15,-2-1-26-15,-2-4-51 16,2-6-33-16</inkml:trace>
  <inkml:trace contextRef="#ctx0" brushRef="#br0" timeOffset="-101615.39">22143 10120 160 0,'0'0'23'0,"0"0"4"16,0 0-9-16,0 0 4 15,0 0-14-15,0 0 4 16,0 0 1-16,49-24-5 15,-28 14 0-15,7 3-4 16,3 3-3-16,0 0 1 16,-1 2-7-16,-1 1-32 0,0-1-52 15,0 0-28-15</inkml:trace>
  <inkml:trace contextRef="#ctx0" brushRef="#br0" timeOffset="-100945.59">22775 9990 138 0,'0'0'11'15,"0"0"7"-15,0 0-8 0,0 0-9 16,0 0-9-16,0 0 13 16,0 0 2-16,-44 7-3 15,28-3-3-15,-4 0-3 16,1-2 9-16,2-2-3 15,0 0 2-15,5 0 0 16,2 0-5-16,1 0 0 0,4-3-1 16,4-2-1-16,1 0-2 15,0-1-1-15,5 1 3 16,7 0 4-16,3-2-3 16,3 3 0-16,1-2 0 0,2 5 1 15,0-1 2-15,-1 2 0 16,-1 0 0-1,-2 0 0-15,-4 6-2 0,-1 1-1 16,-2 5 0-16,-2 0 3 16,-1 1-2-16,-2 1 1 15,-3 0 0-15,-2 1-2 16,0-1 1-16,0-1 0 0,-9-1 2 16,-4 0 1-16,-3-1-2 15,-1-1 1-15,-4 0 4 16,-3-3-6-16,1 0-2 15,3-2 7-15,0-3-5 0,3 0 1 16,1-2 0-16,6 0-1 16,3 0 4-16,1-2-1 15,5-3-2-15,1-1-2 16,0 3 1-16,0-2 2 16,5 0 1-16,2 1-3 0,2 1 1 15,-2 3-1-15,2-3 1 16,4 3-1-16,-3 0-1 15,3 0 0-15,0 0 0 16,0 3 1-16,3 0-1 16,-1 0 0-16,1 0 2 15,-1-2-2-15,0-1 1 0,0 2-1 16,-1-2 1-16,0 0-1 16,-1 0-9-16,-1 0-54 15,-4-3-26-15</inkml:trace>
  <inkml:trace contextRef="#ctx0" brushRef="#br0" timeOffset="-100454.17">23011 9799 62 0,'0'0'2'0,"0"0"10"0,40-9-3 16,-25 7 2-16,2-1-1 15,-3 3 3-15,0 0 6 16,-1 0-5-16,-1 0-4 0,1 4 0 15,-1 2-2-15,1 4-4 16,-1 0 0-16,-1 3-1 16,1-1-1-16,-3 4 1 15,-1-2-1-15,2 2 0 16,-3 2 2-16,-1-1 3 0,0 2 0 16,-1-1-2-16,1 2 0 15,-3 0-1-15,-1 0 2 16,-2 2-3-16,0-1-1 15,0 0 4-15,-5-1 0 16,-4-3 3-16,-1 1-4 16,-1-2 4-16,-3-2-2 0,-2 0-2 15,0 1 2-15,-2 0-5 16,-1 2 1-16,-4-1-1 16,-1-2-2-16,0-7-77 15</inkml:trace>
  <inkml:trace contextRef="#ctx0" brushRef="#br0" timeOffset="-93175.49">5126 15797 33 0,'0'-1'2'0,"0"-2"0"0,2-1 2 0,-2 1-1 16,2 0 6-16,-2 0 11 15,0 0 7-15,0 2 2 16,0-1 3-16,0 1-11 16,0 1-7-16,0 0-6 15,0 0-3-15,0 0-6 0,0 0-4 16,0 7 6-16,0 2-2 16,0 2 6-16,0 0-12 15,0 5 16-15,0-2-8 16,-2 2 0-16,0 2-2 15,-1-1 0-15,1-1 1 0,1 1-1 16,-1 0 2-16,2-1 0 16,-2-1 0-16,2 1-1 15,0-1 1-15,0-5-2 16,0 2 1-16,4-4-3 16,4-1 3-16,-4-1-3 15,1-2 1-15,3-3 0 0,-1-1 2 16,2 0-3-16,0 0 3 15,2-4 2-15,-1-5-2 16,0 0 3-16,-1-4-1 16,0 1 2-16,-2 1 0 15,-1 0 1-15,-1 1-1 16,-1 3-2-16,-2 3 0 0,0 1-2 16,-2 0 0-16,1 3-1 15,4 0 1-15,-3 0 0 16,2 4-1-16,-1 4 4 15,5 0-2-15,-3 2 1 0,4-1-2 16,2 0 0-16,-3-1 1 16,4-1-2-16,-1-2 1 15,0-2-2-15,1 0 0 16,1-3 1-16,-2 0 2 16,1-1-1-16,-2-8 2 0,2 1 0 15,-1-2 4-15,-3-3 2 16,-1 1 2-16,0-2 1 15,-5 2-1-15,1-1-2 16,-3 0 3-16,0 0-2 16,0 0-4-16,-5 0 2 15,-2-1-3-15,1 3 0 16,1-1-2-16,1 3 2 0,-3 0-4 16,5 4 0-16,2 4-4 15,0 1-17-15,0 0-47 16,3 2 8-16,5 4-25 15</inkml:trace>
  <inkml:trace contextRef="#ctx0" brushRef="#br0" timeOffset="-92703.07">5635 15923 99 0,'0'0'16'0,"0"0"13"0,0 0-18 0,0 0-4 15,0 0-3-15,-40 13 0 16,35-5-4-16,0 0 1 0,3 3-2 15,-2 2 2-15,2 3-1 16,0-1 1-16,1 2-1 16,1 0 0-16,0-1 0 15,0-1 0-15,0-4-1 16,0-3 1-16,3-1-4 0,5-4 2 16,-2-3-1-16,2 0 3 15,1 0 4-15,-1-7 6 16,2-3 2-16,1 0-2 15,-5-3 3-15,0-1 1 16,-4 0 2-16,0 0 4 0,-2 1-4 16,0 1-3-16,-2 1 0 15,-6 3-6-15,0 3-5 16,-5 4-3-16,-1 1-22 16,-3 6-47-16,-4 7-33 15</inkml:trace>
  <inkml:trace contextRef="#ctx0" brushRef="#br0" timeOffset="-91857.96">5151 16573 6 0,'0'0'70'0,"0"0"-69"0,0 0 1 0,0 0 2 15,0 0-3-15,0 0-1 0,0 0 4 16,0 0 0-16,0 0 3 16,0 0 2-16,1 25-3 15,-1-16 1-15,-1 3-3 16,0 0-2-16,1 2-1 15,-1 0 0-15,1 2-1 0,0-1 0 16,0 0 0-16,0-1 1 16,0-3-2-16,5 2 1 15,0-5 0-15,-1 0-1 16,3-4 1-16,-1 0-1 16,1-4 2-16,2 0 0 15,2 0 5-15,-2-4 1 16,1-5 2-16,-1-1 0 0,-1-2-1 15,-1 0 1-15,0 0 1 16,-1 1 2-16,-3 0 0 16,-1 4-5-16,0 1 1 0,0 2-3 15,-2 3-2-15,2 1-2 16,-2 0-1-16,2 0-4 16,3 0-1-16,0 0 0 15,0 5-1-15,3 2 5 16,1-1 0-16,0 4 0 15,0-1 0-15,-1-1 0 0,2 1 0 16,1-2 1-16,-2 0 0 16,2-3-1-16,0-4-2 15,-2 0 0-15,0 0 3 16,0 0 3-16,-2-6 3 0,-1-3 5 16,-3 1 6-16,-2-3 0 15,0 0 1 1,-1-1-8-16,0 2 0 0,0-1-2 15,-2 1-2-15,-1 1 1 16,-1 2-5-16,2 0 0 16,-1 3-4-16,3 3-8 15,0-1-17-15,0 2-65 0,0 0-10 16</inkml:trace>
  <inkml:trace contextRef="#ctx0" brushRef="#br0" timeOffset="-91481.47">5614 16693 35 0,'0'0'10'0,"0"0"14"0,0 0-9 0,2 37 2 0,-2-22 3 16,0 0-2-16,0 1 0 15,0 2-1-15,0 1-1 16,0-1-6-16,-2 2-6 16,-2 1-2-16,4 3 0 15,-2-1-2-15,2-6-7 0,0-6-64 16</inkml:trace>
  <inkml:trace contextRef="#ctx0" brushRef="#br0" timeOffset="-90326.25">5908 15738 21 0,'0'0'4'0,"0"0"10"0,0 0 0 0,0 0 5 0,0 0-3 16,0 0 0-16,0 0-3 16,-38-25-6-16,36 24-2 15,0 1 1-15,2 0-1 16,0-1 4-16,0 1-8 16,0 0-6-16,0 0 6 0,1 0-1 15,4 1 0-15,1 3 1 16,1 5-1-16,-1 2 1 15,2 3 0-15,-4 1 1 16,3 4 0-16,-5 4 0 16,2 1 1-16,-4 2-2 15,0 3 2-15,0-1 0 0,0 1-2 16,-2 1 4-16,-2 1-3 16,0-1 1-16,1 1-2 15,1 2-1-15,2-1 1 16,0-3-1-16,0 0 0 0,0-5 0 15,4-3 0-15,1-4 0 16,3-3 0-16,-3-2-1 16,2-4 1-16,-4-2 0 15,-1-2 1-15,-2 2 0 16,0 0 0-16,-2 2 3 0,-5 2-2 16,-5 3-2-16,-3 1 1 15,-1 4-1-15,3 3 0 16,-1 1 0-16,1 2 0 15,4 0 0-15,2 2 0 16,2 0-1-16,5-1 1 16,0 1-1-16,0-5 0 0,1 2 0 15,7-5 0-15,-1 0-1 16,2-2 1-16,0 0 1 16,0-1-1-16,0-3 1 15,-4 3 0-15,3-3 0 0,-4 2 1 16,-3-3 2-16,-1 3 0 15,0-2 0-15,-1 2 1 16,-9-3 7-16,-1 2 4 16,-7 0-1-16,0 1-2 15,-2 0-5-15,-3 2-6 16,1 3 0-16,2 0-1 0,-3 4-4 16,1-1-34-16,0 0-36 15</inkml:trace>
  <inkml:trace contextRef="#ctx0" brushRef="#br0" timeOffset="-87347.28">15114 16463 22 0,'0'0'41'0,"0"0"-9"0,0 0 7 0,1-38 15 16,-2 29-18-16,-4 1-12 15,-1-1-8-15,-3 3-5 16,1 1-7-16,0 1-2 0,-1 2-5 15,2 2 2-15,-2 0 1 16,-1 0-1-16,0 5 4 16,1 3 1-16,1 3-5 15,3 2 1-15,-3 1 2 16,4 2-2-16,2 0 0 0,0 1-1 16,2 0 1-16,0 0-1 15,0-2-1-15,5 0 0 16,6-1-1-16,-2-2 2 15,0-1-2-15,2 0 2 16,0 0 1-16,-3-1 0 16,1 0 1-16,1 0-1 0,-4-1 1 15,1 1 1-15,-4-2-1 16,-3-1 1-16,0 0 0 16,0 0 3-16,-3 0 8 15,-8 0-1-15,-3 1-4 16,1-1-4-16,-3 0 0 0,1-1-3 15,-1-1 0-15,3 2-1 16,0-2 3-16,1-2-3 16,4-1 0-16,5 0-6 15,1-2-7-15,2 0-15 16,0-5-66-16,2-6-68 0</inkml:trace>
  <inkml:trace contextRef="#ctx0" brushRef="#br0" timeOffset="-86947.25">15288 16348 100 0,'0'0'30'0,"0"0"0"0,0 0 10 16,0 0-14-16,0 0-10 15,0 0-8-15,0 0 1 0,0 0 9 16,0 0-6-16,0 0-13 16,0 0-5-16,0-14 6 15,0 28 2-15,1 3 0 16,1 4 0-16,0 2-2 15,2 1 1-15,0-1-1 16,-3 1 0-16,1-2 0 0,0-1 1 16,2-1-1-16,-2-2 0 15,0 2 1-15,-2-3-2 16,0 3-21-16,0-2-27 16,0-5-19-16,0-3-21 0</inkml:trace>
  <inkml:trace contextRef="#ctx0" brushRef="#br0" timeOffset="-86380.11">15208 16578 121 0,'0'0'8'16,"0"0"38"-16,0 0-23 15,0 0-16-15,0 0-3 0,0 0-3 16,0 0 0-16,38-42 0 16,-22 32 1-16,0 0-3 15,3 0 5-15,0-2-3 16,2 1 0-16,1 0-1 16,1-1 2-16,-3 1-1 0,2 0-1 15,-2 2 1-15,-2-1-1 16,-4 3 0-16,-4 3 1 15,-2 0-1-15,-4 2 0 16,0 2 1-16,-4 0 2 16,0 7 5-16,-4 6 11 15,-5 1-17-15,0 6 2 0,-5 0-1 16,4 1-3-16,1-1-2 16,1-4 4-16,6-1 0 15,2-2-3-15,0-6 1 16,2-1-4-16,8 0-2 15,3-5 2-15,1-1 3 0,-1 0 3 16,0-4 0-16,3-5-4 16,-3-2 6-16,1-2-1 15,-5-1 3-15,-1 0 5 16,-4-3 2-16,-4 2 0 0,0 1 1 16,0 0-5-16,-8 3 0 15,-1-1-5-15,-3 4 0 16,0 2-2-16,1 3-6 15,2 3-2-15,-3 0-12 16,2 10 0-16,3 2-11 0,-1 1-34 16,4-2-31-16</inkml:trace>
  <inkml:trace contextRef="#ctx0" brushRef="#br0" timeOffset="-86010.02">15668 16382 104 0,'0'0'19'0,"0"0"23"0,0 0-7 0,0 0-18 15,0 0-3-15,0 0-11 0,0 0-3 16,0 0-2 0,0 0 8-16,-2 47 0 0,2-27-1 15,0 4 1-15,2 0-3 16,0 2 1-16,0 1-2 16,-1-1-1-16,0 2 0 0,-1-1-1 15,0 1 1-15,0-2 0 16,0-1-1-16,0-2-3 15,0-4-6-15,0-1-16 16,0-7-26-16,0-4-12 16,0-5-46-16</inkml:trace>
  <inkml:trace contextRef="#ctx0" brushRef="#br0" timeOffset="-85663.32">15663 16570 119 0,'0'0'0'0,"0"-47"5"16,3 21-1-16,3 4-2 16,1-1 0-16,-1 4-1 15,4 2-1-15,-5 2 0 16,5 2 4-16,-3 4 10 16,2 2 0-16,-2 0 1 0,1 3-7 15,-3 0-3-15,4 2-3 16,-3 1 1-16,2-1-1 15,0 2 3-15,2 0 14 16,-2 0-17-16,-1 6-1 0,-1 4 0 16,-5 0-1-16,0 2 0 15,-1 0 0-15,0 2 4 16,-6-1-8-16,-5-2 7 16,-5 1 10-16,0-1-7 15,-3-1-2-15,3-1-1 16,-4-1-3-16,-1-4-12 0,1-4-53 15,0 0-41-15</inkml:trace>
  <inkml:trace contextRef="#ctx0" brushRef="#br0" timeOffset="-84828.93">14966 15875 171 0,'0'0'19'0,"0"0"20"0,0 0-11 0,0 0-10 0,0 0-12 16,0 0-4-16,0 0 3 16,0 0-5-16,0 0 0 15,-38-17 1-15,36 24 0 16,2 3-1-16,0 3 0 16,0 0-1-16,0-2 1 15,0 2-1-15,0 0-1 0,4-2 1 16,0-2 0-16,1-1 0 15,0-1 0-15,0-1 0 16,1-2-2-16,-3-1-4 16,3-3-2-16,0 0 1 15,-2 0 9-15,4-4 1 0,-3-5-2 16,3 1 1-16,-3-2 0 16,3 1 1-16,-3 1-1 15,-1 3-1-15,1 1 0 16,-1 4 0-16,-1 0 0 0,3 0-1 15,-2 7-7-15,4 2 6 16,0 0 4-16,3 0-1 16,1 0-2-16,1-2-2 15,1-3 0-15,3-3 0 16,-2-1 1-16,2 0 1 0,3-5-1 16,-5-6 7-16,3-2 1 15,-4-1 0-15,-2-1 2 16,-4 0 2-16,-4 1 0 15,-4 1 3-15,0-2-1 16,-2 4-4-16,-7 0 1 16,-3 1-3-16,1 1-5 0,1 3 0 15,-2 0-8-15,4 3-3 16,4-3-14-16,3 3-19 16,1-4-55-16</inkml:trace>
  <inkml:trace contextRef="#ctx0" brushRef="#br0" timeOffset="-84358.94">15322 15618 226 0,'0'0'-13'0,"0"0"27"15,0 0-16-15,0 0-6 0,0 0 7 16,0 0 0-16,0 0-1 15,0 0 0-15,0 0 2 16,19 43 2-16,-17-29 1 16,2 2-1-16,2 2 1 0,-3 2-2 15,1 0 0-15,0-3 0 16,-2 3-2-16,0-4 2 16,0 0-2-16,-2-3 2 15,0 3-2-15,0-5 2 16,-2 3 1-16,-5-5-2 0,1 1 1 15,-2-2 1-15,2-5-2 16,2-1 2-16,-2-2-1 16,3 0 3-16,3-2-2 15,0-5 7-15,0-4-6 16,0 2 1-16,1-3-3 0,7 1 2 16,-3 2 3-16,4 0-5 15,0 2 3-15,1 2 1 16,2 1-3-16,-1 4-1 15,2 0 1-15,1 0-2 16,-4 2 2-16,3 8-4 0,-3 1-13 16,-1 2-13-16,-4-2-9 15,1 3-20-15,-3-5-3 16</inkml:trace>
  <inkml:trace contextRef="#ctx0" brushRef="#br0" timeOffset="-84022.24">15535 15875 221 0,'0'0'-4'0,"0"0"25"0,0 0-14 0,0 0-3 0,23-41-3 16,-18 32 1-16,1-1-2 16,-3 1 1-16,1 0 0 15,-4 1 1-15,0-1 6 16,0 3 2-16,0 1-1 15,-4 2-3-15,-3 0-4 16,0 3 0-16,-2 0 2 0,1 7-8 16,1 3 3-16,-4 4 0 15,6-1 1-15,0 3 0 16,2-2-1-16,2-1 0 16,1-2 1-16,0-2-1 0,3-1 1 15,6-2-3-15,4-2 1 16,0-1-7-16,2-3-8 15,2 0-21-15,3 0-26 16,-2-7-3-16</inkml:trace>
  <inkml:trace contextRef="#ctx0" brushRef="#br0" timeOffset="-83574.69">15681 15828 29 0,'0'0'37'16,"0"0"3"-16,0 0-10 16,16-41-1-16,-16 34-8 15,0 4 6-15,0 0-1 16,0 2-6-16,0 1-9 0,2 0-6 15,-2 0-6-15,1 0-1 16,3 4-1-16,0 2 3 16,0 2 1-16,0 2 0 15,2 0-3-15,0 1 5 16,-4-2-1-16,1 1-2 16,1-1 2-16,-4-3-2 0,2-1-2 15,-2-2-1-15,0-2 1 16,0-1 2-16,0 0 8 15,0 0-5-15,-4 0-2 16,0 0 0-16,1-7-1 16,1 1 3-16,0-1-4 0,0-2 1 15,2-2 4-15,0-1-4 16,0 0 2-16,4-2-4 16,2 1 4-16,1 1-3 15,2 2 2-15,1 1-1 16,1-1-1-16,2 6 3 0,0 0-1 15,0 2-1-15,-1 2 0 16,-2 0 0-16,0 0 1 16,1 9-1-16,-6 2-4 15,1 0-1-15,-4 1 1 16,1 2-2-16,-1 0-4 0,0-4-23 16,1-5-35-16,-1-4-18 15</inkml:trace>
  <inkml:trace contextRef="#ctx0" brushRef="#br0" timeOffset="-83076.68">16095 15601 48 0,'0'0'51'0,"0"0"-40"0,0 0 8 0,0 0-4 0,-10-38-6 16,3 31 3-16,2-2 8 16,2 3 0-16,1 1 3 15,0 0-1-15,0 1-8 16,2 0-8-16,0 1-2 0,2-1-6 16,2 1 2-16,3 0 0 15,2 0 2-15,2 2-4 16,-3-1 4-16,2 2-2 15,1 0 0-15,-2 0 0 0,-2 0 0 16,2 0 1-16,-4 5-2 16,-1 2-4-16,0 1 2 15,-2 1 1-15,-2-1 4 16,0 3-1-16,0 0-3 16,-4-1 4-16,-4 1-2 15,-1 0-5-15,1 1 15 0,-3 1-7 16,0-1-2-16,2 0-1 15,2-1 2-15,1 2-1 16,3-2 0-16,0 1-1 16,3 1 0-16,0-1 0 15,0 1-1-15,6 1 1 0,2-2-2 16,3-1 3 0,-1 3-26-16,0-3-37 0,0-2-45 15</inkml:trace>
  <inkml:trace contextRef="#ctx0" brushRef="#br0" timeOffset="-82947.63">16185 15856 224 0,'0'0'40'0,"0"0"-20"0,0 0-14 16,0 0-5-16,0 0-2 16,0 0-13-16,0 0-23 15,0 0-58-15</inkml:trace>
  <inkml:trace contextRef="#ctx0" brushRef="#br0" timeOffset="-81788.84">16452 15533 120 0,'0'0'19'0,"0"0"22"0,0 0 2 0,0 0-17 0,0 0 2 15,0 0-31-15,0 0 1 16,0 0 1-16,0 0-1 16,0 0 3-16,0 0-1 15,-8-38 2-15,18 36 1 16,-1-1-2-16,3 3-1 0,2 0 1 16,-2 0 0-16,0 3-1 15,1 8-4-15,-7 1-2 16,1 4-1-16,-4 4 2 15,-3 3 4-15,0 3 3 16,0 0-2-16,0 4 2 0,-5 1-2 16,-3 0 2-16,1-1-4 15,0-3 4-15,2 1-2 16,1-8 1-16,0-1-1 16,3-5 0-16,1-3 0 15,0-4-1-15,0-3-5 16,5-1 1-16,-1-1 4 0,-1-2 0 15,1 0 2-15,-3 0 1 16,-1 3 0-16,0 2 0 16,-4 4 4-16,-4 2-3 15,-3 6-3-15,-1 4 0 0,0 2 0 16,1 6 0-16,3 0-2 16,0 0 4-16,5 2-2 15,1 0 0-15,2-2 0 16,0 1 0-16,0-3 1 15,4-2 0-15,2 1 1 0,3-1 0 16,1-2 2-16,1 0-1 16,-3 1-1-16,3 1-1 15,-3-2 0-15,-3 4 1 16,-3 0-1-16,-2-3 0 16,0 2 0-16,-3-1 2 0,-10 3-2 15,-5 0 2-15,-5 3-2 16,-4-1-7-16,-8 0-23 15,-3-3-85-15</inkml:trace>
  <inkml:trace contextRef="#ctx0" brushRef="#br0" timeOffset="-61604.18">18800 15250 33 0,'2'-3'100'0,"2"-5"-57"0,-2 1-1 0,-2 1-11 0,0 3-10 16,0-1-3-16,1 3-3 15,-1-1-1-15,0 2-10 0,1 0-4 16,0 3-4-16,1 7 3 16,1 4 1-16,2 5 0 15,-4 3 1-15,2 2 0 16,-1 2 1-16,2 1-1 16,-2-4-1-16,0 2 0 15,-2-5-3-15,0 0 2 16,0-4 2-16,0-5-1 0,0-1 1 15,0-3-2-15,0-1-4 16,2-3-4-16,-2-1-6 16,1-2 1-16,1 0 3 15,1 0 13-15,4-5 0 0,-2-5-1 16,5 1-1-16,0-1 0 16,0-1 1-16,3 4 0 15,-1 0 0-15,3 3 1 16,-2 2-1-16,5 1 1 15,-3 1-1-15,1 0 1 0,-2 0 0 16,4 0-1-16,-3 0 0 16,0 0-1-16,-2 0 0 15,-1 0-9-15,0 0-38 16,-4 0-71-16</inkml:trace>
  <inkml:trace contextRef="#ctx0" brushRef="#br0" timeOffset="-61339.95">19014 15291 110 0,'0'0'7'0,"0"0"12"0,0 0 6 0,0 0 2 0,0 0-5 16,0 0-9-16,40-15-4 15,-31 11-5-15,4 1-3 16,-2-1-3-16,1-2-37 16,-1 1-49-16</inkml:trace>
  <inkml:trace contextRef="#ctx0" brushRef="#br0" timeOffset="-61138.67">18938 15191 175 0,'0'0'31'16,"0"0"-11"-16,0 0 20 15,0 0-17-15,0 0-11 0,0 0-14 16,0 0-2-16,0 0 3 15,22-27 2-15,3 25-10 16,1-2-35-16,3 0-75 16</inkml:trace>
  <inkml:trace contextRef="#ctx0" brushRef="#br0" timeOffset="-60443.08">19208 15262 66 0,'0'0'68'0,"0"0"-57"0,0 0 18 0,0 0 1 15,0 0-7-15,0 0-8 16,40 0 0-16,-31 0-5 15,2 3-6-15,1 5 2 16,0 1-4-16,0 2-1 16,-1 0 0-16,-2 3 1 0,-1-1-3 15,-3 1 0-15,-2-1-1 16,-3 1 0-16,0-2-1 16,-2-2 4-16,-5 0-11 15,-1-2 6-15,-2-2 2 16,2-2 2-16,0-2 0 0,4-2 2 15,1 0 1-15,1-2 2 16,2-8 0-16,0-3 2 16,0 1 2-16,5-3-2 15,2-3-5-15,2 1-2 16,2 0 0-16,3-1 0 16,1 2-5-16,1 2-20 0,-1 1-29 15,1 1-35-15</inkml:trace>
  <inkml:trace contextRef="#ctx0" brushRef="#br0" timeOffset="-59989.05">19511 15277 97 0,'0'0'11'0,"0"0"21"16,0 0 1-16,0 0-8 15,0 0-6-15,0 0-4 16,0 0 0-16,0 0-7 16,0 0-1-16,34-18 0 15,-24 17-2-15,1 1-1 0,2 0-4 16,-2 0 1-16,3 5-1 16,-4 4 1-16,0 2-1 15,-1 3 0-15,-2 2-2 16,-1-1-7-16,-4 2-1 15,-1 0-7-15,-1-2 1 16,0-4 8-16,-3 0 2 0,-2-2 4 16,0-5 4-16,2-1-2 15,-3-3 6-15,3 0 11 16,1 0 1-16,0-8 1 16,1-4-10-16,1 1-1 15,0-3-2-15,0-2 1 0,0-1-2 16,3-1 1-16,6-1-2 15,-1 1-3-15,2 1 0 16,4 1-2-16,1 3-4 16,5 0-18-16,-3 2-17 15,2 4-47-15,-2 1-76 0</inkml:trace>
  <inkml:trace contextRef="#ctx0" brushRef="#br0" timeOffset="-59134.63">19911 15241 70 0,'0'0'-1'0,"0"0"4"0,0 0-1 0,0 0 2 16,0 0 9-16,0 0 12 0,0 0-3 15,0 0-2-15,-38 31-2 16,33-22-7-16,0-1-9 15,0 3 0-15,2-1-2 16,2 1-2-16,-1-1 3 16,2-2-3-16,0 0 0 0,0-1 2 15,2 0-1-15,3-3 1 16,3-1 2-16,-3-1 2 16,5-2 1-16,-2 0 1 15,-1 0-2-15,4 0 3 16,-5-6-5-16,1-1 0 0,-3-2-1 15,-1 0 5-15,-1 0 10 16,-2-3 2-16,0 0-4 16,0 0-4-16,0-1-3 15,-6 1-3-15,1 1-2 16,-1 0-2-16,-2 3 0 16,1 1-3-16,1 1 4 15,1 3-2-15,1-1 0 0,2 4 7 16,2 0-6-16,0 0-3 15,0 0-13-15,0 0-10 16,3 0 18-16,3 0 6 0,1 0 2 16,4 0-7-16,-2 0-2 15,1-3 9-15,1-1-1 16,1-2 1-16,-1 0 6 16,-1 0 6-16,-1 0-1 15,1 0-1-15,-2 0 0 16,1 1-5-16,-2 0 0 0,0 4-1 15,3 0-2-15,-5 1-1 16,3 0-1-16,-3 5 0 16,1 5 1-16,-1 2-1 15,0 3-1-15,-1 2-1 16,0 1 1-16,-2 1-1 0,1 0 1 16,-1-3 2-16,0 1-1 15,2-3-1-15,-2-1 0 16,-1-1 1-16,4-2 0 15,1-3 0-15,0-2-1 16,3-1-2-16,1-2 3 0,-1-2 1 16,2 0 1-16,1 0 3 15,-2-6-1-15,-1-2 1 16,3 0 4-16,-2-2 2 16,-3 1 2-16,0-2-3 15,-2 2 2-15,1-1 1 0,-6 2-1 16,2-1-6-16,-2 4-5 15,0 0-10-15,0 1-21 16,0 0-24-16,0-3-116 16</inkml:trace>
  <inkml:trace contextRef="#ctx0" brushRef="#br0" timeOffset="-53810.26">23969 13597 62 0,'0'-4'1'0,"0"0"0"0,0 0-1 0,0-1 2 0,0 2-2 16,0-1 1-16,0 2 11 16,0-1 3-16,-2-1-3 15,2 0-4-15,0 3-5 16,-1-1-1-16,1-2-2 16,0 4 0-16,-3-1 0 0,1 1 2 15,0-2 3-15,0 2 15 16,-1 0 6-16,2 0-7 15,1 0-9-15,0 0 0 16,0 0-7-16,0 0-1 16,-2 0-1-16,1 0 0 0,1 3 2 15,0 1-2-15,-1 1 0 16,1-1 0-16,0 2 1 16,0-1 1-16,-2 2-1 15,0 0-1-15,1 2 2 16,0-1-2-16,0 0 0 0,-1 1 0 15,2-2-1-15,0 2 1 16,0-2 0-16,0 2 1 16,0-1-2-16,0-1 0 15,0 0 1-15,0-1-1 16,0 0 0-16,0 0 1 0,0-1-1 16,2 1-1-16,1-2-8 15,-1-2-37-15,4-2-17 16</inkml:trace>
  <inkml:trace contextRef="#ctx0" brushRef="#br0" timeOffset="-53099.77">24135 13577 89 0,'0'0'21'0,"0"0"4"0,0 0-15 15,0 0-8-15,0 0-2 16,0 0 0-16,0 0-1 16,0 0 1-16,0 0 1 15,0 0-1-15,-37 34 1 0,33-27 2 16,2 1 1-16,1 0-1 15,-1-1-2-15,2 3 1 16,-3-3-2-16,2 0-1 16,1 0 0-16,0-2 1 15,0 0-2-15,0-2 2 0,6 1 2 16,-1-2-2-16,2-1 6 16,-3 1 0-16,5-2-1 15,-4 0 5-15,3 0 0 16,0 0 0-16,0 0 5 15,-1-5-1-15,0 1-2 16,-1-1-4-16,-1 0 2 0,-1 1-1 16,-2-2-2-16,0 2 0 15,-1-2-1-15,0 1 2 16,0-2-2-16,-1 1-1 16,0-1-1-16,0 1-2 0,0 0 1 15,0 1-1-15,0 0 0 16,0 1-2-16,-2 3 0 15,-2-1 1-15,-1 2-3 16,-1 0 2-16,-3 0 2 16,1 0-12-16,-1 0-8 0,0 3-10 15,0 0-26-15,5-2-19 16,4-1-7-16</inkml:trace>
  <inkml:trace contextRef="#ctx0" brushRef="#br0" timeOffset="-52551.77">24483 13420 31 0,'0'0'2'0,"0"0"0"0,0 0-1 0,0 0 0 16,0 0 15-16,0 0 8 16,0 0 2-16,0 0 3 0,0 0 6 15,0 0-10-15,0 0-5 16,0-29-6-16,-1 28-3 15,1 1-3-15,0 0-3 16,0 0-4-16,0 0-3 16,-1 3 2-16,0 5 0 15,0 5 0-15,-2 1 0 0,-2 5 3 16,0 5-2-16,-1 1-2 16,-2 2 2-16,-1 3-1 15,2-3 1-15,-3 2-2 16,2-4 1-16,0-1 1 15,0 0-2-15,3-2 1 16,1-1-1-16,-3-1 1 16,3-3 0-16,2-3 0 0,0 2 0 15,-1-5 0-15,2 1 0 16,1-3-1-16,0-1 2 16,0-1-1-16,-1-3-4 15,1-1-18-15,-2-3-25 0,0 0-10 16,-1-1 8-16</inkml:trace>
  <inkml:trace contextRef="#ctx0" brushRef="#br0" timeOffset="-52153.98">24347 13641 20 0,'0'0'30'0,"0"0"6"0,0 0-6 15,0 0 3-15,0 0-2 16,0 0-2-16,0 0-10 16,0 0-3-16,0 0-5 0,0 0 3 15,0 0 0-15,0-30-3 16,0 27-6-16,0 2 0 16,0 0-3-16,0-1 0 15,0 2-2-15,0 0-1 16,0 0-18-16,0 0-5 0,0 0-22 15,0 3-36-15,1-2-10 16</inkml:trace>
  <inkml:trace contextRef="#ctx0" brushRef="#br0" timeOffset="-51902.61">24541 13634 237 0,'0'0'12'0,"0"0"20"15,0 0-11-15,0 0-13 16,0 0-8-16,0 0-15 0,0 0-31 15,0 0-78-15</inkml:trace>
  <inkml:trace contextRef="#ctx0" brushRef="#br0" timeOffset="-49413.69">23449 12496 95 0,'5'-4'2'0,"2"-1"5"0,2 0 8 0,2 2-4 0,1-1 1 16,1 3 1-16,1 1-3 15,-2 0-5-15,0 0-4 16,-1 8-1-16,-4 2 1 16,-1 3-1-16,-2 1 1 0,-2 3 1 15,0 2-3-15,-2 3 3 16,0 1-2-16,0 0-3 16,-4 4 4-16,-2 0-4 15,-4 1 6-15,-1 1 1 16,-4 2 1-16,0-2 0 15,-1 2 0-15,-1 0 1 0,-1-3-2 16,3 0-2-16,3 1 1 16,3-5-3-16,3 0 2 15,4-4-2-15,2 0 1 16,0-4 1-16,7-4 1 0,4-1-3 16,3-4 0-16,0-2 1 15,4-1 4 1,-5-1-3-16,-2 0 0 0,-3-3-9 15,-8 0-127-15</inkml:trace>
  <inkml:trace contextRef="#ctx0" brushRef="#br0" timeOffset="-47784.85">16927 15515 122 0,'0'0'3'0,"-1"0"0"0,1-2-3 15,0 1 1-15,0-2-4 16,1 0-4-16,2 1 4 0,2 0 2 16,0 0 0-16,1 1 2 15,2-2 6-15,2 0-1 16,-1 3 1-16,3-3-4 15,-1 3-1-15,0 0-1 16,2 0-1-16,-2 0 0 0,3 3 3 16,-4 3 1-16,2 2 2 15,0 1 0-15,-2 6-1 16,-4 1-2-16,-1 5 0 16,-5 4-1-16,0 4 2 15,-6 4-1-15,-6 1-1 16,-3 6-1-16,-2 0 1 0,0 0-3 15,2 2 9-15,1-2-1 16,1 1-5-16,2-1-1 16,6-1-1-16,1 1 1 15,3-3-2-15,1-3 1 16,0-4 0-16,9-4-1 0,1-5-1 16,1-7 1-16,0-1 1 15,1-6-3-15,-2-3 4 16,-4-1-1-16,0-1 6 15,-4-1-3-15,-2 0 2 16,0 2 12-16,-9 2 6 0,-4 6-23 16,-2 3 1-16,-2 6-2 15,1 5 2-15,-3 5-1 16,3 6 0-16,5 4 1 16,4 2-2-16,3 2 2 15,4 2 1-15,0-1-1 16,2 2 0-16,7 1-1 15,1 1 1-15,2-2-1 0,-1-2 1 16,-3-5-1-16,0-4 0 16,-1-6-1-16,-3-4 1 15,-4-5 1-15,0-2 0 16,-6-1 4-16,-7-1-3 0,-3 0 0 16,-5 3-1-16,-3-1 0 15,-2-1-1-15,1 0 0 16,0-3 1-16,2-3-2 15,1-4-27-15,4-8-86 0</inkml:trace>
  <inkml:trace contextRef="#ctx0" brushRef="#br0" timeOffset="-47065.24">17536 16148 188 0,'0'0'-4'0,"0"0"16"0,0 0-3 0,0 0-5 16,0 0-2-16,0 0-1 0,0 0-1 16,0 0 0-16,0 0 4 15,0 0-4-15,0 0-1 16,0 0 2-16,0 0-1 16,-15 40-3-16,15-27-12 15,0-1 16-15,0-2 1 16,0 0-3-16,4-3-1 0,-2-3 3 15,3-2 3-15,2-1 3 16,-3-1 7-16,0 0-2 16,1 0 1-16,-1 0-3 15,1 0 0-15,2 0-3 16,-3 0-3-16,1 0-1 0,2 0-1 16,-1 0-1-16,3 3 1 15,-3 1-1-15,1-1 0 16,-1 2 0-16,-1 1 0 15,-3 0-1-15,-2 3 0 16,0-1 0-16,0 2-1 16,-9 0 4-16,-3 1 1 0,-2 0-3 15,0 0 2-15,-1-3-1 16,3 1 0-16,4-2-3 16,-2-3-7-16,6-1-23 15,-2-3-48-15,4 0-14 16</inkml:trace>
  <inkml:trace contextRef="#ctx0" brushRef="#br0" timeOffset="-46830.7">17517 16182 124 0,'0'0'27'0,"0"0"-16"0,0 0 3 0,0 0 9 0,0 0-1 0,0 0-12 16,0 0 1-16,0 0 1 16,27-37-8-16,-13 33-1 15,4-1-2-15,2 0 1 16,-1 1-7-16,5-3-20 16,-1 0-20-16,-1-2-27 15</inkml:trace>
  <inkml:trace contextRef="#ctx0" brushRef="#br0" timeOffset="-46479.32">17946 15950 9 0,'0'0'102'0,"0"0"-100"15,0 0 0-15,0 0-3 16,0 0-2-16,0 0 0 15,0 0 5-15,0 0 13 0,6-14 12 16,-6 14-5-16,0 7-6 16,-4 4-3-16,3 2-6 15,0 6-5-15,1 1-1 16,0 5-1-16,0 1 1 16,0 4 1-16,0 0 1 0,0 2 5 15,0-2 1-15,0-1-3 16,0 0 0-16,0-3-2 15,0-2-1-15,0 0-1 16,0-4-1-16,-3 0-1 16,2-2 0-16,-2-3-2 0,3-4-12 15,-5-1-25-15,3-7-48 16</inkml:trace>
  <inkml:trace contextRef="#ctx0" brushRef="#br0" timeOffset="-46292.97">17845 16284 86 0,'0'0'47'0,"0"0"-34"16,0 0-6-16,0 0-7 15,0 0-3-15,0 0-19 16,0 0-12-16,40-24-51 15</inkml:trace>
  <inkml:trace contextRef="#ctx0" brushRef="#br0" timeOffset="-46155.15">18068 16213 244 0,'0'0'37'15,"0"0"4"-15,0 0-27 16,0 0-12-16,0 0-3 0,0 0-15 15,0 0-30-15,7 6-82 16</inkml:trace>
  <inkml:trace contextRef="#ctx0" brushRef="#br0" timeOffset="-44155.41">16850 17379 99 0,'-4'0'3'0,"2"0"5"0,-1 0 3 16,1-2-2-16,2 0 2 15,-2 1 7-15,2-1 1 16,0-1-4-16,0 2-10 16,0-2-7-16,0 0-2 0,0-1 12 15,2-2-7-15,1 2-1 16,2-2 0-16,0 2 1 15,0 1-1-15,0-1 1 16,1 2 1-16,-1-2 2 0,1 3-1 16,-2 1-1-16,2 0-2 15,2 0 1-15,-4 0 0 16,1 3 0-16,-1 5-1 16,-2 2 2-16,1 3 0 15,-2 1-2-15,0 2 6 16,-1 1-2-16,0 3-3 0,0-2 1 15,0 1-2-15,0-1 0 16,0 1 1-16,0-1-2 16,0-4 2-16,0 3-1 15,3-3 0-15,1-3 0 16,1-2-3-16,1 0 2 0,0-1-1 16,1-2 4-16,-2-2-5 15,0-1 4-15,1-1 1 16,-4-1-4-16,-1 0 0 15,0-1 1-15,-1 2 1 0,0 2 3 16,0 3-4-16,-6 4 4 16,-2 2-3-16,-3 7 0 15,1 6-2-15,-1 1 2 16,-1 5 0-16,2-2 0 16,3 2 2-16,-2 2-2 15,6-2-2-15,3-2 1 0,0 3-11 16,0-1-20-16,8 0-8 15,2 0 11-15,1 1-7 16</inkml:trace>
  <inkml:trace contextRef="#ctx0" brushRef="#br0" timeOffset="-43977.52">16973 18240 12 0,'0'0'17'0,"0"0"18"0,4 44 2 0,-9-33 6 0,-5-1-9 15,-4 0-1-15,-4 1-9 16,-1-2-2-16,-3 1-10 15,1 3-3-15,-4-2-6 0,1 0-1 16,-1-1-1-16,3 1-1 16,-2-1-3-16,5-1-11 15,0-3-21-15,3-5-35 16,3-1-76-16</inkml:trace>
  <inkml:trace contextRef="#ctx0" brushRef="#br0" timeOffset="-43306.52">17393 17686 84 0,'0'0'24'0,"0"0"16"0,0 0 3 15,0 0-17-15,0 0-17 16,0 0-6-16,0 0-1 0,-13 37-2 15,8-23-2-15,1 2 0 16,-1-2-3-16,1 0-3 16,-3 2-5-16,0-5 14 15,-1 1-2-15,1-2-1 16,0-2 3-16,0-1 1 0,3-3 2 16,0 0-1-16,2-4 2 15,2 0-7-15,0 0-7 16,1 0 11-16,6 0-2 15,1-4 6-15,4 0 0 16,-1 1 0-16,1-2 5 16,1-1-1-16,3 1-1 0,1-1-5 15,0 0-2-15,2 0 1 16,-1-1-1-16,0 0-2 16,-2 3 1-16,-2-5-9 15,-2 5-18-15,-3-3-21 16,-4 2-30-16</inkml:trace>
  <inkml:trace contextRef="#ctx0" brushRef="#br0" timeOffset="-42988.11">17411 17676 151 0,'0'0'29'0,"0"0"4"0,0 0-14 16,0 0-10-16,0 0-6 16,0 0-4-16,0 0 7 15,0 0 7-15,0 54-7 0,0-30-2 16,0-1-1-16,5 2-3 15,-1-3 1-15,-1 2-1 16,3-3 0-16,-2-2-22 16,0-1 19-16,1-1-38 15,1-5-41-15,0-7-36 0</inkml:trace>
  <inkml:trace contextRef="#ctx0" brushRef="#br0" timeOffset="-42619.27">17793 17449 120 0,'0'0'18'0,"0"0"31"16,0 0-9-16,0 0-19 0,0 0-16 15,0 0 3-15,0 0-4 16,-14 52-1-16,13-29 6 16,1 6-7-16,-1-1-1 15,1 3 0-15,0-1 0 16,0 1-1-16,0-1 0 0,0-3 1 15,0-3-1 1,0-4 0-16,0-3-1 0,-2-3-5 16,-2-2-16-16,-1-2-39 15,1-3-56-15</inkml:trace>
  <inkml:trace contextRef="#ctx0" brushRef="#br0" timeOffset="-42447.49">17682 17737 172 0,'0'0'14'16,"0"0"17"-16,0 0 4 15,0 0-20-15,0 0-10 16,0 0-2-16,5-37-3 16,8 27-5-16,0-4-33 15,3-6-91-15</inkml:trace>
  <inkml:trace contextRef="#ctx0" brushRef="#br0" timeOffset="-42318.55">17962 17608 294 0,'0'0'-1'0,"0"0"-4"16,0 0 5-16,0 0-36 15,0 0-105-15</inkml:trace>
  <inkml:trace contextRef="#ctx0" brushRef="#br0" timeOffset="-33057.91">19431 15983 113 0,'0'0'9'0,"0"0"9"0,0 0 9 0,0 0-2 16,0 0-8-16,0 0-4 16,0 0 5-16,0 0-6 15,0 0-2-15,0-2-1 16,0-3-2-16,0-1-3 0,3 1-1 15,1-4-2-15,0 2 2 16,1-3-2-16,0 2-1 16,0-1 0-16,-2 1 1 15,2-1-1-15,-3 3 0 0,0 1 1 16,-1-1-1-16,0 4 2 16,-1-2 1-1,0 3-3-15,0 1 0 0,1 0-2 16,-1 0-4-16,1 3-2 15,0 5 6-15,2 2 1 16,-1 2 3-16,-2 0-3 16,0 1 0-16,0 3 1 0,2-2 1 15,-2 0 0-15,0 0-1 16,0 1 0-16,2 0 1 16,-2-2-1-16,0 1-3 15,0-3-33-15,0 1-24 16,0-2-7-16</inkml:trace>
  <inkml:trace contextRef="#ctx0" brushRef="#br0" timeOffset="-32809.87">19428 16129 48 0,'0'0'129'0,"0"0"-93"0,0 0 3 16,0 0-17-16,0 0-13 15,0 0-3-15,0 0-2 0,0 0 0 16,0 0 2-16,14-12-3 16,-7 10-1-16,-1 2-2 15,2 0 1-15,1 0 0 16,2-2-1-16,0 1 0 16,-1 0 0-16,4-2-1 15,-2 0-14-15,1-2-24 0,-2-1-88 16</inkml:trace>
  <inkml:trace contextRef="#ctx0" brushRef="#br0" timeOffset="-31471.73">19577 15773 91 0,'0'0'11'0,"0"0"19"0,0 0-14 0,0 0-6 16,0 0-2-16,0 0 4 16,-27-37 3-16,21 33-2 15,0 0 2-15,-2-1-4 0,2 2-2 16,-1 1-3-16,0-1-3 15,-3 1-3-15,4 2 1 16,-3 0 0-16,0 0-2 0,2 0 3 16,-2 0-2-16,1 0 1 15,-1 5 1-15,0 0-1 16,0 3-2-16,-3 0 2 16,-1 3 0-16,0-1-1 15,-3 0 1-15,1 3-1 16,-2 0 0-16,4-2 0 0,0 4 3 15,2 0-1-15,-1-1-2 16,2-1 0-16,3 0 0 16,-2-2-2-16,0 2-5 15,3-2 4-15,3 2 7 16,-3 0-2-16,2 0 2 0,3 1-2 16,1 0-1-16,0 0-1 15,0 2 0-15,0-1 0 16,0 4-1-16,0-3 1 15,1 0 0-15,2-1 0 16,1 0 0-16,1-2 0 16,-2 0-2-16,1-3 2 0,4 1 2 15,-2-2-1-15,0 2 2 16,0-4-1-16,1 2-2 16,1-1 0-16,0 1 1 15,-2-1-2-15,2 1 1 16,0-1 0-16,0-2 4 0,0 0-2 15,1-1 2-15,1 0-2 16,0-2-1-16,1-1 1 16,-1 2 2-16,1-1-2 15,-1 0-1-15,2-1 0 0,-2-1-1 16,1 2 0-16,-1-1 1 16,1 0-1-16,1 0 0 15,-3 0 0-15,2 0 1 16,1-2 3-16,0 0 1 15,1 0-4-15,1 0-2 0,-1 0 3 16,1 0 0-16,-1-3-1 16,-1-2 0-16,-1 0 0 15,2-1-1-15,-1-2 1 16,0 1 0-16,0-2 1 16,1-1-2-16,-2 0 1 15,3-4-1-15,-5 4 1 0,0-3-1 16,0-1 1-16,-2 1 0 15,-1 1-1-15,-1-2 2 16,-2-1 0-16,0 0 1 16,0-1 1-16,-1 0-3 15,-2-1 0-15,2 2 0 0,-2-4-1 16,0 4 1-16,0-1 0 16,0-1 0-16,0 0 1 15,-7 1 0-15,1-1 2 16,-2 0-3-16,0 2 1 15,-6-2 0-15,1 1 1 16,-1-1 1-16,-4 0 0 0,-1 3-5 16,2 1 2-16,-4 2-5 15,-2 3 0-15,-4 6-12 16,-2 2-15-16,-4 0-81 16</inkml:trace>
  <inkml:trace contextRef="#ctx0" brushRef="#br0" timeOffset="-29407.92">17442 16669 49 0,'-7'3'7'0,"3"-1"-12"0,-4 0 6 0,3 1 0 16,0-2-1-16,1 2 0 16,1-3 1-16,2 0 3 0,0 0-3 15,1 2 6-15,0-2 12 16,0 0-5-16,0 0-4 15,0 0-4-15,0 0-4 16,3 0 1-16,1 0-2 16,3 0-1-16,-2 0 0 0,3-2 0 15,-1 2 0-15,3-1 3 16,2-1 7-16,1 1 6 16,2-2-1-16,3 0-5 15,1-1-2-15,2 0-1 16,3-2-1-16,-4-1 0 15,5 1-4-15,0 0 4 0,2-3-6 16,3 0 19-16,1-1-6 16,4-1-2-16,2-2-9 15,-1 2-2-15,-1-1 1 16,0 1-1-16,0 0 1 0,-6 2-2 16,0-1 2-16,-4 3-1 15,-1 0 1-15,-3 2-2 16,-3 1-2-16,-1 2-19 15,-9 0-39-15,-3 0-63 16</inkml:trace>
  <inkml:trace contextRef="#ctx0" brushRef="#br0" timeOffset="-28781.99">17353 16777 84 0,'0'0'1'0,"0"0"0"0,41-13 1 16,-24 10 1-16,1-2-2 16,1 1 1-16,-2-1-1 15,5 2 5-15,-3-1 6 0,2-2 9 16,4 1-3-16,0-1-5 16,6-1-8-16,-2-1-3 15,5 0 1-15,1 0-2 16,1-1 0-16,0 0 7 15,0 1 10-15,-1-2 4 0,-3 2-4 16,1-2-2-16,-4 1-4 16,-1 2-6-16,0-2-4 15,-3 1-2-15,-1 3 1 16,-3-1-1-16,-2 0 1 16,-3 5-1-16,-5-2 1 15,-2 0 0-15,-2 3-1 0,-3 0-3 16,-3 0-13-16,-1 0-32 15,0 3-33-15,-5 0-7 16</inkml:trace>
  <inkml:trace contextRef="#ctx0" brushRef="#br0" timeOffset="-28191.59">17389 16780 87 0,'0'0'13'0,"0"0"3"0,0 0-6 0,0 0-6 15,0 0-2-15,40-6-2 16,-27 2 0-16,3 0 0 16,-1-1 1-16,5-2 2 15,1 2 8-15,1-2 3 16,1-2 1-16,4-1 2 0,2 0 4 16,2-1-4-16,2 0-5 15,-1 0 0-15,5 0-1 16,-2-1-2-16,1 1-3 15,1 0-1-15,-4 0 0 16,1 1-3-16,-3 0-1 16,-2 0 0-16,-2 3 1 0,-5 0-2 15,-2 1 0-15,-3 4 1 16,-1-2 0-16,-3 4-2 16,-1 0-12-16,-3 0-25 15,-6 0-79-15</inkml:trace>
  <inkml:trace contextRef="#ctx0" brushRef="#br0" timeOffset="-25975.37">20268 15800 109 0,'0'0'5'0,"-1"0"0"0,-1 0-2 15,0 0 1-15,2 0 7 16,-3 0 11-16,2 0 7 16,0 0-4-16,0 0 1 0,0-2-7 15,1 1-7-15,-1 1-5 16,1 0-4-16,0 0-3 15,0 0 0-15,0 1-4 16,0 7 2-16,0 2 2 16,0 5-2-16,0 2 1 0,2 0 0 15,1 2 1-15,0-1 0 16,-1 2-1-16,-2-3-3 16,0 0-2-16,0-3 1 15,0-1 2-15,-2-3 1 0,0-4 2 16,0-1 0-16,2-3 1 15,-1-1 0-15,1-1 1 16,0 0-3-16,0 0-1 16,0 0-4-16,1 0 6 15,5-3-3-15,-1-4 1 16,4 3 1-16,-1-1 1 0,0 0 2 16,2 2 2-16,-2 0 4 15,0 1-3-15,-1 0-1 16,0 1-4-16,4 1 1 15,-4 0 1-15,1 0-2 16,-2 0 0-16,2 0 0 0,-5 0-2 16,1 0-5-16,-1 0-6 15,0 0-19-15,-1 0-25 16,-1 0 1-16</inkml:trace>
  <inkml:trace contextRef="#ctx0" brushRef="#br0" timeOffset="-25662.47">20301 15890 201 0,'0'0'12'0,"0"0"17"0,0 0-13 0,0 0-10 0,0 0-5 15,0 0 2-15,0 0 1 16,0 0 1-16,0 0-2 16,45-18-2-16,-34 18 0 15,3-4 0-15,-2 1-1 0,-1 1-3 16,1-1-18-16,-3-2-45 15,-6 0-30-15</inkml:trace>
  <inkml:trace contextRef="#ctx0" brushRef="#br0" timeOffset="-25462.28">20308 15774 262 0,'0'0'5'0,"0"0"7"16,0 0-11-16,0 0-1 16,0 0 2-16,0 0-1 15,0 0 0-15,45-38-1 16,-27 35-17-16,-1 0-52 16,-1-1-67-16</inkml:trace>
  <inkml:trace contextRef="#ctx0" brushRef="#br0" timeOffset="-25022.03">20498 15820 202 0,'0'0'35'0,"0"0"-32"15,0 0 6-15,0 0-4 16,0 0 0-16,0 0-2 16,47-4 0-16,-33 4 2 15,0 0-1-15,1 0-3 16,-3 6-1-16,0 2 1 16,1 1 0-16,-6 2-3 0,-1 0-6 15,-2 1-9-15,-2-1 1 16,-2 0 1-16,0-1 1 15,0-1 0-15,-6-1 9 16,-1-2-2-16,-1 0 6 0,-2-2-2 16,4-3 4-16,0 1 1 15,1-2 4-15,3 0 18 16,2-3 0-16,0-4-8 16,0-2-10-16,0-4 4 15,4-1-4-15,5 0-1 16,-2 0-3-16,7-2-1 15,-2 2-1-15,3-1-3 16,1 2-29-16,0 1-51 0</inkml:trace>
  <inkml:trace contextRef="#ctx0" brushRef="#br0" timeOffset="-24517.5">20802 15823 174 0,'0'0'11'0,"0"0"20"0,0 0 0 16,0 0-14-16,0 0-10 0,0 0-6 15,0 0-1-15,0 0 0 16,42-26 0-16,-35 26 0 16,2 3 0-16,0 3 0 15,0 3-3-15,-1 3 0 16,0 1-1-16,-2-1 4 0,-2 1-18 16,-1 0-7-16,1-1 16 15,-4-3 5-15,0-1 0 16,0-1 3-16,0-2 0 15,0-2 2-15,-2-2 12 0,-2 1 1 16,-1-2 1-16,3 0-1 16,-5 0-2-16,3-3 0 15,3-4 0-15,-1-1-3 16,0-1-2-16,2-3-1 16,0-1 0-16,0 0 4 15,2-2 1-15,3 0-2 0,4 0-9 16,0 2-5-16,3 1-6 15,3-1-22-15,-2 5-30 16,5-1-75-16</inkml:trace>
  <inkml:trace contextRef="#ctx0" brushRef="#br0" timeOffset="-23830.93">21098 15752 144 0,'0'0'61'15,"0"0"-55"-15,0 0 0 0,0 0-6 16,0 0 4-16,0 0-12 16,0 0 13-16,0 0-2 15,-43 45-2-15,36-35-2 16,-3 3 3-16,6-2 0 16,-1-1-2-16,4 0-1 15,1 0 0-15,0-3-3 0,0 0 1 16,6-3 0-16,1 1 4 15,2-1 0-15,-4-2 0 16,3-1-1-16,-3-1-2 16,-1 0 1-16,3 0 2 15,-4 0 0-15,-1-3 1 0,0-3-1 16,-1 1 0-16,-1-3 2 16,0 1-2-16,0-3 0 15,0 1 0-15,-2-3 0 16,0 0 1-16,1-1 1 0,0 1 1 15,1-2-3-15,0 3-1 16,0 1 0-16,4 0 0 16,3 1 1-16,0 1 0 15,1 2 2-15,2 2 5 16,0-2-3-16,-1 5-2 16,3 1-2-16,-4 0 0 0,0 0-1 15,1 1 0-15,-4 6-1 16,0 3-2-16,0 0-3 15,-4 4 4-15,2-1-1 16,-1 3 2-16,0-1 1 16,1-1 2-16,0 1-2 15,1-1 0-15,1-2-1 16,0-1 1-16,1-3-1 0,1 1 0 16,0-3 1-16,1-1 2 15,-1-2 7-15,0-2 0 16,1-1 3-16,1 0 3 0,0 0 2 15,3-7-1-15,-4 1-1 16,0-3-5-16,-2 0-1 16,1-1 0-16,-4 1-4 15,-1 0 0-15,-2 0-2 16,0 2-5-16,0-1-24 16,0 2-32-16,-3-3-100 0</inkml:trace>
  <inkml:trace contextRef="#ctx0" brushRef="#br0" timeOffset="-23504.07">21618 15726 274 0,'0'0'16'0,"0"0"-17"0,0 0 9 0,0 0-4 0,0 0 1 15,0 0-3-15,0 0-1 16,0 0 1-16,42-11 0 15,-32 9 1-15,-2 2-4 16,-1 0-3-16,-1 0-27 0,-1 0-60 16,-2 0-88-16</inkml:trace>
  <inkml:trace contextRef="#ctx0" brushRef="#br0" timeOffset="-23332.95">21682 15797 238 0,'0'0'-1'16,"0"0"-5"-16,0 0 18 15,0 0-5-15,0 0-1 16,0 0-3-16,0 0-11 0,50 7-45 16,-37-7-53-16</inkml:trace>
  <inkml:trace contextRef="#ctx0" brushRef="#br0" timeOffset="-22917.73">21981 15648 182 0,'0'0'-3'0,"0"0"13"0,0 0 9 15,0 0-14-15,0 0-1 16,0 0 1-16,0 0-2 15,0 0 7-15,-17-10-5 16,13 17-3-16,1 0-2 16,1 2 1-16,1-2-2 0,1 0 0 15,0-1-1-15,0-1 1 16,5-2 4-16,2 2 7 16,5-3 3-16,0 1 3 15,2-2-3-15,0 1-3 16,0-2-6-16,-1 3-1 0,0-2 0 15,-1 2 0 1,-2 0-1-16,-4 3-1 0,2-1-1 16,-5 3 0-16,-1 0 0 15,-2 2 0-15,0-3-1 16,0 0 0-16,-5 0 0 16,-6 0 2-16,1 0-2 0,0 0 4 15,-4-1-19-15,1-2-20 16,-1-1-35-16,3-3-46 15</inkml:trace>
  <inkml:trace contextRef="#ctx0" brushRef="#br0" timeOffset="-22721.4">21957 15634 264 0,'0'0'1'0,"0"0"1"0,0 0 3 0,51-22 1 16,-33 18-4-16,-1 3-2 16,4-1 1-16,0 2-1 15,3 0 0-15,0-1-3 16,1-2-43-16,-2 0-82 16</inkml:trace>
  <inkml:trace contextRef="#ctx0" brushRef="#br0" timeOffset="-22411.72">22416 15487 99 0,'0'0'2'0,"0"0"19"16,0 0 16-16,0 0-13 15,0 0-8-15,0 0-16 16,0 0-7-16,0 0 13 0,5 20 5 15,-6 0-1-15,-2 4-1 16,0 2-3-16,2 4 1 16,-1 1-1-16,-2 3-2 15,2-2 0-15,2-2-1 16,-2 2 3-16,1-1-5 0,-1-4 0 16,1 0 1-16,-1-4-1 15,-1-2 0-15,0-2-1 16,-1-4-5-16,-2-6-60 15,-1-5-131-15</inkml:trace>
  <inkml:trace contextRef="#ctx0" brushRef="#br0" timeOffset="-22244.7">22330 15784 315 0,'0'0'1'16,"0"0"17"-16,0 0-12 15,0 0 4-15,0 0 1 16,0 0-6-16,0 0-6 16,0 0-28-16,30-34-78 15</inkml:trace>
  <inkml:trace contextRef="#ctx0" brushRef="#br0" timeOffset="-21223.24">16810 17437 47 0,'0'0'138'0,"0"0"-122"0,0 0 14 16,0 0-19-16,0 0-4 16,0 0-5-16,0-41 1 15,7 33-2-15,1 1 2 16,4 1 1-16,-3 1-4 0,4 4 0 16,0 1 2-16,1 0-2 15,2 0 0-15,-2 6 0 16,3 4-5-16,-6 3-4 15,1 4-6-15,-4 3 2 16,-5 4-5-16,-3 0 12 16,0 4 9-16,-2 2-2 0,-6 1 3 15,-1 0 3-15,-2 1 2 16,0-1 0-16,1 0-3 16,4-4-2-16,2 2-2 15,4-8-1-15,0 0 3 0,0-5-4 16,2 0 0-16,4-5 0 15,4 2 0-15,1-3 3 16,2 1 2-16,-1 3 3 16,1-1-5-16,3 7-2 15,-3 3 0-15,-2 4-1 0,-2 5 0 16,-2 4-3-16,-3 3-2 16,-2 0 8-16,-2-1-5 15,0 1 4-15,0-4-1 16,-6-2 0-16,-1-2 3 15,-2-1 2-15,-2-6 0 16,2-1-4-16,-5-5 0 0,1-2 0 16,1-5-1-16,0-5-1 15,1-6-6-15,0-1-37 16,-3-16-170-16</inkml:trace>
  <inkml:trace contextRef="#ctx0" brushRef="#br0" timeOffset="-20735.43">17217 18385 268 0,'0'0'0'0,"0"0"-11"0,0 0 7 0,0 0-12 16,0 0-17-16,0 0 19 15,0 0-35-15,40 33-22 16</inkml:trace>
  <inkml:trace contextRef="#ctx0" brushRef="#br0" timeOffset="-20586.18">17458 18611 238 0,'0'0'29'16,"0"0"-26"-16,25 45 2 15,-15-30-3-15,2-2-3 16,-1 0-23-16,0-1-35 16,1-2-61-16</inkml:trace>
  <inkml:trace contextRef="#ctx0" brushRef="#br0" timeOffset="-20401.23">17963 18894 243 0,'0'0'41'0,"0"0"-41"16,0 0 2-16,45 0 0 15,-42 0-21-15,-1-8-72 16,-2-4-14-16</inkml:trace>
  <inkml:trace contextRef="#ctx0" brushRef="#br0" timeOffset="-12579.33">22288 15701 49 0,'0'0'17'0,"0"0"-2"0,0 0-12 0,0 0-3 0,0 0-1 16,0 0-8-16,0 0-17 16,0 0-13-16</inkml:trace>
  <inkml:trace contextRef="#ctx0" brushRef="#br0" timeOffset="-12141.21">22288 15701 4 0,'-45'-5'36'0,"38"5"-14"15,3 3-11-15,-1-1-1 16,2-1-3-16,3 2 2 16,0-2-7-16,0-1 0 0,2 3-1 15,4-1-1-15,-3-1 2 16,0-1-1-16,1 1 0 16,-1-1-1-16,-3 0 1 15,0 0 4-15,0 0 20 0,3 0-2 16,-3 0-17-16,0 0-3 15,0 0-2-15,0 0 0 16,0-1 1-16,0 1 0 16,0-1 5-16,-3-1 5 15,-3 2-3-15,3 0 2 16,1 0 2-16,0 0-5 0,-2 0-6 16,4 0-1-16,0 2-1 15,0 0 0-15,0 1 0 16,0 1-1-16,2-1 1 15,2 0-1-15,-2-3 1 16,1 0-1-16,-1 0 2 0,2 0 1 16,-1 0 2-16,-3 0 2 15,0-4 1-15,0-2 5 16,0 3 5-16,0-1-6 16,0 1-4-16,-6-1-2 0,2 3-4 15,0-1 4 1,2 2-5-16,-2 0 0 0,2 0-2 15,2 0-5-15,0 3-33 16,0 0-36-16,2-2-56 16</inkml:trace>
  <inkml:trace contextRef="#ctx0" brushRef="#br0" timeOffset="-11770.68">22474 15830 70 0,'0'0'34'0,"0"0"17"0,0 0-2 16,0 0-22-16,0 0-13 15,0 0-5-15,0 0-1 16,0 0 2-16,0 0-6 15,0 0-4-15,0 0-9 0,8 0-62 16,-7 0-28-16</inkml:trace>
  <inkml:trace contextRef="#ctx0" brushRef="#br0" timeOffset="1693.84">16804 17330 74 0,'0'0'25'0,"0"0"-16"0,0 0-4 16,0 0-2-16,0 0-2 16,0 0 1-16,0 0-1 15,0 0-1-15,37-1 0 0,-30 1 1 16,0 2 0-16,1 2 1 16,0 1-2-16,0 0 1 15,-1 1 1-15,2 1-1 16,-3 1-1-16,1 1-1 15,-2 1 1-15,2-1-1 0,-5 2 1 16,0 2 0-16,-1-1 2 16,-1 3 2-16,0 2 0 15,0-2-1-15,0 5 4 16,-1-1-1-16,-6 0 4 16,2 1-2-16,1 2-3 0,-4-1-4 15,3 0 0-15,-1 2 0 16,1-2 0-16,2-1 0 15,3-3 1-15,0-1-2 16,0-2-2-16,0-2 4 16,0-3 0-16,4-1 0 15,4-1 0-15,-3 0 2 0,3-6 0 16,-3 2-2-16,1 0 2 16,1-2 0-16,-4-1 1 15,1 0-2-15,-2 2-2 16,0-1 1-16,-2 1-3 15,0 3 8-15,0 1 1 0,0 2 0 16,0 1-4-16,-2 6 1 16,-3 1-1-16,2 0-1 15,3 4 0-15,0 2 0 16,0 1-2-16,0-2 1 0,0 4-2 16,8 0 2-16,-3-2-1 15,3 0 0-15,0 1-1 16,0-3 1-16,-3 0-1 15,-1 1 0-15,-3-4 1 16,-1-1-1-16,0 2 1 16,-4 0 0-16,-7-1 4 15,-3 1-2-15,-1 0-2 0,-3 2 1 16,-2-1-2-16,1 1 0 16,0-1 0-16,0 1-1 15,0-2-3-15,-2-4-30 16,2-3-71-16</inkml:trace>
  <inkml:trace contextRef="#ctx0" brushRef="#br0" timeOffset="2597.74">16754 17445 87 0,'0'0'2'0,"0"0"8"0,0 0 3 0,0 0-3 0,0 0-3 16,0 0 3-16,0-42 4 15,0 35 0-15,4 1-1 16,0-1-5-16,6 1-4 16,-3-2-1-16,2 5-2 0,2-1 1 15,0 4-2-15,-2 0 0 16,3 0 0-16,-1 3 0 15,-1 4 0-15,1 3-3 16,-1 3 3-16,-2 4-3 16,-2 3 9-16,0 3-8 0,-4 2-1 15,-2 3-1-15,0 2 1 16,0 0 2-16,-9 3 1 16,4-3 0-16,-2 1 1 15,3-3 0-15,2 1 0 16,0-4 0-16,2 0-1 0,0-3 1 15,0-5-1-15,5 1 1 16,3-6 0-16,2 2 0 16,1-5 2-16,0-1-1 15,2-1 0-15,-4-2 0 16,0 0 1-16,0 0 1 16,-4 0-1-16,1 2-2 15,-4 1 2-15,1 4-2 0,-2 5 0 16,-1 1-1-16,0 4 1 15,0 2 2-15,0 3-2 16,0 0 2-16,0 0-2 16,3 3 0-16,3-2 0 0,0 2-1 15,2-2 2-15,-1 1-2 16,1-1 0-16,-3-2 1 16,-2 0-1-16,-3 2 2 15,-1 1-2-15,-13 0 1 16,-6 5 0-16,-8 3 0 0,-6 4-2 15,-10-1-7-15,-9-1-75 16</inkml:trace>
  <inkml:trace contextRef="#ctx0" brushRef="#br0" timeOffset="8578.6">19604 16625 36 0,'-6'0'9'15,"3"0"8"-15,0 0 0 0,1 0 5 0,-2 0 4 16,0 0 10-16,1 0-1 15,-1 0-25-15,0-3-6 16,0 1-2-16,0 0-2 16,2-1 0-16,-2 0 8 0,2 0-2 15,1 1-3-15,0 0 7 16,1 1-2-16,0-1-4 16,0 0-2-16,0-1-2 15,0 0 4-15,1 0-2 0,4 0-1 16,1-1-1-16,0 4 2 15,0-1-2-15,0-1 0 16,1 2 0-16,-2 0 0 16,2 0-2-16,-2 0 1 15,0 3-1-15,0 0 1 16,-2 1 1-16,1 3-1 0,-2-1 1 16,-1-2-1-16,-1 3 1 15,0 0 0-15,0-2 1 16,0 2-1-16,-1 0 0 15,-3 1 0-15,-1 0 1 16,-3 1-2-16,3-2 3 16,-4 2-2-16,4-1 2 0,-2 0-1 15,3-1-1-15,0 0 2 16,1 0-2-16,1-1 0 16,1 1 0-16,-2-2 0 15,3 2 1-15,0-2-1 0,-1 0 0 16,1 1-1-16,0 0 1 15,0-2 0-15,0 1 0 16,0 0 0-16,0-2-2 16,1-1-1-16,4 0 2 15,-3-1 0-15,2-1 0 0,-2 0 0 16,1 0 2-16,0 0 0 16,0 0 1-16,1 0 3 15,-1-3-4-15,3 1 2 16,-1 0-1-16,0 0 0 0,1 0 3 15,-2 1-1-15,3 0-2 16,-1 0 0-16,0 0 1 16,2 1-3-16,-2 0 0 15,2 0 0-15,-2 0 1 16,1 0-1-16,-3 0 0 16,-1 0 0-16,3 0 0 0,-5 1-3 15,2 1-4-15,-1-2-17 16,-2 0-42-16,0-1-88 15</inkml:trace>
  <inkml:trace contextRef="#ctx0" brushRef="#br0" timeOffset="9988.27">19689 16459 63 0,'0'0'29'0,"0"0"-4"0,0 0-6 0,0 0-3 0,0 0-3 16,0 0 0-16,0 0 10 15,-36-23-9-15,31 21-5 16,1 1-5-16,-2 0-1 16,2-1 5-16,1 2 0 15,-4-1-5-15,3 0-1 16,1-1 2-16,-3 1 2 0,1 0-4 16,-3 0 3-16,3 1 3 15,-1 0-5-15,0 0-3 16,2 0 0-16,-3 0 1 15,2 0-1-15,-3 0 0 16,3 0 0-16,-1 3-2 0,-2 1 3 16,0 0 0-16,2 2-1 15,-1-3-1-15,0 3 2 16,-2-3-3-16,4 1 3 16,-3 2 0-16,3-1 0 15,-2 1-1-15,1 0 0 0,-1 1 0 16,1 0 0-16,1 0 0 15,-4 2 0-15,4 0 1 16,-3-1-2-16,3 0 2 16,-1 1-1-16,0 0 0 15,-1 0 1-15,1 2-1 0,0-2 0 16,0 4 0-16,0-2 0 16,-2-1 1-16,5-1-1 15,-1 1 0-15,0-2 1 16,2 2-1-16,0-1 2 15,2-1-1-15,-1 3-1 16,1 0 0-16,0 0 1 0,0 0-1 16,0-1 0-16,0 1 1 15,0 1-1-15,0-2 0 16,0 1 0-16,0-1 0 16,0 3 1-16,1-3 0 0,1 1-2 15,1-2 2-15,-2 2 0 16,3-1-2-16,0-1 2 15,-3-1-1-15,3-1-1 16,0 0 1-16,1-1 0 16,-2 1 0-16,1-1 0 0,2-1 1 15,-3 0-1-15,1 2 1 16,2-2-1-16,-2 1 2 16,1-1-2-16,1 1-2 15,0 0 2-15,0-1 0 16,0 0 2-16,2-1-2 15,-3 1 0-15,3-1 0 0,-3 0 0 16,4 0 0-16,-4-1 0 16,3 2 0-16,-3-3 0 15,4 1 0-15,-4 0 0 16,5 0 0-16,-4-2 0 0,3-1 0 16,-1 0 0-16,1 3 0 15,1-3 0-15,2 0 0 16,-4 0 0-16,3 0 0 15,2 0 0-15,-2-4-2 16,2 0 0-16,0-2 3 16,0 0-1-16,3-1 0 0,-3 0 0 15,2 1 0-15,0-1 0 16,-1 0 0-16,0 0 0 16,0 0-1-16,0-2 1 15,-2 1-1-15,1-1 0 0,-1 0-1 16,2-3 2-16,-5 2 0 15,3-3-1-15,1 1 1 16,-4-3 1-16,0 1-1 16,-1 0 0-16,-1-3 0 15,-3 0 0-15,0 0 1 16,-1-3-1-16,-1 0 1 0,1-3-1 16,-3 1 1-16,0-4-1 15,0-1 2-15,-9-1 1 16,-1-1 1-16,-5 1 2 15,-2 0-4-15,-6 5-1 16,-6 0-5-16,-11 4-19 0,-7 3-121 16</inkml:trace>
  <inkml:trace contextRef="#ctx0" brushRef="#br0" timeOffset="12481.24">20444 16438 41 0,'4'-2'58'0,"-3"0"-56"0,0 1 1 0,-1 1-1 16,0 0 0-16,0 0-1 15,-3 0-2-15,-2 1 1 16,-2 3 6-16,0 1 1 15,-1 1-5-15,-1-3-2 16,2 4-3-16,-5-3-116 16</inkml:trace>
  <inkml:trace contextRef="#ctx0" brushRef="#br0" timeOffset="13947.99">20580 16502 36 0,'0'-3'40'0,"0"1"-13"0,0-1 3 0,0-1-5 15,0 2 2-15,0 0-4 16,0-1-2-16,0 0-5 16,-3 2-7-16,2 1 1 15,-1-2-6-15,0 1-1 16,1 1 3-16,-1 0-6 0,0 0 2 16,-1 0-2-16,0 0 0 15,1 0 0-15,-1 4 0 16,-2 2 0-16,1 1 0 15,1-1 0-15,1 4 0 16,0 0 1-16,2-2 0 0,-3 3-1 16,2-1 0-16,1-1 1 15,0 2-1-15,0-3 0 16,0 0 1-16,1-1-1 16,5 0 0-16,1 0-2 15,2-3 2-15,1 2 1 16,1-3-1-16,0 1 1 0,0-2-1 15,-1-1 1-15,3-1-1 16,-5 0 4-16,1 0-2 16,2 0 2-16,-1 0 0 15,-1-3 0-15,2-4-3 0,-2 0 0 16,-2 0 1-16,-1-3 0 16,-1 2 2-16,-2-1 4 15,-1 0-2-15,-2-2-1 16,0 0 0-16,0-1 0 15,0 1-2-15,-4-2-1 0,-2 2 1 16,-2 1-1-16,3 0 2 16,-3 3 0-16,3 0-2 15,-2 1-2-15,1 1-2 16,0 3 0-16,0 0 0 16,-1 2-3-16,-1 0-4 15,3 0-14-15,-1 5-17 0,3 3-13 16,-1-1-60-16</inkml:trace>
  <inkml:trace contextRef="#ctx0" brushRef="#br0" timeOffset="14337.92">20891 16525 133 0,'0'0'33'0,"0"0"13"0,0 0-10 16,0 0-5-16,0 0-8 0,0 0 5 15,0 0-3-15,0 0 3 16,0 0 6-16,0 0-7 16,0 0-21-16,0 0-7 15,-16-13 1-15,16 13-18 16,0 0-27-16,0 0-29 0,0 0-17 15,3-1-99-15</inkml:trace>
  <inkml:trace contextRef="#ctx0" brushRef="#br0" timeOffset="15128.72">21207 16412 57 0,'0'0'160'0,"0"0"-148"0,0 0 6 16,0 0-12-16,0 0-1 15,0 0-1-15,0 0-1 16,0 0 3-16,0 0 2 16,-14-3-4-16,10 3-4 15,1 0 0-15,-3 0 0 0,1 3-1 16,-2 1 2-16,0 3 0 16,1 0-1-16,0 1 0 15,-1 1 0-15,1 0 0 16,2 1 0-16,2-1 0 15,-2-1 0-15,4-1 0 16,0 2 0-16,0-2 0 0,0 0 0 16,0-1 0-16,1 0 0 15,4 0 0-15,-2-1 0 16,2 0-1-16,1 0 1 16,-3-1-1-16,2-3 1 15,0 0 0-15,0 1-2 0,2-2 2 16,-2 0-1-16,1 0 4 15,1 0-2-15,-1 0-2 16,1 0 3-16,-1 0-2 16,2 0 0-16,-2 0 1 15,0-4-1-15,0 0 0 0,0-1 0 16,-1 1 1-16,-1 0-1 16,-2-2 0-16,2-1 0 15,-2 1 2-15,-1-1-2 16,0 1 1-16,0-1 0 0,-1 1 0 15,0 0 1-15,0 0-1 16,0 0-1-16,0 2 1 16,0-2-1-16,0 2 0 15,0-1 0-15,0 1 2 16,0 0 2-16,-2 1 0 0,1-1 1 16,-1 1-2-16,-3 0-1 15,2 2-1-15,0-2-1 16,-1 2 0-16,0-1 0 15,0 2 0-15,0 0-3 16,-2 0-3-16,1 0-13 16,1 0-8-16,-5 2-12 0,4-1-46 15</inkml:trace>
  <inkml:trace contextRef="#ctx0" brushRef="#br0" timeOffset="15427.78">21271 16449 61 0,'0'0'2'0,"0"0"-1"0,0 0-1 0,0 0 0 15,0 0-16-15</inkml:trace>
  <inkml:trace contextRef="#ctx0" brushRef="#br0" timeOffset="16469.46">21249 16487 12 0,'0'0'110'0,"0"0"-61"0,0 0-1 0,0 0-17 16,0 0-13-16,0 0-7 0,0 0-7 15,0 0-3-15,0 0-1 16,0 0-1-16,0 0 4 16,9 19-3-16,-9-11 3 15,2 1-1-15,-2 1-2 16,0-2 0-16,0 2 0 16,0-1-6-16,0-1 4 0,0 0 1 15,0 0 1-15,-1-1 0 16,-3 0 1-16,0 0-1 15,-1-3-4-15,3 0 3 16,-4-2-1-16,2 1 3 0,0-1-1 16,2 0 0-16,0-2 1 15,2 0-1-15,0 2-2 16,0-2-21-16,0 0-6 16,0 0 3-16,0 0 15 15,0 1 2-15,2-1 6 0,0 0 0 16,2 0 4-16,1 0 5 15,1 0 13-15,1 0 0 16,1 0-4-16,3 0 0 16,-2 0-1-16,1 0-9 15,3-1 1-15,-1-1 1 0,0-1-3 16,-1 2-1-16,-1-2-3 16,0 3 2-16,-3-2-2 15,-1 1 1-15,-1 0-1 16,0 1 0-16,-2-2-3 15,0 0-21-15,-1-3-73 16</inkml:trace>
  <inkml:trace contextRef="#ctx0" brushRef="#br0" timeOffset="17107.23">21497 16399 119 0,'0'0'4'0,"0"0"5"0,0 0-1 0,0 0 5 0,0 0-7 0,0 0 0 16,0 0 14-16,0 0-5 16,0 0-9-16,0 0-2 15,0 0-2-15,0 39 0 16,0-28-1-16,0 0 0 16,6-1 0-16,-3 0 0 15,3 0 0-15,1-3 3 0,-1-2 0 16,2 0 4-16,0-1-2 15,2-2-2-15,-1-2 1 16,4 0 0-16,-4 0-2 16,2 0 3-16,-1 0-5 15,0-3 1-15,-3-3-1 0,1-1 0 16,-2 0 0-16,-3 0 0 16,0-1 0-16,-1 0 1 15,1-3-1-15,-2 4-1 16,0-2-1-16,1 2-2 0,-2 0 2 15,1 3 0-15,-1 1 2 16,0 2-1-16,0 1 1 16,0 0-1-16,0 0-3 15,0 1 3-15,0 8-1 16,0 3 3-16,0 0 0 16,3 3-1-16,-1 1 1 15,1-2-1-15,2 3 0 0,1-4-1 16,-1 1 0-16,1-1 0 15,1-2 1-15,2-4-3 16,1-5-19-16,2-2-81 16</inkml:trace>
  <inkml:trace contextRef="#ctx0" brushRef="#br0" timeOffset="17583.84">21918 16370 144 0,'0'0'17'0,"0"0"-2"0,0 0-3 0,0 0-8 0,0 0-1 16,0 0-2-16,0 0 1 15,0 0-2-15,0 0 0 16,0 0 1-16,0 0 0 15,-27 39-1-15,27-33 1 16,0-2 0-16,0 2-1 0,0-1 2 16,0 1-2-16,2-2 1 15,2-1 2-15,0 1-1 16,1 0 4-16,0-3 2 16,1 3-1-16,-3-1 5 15,2-2-2-15,0 2-5 0,-2 0 1 16,0-1-5-16,1 2 0 15,-2-1 0-15,0-1 0 16,-2 1 0-16,0 3 4 16,0-2 1-16,0 1-2 15,-3 0 0-15,-3 1-3 0,-1 1 1 16,-1-2 0-16,-3 1-1 16,0 1 0-16,1-1-1 15,-2 0-1-15,1-2-2 16,2-4-26-16,2 0-51 15</inkml:trace>
  <inkml:trace contextRef="#ctx0" brushRef="#br0" timeOffset="17768.56">21892 16363 224 0,'0'0'7'0,"0"0"11"0,0 0-12 0,0 0-4 16,0 0 0-16,43-36-3 0,-29 31-2 15,0 1-23-15,3-3-62 16</inkml:trace>
  <inkml:trace contextRef="#ctx0" brushRef="#br0" timeOffset="18359.98">22161 16362 75 0,'0'0'53'0,"0"0"-19"16,0 0-4-16,0 0-17 16,0 0-9-16,0 0-2 0,0 0-3 15,0 0 2-15,31-34 0 16,-25 31 3-16,3 0 4 16,3-1-1-16,-4 3-3 15,0 1-3-15,2 0 0 16,0 0-1-16,-2 0 0 0,1 0-1 15,-4 5-1-15,2 0-3 16,-3 2-7-16,-2 3 3 16,-2 0 3-16,0 1 5 15,0-1-2-15,-2 1-4 16,-6-2 4-16,0 1 0 0,0 0 3 16,1-3 1-16,1-3 0 15,0 0 0-15,0-1 2 16,4 0-1-16,0-3 3 15,1 2-2-15,1-2 2 16,0 0 2-16,0 0-1 0,0 0 0 16,0 0 0-16,0 0-1 15,2 0 1-15,3 0 3 16,5-2-4-16,0-1 1 16,3-1-1-16,2-2 0 15,1 2-1-15,4-3-1 0,0 2-2 16,1-1 0-16,2 0-1 15,2 2 0-15,1-1 0 16,1-2-20-16,-3-3-81 16</inkml:trace>
  <inkml:trace contextRef="#ctx0" brushRef="#br0" timeOffset="19924.79">20663 16919 92 0,'0'-2'21'0,"0"1"7"0,-3 0 4 0,1-1-14 0,0 1-1 15,-1 1-7-15,2-3 3 16,-1 3-2-16,-1 0 1 16,0 0-2-16,0 0-7 0,1 0-2 15,1 0-2-15,-4 0 1 16,1 6 0-16,1-2 0 16,0 2 0-16,-3 2 0 15,0 0 0-15,2-1 0 16,-1 1 0-16,1-1 1 15,2 2-1-15,-2-1 0 0,1 2 0 16,2-1 0-16,0 0 1 16,1 1 0-16,0-1-1 15,0 1 1-15,0 0-1 16,0-2 1-16,1 0-1 0,3 1 2 16,0-1-2-16,-1 0 0 15,2-2 0-15,0 1 0 16,0-3-2-16,4 2 2 15,-4-5 2-15,1 2-2 16,1-2 0-16,2-1 1 16,-4 0-2-16,3 0 4 0,-3 0 2 15,4-5 1-15,-4-1 0 16,1-1-3-16,-1 0-1 16,-1-3 0-16,-2 3-1 15,2-3-1-15,-4 1 1 16,2-2 0-16,-2 2 1 0,0-3-1 15,0 0 2-15,0 0-1 16,0 0 2-16,0 1-2 16,-6 2-1-16,0 0-1 15,-1 3-1-15,1 1 0 16,-4 4-8-16,3 1-8 0,-3 0-6 16,2 0-42-16,1 3-47 15</inkml:trace>
  <inkml:trace contextRef="#ctx0" brushRef="#br0" timeOffset="20209.68">20914 17006 325 0,'0'0'9'0,"0"0"6"0,0 0-5 0,0 0-6 16,0 0-2-16,0 0-2 15,0 0-2-15,0 0-1 16,0 0-23-16,0 0-80 15,0 0-69-15</inkml:trace>
  <inkml:trace contextRef="#ctx0" brushRef="#br0" timeOffset="20876.96">21178 16915 73 0,'0'0'15'0,"0"0"8"16,0 0-4-16,0 0 4 16,0 0 8-16,0 0-4 15,0 0-3-15,0 0-6 16,0 0-7-16,-7-11-5 0,7 6-1 16,4 1-1-16,1-1 0 15,3 1 1-15,-1-1-1 16,3 2-2-16,1 0-1 15,-1 2 1-15,1 1-2 16,-1 0 0-16,0 0 0 16,2 0 0-16,-5 5 0 15,1 2 0-15,-2 2-3 16,2 2 0-16,-7 2-6 0,0 3-9 16,-1-1-1-16,0 2 8 15,-1-1 0-15,-8 0 4 16,3-2 2-16,-3 0-2 0,1-3-9 15,0-2 14-15,4-4 3 16,-1-1 0-16,2-2 4 16,3-2 5-16,0 0 2 15,0 0 4-15,0 0 1 16,2 0-1-16,6-3-2 0,-4-1 2 16,4 1-1-16,-1-2-4 15,2 3-1-15,2-1-3 16,-3 1-6-16,2 1-1 15,1 0 0-15,-2 0-1 16,0 1 0-16,4 0-3 16,-2 0-13-16,0 0-24 15,-2-4-32-15</inkml:trace>
  <inkml:trace contextRef="#ctx0" brushRef="#br0" timeOffset="21432.16">21513 16845 88 0,'0'0'22'0,"0"0"-11"0,0 0-2 15,0 0-1-15,0 0-4 0,0 0-1 16,0 0 11-16,0 0-6 16,6 41 1-16,-6-28-2 15,1 3 1-15,1-2-1 16,2-1-2-16,2-3 1 16,-1-2 2-16,4-1-4 15,-2-4-2-15,1 0 0 0,2 0-1 16,-3-2-1-16,2-1-3 15,3 0 1-15,-3 0 8 16,1-7-6-16,0 0 2 16,0-2 3-16,-2-2-2 15,-1 0 0-15,-2-1-2 16,0 1 1-16,-1 1-1 16,-2 2 3-16,-2-1 3 0,0 2 4 15,0 4 1-15,0-1-8 16,0 1-1-16,0 3-2 0,0 0 5 15,0 0-6-15,0 0-8 16,0 5 2-16,0 4 4 16,0 3 4-16,0 1-1 15,0 0 0-15,1 1 0 16,2-2-1-16,2 1 1 16,1-2-6-16,-3-5-35 0,6-4-38 15,-3-2-78-15</inkml:trace>
  <inkml:trace contextRef="#ctx0" brushRef="#br0" timeOffset="21872.63">21904 16781 92 0,'0'0'5'0,"0"0"1"15,0 0 11-15,0 0 1 0,0 0 14 16,0 0-11-16,0 0-19 16,0 0-4-16,0 0 1 15,0 0 3-15,0 10 4 0,0 0-4 16,-1-3 0 0,1 3 0-16,0-4-1 0,0 1-1 15,0-1 4-15,0-2-2 16,2 0 0-16,3-1 0 15,2 1 1-15,-2-1 3 16,4 1 5-16,0-1 1 16,0 0 2-16,1 0-7 0,-2-1-3 15,1 2 3-15,-1 0-4 16,-3-1-1-16,-1 3-1 16,0-1-2-16,-4-1 1 15,0 2 1-15,0-2-2 0,0 2-1 16,-3-1 1-16,-4 1 3 15,-2 1-3-15,-4-1 1 16,2-2-11-16,1-2-25 16,-2-2-34-16,4 0-43 15</inkml:trace>
  <inkml:trace contextRef="#ctx0" brushRef="#br0" timeOffset="22030.73">21947 16781 235 0,'0'0'0'0,"0"0"1"0,39-27-1 0,-25 18-8 0,4 1-47 16,-2 1-9-16,-1 2 5 16</inkml:trace>
  <inkml:trace contextRef="#ctx0" brushRef="#br0" timeOffset="22342.91">22346 16672 213 0,'0'0'30'15,"0"0"-11"-15,0 0-1 16,0 0 3-16,0 0-7 16,0 0-9-16,0 0-6 0,0 0 2 15,1 28 1-15,3-11-1 16,2 3-1-16,0 4-4 15,-1 0-18-15,-2-1-62 16</inkml:trace>
  <inkml:trace contextRef="#ctx0" brushRef="#br0" timeOffset="23331.67">20665 17343 179 0,'0'0'5'0,"0"0"-2"0,0 0-2 0,0 0 4 0,0 0 2 16,0 0-2-16,0 0 0 0,0 0 4 16,0 0 1-16,0 0-8 15,0 0-4-15,0 0-2 16,-29 26 1-16,25-13 3 15,2 1-1-15,0 3 1 0,2-2 0 16,0-3 1-16,0 3-1 16,4-3 0-16,2-2 2 15,-1 0-1-15,4-3 1 16,-2 0-1-16,2-2-1 16,2-3 1-16,0-1-2 15,0-1 1-15,1 0 0 0,-1-1 3 16,-1-8 0-16,2 0 1 15,-5-1 1-15,1-1 4 16,-3-3-2-16,2-1 2 16,-5 1 0-16,-2 0-5 15,0-3 4-15,0 3 0 0,0-1 2 16,-7 1 0-16,1 3 0 16,1 2-3-16,-1 4-7 15,3 2-1-15,-4 3-5 16,1 0-26-16,3 1-31 0,-3 6-34 15</inkml:trace>
  <inkml:trace contextRef="#ctx0" brushRef="#br0" timeOffset="23537.61">20969 17362 325 0,'0'0'9'0,"0"0"-6"0,0 0-6 0,0 0-1 0,0 0-13 16,0 0-20-16,0 0-28 16,0 0-65-16</inkml:trace>
  <inkml:trace contextRef="#ctx0" brushRef="#br0" timeOffset="24037.04">21161 17314 234 0,'0'0'6'15,"0"0"-4"-15,0 0 0 16,0 0 2-16,52-27-3 16,-33 18 0-16,1 1 1 0,0 5 1 15,-3-1 4-15,1 2 0 16,-6 2-4-1,-1 0-1-15,-1 0-1 0,-6 6-5 16,-1 3-1-16,-3 3-4 16,0 1-3-16,-3 4 3 15,-6 2 8-15,-1-2-3 16,-2-2 1-16,1-1 4 0,0-3 1 16,4-2-1-16,0-3 9 15,4-3 2-15,2 0-2 16,1-2 0-16,0-1-2 15,5 0 5-15,6 0 10 0,3 0-5 16,1 0-5-16,5-3-5 16,-1-1-2-16,4-2-6 15,-2 1 0-15,2-1-9 16,-2-1-24-16,0-3-49 16,-2 1-74-16</inkml:trace>
  <inkml:trace contextRef="#ctx0" brushRef="#br0" timeOffset="24494.59">21573 17250 237 0,'0'0'34'0,"0"0"-16"0,0 0-9 0,0 0-6 15,0 0-6-15,0 0-5 0,0 0 10 16,0 0-1-16,5 45-4 16,-1-29 5-16,1-3-2 15,1 1-2-15,3-4 0 16,-2-3 0-16,1-1 0 16,3-5 0-16,-2-1-1 0,1 0 1 15,-1 0 1-15,2-4 1 16,-2-5 1-16,0-2 2 15,0 1 2-15,-1-3 0 16,-1-1-3-16,-3 0-1 0,0 1-1 16,-1 0 1-16,-1 3-2 15,1 2 1-15,-2 2 0 16,-1 3 1-16,0 2 3 16,0 1 7-16,0 0-2 15,0 0-12-15,0 7 4 0,0 2-2 16,2 3 6-1,2 4-4-15,2-2-1 0,1 0-3 16,0-2-22-16,2-5-42 16,1-4-75-16</inkml:trace>
  <inkml:trace contextRef="#ctx0" brushRef="#br0" timeOffset="24869.73">22026 17155 54 0,'0'0'10'0,"0"0"0"0,0 0 7 0,0 0 0 0,0 0 5 16,0 0 9-16,-11 40 3 15,18-35-6-15,3 1-9 16,0-2-5-16,1 1-1 16,3 0-4-16,-1 0 2 15,-4 0 1-15,3 1-9 0,-3-1 0 16,-3 1-1-16,0-1 0 16,-1 2-1-16,-2 1 0 15,-1-5 1-15,-2 5-2 16,0-1 0-16,0-1 0 15,-1 1-2-15,-8 1 4 0,-3 0-11 16,-1-2-33-16,-2-4-54 16,2-2-72-16</inkml:trace>
  <inkml:trace contextRef="#ctx0" brushRef="#br0" timeOffset="25039">22070 17162 258 0,'0'0'4'16,"0"0"-2"-16,0 0 1 15,43-43-1-15,-28 33-4 0,0 3-6 16,1-1-20-16,-3 1-35 16,1 1-71-16</inkml:trace>
  <inkml:trace contextRef="#ctx0" brushRef="#br0" timeOffset="25772.76">22446 17097 112 0,'0'0'39'0,"0"0"-7"0,0 0-12 0,0 0 1 15,0 0-11-15,0 0-6 16,0 0-2-16,0 0-1 15,0 0 0-15,-22 11 0 16,18-7-1-16,-1 3 0 0,1-1 1 16,-2 2-1-16,1 1 0 15,2 0 0-15,-2 2 1 16,2-1 1-16,1 1-1 16,2-1 0-16,0-1 0 0,0 1 2 15,0-2 0-15,4-2-1 16,4 0 1-16,0-1 0 15,-1-2-1-15,1 0 0 16,0-1-1-16,2 0-1 16,-3-2 1-16,1 0-1 15,-1 0 0-15,1 0 8 16,-2-1 2-16,0-4-1 0,-2 1 0 16,1-3-4-16,0 0-3 15,-3-3 0-15,1 3 1 16,-1-2 1-16,-1-2 4 15,-1 1-2-15,0-1 4 0,0 0-2 16,0-1 1-16,-5 2-5 16,-3 0-3-16,-1 0-2 15,-3 2-10-15,-5 1-28 16,-2-2-59-16</inkml:trace>
  <inkml:trace contextRef="#ctx0" brushRef="#br0" timeOffset="29288.7">22630 16222 87 0,'0'0'13'0,"0"0"0"0,-2 0-6 15,1 0-5-15,0 0-2 16,0 0 0-16,0 0 0 16,-1 0-1-16,0 0 1 15,1 0 2-15,-2-2 4 0,3 1 11 16,-2 0-1-16,2 0-3 15,0-3-4-15,0 4-8 16,0-1 4-16,2-2-3 16,4 2-2-16,-1-1 1 15,2 1 1-15,0-2-1 0,3 3 1 16,-2 0-2-16,0 0 0 16,2 0 1-16,1 0 0 15,-2 0 0-15,0 0-1 16,3 4 0-16,-2 2 1 15,-3 0-1-15,3 1 0 16,-3-2 0-16,0 5 0 16,-2-3 0-16,1 3-1 0,-3 0 1 15,0 0 0-15,-1 0 1 16,-1 3 1-16,-1-2-3 16,0 1 2-16,0-1-1 15,0 2 2-15,-2 0 1 16,-2-1-1-16,-1 0 3 0,1 1 0 15,0-1-1-15,1 2-1 16,-1-1 0-16,2 0-3 16,1-2 1-16,0 1 1 0,1-1 1 15,0-1-2-15,0-1-1 16,1-1 1-16,4 0 1 16,0-2-1-16,1 0 0 15,2-2 0-15,0 0 4 16,-3-1-1-16,3 0-2 0,-3-3 0 15,2 3 0-15,-3-3-2 16,-1 1 2-16,-1-1-2 16,0 0 0-16,-2 2 0 15,0-1-2-15,0 0 0 16,0 2 3-16,-4-1-1 16,-1 5 1-16,-1-1-1 0,0 2 2 15,1 2-1 1,2 2-2-16,1-1 1 0,2 0 0 15,0 3-2-15,0 1 4 16,0 0-2-16,0 1 0 16,4 1 0-16,2 0 1 15,-3 0-2-15,3 1 1 0,0-1 1 16,0 0 1-16,1 2-2 16,-2 0 0-16,3 2 0 15,-2-1 0-15,1 1 1 16,-3 0-1-16,2 1 1 0,1 0 0 15,-2 1-1-15,0-1 1 16,0 1-1-16,-1-1 0 16,0-1 1-16,-2-2-1 15,0-1 0-15,-2-1 1 16,1-1-2-16,0-2 2 0,0-3 0 16,0 2-1-16,0-2 1 15,0 0 1-15,-1 0-1 16,0 0 0-16,0 3 3 15,0-1 4-15,-5-2-4 16,-2 1 5-16,-1-1-5 16,-1-2 3-16,-2-1 2 15,-2 2-4-15,-4 2-1 0,-1 0-4 16,-6 3-3-16,-5-1-11 16,-7-4-54-16</inkml:trace>
  <inkml:trace contextRef="#ctx0" brushRef="#br0" timeOffset="42995.93">22330 16233 14 0,'0'0'12'0,"-2"0"21"0,-2-1-4 0,2-1-10 0,1 2-5 16,0-1-5-16,-1 1-5 15,2-2-3-15,-1 2-2 16,1 0 2-16,-2-1-1 15,-1-2 4-15,1 3 9 16,-2-3 0-16,1 2-5 0,1 0-5 16,-2 0-2-16,2-1-1 15,0 0 0-15,-1 2 1 16,1 0-1-16,-3 0 1 16,2 0-1-16,-2 0 1 15,2 0 1-15,-3 0-1 16,2 0-1-16,1 0 0 0,-1 0 0 15,0 0 0-15,1 0 0 16,0 2 0-16,-2 2 0 16,2-3 0-16,0 2 0 15,1 0-1-15,-2 0 2 16,-1 1-1-16,1-1 1 0,-1 1-2 16,1-1 1-16,0 1 1 15,1-1 1-15,-1 2 0 16,1 0-1-16,-1 2-1 15,0-1 0-15,-2 1 0 0,2 0 0 16,-1 0 0-16,1-1 0 16,1 0 1-16,0 1-1 15,1-2 0-15,0 1 0 16,0 0 0-16,-1-2 1 16,2 3-1-16,0-1 1 0,0-1-2 15,1 0 2-15,0 0 0 16,0 0 1-16,0 0-1 15,0-2-1-15,0 3 2 16,0-1-2-16,0 0 0 16,0 1 1-16,1-1-1 15,0 1 1-15,0 0 0 0,2-1 0 16,-2 1-1-16,0-1 0 16,1 1 1-16,0 1 0 15,0-1-1-15,-1-3 2 16,1 4-2-16,0-3 2 0,2 2-2 15,0-2 1-15,-1 2-1 16,-1-3 1-16,3 1-1 16,-1-2 2-16,-2 0 0 15,1 1 5-15,0-2-1 16,2 2-2-16,-3 0-1 16,2 1-3-16,4-1 1 15,-4 0 0-15,2 0-1 0,1 0 1 16,0-1-2-16,1 0 2 15,0-2 2-15,-2 2 0 16,3-2 1-16,-1 0-1 16,-1 0-2-16,1 0 0 15,1 0 2-15,2 0-1 0,-4 0-2 16,2 0 1-16,2-2 0 16,-3 0-1-16,0-2 2 15,0 1-2-15,0-1 0 16,0-1 3-16,-3 0-1 0,5-2 0 15,-2 1-2-15,1-2 1 16,1 0-1-16,-1-1 0 16,0-1 1-16,0 1-1 15,-4-1 0-15,2-1 1 16,-4 1 0-16,0 0 1 0,-2-1-1 16,0 1 4-16,-1 0 0 15,0-3-1-15,0 3-3 16,-1-1 0-16,-4 2 0 15,-1 1-1-15,0-2 1 16,-1 5-2-16,0 3-5 16,-3 0-31-16,1 1-79 0</inkml:trace>
  <inkml:trace contextRef="#ctx0" brushRef="#br0" timeOffset="44877.23">22000 16179 26 0,'0'-1'10'0,"2"1"8"0,-1-2 1 0,-1 2-4 0,0 0 6 16,1 0-1-16,-1 0 6 15,0 0-9-15,1 0-11 16,-1 0-4-16,1 0-2 0,0 0 0 16,0 0 0-16,2 2-1 15,-3 3 1-15,2 2 3 16,-2-1-3-16,2 4 1 16,-1 1 0-16,1-1 0 15,0 0-1-15,1 0 1 0,0 0-1 16,-1 1 0-16,0-2 0 15,1-2 1-15,-1 2-1 16,-1-1 0-16,3-2 1 16,-4 4-1-16,2-4 0 15,-2 2 2-15,1-1 0 16,-1 4 2-16,2-3-2 0,-1 4 0 16,1-2-1-16,-1 2 0 15,3-1 0-15,-2 1-1 16,-1-1 0-16,1 0 1 15,0 0-1-15,1 1 1 16,-1-1 2-16,0 2-2 0,0-1 2 16,0 2-1-16,0 0-1 15,0-1 1-15,0-1-2 16,1 3 1-16,0-2 0 16,-1-1 1-16,2 2-2 15,1-1 2-15,-3-1-2 0,1 1 0 16,1-1 0-1,0-1 1-15,-2 1 0 0,1 1 0 16,0-1 0-16,0 1-1 16,-1 0 0-16,0 1 0 0,1-2 1 15,-2 3-1 1,-1-2 0-16,0 3 0 0,0-1 1 16,0-1-1-16,1 2 0 15,0-2 0-15,1 1 0 16,0 1 0-16,2-3 2 15,-1 3-2-15,1-2 1 0,-2 0 2 16,2-1 2-16,-1 1 0 16,-1 0 1-16,1-2-1 15,-1 0-2-15,-1-1 2 16,2 0-3-16,-3 0 1 16,2-2 0-16,-1-1 0 0,1 2 0 15,0 0-1-15,0 0-1 16,-1 3 0-16,2 0-1 15,-1 1 1-15,-1 0-1 16,1 0 0-16,0 2 0 16,1-2 1-16,-1-1-1 15,0 1 0-15,0-1 1 0,-1-2-1 16,0 1 0-16,0-2 1 16,1 0-1-16,-2-1 2 15,2 1-2-15,-2-1 0 0,2 2 0 16,-2-1 1-16,1 2-1 15,0 0 0-15,-1 1 0 16,0 1 0-16,0-2 0 16,0-1 1-16,0 0-1 15,2-2 0-15,-1-1 0 16,0 1 1-16,0-3-1 0,1-1 0 16,0 1 1-16,-2-3-1 15,2 1 0-15,-2-1 1 16,3 0 0-16,-3-2 0 15,0 2 1-15,0-1-2 16,0 0 0-16,0 0 0 0,0-1 1 16,0 2 0-16,0-2 1 15,0 1 2-15,0-1-1 16,0 2-1-16,0-1 0 16,0-1-1-16,0 2 2 15,0-2-3-15,0 2 1 16,0-2-1-16,0 1 0 0,0-1 0 15,0 1 1-15,2-2-3 16,-2 0-11-16,0-4-53 16,0-11-109-16</inkml:trace>
  <inkml:trace contextRef="#ctx0" brushRef="#br0" timeOffset="45471.13">21959 16230 59 0,'0'0'8'0,"0"-3"15"0,0 2-5 0,0-2-1 0,0 2 5 16,0-1 4-16,0 2 0 16,0-1-6-16,-2 1-4 15,2 0-8-15,0 0-4 0,0 0-4 16,0 3-4-16,0 8 2 16,3 5 3-16,3 8 0 15,3 7 1-15,0 13-2 16,1 9-1-16,3 13 2 15,-1 7-1-15,-1 9-24 0,1 6-84 16</inkml:trace>
  <inkml:trace contextRef="#ctx0" brushRef="#br0" timeOffset="51385.41">23209 16441 20 0,'0'0'18'0,"0"0"3"0,0 0 2 0,0 0-3 16,0 0 7-16,0 0 1 0,0 0-2 15,0 0-5-15,0 0-8 16,0 1-7-16,0 0-6 16,0 3 0-16,0 1 1 15,0 3-1-15,0 2 1 16,0 0-1-16,0 3 1 0,0 3 1 15,0-2 1-15,0 3 0 16,3 3 0-16,-1 0-1 16,0 1 0-16,2 0-1 15,0 0 0-15,-3 2-1 16,2-3 2-16,-1 0 0 16,0-1-2-16,2-1 1 0,-2-2 0 15,-1-1 0-15,0-1 0 16,1-2 0-16,0-1 0 15,0 0-1-15,-1-2 1 16,3 1 0-16,-3-3-1 16,2-1-4-16,0-5-31 0,-1-1-28 15,3 0-37-15</inkml:trace>
  <inkml:trace contextRef="#ctx0" brushRef="#br0" timeOffset="51890.95">23305 16445 53 0,'0'0'21'0,"0"0"-6"0,0 0 9 0,0 0-3 16,0 0 21-16,0 0-7 15,0 0-21-15,0 0-12 16,0 0-2-16,0 0 2 16,0 0 0-16,4 30-2 15,1-13 1-15,1 3-1 16,-3 2 2-16,2 1-2 0,-1 3 1 16,-2 0 1-16,-1 0-1 15,1 0 1-15,0-1 0 16,0-2 1-16,0-2 1 15,2 1-2-15,-3-4 0 0,0 2 0 16,1-2-1-16,-1-1 0 16,1 2 1-16,-1-4-3 15,2-2-21-15,0-6-62 16</inkml:trace>
  <inkml:trace contextRef="#ctx0" brushRef="#br0" timeOffset="54003.58">24177 16331 88 0,'0'0'19'0,"0"0"-2"0,0 0-14 0,0 0 3 15,0 0 3-15,0 0 4 16,0 0 3-16,0 0 5 16,0 0 0-16,0 0-6 0,0 0-4 15,0 0-6-15,0 0-5 16,0 0-1-16,0 0 1 15,0 0 0-15,0 3 0 16,0 3-1-16,0 1 2 16,0-2 0-16,0 4-2 15,1-1 0-15,-1 1 1 0,1 0 1 16,-1-1-1-16,2 3 0 16,-1 1 1-16,2-2-1 15,0 2 0-15,0-1 1 16,0 1-1-16,-1 1 2 15,3 1-1-15,-4-2-1 0,1 3 1 16,0-3-1-16,0 0 1 16,1 1 0-16,0-3 1 15,-1 0-2-15,2 0 1 16,-3 0-1-16,1 0 1 0,-1-1 0 16,0 0 0-16,0-2-1 15,1 1 1-15,-2-2 0 16,1 2-1-16,1-3 2 15,-2 0-2-15,2-1 0 16,-2-1-2-16,0-2-7 16,2-1-20-16,-1 0-25 0,1 0-9 15</inkml:trace>
  <inkml:trace contextRef="#ctx0" brushRef="#br0" timeOffset="54737.53">24304 16317 26 0,'0'0'2'0,"0"0"3"0,0 0 4 0,0 0 5 16,0 0 14-16,0 0-2 15,0 0 0-15,0 0-2 16,0 0-2-16,0 0-9 15,0 0-6-15,0 0-5 0,8-8 2 16,-8 13 2-16,0 3 1 16,0 0-3-16,1 0-1 15,0 5 0-15,2 1 0 16,0 1 0-16,-1 0-1 16,0 2-1-16,1 1 1 15,-1-1-2-15,1 1 2 0,0-3-1 16,0 0 1-16,2 0-1 15,-1-2 0-15,0-2-1 16,-2-1 2-16,1-2-2 16,-1 1 1-16,0-2 1 15,-1-1-1-15,2 1 0 0,-1 0 0 16,-2-3 1-16,0 2-2 16,0-3 3-16,0 0-1 15,0-2-2-15,0 1 1 16,0 0 1-16,0 0 0 15,0-1-2-15,0 0 0 0,0 0-20 16,-5-1-36-16,1 0-84 16</inkml:trace>
  <inkml:trace contextRef="#ctx0" brushRef="#br0" timeOffset="55733.09">24631 16324 108 0,'0'0'37'0,"0"0"-6"0,0 0-11 0,0 0-3 15,0 0-5-15,0 0-6 16,0 0-2-16,0 0-2 0,0 0-1 15,0 0-1-15,0 0 0 16,0 0 0-16,-8 20 1 16,2-13-2-16,1-1 2 15,-3 2 1-15,-3-1-2 0,0 2 2 16,2 0-2-16,-2-2 0 16,-1 0 0-16,3 0 1 15,1 0-1-15,-1-2 0 16,1 1 0-16,0-2 0 15,3-1 1-15,-1 1 3 0,1-2-3 16,5-1 0-16,-1-1 0 16,1 2-1-16,0-2 1 15,0 1 0-15,0-1-1 16,0 1 0-16,0-1 1 16,0 2-1-16,0-2 1 15,0 0-1-15,0 2 1 0,0-1-1 16,0-1 0-16,0 0 0 15,0 3-2-15,0-2 1 16,0-1 0-16,0 0 1 16,5 2 0-16,-1-1 0 0,1 0 1 15,0-1-1-15,2 2 0 16,-2-2 1-16,3 1-1 16,-2-1 0-16,1 2 2 15,0 0-1-15,2-1 3 16,-3 0-2-16,1 0-1 0,0 1-1 15,1-1 0-15,0 2 1 16,-1 0-1-16,-1-2 1 16,0 2-2-16,0-2 2 15,0 1-2-15,-2-1 2 16,1-1 0-16,-1 1 0 16,1 1-1-16,-1-2 0 0,0 2 1 15,-1-1-1-15,-2 0 0 16,0 2-1-16,0-1-2 15,-1 1-5-15,0 0-10 16,0-1-22-16,0 0-41 16</inkml:trace>
  <inkml:trace contextRef="#ctx0" brushRef="#br0" timeOffset="56512.47">24528 16567 123 0,'0'0'37'0,"0"0"-32"0,2 0-5 0,-2 0 0 0,2 0 0 15,-2 0 0-15,1 0 0 16,2 1 1-16,-2-1 8 16,1 0 7-16,2 0-3 15,-1 0 4-15,1 0-7 0,2 0-2 16,1 0-5-16,0 0-1 16,2 0-2-16,-1 2 1 15,1-2 1-15,-2 2-2 16,0-2 1-16,-1 0-1 15,0 1 0-15,-2 0 0 0,-1-1 0 16,0 2 0-16,-1-1 0 16,-1-1-5-16,0 0-22 15,-1 0-49-15</inkml:trace>
  <inkml:trace contextRef="#ctx0" brushRef="#br0" timeOffset="57753.53">24801 16338 97 0,'0'0'23'0,"0"0"3"0,0 0-15 0,0 0-11 16,0 0 0-16,0 0 0 15,0 0 0-15,0 0 0 16,0 0 0-16,0 0 0 15,0 0 0-15,0 0-2 16,-18 17 4-16,18-14-2 0,-1 2 2 16,0 0-2-16,-1 1 0 15,1-1 1-15,-2 2-1 16,1 0 0-16,-1-1 0 16,2 0 1-16,-1 1-1 0,2-1 0 15,0-2 0-15,0 0 0 16,0 2 0-16,0-2 2 15,1 2 0-15,2-1-2 16,0-1 1-16,1 1 0 16,-4-2-1-16,2 1 1 15,0-1 1-15,0 0 8 16,1 0 1-16,1-2-6 0,-2 3-3 16,1-2 1-16,0-1 0 15,0 2-1-15,2-3 3 16,-4 1 0-16,1-1 2 15,1 0 1-15,0 0-3 16,1 0-3-16,-2 0 2 0,1 0-1 16,1 0 1-16,0 0-3 15,0 0-1-15,-1-1 1 16,1-2-1-16,2 3 1 16,-2-3 0-16,-2 2-1 15,2-2 0-15,-2 2 0 0,2-1 1 16,-3 0 0-16,2 0-1 15,-1-1 2-15,1 0-1 16,-2 1 5-16,1-4-2 16,-1 5-2-16,1-1-1 15,-1-2 2-15,0 2-3 0,0-1 0 16,-1-1 1-16,1 2 0 16,-1-1 1-16,0 1 4 15,0-2 2-15,2 1-1 16,-2-1 0-16,0-2-1 15,0 1-2-15,0 0-2 0,0 0 0 16,0 0-2-16,0 0 2 16,0 0-1-16,0 1 0 15,0 1 1-15,0 0 2 16,-2-1 0-16,0 1 0 16,1 1-2-16,-1 0 0 15,-1-2 1-15,0 2-3 0,-3-1 1 16,0 1 0-16,0 1 0 15,0-1-1-15,-1 0 1 16,0 2-1-16,0 0-10 0,-1 0-36 16,-1 0-25-16,2 0-50 15</inkml:trace>
  <inkml:trace contextRef="#ctx0" brushRef="#br0" timeOffset="58117.21">24956 16382 145 0,'0'0'35'0,"0"0"3"0,0 0 1 0,0 0-5 0,0 0-7 15,0 0-7-15,0 0-4 16,0 0-2-16,0 0-10 15,0 0-5-15,0 0-6 16,0 0-18-16,0 0-42 16,0 0-98-16</inkml:trace>
  <inkml:trace contextRef="#ctx0" brushRef="#br0" timeOffset="58707.3">25042 16301 61 0,'0'0'18'0,"0"0"6"15,0 0-7-15,0 0-11 0,0 0-5 16,0 0 0-16,0 0 0 16,-30 40-1-16,27-34 1 15,2 1-1-15,0 0 5 16,1-1 9-16,0-1-6 0,0-2-5 15,0 3-1-15,5-1 1 16,-2-3 0-16,2 1-1 16,1-1-1-16,-2-2 6 15,1 0 7-15,0 0 8 16,-1 0-1-16,0 0-4 16,2-2-7-16,-2-3-4 15,-1 0 0-15,2-1-2 0,-3 3 7 16,0-4-3-16,1 2 3 15,-2-3-2-15,0 3-1 16,-1-1-1-16,0-1-2 16,0 3-2-16,0 0-2 15,0 0 2-15,-1 2-5 0,-2 0 1 16,0 1 2-16,-2 1-1 16,1 0-2-16,-1 0-4 15,-1 0-25-15,0 0-21 16,3 0-25-16,-2 1-80 0</inkml:trace>
  <inkml:trace contextRef="#ctx0" brushRef="#br0" timeOffset="59247.41">25149 16281 103 0,'0'0'18'0,"0"0"8"0,0 0-12 15,0 0-3-15,0 0 4 16,0 0 1-16,0 0-5 0,0 0-3 15,0 0-4-15,0 0-4 16,2-8-2-16,-2 8-4 16,0 0 2-16,0 2 5 15,0 3 1-15,-2-1-2 0,-2 2 1 16,3 0-1-16,0-1 1 16,-2 0-1-16,3 0 2 15,0 1-1-15,0-3 0 16,0 0-1-16,0-1 0 15,5 0 1-15,1-2 0 0,-3 0 0 16,3 0 0 0,-1 0-1-16,-1 0 5 0,1 0 2 15,0-3 2-15,-3-1 4 16,1-1 0-16,0 1 2 16,-1-1-2-16,0 0-5 15,-2 0-1-15,0 0-2 0,0 0-2 16,0-1-1-16,0 1-2 15,0 0-1-15,-2 2 0 16,-3 2-4-16,-1-1-27 16,-5 1-43-16,-1 0-84 15</inkml:trace>
  <inkml:trace contextRef="#ctx0" brushRef="#br0" timeOffset="63866.28">19840 18105 15 0,'0'0'105'0,"0"0"-98"0,0-1 7 0,0-1-6 15,0-1 0-15,0-1 5 0,0 3 1 16,2-1 2-1,2-2 0-15,2 0-7 0,0 1-3 16,3-2-3-16,-2-2-1 16,5 2-1-16,-1-1 0 15,2 2-1-15,-4-2 0 16,2 3 0-16,-1 1 1 0,0 2-1 16,-4 0-1-16,1 0 2 15,-4 0-1-15,0 2 0 16,-1 3 0-16,-1 0-1 15,-1 3 2-15,0 1 2 16,0 0-1-16,-6 1 1 16,1 1 0-16,-5-1-3 0,1 1 3 15,-2-1-2-15,3-1 0 16,0-2 1-16,3 0-1 16,0 0-1-16,1-1 1 15,2-2-1-15,1-1 0 0,1 0-3 16,0-2-3-16,0-1 3 15,0 0-1-15,0 0 5 16,0 0-1-16,1 0 1 16,5 0 1-16,-1 0 0 15,0 0-2-15,1 0 1 16,-1 0 0-16,3 0 0 0,-2 0 0 16,2 0-1-16,-3 0 1 15,3 0-1-15,-4 3 0 16,2 0 1-16,-2 1 1 15,-2-1-1-15,-2 1 5 16,0 0-2-16,0 1 4 0,0-1 1 16,-2 3 3-16,-8 2-5 15,0-2-2-15,-1 1-4 16,-3 1 4-16,1-1-4 16,-2 1 0-16,1-3 0 15,0-1 0-15,5 0 0 0,-2-3 0 16,0 0 0-16,6-2 0 15,-1 0 0-15,1 0-1 16,3-2-20-16,0-9-53 16,0-4-111-16</inkml:trace>
  <inkml:trace contextRef="#ctx0" brushRef="#br0" timeOffset="65054.83">19892 17972 104 0,'0'0'5'0,"0"0"6"0,0 0 6 16,0 0-3-16,0 0 0 15,0 0 6-15,0 0 0 0,0 0-4 16,0 0-2-16,0 0-6 16,0 0-3-16,-40-8-4 15,34 8-1-15,0 0-1 16,-3 0 2-16,3 0-1 0,-1 0 0 16,2 0 2-16,-2 2 0 15,2-1 1-15,0 2 2 16,0 0-2-16,0 1-2 15,-2 2 0-15,0-1-1 16,0 3 0-16,-2 0 1 16,-1-1-1-16,0 2 0 0,-1 2 0 15,1 1 0-15,-3 0 0 16,0 0 0-16,2 2 0 16,0 0 0-16,1-1 0 15,2 1 0-15,3-2 0 16,-1 1 1-16,2-1-1 0,3 1 1 15,1 0-1-15,0-1 1 16,0 3-1-16,0-1 2 16,3 0-3-16,1-1 2 15,0 0-1-15,-2-1 2 16,1 0-2-16,1-1-2 0,0-1 4 16,1 1-1-16,-2-2-1 15,2 1 1-15,2 0 0 16,2 0 0-16,-1 1-1 15,1 0 1-15,1 1 0 16,2-1-1-16,-1 2 1 0,0-2-1 16,3 1 0-16,-1-1-1 15,0-1 3-15,-1-2 1 16,2 1 1-16,0-2 0 16,-3 0-2-16,5-3 0 0,-2 2 0 15,1-2 3-15,-1-2-2 16,1 1 0-16,-1-2-1 15,1-1 2-15,-2 0-2 16,0 0 0-16,2 0 0 16,-2-3 0-16,3-3 0 0,-1-1-1 15,0-1 2 1,1-1-3-16,-2 1 1 16,1-2 0-16,-1 0 1 0,1-3-1 15,-1 2 0-15,-1-2 1 16,2-1-1-16,-3 0 0 15,-1-1-1-15,0 1 0 0,-1 0-3 16,-2 1-1-16,-4 0 2 16,1-1 2-16,-3 0 1 15,1 0 0-15,-3-2-1 16,0 2 1-16,0-3 0 16,0 0 1-16,-6 1 0 0,0-2-3 15,-2 0 0-15,1 0-1 16,-3 1 1-16,-2 0-1 15,0 1 0-15,-3 0 2 16,0 0 0-16,-2 3 1 16,-4 2-1-16,0 1 1 15,-2 1-2-15,-1 4 1 16,0 1 0-16,-1 3-1 0,-1 1-4 16,-2 0-1-16,-1 6-45 15,-4 0-85-15</inkml:trace>
  <inkml:trace contextRef="#ctx0" brushRef="#br0" timeOffset="74006.78">20819 18162 91 0,'0'0'0'0,"0"-3"-2"0,0-3-5 0,0 2-17 16,0 2-8-16,0-2 28 0,0 3 5 15,0-1 1-15,0 2-1 16,0 0 4-16,0 0 3 16,0 0 5-16,0 0-8 15,0 0-22-15</inkml:trace>
  <inkml:trace contextRef="#ctx0" brushRef="#br0" timeOffset="74456.31">20835 18088 48 0,'0'0'2'16,"0"0"-2"-16,0 0 1 0,0 0-1 16,0 0 2-16,0 0 8 15,3-37 0-15,-3 36-6 16,0-1 0-16,0 2 2 15,0 0 13-15,0 0 4 0,0 0 6 16,0 0-2-16,0 0-2 16,0 0-1-16,0 0-6 15,0 0-9-15,0 0-6 16,0 0-5-16,0 0-1 16,1 0 1-16,2 0 2 15,-3 0-1-15,3 3-1 16,0 0-15-16,-2-2-40 0,0-1-41 15</inkml:trace>
  <inkml:trace contextRef="#ctx0" brushRef="#br0" timeOffset="75152.77">20876 18070 103 0,'0'0'14'0,"0"0"21"0,0 0-5 16,0 0-8-16,0 0-3 0,0 0-7 15,0 0-6-15,0 0-3 16,0 0 1-16,0 0-3 16,0 0 0-1,0 0 5-15,0 24 4 0,0-7-4 16,0 1 0-16,0 2-4 0,2 1 0 15,2-1-1-15,-2 0 0 16,0 0-1-16,-1 0 1 16,1-2 0-16,0 1-1 15,2-4-3-15,1 0-26 16,-4-6-39-16,2-8-61 0</inkml:trace>
  <inkml:trace contextRef="#ctx0" brushRef="#br0" timeOffset="75591.56">20990 18163 106 0,'0'0'7'0,"0"0"32"0,0 0 11 16,0 0-24-16,0 0-16 15,0 0-7-15,0 0 3 16,0 0-8-16,0 0 1 16,-5 45 5-16,3-30-2 15,2-1-1-15,0 0 1 0,0-2 0 16,3-1 0-16,2-4 0 16,1 0 1-16,4-4-1 15,-3-1-1-15,3-2-1 16,0 0 2-16,1-5 0 15,0-3 0-15,-1-4-1 0,-2-2 1 16,-1 0 0-16,-3-3 2 16,-2-2 1-16,-2 0 7 15,0 0 2-15,-4 2-1 16,-5 2-5-16,0 3-2 16,-2 1-4-16,-1 5-4 15,0 5 2-15,3 1-4 0,-3 2-14 16,3 9-26-16,3 1-7 15,-1 1-50-15</inkml:trace>
  <inkml:trace contextRef="#ctx0" brushRef="#br0" timeOffset="76028.33">21219 18076 154 0,'0'0'8'0,"0"0"34"0,0 0-14 0,0 0-13 16,0 0-6-16,0 0-3 16,0 0-3-16,0 0-2 0,0 0-1 15,-24 50 1-15,24-34 1 16,2-2-2-16,5 0 1 15,2-1 0-15,-1-4 0 16,3-2 1-16,-1-2-2 16,-2-3-2-16,1 0 2 0,1-2-2 15,-1 0 6-15,-2-2-4 16,4-5 3-16,-4-2 0 16,1-2-1-16,-3-3 1 15,-1 0 2-15,-2 1 2 16,-2-2 1-16,0 1 0 0,0 0-1 15,-7 1-1-15,-1 3 0 16,-1-1-4-16,-2 5-3 16,1 3 1-16,2 3-2 15,-4 0-8-15,4 6-26 16,3 4-8-16,-2 1-45 16</inkml:trace>
  <inkml:trace contextRef="#ctx0" brushRef="#br0" timeOffset="77132.97">21636 17997 20 0,'8'-5'1'0,"-2"0"7"0,1 1 1 0,0 1-7 16,-1-1 0-16,-2 1 7 16,-2 0 13-16,0 0 14 15,-1 0 1-15,-1 1 8 16,0-1-14-16,0 0-13 0,0 1-4 16,0-2-3-16,0 3-5 15,-1-1-1-15,0 2-3 16,0 0-2-16,-1 0-2 15,1 0 1-15,0 0-4 16,1 0-1-16,0 0 3 0,-1 0-1 16,1 3 3-16,-1 2 2 15,0 0-2-15,1 1 0 16,-4-2-1-16,2 2 2 16,-1-2 0-16,2-1-1 15,0-1 2-15,1 0 0 16,0-2 0-16,0 0 0 0,0 0 1 15,0 0-1-15,0 0-2 16,0 0-3-16,0 0-7 16,2 0-28-16,3 0-39 15,-1-3-10-15</inkml:trace>
  <inkml:trace contextRef="#ctx0" brushRef="#br0" timeOffset="77188.44">21636 17997 113 0</inkml:trace>
  <inkml:trace contextRef="#ctx0" brushRef="#br0" timeOffset="77372.58">21636 17997 113 0,'43'-21'52'0,"-43"21"-8"0,-1 0-10 0,-2 0-15 0,0 0-2 16,1 1-8-16,1 5-6 16,-1 1-1-16,2 3-1 15,0 1 0-15,0 2 1 16,0 1-1-16,0 0 2 16,4-2-2-16,1 0 0 0,1-3 1 15,-1-2-1-15,0-1 1 16,2-3-1-16,-1-1-2 15,2-1 1-15,1-1 1 16,-2 0 0-16,2 0-10 16,-5-6-40-16,-1-7-48 15</inkml:trace>
  <inkml:trace contextRef="#ctx0" brushRef="#br0" timeOffset="77579.78">21599 17866 270 0,'0'0'-9'0,"0"0"12"16,0 0-2-16,0 0-1 0,0 0-9 15,0 0-15-15,0 0-10 16,0 0-30-16,0 0-10 15</inkml:trace>
  <inkml:trace contextRef="#ctx0" brushRef="#br0" timeOffset="77893.56">21802 17820 216 0,'0'0'16'0,"0"0"27"16,0 0-19-16,0 0-10 0,0 0-6 16,0 0-9-16,0 0-2 15,0 0 3-15,9 18 0 16,-1-1 2-16,1 2-1 15,1 5 0-15,3 0 0 16,-1-1-1-16,1-1 1 16,-1 1-1-16,-3 0-11 0,-3-1-40 15,-2-2-19-15,-1-3-67 16</inkml:trace>
  <inkml:trace contextRef="#ctx0" brushRef="#br0" timeOffset="78122.55">21821 18000 158 0,'0'0'106'15,"0"0"-100"-15,0 0 4 16,0 0-5-16,0 0-2 15,0 0-3-15,0 0 0 0,46-16 1 16,-28 8-4 0,0-2-33-16,-1-2-160 0</inkml:trace>
  <inkml:trace contextRef="#ctx0" brushRef="#br0" timeOffset="78696.9">22049 17994 201 0,'0'0'1'16,"0"0"0"-16,0 0 18 15,0 0 6-15,0 0-8 16,0 0-5-16,0 0-6 15,0 0-4-15,14-25 2 0,-14 16-3 16,0 4 0-16,0-1-1 16,0 0 1-16,0 1-1 15,-5 3-2-15,0 1-4 16,-1 1-6-16,1 0-2 16,0 2 5-16,2 7 2 15,1 3 2-15,2 0-8 0,0 2-5 16,0 0 11-16,0-1 4 15,5 0 1-15,2-2 4 16,2-2-1-16,-1-2 5 16,3-3 9-16,-1-1-5 15,2-1-3-15,-3-2-3 0,0 0-2 16,1 0 0-16,-4-5-2 16,2-3 1-16,-3-1 3 15,0-2 4-15,0-3 5 16,1-1 0-16,0 0-3 15,-1-2-4-15,3 1-4 0,-1 2-2 16,2 1 2-16,0 5-4 16,-1 3 2-16,2 3 0 15,-1 2 2-15,-1 0-5 16,1 2 3-16,-1 8-1 16,1 2 3-16,1-1 0 15,-1 1-10-15,1-1-38 0,0-3-24 16,0-2-73-16</inkml:trace>
  <inkml:trace contextRef="#ctx0" brushRef="#br0" timeOffset="79053.53">22453 17879 81 0,'0'0'130'0,"0"0"-98"0,0 0 5 0,0 0-23 0,0 0-11 15,0 0-1-15,-40-5 0 16,30 16 1-16,2 0-3 16,0 3 1-16,2-1-1 15,2 1 1-15,2-4-2 0,2-1 1 16,0-3-4-16,0-2-6 16,2-3 0-16,5-1 7 15,-1 0 3-15,3-1 1 16,-1-5 3-16,1 1 4 15,1 0 3-15,-2 1 2 16,1 1-6-16,1 0-5 16,-1 3-1-16,1 0 0 0,0 0 0 15,-3 0-1-15,0 0 3 16,-2 0-3-16,1 0-5 16,-3 0-14-16,-1 0-25 15,0-7-65-15</inkml:trace>
  <inkml:trace contextRef="#ctx0" brushRef="#br0" timeOffset="79280.19">22547 17668 236 0,'0'0'-1'15,"0"0"5"-15,0 0 2 16,0 0-7-16,0 0 1 15,0 0 3-15,0 0 4 16,17 51 1-16,-11-28-2 0,2 0-3 16,-1-1 0-16,1-1-2 15,-1 0 1-15,0-2-5 16,-2-5-42-16,-1 0-47 16</inkml:trace>
  <inkml:trace contextRef="#ctx0" brushRef="#br0" timeOffset="79571.2">22522 17841 204 0,'0'0'11'0,"0"0"12"16,0 0-12-16,0 0-10 15,0 0 0-15,42-33 0 16,-23 23-1-16,1 2 1 0,1-4 0 15,0 3-1 1,0 1 0-16,1 1 0 0,-7 4 0 16,0 1 1-16,-3 2-1 15,-3 1 0-15,-3 9 2 16,-2 0 5-16,-1 5-1 16,0 0-4-16,-3-4 1 15,2 2-2-15,-1-3-2 0,0-6-29 16,0-1-50-16</inkml:trace>
  <inkml:trace contextRef="#ctx0" brushRef="#br0" timeOffset="79715.92">22768 17656 299 0,'0'0'2'0,"0"0"0"16,0 0-6-16,0 0-42 15,0 0-92-15</inkml:trace>
  <inkml:trace contextRef="#ctx0" brushRef="#br0" timeOffset="80062.78">22865 17744 249 0,'0'0'-1'0,"0"0"0"16,0 0-2-16,-14 37-10 0,7-21 6 15,3-2 7-15,2-1 1 16,2-3 0-16,0-2 0 16,0-3 1-16,8-1 0 15,2-4-2-15,4 0 3 16,1-2-3-16,1-6 2 0,-2-3 0 15,0-2-2-15,-2 0 1 16,-4-3 4-16,-5 1 9 16,-2 0 7-16,-1 0 4 15,0 1-9-15,-6 2-6 16,-5 6-9-16,-4 1-2 0,1 5 1 16,-2 0-10-16,-1 7-26 15,3 3-20-15,2-2-73 16</inkml:trace>
  <inkml:trace contextRef="#ctx0" brushRef="#br0" timeOffset="80805.72">23026 17683 286 0,'0'0'2'0,"0"0"-1"15,0 0 0-15,0 0-1 16,0 0-7-16,0 0-2 16,0 0 9-16,0 0 1 15,19 39 0-15,-15-23 0 0,0 2 0 16,2-1-8-16,-3-4-8 16,1-1 1-16,2-2 3 15,-3-5 5-15,0-3 5 16,0-2-1-16,0 0-1 15,-1 0 6-15,-2-7 1 16,1-6 1-16,0-1 1 0,1-4 2 16,0 1 4-16,1-2 0 15,1 3 0-15,1-2-4 16,2 5 0-16,-1 3-4 16,1 3-4-16,1 3 1 0,2 1 0 15,1 3-2-15,-2 0 2 16,4 9 0-16,-2 2 1 15,1-1-1-15,1 2-2 16,-2-1-1-16,-2-3-3 16,3-2-11-16,0-2-10 0,1-2 3 15,2-2-7-15,1-2-26 16,1-6 14-16,2-5 22 16,-4-3 17-16,-1-2 12 15,-4-1 25-15,-3-1 7 16,-4-1 2-16,-3 1-18 0,0 5-9 15,-3 0-5-15,-4 6-2 16,-5 1-6-16,-2 6-1 16,1 2-3-16,-2 1 3 15,2 10-2-15,1 1 1 16,2 2-1-16,5 3 1 0,3 0-1 16,2-1 1-16,0-1-1 15,9 1 3-15,4-5-3 16,0 2 2-16,4-2 2 15,-2 1-3-15,1 1 0 16,-3 2 0-16,-4 2 0 16,-1-1-4-16,-4 1 2 0,-4 0-16 15,0-3 9-15,0-3 3 16,-7-3 2-16,-2-2-5 16,0-4-3-16,1-2-34 15,-1 0-60-15</inkml:trace>
  <inkml:trace contextRef="#ctx0" brushRef="#br0" timeOffset="80973.91">23363 17633 276 0,'0'0'7'0,"0"0"17"0,0 0-7 16,0 0-15-16,0 0 2 15,-23 40-3-15,13-10-1 16,-2 3 1-16,1 1-7 15,-5 1-26-15,-1-2-47 16,-3 1-100-16</inkml:trace>
  <inkml:trace contextRef="#ctx0" brushRef="#br0" timeOffset="81400.56">22328 18250 97 0,'0'0'7'0,"0"0"4"0,43-19 12 16,-20 12-10-16,7 0 2 15,6-4 3-15,9 1-6 16,4-3-5-16,6 0-2 16,2-2 0-16,1 0-2 0,2-1 0 15,-3-2 1-15,0 3 1 16,1-2-2-16,-1 1-2 15,2 1 1-15,-3 2-2 16,-1 1-2-16,-7 2-1 16,-3 5-9-16,-10 1-2 0,-9 3-18 15,-11 1 0-15,-12 0 3 16,-3 10-41-16</inkml:trace>
  <inkml:trace contextRef="#ctx0" brushRef="#br0" timeOffset="81677.95">22523 18322 81 0,'43'-12'19'16,"5"-3"11"-16,10-3 0 0,1-3-5 16,7-1 1-16,2-2 0 15,3 1 2-15,-1-1-4 16,10 1-8-16,-1-1-8 16,7 3-6-16,-3 2-5 15,-3-2-77-15</inkml:trace>
  <inkml:trace contextRef="#ctx0" brushRef="#br0" timeOffset="85457.05">23739 17236 140 0,'0'0'0'0,"0"0"1"0,0-2 2 0,0 2-2 16,0-1 6-16,0 1 14 16,0-3 10-16,0 3-6 0,-2-1-3 15,1 1-3-15,0 0-5 16,0 0-3-16,1 1-7 15,0 12-4-15,0 11 0 16,0 7 0-16,0 9 2 0,0 7-1 16,5 5 1-16,3 5-1 15,-5 7-1-15,1-2 1 16,-1 4 0-16,-3-1-1 16,0-2 0-16,0-4-1 15,0-5-3-15,-5-4-10 0,0-4-10 16,-1-8-22-16,1-5-62 15</inkml:trace>
  <inkml:trace contextRef="#ctx0" brushRef="#br0" timeOffset="87249.33">23991 17469 40 0,'4'-4'2'0,"-1"2"10"0,0-1 16 16,1 2-1-16,-2 1 10 15,-2 0 7-15,0 0-8 0,0 0-15 16,0 0-4-16,0 0-6 16,0-1-5-16,0 1-3 15,0 0-3-15,2 0-1 16,-2 2 1-16,1 8-1 0,1 6 0 16,1 2 2-16,2 2 0 15,-3 3 1-15,1-2-2 16,2-2 1-16,1-1 1 15,-2-3-2-15,1 0 0 16,0-5 1-16,-1 0-1 0,-1-4 1 16,2-1 0-1,-1-2 0-15,-1-3 0 0,1 0-1 16,3 0 0-16,-1 0 1 16,2 0-1-16,3 0 1 0,-4-3-1 15,1 2 2 1,0-2-2-16,0 0 0 0,-2 2 0 15,0-2 0-15,-2 1 0 16,3-3-9-16,-5-1-26 16,-1 2-40-16,-1-1-62 15</inkml:trace>
  <inkml:trace contextRef="#ctx0" brushRef="#br0" timeOffset="87499.55">24052 17528 144 0,'0'0'1'0,"0"0"14"0,0 0 1 0,40-27-9 16,-26 18-5-16,-2 3-2 16,-2-1-15-16,-3 0-53 15</inkml:trace>
  <inkml:trace contextRef="#ctx0" brushRef="#br0" timeOffset="87640.34">24049 17429 171 0,'0'0'-9'0,"0"0"7"15,0 0-19-15,40-39-44 16</inkml:trace>
  <inkml:trace contextRef="#ctx0" brushRef="#br0" timeOffset="88110.36">24238 17517 247 0,'0'0'10'0,"0"0"-12"0,0 0 2 15,5 41 1-15,-3-20 1 16,-1 3 2-16,4 1-2 16,-1 3-1-16,-3-1 0 15,3 1 0-15,-2-2 0 16,-1 0 0-16,0-4-1 0,-1 1-1 15,0-5-25-15,0-6-20 16,0-1-8-16,0-5-60 16</inkml:trace>
  <inkml:trace contextRef="#ctx0" brushRef="#br0" timeOffset="88458.56">24236 17530 16 0,'0'0'185'16,"0"0"-184"-16,0 0 2 16,0 0 2-16,48-40 2 15,-37 37 0-15,-2 0 0 0,1 3-1 16,-2 0-3-16,-1 3-1 15,-3 6-1-15,-2 3 0 16,0 0-2-16,-2 2 3 16,0-1-3-16,0 1 4 15,-6-2-2-15,1-1 2 16,-1-2-1-16,2 2 0 0,-2-3 0 16,0 2-1-16,0-3 0 15,3 0-1-15,-2-1-8 16,4-2-31-16,-1-4-28 15,2 0-20-15</inkml:trace>
  <inkml:trace contextRef="#ctx0" brushRef="#br0" timeOffset="88929.3">24416 17494 130 0,'0'0'5'16,"0"0"0"-16,0 0 2 15,0 0-3-15,0 44-2 16,0-34 0-16,0 4 2 15,0-3-1-15,2-2 5 0,2-1 1 16,0-3-2-16,3-1-3 16,-1-2 1-16,0-2-1 15,1 0 0-15,1 0 3 16,-2-2-6-16,2-4 1 0,-2 0 2 16,0-2 3-16,0-1 6 15,-1-1 7-15,-2-2-3 16,0 2-2-16,-3-2-1 15,0 0-6-15,0-2-3 16,0 4-2-16,-3-3-1 16,-3 3 0-16,1 3-2 0,-1 1 1 15,2 4-4-15,-2 0-1 16,1 2-5-16,-1 0-17 16,1 8-13-16,-1-3-6 15,2 2-37-15</inkml:trace>
  <inkml:trace contextRef="#ctx0" brushRef="#br0" timeOffset="89314.07">24596 17442 204 0,'0'0'8'0,"0"0"15"0,0 0-9 15,0 0-9-15,0 0-4 16,0 0-2-16,0 0 1 16,0 0 0-16,0 0-1 15,-30 23 3-15,26-11-2 16,1 3 1-16,3 1 1 0,0-4 1 15,0-1 0-15,0-1 3 16,0 0 3-16,4-3-3 16,3-3 0-16,2-2-3 15,3-2 1-15,1 0 3 0,2 0-4 16,0-9-1-16,1-2-1 16,-2-2-5-16,4-2-35 15,-5-4-40-15,-4-1-44 16</inkml:trace>
  <inkml:trace contextRef="#ctx0" brushRef="#br0" timeOffset="89944.88">24676 17243 52 0,'0'0'131'16,"0"0"-126"-16,0 0 2 15,0 0-4-15,0 0-3 16,0 0 3-16,0 0 10 16,0 0 1-16,0 0-1 15,1 45-3-15,1-28-4 0,2 2-2 16,-3-1-1-16,2 2-3 16,-2 0 1-16,2-1 0 15,1 0 1-15,-3-2-1 16,1 0 0-16,1-2-1 15,-1-1 1-15,-2-3-1 0,1 3 1 16,-1-6 1-16,0 0-2 16,0-1 0-16,0-3 0 15,0-1 1-15,0 0-1 16,0-3-1-16,0 0 3 0,-1 0 0 16,-2 0 1-16,1 0 2 15,1-1-2 1,-1-4 0-16,2-2-4 0,0 2 3 15,0-4-3-15,0 3 2 16,0-3-2-16,0 1 0 16,3 1 2-16,3 0-1 0,2 0-1 15,0 0 0-15,0 0 1 16,1 0 0-16,-2 1 0 16,0 3 0-16,-1-1 0 15,1 1 0-15,-2 1 0 16,1 1 0-16,-2 1 0 0,0 0 2 15,0 0-2-15,0 3 2 16,-2 4 2-16,0 1 2 16,0 3-5-16,1-1 1 15,2-2-1-15,-3 2 0 16,1 0 0-16,2-3 0 0,1 0 0 16,0-4-1-16,2 0-2 15,-2-3-11-15,1 0-23 16,2 0-53-16</inkml:trace>
  <inkml:trace contextRef="#ctx0" brushRef="#br0" timeOffset="92222.74">24443 17122 100 0,'-4'-2'15'0,"-2"0"21"0,0-1-10 0,0 0-4 0,0 2-6 16,0-2-3-16,-3 0-1 15,2 3-3-15,-3-1-2 16,1-1-1-16,-1 2-3 16,-1 0-1-16,0 0 1 15,-4 0-2-15,2 0 0 0,-1 3 1 16,0 0-2-16,-1 0 0 16,2 0 1-16,-1-1-1 15,1 1 0-15,-1 0 0 16,2 0 1-16,0 1-1 15,-1 0 0-15,-1-1 0 16,1 2 0-16,0-1 0 0,0 0 0 16,-1-1 0-1,0 3 0-15,-1-1 0 0,0 1 0 16,-1 0 0-16,0 0 0 16,-1 1-1-16,-1 2 2 15,2-1-1-15,0 2 0 0,2-1 0 16,0 4 1-16,-1-3-1 15,2 3 0-15,2 1 0 16,1-1 0-16,1 1 1 16,-3 2-1-16,3-2 0 0,1 0 1 15,-4 2-1-15,2-2-1 16,2 3 2-16,0 0-1 16,1-1 0-16,1 2 0 15,1 1 0-15,-1-1 1 16,2 3-1-16,-1-2 0 15,1 2 1-15,1 0-1 0,1-1 0 16,2 2 1-16,-1-2-1 16,1-2 1-16,0 1 0 15,0-2 0-15,3 0 3 16,3-1-2-16,4-1-1 16,-1 0 0-16,3 0 0 0,2-1-1 15,1 2 1-15,-1-2 1 16,0 1-1-16,2-3 0 15,-2 2 1-15,2-2-1 16,0 1-1-16,4 0 0 16,-6 0 1-16,5-2-1 0,2 2 0 15,-4-2 0-15,3 0 1 16,-1-2 0-16,0 2-1 16,2-3 0-16,-5-1 0 15,4 0 1-15,0-1-1 16,-1-1 0-16,2-2 1 0,-3 1 0 15,0-1 0-15,2 0 0 16,-3 1-1-16,1-2 1 16,0 3-1-16,1-3 0 15,1 1 1-15,-1-3-1 16,0 0-1-16,3 0 2 0,-5 0-1 16,3 0 1-16,-1 0-1 15,1 0 0-15,0 0 2 16,-2 0-2-16,1-5 1 15,0 0-1-15,-3-1 0 16,0-2 1-16,0 2-1 0,-1-3 0 16,0 0 1-16,3 0-1 15,-4 0 1-15,4 0-1 16,-2-1 0-16,3-2 0 16,-2 2 1-16,0 0-2 15,-2 0 2-15,1 0-1 16,-3 0 0-16,-1-1 0 0,-3 2 1 15,0-2-1-15,0-1 0 16,-1 0 0-16,-1-1 0 16,0-2 0-16,0-2 1 15,0 0-1-15,-1-3 0 16,0 0 0-16,-3-1 0 0,2-1 1 16,1 2-1-16,-4-2 0 15,1 2 1-15,1 0-1 16,-2 1 2-16,2 2 3 15,-3 0-1-15,-1-1 1 16,0 4 1-16,0-5-3 0,0 2-2 16,0-3 0-16,0 1 0 15,0-1-1-15,-5 0 0 16,1-2 0-16,-1 2 1 16,-1 0 1-16,-2 2-1 15,0 0-1-15,1 2 1 0,-1 0 2 16,-2 4 0-16,2-1 2 15,1 0 1-15,-1 0-1 16,0 2 0-16,1-1 4 16,-1-1 2-16,-2 1 1 15,3-1 8-15,-4 1-14 16,-2-1 0-16,-3 0-2 0,-3 0-3 16,-1 2-1-16,-6 1-2 15,-4 1 5-15,-4 2-5 16,-7 6 0-16,-5 1-3 15,-9 2-33-15,-10 10-36 0,-12 1-35 16</inkml:trace>
  <inkml:trace contextRef="#ctx0" brushRef="#br0" timeOffset="100434.58">21080 17858 26 0,'-4'0'63'0,"-2"0"-52"0,3-2 6 0,1 0-10 16,0 0-5-16,0 1-2 15,0-1 0-15,1 2 0 16,0-1 0-16,1 1 0 0,-1-1 0 16,0-1 0-16,1 2 0 15,-2 0 0-15,2 0-1 16,-2 0 0-16,2 0 0 16,-1 0 2-16,-1 0-1 15,-1 0 1-15,1 0-1 16,-2 0 0-16,1 0 0 0,-1 0 0 15,0 0-1-15,-1 0 0 16,-2 0-1-16,1 0 0 16,-1 3-1-16,1 0 2 15,-1 0-2-15,0-2 1 0,2 2 2 16,-1-2 1-16,3 1-1 16,-1-2 1-16,0 0 0 15,1 0 1-15,0 0 3 16,-1 0-1-16,0 0-2 15,-1 0 2-15,1 0 5 16,-2 0 0-16,1 0-3 0,-5 3 2 16,2-1-2-16,0 1-1 15,-2 1-1-15,1-1-2 16,-1 2 1-16,1 0 3 16,1-3-1-16,-1 3-2 15,2 0-3-15,0 0-1 0,-1-2 1 16,2 1 0-16,-1 1 1 15,1-1-1-15,-2-1-1 16,3 1 4-16,1-1-3 16,-4 1 2-16,3 0 0 0,1 1-2 15,-2 0 0-15,2 1 0 16,-2 1 0-16,0 0 0 16,0 2 0-16,-2 0 0 15,0 0 1-15,0 3-1 16,-2-1 0-16,-1 2 0 15,3-2 0-15,-2 2 0 16,2-2 1-16,1 1-1 0,0-4 1 16,1 2-1-16,1-1 3 15,-1-1 0-15,3 3 0 16,1-1-2-16,-2 0 1 16,4 3-1-16,-2 0 0 15,2 1 1-15,0-1-2 0,0 1 1 16,0 0-1-16,0-1 0 15,0 0 0-15,0 0 0 16,2 1 1-16,2-1-1 16,-1-1 0-16,-1 1 0 0,1-2 0 15,1 0 0-15,-2 0 1 16,1-1-1-16,-1-1 0 16,1 0 0-16,2 1 0 15,-3 1 0-15,1 1 0 16,-1-1 1-16,5-1-1 0,-5 0 0 15,2 0 1-15,1 0-2 16,1 0 1-16,1 0 0 16,0 0 0-16,-2-1 0 15,3 1-1-15,-4-3 1 16,3 0 0-16,-2-2-1 0,4 0 1 16,-4-1-1-16,3 0 1 15,-3-1 1-15,4 0-1 16,-2 1 1-16,1 0-1 15,0 0 0-15,1 0 1 16,-1 1-1-16,0-1 0 0,2 0 0 16,-3-1 0-16,0-1-1 15,3-1 3-15,-2 1-1 16,1-1 0-16,-1 2 0 16,-1-3-1-16,2 0 2 15,-1 0-2-15,-1 0 0 0,0 0 0 16,2 0 5-16,-2 0-2 15,0-1-1-15,-1-1-2 16,4 1 1-16,-2 1-1 16,-1-2 1-16,1 1-1 15,4-1 0-15,-1 1 0 16,2-1 0-16,1-2 0 0,-1 1 0 16,1 1 0-16,-2-1 0 15,-1 0 0-15,-1 1 0 16,-2 1 0-16,-1-1 0 15,-1 1 0-15,0 1 0 0,-3 0 0 16,3 0 1-16,0-1-1 16,-2 1 0-16,4-2 0 15,-1-2 0-15,1 1 0 16,-1 2 0-16,3-3 1 16,-3 1-1-16,1 0 0 15,0 0 2-15,-2 3-1 0,2-1-1 16,-1-1 0-16,1 1 1 15,0-2-1-15,1 1 1 16,1-2-1-16,-2 1 0 16,0-1 0-16,0 1 0 15,0 0 1-15,1-1-1 16,-2 1 0-16,1-1 2 16,-3 1-2-16,1-1 1 0,1 1 0 15,0-1 0-15,0 0-1 16,1-1 1-16,-2 1-1 15,2 1 0-15,-1-1 0 0,2 0 1 16,-1 2-1-16,0-1 0 16,2-1 0-16,-2 1 0 15,4-1 0-15,0-1-1 16,3 0 2-16,1-2-1 16,2-3 0-16,-1 2-3 0,-2-5-50 15,0 0-62-15</inkml:trace>
  <inkml:trace contextRef="#ctx0" brushRef="#br0" timeOffset="101726.52">21038 17873 20 0,'1'0'8'0,"0"0"12"0,-1 0-5 0,0 0-3 16,0 0-4-16,0 0-1 16,1 0 7-16,1 0-1 15,0 0-2-15,3 0 3 0,-3 0-8 16,3 0-3-16,1-1-1 15,-1-2-2-15,3 2 1 16,0-2-1-16,1 2 0 16,1-2 1-16,-1 0-1 15,1 0 2-15,1 1 0 0,2-2 4 16,0 0 0-16,-1 1-3 16,1-1-1-16,2 2-1 15,-1-2-1-15,-1 2 1 16,-1-2-1-16,-1 0 0 15,0 1 1-15,1-1-1 16,0 0 0-16,0 1 0 0,-3 0 0 16,2 0 1-16,0-1-1 15,0 4 0-15,-4-1 0 16,3-1 0-16,0 1 0 16,-5 1 0-16,3 0 0 15,-3 0-1-15,4 0 2 0,-5 0-2 16,2 3 1-16,0 0 1 15,0-1-1-15,3 2 0 16,-3 0 0-16,2 0 2 16,-1 1-2-16,1 0-2 0,-1 0 2 15,-1 2 0-15,-1-1 0 16,1 1 2-16,-2 0-1 16,0 1 0-16,0 0 2 15,-2 1 1-15,1 0 1 16,0 0-2-16,0 2-1 15,1 5 0-15,-1-2-1 0,1 4 1 16,-1 0 0-16,3 3-2 16,-2 0 1-16,3 2 0 15,-2-1-1-15,4 0 1 16,-1 2-1-16,0 0 1 16,3-1-1-16,-4 1 1 0,1-1-1 15,-1 0 1-15,-1-3-1 16,1-1 0-16,0-1 0 15,-3-3 1-15,1-3 0 16,-1 0 0-16,-2-3 5 16,0-2 6-16,-2 0-3 0,0 1 1 15,0-3 3-15,0 2-1 16,0-3-5-16,-4 3-2 16,-2-1-3-16,-1 2-2 15,-4-1 0-15,-2 4-1 16,-2 0 2-16,-2 3-1 0,-7 3-7 15,0 0-47-15,-4 0-86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21:45.3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2136 2832 13 0,'0'0'64'0,"0"0"-69"0,0 0 0 16,0 0 8-16,0 0-6 16,0 0 3-16,42 32 5 0,-20-26-2 15,2 0-4-15,7-1 4 16,2 1-2-16,6-2-1 15,4 3 0-15,6-4 0 16,4 3 0-16,3-3 0 16,6 1 0-16,3-1 0 15,5-1 1-15,6 0 5 0,0-2 0 16,6 0 3-16,3 0 1 16,5 3-3-16,0 0-1 15,3 0 0-15,5 0 1 16,3 1-5-16,2 0 1 0,4 0-2 15,3 1 2-15,5 0-2 16,4 1 0-16,4-1-1 16,0 0 2-16,2 2 1 15,2-3 2-15,2 0 0 16,2 2 0-16,-3-2 1 16,3 1-3-16,0 0-2 15,0 2 1-15,-2-1-2 0,-1 1 3 16,-1 0-3-16,-2-1 0 15,2 0 0-15,-4 1 1 16,-2 0-1-16,-2 0 0 16,-1 2 2-16,1 0-1 0,-7 3 0 15,1-1 0-15,-1-1-1 16,-3 0 1-16,-1 0-1 16,-4-3 0-16,0-3 1 15,-6-2-1-15,-4-2 0 0,0 0 2 16,-6 0 9-1,1-4-1-15,-5-5 0 0,-1-1-2 16,-6-3-1-16,-4 0-2 16,-4-1-1-16,-6 0 1 15,-3-3-3-15,-4-1 0 16,-6-1 0-16,-2-1-1 16,-3 2 4-16,-5-4-5 0,-4 2 1 15,-3-1 0-15,-6 1-1 16,-6 2-5-16,-4-2-5 15,-3 4-3-15,-6-2 2 16,-1 1 6-16,-5-3 4 0,0 0-2 16,-2 0 4-16,0-1-4 15,0 2 4-15,0-2-2 16,-6 1 0-16,0 0 0 16,-1 0-3-16,-2 1-2 15,-2-1 1-15,2 0-2 0,-5 0 5 16,3-3 0-1,-2 2 1-15,1-2 3 0,-3-1-1 16,1-3 0-16,-1 1-1 16,-1-4 1-16,-3-1-1 0,2-1 1 15,-3 0 2 1,0-2 2-16,0 3 2 0,0 1 0 16,0-1 2-16,-2 4-2 15,4-2 0-15,-5 1-2 16,1 0 1-16,-3 1-4 15,1 0 1-15,-1 1-4 16,-4 1 7-16,0-2-1 0,0 4-4 16,0-1 1-16,0 3-2 15,-2-2 0-15,0 0 1 16,1 2-1-16,3-2-1 16,-2 1 2-16,0 0-2 15,0-2 2-15,0 3-1 0,-1-4 0 16,0 2 1-16,-2 0-1 15,1 0 1-15,-2-4-1 16,1 4 0-16,-1-1 0 16,-1-1 1-16,-3-1-1 0,1-1-1 15,-5 2 2-15,-1 0-1 16,-4 0 0-16,0 2 0 16,-4-4-1-16,0 4 0 15,-6-2 1-15,0 2 0 16,-7-1-1-16,-4 1 1 15,-1 2-1-15,-3 2 2 0,-2-1-2 16,-2 2 2-16,0 2-1 16,-2 2 0-16,-4 1-2 15,-5 2 3-15,-5 3-2 16,-3 0 1-16,-2-1-2 16,0 1 3-16,-2 0-2 15,4 1 1-15,-2-2 0 0,-3 2 0 16,-3 0 0-16,-1 1 0 15,-5-1 0-15,1 1 0 16,0 0 1-16,0 1-2 16,-5-2 1-16,1 0 0 0,-2 3 0 15,1-2 1-15,-1 2-1 16,1 1 1-16,-1 0-2 16,1-1 1-16,-1 4 0 15,-3-2 0-15,2 2 0 16,0 0 0-16,0 0 0 15,-3 0 0-15,0 0 0 0,0 0 0 16,1 3 0-16,-2 3 0 16,8 1 0-16,-2 0-1 15,2 3 1-15,2 0 0 16,2 1 1-16,1 2-2 16,1 3 1-16,6 2 1 0,2 2-2 15,1 5 1-15,1 4 0 16,2 4 0-16,0 5 0 15,3 2-5-15,7 1 2 16,7 4-1-16,6 1-1 0,5-1 1 16,3 1-2-16,3 4 3 15,2-1 0-15,3 4 0 16,4-2 2-16,3 0-2 16,6 4 1-16,5-1 1 15,8 1 1-15,4 0-3 0,8 2 2 16,4-2 2-16,4-1-2 15,7 0 0-15,0 0 0 16,0 1 0-16,14-1 0 16,1 0-1-16,6-3 0 15,3-1 1-15,7 0 1 16,3-3-2-16,4-2 2 0,2-1 0 16,5 4-4-16,3-3 6 15,4 0-2-15,2-1-1 16,4-3 3-16,5 2-4 15,0-3 3-15,6-1 1 0,4 2 0 16,5 1-4-16,3-4 4 16,3 0-2-16,6-4-2 15,8-4 4-15,5-3-2 16,5-4 0-16,8-3 3 16,9-5-2-16,9-2 1 0,7-2 1 15,9-6-2-15,8-1-9 16,5-4-39-16,5-5-47 15</inkml:trace>
  <inkml:trace contextRef="#ctx0" brushRef="#br0" timeOffset="697.56">4626 2543 82 0</inkml:trace>
  <inkml:trace contextRef="#ctx0" brushRef="#br0" timeOffset="7244.58">3154 14932 102 0,'-14'4'-6'0,"3"-4"16"0,2 0 6 0,2 0-6 15,-1-2-5-15,1-3 0 16,-2 1 2-16,2-1-2 16,1 0 1-16,-1 1-5 15,1-2-1-15,0 3-3 0,2-1-22 16,2 1-20-16</inkml:trace>
  <inkml:trace contextRef="#ctx0" brushRef="#br0" timeOffset="9464.83">2997 14888 86 0,'0'0'0'0,"0"0"13"16,-40-10 13-16,25 5-3 16,-3 0 1-16,-1-2-1 15,0 1-6-15,-2 1-4 16,-5-1-3-16,-1 0-3 15,-1 2-1-15,0 1-3 0,-3 3-1 16,0 0-1-16,0 0-1 16,-1 0 0-16,-2 7 0 15,-1-1-1-15,3 1 1 16,-3 0 0-16,3 1 0 16,-1 1 0-16,-1 3 1 0,3 1-1 15,0 2 1-15,-3 6 0 16,3-1 0-16,0 7-1 15,2-1 0-15,-2 2 0 16,3 1-1-16,1-1 1 16,1-1 0-16,1 1 0 15,3-1 1-15,-2 2-2 0,1-1 2 16,0 2-1-16,4 2 0 16,-2 0 0-16,4 4 0 15,-1 0 0-15,5-1 0 16,-1 1 0-16,1-1-1 0,3-3 0 15,1 1 1-15,3-2 0 16,-1 0-1-16,2 1 1 16,3-1 0-16,2-3 0 15,0 3 0-15,0-5-1 16,7 0 1-16,2-2 0 16,2-3-1-16,3 0-1 0,3-2 0 15,-1-3-1-15,4 0 2 16,2 0-1-16,1-1 1 15,4-2 0-15,2 0-1 16,4-4 1-16,5 1 0 16,0-2 1-16,5-1 0 0,-3 2-1 15,2-1 2-15,1 2-2 16,-1 0 1-16,0 3 1 16,2 1-1-16,2 1 0 15,3-1 0-15,-1 1 0 16,2 1-1-16,4-2 1 0,0-2 1 15,-1 0-1-15,5-2-1 16,1-1 0-16,-1-2-1 16,0 0 1-16,1-3 2 15,1 2-2-15,2-2 1 16,-1-2 0-16,3-1 1 0,1 0-2 16,2-1 1-16,2 0 1 15,1 0-1-15,-1 0 0 16,0 0 2-16,2 0-5 15,-1 0 4-15,1 0 2 0,1 0-4 16,0 0 3-16,1 0-2 16,4 0 0-16,-2-2 0 15,2-1 0-15,-1-1 1 16,4-1-1-16,0 0-1 16,1-1 2-16,-3 3-2 0,5-1 3 15,2 0-2 1,-2 1 0-16,-1 1 1 0,1 2-1 15,2-2 0-15,1 1 0 16,2-1 0-16,1-1 0 16,3 0 1-16,0-3-1 15,1 2 0-15,1-2 1 16,0 2-2-16,0 0 2 0,0-2-1 16,-1 3 0-16,1-2 0 15,1 0 0-15,-3 1 0 16,-2 0 0-16,2-1 0 15,2 1 0-15,-4 0 0 0,1 0 0 16,1 2-1-16,-1 1 1 16,-1-1 0-16,-3 2 0 15,-1 0 1-15,5 0 0 16,-4 6 1-16,-2 1 1 16,4 5-2-16,-1-1-1 15,1 0 1-15,-2 2 0 0,-2 3 0 16,-2-2-1-16,1-1 1 15,-2 1-2-15,-2 0 2 16,0-3-1-16,0 1 1 16,1-2-1-16,-4-2-1 0,0-2 2 15,-2 0-2-15,0-2 1 16,-4 0 0-16,-4-1 0 16,-2-2 0-16,-2 1 0 15,-3-2-2-15,-5 0 4 16,-3 0 0-16,-2-6 2 15,-6-4 0-15,-4-4 0 0,-3-1-1 16,-6-4 4-16,-2-4-3 16,-5 0 0-16,-3-5-2 15,-1-3 2-15,-5-1-2 16,-3-4 0-16,-5-3 1 16,1-1-3-16,-6-3 1 0,0-3-1 15,-1-1-1-15,-1-3-2 16,0 1 0-16,0-2 0 15,-1 1 0-15,-5 2-1 16,-1 2 2-16,-5 1 3 16,0 2-1-16,-4 6 0 0,0 0 2 15,-4 3 0-15,-2 3 0 16,-3 1 0-16,-3 3-1 16,0 3-2-16,-3 1 2 15,-4 2 1-15,3 1-1 16,-7 3 1-16,2 1-2 0,-3 3 0 15,-2 1-1-15,-4 3 0 16,0 2 0-16,-6 3 2 16,-2 0-1-16,0 1 1 15,0 3-1-15,-3 0 0 16,-1 0 1-16,0 0-1 0,-4 0 0 16,1 0-1-16,-1 0 2 15,1 0-2-15,-4 0 1 16,3 0-1-16,-1 0 1 15,0 0-1-15,1-3 1 16,0 0 0-16,-1 1 1 16,-1-3-1-16,1 2 1 0,-2-1-1 15,-3-2 1-15,1 3 0 16,-2-2 1-16,0 2 0 16,1-1 2-16,-3 2-3 15,2-2 0-15,-2 1-1 16,-3 3 0-16,3 0-1 0,-1 0 0 15,-5 0 1-15,4 0-1 16,-3 0 2-16,2 0-2 16,-2 0 1-16,1 0 0 15,-2 3 0-15,1-1 1 0,-3 0-2 16,2 1 1-16,-6 1 0 16,3-1 1-16,-3 2-1 15,0 0 0-15,-2 1 0 16,-1-3 0-16,0 0 0 15,-1-1 1-15,0 1-1 16,-3 2 0-16,-1-1 0 0,3 1 0 16,-5 2 0-16,4 1-1 15,-1 0 1-15,-1-2 0 16,1 1-1-16,1-3 1 16,1 0 0-16,1-2 0 0,2-1 1 15,1 1-1-15,-2-2 0 16,3 0 0-16,4 0 0 15,-4 0 0-15,4 0 1 16,-1 0-1-16,3 0 1 16,4-3-1-16,0-1 2 15,-3-1 1-15,4 1 2 0,0-1-1 16,-1 0-3-16,1 2 0 16,0 1-1-16,1 0 1 15,0 2 0-15,2 0-1 16,-4 0 0-16,2 0 0 15,0 4 0-15,1 3 0 0,1-2 0 16,2 2 1-16,-2 1-1 16,5 1 1-16,3 2-1 15,1 3 0-15,2 2 0 16,6 5-3-16,0 3-22 16,3-1-54-16,-2-6-90 0</inkml:trace>
  <inkml:trace contextRef="#ctx0" brushRef="#br0" timeOffset="16677.06">6184 15239 52 0,'-3'0'1'0,"2"0"4"0,-1 0 3 0,2 0-5 15,0 0-2-15,0 0-2 16,0 0 3-16,0 0-1 15,2-2-2-15,1 1 2 16,3-2 0-16,-1 3-1 16,4-1 1-16,-3 1-1 0,3 0 0 15,0-2 0-15,0 1 0 16,0 1-1-16,0-1 1 16,-3-1 0-16,2 1 0 15,0-1-2-15,-3 1 0 16,-1 0 2-16,1 1 2 0,-2 0 0 15,1 0-2-15,-2 0 1 16,0 0 1-16,0 2-1 16,0 1 0-16,-1 1-1 15,-1-1 1-15,2 0-1 16,0-2 2-16,-2 1-1 16,2-2-1-16,-2 2 1 15,2-1-1-15,0 0 1 0,0 1-1 16,-1-1 1-16,3 0-1 15,-1 2 0-15,1-1 1 0,-2 0-1 16,3-2 0-16,-1 1-1 16,1 0 1-16,1-1 0 15,2 0-1-15,0 0 0 16,-1-4 0-16,3-3 2 16,4-2-1-16,-3-2 6 15,5-5-3-15,0 2 0 0,4-4-1 16,2-1 0-16,0-2-2 15,3-5 2-15,2 1-1 16,2-5 0-16,2-3 3 16,3-2-1-16,1-5 2 15,-1 3 3-15,4-4-1 0,0 0 7 16,0-2-5-16,2 0 1 16,5-2 0-16,-1-1-3 15,2 1-1-15,-2 1-3 16,1 4-2-16,-7 3 1 15,-2 7-1-15,-5 3 1 16,-4 6-1-16,-4 6 1 0,-4 6-2 16,-9 5-15-16,-4 4-33 15,-6 0-14-15</inkml:trace>
  <inkml:trace contextRef="#ctx0" brushRef="#br0" timeOffset="17446.22">6153 15196 39 0,'0'0'3'0,"0"0"1"0,0 0 4 15,0 0 1-15,0 0-5 16,0 0-2-16,0 0-2 0,0 0 1 15,0 0 0-15,0 0-5 16,0 0 3-16,0 0 7 16,0 0-5-16,0 0 0 15,34 9 0-15,-30 1 0 16,2 0-1-16,4-2 1 0,-1-2 0 16,4 0 0-16,3-4 2 15,1-2-1-15,4-2 1 16,4-10 5-16,4-6-1 15,2-6-1-15,7-6-2 16,1-8 3-16,9-6 0 0,2-5 0 16,5-6 1-16,3-2 8 15,0-4-6-15,5-1-1 16,1-3-5-16,4 0 3 16,2-2-1-16,3-2 0 15,3-1-1-15,-2 1 0 16,-1 3 0-16,-1 4 0 0,-7 4-1 15,-3 6-2-15,-7 8 0 16,-7 7-1-16,-5 6 0 16,-3 6 1-16,-6 5-2 15,1 4 1-15,-2 2-7 0,-4 1-24 16,-2 2-34-16</inkml:trace>
  <inkml:trace contextRef="#ctx0" brushRef="#br0" timeOffset="22799">10971 15002 91 0,'3'-6'4'0,"-3"1"4"0,3 0 10 0,-3 2-1 16,0 0-9-16,0 2 4 16,0-2-8-16,0 3 0 15,-3-1-3-15,-3-1 0 0,1 2 3 16,-3 0 0-16,1 0-6 16,-3 0 5-16,-1 0-4 15,-4 0-1-15,2 0 4 16,-1 0 1-16,-2 0-3 15,1 0 1-15,-3 0-2 16,0 0 6-16,0 0-3 0,-3 0-2 16,1 0 1-16,0 0 1 15,0 0 0-15,-3 2-1 16,4-2 2-16,-3 1-2 16,1 2 1-16,0 0 0 15,2-2 0-15,-3 2-1 0,4 2 0 16,-2-1 1-16,1 1-2 15,0 2 0-15,-3-1 2 16,2 0-2-16,-3 2 0 16,-3 1 0-16,1-1-2 15,-3 2 0-15,0 0 6 0,1 3-6 16,0-1 6-16,3 3-5 16,-1-3 2-16,0 3-1 15,3-2 1-15,2 1-1 16,2 0 0-16,-2 1 0 15,2 0-1-15,3-1 2 0,-3 2-1 16,2-1 0-16,0 1 1 16,0 2-1-16,1 0 0 15,-1 1-6-15,3-1 8 16,0 1 0-16,1 1-2 16,1 2 0-16,3 0-2 15,1-2 2-15,2 2-3 0,1-1 6 16,0-1-5-16,3 1 2 15,-1-1 0-15,2 0 0 16,-2 1 0-16,2 0 0 16,0 1-1-16,0 2 2 0,0 0-3 15,4 3 3-15,3 0-2 16,0 1 0-16,4 1 1 16,2 0-1-16,1-1 0 15,3-3 0-15,2-1-1 16,2-2 0-16,4-3 4 15,-2 0-5-15,3-4-1 0,1 1 5 16,1-3-3-16,3-2 1 16,0 1 3-16,1 0-1 15,3-2 0-15,1 0-1 16,2 0 0-16,1 1 3 0,2 0-3 16,1-1 2-16,1 1-2 15,1-2 0-15,1 0 0 16,4-1 1-16,1-2-2 15,-1-2 1-15,2-2 0 16,-2 0-2-16,0-2 2 0,1 0 0 16,-3 0 2-16,4 0 0 15,1 0-1-15,-3 0-1 16,4 0 1-16,2 1-1 16,-1-1 0-16,1 0 0 15,3 0 1-15,2 0 0 16,-2 0-1-16,1 0 0 0,3 0 0 15,-2 0 0-15,0 0 0 16,1 2 0-16,0 0 1 16,1 1-1-16,-2 1 0 15,3-1-1-15,1 0 1 16,1-1 0-16,2-1 0 0,2 0 0 16,-2-1 0-16,3 2 0 15,-3-1 0-15,0-1 0 16,-1 0-2-16,2 0 2 15,4-1-2-15,-3-6 4 0,2-3-2 16,2 0-1-16,0-3 2 16,3-1 1-16,-2 0 2 15,-1 1 1-15,1-2-1 16,-1 2 2-16,2 1-3 16,-2 1 2-16,-1 2 0 15,2 1 0-15,-5 0-2 0,2 2 1 16,-2 0-2-16,-1-1 0 15,-1-2 0-15,-1-2-1 16,1-1 0-16,2 2 1 16,0-4-1-16,0 4 1 15,0 0-2-15,-2 3 1 16,0 0 1-16,0 0-2 0,-6 4 3 16,1-1-2-16,-3 3 1 15,-2 1-1-15,-1 0-1 16,2 1 0-16,-2 6 1 15,2 3 1-15,-2 4-2 0,0 1 0 16,0 3 0-16,2 2 0 16,-1 2 0-16,4 3 1 15,-2 2-1-15,3-1 0 16,-2 1 0-16,1-1 0 16,1 0 0-16,-1-1 0 15,1 1-3-15,-1-2 1 0,3-3 0 16,1 2-1-16,2-3 0 15,0-6-2-15,1 2 0 16,1-3 2-16,2-2 1 16,0-3 2-16,-1 1 0 0,-1-5 0 15,0 1 0-15,1-3 0 16,0 1 0-16,-1-1 0 16,0 0 1-16,-2 0-1 15,4-1 2-15,0 1-2 16,0 2 1-16,4-2-1 15,-1 0 1-15,2 0 0 16,-1-1-1-16,4 3 4 0,-6-2-2 16,3-1 1-16,-1-1-1 15,2 2 0-15,-2-2-1 16,2 0 0-16,-1 0 0 0,0-2 0 16,1-1-1-16,-3-3 0 15,-3-3 1-15,1 2-1 16,-3-2 0-16,-3-4 0 15,-1 2 1-15,-3-2 1 16,1-1 1-16,-4-2 0 16,-1 2-1-16,0-1-1 0,-4-2 0 15,-4-1-1-15,0-1 1 16,-6-3 0-16,-1-1-1 16,-5-2 2-16,-5-3-1 15,-1-1 0-15,-7-1-1 16,0 0 1-16,-4-4 1 0,-4 0-1 15,-1-3 2-15,-5-1-1 16,-3-1 3-16,-4-3-2 16,-3 0-1-16,-1-1-1 15,0 2 1-15,-10 0 2 16,-2 2 0-16,-4 2-1 0,-3 0 1 16,-1 3 2-16,-2-1-3 15,-3-1-1-15,-3 2-2 16,-5 0-1-16,-1 3-2 15,-6-1-5-15,-1 4 7 16,-6 3-2-16,-3 0-2 0,-4 3 6 16,-4 0-1-16,-1 2-3 15,-6-1 3-15,-3 1 3 16,-2 1 0-16,0 0-3 16,-4 3 2-16,-2-1-2 15,-3 0-8-15,-3 4 17 0,-3-1-9 16,-2 3 2-16,-1 0-2 15,1 1 0-15,-5 1 1 16,0 0-1-16,0 2-1 16,-3 0 2-16,-3 0-1 15,0 3 0-15,0-1 0 0,-4 1 0 16,-2 2-2-16,-1-1 3 16,3 1-3-16,-3 1-1 15,-2 1 4-15,3 0 0 16,-2 0 1-16,-2 0-2 15,1 1-5-15,-3 5 3 16,0 1 0-16,-1-1 2 0,6 1 1 16,-3 1-2-16,1-3 2 15,-2 0-2-15,3 0 1 16,-1-1 1-16,-2 0-3 16,3-1 3-16,0-2-1 15,1 1 2-15,1-2-1 0,4 0 0 16,-3 1 0-16,2-1-1 15,4 0 1-15,2 0-2 16,2 0 2-16,1 0-1 16,1-1 1-16,3-2-1 15,-4 0 1-15,0 2-1 0,3-1-4 16,2 1 7-16,0 0-2 16,2-1 1-16,3 1 2 15,2 0-3-15,5-1 1 16,0 2-1-16,5 0 1 0,3-2 4 15,4 1-3-15,2 1-1 16,2-1-1-16,5 0 2 16,0 0-1-16,2 0 1 15,4 1 2-15,1-2-2 16,3 2-1-16,2 0 0 16,3 0-1-16,3 2-2 0,3 2 2 15,4 3-1-15,2-1-1 16,4 2 1-16,3 1-1 15,4 2 0-15,1 0-4 16,3 4-5-16,6 4-5 16,3 1-6-16,3-3-40 0,0-4-86 15</inkml:trace>
  <inkml:trace contextRef="#ctx0" brushRef="#br0" timeOffset="23739.18">14396 14739 76 0,'1'-9'19'0,"3"-2"-12"0,-2 4 2 0,2 0 4 15,-2 3-5-15,2-1-6 16,1 4-3-16,0 1 1 16,4 0 0-16,2 0 0 0,-2 10 0 15,3 4 0 1,1 6-1-16,3 5 3 0,-2 4-1 16,5 5 2-16,-2 4 3 15,2 6-1-15,3 5 3 16,2 5 3-16,1 3 1 15,4 6-2-15,4 5-2 16,3 4 0-16,3 1-2 16,5 4 5-16,3-2-3 0,-2 3 4 15,6-1-1-15,-2 0-4 16,1 0-2-16,1-2-2 16,0-1-2-16,2-3 1 0,0-3 4 15,-2-6-2-15,0-1 2 16,-3-5-2-16,0-2 1 15,-2-2-4-15,-4-3 0 16,-2-2 3-16,-2-2-1 16,-7-2-2-16,-5-5 0 0,-3-7 0 15,-5-2-1 1,-3-8 2-16,-3-4-2 0,-5-7 1 16,-1-2-2-16,-4-5-4 15,-2-3-9-15,-2-1 6 16,-13-21-154-16</inkml:trace>
  <inkml:trace contextRef="#ctx0" brushRef="#br0" timeOffset="24531.07">15355 14306 173 0,'0'0'-3'0,"0"0"15"15,0 0-9-15,0 0-3 0,0 0-1 16,-36 38 1-16,24-18 0 15,0 3 0-15,-6 5 0 16,1 2 0-16,-2 9 1 16,-4 6-2-16,-4 6 2 0,-1 6 0 15,-1 4 1-15,-6 7 0 16,0 4 3-16,-1 4 1 16,-2 2 2-16,1 1 7 15,-4 5-1-15,3 4-1 16,-3 2-6-16,-1-1-1 0,0 5-5 15,0 5 1-15,-3 1 0 16,-1 0 0-16,0 3 3 16,-1-1 2-16,-2-4 0 15,1-4 0-15,3-5 2 0,2-2-4 16,1-3-1 0,2-5-3-16,6-3 1 0,-2-3-1 15,3-6-1-15,4-9 0 16,1-4 3-16,6-8 0 15,0-5 2-15,7-6 0 0,1-3-2 16,1-5-1-16,6-6-2 16,-1-4 1-16,2-3-2 15,2-4 1-15,3-3 1 16,1-5-1-16,-1 0-1 16,1-2 0-16,0 0-1 15,0 0 3-15,0 0 6 0,0 0-6 16,0 0 0-16,0 0-3 15,0 0-1-15,6 0-13 16,-1-9-18-16,-5-7-86 16</inkml:trace>
  <inkml:trace contextRef="#ctx0" brushRef="#br0" timeOffset="52422.84">2698 14952 37 0,'0'-2'5'0,"0"0"4"0,-2-2-1 0,0 1-1 16,-5-1 1-16,4-1 4 0,-3 1-1 15,-1 0-4-15,1-1-2 16,-2 1-4-16,2 1 0 15,0 0 0-15,1 1-1 16,-4-1 1-16,0 0-1 16,0 0 1-16,-4 0 1 15,-1 0 3-15,-3 2 1 16,1 0 3-16,-5-1-1 0,4 2-6 16,-4 0 0-16,4 0 1 15,-3 0-2-15,1 0 0 16,2 4 0-16,-3-1-2 15,-1 4 3-15,-1 0 1 16,0 2-3-16,-1 4 4 0,-3 1-1 16,2 2-3-16,-3 3 0 15,-3 1 0-15,1-1 5 16,-2 1-4-16,2-2 0 16,2 0 0-16,0-2 1 0,0 1 0 15,2 2-1-15,1-1 0 16,2 2-1-16,-1 1 1 15,4-1-1-15,-2 0 0 16,3 1 0-16,1-2 0 0,1-1 0 16,3-1 2-16,1 2-2 15,1-2 0-15,0 1 0 16,0 2 0-16,4-1-3 16,0 1 6-16,3-2-5 15,2 0 2-15,0-2 0 16,2 1 0-16,0-3 0 15,0 1 0-15,0-1 0 0,4 0 0 16,0 3 0-16,-1-1 0 16,3 1 2-16,1 1-2 15,2 3 0-15,-2-1 0 16,3 3-2-16,2-2 1 0,1 1 1 16,-2-1-1-1,3-1 0-15,-1 1 1 0,1-1-1 16,1-2 1-16,-1 1-1 15,1 1 1-15,4-2 0 16,-2 1 0-16,3-2 0 16,1 1-1-16,3 0 0 0,0-3 0 15,4 2 0-15,0-1-2 16,4-2 2-16,-1 0 0 16,0 0 1-16,-1 2 0 15,1-3 0-15,-2 2 0 16,0 0 0-16,0-1 0 0,4-2 0 15,-1 1-1-15,3-1 1 16,3-1 0-16,-1 0 0 16,0-1 0-16,1 2 0 15,-2 0 0-15,1-2 0 0,2 3 0 16,1-3 1-16,0 1-1 16,5-3 0-16,0 1 0 15,0-2-1-15,1-1 1 16,-1-3 0-16,2 0 0 15,0-2 0-15,-2 1 0 16,4-2 0-16,0 0 0 0,-2 0-2 16,0 0 4-16,0-6-2 15,0 1 0-15,2-1 0 16,-2-1 0-16,2 0 1 16,0-1-1-16,-2 1 0 15,0 0 0-15,0 0 1 0,0 3-1 16,-3-2 0-16,4 2 0 15,-2 1 0-15,2-1 0 16,-2 3 0-16,1 0 0 16,0 0 1-16,0 1-2 15,0 0 1-15,4-1 0 0,1-1 1 16,-1 2-1-16,3 0 0 16,-3-1 0-16,2 1 0 15,1 0 0-15,0 0 0 16,2 0 0-16,0 0 0 15,1 0 0-15,3 4 0 0,-1-1 0 16,0 1 0-16,3 2 0 16,0 0 0-16,4-1 0 15,-1 1 0-15,4-2 0 16,2 0 2-16,-1 1-1 0,6-2-1 16,-1 2 0-16,2-1 1 15,-2 2 0-15,0 1-1 16,-2-1 1-16,2 0-1 15,0-1 1-15,-1 1 0 16,2-2-1-16,-3 0 1 16,4-1-1-16,-2-2 1 0,2 1-1 15,-4-2 0-15,3 0 1 16,2 0-1-16,-2 0 1 16,3 0-1-16,-1 0 2 15,0 0-1-15,1 0-1 16,-2 0 0-16,0 5 0 0,-6 1 0 15,2-1 1-15,0 0-1 16,0 0 0-16,-2-1 0 16,1-1 0-16,-2 1 0 15,-1-2 1-15,1 0-1 16,-3 0 0-16,-1-2 0 0,-5 0 0 16,1 0 0-16,-3 0 0 15,-1 0 0-15,0 0 1 16,1 0-1-16,-3-3 0 15,2-1 0-15,1-2 0 16,-5 3-1-16,0-4 2 16,-4 0-1-16,2-4 0 0,-7-1 1 15,0 1-1-15,-1-5 1 16,-1-1-1-16,-3-3 2 16,-4-1-2-16,3-2 1 15,0-2-1-15,-3 1 1 0,-1-1-2 16,-4 2 2-16,1 2-1 15,-8 1 0-15,1 2 0 16,-5-1 0-16,-2 2 1 16,-2 0 1-16,-1-1-1 15,-2 2 1-15,-1-2 2 0,1 0-3 16,-2-1 0 0,1 0 0-16,-1 0-1 0,-2-3 0 15,2 1 0-15,-4 0 1 16,-1-2-1-16,-2 3 0 15,-1-1 0-15,-3 1 2 16,0 0-2-16,0 3 1 0,-2 0 1 16,-5 0 9-16,-2 0 3 15,-4 0 3-15,0 0-4 16,0 0-5-16,-2-2-4 16,2 2-1-16,-3-3-1 15,1 1-1-15,-3 0 0 0,-1-1-1 16,0-1-1-16,-3 1 1 15,-1 0 1-15,-1 0 0 16,-1 2-1-16,0-1 2 16,-1 1-1-16,0-1-1 15,3 2 1-15,-2 0-2 0,-2 2 1 16,0 0-3-16,-2 0 3 16,0 2-1-16,0 0 1 15,-5 1 0-15,1 0 1 16,-1 1-2-16,-1-1 1 15,-3 2-3-15,0-1 6 16,-2 1-2-16,2 3-1 0,-5-3 0 16,1 4-1-16,-3 1 0 15,-2-1 0-15,-3 2-2 16,2 0 5-16,-2 1-2 16,-3 1-3-16,4 1 5 15,-5 0-2-15,-2-1 0 0,1 0 1 16,-3 1-1-16,1-2 0 15,-1-1 1-15,-2 0-1 16,-3-2 0-16,3 2 1 16,-3-2-1-16,1-1 0 0,-3 3 0 15,1-2 0-15,1 3 0 16,-2 0 1-16,-1 0-1 16,0-1-1-16,3 2 1 15,-2-3 0-15,-1 1 0 16,3 1 1-16,0-1-1 0,-2 1 0 15,1-1 0-15,-1 0 0 16,-1 2 0-16,-1 1 0 16,1-1 0-16,-4 2 0 15,4 0 0-15,-4 0 0 16,3 0 0-16,0 0 0 16,2 0 1-16,-1 0-1 0,1 0 0 15,0 0 0-15,-3 0 0 16,1 0 0-16,0 5 0 15,-1 4 0-15,0 4 0 16,-1 3-1-16,0 5-1 16,1 1-25-16,0 2-42 0,1-4-22 15</inkml:trace>
  <inkml:trace contextRef="#ctx0" brushRef="#br0" timeOffset="53513.04">6376 15154 0 0,'5'4'1'0,"0"-1"0"0,4 1 0 0,-2-3 2 15,3 1-1-15,0-2 5 16,1 0 3-16,0 0-2 15,4-6 4-15,3-2-5 16,0-4 0-16,5-5 0 16,-1-3-4-16,10-5-1 0,1-7-1 15,3-4 0-15,4-4 0 16,2-3 0-16,5-2 0 16,3-6-1-16,3-5 1 15,7-3 4-15,5-5 3 0,7-6-2 16,1-2 0-16,8-4 1 15,-3-3 1-15,1 2 9 16,0 3-9-16,0 2 2 16,-3 1 5-16,-4 4-4 15,-5 10 1-15,-7 5-4 16,-4 6-3-16,-12 8-2 0,-6 10 0 16,-7 6-2-16,-4 8-1 15,-6 5 0-15,-6 6-1 16,-3 3-3-16,-6 0-10 15,-6 8-39-15,0 2-48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22:52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11902 13560 100 0,'5'-13'6'0,"-1"-1"-2"0,-2 0-1 0,0 3 5 0,-2-1-2 16,0 1 2-16,0 4 4 16,-2-2-6-16,-6 1-1 15,0-1-4-15,-1 3 1 16,-3-2 0-16,0 0 0 15,-1 3-2-15,-4-2 0 16,0 4-2-16,-5-1 4 16,-1 3-6-16,-1-1 8 0,-5 2-8 15,0 0 6-15,-2 0-2 16,0 0 0-16,-1 3 2 16,-3 4 0-16,-4 2-1 15,1 3-1-15,-2 2 2 16,-3 4-4-16,-3 0 1 0,2 5 0 15,-2 1 1-15,-3 0 1 16,4 1-3-16,-6 1 4 16,4-1-2-16,-3 1 0 15,-1 2 0-15,2 1 0 0,-3 3 1 16,4 0-1-16,0 3 3 16,1 0-3-16,5 0 1 15,2 0-1-15,5 0 0 16,5-3 0-16,4-2 0 15,5 0 1-15,4-3-2 0,4-1 2 16,7 1-1-16,0-3 2 16,6 1-3-16,0-2 3 15,2 1-1-15,11-4 0 16,3 0-1-16,2 0 1 16,6-4 0-16,3 1 2 15,2-2-3-15,3 1 2 16,3-2-1-16,3 0 0 0,0-1 0 15,2 1 0-15,1 0-1 16,3-1 1-16,1-3 0 16,4 0 0-16,2 3 0 15,3-5 1-15,4 1-1 16,-1-1 1-16,5 0-2 0,0 1 0 16,3-2 1-16,2 1 1 15,2 0-1-15,3 1 0 16,-2-2-1-16,1 3 1 15,3-2 0-15,-3 2 0 0,2-1 1 16,4 1-1-16,1-2 2 16,1 1-1-16,4-3 1 15,1 1 2-15,5-2-3 16,-2 1 0-16,-2-3-1 16,5 1 0-16,-2-3 0 15,3 4 1-15,-1-4-2 0,3 2 0 16,4 0 0-16,-2-2 0 15,1 2 0-15,0 3 1 16,0-2 1-16,1 0-1 16,2 2-1-16,3 0 1 15,-2-2-1-15,1-1 0 0,4 1 0 16,-2-4 1-16,2 0-1 16,0 0 0-16,-1 0 0 15,4 0 0-15,-1 0 1 16,-1-1-1-16,1 0 1 0,1 1-1 15,0 0 1-15,0 0-2 16,1 0 2-16,5 0-1 16,-1-4 1-16,8-3-1 15,3-5 0-15,0 0 0 16,1-4 0-16,-2 1 1 16,-1-1-2-16,-6-1 2 0,0 0-2 15,-6 1 1-15,-1-3 0 16,-7 0 1-16,-4-1-1 15,-5 1 1-15,-6 0-1 16,-7-1 0-16,-3 3 5 0,-8-3 0 16,-4 0 0-16,-5 0 1 15,-6-1-2-15,-9 0 3 16,-5-3-2-16,-5-1-1 16,-3 0 1-16,-7-1-3 15,-4 1-1-15,-2-2 0 0,-4 0 0 16,-6-2 2-16,-2 2 4 15,-3-3 0-15,-3-1 12 16,-1-1-17-16,0-1-1 16,0-3 0-16,0 2-2 15,-5 0 1-15,-4 3 0 16,-2 1-2-16,-2 2 4 0,-2 2-1 16,-1 2-1-16,-3 0 2 15,0 1-3-15,-2 3 3 16,-3-1-4-16,-1 3 2 15,-2-2-5-15,-4 1 5 16,-1-1-5-16,-7 0 2 0,-4-1 4 16,-3 1-1-16,-2-1-2 15,-6-1 0-15,0 1 2 16,-2 0 3-16,-2 1-5 16,-4 2 4-16,-3-1-1 15,-2 5 0-15,-2-2-2 16,-6 4 1-16,2 0 0 0,-4 1-3 15,0 1 2-15,-2 3 1 16,-2 0 2-16,0 0-1 16,1 1-1-16,-1 0-1 15,-3 1 1-15,1-1 1 16,-1 0-1-16,0 2 1 0,1-2-1 16,-1 1 1-16,1-1-1 15,1 2-1-15,0-2 1 16,-1 3 0-16,-1 0-1 15,2 1 2-15,1 0-1 0,2 1 0 16,1-1 1 0,0 2-1-16,1 0 0 0,-1 0 0 15,-2 0 0-15,-3 0 0 16,0 0 0-16,-1 4 0 16,-1 2 0-16,-2 3 1 15,-1-1-3-15,-1 4 3 0,-1-1 0 16,-6 2-2-16,0 1 2 15,0 3 0-15,1 0 0 16,1-1-2-16,2-1 5 0,4 1-4 16,3-2 0-1,4 2-3-15,-1-1 3 0,2-2 0 16,4 2-1-16,0-2 1 16,4-2 0-16,1 0 0 15,-1 0 1-15,-1-1-1 16,0 1 0-16,-4 2 0 15,-1 0 0-15,-3 1 0 16,-2 3 0-16,-1 0-4 0,1 2 5 16,0 1-3-16,1 2-14 15,4 0-34-15,6-4-21 16,5-5-67-16</inkml:trace>
  <inkml:trace contextRef="#ctx0" brushRef="#br0" timeOffset="1207.42">18207 13735 88 0,'-5'0'13'0,"1"0"5"0,1 0 4 16,0 0-5-16,1-2-9 0,2 1-3 15,-1 1-3-15,1 0 0 16,0 0-2-16,0 0 0 16,0 0-1-16,0 2 1 15,0 4-2-15,0 0 2 16,0 1 0-16,0-1 0 0,4 0-1 15,3-2 0-15,-1-3 1 16,6-1-2-16,1 0 5 16,5 0 3-16,4-11 4 15,7-5 1-15,10-5-1 16,3-4 0-16,10-4-6 0,8-6 2 16,5-2 2-16,6-2-3 15,6-2-2-15,9 0-2 16,4 0-1-16,6 2 0 15,7 5-1-15,2 0-2 16,-3 3-27-16,-5 1-62 16</inkml:trace>
  <inkml:trace contextRef="#ctx0" brushRef="#br0" timeOffset="5165.51">4021 15112 180 0,'-14'0'3'0,"1"-5"3"0,2-1 1 0,0 1-2 16,-2 0-2-16,1 1-2 0,-1 0 0 15,-3 0 1-15,1-1-1 16,-1 0 0-16,-2 0-1 16,0-2 1-16,-4 1-1 15,2-1 1-15,-3 0 0 16,-4-1-1-16,-4-1 1 16,0 2-2-16,-5 1 1 0,-2-1 0 15,1 2 0-15,-4-1 1 16,3 0-2-16,-2 3 2 15,-3-1 1-15,1 0-1 16,0 3 0-16,-5-1 0 0,0 2 1 16,0 0-1-16,-3 0-1 15,4 3 0-15,-2 4 0 16,0-3 0-16,0 2 1 16,0-2-1-16,-2 1-1 15,-2-1 2-15,4 0-1 0,-2 0 1 16,-2 2 0-16,2 1 0 15,-2 1 1-15,0 3-1 16,-1-1 1-16,2 2-1 16,-1 1 1-16,3 1-1 15,0-1 0-15,2 1 0 16,-4 4 0-16,3-2-1 0,-2 4 0 16,0 2 1-16,-1 3-2 15,-1 5 1-15,1 1 0 16,-3 3-1-16,-1 3 1 15,1 4 0-15,2 0 0 16,1 4 0-16,-3 0 0 16,1 4 0-16,4 1 1 0,-3 3-2 15,3 1 0-15,4-3 1 16,4 0 0-16,8-3 0 16,4-4 1-16,5-1-2 0,4-3 2 15,2-2-1-15,5 1-2 16,4-2 3-16,1-1-2 15,4-2 1-15,2-1 0 16,0-4 0-16,2-1 0 16,0-2 0-16,6-1 0 15,6 1 1-15,1 1-2 0,5-2 2 16,5 2 0-16,-1-1 0 16,5-2 0-16,6-1-1 15,3-2 0-15,5 0 0 16,5-2 0-16,1-5-2 15,2 3 2-15,5-3 0 16,-1 0-1-16,6-1 1 0,-1 0 1 16,7 0-1-16,-3-2 0 15,7 0 1-15,0-1-2 16,6 0 1-16,-2-3 1 16,3-1-1-16,4 0 1 0,-1-2-1 15,1 0 0-15,3 2 0 16,0-2 1-16,1-1-2 15,2 1 1-15,3-1 1 16,-4 0 0-16,2 0-1 0,0-2 0 16,2 3 0-16,-4-2 1 15,1-2-4-15,3 3 5 16,-2-3-2-16,0 0 0 16,2 0 1-16,3 0-1 15,-1 0 1-15,1-3 0 16,2 2-2-16,0-1 3 0,-1-1-2 15,1 2 0-15,-4 0 2 16,1 1-4-16,1 0 4 16,-4 0-2-16,1 0 0 15,-2 0 0-15,1 0 0 16,-4 4 1-16,1 0-2 0,0 3 1 16,-2 1 0-16,0-2 0 15,1 2 1-15,2-2-1 16,-1 0 0-16,-1 1-1 15,3-2 1-15,-3 0 1 16,3-2 0-16,0 1-5 16,-1-2 7-16,0-2-2 15,3 0-1-15,3 0-2 0,-3-4 2 16,-1-2 1-16,1-1 0 16,-2 1 0-16,2 0-2 15,-2 0 1-15,-2 2 0 16,3-1 1-16,-1 0-1 0,-1 1 0 15,2 0 1-15,1-1-2 16,1 0 2-16,1 2-1 16,-1-1 1-16,-1 0-1 15,-1 1 0-15,1 1 0 0,-4 0 0 16,2 1 0-16,0 1 1 16,1 0-1-16,1 0 0 15,-2 0 0-15,1 0 1 16,2 0-1-16,-4 3 0 15,-1 2 0-15,2 2 0 0,-3-3 0 16,1 6 0-16,0-2 0 16,1 1 0-16,3-1 0 15,-4 0 1-15,4-1-1 16,-2 0 0-16,-1 0 0 16,3-1 0-16,-4-1 0 15,2 1 0-15,4-2 0 0,-1 2 1 16,1-2-1-16,-1-1 0 15,2-2 1-15,-1-1-1 16,-1 0 0-16,-1 0 1 16,0 0-1-16,1-1 1 15,-2-5 1-15,-2 2 1 0,3 1-1 16,1-1 1-16,1 1-1 16,1 0-1-16,-2 2 1 15,3-1-1-15,-1 1-1 16,0 1 0-16,1 0 1 15,-1 0-1-15,2 0 0 0,-2 0 0 16,1 0 0-16,1 1 0 16,-2 1 1-16,-1 1-2 15,1-2 1-15,0 1 0 16,0-2 0-16,2 0 1 16,1 0-1-16,1 0 0 0,2 0 1 15,-2 0-1-15,-1 0 0 16,1 0 0-16,-2 2-1 15,2 1 2-15,-2 3-1 16,4-2 0-16,3 1 1 16,-4 4-1-16,4-1 0 0,2 1 0 15,0 0 0-15,0 1 0 16,4 0 0-16,-1 1 0 16,-2-2 0-16,2 0 0 15,-2 0 0-15,2 3 0 16,-6-1 0-16,5-1 0 0,-1 0 0 15,0-2 0-15,1-2 1 16,3 1-1-16,1-3 0 16,3-2 0-16,2-2 0 15,-3 0 0-15,2 0 0 16,-1 0 0-16,-1-6 0 0,0-3 0 16,-3-1 0-16,4-1 0 15,-3-3 0-15,-2-2 0 16,1-1 1-16,-1-2 2 15,0-1 1-15,-1-1-2 16,2-2-1-16,-4-2 1 0,-2 1-2 16,-5-1 1-16,-1-2-2 15,-5-2 2-15,-6 1-1 16,-6-2 0-16,-4 0 0 16,-8-1 0-16,-8-3 1 15,-6 4-1-15,-9-4 2 0,-5 1 3 16,-7-2 5-16,-6 2 3 15,-2 0-6-15,-5-2-4 16,-2-1-1-16,1-2-2 16,-5-3 1-16,-1-2-1 15,-5-1 0-15,-2 0-1 0,-2-1 0 16,-3 2-1-16,0 1 0 16,-11 1 0-16,-1 1 3 15,-5 1 1-15,-2 0 0 16,1 0-1-16,-3 4-3 15,-2-1-1-15,-5 2-1 16,-1 0 4-16,-7 6-1 0,-2-1 0 16,-4 2 2-16,-5 2-2 15,-5 1 3-15,-5 1-4 16,-5 2 7-16,-4 1-5 16,-8 1 0-16,0 5 0 15,-7 0 0-15,-2 2-3 0,-1 2 6 16,-5 1-3-16,-3 1 0 15,-2 1 0-15,-4 0 0 16,-1 3 0-16,-1 1 0 16,-3 0 0-16,-1 0 1 15,-2 2-2-15,-4 1 1 0,-1 0 0 16,-4 0 0-16,-1 0 0 16,-4 0 0-16,-1 1 0 15,-2 2 0-15,0 0 0 16,3-1 0-16,-3-1 0 15,0 0-3-15,0 1 3 16,2-1-1-16,-4-1 0 0,2 2 1 16,-2-1 0-16,-3 0 0 15,-1 1 0-15,1-1 0 16,1 1 0-16,-4-1 1 16,0-1-2-16,0 3 2 15,-1-2-1-15,-2 2 0 0,-3 0 0 16,1-2 0-16,-1 2 1 15,-1-3-1-15,-1 1 0 16,3 1 0-16,-5-2 0 16,3 0 3-16,-5 2-3 15,1-2 0-15,2 0 0 0,-4 0 0 16,3 0 0-16,-1 0 0 16,-1 0-3-16,3-2 3 15,0-1 3-15,0 0-3 16,1-1 0-16,-3 0 0 0,1-2 0 15,2-1 0-15,-4 0-3 16,4 1 6-16,1-1-3 16,-1-1 0-16,5-1 0 15,-2-1 0-15,2 2 0 16,2-2 0-16,0 0 0 0,-2-1 0 16,4-1 0-16,-2 2 0 15,1 2 0-15,-2-2 1 16,0 1 0-16,3 2-2 15,-3 1 2-15,2 0-1 16,-1 1 1-16,1 2-1 16,0 1 0-16,0 1 1 0,1 0-1 15,-1 1 0-15,-2 0 1 16,-1 0-1-16,1 4 0 16,-2 5 0-16,-3 4 0 0,-1 2 0 15,-3 2 0 1,0 4 0-16,2-1 0 0,-6 3-1 15,-3 4 2-15,-3 3 0 16,0 4-2-16,-3 0 0 16,-7 3 2-16,-2 3 0 15,-1 0 0-15,-1 3-1 0,-2 2 1 16,1 5-1-16,-1 4 0 16,7 5-1-16,7 2-3 15,4-5-34-15,10-8-105 16</inkml:trace>
  <inkml:trace contextRef="#ctx0" brushRef="#br0" timeOffset="6655.14">18410 15901 71 0,'0'0'4'0,"0"0"5"0,0 0-4 16,0 0-3-16,0 0-1 16,0 0 1-16,0 0-1 15,0 0 0-15,-10 37 2 0,16-36 0 16,1 3-1-1,4-2 1-15,4-1-2 0,1-1-1 16,4 0 0-16,0 0-4 16,4-4-3-16,3-7 1 15,2-6 5-15,1-5-1 16,5-3 5-16,2-5 1 0,3-5 10 16,2-4 0-16,7-1-1 15,3-4-1-15,1 2 5 16,1 0 0-16,0-1-1 15,-3 0-4-15,-2-1-4 16,-4 3 2-16,-2 1-3 0,-4 4-3 16,-6 6 0-16,-3 5 0 15,-3 5-2-15,-4 7-1 16,-4 5 1-16,-1 5-3 16,-5 3 0-16,-2 0-21 15,-5 1-76-15</inkml:trace>
  <inkml:trace contextRef="#ctx0" brushRef="#br0" timeOffset="7515.88">19622 15838 70 0,'0'0'68'0,"0"0"-62"0,0 0 9 0,0 0-6 15,0 0-2-15,0 0-6 16,0 0-1-16,0 0 0 16,0 0 0-16,0 0 3 15,0 0 1-15,0 0 0 0,0 0-1 16,14 23-1-16,-10-9 1 16,0 2-2-16,0 1 1 15,-1 2-1-15,3 3 1 16,-4-2 2-16,1 1 0 15,-1 0-1-15,1 1-1 16,-2-1 1-16,0 0-2 16,0-1 0-16,2 3 1 0,-1-1-2 15,-2 0 0-15,1 2 0 16,0-2-5-16,0-4-20 16,1-7-54-16</inkml:trace>
  <inkml:trace contextRef="#ctx0" brushRef="#br0" timeOffset="8775.35">19673 15849 103 0,'0'0'5'0,"0"0"10"0,0 0-4 0,0 0-6 16,0 0-4-16,0 0 0 0,0 0 0 15,0 0-1-15,0 0 2 16,0 0-1-16,0 0 0 16,36-18-2-16,-26 20 3 15,2 3-2-15,-1 2 0 0,3 2 0 16,-1-1 1-16,0 2-1 15,1 0 0-15,-3 2 1 16,2-1 0-16,-1 3-1 16,-1 0 1-16,2-2 1 15,-2 2-2-15,1-3 1 16,-3 2-1-16,2-3 0 16,0-3 1-16,-2 0 1 0,-1-1-1 15,-1-2-1-15,0-1 1 16,-2 0-1-16,-1-2 1 15,-3-1-1-15,0 0 1 16,0 0 16-16,-1 0 10 16,1-4-14-16,0-3-6 0,1-1-5 15,2 0 0-15,-1-2 0 16,4-1-2-16,-1 0 0 16,0 0 1-16,1 0-1 15,0-1 0-15,3-1 0 16,-3 0 2-16,1 2-2 0,3-3 0 15,-3 2 0-15,0-1 0 16,2-1 0-16,0 3-3 16,-2-3 4-16,3 2 1 15,-1 1-2-15,1 0 0 16,-1 1 0-16,0 1 0 0,-3 2 0 16,0 1 0-16,-1 2 0 15,1-2 0-15,-3 3 0 16,1 0 0-16,1 2 0 15,-2-1 0-15,3 1 0 16,-1 1 0-16,0 0-2 16,0 0 2-16,1 1-1 0,0 4 1 15,4 2-2-15,-4 2 2 16,3 2-1-16,1 3 1 16,-1 2 0-16,1 0 0 15,1 2 3-15,-1 0-2 16,0 1-1-16,0-1 2 0,-4 1-2 15,1-4 0-15,0 2 1 16,0-1-1-16,-2-3 0 16,-1 1 0-16,0 0 1 15,0 0-2-15,-1-2 0 0,-2-1 1 16,-1 3-2-16,-1-1-6 16,0-2-39-16,0-6-30 15</inkml:trace>
  <inkml:trace contextRef="#ctx0" brushRef="#br0" timeOffset="9460.2">20550 15702 78 0,'0'0'7'0,"0"0"4"0,0 0 0 0,0 0-7 0,0 0-1 16,0 0-3-16,0 0 1 16,0 0 1-16,0 0 4 15,0 0-3-15,0 0-2 16,26 43 0-16,-24-29 0 16,2 3 2-16,-3 1-1 0,2-1 0 15,-2 3-1 1,1 0 0-16,0-2 0 0,1 1 0 15,0-2-1-15,-1-3 0 16,1 0 1-16,2-2 0 16,-2-2 1-16,4-3-1 0,-1-1 3 15,-2-1 0-15,2-1 4 16,0-1 1-16,3 0-3 16,-2-3 0-16,3 1-2 15,-2-1 5-15,3 0 0 16,0 0-2-16,4-1-2 15,-2-2 1-15,1-4-2 0,2 2-2 16,-2-1-1-16,1 0 1 16,1-1-2-16,1 1 3 15,-1-1 1-15,0-1 1 16,0 2-1-16,-1-1-2 16,-3 1-2-16,0 1 1 0,-3 0 0 15,-2 1-1-15,2 3 0 16,-4-2 0-16,1 3 0 15,-1-1-1-15,-1-1-4 16,0 0-45-16,0-3-58 16</inkml:trace>
  <inkml:trace contextRef="#ctx0" brushRef="#br0" timeOffset="10498.39">21136 15507 86 0,'1'0'13'0,"1"0"-9"0,0 0-3 0,1 0 1 15,1 0-2-15,-2 0 1 16,1 3-1-16,3 3 1 15,-3 1 8-15,1 3 1 16,3 1-2-16,-1 2 3 16,3 3 0-16,-3 0-5 0,3 2-3 15,1 2-2-15,-3 2 0 16,1-2 5-16,-2 0 2 16,0 4-4-16,-1-1-1 15,-1 0 1-15,2-2 2 16,-3 3-4-16,2-4-1 0,1 1 0 15,-3-2 0 1,2-2-1-16,0 1 0 0,-3-1 0 16,-1-1-1-16,0-3-20 15,0-3-4-15,-1-5-22 16,0-3-56-16</inkml:trace>
  <inkml:trace contextRef="#ctx0" brushRef="#br0" timeOffset="11075.34">21226 15443 37 0,'0'0'4'0,"0"0"12"0,0 0 0 15,43-31-3-15,-32 23 0 16,2-1-3-16,1 2 0 0,-2 1-1 16,1 2 1-16,-1 1-4 15,1 0-4-15,-2 3 0 16,1 0-2-16,-3 0 2 16,1 0 0-16,-1 2 0 15,0 5-2-15,-2 0 3 0,-1 2-2 16,0 2 2-16,-2 0-2 15,-2 3 3-15,-1-1 0 16,-1 0-1-16,0 1 0 16,0-1-3-16,0 0 3 15,-5-2-2-15,-2-1-1 0,-1 2 4 16,-5-1-3-16,0 0 0 16,-3-4 2-16,-2 2 3 15,-2-1 0-15,2 1-3 16,-5-1-2-16,3 1-2 15,-1-5-4-15,4-1-42 0,1-3-53 16</inkml:trace>
  <inkml:trace contextRef="#ctx0" brushRef="#br0" timeOffset="12747.25">21438 15091 64 0,'0'0'2'0,"0"0"3"0,0 0 2 16,-44-23 2-16,28 17-1 15,1 1 0-15,-1-1 3 16,1 2 0-16,-2 0 1 15,0 0 1-15,-3 2-2 16,0 2-2-16,-2 0-7 16,-1 0 0-16,-4 0 1 0,0 0-2 15,-2 0-1-15,-2 0 0 16,3 2 4-16,-1 2-2 16,0 0 2-16,3-1 1 15,0 1 3-15,-1 0-4 16,0 0 0-16,0 0-2 0,-1 0-1 15,-1 0 0-15,-1-1 1 16,-1 1 1-16,1-2 5 16,1 2-2-16,-1-3 1 15,1 2-2-15,2 2 1 0,0-1-3 16,-2 0-1-16,0 0-1 16,-1 4-1-16,1 0 0 15,-6 0 0-15,2-2 0 16,-2 5 1-16,-1-2-1 15,-1 2-1-15,-1 2 2 16,2-1-1-16,-5 2 0 0,1 1 0 16,-2-1 0-16,-1 3 0 15,-1-2 0-15,1 0 0 16,0 1 0-16,4 2 0 16,-1-2 0-16,1 1 1 15,-1 2-1-15,-2 1 0 0,-3 2 0 16,2-1 0-16,-1 4 0 15,1 0 0-15,1 1 0 16,-3 1 0-16,-1 1 0 16,0 2 0-16,2 1 0 15,-3 1 0-15,3 0 0 0,3 2-4 16,3 2 6-16,5-1-1 16,3-1-2-16,1 0 2 15,4-1-1-15,4 3 0 16,2-4 0-16,5 4 0 15,2-1 0-15,3-1 0 16,5 3 0-16,2-1 1 0,2-1 0 16,2-1-1-16,10 0 0 15,5-1 2-15,5-4-2 16,2-1 0-16,5 0-3 16,1 0 3-16,4-3-1 15,4 0 1-15,3-2 0 0,2 1-1 16,2-2 2-16,-1-4-2 15,2-2-1-15,-1-2 3 16,1-3-2-16,-1-1 0 16,2-1 2-16,1-2 2 15,2 1 1-15,1-2-3 0,3 1 1 16,0-2-1-16,0 0-1 16,2 1 2-16,1-1-2 15,0-1 1-15,-1-1-2 16,0 0 2-16,3-3-1 15,-1 0 0-15,1 0 0 0,5 0 1 16,-1-1-1-16,2-4 0 16,0-4 1-16,1 0 0 15,-3-2 0-15,-1-2 2 16,-2-2 0-16,-1-1 2 16,-1-3 0-16,0-2-2 0,-2 0 0 15,1-3-2-15,-1 0 1 16,0-1-1-16,-3 1 0 15,-3-1 1-15,-4 3 1 16,-6-2 3-16,-1 4 3 16,-4 0-3-16,-2-3 0 0,-1-2 1 15,-3-2 4-15,0 0-10 16,-2-3 0-16,-1 0-1 16,-2-1 0-16,-4 2 0 15,0-3 1-15,-4 1-1 16,-1 1 0-16,-2-3 1 0,-1 2-1 15,-5-1 0-15,0 0 0 16,-4 0-1-16,-3 2 1 16,0 0 1-16,0 0-1 15,0 2 0-15,0-2 1 16,-1 3-1-16,-1-3 0 0,-4 2 1 16,2-1-1-16,0 2 0 15,-1-1 0-15,-1 0-1 16,0 0 1-16,-1 2 0 15,2 0 0-15,-3 2 1 0,0 1-1 16,-1 3 0-16,1 2 0 16,1 1 0-16,-2 2-1 15,-2 3 0-15,2-1 1 16,-4 2-1-16,1 2 4 16,-3-1-2-16,-1 2-1 0,-3-1 4 15,0 5-4 1,-1-1 0-16,0 3 0 0,0 0 1 15,0 2-2-15,4 0 1 16,2 0-1-16,2 0-2 16,3 6-8-16,1 4-26 15,2-1-19-15,2-1-43 16,2-4-52-16</inkml:trace>
  <inkml:trace contextRef="#ctx0" brushRef="#br0" timeOffset="13614.55">22117 15307 44 0,'2'0'38'0,"1"0"7"0,0 0 0 0,2-6-11 16,1-2-8-16,2-2-4 15,2 0-6-15,2-3-2 0,2 0-3 16,3-1-1-16,1 0-3 15,6-3-4-15,0 1-1 16,5-1-2-16,3-1-1 16,2-2-3-16,1-3-17 15,0-4-49-15,-3-4-111 16</inkml:trace>
  <inkml:trace contextRef="#ctx0" brushRef="#br0" timeOffset="17767.84">22037 15277 73 0,'0'0'1'0,"0"0"3"0,0 0 2 0,0 0-2 15,0 0-1-15,0 0 3 16,0 0 5-16,39 9 10 15,-30-9 12-15,3-7-5 16,1-3-13-16,5-3-8 16,5-4-3-16,4-4-1 15,5-6 0-15,9-3-2 0,3-7 0 16,8-10-2-16,3-7-9 16,3-7-145-16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23:28.9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6978 5081 40 0,'0'0'27'0,"0"0"-24"0,0 0-2 0,0 0-1 16,0 0 0-16,0 0 3 16,0 0 6-16,0 0 0 0,0 0 2 15,-18 10 5-15,18-10-2 16,-2 2 5-16,0-2-14 15,2 2-5-15,-4 1 0 16,3-1-2-16,-1 2 4 0,0 1-2 16,0 0 0-16,0 3 1 15,2 0-2-15,0 0 2 16,0 2-1-16,0 0 1 16,6 0-1-16,-1 1 0 15,3-2 0-15,-3-1 0 0,4 0 1 16,0-3-1-16,-1-1 0 15,2 0-2-15,1-4 6 16,0 0-1-16,5-1 9 16,-1-12 9-16,6-4-1 15,3-6-9-15,3-5-1 0,3-7-4 16,5-6 1-16,3-8-2 16,1-5 2-16,7-4-1 15,0-3 1-15,1-2-2 16,0-1 2-16,5-1-2 15,-1 1-2-15,7 2-3 0,7 2 0 16,2-1 0-16,-4-1-31 16,-2 0-231-16</inkml:trace>
  <inkml:trace contextRef="#ctx0" brushRef="#br0" timeOffset="1394.61">17465 5016 35 0,'0'0'9'0,"0"0"6"0,0 0-7 0,0 0-1 16,0 0-3-16,0 0 1 15,0 0-1-15,38-6-3 16,-33 6 0-16,3 0 0 15,-4 2-1-15,3 2 0 16,0 0 1-16,2 1-1 16,-3-1 0-16,1-1 1 0,0 2-1 15,2-1 0-15,0-2 2 16,-4 2-2-16,1-1 0 16,2 0 1-16,-2-2 0 15,0-1 2-15,-2 0 5 0,3 0 11 16,3-7 6-16,0-4-1 15,3-5-8-15,4-4-7 16,5-4-1-16,2-3-5 16,5-4 2-16,6-3 0 15,1-3 0-15,3-4 1 16,1-2 2-16,3 0 2 16,-3-2-3-16,0 1-3 0,-4 2-1 15,3 2-2-15,-4 3-1 16,-3 5 0-16,-3 4 1 15,-5 5-1-15,-4 5 0 16,0 5 0-16,-7 3 0 0,-3 3-1 16,-2 5-2-16,-4 2-17 15,-4 0-29-15,0 6-29 16</inkml:trace>
  <inkml:trace contextRef="#ctx0" brushRef="#br0" timeOffset="1993.21">17517 4858 81 0,'0'0'2'0,"0"0"9"0,0 0-2 0,0 0-3 16,0 0-3-16,0 0-1 0,0 0-1 15,0 0-2-15,0 0-1 16,0 0 2-16,0 0 1 16,-19 27-1-16,27-17 0 15,0 2 0-15,0-1 0 16,2 3-2-16,2-4 3 15,1 0-1-15,1-3 2 16,-1-3-1-16,4-3 4 0,1-1 4 16,3-1 9-16,5-10 2 15,4-9-1-15,7-7-5 16,7-6-1-16,2-5-2 0,4-6-1 16,5-6-1-16,1-3-2 15,2-3-2-15,2-1-2 16,2-1 0-16,1 1-2 15,2-2-1-15,3 3-1 16,-2 3-3-16,-1 4-36 0,-10 2-63 16</inkml:trace>
  <inkml:trace contextRef="#ctx0" brushRef="#br0" timeOffset="6487.25">6992 13956 82 0,'0'0'4'0,"0"0"9"0,0 0-2 16,0 0 0-16,0 0 4 16,0 0 0-16,0 0-1 15,0 0-4-15,0 0-6 0,0 0-5 16,0 0 0-16,0 0-1 15,-14-15 1-15,14 22-1 16,0 8 0-16,0 1 3 16,0 5-2-16,0 5 2 15,-4 4 0-15,-1 7-1 0,1 4 1 16,-1 7 0-16,1 6 1 16,-1 4-1-16,-1 6 0 15,-2 2-1-15,2 1 1 16,-3 3 2-16,3-3 0 0,-4 1 1 15,1-1 5 1,1-3-2-16,-1 1-1 0,-2-5-2 16,4-2-1-16,0-4 1 15,0-4-2-15,0-6 1 16,3-8-1-16,2-5 0 16,-3-7-1-16,2-4 3 0,2-5 1 15,-1-5 1-15,2-3-4 16,0-4-1-16,0 0-2 15,0-3-1-15,-2 0-13 16,2-3-22-16,-6-12-121 16</inkml:trace>
  <inkml:trace contextRef="#ctx0" brushRef="#br0" timeOffset="7447.02">6717 15123 51 0,'0'0'30'0,"0"0"-16"0,0 0-2 16,0 0-5-16,0 0 1 0,0 0-3 16,0 0-3-16,0 0-2 15,0 0 1-15,0 0 1 16,0 0-1-16,0 0-1 15,9 0 0-15,-7 2 0 16,-2 0 1-16,2 3-1 0,-2-1 2 16,0 1 3-16,0 2 1 15,0-1-1-15,2 2 0 16,-1-1-1-16,0 3 0 16,2-2-2-16,-1 1 2 15,0 1-3-15,0 0 1 0,1 3-1 16,1-3 0-16,-2 3 0 15,0 0 0-15,3 1 0 16,-4-2 3-16,0 3-2 16,2-1 0-16,-3-1-1 15,4-2 0-15,-4 0 0 0,2-1-1 16,0-2 1-16,-1 0 0 16,3-5-1-16,-2 1 1 15,0 0 1-15,2-2-2 16,-3-1 3-16,4-1-3 15,-3 0 0-15,0 0 2 0,2 0-1 16,-2 0 1-16,1 0 4 16,1-3-2-16,0-2 1 15,-1-1 1-15,4-3-1 16,-3-2 1-16,-1 0-2 16,3-2 0-16,-2 0 2 15,3-3-2-15,-2 1-1 0,1-4 2 16,3-1-2-16,-2-2-1 15,3-2 0-15,0-1 0 16,3-1 0-16,1 0 0 16,-3 0 0-16,3 1-2 0,-1 1 0 15,-4 2 0-15,2 4 0 16,0 2 0-16,-5 5 0 16,2 2-2-16,-3 4-8 15,-1-1-26-15,-4 6-54 16,0 0-37-16</inkml:trace>
  <inkml:trace contextRef="#ctx0" brushRef="#br0" timeOffset="8252.09">6962 14039 7 0,'-2'-3'6'0,"0"0"16"0,0 3-5 0,0-1 1 0,0-1-2 15,2 2-2-15,-1-1 1 16,1 1-4-16,0 0-7 16,0 0-4-16,0 0-1 15,0 3 1-15,0 5 0 16,0 5 1-16,0 7 2 0,0 5 0 16,0 9-2-16,0 9 0 15,-6 5 0-15,-2 8 1 16,2 6-1-16,-5 8 1 15,0 2-1-15,0 2-1 0,-1 1 0 16,1-1 1 0,0-4 0-16,2-2-1 0,2-3 0 15,0-5 1-15,1-6 0 16,0 0-1-16,3-6 1 16,-1-5-1-16,-2-7 0 15,3-4 0-15,2-6 0 0,-1-2 0 16,0-8 1-16,0-2-1 15,2-4 0-15,0-3 1 16,-2-3-2-16,0-3-9 16,0-1-18-16,-1 0-37 15</inkml:trace>
  <inkml:trace contextRef="#ctx0" brushRef="#br0" timeOffset="8957.06">6508 15897 75 0,'0'0'2'0,"0"0"-1"0,0 0 2 0,0 0 2 15,0 0-1-15,0 0 2 16,12 45-2-16,-8-35 0 16,-2 1 3-16,3-1-4 0,-1 3 0 15,-1-2 0-15,4 1 0 16,-3-1-1-16,1 2 0 15,1 0 0-15,-1-2 2 16,4 0-2-16,-3-1 1 16,1-1-1-16,0-5 2 0,2 0-1 15,2-4 0-15,-2 0 1 16,5-1 9-16,1-12-2 16,3-5-1-16,1-6 7 15,2-6-7-15,2-3-2 0,3-5 3 16,0-2-3-1,3-3 4-15,3-1 0 0,2-2-1 16,2-1-2-16,2 1-1 16,1-2 1-16,2-1-2 15,-1 1 1-15,0 1-4 16,-2 1-1-16,1 3-1 0,-4 3 1 16,1 7-3-16,-5 4 0 15,1 6-3-15,-1 3 2 16,-4 3-13-16,-8-3-64 15</inkml:trace>
  <inkml:trace contextRef="#ctx0" brushRef="#br0" timeOffset="10046.5">17134 14101 100 0,'7'-11'2'0,"-3"-2"2"0,1 2 2 15,1-2 1-15,-1 3-1 16,-1 0 3-16,1-1 4 0,-3 2-3 15,0 2-2-15,-1-1 0 16,-1 5-2-16,0-1 2 16,0 2 3-16,0 2 0 15,0 0-3-15,0 0-7 16,0 1-4-16,0 9 4 16,0 3-2-16,0 4 2 0,0 3-1 15,0 4 2-15,0 3-2 16,2 4 0-16,2 6 1 15,-2 3-1-15,1 6 0 16,-1 1 2-16,2 5-4 16,-2 2 2-16,1-1 2 15,-1 1-1-15,-1 1 2 0,1 1 0 16,-2-1 1-16,2 0 1 16,-2-2-1-16,2-1 0 15,-2-3-1-15,1-2-1 0,0-2-1 16,-1-4 2-16,2-3 4 15,-2-5-2-15,0-6-1 16,0-3 0-16,0-7-3 16,0-3 0-16,-4-4 0 15,0-5-1-15,1-2 1 16,-4-3-1-16,1 0-1 0,1 0-36 16,-4-6-84-16</inkml:trace>
  <inkml:trace contextRef="#ctx0" brushRef="#br0" timeOffset="10288.03">17039 15152 196 0,'0'0'-1'0,"0"0"1"0,0 0 0 0,0 0-3 15,0 0 3-15,0 0 0 16,0 0 1-16,48 27-1 16,-32-18 2-16,3-1-2 15,0 2 0-15,0-1 1 16,2-1-4-16,-1-5-45 0,-3-3-20 16</inkml:trace>
  <inkml:trace contextRef="#ctx0" brushRef="#br0" timeOffset="10437.4">17296 15098 238 0,'0'0'5'0,"0"0"4"16,0 0-9-16,0 0 0 16,-32 40-3-16,24-16-8 0,2 3-37 15,-3 3-42-15</inkml:trace>
  <inkml:trace contextRef="#ctx0" brushRef="#br0" timeOffset="10765.12">17208 15581 198 0,'0'0'7'0,"0"0"-7"16,0 0 7-16,0 0 9 0,0 0-4 15,44 26-7-15,-30-15 1 16,-1 2-4-16,3 0-1 15,-3 1 0-15,1 0-1 16,1-2 0-16,-4 0 0 16,1-2-5-16,-4-3-27 0,1-4-39 15,-3-3-56-15</inkml:trace>
  <inkml:trace contextRef="#ctx0" brushRef="#br0" timeOffset="10997.11">17366 15533 225 0,'0'0'37'15,"0"0"-33"-15,0 0-2 16,0 0-2-16,0 0 0 0,-37 37 0 16,30-17 1-16,-3 5-1 15,2 1 0-15,1 5 1 16,1-1-1-16,-2 1 1 15,4-1-1-15,-2 1-4 16,3-3-27-16,-1-5-56 16,0-4-50-16</inkml:trace>
  <inkml:trace contextRef="#ctx0" brushRef="#br0" timeOffset="11748.48">17335 15273 213 0,'0'0'-20'0,"-39"-21"35"15,20 12-2-15,-1-1-8 16,2 3-5-16,-5 0 0 16,1 3-1-16,-2 2 0 15,-5 2 0-15,0 0 1 16,-2 12 0-16,0 2 1 16,-1 7-2-16,1 6 2 15,1 7 0-15,2 7-2 0,2 2 1 16,4 6 1-16,4 1-1 15,3 0 0-15,6 0 1 16,2 1-1-16,5-1 1 16,2 0 0-16,0-1 0 15,11-1-1-15,5-1 2 16,6-3-2-16,3-1 0 0,6-2 0 16,4-1 0-16,6-3 0 15,2-3 1-15,3-6-1 16,2-4 2-16,3-6-2 15,0-7-2-15,-1-8 2 0,4-3 2 16,-1-4 4-16,1-12 2 16,-1-2 2-16,-6-5 3 15,0-4 1-15,-5-2-7 16,-5 0-2-16,-2-3-5 16,-5-3 0-16,-7-1 1 15,-3-1 0-15,-4-2 2 0,-4-3 0 16,-4-2-1-16,-3-1 0 15,-4 2-1-15,-1 1 1 16,0 2 1-16,-6 4 0 16,-6 3 2-16,-3 0 2 0,-2 4-3 15,-5-1 1 1,-1 2-2-16,-2 1 1 0,-1-3 0 16,-5 3 0-16,-1 0-2 15,-2 2 1-15,-4-4 1 16,-4 2-2-16,-3 3-1 15,-3-3 1-15,-6 6-4 0,-4 3 1 16,-8 7-8-16,-14 7-20 16,-16 4-64-16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23:50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19881 13476 36 0,'0'0'17'0,"0"0"5"0,0 0-2 0,0 0-3 0,0 0-7 16,0 0 4-16,0 0-5 16,0 0-5-16,0 0-1 15,0 0-2-15,-11-19 0 16,11 17 0-16,0 2 1 0,0 0 1 16,0 0-2-16,0 0-7 15,0 0 2-15,4 0 5 16,4 0-1-16,-1 0 0 15,2 0 0-15,1 0 1 16,1 0-2-16,-4 4 0 0,3 2-1 16,-2 0 1-16,-1 1 0 15,-1 0 2-15,1 4 1 16,-1-1 0-16,1 0 0 16,-4 3 1-16,2 1-1 15,0-1 0-15,-3 0-1 16,1-2-1-16,-1 2 1 15,-1 0-1-15,-1-1 0 0,0 0 2 16,0 2 0-16,0 0 1 16,-1 3-3-16,-3-1 2 15,1 1 0-15,-1 1-1 16,0 1 0-16,2-1 0 0,0-1 0 16,2 3-1-16,0-1 0 15,0-1 0-15,0 3 1 16,0-2-1-16,0 2 0 15,0-1 3-15,0 1-3 16,4-4 2-16,2 2 0 0,2-4 0 16,2-2 1-16,1-1 1 15,3-4-1-15,-4-1 0 16,1-1 1-16,0-2-1 16,-3-1 0-16,-3-2 0 15,-1 1-2-15,-3-2 0 0,-1 1 0 16,0 0 3-16,-2 3-1 15,-6 1-3-15,-6 4 0 16,1 4 0-16,-5 2 0 16,0 2-2-16,0 6-2 15,0 1 2-15,1 2 0 16,4-1 2-16,1 5 0 0,5-1 0 16,3 0-1-16,4 1 1 15,0 1 1-15,0 1-2 16,5 0 1-16,5 4-1 15,-1-1-2-15,1 2 0 16,2-1 2-16,1 2 0 0,1-4 0 16,0 0 1-16,-1 2 0 15,2-3 0-15,-3-1 0 16,1 2 0-16,-3 0 0 16,-1-1 0-16,1 1 0 0,-2 0 1 15,-1 0-1-15,-1-1 0 16,-2 1 1-16,-4-3 0 15,0 0 2-15,-2-2-2 16,-7-2 0-16,-4-2-1 16,-2-6 1-16,-2-1 1 0,-5-2 1 15,-2-3 3-15,-1-3-1 16,0-2-2-16,-2-1-3 16,1-2-9-16,1-4-31 15,2-1-42-15</inkml:trace>
  <inkml:trace contextRef="#ctx0" brushRef="#br0" timeOffset="825.47">20749 14192 77 0,'4'0'2'0,"-1"0"2"0,2 0 0 16,-2 0 3-16,1 0-4 16,1-1-1-16,-3 1 0 15,1 0-2-15,-1 0 3 16,1 0 2-16,2 0 3 0,-4 0 0 16,3 7-4-16,1-1 0 15,1 1-2-15,-2 1 0 16,1 1-1-16,0-1 0 15,1-1 0-15,1-2 0 16,-3 2-1-16,3-3 1 0,-2-1 2 16,3-2-2-16,1-1 2 15,3-1 5-15,0-9 3 16,5-6-1-16,0-1-1 16,4-5 2-16,6-4-3 15,4-4 2-15,5-2 12 16,8-3-17-16,5-3-4 0,3-6 0 15,6-2 1-15,2 0-2 16,3-1 1-16,0 1-1 16,1 4-6-16,-4 1-26 15,-5 2-42-15</inkml:trace>
  <inkml:trace contextRef="#ctx0" brushRef="#br0" timeOffset="24666.51">15686 14286 151 0,'0'0'2'0,"0"0"7"0,0 0 2 16,0-4 2-16,0 1-1 15,0 0 0-15,0-1 2 0,5 0-4 16,1 0-4-16,0-1-3 16,4 1-2-16,3-1-1 15,0-2 1-15,3 3-1 16,2-3 2-16,4-2-1 16,-2 1-1-16,0 1 1 15,1 0-1-15,1 1 1 0,-3-1-3 16,2 3-14-16,-4-1-17 15,-4 1-28-15,-3 1-10 16</inkml:trace>
  <inkml:trace contextRef="#ctx0" brushRef="#br0" timeOffset="24856.66">15729 14290 139 0,'0'0'2'0,"0"0"4"15,0 0 0-15,0 0 1 16,0 0 0-16,0 0 1 16,0 0 1-16,54-11-6 15,-22 1-2-15,7 0 1 16,6-1 1-16,4 1-9 0,-1-5-69 16</inkml:trace>
  <inkml:trace contextRef="#ctx0" brushRef="#br0" timeOffset="25521.65">16054 15575 53 0,'0'0'3'0,"0"0"0"0,0 0 5 16,46-15-2-16,-31 9 0 15,5-4 0-15,-4 5-5 0,1-1 0 16,0-1-27-16</inkml:trace>
  <inkml:trace contextRef="#ctx0" brushRef="#br0" timeOffset="25633.06">16240 15607 88 0,'0'0'-15'16</inkml:trace>
  <inkml:trace contextRef="#ctx0" brushRef="#br0" timeOffset="28238.34">22402 13212 74 0,'5'0'4'0,"1"0"13"0,0 0-4 15,-1 2-6-15,0-2-1 16,-1 0 0-16,-2 1 0 16,1-1-3-16,-3 0 6 0,0 0 5 15,0 0-5-15,0 0 0 16,2 0-3-16,-2-4-3 15,2-2-2-15,1-2 0 16,-1-2-1-16,2-2 1 16,-2 1 1-16,-1-2 5 15,1 0 1-15,-2 2 2 16,2-2-2-16,-2 2-1 0,1 1 0 16,0 1-2-16,0 2 1 15,0 2-3-15,1 2-1 16,1 0-1-16,-3 3-1 15,1 0-1-15,0 0-1 0,0 7-1 16,-1 3-1-16,2 3 3 16,-1 2 0-16,0 2 1 15,1 0-1-15,2-1 0 16,-1 3 0-16,-1-1-1 16,1-1 2-16,0-2 0 15,2 0-1-15,-4-2 2 0,1-1-2 16,0 0 2-16,0-2-1 15,-1 0 0-15,2 0 0 16,-3-1 0-16,0 0 1 16,0 1-2-16,-4 0-5 0,-1-3-4 15,-2 0 1-15,1-2 4 16,3-1-1-16,-3-2 10 16,3 0-1-16,1-2 2 15,1 0 5-15,-1 0 6 16,1 0-3-16,1 0-5 0,0 0-5 15,0 0-1-15,0 0 1 16,0 0-2-16,3 0 0 16,5 0 0-16,4 0 1 15,3 0-1-15,2 0 0 16,4 0-1-16,4 0-12 0,2 0-48 16,2-4-58-16</inkml:trace>
  <inkml:trace contextRef="#ctx0" brushRef="#br0" timeOffset="28985.26">23335 13009 66 0,'0'0'1'0,"0"0"8"0,0 0-2 16,0 0-2-16,0 0-1 15,0 0 3-15,0 0-3 0,0 0 0 16,0 0-2-16,0 0 2 15,0 0-4-15,0 0-1 16,-39 10 4-16,30 0-3 16,0 0 0-16,-1-1 0 0,0 2 0 15,3-1 4-15,0 1 3 16,1 2 3-16,-1 0 0 16,3-1-4-16,1 3 2 15,3-2-5-15,0 1-1 16,0-1 0-16,0-1 1 15,5 1-1-15,5-2-1 16,2-1 1-16,2-1 2 0,-3-2 0 16,4-1-2-16,2-2-1 15,-2-3 2-15,2-1-1 16,0 0 3-16,0 0 10 16,-3-8 5-16,-3-2-3 15,0-4-3-15,-1-2-1 0,-4 0 0 16,-2-2-2-16,-3-1-1 15,-1-2-1-15,0 0-4 16,-1 1-2-16,-5 2 1 16,-2 3-4-16,-4 3 0 0,1 3 0 15,-2 7-11-15,-2 2-13 16,-5 0-17-16,-2 5-28 16,-1 4-34-16</inkml:trace>
  <inkml:trace contextRef="#ctx0" brushRef="#br0" timeOffset="30182.05">22513 13990 20 0,'0'0'46'16,"0"0"-46"-16,0 0 0 0,0 0 0 15,0 0 1-15,0 0-1 16,0 0 0-16,0 0 0 16,0 0 0-16,0 0 2 15,0 0-4-15,29-21 2 16,-26 20 0-16,1-1 0 0,-3 2 2 16,1-1 0-16,0 0 3 15,1 0 3-15,1 0-1 16,-1 0 1-16,1-1-4 15,0-1 4-15,2 1 1 16,-3-1-2-16,1-1 2 16,3-1-1-16,-3 1 1 0,0-2 6 15,2-1 3-15,-1 0-6 16,0-1-7-16,1-1 2 16,-1 1-4-16,1-1-1 0,-3 1 0 15,0 2 0-15,0 0 2 16,0 2-2-16,-2 1 0 15,3 0 0-15,-3 3 0 16,-1-1-2-16,0 1 0 16,0 0-8-16,0 0-1 15,0 5 7-15,0 2 7 0,0 4-1 16,-1 3-3-16,1 1-1 16,0 1 0-16,0 2 0 15,0-2 0-15,0 1 0 16,0 0 0-16,1-3-1 15,2-1-1-15,2 1 1 0,-3-2-1 16,-1-2 0-16,1 1 2 16,-2-3 0-16,0 1 0 15,0 2-1-15,-2-2-2 16,-3-1-2-16,-2-1 9 16,-2 1 2-16,3-4-8 15,1-1 5-15,-3 1-4 0,-1 0 5 16,2-1-2-16,-1 0-4 15,2-2-5-15,-4 1 10 16,4-2-2-16,0 0 2 16,4 0 0-16,0 0 2 15,1 0 5-15,1 0-3 0,0 0-3 16,0-2 6-16,6-2-7 16,2 3 0-16,3-2-3 15,2 0 1-15,3 1-1 16,0-2 0-16,4 3 1 0,2-1-1 15,3 0 1-15,2 0-4 16,1-1-43-16,-1 3-37 16</inkml:trace>
  <inkml:trace contextRef="#ctx0" brushRef="#br0" timeOffset="30899.86">23057 14013 71 0,'0'0'7'16,"5"0"7"-16,3-4 1 0,0 1 2 0,3-2-1 16,1 0-2-16,3 0-1 15,-2 0-6-15,3 1-5 16,0-2-1-16,0 3 1 16,-1 2-2-16,0-2 0 15,0 3 0-15,1 0 0 0,-1 0-14 16,1 0-32-16,0-3-27 15</inkml:trace>
  <inkml:trace contextRef="#ctx0" brushRef="#br0" timeOffset="31618.21">23480 13890 89 0,'0'0'2'0,"0"0"2"0,0 0 4 15,0 0 1-15,0 0-5 16,0 0 1-16,0 0 0 15,0 0 6-15,0 0 4 16,34 0-2-16,-30 0-4 16,0 0-4-16,2-4-2 0,-1-2-1 15,2 1-1-15,0 0 1 16,-1-1-2-16,-1-1 2 16,-2 1 5-16,2 0 3 15,-3-2 0-15,2 1-5 16,-2 1-2-16,-1 0 0 0,0 1-1 15,0-1 0-15,-1 1 1 16,0 0 0-16,0 1-1 16,0 1 0-16,0 2 0 15,0-1-3-15,0 1-2 16,0 1 0-16,0 0-1 0,0 0 3 16,0 0-5-16,0 4 6 15,0 0 2-15,0 2-10 16,0 1 5-16,-2 1 5 15,1 0-1-15,-1 2-1 16,0 1 0-16,2-1-1 0,0 1 0 16,0 1 0-16,0 1 1 15,0-2 1-15,0 2-1 16,0-2 0-16,0 3 1 16,0-2-2-16,0 1 1 15,0-1-1-15,0-2 0 0,2 2 2 16,1-3 0-16,-1-1 0 15,3 0-1-15,-3-1 0 16,-1-1 1-16,2-2 1 16,-2 2-1-16,0-4 0 15,0 2-1-15,-1-1 1 16,0-1-1-16,0 2-11 0,0-1-35 16,-1-1-13-16,-3 0-20 15</inkml:trace>
  <inkml:trace contextRef="#ctx0" brushRef="#br0" timeOffset="31981.82">23558 14074 17 0,'0'0'55'0,"0"0"-39"0,0 0-2 0,0 0-9 15,0 0-4-15,0 0 0 16,0 0 0-16,0 0 5 16,0 0 1-16,0 0 3 0,0 0 8 15,-7 3 4-15,12-3-9 16,0 0-1-16,2 0-8 15,2 0-1-15,1 0 2 16,2 0-1-16,2 0 0 16,0-1-1-16,4-1-2 15,-1 2 0-15,1-2 0 0,-1 2-1 16,-2 0-6-16,-3 0-17 16,-2 0-25-16,-6 0-2 15,-3 0 9-15,-1 0 7 16,0 0 14-16,-3 0 35 15,-1 0 20-15,-2 0-4 0,1 0 2 16,2 0 5-16,3 0 6 16,0 0-5-16,0 0-20 15,0 0-19-15,11 0 12 16,2 0-11-16,4 0-29 16,-1-9-136-16</inkml:trace>
  <inkml:trace contextRef="#ctx0" brushRef="#br0" timeOffset="55664.34">17310 16151 70 0,'0'0'4'0,"0"0"11"0,0 0 0 15,0 0-4-15,0 0 1 0,0 0 6 16,1-40 2-16,-1 34 1 15,-1 2-2-15,-1 0-3 16,0 0-9-16,-1 0-3 16,1 2-2-16,-1-1-2 15,0 3 0-15,-6 0-2 16,2 0-1-16,-4 5 5 0,-3 5-5 16,1 2 4-16,-2 4-1 15,2 1 0-15,2 1 2 16,0 2-2-16,3-1 1 15,2 0 1-15,2-1-1 0,3-1-1 16,1-2 1-16,0-1 1 16,0-1 1-16,5-3 1 15,3 1 1-15,4-4 1 16,-2-1 2-16,6-3-3 16,0 1 1-16,4-4 0 0,2 0 1 15,5 0 0 1,5-10 1-16,3-3-5 0,0-5-24 15,3-4-39-15,-4-6-35 16</inkml:trace>
  <inkml:trace contextRef="#ctx0" brushRef="#br0" timeOffset="56041.79">17625 15848 139 0,'0'0'-25'0,"0"0"31"0,0 0-4 0,0 0-1 0,0 0-2 16,0 0 0-16,0 0 1 16,0 0 4-16,0 0 9 0,0 0-6 15,-36-32-11-15,35 42 7 16,1 3 1-16,-1 3 3 15,1 1 4-15,0 5-1 16,0-1 5-16,0 3 0 16,0 2-7-16,0-1 2 15,3 4-3-15,1-1-3 0,-2 2 2 16,1-2 1-16,0 1 2 16,1-2-2-16,0 0-1 15,0-5 1-15,0 1-5 16,1-2-14-16,1-3-12 0,-2-4-32 15,3-6-31-15</inkml:trace>
  <inkml:trace contextRef="#ctx0" brushRef="#br0" timeOffset="56541.98">17909 16223 101 0,'0'0'-2'16,"0"0"3"-16,0 0 3 16,0 0-4-16,0 0 2 0,0 0 1 15,3-44 21-15,-11 40 8 16,2-2 1-16,-3 2-10 16,1 0-5-16,-2 2-9 15,0 1-7-15,-1 1 3 0,-2 0-7 16,2 3 1-16,1 8 2 15,-2 0-2-15,2 2-3 16,3 3 5-16,-1-1-1 16,4 0 1-16,2-3 0 15,2 1 1-15,0-6-1 16,0 0 1-16,2-1 0 16,3-2-1-16,4-2 2 0,0-1-1 15,0-1-1-15,3 0 2 16,0-3-1-16,2-4 3 15,-3-3-3-15,-3 0-1 16,1-2 2-16,-2 0-2 0,-2 4-1 16,-2-1 0-16,-1 5 3 15,0-2 6-15,-2 5 5 16,1 1-6-16,0 0-8 16,3 0-5-16,-2 7 4 15,4 1 2-15,2 2-1 16,1 0-10-16,2-3-7 0,3 0-13 15,1-6-26-15,3-1-33 16</inkml:trace>
  <inkml:trace contextRef="#ctx0" brushRef="#br0" timeOffset="56960.11">18208 16115 145 0,'0'0'2'0,"0"0"30"0,0 0-10 0,-5-37-11 0,0 31-5 16,-2 1 1-16,-1 1-1 16,0 2-2-16,-3 2-2 15,0 0 1-15,-1 4-4 16,2 6 2-16,-2 2-2 16,2 0 2-16,2 0-2 0,3 1 0 15,3-3 1-15,2 0-2 16,0-3 2-16,0-1 0 15,4-1-2-15,4-1 2 16,1 2-2-16,3-3 6 16,0-2-2-16,3 4 0 15,-2-2 0-15,0 1-1 0,-1 1 0 16,-2 0-1-16,-1-1 1 16,-2 3 1-16,-4-1-1 15,-1 1 1-15,-2 0 0 16,0 0 1-16,0-1 3 0,-7-1 0 15,-6 2-3-15,1 0 1 16,-2-1-3-16,2-3-2 16,2 0-8-16,3-2-9 15,5-1-28-15,2 0-30 16</inkml:trace>
  <inkml:trace contextRef="#ctx0" brushRef="#br0" timeOffset="57442.81">18462 16081 79 0,'0'0'5'0,"0"0"14"0,0 0 4 16,0 0 12-16,0 0-1 15,2-38-3-15,-12 35-14 16,1 2-10-16,-1 1-6 15,-4 0 0-15,-1 4-1 0,1 3-1 16,-1 0-2-16,3 3 4 16,1 0-2-16,4-3 0 15,3 3-1-15,3-2 2 16,1-2 0-16,0 1-1 0,0-2-1 16,6 0 2-16,2-1 0 15,1-1 1-15,0 1-1 16,0 0 1-16,0-2 0 15,0 1 1-15,0 1-1 16,0 2 0-16,-4-2 0 0,0 1 0 16,1 3 0-16,-3-4 1 15,-2 3-2-15,-1 0 1 16,0-1 1-16,0 0 2 16,-1 2-1-16,-4 0 0 15,-4-3 1-15,0 2 0 0,0-1-2 16,-1-2 0-16,2-1-1 15,2-2-1-15,1 1-4 16,2-2-18-16,2 0-19 16,1-3-20-16,0-8-42 15</inkml:trace>
  <inkml:trace contextRef="#ctx0" brushRef="#br0" timeOffset="57685.51">18633 16091 61 0,'0'0'18'0,"0"0"4"0,0 0-2 0,0 0 11 16,0 0-6-16,0 0-9 0,0 0-6 15,1 41-4-15,-1-32-4 16,1-1 0-16,1 0 0 15,3 1 0-15,-2-2-4 16,0-1-18-16,0-6-36 16,0 0-75-16</inkml:trace>
  <inkml:trace contextRef="#ctx0" brushRef="#br0" timeOffset="57828.3">18620 16031 149 0,'0'0'83'0,"0"0"-77"16,0 0-3-16,0 0-10 15,0 0-79-15</inkml:trace>
  <inkml:trace contextRef="#ctx0" brushRef="#br0" timeOffset="58743.97">18715 15886 136 0,'0'0'-15'16,"0"0"18"-16,0 0-2 16,26-39 2-16,-13 31-2 15,1 0 3-15,-3 5-3 16,2 1 3-16,-2 1 5 16,0 1 1-16,1 0-4 0,-1 9-3 15,-2 6-2-15,-4 4 2 16,1 7 1-16,-3 2 1 15,-3 6 3-15,0 3 1 16,0 3-1-16,-5 2 1 16,1 1-4-16,-1 1 0 0,-4 0-3 15,3 2 0-15,-1-4 0 16,2-2 0-16,2-5-2 16,3-5 1-16,0-3-1 15,3-4 2-15,5-3-1 0,2-3 1 16,3-2 0-16,-1-3 1 15,1-2 0-15,3-3-1 16,-3-4 0-16,0-3 0 16,3 0-1-16,-3-7 5 15,1-5 0-15,-3-3-2 0,-2-2-1 16,0-2 0-16,-3-1-2 16,-1-1 0-16,-4 0 0 15,-1 1-1-15,0 1 0 16,-1 1-3-16,-7 2-2 15,-3 1 5-15,1 2-1 16,-1 0 0-16,-3 2 1 0,2-1 1 16,2 2-2-16,-2-1 0 15,4-2 0-15,-1 2 0 16,5-2-1-16,-4 0 1 16,4 1-2-16,3-1 2 15,0 0 1-15,1 2-1 0,0-1 0 16,2 0 1-16,7 2-1 15,1-1 1-15,3-1-1 16,5 2 1-16,-1 0 1 16,1 0-1-16,0 4 0 15,1 2 1-15,-1 0-1 16,-3 2-1-16,0 1 0 16,-1 1 1-16,0 0 0 0,-5 0 0 15,1 4 0-15,-3 3-2 16,-2-1 0-16,-3 5-2 15,-2-1 2-15,0 0 4 16,0 0 2-16,0-1-1 0,0 1-1 16,2-2 0-16,-1-1 0 15,4 1-1-15,2-3 2 16,4-2-3-16,1-3-9 16,-1 0-31-16,3-4-46 15</inkml:trace>
  <inkml:trace contextRef="#ctx0" brushRef="#br0" timeOffset="58889.49">19200 15952 140 0,'0'0'-16'0,"0"0"22"0,0 0-4 15,0 0-9-15,0 0-31 16,0 0-16-16</inkml:trace>
  <inkml:trace contextRef="#ctx0" brushRef="#br0" timeOffset="59244.86">19349 15987 142 0,'0'0'17'16,"0"0"17"-16,0 0-15 16,0 0-15-16,0 0-3 15,0 0 0-15,-47 26 0 16,37-12 5-16,-1 3 0 0,5-1 0 15,0 2-5-15,3-1 1 16,2-1 0-16,1 0-1 16,0-3 0-16,5-2 0 15,5-3 1-15,4-2 0 16,3-3-1-16,6-3 3 16,2 0-5-16,1-6-49 0,0-5-69 15</inkml:trace>
  <inkml:trace contextRef="#ctx0" brushRef="#br0" timeOffset="59744.83">19538 15994 221 0,'0'0'2'16,"0"0"10"-16,0 0-8 15,0 0-4-15,0 0 1 0,0 0 0 16,0 0 0-16,0 0-2 15,25-34 0-15,-17 33 0 16,1 1 1-16,1 0 0 16,-3 0 1-16,2 7-1 15,-2 0 0-15,-1 6 0 16,-3 1 2-16,-1 0-2 0,-2 2 1 16,0 0-1-16,-2-1 1 15,-7 0 0-15,-3-2 1 16,-4 0-2-16,0-2-2 15,-3 0 0-15,0-3-4 16,1-2 0-16,1-2 4 0,4-1 1 16,1-3 1-16,6 0 3 15,0-1 3-15,6-7 1 16,0-3-1-16,1 0-8 16,8-1-2-16,3 1 2 15,1 3 3-15,1 0-1 16,-1 3 2-16,-2 2 0 0,2 1-1 15,-1 2-1-15,1 0 0 16,-2 3 0-16,0 4 1 16,3 2 1-16,-5 0 0 15,2-1 1-15,0 1-5 16,0-1-7-16,3-2-9 0,-1-3-8 16,0-3-8-16,1 0-30 15</inkml:trace>
  <inkml:trace contextRef="#ctx0" brushRef="#br0" timeOffset="60020.63">19821 15818 175 0,'0'0'-2'0,"0"0"9"0,0 0-2 0,0 0-7 16,0 0-1-16,0 0 0 16,0 0 11-16,2 52 3 0,-2-28-2 15,2 0-1-15,-2 1-4 16,2 0 2-16,-1 0-1 16,1-4-4-16,0 2-9 15,1-4-17-15,0-3-10 16,-1-4-18-16,1-5-40 0</inkml:trace>
  <inkml:trace contextRef="#ctx0" brushRef="#br0" timeOffset="60348.53">19780 16002 189 0,'0'0'17'0,"0"0"-12"16,0 0-8-16,0 0 4 16,0 0 2-16,47-15-2 0,-31 11-2 15,6 1 1-15,-4-4 0 16,1 3 2-16,2 0 3 16,-2 1-1-16,-3 0 2 15,-1 3-4-15,-4 0-2 16,-2 0-2-16,-4 8 1 0,-1 4-1 15,-4-1 2-15,0 4-1 16,0-1 7-16,0 1-1 16,0-1-2-16,0-1-1 15,0-2 0-15,4-3-8 16,2-7-29-16,3-1-42 0</inkml:trace>
  <inkml:trace contextRef="#ctx0" brushRef="#br0" timeOffset="60491.88">20048 15834 141 0,'0'0'-33'0,"0"0"41"16,0 0-8-16,0 0-53 15</inkml:trace>
  <inkml:trace contextRef="#ctx0" brushRef="#br0" timeOffset="60889.62">20129 15979 71 0,'0'0'3'0,"0"0"6"16,0 0-4-16,-43 43-2 0,34-29-2 16,5-3 2-16,4-1-2 15,0 0 2-15,0-2-2 16,5-3 2-16,5-4 2 16,4 1-2-16,0-2 0 15,3 0 5-15,-1-3-4 0,2-5 2 16,-3-1 0-16,-1 0 6 15,-7-1 3-15,1 2 8 16,-7-4 8-16,-1 2 4 16,0 0-10-16,0 1-10 15,-7 0-4-15,0 3-4 0,-5-1-4 16,0 7-2-16,1 0-2 16,-1 0-3-16,1 6-12 15,1 2-15-15,3 2-18 16,1-3-36-16</inkml:trace>
  <inkml:trace contextRef="#ctx0" brushRef="#br0" timeOffset="61401.72">20274 15979 132 0,'0'0'4'0,"0"0"21"16,0 0-1-16,0 0-13 16,0 0-9-16,0 0-4 0,0 0 1 15,0 0 2-15,0 0-1 16,27 18 2-16,-20-8-2 16,-2 0 0-16,1 2 0 15,0-2 1-15,-1-2 0 16,0-1 0-16,2 0-1 15,-3-1-1-15,0-3 1 0,-3 0-1 16,1-1 0-16,-2-2-2 16,0 0 3-16,0 0 3 15,0-2-5-15,0-4-12 16,0-2-13-16,0 0 6 16,-1-2-3-16,1 0 6 0,0-2 12 15,0 0 4-15,5-1 1 16,7 2 0-16,1-2 4 15,3 2 11-15,3 1 4 16,0 0 1-16,-1 3-6 16,1 1-2-16,-1 2-1 0,-1 1 3 15,-4 3-3-15,2 0-3 16,-4 0-3-16,-1 10 6 16,-4 0-6-16,0 7 0 15,-5 6 0-15,-1 3 1 16,0 3-7-16,-9 2-45 0,-4 1-68 15</inkml:trace>
  <inkml:trace contextRef="#ctx0" brushRef="#br0" timeOffset="71362.94">20820 15943 48 0,'0'0'14'0,"-1"0"13"16,0 0-3-16,0 0-8 0,1 0 2 15,-2 0-3-15,2 0-4 16,0 0-4-16,0 0-2 15,0 0-5-15,0 0 1 16,0 0-3-16,0 0-2 0,0 0 1 16,0 0 1-16,0 0 3 15,0 0-2-15,0 0 2 16,0 0 0-16,3 0 0 16,3-2 0-16,4-3-1 0,0 1 1 15,1-3 1-15,3-2-2 16,1-1 0-16,2-1 1 15,0-3-1-15,3-2 1 16,4 0-1-16,2-5 1 16,7 0 1-16,1-2 0 15,6-2 0-15,2-1-1 0,1 2 0 16,3-2 1-16,-3 2-2 16,0-1 1-16,-2 3-1 15,2-2 2-15,-2 2-2 16,2 2 3-16,-3-2 2 15,-1 3 1-15,-4-2-1 0,-1 3 1 16,-6 2-3-16,-4 0-1 16,-4 4 1-16,-3 4-3 15,-2 2 0-15,-3 2 1 16,-1 1-1-16,-1 3 0 16,-5 0-20-16,-2 0-55 0</inkml:trace>
  <inkml:trace contextRef="#ctx0" brushRef="#br0" timeOffset="72631.24">21990 15093 73 0,'1'0'1'0,"1"0"-1"0,0 0 0 0,2 1 1 16,-3 2 1-16,1 0 5 15,0 1 4-15,0 2 2 16,1 0-4-16,1 2 0 15,-2 0-5-15,2 2 0 16,1 0-2-16,0 0-1 16,2 2 0-16,-1-2-1 0,0-1 1 15,1 0 0-15,-2-2 0 16,2 0 0-16,-2 0-1 16,-1-4-3-16,0 1-8 15,-2-2-13-15,-2-2-60 16</inkml:trace>
  <inkml:trace contextRef="#ctx0" brushRef="#br0" timeOffset="73315.25">21986 15080 99 0,'0'0'23'16,"0"0"1"-16,0 0-10 15,0 0-6-15,0 0 4 16,4-37 4-16,3 31-6 16,1 0-4-16,0-2-3 0,2 4 0 15,2-2 0-15,0 2-1 16,1 1-1-16,2 1 0 15,-2-2 0-15,2 4-1 16,-2 0 0-16,0 0 0 16,-1 0-1-16,-1 6 0 15,-2 3 0-15,-4 1 0 16,-2 2-4-16,-3-1 0 16,0 2 7-16,-2 0-2 0,-6-3 0 15,-2 0 2-15,-1 0-1 16,1-2 0-16,0 0 2 15,4-3-3-15,1 1 0 0,5-1-2 16,0-4-5-16,0 0-7 16,0-1-7-16,3 0 28 15,3 0-5-15,4 0 0 16,2 0 0-16,-1-2 3 16,3-1-2-16,-3 1-1 15,1 0-1-15,0 2 0 16,-1 0-1-16,1 0 0 0,-1 0-1 15,-4 3 1-15,2 2-2 16,-4 2 1-16,-2 0-1 16,0 0-4-16,-3 0 7 15,0 3 1-15,0-3 3 16,-9 2-5-16,-2-1 5 0,-2-2 1 16,-1 1-2-16,-1 0-1 15,-2 0-1-15,2 0 1 16,-1-2-3-16,3 0 2 0,3-3-2 15,2-1 2 1,5-1-3-16,3 0-5 0,0-1-33 16,5-8-27-16</inkml:trace>
  <inkml:trace contextRef="#ctx0" brushRef="#br0" timeOffset="73570.35">22405 15033 159 0,'0'0'28'0,"0"0"7"0,0 0-22 0,0 0-12 15,0 0-9-15,0 0 3 16,0 0 1-16,0 0 2 0,0 0 3 15,0 0 0-15,21 41 2 16,-14-32-1-16,0-3-2 16,0-1-19-16,-1-5-53 15</inkml:trace>
  <inkml:trace contextRef="#ctx0" brushRef="#br0" timeOffset="73727.33">22426 14909 210 0,'0'0'-1'0,"0"0"14"0,0 0-3 15,0 0-8-15,0 0-11 16,0 0-75-16,-8-38 12 16</inkml:trace>
  <inkml:trace contextRef="#ctx0" brushRef="#br0" timeOffset="74238.78">22545 14959 179 0,'0'0'-11'15,"0"0"31"-15,0 0 1 16,0 0-14-16,0 0-4 15,0 0-3-15,0 0-2 0,0 0 0 16,16 4 0-16,-7 1 1 16,0 0 1-16,2 1 1 15,0 1 0-15,-1-1-1 16,1-1 0-16,-3 0-2 16,-4 0-6-16,-1-3 2 15,-2-1-1-15,-1 1 3 0,0-2 3 16,0 0 13-16,-1 0-5 15,-2 0-2-15,-1-2-1 16,0-4 3-16,2 0 0 16,2-3 2-16,0-1-5 0,0-1-2 15,0-1 0-15,6 0 1 16,3 0-2-16,3 2-1 16,1 1 0-16,-1 1 0 15,3 1 0-15,-2 4-1 16,0 0 1-16,-2 2-1 15,0 1-1-15,-1 0 1 0,-2 0-2 16,-3 4 0-16,1 5 1 16,-1-1 1-16,-1 2 0 15,1 0 2-15,1-1-7 16,3-2-17-16,1-1-31 16,3-4 13-16,5-2-37 0</inkml:trace>
  <inkml:trace contextRef="#ctx0" brushRef="#br0" timeOffset="74677.6">23059 14843 109 0,'0'0'20'0,"0"0"44"0,0 0-28 0,0 0-20 0,0 0-5 16,0 0-6-16,-16-39-1 15,6 39-4-15,1 0 1 16,-4 0-1-16,0 2-1 0,-2 5 1 15,1 3-1-15,-1 1 2 16,3 2-2-16,2-2 1 16,2 1 1-16,4-1-1 15,4-2-1-15,0-2-1 16,0-2-6-16,8-2 7 0,2-3 1 16,2 0 0-16,2 0 1 15,0 0-1-15,1-7 1 16,-3-3-1-16,2 2 1 15,-5-2 0-15,-2 1 0 16,-1 2 0-16,-2 1-1 16,0-1 3-16,-3 3-1 0,-1 1 0 15,1 0 1-15,-1 2 3 16,0 1-2-16,2 0-5 16,2 0-3-16,0 0 1 15,5 0 2-15,-1 4 2 16,5 0 0-16,-1 1-3 0,1-1-9 15,0-1-9-15,1-3-28 16,-2 0-20-16</inkml:trace>
  <inkml:trace contextRef="#ctx0" brushRef="#br0" timeOffset="75086.55">23219 14780 116 0,'0'0'7'0,"0"0"30"0,0 0-11 0,0 0-14 16,0 0-8-16,0 0-2 15,12-37 0-15,0 33 1 16,0 1 1-16,1 0 0 16,2 3 0-16,1 0-2 0,0 0-1 15,3 0 0-15,-5 3 0 16,0 6-2-16,-2-2 1 15,-5 1 0-15,2-2 0 16,-6 1-2-16,-2 0 0 16,-1-3-1-16,0-1 3 15,0-1 1-15,-6-2 4 16,-4 0-2-16,0 0 2 0,1 0 3 16,-1 0 5-16,3-5 1 15,2 0-3-15,2-1 0 16,3-2-5-16,0-1 2 15,0-2-5-15,0 0-2 16,9 0-1-16,2 0 0 0,7 0-4 16,2-1-23-16,2 4-24 15,-2-2-36-15,1 1-43 16</inkml:trace>
  <inkml:trace contextRef="#ctx0" brushRef="#br0" timeOffset="75563.03">23535 14648 103 0,'0'0'21'0,"0"0"-18"16,0 0-4-16,0 0 1 0,0 0 1 15,0 0 0-15,0 0 4 16,0 0 2-16,0 0 4 16,39 27 3-16,-29-27-4 15,1 0-2-15,1 0-1 16,-2-4-4-16,-1-2 2 15,-1-1-3-15,-2 1 2 0,-1-2 3 16,-1 0 4-16,-2-1-2 16,-1 0 1-16,-1 2-2 15,0 0-5-15,0 1-1 16,1 1-2-16,-1 0 1 16,0 3-1-16,0 0 0 0,0 2-2 15,0 0-3-15,0 0-6 16,0 3 9-16,0 6 1 15,2 0-1-15,1 4 1 16,1 1 1-16,2 1 0 0,2 2-2 16,-3-2 1-1,1 2 1-15,1 0-1 0,0-4 0 16,-1 2 0-16,-3-4-1 16,1-1 1-16,-3-3 1 15,-1 0 1-15,0-1 3 16,-3 1 5-16,-7 1-3 0,-5 1-3 15,-4 1 2-15,-4 5-3 16,-4 0-10-16,-6 0-40 16,-5 1-98-16</inkml:trace>
  <inkml:trace contextRef="#ctx0" brushRef="#br0" timeOffset="76260.1">20834 16089 60 0,'0'0'25'0,"0"0"-18"0,44 0 9 0,-20 2-8 0,3 2-3 16,4 2-2-16,3 0 2 16,6 2 0-16,5 2-2 15,1-1 2-15,4 2 6 16,3 0-1-16,3 1-1 15,0 1-4-15,3-1-3 0,3 0 1 16,-4 0-2-16,1-2 1 16,-3-3 1-16,-5-1 1 15,0 0 0-15,-7-2-2 16,0-2 0-16,-2 0 1 16,-3 1 0-16,0 0 0 0,-8 1-4 15,-6-1-48-15,-4-1-53 16</inkml:trace>
  <inkml:trace contextRef="#ctx0" brushRef="#br0" timeOffset="76530.67">22226 16264 171 0,'0'0'40'0,"0"0"-12"16,0 0-6-16,0 0-16 16,0 0-9-16,0 0-7 15,0 0 6-15,0 0 1 16,0 0 4-16,23 43-1 16,-16-27 1-16,-1-1 0 0,0 2 0 15,1 0-1-15,-2-1-7 16,-2-2-35-16,0-1-6 15,-1-6-10-15</inkml:trace>
  <inkml:trace contextRef="#ctx0" brushRef="#br0" timeOffset="76974.77">22209 16240 179 0,'0'0'-30'0,"0"0"39"16,0 0-13-16,0 0 1 16,0 0-2-16,0 0-2 15,0 0 3-15,46 12 2 0,-29-3 3 16,0 0-1-16,0-2 1 16,5 0-1-16,-4-1-5 15,-1-2-18-15,0-2-12 16,0-2-9-16,-1 0 40 15,-2 0 6-15,0-6-1 16,-1-4 10-16,0-1 10 0,-3-2 1 16,-1 1-4-16,-1 0-1 15,-4-1 6-15,-1 0 4 16,-1 6 3-16,-1-1-4 16,0 1-9-16,-1 4-3 15,0 0-2-15,0 1-8 0,0 2-4 16,2 0-8-16,-2 3-2 15,2 6 3-15,-2 3 5 16,3 1 3-16,0 3 0 16,4-1 0-16,0-2 1 0,3-1-13 15,2-4-26 1,3-1-30-16,-1-4-7 0</inkml:trace>
  <inkml:trace contextRef="#ctx0" brushRef="#br0" timeOffset="77399.44">22718 16155 161 0,'0'0'42'0,"0"0"-8"0,0 0-18 0,0 0-7 0,0 0-6 15,0 0-4-15,0 0-7 16,0 0 2-16,0 0 3 15,-17 9 3-15,20 3 1 16,6 0-1-16,-3 0 0 16,3-2 1-16,5 0 0 0,-3-1-4 15,1-5-13-15,2-1-5 16,-2-3 0-16,1 0 9 16,-3-3 11-16,0-3 2 15,-4-4 2-15,2-1 3 16,-6 1 7-16,-1 0 2 0,0 0-2 15,-1 2 2-15,1 1-4 16,-1 1-5-16,0 2 1 16,0 1-4-16,0 0-3 15,0 3 0-15,0 0-5 16,2 0-7-16,-1 4 7 16,4 4 1-16,-2 1 4 0,2 1-2 15,3 0-12-15,-1-3-21 16,0-2-22-16,3-5-17 15</inkml:trace>
  <inkml:trace contextRef="#ctx0" brushRef="#br0" timeOffset="77697.36">22930 15855 177 0,'0'0'-5'0,"0"0"37"0,0 0-11 0,0 0-14 16,0 0-11-16,0 0-2 15,0 0 2-15,0 0 7 16,19 53-2-16,-9-29-1 15,0 0 1-15,1 4 0 16,2-1 0-16,-3-2-7 0,-1-2-24 16,3-4-20-16,-2-6 0 15</inkml:trace>
  <inkml:trace contextRef="#ctx0" brushRef="#br0" timeOffset="78011.2">23166 15810 115 0,'0'0'10'0,"0"0"2"16,0 0-20-16,0 0 13 15,0 0 5-15,11 48-5 0,-6-27 3 16,-1 1-3-16,1-1-1 16,2 2 1-16,0-3-2 15,0 1 0-15,-3-3 0 16,2-3-1-16,-4 0-6 16,-2-2-7-16,0-3-9 0,0-2-13 15,-4 0-3-15,-5-4-42 16</inkml:trace>
  <inkml:trace contextRef="#ctx0" brushRef="#br0" timeOffset="78310.31">23122 16063 88 0,'0'0'23'0,"0"0"6"0,0 0-4 16,-6-37-16-16,7 25-6 16,8 2-1-16,1-4-2 15,4 3 0-15,4-1 1 16,-1 0 1-16,3 2-2 15,-1 1 1-15,0 4-1 0,-4-1 0 16,0 3 0-16,-3 3-1 16,0 0 2-16,-2 0 2 15,-3 1-1-15,-1 8-2 16,2 2 2-16,-2 1-1 16,-4 2 1-16,1 1 0 15,1 1 1-15,0 0-2 0,-1-2 0 16,1-1 1-16,3-2-1 15,0-2 1-15,1-4-1 16,4-1-6-16,1-4-33 16,-3 0-13-16</inkml:trace>
  <inkml:trace contextRef="#ctx0" brushRef="#br0" timeOffset="78454.62">23418 15848 191 0,'0'0'5'0,"0"0"7"16,0 0-14-16,0 0-64 15,0 0-8-15</inkml:trace>
  <inkml:trace contextRef="#ctx0" brushRef="#br0" timeOffset="81815.35">23797 15839 61 0,'2'-5'28'0,"0"-1"-15"0,-2 1 10 0,0-2-1 16,0 2 13-16,0 0-4 0,-3 0-8 16,-3 1-4-16,2 0-3 15,-5 0-4-15,4 2-3 16,-4 1-4-16,3 1-4 15,-3 0 0-15,0 0-1 16,2 1 0-16,-1 9-1 0,0 0-2 16,0 5 3-16,3 0 2 15,-1 2-2 1,5 1-2-16,0-2 1 0,1 1 0 16,0 0-1-16,9-3 1 15,3-1 1-15,4-3 1 16,2 1 1-16,4-4 0 15,0-4-3-15,4-3-5 16,0 0-16-16,2-4-16 0,-1-9-32 16,0-4-31-16</inkml:trace>
  <inkml:trace contextRef="#ctx0" brushRef="#br0" timeOffset="82134">24041 15597 144 0,'0'0'1'0,"0"0"44"16,0 0-16-16,-29-43-7 15,26 36-8-15,-1 4-2 16,0 2 0-16,3 1-6 16,1 0-2-16,-1 1-9 15,0 9 2-15,-1 4 1 16,1 4 1-16,-4 4 2 0,2 2-2 15,1 2-2-15,1 0 5 16,1 3-1-16,0-3-1 16,0 1 0-16,6-3 1 15,2-3-1-15,4-1 0 0,0 0 1 16,3-4 0-16,1-2-1 16,1-1-12-16,2-3-26 15,-1-3-38-15,-1-6-20 16</inkml:trace>
  <inkml:trace contextRef="#ctx0" brushRef="#br0" timeOffset="82550.64">24251 15800 133 0,'0'0'28'0,"0"0"23"15,0 0-28-15,0 0-7 0,0 0-3 16,-31-39-5-16,23 37-1 15,0 2-2-15,1 0-1 16,-1 0-2-16,1 2-3 16,0 7 0-16,1 4 1 15,1 1 0-15,1 0 0 0,0 0 0 16,2-1-2-16,2-2 0 16,0-2-1-16,1-2-1 15,7-2-2-15,3-3 0 16,-3-2-3-16,3 0 4 15,1 0-3-15,-2-7 5 0,3-3 4 16,-5 0 0-16,0 1 0 16,-1-1 0-16,-3 2 7 15,-1 0 4-15,-3 2 5 16,0 3-7-16,0 2-4 16,0-1-4-16,0 2-3 0,1 0-2 15,2 0 0-15,0 6 0 16,2 0-7-16,1 0-7 15,4 1-10-15,1-4-38 16,2-3-14-16</inkml:trace>
  <inkml:trace contextRef="#ctx0" brushRef="#br0" timeOffset="82953.05">24476 15731 115 0,'0'0'19'0,"0"0"15"0,0 0 0 0,3-38-18 0,-3 29-8 16,0 4-2-16,-5 3 0 16,-3 1-6-16,-2 1-1 15,3 0 8-15,-3 0-4 16,-1 3-1-16,4 4-3 16,0 2 2-16,3 1-1 0,1-2 0 15,3 1 0-15,0-1 0 16,0-1-1-16,0-1 1 15,8 1 0-15,2-3 1 16,2-1-1-16,1 1 1 16,1-2 0-16,1 1 0 15,-1 1-1-15,1 0 1 0,-2-1-1 16,-2 0 0-16,-3 1 0 16,-2-1 0-16,-5 3 0 15,-1-2-1-15,0 1-3 16,-8 0-1-16,-4 2 6 15,-3-1 3-15,-1 1-2 0,-1 0-3 16,4-1-8-16,-1-2-20 16,3-3-19-16,3-1-2 15,4 0-15-15</inkml:trace>
  <inkml:trace contextRef="#ctx0" brushRef="#br0" timeOffset="83346.11">24661 15607 95 0,'0'0'16'0,"0"0"12"0,0 0 6 0,0 0-16 0,0 0-11 15,0 0-7-15,0 0 2 16,0 0-1-16,-40-6 1 15,33 12-3-15,-1 2 2 16,1 2-2-16,-1-1 2 16,2 1-2-16,1 1 1 15,4-2 0-15,1-1-3 0,2-1 2 16,8 0 1-16,3 0 1 16,3-2 0-16,-1-1 1 15,-2-1 0-15,0 1-2 16,-1 0 1-16,-2-1-1 15,-4 0 0-15,-3 1 0 16,-2 2-1-16,-1-2 0 0,-3 3 0 16,-10 2 9-16,-2 1-5 15,-6 0-8-15,-5 0-38 16,-3-2-44-16</inkml:trace>
  <inkml:trace contextRef="#ctx0" brushRef="#br0" timeOffset="88967.26">23903 14594 77 0,'0'0'13'0,"0"0"17"16,0 0-2-16,0 0-9 0,0-1 6 16,0 1-15-16,0 0-6 0,0 0-4 15,1 0-2-15,-1 0-1 16,2 0 3-16,3 4-1 16,-3 0 1-16,1 3 0 15,1-4 1-15,2 1-1 0,-3-3 1 16,5-1 0-16,0 0 1 15,3-8-1-15,4-7 2 16,9-6 1-16,3-4-3 16,5-3 0-16,7-5 0 15,3-1-7-15,2 0-46 16,-1-6-16-16</inkml:trace>
  <inkml:trace contextRef="#ctx0" brushRef="#br0" timeOffset="91913.35">23610 16233 25 0,'0'0'22'0,"0"0"-11"0,0 0-8 0,0 0 2 15,0 0 2-15,0 0 4 16,0 0 0-16,0-1-2 16,0 1-1-16,0 0-4 15,0 0-4-15,0 0 0 0,2 0 0 16,0 0 0-16,0 0 0 15,1 0-1-15,0 4 0 16,0 0 1-16,-1 0-1 16,2-1 2-16,1 2-1 15,-2 0 1-15,0 0 0 0,0 0 0 16,3-2-2-16,-3 1 2 16,1-1-1-16,0-3 0 15,2 3 0-15,-2-3 2 16,2 0-1-16,-3 0 0 0,1 0 1 15,2 0 3-15,0 0 7 16,0-6 2-16,3-1 7 16,2-3-5-16,4-2-2 15,4-3-6-15,1-3-3 16,4-4-2-16,0 0-2 16,2-2-1-16,-2-2 1 0,1 1 0 15,2-1-1-15,0 0 0 16,4-1 0-16,4 2-1 15,-3 1-22-15,-1 2-50 16</inkml:trace>
  <inkml:trace contextRef="#ctx0" brushRef="#br0" timeOffset="97065.16">7078 12090 29 0,'0'0'19'0,"0"0"-17"0,0 0-1 0,0 0 0 15,0 0 1-15,0 0 5 16,0 0 6-16,0 0-2 0,0 0 0 16,0 0-4-16,0 0-2 15,0 0-4-15,0 0-1 16,-26 16 1-16,26-12-2 15,0 3 1-15,0 3 0 16,0 0 0-16,0 2 0 16,0 3 0-16,-3 3 1 0,2 1-1 15,0 4 1-15,-1 1 0 16,0 4 0-16,0 3-1 16,0 5 1-16,-1 1 1 15,1 4 2-15,-3 2-1 16,1 2 0-16,0-1 0 0,1 3 4 15,-1 1-1-15,2 1 1 16,0 0-3-16,1-1 0 16,1-2-2-16,0-2 0 15,0-5 0-15,0-3 0 0,5-4-1 16,-1-2 3-16,0-3 0 16,1-2 0-16,-1 2 0 15,1-4-2-15,0-1 0 16,-1-3-1-16,0-1 2 15,1-2 3-15,-3-2-2 16,0 2 0-16,0-3-4 0,-2-1-28 16,0-6-36-16</inkml:trace>
  <inkml:trace contextRef="#ctx0" brushRef="#br0" timeOffset="97563.27">6891 13282 84 0,'0'0'10'0,"0"0"-5"0,0 0-2 0,0 0-1 0,0 0 1 15,0 0 0-15,0 0 0 16,0 0-3-16,0 0 0 15,0 0-1-15,0 0 1 16,11 0 1-16,-9 0 0 16,2 0 2-16,0 1 0 0,0-1 1 15,0 2-2-15,1-1 0 16,3 2 0-16,-2-1 0 16,4 0-1-16,-1 1 0 15,-1 1 0-15,4-1 0 16,-1-1 0-16,0 0 1 0,-1 0-1 15,1-1-1-15,2-1-7 16,-2 0-9-16,2 0-13 16,-1-2-57-16</inkml:trace>
  <inkml:trace contextRef="#ctx0" brushRef="#br0" timeOffset="97757.87">7191 13178 146 0,'0'0'0'0,"0"0"32"0,0 0-2 15,0 0-16-15,0 0-12 16,0 0-2-16,-48 20 1 16,36 3 1-16,-2 4-1 15,-2 5-8-15,-4 0-70 16</inkml:trace>
  <inkml:trace contextRef="#ctx0" brushRef="#br0" timeOffset="98468.77">5912 14404 81 0,'0'0'13'0,"0"0"-4"0,0 0 5 0,0 0-1 16,-36-30-3-16,32 26-3 16,-2 2 4-16,2 0 1 15,2 1 6-15,0 0-1 0,2 1-10 16,-2 0-5-16,2 6-7 16,-3 10-2-16,2 6 3 15,0 6 4-15,-1 7 0 16,2 4 1-16,-2 4 1 0,2 2-1 15,-2-2 0-15,0-2 1 16,2-2-1-16,-3-5 1 16,2-6-2-16,0-7-2 15,1-2-13-15,0-8-21 16,0-5-11-16</inkml:trace>
  <inkml:trace contextRef="#ctx0" brushRef="#br0" timeOffset="99187.03">5820 14434 102 0,'0'0'-2'0,"0"0"12"15,-2-43 0-15,2 27-2 0,4 2-3 16,3-1-2-16,1 2 1 16,2 0 3-16,-1 2 1 15,0 0-1-15,2 3-1 16,2 1-1-16,1 3-3 0,1 1-2 16,-1 2 0-16,1 1-3 15,-1 0-2-15,-1 1 1 16,-2 6 3-16,1 2 0 15,-5 1-1-15,1 2 1 16,-2 0 2-16,-2 2-3 16,-4 0 2-16,0 3 3 0,0 0-2 15,-6 3 3-15,-2-1-3 16,-1-1 3-16,-2 3-3 16,-3-4 0-16,2-2 2 15,-2 0 0-15,3-3-2 0,2-3 3 16,-3 0 0-16,3-2-1 15,1 0-1-15,0 0-1 16,0-1 1-16,-1 0-1 16,1-1 1-16,0 0-2 15,0-1 0-15,3-1 0 16,0-2 0-16,3-1 2 0,0 0 2 16,2 0 3-16,0 0-5 15,0 0 1-15,0 0-3 16,0 0 0-16,0 0-1 15,1 0 1-15,5 3-1 16,1 0 2-16,3-2 0 0,0 2-1 16,0 4 0-16,2-2-1 15,1 4 0-15,-2 0 1 16,3 2-1-16,-3-1 1 16,0 1 1-16,-1 0-1 15,2 0 1-15,-3-1-1 0,1 3 1 16,-1-2-1-16,3 1 1 15,0 1 1-15,-1 0 1 16,3-2-3-16,-3-1-43 16,-2-7-54-16</inkml:trace>
  <inkml:trace contextRef="#ctx0" brushRef="#br0" timeOffset="99641.52">6256 14711 28 0,'0'0'85'0,"0"0"-86"0,0 0 1 0,0 0 1 16,0 0-1-16,0 0 1 0,0 0 4 15,0 0 9-15,37-3 3 16,-29-3 1-16,-4 2-2 15,3-3-8-15,-3 2-2 16,-2-4-3-16,0 1 2 16,1 0 8-16,0-2 0 15,-3 0-2-15,0 1-3 0,0 0-3 16,0 2 0-16,-6 2-1 16,0 1-3-16,-3 2-2 15,-3 2-5-15,2 0 6 16,-3 4-3-16,1 5 1 15,1 4 0-15,0 3 1 0,-1 1 0 16,4 1-1-16,1 2 2 16,3 3-4-16,2-2 4 15,2-1 0-15,0 0 1 16,5-2 1-16,7-4-2 0,4-1-2 16,2-3-2-16,2-3-10 15,3-4-10-15,-2-3-24 16,4 0-10-16</inkml:trace>
  <inkml:trace contextRef="#ctx0" brushRef="#br0" timeOffset="100240.96">6603 14566 140 0,'0'0'17'0,"0"0"4"0,0 0-13 0,0 0-4 0,-41-18 1 16,30 18-4-16,-3 0-1 16,2 7-3-16,1 2 5 15,-1 4-5-15,1 1 4 16,4 5 2-16,-2-1-4 0,4 5 1 16,3-3 1-16,2 0 1 15,0-2-2-15,0-4 0 16,3-4-3-16,6-2-3 15,-2-4 4-15,3-4 0 0,1 0 0 16,1-4 3 0,-1-5 5-16,0-4-4 0,-1 2-2 15,-2-3 4-15,-3-1-1 16,-1 1 2-16,-1 1 6 16,-1 0 0-16,-2 1 2 15,0 3-3-15,0 2 5 0,0 3-8 16,0 1 0-16,-2 3-5 15,-3 0-2-15,3 0-6 16,1 4 1-16,-3 8 2 16,2 4 1-16,2 3 2 15,-2 3 1-15,2 2 0 0,0 0-1 16,0 1 0-16,0-2 0 16,0 2 1-16,0 0-1 15,0 0 0-15,0-2 0 16,0 3 0-16,0-2 0 15,-1 0 1-15,-5-1-2 16,0-2 1-16,-2-1 0 0,-2 0 1 16,1-5-1-16,-1-1 1 15,1-2 0-15,1-2-1 16,1-3-6-16,0-4-27 16,0-3-45-16,1 0-22 15</inkml:trace>
  <inkml:trace contextRef="#ctx0" brushRef="#br0" timeOffset="100731.64">6681 14618 77 0,'0'0'19'0,"0"0"-6"0,0 0 3 0,13-37 4 0,-10 30-8 16,1 3 4-16,-2 0 6 15,0 1-9-15,1 1-9 16,1 0-4-16,2 2 0 16,2 0-1-16,1 0-2 15,0 5-4-15,4 4 4 0,-2 2 3 16,2 3 0-16,-1 2 1 15,-2-2-1-15,-1 3-1 16,3-1 1-16,-6-1 0 16,1 0 1-16,-3-2-1 15,-2-1-1-15,1-3 1 0,-3-1-7 16,0-2 8-16,0 0 3 16,0-4 0-16,-4-2-1 15,1 0 6-15,-1 0 7 16,-2-4-5-16,3-6-3 15,-1-4-3-15,2-3-4 0,-1-1 4 16,3-2 1-16,0-3-6 16,0 3 1-16,0 3-1 15,5 0 0-15,0 3-10 16,5 2-19-16,-1 1-23 16,0 1-21-16</inkml:trace>
  <inkml:trace contextRef="#ctx0" brushRef="#br0" timeOffset="101137.54">7021 14671 92 0,'0'0'-1'0,"0"0"1"0,0 0 3 0,0 0-1 15,0 0 1-15,0 0-3 16,0 0 2-16,27-44 7 16,-23 32 6-16,-2 1 6 15,0-2-4-15,0 1-4 16,-2 1-5-16,0 0-2 0,-2 1 3 16,-6 2-2-16,1 1-1 15,-3 1 0-15,1 3 2 16,1 3-5-16,-1 0 4 15,-2 0-8-15,2 9 1 16,-2 3 1-16,1 5-1 0,2 1 0 16,1 3-1-16,3-1 1 15,2 1 0-15,2-1 0 16,0-2 0-16,0 1 0 16,4-4 0-16,5 1-6 15,2-4-20-15,2-5-33 16,0-1-8-16</inkml:trace>
  <inkml:trace contextRef="#ctx0" brushRef="#br0" timeOffset="101647.67">7246 14553 136 0,'0'0'-7'0,"0"0"14"0,0 0-3 16,0 0-4-16,0 0 0 16,-22-38 4-16,15 33 1 15,2 2 1-15,-1-1 6 16,0 3 3-16,1 0-12 16,-4 1-2-16,4 0 0 15,-3 1-1-15,1 6-2 0,0 0 0 16,0 4 2-16,0 1 0 15,3 1 0-15,0 1-3 16,-1 1 2-16,4-2 1 16,0 1-1-16,1-4 1 15,0 0 0-15,3-1-1 0,3-2 1 16,0-1 1-16,6-1 0 16,-5-2 0-16,0 0 1 15,1 0-1-15,-1-2 0 16,2 2-1-16,-5-1 1 15,1 0-1-15,-3 1 0 0,0-2 0 16,-2 2-1-16,0 0 0 16,0 1 2-16,0-1 16 15,-4 3-6-15,-5 0-7 16,-1 2-2-16,2 1-1 16,-3-1 2-16,3-1-3 0,-2 3 0 15,5-5-9-15,3 1-29 16,2-6-27-16</inkml:trace>
  <inkml:trace contextRef="#ctx0" brushRef="#br0" timeOffset="102468.27">7419 14519 64 0,'0'0'7'0,"0"0"14"0,0 0-3 0,0 0-5 0,-1-43 5 16,-5 38-6-16,-1-1-5 15,-2 3 1-15,0 0-6 16,1 3 4-16,-2 0-3 0,1 0-3 16,-1 6 0-16,-1 4 1 15,3-1-3-15,-1 2 1 16,1 1 0-16,2-1-2 15,2 0 3-15,2 0 0 16,2-3 0-16,0 1 0 16,0-2-1-16,4-1 0 0,1 1 2 15,4-3-1-15,2 1 0 16,-3-1 1-16,3 0 0 16,1 0 1-16,0-1-1 15,-1 0 0-15,-2 1 1 16,2-1 0-16,-2 2-4 0,-2 0 4 15,1 4-2-15,-4-2-2 16,2 1 1-16,-6 1-1 16,0 1 0-16,0 1 6 15,-2 0 3-15,-6 1-1 16,-3-1 0-16,-1 2-6 0,0-2 2 16,3-1-1-16,-2-5 0 15,2 1 0-15,4-5 0 16,1-1 1-16,0 0 4 15,2 0-2-15,2-8-1 16,0-3 3-16,0-4 0 0,6-1-5 16,3-2 2-16,4 0-1 15,-2 0-2-15,2 0 0 16,1 1 1-16,1 2-1 16,-1 1 0-16,1 1 0 15,-1 3-1-15,-3-1 0 16,1 3 0-16,-1 2 1 0,-4 0 0 15,1 4-1-15,-2 1 1 16,0 0-3-16,-2 1 1 16,-1 0-4-16,3 2-6 15,-4 4 10-15,0 2-2 16,0 2 1-16,0-1 1 0,0 3 5 16,0-4 0-16,0 2 0 15,0 0-2-15,0-3 1 16,0 0-1-16,1 0 1 15,1 0-1-15,2-2 1 0,-1-1-1 16,2 2 2-16,-2-5-1 16,3 2-1-16,-2-3-5 15,2 0-19-15,-3 0-28 16,1-7-21-16</inkml:trace>
  <inkml:trace contextRef="#ctx0" brushRef="#br0" timeOffset="102638.56">7622 14436 160 0,'0'0'31'0,"0"0"-16"0,0 0 1 0,0 0-13 0,0 0-2 0,0 0-11 15,0 0-54-15,0 0-38 16</inkml:trace>
  <inkml:trace contextRef="#ctx0" brushRef="#br0" timeOffset="103741.8">7767 14476 104 0,'0'0'22'0,"0"0"5"15,0 0-6-15,0 0-11 16,0 0-9-16,-38 20-1 0,33-11 0 15,2 0 0-15,0 0 0 16,-1 2 0-16,-3 2 0 16,4 1 0-16,-1 1-1 15,0 2 2-15,1 0-1 16,1 0 0-16,-2 1 0 16,2-1-1-16,0-1 1 0,0-1-1 15,0-3 2-15,2-4-2 16,0 0 1-16,0-3-1 15,0-2-3-15,0 0 1 16,0-2 5-16,4-1-2 16,0 0 5-16,-2 0-3 0,2 0 3 15,-3 0-3-15,1-4 5 16,0 1-5-16,0-2-1 16,0 0 0-16,0-2 1 15,0-1-2-15,1-4 1 16,4-1 0-16,-3-1-1 0,-1-1 2 15,3-1-4-15,0 0 4 16,-1-1-2-16,4 2 1 16,-2 0-1-16,-1 2 0 15,6-2 0-15,-3 4 0 16,-1-2 0-16,3 4 1 0,-3-2-1 16,0 5-1-16,-3 0 1 15,-1 1 1-15,1 2-1 16,2 2 1-16,-3-1-1 15,1 2 0-15,1 0-2 16,1 0-2-16,0 5-2 0,-2 3 2 16,1 1 1-16,-2 1 2 15,0 1 0-15,-1 0 2 16,-1 2-3-16,-2-2 2 16,0 1 1-16,0-2-3 15,0 0 4-15,0-2 0 0,0-1-1 16,-2-1-1-16,0-3 2 15,1-2-1-15,0 0 1 16,0-1-1-16,-1 0 2 16,0 0 3-16,0 0-5 15,0-2 2-15,0-4-1 0,0-2 1 16,1-1-1-16,1 1 1 16,0-2-2-16,0 0-1 15,0-2 2-15,0 1-2 16,4-2 1-16,3 2-1 15,2-3 0-15,-1 1-1 0,4 0 1 16,-1 0 2-16,3-1-2 16,-3 4 0-16,-1 0 0 15,0 3 1-15,-1 0-1 16,0 2 0-16,0 3 0 16,0 2 0-16,-3 0-4 0,1 0-1 15,0 4 0-15,0 5 2 16,-1 2 4-16,-2 2 0 15,1 1 1-15,-3 5 4 16,1 0-2-16,-3 1 2 16,0 3-2-16,0 1-1 15,0 0 0-15,-3 0-1 0,3 2 2 16,0-2-1-16,0-3-5 16,0-2-48-16,3-5-72 15</inkml:trace>
  <inkml:trace contextRef="#ctx0" brushRef="#br0" timeOffset="104454.8">8398 14641 14 0,'0'0'15'0,"0"0"-8"0,4 0 4 0,2 0 0 15,1-1-3-15,1-1 0 16,4 1 2-16,4-2-4 16,-2 1-2-16,6 1-2 15,-1-2-1-15,4 2 1 0,1-1-2 16,2-2 3-16,0 3 4 15,0-1 3-15,1-1 0 16,0 2 0-16,0-2 2 16,-2 2-3-16,0 0 1 15,-1 1-4-15,0 0 0 16,-1 0 1-16,-2 0-1 0,0 0 0 16,-2 0 1-16,3 0-2 15,-5 0-2-15,0 0-2 16,0 0 1-16,-3 0 0 15,1 0-1-15,-1 0 0 16,-1-1-1-16,0-2-7 0,-1 2-14 16,-1-3-21-16,0-2 2 15,-4-1-29-15</inkml:trace>
  <inkml:trace contextRef="#ctx0" brushRef="#br0" timeOffset="104754.31">9054 14503 86 0,'0'0'26'0,"0"0"-11"0,0 0 2 16,0 0-2-16,0 0-4 15,0 0-5-15,0 0-5 0,44-14 1 16,-34 15 2-16,-1 6-2 16,-2 4 1-16,2 0-5 15,-4 3 5-15,-3 1-1 16,-1 5-1-16,-1-1 0 16,0 3 4-16,-6 3-3 0,-6 5-4 15,0-5-58-15</inkml:trace>
  <inkml:trace contextRef="#ctx0" brushRef="#br0" timeOffset="105497.76">9540 14415 76 0,'0'0'2'0,"0"0"5"0,0 0 5 0,0 0-5 16,0 0-3-16,-40 11 2 15,34-11 8-15,2 0 8 16,-2 0 2-16,3 0 0 16,1-2-11-16,2-3-6 15,0-2-7-15,0 0-2 16,0-1-4-16,6-1-5 0,1 1 4 15,3-1 7-15,-2 2-1 16,1 0 1-16,3 1 1 16,-4 2-2-16,3 0 1 15,-1 1-4-15,-1 3 5 16,-1 0 1-16,-1 0-3 0,2 0 1 16,-4 1-6-16,-1 6-2 15,0 1 9-15,-3 1-2 16,-1 2 1-16,0 0 0 15,0 0 3-15,-1 2-4 16,-5 0 3-16,-1-1-1 0,-4 0 2 16,2 5-1-16,-4-3 1 15,1-1-2-15,1 1 1 16,-3-1-2-16,4-1 1 16,1-1-1-16,1-3 0 0,4 1 0 15,0-4-1 1,0 0 1-16,3-2 0 0,1 1-1 15,0-3-5-15,0 2-1 16,3 0 1-16,3-2-4 16,2 2 0-16,2-2-1 15,-1 2 8-15,3-1 1 16,1-1 0-16,0 2-6 0,-1 0-2 16,-2-2-8-16,-1 3-28 15</inkml:trace>
  <inkml:trace contextRef="#ctx0" brushRef="#br0" timeOffset="105725.42">9560 14781 29 0,'0'0'37'0,"0"0"-18"0,0 0-10 0,0 0 3 15,0 0 18-15,0 0 6 16,0 0-7-16,0 0-7 16,0 0-10-16,0 0-6 15,0 0-6-15,-3 2-7 16,6-6-6-16,1-5-75 0</inkml:trace>
  <inkml:trace contextRef="#ctx0" brushRef="#br0" timeOffset="107011.56">9754 14169 39 0,'0'0'27'16,"0"0"-11"-16,0 0 3 16,0 0-4-16,0 0-5 15,0 0 0-15,0 0-4 16,0 0 2-16,0 0 0 0,-14-24-1 16,12 23 0-16,2-2-3 15,-2 0-1-15,-2 1-2 16,2 0 1-16,-1-2-2 15,-1 2 0-15,-2-1 1 16,0-1 3-16,-2 1 2 16,1-1 0-16,-2 1-3 0,-2-1-2 15,2 1-1-15,-4 0 0 16,-1 0-1-16,1 1 2 16,-1-1-1-16,-3 1 1 15,3 1-1-15,0-2 1 16,-2 3 2-16,2 0-1 0,-3 0-1 15,2 0-1-15,-3 2-1 16,1 4-1-16,0 2 0 16,-3 0 4-16,3 2-2 15,-1 1 0-15,4 0 1 16,-2 0-1-16,1 0-1 16,-1 2 2-16,5-2-1 0,-2 2 0 15,1 1-1-15,0 2 1 16,-2-2 0-16,2 5 0 15,0-1 0-15,0 2-2 16,1 1 2-16,-1-1-2 0,3 4 2 16,3-3 0-16,-1 2 1 15,3 1-1-15,-3-1 0 16,4 0 1-16,1 1-1 16,2 1 2-16,0 0-2 15,0 0 1-15,0 2-1 0,1-1 1 16,5 1-1-16,1-2 1 15,-2 1-1-15,1-2 0 16,1-3 1-16,-1-1-1 16,4 0 1-16,-4-1-1 15,3-2 0-15,-2 0 1 16,4-2-1-16,0 0 1 0,1-1-1 16,-2 1 1-16,0-2 0 15,3 3 1-15,-2-2 0 16,0 3-2-16,3-3 1 15,1 3-1-15,1-4 1 16,-1 1-1-16,1-2 2 0,-1-4-1 16,4-1-1-16,-4-4 3 15,1-1 7-15,0-2-1 16,2 0 1-16,0 0-4 16,-1-2-2-16,2-4 2 0,0-1-2 15,1-1-3-15,1-1 0 16,-2-2-1-16,-1 3 1 15,3-3 0-15,-4 0-1 16,0 0 1-16,0-1-1 16,1-1 1-16,-1 0-1 15,1-2 1-15,1 1-1 0,-4 0 1 16,1-2-1-16,-3 2 0 16,3-3 2-16,-5-1-1 15,2-1-1-15,-1-2 4 0,-1-4 2 16,-2-3 1-1,3-2-5-15,0-4-1 0,0-2-1 16,-3-3 1-16,1-1-1 16,-1-1 1-16,-3 1-1 15,-2 0 0-15,-4-1 0 16,0 2 1-16,-7 3 0 16,-9-1-1-16,-8 6 3 0,-5 4-6 15,-9 3-13 1,-14 3-53-16</inkml:trace>
  <inkml:trace contextRef="#ctx0" brushRef="#br0" timeOffset="112058.51">14141 13891 86 0,'0'0'3'0,"0"0"7"0,0 0 0 0,0 0-7 16,0 0-2-16,0 0 0 15,0 0 2-15,0 0 2 16,0 0 7-16,0 0 2 0,0 0 3 16,0 0-6-16,0 0-5 15,-8-30-1-15,7 30-1 16,-1-3-2-16,0 2 0 16,-2-2-2-16,0 2 0 15,-2-1 1-15,1 1-1 0,-1-2 2 16,-1 0-2-16,2 0 1 15,-3 2 1-15,2-2-1 16,-1 2 0-16,0 1-1 16,-4 0 1-16,2 0-2 15,-2 0-1-15,-1 0 1 16,-1 0 2-16,0 0 0 0,-1 1-2 16,1 3 0-16,0 2 1 15,2 0 0-15,-2 1 1 16,1 1-1-16,-1-2 0 15,-1 0 1-15,1 5-3 0,-5-4 2 16,1 3 1-16,-2 0 0 16,-1-1 0-16,2 2 2 15,-4 2-3-15,-1-1 2 16,2 1-1-16,0 1 0 16,1-1 0-16,4 0 0 0,0-3-2 15,3 0 2-15,2-3-1 16,4-2 2-16,1 0-1 15,3 1-12-15,-1 1 12 16,0 0-3-16,1 3 4 16,-2 2 3-16,-2 1-3 15,3 2 0-15,-2 0 0 0,-1 2-1 16,0 3 0-16,1 0-1 16,1 1 0-16,-1 3 1 15,1 0-2-15,-1 1 1 16,1 0 1-16,2-2-1 15,1 3 0-15,0-5 0 0,2 0 0 16,-2-1 2-16,2 0-4 16,0 1 4-16,0-1-2 15,0 0 0-15,2 0 1 16,2-1-1-16,4 0-1 16,0 1 2-16,-2 0-1 0,2-3 0 15,3 3 1-15,-5 0-1 16,3 0 0-16,-2-3 0 15,3 3 0-15,0-2 1 16,-1-2-1-16,-2-2 0 16,4 1 0-16,-3-2 1 0,0 0 0 15,1 1 0-15,-4 2-1 16,1-2 1-16,0 0-1 16,-1 1 0-16,2 0 1 15,0-1 1-15,3 2 1 16,2 1-2-16,-1-1 1 0,2-1-1 15,-1 1 0-15,1-1 0 16,-2-3-1-16,1-1 1 16,-2-2-1-16,2-2 1 15,-4-3 1-15,2 0 2 16,3-3 0-16,0 1 0 0,0-2-1 16,3 0 0-16,-3 0-1 15,2 0 0-15,1 0-2 16,-1 0 1-16,2-2 0 15,-1-3 1-15,-1-3-1 16,2 0 2-16,1-3-3 0,-1 1 2 16,1-2-1-16,-3 0 1 15,2-3 0-15,-2-1-1 16,3-1 1-16,-5-2-1 16,-1 0 2-16,0-4-2 15,-2 0 1-15,3-2-1 0,-4 0 0 16,0-6 0-16,0 0-1 15,0-2 0-15,-2-1 0 16,1-2 1-16,-1 1 1 16,0-1-4-16,-3 1 2 15,-1 0 2-15,-1 3-2 16,-2-2-2-16,0 3 4 0,0 1-4 16,-5 0 4-16,-5 0-1 15,-3 2-1-15,0 2 1 16,-2 5-2-16,0 0 0 15,-1 7 1-15,5 5-2 16,1 4-13-16,3 0-28 0,3 0-74 16</inkml:trace>
  <inkml:trace contextRef="#ctx0" brushRef="#br0" timeOffset="113034.18">15699 14232 2 0,'0'0'73'0,"-2"0"-54"0,2 0-1 0,-2 0-5 16,2 0 1-16,0 0 1 15,0 0-4-15,0 0-9 16,0 0-1-16,0 0 4 0,0 0-2 16,0 0-1-16,0 0-1 15,2-2 0-15,2 1-1 16,3 1-1-16,1-3 1 15,5 2 0-15,0-3-1 0,2 2 2 16,2-2-1 0,2 1 0-16,-3 0 1 0,2 0 1 15,-2 1-4-15,-2 0 4 16,0 1-2-16,0-2 0 16,-5 3 0-16,-1 0 0 15,0 0 0-15,-2 0-2 16,-4 0-19-16,-2 4-26 0,0 0-30 15</inkml:trace>
  <inkml:trace contextRef="#ctx0" brushRef="#br0" timeOffset="113618.42">15905 15594 73 0,'0'0'16'0,"0"0"-10"0,0 0-6 0,0 0 0 0,0 0-1 16,0 0-5-16,0 0-29 15</inkml:trace>
  <inkml:trace contextRef="#ctx0" brushRef="#br0" timeOffset="118521.02">18046 17116 99 0,'0'0'90'15,"0"0"-80"-15,-1 0 12 0,-1 0-12 0,0 0 3 0,1 0-4 16,0 0 0-16,-1 0-4 15,2 0-3-15,-2 6-1 16,2 4-1-16,0 3 0 16,0 5 0-16,0 5 1 15,0 0-1-15,0 4 1 0,4-2-1 16,-1 1 2-16,0-1-2 16,0-2 0-16,-1-4 0 15,-2-1-4-15,0-2-14 16,0-6-28-16,-2-5-79 0</inkml:trace>
  <inkml:trace contextRef="#ctx0" brushRef="#br0" timeOffset="119019.31">17928 17209 146 0,'0'0'2'0,"0"0"3"0,0 0 4 15,28-43-3-15,-14 31-2 16,2-1-1-16,6 1-2 16,-3 1 0-16,4 1-1 15,0 2 1-15,0 2 0 16,-4 3 0-16,1 2-1 0,-3 1 2 15,0 0-1-15,-3 2 3 16,3 7 1-16,-1 1 2 16,-3 3-2-16,3 1-1 15,-3 3-2-15,0 1-1 16,-1 1 0-16,-3 1 0 0,-2-2 0 16,0-1 1-16,-3 3-2 15,-2-4 2-15,-2 0 3 16,0 0-1-16,-2 0 0 15,-9 0 0-15,2-1 2 0,-4-2-2 16,-2 2 4-16,-2-2-2 16,-3-1 1-16,0-1-1 15,-2 1-4-15,1 0-2 16,-2 1 2-16,5-2-2 16,1-1-1-16,1-1 1 15,7 1 0-15,1-4-6 16,6-2-20-16,2-4-62 0</inkml:trace>
  <inkml:trace contextRef="#ctx0" brushRef="#br0" timeOffset="119362.25">18475 17243 191 0,'0'0'12'0,"0"0"11"0,0 0-6 15,0 0-8-15,0 0-3 0,0 0 5 16,0 0-5-16,0 0-7 15,0 0-1-15,0 0 1 16,0 13 2-16,2 1 1 16,1 2-2-16,0-1 1 15,2 1-1-15,-2-3 0 0,-1-1-1 16,1-2-14 0,-1-4-26-16,0-6-62 0</inkml:trace>
  <inkml:trace contextRef="#ctx0" brushRef="#br0" timeOffset="119524.61">18504 17068 267 0,'0'0'8'0,"0"0"-1"15,0 0-6-15,0 0-2 0,0 0-27 16,0 0-47-16,0 0-27 15</inkml:trace>
  <inkml:trace contextRef="#ctx0" brushRef="#br0" timeOffset="120058.57">18768 17138 110 0,'0'0'2'0,"0"0"2"16,0 0 19-16,0 0 22 15,0 0-6-15,0 0-13 16,0 0-8-16,0 0-9 16,-28-30-7-16,18 30 0 0,1 0-5 15,0 1 2-15,-2 8-3 16,4 0 4-16,-1 1 2 15,3-1-2-15,1 1 0 16,1 1 0-16,3-2 0 0,0 0 0 16,0-2-2-1,9 0 2-15,-4 0 2 0,5 0-2 16,-1 0 1-16,2-1-1 16,-1 1 0-16,2 0 1 15,0-1 0-15,-4 0-2 16,1 0 2-16,-1 0-1 15,-4 0 0-15,0-2 0 0,-2 2 0 16,-1-2 0-16,0-1-1 16,-1 1 1-16,0-1 2 15,-4 0 1-15,-2 0 5 16,-4 1 2-16,0-2 0 0,-1 0-4 16,2 2 1-16,-3-1-6 15,3 2 0-15,1-3-1 16,1 1 0-16,3 1 0 15,1-1-3-15,1 2-13 16,2-1-23-16,0-1-35 0,0-3-19 16</inkml:trace>
  <inkml:trace contextRef="#ctx0" brushRef="#br0" timeOffset="120657.38">18994 17125 86 0,'0'0'11'0,"0"0"5"0,0 0 5 0,0 0 0 15,0 0 13-15,0 0-10 16,0 0-1-16,0 0-5 16,0 0-4-16,0 0-7 0,0 0-4 15,0 0-2-15,-26-31-3 16,23 31-4-16,-1 0 4 16,-1 1 0-16,-2 5 2 15,0 1 0-15,1 0 1 16,1 2 0-16,-3 2 0 15,2-1-1-15,1 3 0 0,2 1 0 16,1-1 1-16,2 0-1 16,0-1 1-16,0 0 2 15,3-1-1-15,5-3-1 16,3 1 1-16,-2-1 0 16,3 1-2-16,2-3 1 0,0-2-2 15,2 0 1-15,1-2-3 16,1-2-12-16,-2 0-30 15,0-5-60-15</inkml:trace>
  <inkml:trace contextRef="#ctx0" brushRef="#br0" timeOffset="121124.78">19163 17138 192 0,'0'0'13'16,"0"0"10"-16,0 0-19 16,0 0 0-16,0 0-2 15,0 0-2-15,0 0 1 16,0 0-1-16,0 0 0 16,23-26 0-16,-15 26 0 0,2 0 1 15,-1 0-2-15,1 0 1 16,2 4-1-16,-3 4 0 15,2 1 0-15,0 0-3 16,-1 4 3-16,0-2 1 0,-3 2-4 16,0-2 3-16,-2-1 2 15,-2 0-2-15,-2-1 1 16,0-1-4-16,-1-3 1 16,0-1 2-16,0-3 2 15,-5-1 7-15,0 0 4 0,-1 0 3 16,-2 0 1-16,2-4-1 15,1-4-3-15,-3 0-2 16,4-3-6-16,0-2 2 16,0 1-2-16,4-2 5 15,0-1-8-15,0 0-1 16,10-2-1-16,3 2 1 0,5-2-11 16,1 3-22-16,2-2-19 15,-1 2-55-15</inkml:trace>
  <inkml:trace contextRef="#ctx0" brushRef="#br0" timeOffset="121606.77">19494 17102 53 0,'0'0'31'0,"0"0"-21"0,0 0 5 0,0 0 1 16,0 0-3-16,0 0 2 0,0 0 21 16,0 0-6-16,0 0-13 15,0 0-6-15,9 0-8 16,-4-7-1-16,-3 2-1 16,-1-2-1-16,1-1 0 15,-2 1 1-15,0 0-1 16,0 1 1-16,0 1 0 15,0 1-1-15,0 1 1 0,-3 1-2 16,-3 2 2-16,2 0-3 16,0 0 0-16,-3 6 2 15,2 2 0-15,2 4-1 16,-4 1 2-16,4 0-2 16,2 2 1-16,0-1 0 0,1-3 1 15,0 1 0-15,0-2 0 16,5-2-1-16,2-1 1 15,0-2 0-15,1 0 0 16,4-3 0-16,-1-2-1 16,0 0 2-16,3 0 1 0,1-7-3 15,0-5-15-15,-2-3-28 16,0-2-16-16,-2-3-10 16</inkml:trace>
  <inkml:trace contextRef="#ctx0" brushRef="#br0" timeOffset="122026.22">19637 16645 126 0,'0'0'-4'0,"0"0"9"16,0 0 3-16,0 0-5 0,0 0 5 15,0 0 5-15,0 0 8 16,0 0 0-16,0 0-13 0,0 0-8 16,-17-17-1-16,17 25 1 15,2 5 0-15,1 1 0 16,3 5 0-16,-3 1 0 16,0 3 1-16,0 2 0 0,1-1 2 15,0 2 2-15,-1-2 3 16,-1 0-3-16,2 0-1 15,-2 0-1-15,2 0 1 16,-2 1-2-16,0-3 3 16,2 1-1-16,0-4 0 15,-1 1-3-15,1-5 2 0,2 1-2 16,1-4-1-16,0 0 2 16,0-4-2-16,1 0 0 15,2-3-3-15,-1-2-15 16,0-3-41-16,2 0-63 15</inkml:trace>
  <inkml:trace contextRef="#ctx0" brushRef="#br0" timeOffset="122584.21">19867 17048 100 0,'0'0'20'16,"0"0"-19"-16,0 0-1 15,0 0 1-15,0 0-1 16,0 0 1-16,0 0-1 16,0 0 2-16,0 0 3 0,12 19 9 15,-9-19-5-15,1 0 0 16,2 0 1-16,-3 0-6 16,1-2 3-16,0-3-1 15,1-1 6-15,-3-1 3 16,0-2-4-16,-1 2-3 15,-1-1-1-15,0-1 0 0,0 1 0 16,0 1-5-16,0 2-1 16,-2 1 2-16,-1 0-3 15,0 2 5-15,-1 1-4 16,1 1-1-16,0 0-2 16,0 0 0-16,-2 4 0 15,1 6 1-15,0 1-1 0,-3 0 2 16,3 3 0-16,1-3 0 15,1 3 0-15,1-4 0 16,1 1 0-16,0-2 2 16,0-2-1-16,3 0 1 15,1-1-1-15,1-2 0 0,2 0 0 16,0-1 0-16,0-2 1 16,3-1 2-16,-3 0 0 15,2 0 1-15,0 0-2 16,-1 0 2-16,2-1-3 0,-4-3-1 15,1 0-1-15,-2-2 0 16,-1 2 0-16,1-3 0 16,-5 0-8-16,2 0-14 15,-2-3-32-15,0 1-62 16</inkml:trace>
  <inkml:trace contextRef="#ctx0" brushRef="#br0" timeOffset="122940.7">19694 16862 107 0,'0'0'26'0,"0"0"4"0,0 0-8 0,0 0-3 0,0 0-7 16,0 0-3-16,39-7 0 15,-28 6-1-15,1-2-1 16,1 0-6-16,0-1 0 15,1 1-1-15,-1-1 1 16,3-2-2-16,-1 0-6 0,-1-2-42 16,-1-4-82-16</inkml:trace>
  <inkml:trace contextRef="#ctx0" brushRef="#br0" timeOffset="123381.36">20119 16669 7 0,'0'0'92'0,"0"0"-84"15,37 0 17-15,-22 0-7 16,-1 0 0-16,0 0 5 16,1 3-1-16,1 1-7 0,2 3-2 15,-1 3-4-15,2 2-5 16,-3 3-2-16,1 2 0 15,-2 3-1-15,1 0 2 16,-6 4-1-16,2 2-2 16,-4 2 0-16,-4 5 0 15,-3 2 0-15,-1 2 0 16,-1 0 0-16,-12 3 0 0,-6 0-2 16,-8 1 2-16,-6 0-6 15,-4 2-27-15,-5-3-129 16</inkml:trace>
  <inkml:trace contextRef="#ctx0" brushRef="#br0" timeOffset="124341.5">17684 16875 130 0,'0'0'15'0,"0"0"17"0,0 0-8 0,0 0-10 15,0 0-1-15,0 0-2 0,0 0-1 16,0 0 0-16,0 0 1 16,0 0 1-16,-38-5-8 15,34 5-4-15,1 0 0 16,-1 0-1-16,-5 5 0 0,4 4 1 15,-4 0-1-15,0 2 1 16,0 2-1-16,0 3 1 16,-1 0 0-16,-1 4-2 15,1 1 0-15,0 1-6 16,-1 1 2-16,3-2-1 0,0 2 4 16,3-4 1-1,-1 5 2-15,2-4-1 0,2 3 2 16,-3 0-1-16,3 1 0 15,0 1 0-15,2-1 1 16,0 2-1-16,0 1-1 16,0-3 2-16,3 3-1 15,3-2 0-15,2-2 0 0,1 0 1 16,1 0-1-16,2-2 0 16,1 0 1-16,3-2-1 15,-1-1 1-15,3 0 0 16,2-2-1-16,-2-2 1 0,4 1 0 15,-1-4 4-15,3-1-4 16,-1-1 2-16,3-2-1 16,2 0 0-16,5-3 0 15,-1-4-2-15,-1 0-2 16,-1-14-113-16</inkml:trace>
  <inkml:trace contextRef="#ctx0" brushRef="#br0" timeOffset="137877.59">16410 16490 96 0,'0'0'25'0,"0"0"6"0,0 0-8 0,0 0-15 16,0 0-3-16,0 0-3 15,0 0-1-15,0 0 0 16,0 0 3-16,0 0 0 16,0 0-2-16,0 0-4 0,0 0-5 15,0 0 4-15,-5-7 3 16,5 14 1-16,2 0-1 15,3 2 0-15,-1-2 1 16,1-1-1-16,2-1 0 0,-4-2 1 16,1 0-1-16,2-3 2 15,-3 0-1-15,3 0-1 16,2-7 2-16,2-5 1 16,1-2 2-16,3-4-2 15,1-2 1-15,3-3-5 16,0-1 3-16,4 0 1 0,3 1-1 15,0-1 1-15,4 1-2 16,0-1-1-16,-1 2 0 16,1 0 1-16,-2 2-1 15,-2 3 0-15,-4 3 0 16,-2 3 0-16,-3 4-1 0,-5 5-1 16,-4 2-13-16,-3 0-39 15,-4 2-3-15</inkml:trace>
  <inkml:trace contextRef="#ctx0" brushRef="#br0" timeOffset="139681.94">13991 17408 42 0,'0'0'14'0,"0"0"6"0,0 0 1 0,0 0 2 16,0 0-1-16,0 0-6 15,0 0-1-15,0 0-2 16,0 0-3-16,0 0-4 15,0 0-4-15,0 0 2 16,-11-5-3-16,7 1 0 0,1 3 1 16,0-3 1-16,0 0-1 15,1 0 2-15,-3 1-3 16,2-1 0-16,0 3-1 16,0 1 1-16,1 0-1 15,-4 0 0-15,1 3 0 0,1 6 0 16,-4 3 0-16,2 2 1 15,-1 5-2-15,3 1 3 16,-1 1-1-16,1 0-1 16,4 1 1-16,0-1 0 15,0 0 1-15,4-3-1 16,4 1 1-16,2-2-1 0,2-3-1 16,-3-1 1-16,1 0-1 15,2-3 1-15,-3-3-1 16,2-2 0-16,1-3 1 15,1-1 0-15,3-1-1 0,1-1-13 16,-3-13-64-16,1-3-65 16</inkml:trace>
  <inkml:trace contextRef="#ctx0" brushRef="#br0" timeOffset="140044.95">14152 17491 212 0,'0'0'4'0,"0"0"14"0,0 0-15 16,0 0-5-16,0 0-1 16,0 0 2-16,-7 47 1 15,7-27 0-15,0-4 0 0,0-2 0 16,5 0 0-16,2-4 1 16,0-2-1-16,1-1 2 15,-1-5-4-15,0 1 2 16,-1-3 2-16,1 0-1 0,-4 0 3 15,1-5 2-15,1-3 4 16,-1 0-1-16,-2-4-1 16,0-1-2-16,1 1-2 15,-3-2-1-15,0 1 1 16,0-1-2-16,0 1 1 16,-6 4 0-16,1 2 1 15,-3 0-2-15,2 4-2 16,-2 3 0-16,3 0-6 0,-3 3-15 15,4 6-17-15,0-4-34 16,4-3-45-16</inkml:trace>
  <inkml:trace contextRef="#ctx0" brushRef="#br0" timeOffset="140444.07">14293 17429 186 0,'0'0'9'0,"0"0"-6"16,0 0 2-16,0 0-2 15,0 0-1-15,0 0-2 16,0 0 1-16,0 0-1 0,41-17 1 16,-32 17 1-16,3 0 0 15,3 3-2-15,0 4 1 16,3 2 0-16,-1 2-1 15,-2 3 1-15,0-1-1 16,-1 1 1-16,-3 0 0 0,-1 0-1 16,-4-1 0-1,-2-2-1-15,0-3 2 0,-2-3-2 16,-2 1 1-16,0-4 0 16,0-2 3-16,0 0 2 15,0-1 7-15,-2-9 2 16,-4-4-5-16,3 0-4 0,1-6-2 15,-1-3-2-15,3-1-2 16,0-3 1-16,6-1-25 16,2-2-51-16,1 0-85 15</inkml:trace>
  <inkml:trace contextRef="#ctx0" brushRef="#br0" timeOffset="140828.35">14664 17310 179 0,'0'0'9'0,"0"0"-5"0,0 0-4 0,0 0 3 0,0 0-3 15,0 0 1-15,0 0-1 16,0 0 0-16,45 41 2 15,-36-30-2-15,-1 2 1 16,2 2-1-16,-1-2 1 16,-3 2-1-16,-3-3 1 15,-1-2 0-15,0-2-3 0,-2-1 3 16,0-4 1-16,0-2 7 16,0-1 10-16,-4 0 7 15,1-4-8-15,-1-5-5 16,-2-4-7-16,2-1-5 15,3-3 5-15,-1-3-5 0,2-4-2 16,0 1-1-16,3-2-3 16,7 2-23-16,-3-1-14 15,4 1-62-15</inkml:trace>
  <inkml:trace contextRef="#ctx0" brushRef="#br0" timeOffset="141205.1">14918 17343 89 0,'0'0'0'16,"0"0"0"-16,0 0 1 16,0 0-1-16,0 0-1 15,0 0 0-15,37-5 4 16,-34-4 10-16,-1 0 11 0,0-3-7 15,-1-1-12-15,-1 2-4 16,0 0 0-16,0-1-2 16,0 5 1-16,-1 3-1 15,-4 1 1-15,1 3 11 16,-4 0 2-16,2 0-7 0,0 7 0 16,3 6-5-16,-1 3 1 15,2-1-1-15,2 2 0 16,0-1 0-16,0-2 0 15,2 0 1-15,3-4-1 16,3 0-1-16,2-4 2 0,0-1-2 16,2-5-11-16,1 0-39 15,0-5-34-15</inkml:trace>
  <inkml:trace contextRef="#ctx0" brushRef="#br0" timeOffset="141667.45">15080 17230 188 0,'0'0'10'0,"0"0"-2"15,0 0-9-15,0 0 1 16,-13 46-1-16,13-31 1 0,0 2 0 16,0-3-1-16,6-1 2 15,2-1-3-15,0-4 2 16,-1-1 0-16,4-2 0 15,-3-3 0-15,1-2-1 0,1 0-1 16,1-5 3-16,-4-5 4 16,1-6 1-16,1 2-1 15,-2-5 3-15,-2-1-1 16,-1-2-4-16,0-1-1 16,-4-1-2-16,0 0 1 15,0 0-1-15,0 1 0 0,0 2 0 16,-2 2 1-16,-3 4-1 15,2 3 0-15,1 4 1 16,1 3-1-16,1 3 0 16,0 2-2-16,0 0-13 15,0 11 9-15,2 2 5 0,5 2 3 16,-1 2-2-16,4 2 0 16,-1-1 1-16,1 1 0 15,2-4-1-15,-1 0 2 16,-2-1-2-16,1-1 0 15,-4-3-45-15,-1-1-19 0,-4-6-46 16</inkml:trace>
  <inkml:trace contextRef="#ctx0" brushRef="#br0" timeOffset="141809.94">15232 17183 185 0,'0'0'4'0,"0"0"5"0,0 0-9 16,0 0 1-16,36-47-34 0,-19 30-29 16</inkml:trace>
  <inkml:trace contextRef="#ctx0" brushRef="#br0" timeOffset="142250.79">15643 16725 74 0,'0'0'2'15,"0"0"0"-15,0 0 1 16,-39 37-2-16,25-19 2 15,-2 6 2-15,-4 2 5 16,0 6 0-16,-4 4 0 0,0 2-1 16,-4 5 1-16,-2 1-4 15,-3 3-1-15,-5 2 3 16,-4 4 6-16,-5 2 7 16,-3 8 2-16,-3 2-8 15,-3 6-6-15,-2 2-4 0,0 3-1 16,-1-2 1-16,4-4-3 15,6-5 1-15,0-4 2 16,7-3-4-16,4-6 1 16,5-3 0-16,6-5 0 15,4-4-2-15,5-6 1 16,5-8-2-16,8-8-4 16,-1-4-12-16,6-7-28 0,0-6-32 15,0-1-50-15</inkml:trace>
  <inkml:trace contextRef="#ctx0" brushRef="#br0" timeOffset="142820.62">14699 18058 129 0,'0'0'6'0,"0"0"-2"0,0 0-4 0,0 0 0 16,0 0 2-16,0 0 6 15,21 43 0-15,-17-29 0 0,3 2-1 16,-1 0-2-16,-1-1 1 16,2 0-3-16,-4-4-2 15,2 1 1-15,0-3-2 16,-1-1 1-16,0-3-1 0,2-3 1 15,-3-2 0-15,2 0 0 16,2-1 2-16,-1-9-1 16,2 0 2-16,-2-3-4 15,2-1 1-15,1 1-1 16,-3 5 0-16,1 1 0 0,0 1 1 16,2 4-1-1,-2 2 0-15,3 0 0 0,-1 0-1 16,1 0 2-16,-1 3 0 15,1-1-1-15,2 1 1 16,-5-3-1-16,1 0 2 16,-2 0-2-16,0-1 3 0,-2-6 5 15,-2-2 8-15,0-3 1 16,-1-2-4-16,-1 0 1 16,0 0 1-16,0-3-3 15,-5 4-1-15,-4-3-2 16,2 2-4-16,-1 3-3 0,1 2-1 15,1 3-3-15,2 1 0 16,2 3-7-16,2 2-18 16,0-3-66-16,0-1-22 15</inkml:trace>
  <inkml:trace contextRef="#ctx0" brushRef="#br0" timeOffset="143227.37">15024 17942 212 0,'0'0'-3'0,"0"0"21"0,0 0-11 0,0 0-5 0,0 0-1 16,0 0 0-16,0 0 0 15,0 0 1-15,40-29 0 16,-30 29-1-16,1 0-1 0,1 7 3 15,1 2-2-15,2 0-1 16,-3 2 0-16,0-1-3 16,-3 0 3-16,-4-2-1 15,0 1-1-15,-3-4 0 0,0 0 2 16,-2-2 1 0,0-1-1-16,-2-2 2 0,-5 0 3 15,2 0 1-15,-2-4 10 16,1-5 2-16,-2-2-9 15,2 0-4-15,1-3-6 16,3-2 2-16,2-4-1 0,0 0 1 16,7 1-11-16,5-2-13 15,3 3-13-15,-1 0-41 16,1 3 4-16</inkml:trace>
  <inkml:trace contextRef="#ctx0" brushRef="#br0" timeOffset="143503.19">15277 17780 70 0,'0'0'22'0,"0"0"8"16,0 0-8-16,6 49-11 16,-4-36-5-16,1-1-2 15,0-1-3-15,-1-3 1 0,4-2 1 16,-4 0-2-16,1-6 2 16,3 0 5-16,-1 0 5 15,4-8-3-15,-4-3-1 16,3-2-5-16,-3-2 0 0,0-1 0 15,-1 2 0-15,-4-3 5 16,0 3 3-16,0 0-3 16,-8 2 2-16,2 2 1 15,-3 5-3-15,0 1-7 16,0 4 0-16,0 0-7 16,2 5-6-16,2 6-16 0,1-1-12 15,0-2-35-15</inkml:trace>
  <inkml:trace contextRef="#ctx0" brushRef="#br0" timeOffset="143929.78">15425 17673 187 0,'0'0'4'0,"0"0"6"15,0 0-6-15,0 0-4 16,0 0 0-16,0 0-3 16,0 0 3-16,0 0 0 15,0 0 1-15,27 39 1 16,-21-27-1-16,0 1-1 16,-3 1 2-16,1-4-2 0,1-2 0 15,-5-3 0-15,2-2 0 16,-2-2 0-16,0-1 1 15,0 0 2-15,0 0 20 16,0-8-10-16,0-2-8 16,-2-6-1-16,2-1 1 0,0-1-2 15,0-1 0-15,0 1-2 16,0 1 1-16,4 3-1 16,1 2-1-16,1 5 0 15,-1 1 0-15,4 5 0 16,-3 1-2-16,4 0 0 0,0 4-4 15,4 6-11-15,-1-1-17 16,-1-2-32-16,0-3 4 16</inkml:trace>
  <inkml:trace contextRef="#ctx0" brushRef="#br0" timeOffset="144421.51">15751 17480 213 0,'0'0'12'0,"0"0"-6"0,0 0-6 0,0 0 1 0,-38-34-2 16,29 34-2-16,2 1 2 16,-1 10 2-16,2 1-1 15,0 5 3-15,3 4-3 16,2-5 0-16,1 1 0 0,0 0-10 15,1-7-19-15,6-3-4 16,1-2 6-16,0-4 19 16,-1-1 7-16,2 0 0 15,0-2 1-15,-2-7 2 0,1 0 7 16,-3-4 3-16,0 2 4 16,1 0 12-16,-4 1-6 15,-1 0-9-15,1 1-5 16,-2 3 0-16,1 5 0 15,-1-2-1-15,1 3-3 16,0 0-7-16,0 9-4 0,3 4 5 16,-2 2 5-16,1 5-1 15,1 1-1-15,0 2 0 16,2 1 0-16,-2 0-2 16,2 1-1-16,-5-3 5 0,0 4-3 15,-1-2 1-15,0 1 0 16,-6-5-3-16,-6 2 3 15,-3-3-4-15,-4-4-36 16,-2-7-54-16</inkml:trace>
  <inkml:trace contextRef="#ctx0" brushRef="#br0" timeOffset="145817.7">14642 16672 71 0,'0'0'5'0,"-49"0"9"0,26 0-8 0,-4 0-3 0,0 0-1 16,1-3 0-16,-2 3 8 15,-2 0 2-15,3 0 1 16,-2 0 0-16,2 3-2 15,-2 0 0-15,4 3-5 16,-1 1-2-16,3 2-1 16,1 0-2-16,-3 2 0 15,-2 1-1-15,0 1 0 0,0-1 0 16,-3 4-1-16,-4 1 1 16,3 1 1-16,-1 2-1 15,-1 3 0-15,0-1 0 16,3 3 2-16,-1 0-2 0,-1 2 3 15,3-1-3-15,0-2 2 16,0-1-2-16,3 1 0 16,-1-1 1-16,-1 1 1 15,3 0-2-15,0 3 2 0,2 1 0 16,0 2 2-16,4 4 2 16,-1 2-2-16,4 2 2 15,0-1-3-15,5 4 4 16,1 1-2-16,0 0-3 15,2-1-1-15,3 3 1 0,1 0-1 16,2 2 0-16,2-1 0 16,0 2 8-16,0-1-7 15,4-1-2-15,5-3 1 16,3 0-1-16,2-2-1 16,7-2 2-16,-2-4-3 0,6 2 2 15,4-5 1-15,1-3-1 16,5 0 1-16,-1-3-1 15,6-1 0-15,-2 0 0 16,0-1 1-16,1 1 0 16,3 0-2-16,-1 0 2 15,2-1-1-15,2 4 2 0,0-4-1 16,6 1-1-16,1-1 0 16,3-2 2-16,3 0-5 15,1-4 3-15,5-1-2 16,-1-2 5-16,1-1-1 0,0-3-2 15,-3 1 2-15,1-4 0 16,0 0 0-16,1 0-1 16,3-2 0-16,3-1-1 15,5 0 0-15,1 0 2 16,0-2-2-16,-2-2 0 16,-2 0 1-16,-1-7-1 0,-3-7-3 15,-1-4 3-15,-1-7 0 16,0-4 2-16,4-5-1 15,-2-4 0-15,-1-3 0 16,-1-2 0-16,-7-1 0 0,-4-2-1 16,-10-3 1-16,-4 0-1 15,-7-3 0-15,-5-2 1 16,-4-2 0-16,-3-3 2 16,-5-5 2-16,-1-2-1 15,-5-6 1-15,-2-1-2 16,-3-2-1-16,-5-1 0 0,0 2-2 15,-7 0 6-15,-9 5 2 16,-3 2-2-16,-8 4 0 16,-4 4 4-16,-3 1-3 15,-6 3 23-15,-2 3-25 16,-8 1-4-16,-4 3-3 16,-6 2 1-16,-10 2 0 0,-11 7 2 15,-7 3-2-15,-8 6 2 16,-14 5-3-16,-10 13-1 15,-8 10-2-15,-13 3 0 16,-6 28-16-16,-14 15-10 0,-7 18-29 16,-11 8-48-16</inkml:trace>
  <inkml:trace contextRef="#ctx0" brushRef="#br0" timeOffset="156353.48">13699 17619 26 0,'0'0'11'0,"0"0"3"0,0 0-3 16,0 0 4-16,0 0 0 15,0 0-1-15,0 0-3 0,0-1 2 16,0 0 3-16,0 0-4 16,0 0 1-16,0 1-4 15,0 0 0-15,0 0 0 16,0 0-9-16,0 0 0 0,0 0-2 16,0 3 2-1,0 5 2-15,0 1-2 0,4-2 1 16,-2 4 0-16,2-5-1 15,1 0 0-15,1-6 1 16,2 0-1-16,3-10 0 16,7-16 3-16,7-12 4 15,8-15-1-15,8-18-4 0,10-11 0 16,7-10 0-16,2-9-38 16</inkml:trace>
  <inkml:trace contextRef="#ctx0" brushRef="#br0" timeOffset="166778.37">10771 10137 87 0,'0'0'5'0,"0"0"9"0,0 0-11 15,0 0-2-15,0 0 0 16,-38 3-1-16,31-1 1 15,2-1 0-15,3-1 1 0,0 0 2 16,2 0-1-16,0 0 2 16,0 0 1-16,0 0-3 15,0 0-3-15,0 0-3 16,0 0 3-16,3 0 3 16,5 0-1-16,2 0 0 0,2-4 0 15,3-2-2-15,2-1 2 16,3 0-1-16,1-4 0 15,0 2 0-15,2-4-2 16,0 3 2-16,-2-4-1 16,2 4 3-16,-2 0-1 0,1-1 3 15,-2 2-2-15,0 1-2 16,-1 2 0-16,-2 0 0 16,1 3 1-16,-6 1-2 15,-2 0-3-15,1 2-7 16,-8 0-12-16,-1 0-13 0,-2 0-60 15</inkml:trace>
  <inkml:trace contextRef="#ctx0" brushRef="#br0" timeOffset="167234.26">10675 10207 47 0,'0'0'9'0,"0"0"2"0,0 0-11 0,0 0-1 16,0 0 1-16,0 0 4 15,0 0 4-15,0 0 4 0,0 0-3 16,42-10 0-16,-25 3-2 16,0-2 1-16,3 1-1 15,1-3-2-15,0 2-2 16,1-2-1-16,2 1-2 15,-1-2 4-15,2 0-1 16,-3 3 0-16,3-1-1 16,-2 0 0-16,-4 4 1 0,0-1-1 15,-2 3 1-15,-3 0-4 16,-6 2-20-16,-3 2-9 16,-3 0-26-16</inkml:trace>
  <inkml:trace contextRef="#ctx0" brushRef="#br0" timeOffset="167603.12">10749 10193 19 0,'0'0'18'0,"0"0"-16"0,0 0 6 0,43-20 5 0,-30 10-3 16,0 3 2-16,2 0 1 15,-1-3-5-15,1 1-1 16,1 1-2-16,0-2-1 16,1 3-3-16,-1 1 0 15,-2-1 0-15,2 3 0 0,-3 1-2 16,-1-1-17-16,-4 2-44 16</inkml:trace>
  <inkml:trace contextRef="#ctx0" brushRef="#br0" timeOffset="167972.92">10673 10211 7 0,'0'0'59'0,"0"0"-52"0,0 0-3 15,0 0 1-15,0 0 0 16,0 0 0-16,0 0-1 16,46-24-1-16,-34 20 0 15,3-1-2-15,2 0 0 16,2-2 1-16,1-2-2 0,0 2 1 15,2-1 0-15,1-1-1 16,0-1 1-16,-1-1-1 16,0 2 0-16,-2 2 1 15,-3 0-1-15,0 1 0 16,-8 2-11-16,-3 0-67 0</inkml:trace>
  <inkml:trace contextRef="#ctx0" brushRef="#br0" timeOffset="168315.47">10682 10179 24 0,'0'0'11'0,"0"0"-1"16,0 0-2-16,0 0-1 0,0 0-4 15,0 0 4-15,0 0 6 16,0 0 3-16,0 0-7 16,-25 11-14-16,37-12 10 15,2-4-3-15,5-1 5 0,1-1 1 16,4-3-4-16,1 2 1 16,-2-2 3-16,0 0-1 15,2 0-3-15,-4-1-2 16,1 2 2-16,-2 2-3 15,-2 0 2-15,-3 3-1 0,-1 0-14 16,-3 1-14-16,-5 0-1 16,-1 1-34-16</inkml:trace>
  <inkml:trace contextRef="#ctx0" brushRef="#br0" timeOffset="168657.4">10683 10190 47 0,'0'0'15'0,"0"0"-11"15,0 0 5-15,0 0 1 16,0 0-6-16,43-21 4 16,-31 14-3-16,3 1 1 15,1 0-2-15,-1-1-1 16,3 1-1-16,-3 1 1 16,2-1-2-16,0 3 1 15,1-2-1-15,1 0 0 0,-2 0-6 16,1 2-8-16,-3-2-5 15,-1 1-10-15</inkml:trace>
  <inkml:trace contextRef="#ctx0" brushRef="#br0" timeOffset="169069.86">10733 10186 29 0,'0'0'7'0,"0"0"5"0,0 0 4 0,49-29 1 16,-33 21-7-16,-1-2-1 15,2 1 1-15,4 1-6 0,-1-2-2 16,1 3-1-16,-2 1 2 15,-2 0-2-15,-2 2 0 16,-4 1-4-16,-2 3-8 16,-5 0-11-16,-4 0-30 15</inkml:trace>
  <inkml:trace contextRef="#ctx0" brushRef="#br0" timeOffset="169361.66">10749 10171 44 0,'0'0'8'0,"0"0"-13"0,0 0 10 16,0 0-4-16,0 0 0 15,0 0 4-15,49-15 3 16,-36 8 3-16,3-2 10 16,1 1-9-16,0 0-4 15,2-1-8-15,-1 2 3 16,-1 0-8-16,-2 2-4 0,-2-2-22 16,-1 3-46-16</inkml:trace>
  <inkml:trace contextRef="#ctx0" brushRef="#br0" timeOffset="169624.83">10726 10193 97 0,'0'0'2'16,"0"0"-2"-16,0 0 0 0,36-12 4 15,-18 4-3-15,4-2 1 16,1 1-2-16,-1 1 1 16,2-1-1-16,-1 2-1 15,-5-1-26-15</inkml:trace>
  <inkml:trace contextRef="#ctx0" brushRef="#br0" timeOffset="170046.68">10744 10221 47 0,'0'0'2'0,"0"0"11"0,0 0-4 0,45-21 3 16,-30 11-5-16,-1 4-3 15,1 0-2-15,-1-1 1 16,2-1-3-16,-1 3 1 15,-1 1-2-15,-3 0-11 16,-2 1-34-16</inkml:trace>
  <inkml:trace contextRef="#ctx0" brushRef="#br0" timeOffset="170319.71">10780 10231 97 0,'0'0'4'0,"0"0"-2"15,0 0-5-15,0 0 11 16,0 0-5-16,0 0-1 15,47-25 1-15,-30 17-2 0,4 0 1 16,-1 1 0-16,0 0-11 16,-2 1-40-16</inkml:trace>
  <inkml:trace contextRef="#ctx0" brushRef="#br0" timeOffset="170544.5">10802 10230 103 0,'0'0'8'0,"0"0"14"15,0 0 4-15,0 0-9 16,0 0-9-16,0 0-5 16,0 0-1-16,0 0 1 15,15-40 0-15,2 31 0 16,3 2-3-16,-2 0-23 15,0 0-23-15,-3 3-17 0</inkml:trace>
  <inkml:trace contextRef="#ctx0" brushRef="#br0" timeOffset="170692.39">10869 10180 52 0,'0'0'65'16,"0"0"-52"-16,0 0-11 16,0 0 2-16,42-13-12 0</inkml:trace>
  <inkml:trace contextRef="#ctx0" brushRef="#br0" timeOffset="172513.17">10655 10262 66 0,'0'0'11'0,"0"0"6"0,0 0-12 0,0 0-4 16,0 0 0-16,0 0-1 16,33-37 1-16,-24 29-1 15,3-2 2-15,1 0 4 16,3 0-1-16,3-1 1 15,-1-2-2-15,5 0-2 0,-3 0 0 16,4 0-1-16,-1-1 1 16,1 3-1-16,-2 1-1 15,1 0 1-15,-2 0-1 16,1 5 1-16,-5-1 1 16,-2 3-3-16,-1 0-10 0,-3 2-8 15,-5-1-12-15,-2 2-44 16</inkml:trace>
  <inkml:trace contextRef="#ctx0" brushRef="#br0" timeOffset="172822.97">10728 10193 31 0,'0'0'18'16,"0"0"8"-16,0 0-15 15,0 0-6-15,0 0 6 16,0 0-6-16,0 0-4 0,45-14 1 16,-28 8 0-16,6-4 0 15,-1 1-2-15,3 1 1 16,1-2 0-16,-1 0-1 15,0 2 1-15,0 0-1 16,-4 1 2-16,0 2-1 0,-5 0-2 16,-3 1-26-16,-5 1-36 15</inkml:trace>
  <inkml:trace contextRef="#ctx0" brushRef="#br0" timeOffset="173641.32">10859 10137 66 0,'0'0'12'0,"0"0"-3"0,0 0 1 0,0 0 1 15,0 0 0-15,0 0-2 16,0 0-3-16,0 0-3 0,0 0-2 16,0 0 0-16,0 0 0 15,26-17-1-15,-19 14 1 16,2 1-1-16,1-3 0 15,2 2 1-15,-1-1 1 16,-2 0-2-16,3-1 0 0,0 0 0 16,-2 2 1-16,-3-1-1 15,1 1 1 1,-3 0-1-16,1 2 0 0,-1-2 1 16,-4 0-1-16,1 3 0 15,0 0 1-15,-2-1 0 16,0 1 2-16,0 0 6 0,0 0 7 15,0 0-4-15,0 0-3 16,0 0-6-16,0 0-2 16,0 0 1-16,0 0-2 15,0 0 2-15,0 0 5 16,0 0-4-16,0 0-3 0,0 0-1 16,0 0-2-16,0 0-5 15,4 0-20-15,0 1-21 16,0-1-12-16</inkml:trace>
  <inkml:trace contextRef="#ctx0" brushRef="#br0" timeOffset="175940.87">11765 9562 33 0,'-2'0'5'0,"-2"0"3"0,1 0-1 0,2 0-4 16,-1 0-1-16,2 0 2 16,0 0 9-16,0 0 2 15,0 0-4-15,0 0-3 0,0 0-4 16,0 0 2-16,0 0-3 15,3 0-2-15,4 0-1 16,-2 0 0-16,6 0 0 16,-2 0 1-16,4-1-1 0,1 0 1 15,1-1-1-15,3 1 1 16,-1-1 2-16,6 1 0 16,0-2 0-16,0 1-2 15,2-2 1-15,3 3-1 16,2-1 0-16,2 0-1 0,1 1 1 15,-1 0 0-15,2-2-2 16,-2 3 1-16,1-3 0 16,-2 2 1-16,-4-2 4 15,-1 0-2-15,1-1 2 16,-4 1 1-16,-1-2-2 0,-4 2-1 16,0 0 1-16,-3-1-3 15,-1 1 1-15,-3 0-1 16,-1 0 1-16,-2 3 0 15,-3-2 1-15,-1 2 0 0,0 0-3 16,-4 0-13 0,0 0-37-16,0 0 9 0</inkml:trace>
  <inkml:trace contextRef="#ctx0" brushRef="#br0" timeOffset="176421.66">12355 9412 22 0,'0'0'63'0,"0"0"-52"0,0 0-3 0,0 0 1 0,0 0-1 16,0 0-7-16,0 0 0 15,0 0-1-15,0 0 1 16,0 0-1-16,0 0 1 16,33 5 0-16,-20-2 2 15,-2 1 0-15,2 1-2 0,0 0 0 16,-4 1 0-16,0 3-1 16,-2 0 0-16,-2 2 0 15,-5 1-1-15,0 1-1 16,0 4 3-16,-12 0 11 15,-4 0-6-15,1 3-13 16,-3-7-37-16</inkml:trace>
  <inkml:trace contextRef="#ctx0" brushRef="#br0" timeOffset="177350.07">12758 9346 61 0,'0'0'24'0,"0"0"-17"0,0 0 2 15,0 0-4-15,0 0-2 0,0 0 7 16,0 0 5-16,0 0-5 16,0 0-1-16,0 0 0 15,0 0-6-15,-7-34-3 16,1 34 0-16,1 4 0 15,-2 5-2-15,-2 1 1 16,0 3 0-16,-1 2-3 0,2 0-1 16,-2 0 2-16,5 2 1 15,1-1 0-15,2-2-2 16,2 0 1-16,0-1-1 16,1-2 3-16,8-1 0 15,0-4 2-15,2 1 0 16,3-4 0-16,2-3 2 0,-1 0 3 15,3-1-3-15,-3-8 0 16,3-2-1-16,0-1-1 16,0 1 1-16,-4-3 0 15,0 1 0-15,-2-1 0 0,-2-1-1 16,-3 3 2-16,-1-2-2 16,-4 1 5-16,-2-1 1 15,0 2 4-15,0-1 2 16,-4 2-3-16,-3 2 0 15,-4 2-5-15,4 0 1 16,-4 4-3-16,0 2-3 0,1 1 2 16,0 0-2-16,0 0-1 15,-1 6-10-15,3 2-27 16,3-2-17-16,3 0-56 16</inkml:trace>
  <inkml:trace contextRef="#ctx0" brushRef="#br0" timeOffset="177764.17">13245 9211 91 0,'0'0'17'0,"0"0"-5"0,0 0-9 0,0 0-4 16,0 0 0-16,0 0-1 16,0 0 3-16,-45 9-1 0,36-2 0 15,-2 4 1-15,1 1 1 16,-2 2 1-16,5 0-1 15,-2 0-1-15,5 2-1 16,2-2-1-16,2 0 0 0,0-4 0 16,5 0 2-16,7-1 1 15,2-5 2-15,1-3 3 16,4 1-1-16,2-2 1 16,2 0 1-16,1-5-7 15,-1-2-25-15,-1-7-18 16,-1 1-54-16</inkml:trace>
  <inkml:trace contextRef="#ctx0" brushRef="#br0" timeOffset="178103.31">13374 9105 88 0,'0'0'3'16,"0"0"15"-16,0 0-7 15,-44-13-9-15,36 10-1 16,3 3-1-16,2 0 3 16,-1 0-1-16,4 0-7 0,0 3 1 15,0 0 1-15,0 7 1 16,0-2 2-16,0 5 1 16,2 0 5-16,3 1-4 0,-2 3-2 15,1 0 0 1,2 0 1-16,-1 0-4 0,3 2 3 15,-2-2-1-15,2 1 3 16,-1-3-1-16,3 1 2 16,-2-1 0-16,0-4 1 15,-1 0 0-15,0-4-6 16,2-1-16-16,2-6-8 0,-3 0-18 16</inkml:trace>
  <inkml:trace contextRef="#ctx0" brushRef="#br0" timeOffset="178539.21">13560 9260 15 0,'0'0'42'0,"0"0"-30"15,0 0 8-15,0 0-10 16,0 0 0-16,12-36-9 16,-17 34 10-16,-6 1-10 0,4 1 1 15,-1 0 1-15,-1 0 2 16,-1 0-3-16,1 5 2 15,-1 2-1-15,2 0 0 16,0 3-2-16,5-2-4 16,-1 2 3-16,2-3-3 15,2 2 1-15,0-3 0 0,0-1 2 16,6 0 7-16,1-3-2 16,2 1 0-16,4-3-3 15,-4 0 5-15,5 0-5 16,-3-3 1-16,0-4-2 0,1 0 3 15,-1-3-2-15,-1 0 0 16,-1 2-1-16,-2-1 1 16,-4 2-1-16,-1 1 4 15,-1 3 11-15,-1-1 2 16,0 3-9-16,0 1-4 16,0 0-3-16,-1 0 3 15,0 3-7-15,0 4-4 0,1 0-11 16,0 0-10-16,0 0 1 15,8-1 2-15,0-2-19 16</inkml:trace>
  <inkml:trace contextRef="#ctx0" brushRef="#br0" timeOffset="178943.08">13828 9164 74 0,'0'0'12'0,"0"0"13"0,0 0-19 0,0 0 4 0,0 0-7 16,0 0-4-16,-46-27-2 15,36 27 4-15,0 0-1 16,1 0-1-16,1 5-1 0,1-1 0 16,3 3 0-16,0 0 1 15,4 0-2-15,0 0 3 16,0 0 1-16,0 1 1 15,7-2 5-15,5 0-1 16,1 0-3-16,0 0 1 16,3-1-2-16,-2-2 2 0,1 2-2 15,-2 0-1-15,-1-1 0 16,-4-1-1-16,-1 1 0 16,-3 0 0-16,-2 0-2 15,-2-1-3-15,0 1 4 16,0-1 6-16,-7 1 9 15,-1 0-8-15,-1-1-1 0,-1 0-2 16,4-2-11-16,4-1-13 16,2 0-18-16,0 0 0 0</inkml:trace>
  <inkml:trace contextRef="#ctx0" brushRef="#br0" timeOffset="179270.76">14057 9142 66 0,'0'0'7'0,"0"0"5"16,0 0 2-16,0 0-5 15,0 0-3-15,0 0-4 16,0 0-2-16,0 0-1 16,-47-16 2-16,36 16 0 15,1 4 1-15,2 1-2 0,5-1-2 16,1 0 1-16,2 2-3 15,0-2 1-15,0 3 8 16,7-3 4-16,5 2-6 16,1-1 3-16,5-1-1 0,-1 0-2 15,-1 3 2-15,-1-1-4 16,-4 1 1-16,-2 1-1 16,-4 2 0-16,-5 4 1 15,-14 2-7-15,-12 3 4 16,-12-1-29-16,-7-1-86 15</inkml:trace>
  <inkml:trace contextRef="#ctx0" brushRef="#br0" timeOffset="180281.71">11537 9704 36 0,'0'0'23'0,"0"0"-19"0,0 0-1 0,0 0 2 15,0 0-4-15,0 0 0 0,0 0-1 16,0 0 1-16,0 0-2 15,0 0 1-15,0 0 0 16,0 0 0-16,43 2 1 16,-29 2 0-16,1 0 0 15,4 2-1-15,4 2 1 0,0-1-1 16,5 2 0-16,4 0 0 16,0-1 1-16,5 2 2 15,2-3-1-15,-3 0 1 16,4 0-1-16,-1 0 2 0,2-1 1 15,-3-1-1-15,2 0-1 16,-3-1 1-16,1 2-1 16,-1-2 2-16,-5 0 1 15,1 2-3-15,-4-2 0 16,-3 1-1-16,-2-1 2 16,-5 0-2-16,-3 0-1 15,-3-1 2-15,-2 3 2 0,-3-2-1 16,-2-1-1-16,0 0-11 15,-1-3-39-15</inkml:trace>
  <inkml:trace contextRef="#ctx0" brushRef="#br0" timeOffset="180895.3">12679 9867 47 0,'0'0'15'0,"0"0"1"0,0 0 0 0,0 0-4 15,0 0-4-15,0 0-2 16,37-14-3-16,-29 10-1 16,-3-2-1-16,4-1 1 15,-4 0-1-15,3-1 0 16,-3-1 2-16,4-1-2 0,-4 0 0 15,1-1-1-15,1 0 0 16,-2-1 1-16,1 2 0 16,-2 2 0-16,-2-1 0 15,-2 3 5-15,0 2 6 16,0 1-2-16,0 2-6 0,-1 1-8 16,-2 0 14-16,-2 0-11 15,0 3 0-15,1 5 0 16,-2 1-1-16,1 3 1 15,1 1-2-15,0 0 0 16,-1 4 1-16,4-1-1 16,0-1-2-16,1 1 1 0,0 1 3 15,0-3 2-15,5 2 0 16,3-2 1-16,-3-1-2 16,3 2 3-16,-4-3-3 15,1 1-2-15,0-2-4 16,-2-1-13-16,-3-2-15 0</inkml:trace>
  <inkml:trace contextRef="#ctx0" brushRef="#br0" timeOffset="181192.76">12711 10008 84 0,'0'0'12'0,"0"0"0"0,0 0-18 0,0 0 13 16,0 0-6-16,0 0 0 15,0 0 1-15,0 0 0 0,35-3 4 16,-25 0 8-16,3 2 0 15,-2-2-6-15,0 2-5 16,3-1-1-16,-1 1 3 16,1-1-4-16,-3-3-46 15</inkml:trace>
  <inkml:trace contextRef="#ctx0" brushRef="#br0" timeOffset="181720.81">13151 9872 28 0,'0'0'10'15,"0"0"-6"-15,0 0 10 0,0 0 7 16,0 0 1-16,0 0-4 16,0 0 6-16,0 0-13 15,0 0-6-15,-13-28 5 16,7 28-5-16,-2 0-3 15,0 0-3-15,1 0 1 0,-3 4-1 16,0 1 0-16,1 3 0 16,-3 0-2-16,-1 2 1 15,3 1-3-15,0-1 4 16,3 1 0-16,2 1 0 16,2-2-3-16,3 0 0 15,0 0 2-15,4-3 1 0,6 0 7 16,5-3-1-16,4 0-2 15,0-1 2-15,5-3-2 16,-3 0 2-16,2 0-1 16,0 0-1-16,-2-5-3 0,-2-1-4 15,1-3-21-15,-3-1-10 16,-2-1-23-16</inkml:trace>
  <inkml:trace contextRef="#ctx0" brushRef="#br0" timeOffset="182090.74">13322 9657 69 0,'0'0'13'0,"0"0"1"0,0 0-2 0,0 0-5 16,0 0 4-16,0 0-3 0,0 0-9 16,0 0 0-16,0 0 2 15,-24 8 1-15,23 1-1 16,-2 3 1-16,2 1-1 16,0 1 1-16,1 1-1 15,-2 4 1-15,0-1 0 16,-2-1-1-16,3 3 0 0,0-1 0 15,1-1 1-15,0 1-1 16,0-2-2-16,4 1 4 16,3-3 2-16,5 1-9 15,2-3-11-15,-1-3-23 16,6-2-36-16</inkml:trace>
  <inkml:trace contextRef="#ctx0" brushRef="#br0" timeOffset="182582.05">13532 9876 52 0,'0'0'6'0,"0"0"19"15,0 0-7-15,0 0 5 16,0 0-14-16,-19-40-8 16,5 36 11-16,2 3-8 15,1 1-3-15,-3 0 0 0,1 0-1 16,-1 0-1-16,1 0 3 15,0 1-2-15,1 5 0 16,1 0 0-16,0 1-1 16,2 2 1-16,4-1-2 15,1 0 0-15,4 2-1 16,0 0 2-16,0-2 3 0,0-2-2 16,4 1 1-16,5-3 2 15,1-1-1-15,3-1 1 16,3-2 1-16,1 0-2 15,-3 0-1-15,1-2 0 16,-2-5 1-16,-1-3-1 0,-4 2 0 16,1-2 2-16,-3 0 0 15,0 1-1-15,-4 2-1 16,0 2 5-16,-2 0 0 16,0 3 2-16,0 1-1 15,-4 1-6-15,-3 0 5 0,0 0-5 16,-1 6-1-16,1 3 0 15,1-1-1-15,0 1 0 16,6 1-5-16,-2-2-5 16,2 2-5-16,0-3-6 15,9-3-7-15,3-2-7 0</inkml:trace>
  <inkml:trace contextRef="#ctx0" brushRef="#br0" timeOffset="183031.98">13705 9850 3 0,'0'0'5'0,"0"0"9"0,33-43 4 0,-30 30 1 16,-3 1 5-16,0 4-8 15,-7-1 1-15,-3 4-7 16,-4 2-7-16,1 1 8 16,-2 2-10-16,-1 0 0 0,2 0-1 15,2 0 2-15,1 6-4 16,0 0 2-16,2 1 0 15,3 0-2-15,0 1 1 16,5-2 0-16,-1 0-1 16,2 0 0-16,0-1 5 15,2 1-2-15,5-1 2 0,1 0 0 16,3-1-2-16,3 0 0 16,0 2 0-16,2-2 0 15,-1 1-1-15,1 0 0 16,-3 0 1-16,1 1-1 15,-4-1 0-15,-1-1 0 0,-3 0 0 16,-3 1 0-16,-2-1-1 16,-1-3 0-16,0 2 3 15,-10 1 7-15,-3-1 6 16,-3 0-11-16,-3 1-3 16,0-1 3-16,4 0-2 0,-1 0-3 15,7-2-2-15,5 1-10 16,1-2 1-16,3 0-20 15,3 0-53-15</inkml:trace>
  <inkml:trace contextRef="#ctx0" brushRef="#br0" timeOffset="183421.92">13900 9758 37 0,'0'0'3'0,"0"0"21"0,0 0-7 0,0 0-6 0,0 0-3 16,0 0-1-16,0 0-4 16,0 0 0-16,0 0 5 15,0 0-5-15,-16-34-2 0,12 34-1 16,-2 0 0-16,0 0 1 16,2 0 0-16,-2 4 0 15,3 1 0-15,-1-1 0 16,1 2 1-16,2-1 1 15,1 1-3-15,0 0 2 16,0-1 1-16,0 1-2 0,6-2 0 16,-1 2 4-16,5-2-3 15,0 0 0-15,1-1 1 16,3 0 2-16,-3 0 1 16,1 0-4-16,0 2 2 15,-3 0-3-15,-5 2 0 0,-4 3-1 16,-2 2-2-16,-18 8 5 15,-14 2 10-15,-21 3-8 16,-17-1-65-16</inkml:trace>
  <inkml:trace contextRef="#ctx0" brushRef="#br0" timeOffset="193523.19">10721 10015 14 0,'0'0'1'0,"41"-11"0"0,-26 5-5 0,1 1-8 15</inkml:trace>
  <inkml:trace contextRef="#ctx0" brushRef="#br0" timeOffset="194982.02">10928 10193 33 0,'2'-3'9'0,"-2"2"11"0,0-1-4 0,0 2-6 15,0 0 1-15,0 0-11 0,0 0 0 16,0 0 0-16,2 0-2 15,0 0 2-15,-2 0 0 16,2 0 0-16,-2 0 0 16,2 0 2-16,0 0-4 15,0 0 2-15,0 0 2 0,4 0-4 16,-4 0 4-16,0 0-4 16,-2 0 2-16,0 0 0 15,1 0-1-15,-1 2 1 16,0-1-1-16,0-1 1 15,0 0 0-15,0 0 0 0,0 0 1 16,0 0-1-16,2 0 0 16,2 0 1-16,0 0 1 15,0 0-2-15,4 0 1 16,-4 0-2-16,1 0-15 16,1 0-40-16</inkml:trace>
  <inkml:trace contextRef="#ctx0" brushRef="#br0" timeOffset="200684.05">12970 9094 22 0,'-4'0'3'0,"1"0"0"0,1 0 0 16,-2 0-1-16,4 0-2 15,-4 0 4-15,1 0 1 0,1 0 2 16,-1-2 3-16,-1 2-3 15,0 0-4 1,-1 0 1-16,-2 0-3 0,1 0 0 16,-4 0-1-16,2 0 2 15,-1 0-1-15,-2 0 0 16,4 1-1-16,-2 1 2 0,0-1-1 16,2 2-2-16,0-3 2 15,3 2-1-15,-2-2 1 16,2 2 0-16,-2-2 0 15,2 2-1-15,0-1 0 0,1-1 0 16,-3 2 1-16,0 0-1 16,1-1 1-16,-3 1-1 15,2 1 1-15,-2 2-1 16,1 0 0-16,-3-1 1 16,2 2-1-16,-1 0 1 15,0-1-1-15,2 3 0 16,-2-1 0-16,-1 0 0 0,2 0 0 15,0-1 0-15,-1 1-1 16,2 0 2-16,-4 1-2 16,2-1 1-16,0 3 0 15,-1-2 0-15,-1 1 0 16,3 0 0-16,-2 1 0 0,1 0 0 16,3-2 0-16,-2 2 0 15,2-1 0-15,-2-2-1 16,3 2 0-16,1 0 1 15,-2 0-1-15,0 1 1 16,2 1 0-16,-1 0 0 0,-1 1 0 16,1-1 0-16,1 2 1 15,0 1-2-15,-1-4 1 16,5 3-1-16,0-2-2 16,0 0-1-16,0-2 8 15,0 1-3-15,1-1-1 16,3-2 1-16,0 1-2 0,-2 1 1 15,1-4 0-15,1 1 1 16,0 1-2-16,-1-1 1 16,0-2 1-16,2-1 0 15,-2 1 1-15,0-2-2 0,1 1 0 16,0-1-3-16,1 1 2 16,0 0 8-16,2-1-2 15,1 1-3-15,-2-1 0 16,0 1-2-16,1 1 0 15,-3-1 0-15,4 0 0 16,-4 0 1-16,3-2-1 16,-1 2 0-16,2-3 2 0,-2 1-1 15,1 1 0-15,0-2 1 16,4 0 1-16,-3 0-1 16,1 0 0-16,0 0-1 15,1 0-1-15,-1 1 1 0,-1 1-1 16,1-1 0-16,0 2 1 15,0-1-1-15,-3 0 0 16,4 1 0-16,-5-3 1 16,5 0-1-16,-3 0 0 0,2 0 0 15,-2 0 0-15,0 0 2 16,3 0-1-16,-3 0-1 16,2 0 0-16,0 0 1 15,-1 0-1-15,0 0 0 0,0 0 0 16,2 0 0-1,3 0 0-15,-2 0 0 0,1 0 0 16,1 0 0-16,-2-1 1 16,2-2-1-16,-1 1 0 15,0 1 0-15,1-2 1 16,1 1-1-16,0 0 1 16,0-1 0-16,0 2-1 0,0-1 0 15,0 1 1-15,-1-2 0 16,2 0 0-16,-2 2 1 15,3-1 0-15,-1 1-1 16,5-1 0-16,-4 1 0 16,4 1-1-16,-1 0 1 0,1 0-1 15,3 0 0-15,-5 0 0 16,4 0 0-16,1 0 1 16,-2 0-2-16,0 0 2 15,-1 0-1-15,1 0 2 0,-1-1 1 16,-2-1 1-1,1 2-1-15,0-1 0 0,1 1-2 16,-5 0 0-16,3-1-1 16,-1 1 1-16,2-2 1 15,1 1-2-15,0 0 2 16,3-3-1-16,2 1 0 0,3-1 0 16,-1 1 0-16,-1-1 1 15,1-2-2-15,-2 2 1 16,-2-2 0-16,-1 1 4 15,-4-2 3-15,0 1 2 16,-1-1-1-16,1 0-4 0,-1 0-1 16,2-1-2-16,-1 1-1 15,-2-1 0-15,1-1 0 16,3 1 0-16,-3-1 0 16,3-1 0-16,-1 1-1 15,-2-2 2-15,2 2-2 16,-3-3 1-16,-1 1 1 0,-1 0-1 15,-3-1 0-15,-4-2 0 16,2-2 2-16,-3 1 1 16,-1-2 2-16,-1 0-4 15,-1-2 0-15,-1 3-1 16,2-1 0-16,-4-1 0 0,3 2 0 16,-3 2 1-16,0 0-4 15,0 0 0-15,-9 1-3 16,0 1 6-16,-2 1 4 15,-3-2-4-15,1 2 1 0,-3-2-1 16,0 0 0-16,-1-1 0 16,1 3-1-1,-2-2 0-15,-4 0 0 0,4 2 0 16,-6 0 0-16,0-1 0 16,0 5 0-16,0-1-1 15,-3 2 0-15,-2 3 2 0,-2 2-1 16,-3 1 0-16,-7 0-7 15,-3 11-3-15,-6 6-10 16,-4 2-29-16,-2-1-24 16</inkml:trace>
  <inkml:trace contextRef="#ctx0" brushRef="#br0" timeOffset="202010.55">12780 9680 26 0,'-6'-4'3'0,"2"2"15"0,-1-2-7 16,-2 1 0-16,4-1 1 0,-3 3-2 16,3-1 0-16,0-1-7 15,0 0 1-15,-1 2-3 16,0-2 1-16,0 2-2 15,0-1 1-15,-2 1 0 16,1 1 1-16,-3 0-1 16,2 0 0-16,-2 0-2 0,1 1 1 15,-4 4 0-15,0 3 0 16,-2-2 0-16,1 2 0 16,1 2 1-16,-2 0-2 15,1 2 1-15,1-1 0 16,1 0 0-16,2-2-2 0,-1 2 1 15,3 1 0-15,1 0-1 16,1 0 0-16,1 2 0 16,1-1 0-16,2 2 0 15,-2 2 2-15,2 0-1 0,0 1 1 16,0 1 0-16,0 1 1 16,0 2-1-16,0-1 1 15,4 0-2-15,1-1 1 16,0 0-1-16,1-2 0 15,0-2 0-15,3-2 2 16,1 0-2-16,1-1 1 16,3-1 0-16,1-1 2 0,3 0 0 15,1-2-1-15,2 1 2 16,2-3-1-16,-1 0 0 16,4 3-1-16,-3-2 0 15,2 4 0-15,0-2-1 0,2 0 0 16,-1 1 0-16,2-4 1 15,2-3 0-15,3 1 0 16,-1-3-1-16,4-2 2 16,-5 0-2-16,4 0 1 15,0 0 0-15,0 0-1 16,-2 0 0-16,0 0 0 0,1 0 0 16,-2 0 0-16,-1 0 1 15,0 0-2-15,-2 0 2 16,0 0-2-16,0 0 2 15,-1 0-1-15,1-5 1 16,0-1-1-16,-1 0 0 0,1-1 1 16,-1-1-1-16,-3 1 1 15,2-3-1-15,0 1 3 16,0-1 5-16,1-2 2 16,0 2-4-16,0-2-3 0,1 2 0 15,-2-2-2-15,-1 1 0 16,-1 0 1-16,1 0-1 15,-5-1 1-15,1 1-2 16,-6 0 0-16,0 0 0 16,-3 0 1-16,-2 0 13 0,2 0-4 15,-4-2 0-15,-1 0-4 16,2 0-3-16,-1-2 1 16,-4-1-2-16,1 0 0 15,-2-1 0-15,-2-1 2 16,-2-1 2-16,0-2 4 15,-4-1 2-15,-7 0-5 0,-2-2 0 16,-1 3-2-16,-3-2-4 16,-6 2 6-16,-3-2-5 15,-2 5-1-15,-7-1 1 16,-7 3-1-16,-8 1-1 0,-9 6-1 16,-9 2-10-16,-9 6-18 15,-7 1-23-15,-13 0-36 16</inkml:trace>
  <inkml:trace contextRef="#ctx0" brushRef="#br0" timeOffset="212625.12">7197 15057 60 0,'0'-3'6'0,"0"0"-1"0,0 0 1 0,0 0 2 15,0 1 1-15,0-2-1 0,0 1 3 16,0 0 1-16,-2 1-1 16,2 0-2-16,0 2-3 15,0 0-3-15,-2 0 0 16,2 0-10-16,0 2-3 15,-2 6 4-15,2 3-1 0,-3 3 7 16,0 5 7-16,2-1-6 16,0 5-1-16,-1 1 0 15,2 0 1-15,-2 3-1 16,2-1 1-16,0 1-2 0,0 0 2 16,0 1-1-16,0-1 1 15,0 1-1-15,0 0 0 16,0 0 0-16,-2-2 1 15,-1-1-1-15,1-4 0 16,0 1 1-16,0-7-1 16,0 1 0-16,2-2 1 15,-2-3-1-15,2-1 1 0,0-2 1 16,0 0 1-16,0-2 0 16,0-2-6-16,0-3-19 15,0-1-39-15</inkml:trace>
  <inkml:trace contextRef="#ctx0" brushRef="#br0" timeOffset="212972.8">7091 15570 90 0,'0'0'6'0,"0"0"-7"0,0 0 1 0,0 0 0 0,0 0 1 15,0 0 0-15,0 0 1 0,0 0-1 16,0 0 2-16,0 0 1 15,44 21-2-15,-38-17 0 16,1-1-1-16,3 0 1 16,-2 0 0-16,3-3 1 15,-2 1 0-15,2-1-5 16,0 0-14-16,1 0-40 16</inkml:trace>
  <inkml:trace contextRef="#ctx0" brushRef="#br0" timeOffset="213144.3">7308 15509 121 0,'0'0'21'15,"0"0"-3"-15,0 0-6 16,0 0-12-16,0 0-1 16,0 0-2-16,-42 45 3 15,31-21-2-15,-2 9-6 16,-3 5-21-16,-4 1-34 0</inkml:trace>
  <inkml:trace contextRef="#ctx0" brushRef="#br0" timeOffset="213934.2">6656 16233 77 0,'0'0'13'0,"0"0"-1"0,0 0 2 0,0 0-2 15,0 0-3-15,0 0 0 16,0 0 0-16,0 0 1 16,0 0-3-16,0 0-3 0,-21-15-2 15,17 10-1-15,2 4 0 16,-4 1-1-16,1 0 2 16,1 0-2-16,-3 0-2 15,-2 1 0-15,0 9 0 16,0 0 1-16,1 4-1 0,-4 1 0 15,3 4-2-15,0 1 3 16,2 2 0-16,-1 2 1 16,3 1 0-16,3-2-2 15,0 4 0-15,0-6 1 16,2 1 1-16,0-3-2 0,0-2 1 16,6-1 1-16,1-6 2 15,2 0-2-15,2-3 2 16,2-3 0-16,1 0 0 15,3-4-1-15,2 0 5 0,0-4-8 16,4-8-17 0,-3-5-25-16</inkml:trace>
  <inkml:trace contextRef="#ctx0" brushRef="#br0" timeOffset="214336.64">6799 16328 117 0,'0'0'3'15,"0"0"19"-15,0 0-15 16,0 0-6-16,0 0-2 16,0 0 0-16,-33 39-1 15,27-25 0-15,3 3 2 0,3-1 1 16,0-1-1-16,0-1 0 16,0 1-1-16,4-3-1 15,3-3 1-15,2-2 2 16,-1-3 2-16,4-4 0 15,-1 0 1-15,1 0 4 16,1-4-3-16,-4-5 0 0,4-2-2 16,-4-3-1-16,0 0 0 15,-2-2 0-15,-2-2 1 16,-1 0-1-16,-2 1 1 16,-2-1 1-16,0 1 4 15,-8 1-3-15,-2 2 2 0,-3 4-2 16,1 6 0-16,-1-2 0 15,0 6 0-15,-1 0-1 16,3 7-5-16,2 6-1 16,2 1-2-16,1 2-19 15,4 1-19-15,2-4-11 16</inkml:trace>
  <inkml:trace contextRef="#ctx0" brushRef="#br0" timeOffset="-214623.88">6983 16281 108 0,'0'0'5'0,"0"0"14"0,0 0-2 0,0 0 0 0,0 0-6 15,0 0-8-15,0 0-3 16,0 0-8-16,0 0 3 15,0 0 4-15,0 34 0 16,4-19 1-16,0-1 0 16,0-1 0-16,4 2 0 0,-5-3 1 15,1 1-1-15,0-2 1 16,-2-1-1-16,0-3 1 16,-2 0 1-16,2-3 0 15,-2-2 0-15,0 0 0 16,0-2 4-16,0 0 4 0,0-4-7 15,0-4 2-15,0-5-3 16,0-3 0-16,2-3-2 16,5 0 0-16,1-4-1 15,2 3 0-15,-1 2 0 16,5 1 1-16,-1 1 0 16,1 3-1-16,-1 1 1 0,0 3-2 15,3 2 2-15,-1 3 0 16,1 2-6-16,0 2 5 15,2 2-1-15,-2 6-3 16,-1 5-3-16,-4 1 2 16,-1 3 4-16,-4 0 2 0,-2-1 2 15,-3 3-5-15,-1-2 8 16,0 1-2-16,0-4-1 16,0 3-9-16,-3-4-29 15,1-3-23-15</inkml:trace>
  <inkml:trace contextRef="#ctx0" brushRef="#br0" timeOffset="-214303.52">7369 15988 85 0,'0'0'-6'0,"0"0"11"0,0 0-3 0,0 0 1 15,9 46 3-15,-4-24-1 16,-3 3-2-16,2 1 2 16,0 3-1-16,1-1-1 15,-3-1 1-15,3 0-2 0,-5-3 0 16,0-2 1-16,0-2-1 15,0-2 0-15,0-2 2 16,0-3-5-16,0 0-6 16,0-6-5-16,0-3-17 0</inkml:trace>
  <inkml:trace contextRef="#ctx0" brushRef="#br0" timeOffset="-213940.27">7343 16274 56 0,'0'0'15'0,"0"0"-14"15,0 0-1-15,0 0 0 16,37-32 1-16,-25 23 0 16,3 1 3-16,-1-2 7 15,2 1 1-15,-1-1-2 0,-1 2-1 16,-1 1-3-16,-2 1 2 15,1 3-4-15,-4 3-3 16,-1 0-3-16,-1 0-1 16,0 7-1-16,-4 5 7 0,-2 2 1 15,0 3 7-15,0-2-2 16,0 2-1-16,0-2-3 16,0-1-1-16,0-3-2 15,0-3-1-15,0 1 1 16,4-2-1-16,2-3 2 15,1-1 1-15,1-3-1 0,4 0-1 16,-1-7-44-16,1-7-68 16</inkml:trace>
  <inkml:trace contextRef="#ctx0" brushRef="#br0" timeOffset="-213798.15">7586 16014 147 0,'0'0'16'0,"0"0"-13"0,0 0-2 16,0 0-26-16,0 0-51 15</inkml:trace>
  <inkml:trace contextRef="#ctx0" brushRef="#br0" timeOffset="-213170.16">7669 16244 96 0,'0'0'15'0,"0"0"20"15,0 0-11-15,0 0-11 16,0 0-8-16,0 0-1 15,0 0 2-15,-16-42-3 0,16 33-2 16,0 2 2-16,5 0-2 16,1 0-1-16,-1 3-1 15,3 1 0-15,0 3-1 16,1 0 1-16,1 0-2 16,2 3-2-16,1 5 1 15,-2 4 3-15,5-1 0 16,-3 2 0-16,-2 0 2 15,-1-1-3-15,0-2 3 0,-3 2-1 16,-2-3 0-16,-1 0 0 16,-4-2 0-16,0 0 1 15,0-4 0-15,0 1 0 0,0-2 0 16,0-2 2-16,-2 0 2 16,0 0-3-16,2-9 1 15,0-1 0-15,0-4-1 16,0-1-1-16,0-4-2 15,6-1 1-15,-1 3 0 0,3 0-2 16,0 0 2-16,0 4 0 16,1 4-1-16,1 1 0 15,-2 3 1-15,1 3-1 16,0 2-2-16,1 0-1 16,0 9-5-16,-1 6 5 15,-2 1 3-15,0 2 1 0,-3 0 0 16,0 0 0-16,1-1 1 15,-1-3-1-15,2 0 1 16,2-5 0-16,1-2-9 16,-1-4-29-16,4-3 0 15,1 0-25-15</inkml:trace>
  <inkml:trace contextRef="#ctx0" brushRef="#br0" timeOffset="-212751.46">8085 16113 124 0,'0'0'6'0,"0"0"23"0,0 0-8 0,0 0-16 15,0 0-5-15,0 0 0 16,0 0-2-16,0 0-4 16,-31 43 0-16,31-27 1 0,4-4 4 15,3 0 1-15,3-2 0 16,2-3 0-16,-1 0 3 15,-1-5 2-15,2-2-1 16,-1 0-1-16,1 0 1 16,-1-9-1-16,-4 1 0 0,1-2 0 15,0-2 2-15,-4 1-1 16,0-5 0-16,-2 2 1 16,-2 1-2-16,0 1 0 15,0 2-1-15,0 2 0 16,0 3 1-16,0 2 4 0,0 3-1 15,2 0-7-15,1 0-6 16,1 3 1-16,2 5 0 16,0 2 6-16,2 2 1 15,1-2 0-15,-2 0 2 16,4-2-3-16,0-1-8 0,1-4-19 16,-1-3-24-16,0 0-3 15</inkml:trace>
  <inkml:trace contextRef="#ctx0" brushRef="#br0" timeOffset="-211628.35">8396 16031 124 0,'0'0'12'0,"0"0"34"16,0 0-36-16,0 0-6 16,0 0-2-16,0 0-1 15,-41 9-1-15,34 2-1 16,-1 3 1-16,3 2 0 0,0 0 0 15,4-2-3-15,1 0 0 16,0-1 2-16,2-3-1 16,4-3 0-16,3-3 1 15,-3-1 5-15,4-3-1 16,-4 0 2-16,1 0-3 0,-1 0 1 16,-3-1-1-16,2-4 2 15,-3 0-1-15,-2-1 0 16,0-2 0-16,0 0 0 15,0-3-2-15,0-2 0 16,-2-1-1-16,-1 0 1 0,2-2-1 16,1 2 0-16,0 0 0 15,0 0 0-15,6 1 0 16,-2 3-2-16,5 1 1 16,-4 1 1-16,3 2 0 15,0 5-2-15,0 1 0 0,-1 0-2 16,1 0-1-16,0 7-2 15,1 1 1-15,-1 2 4 16,-1 0 1-16,4 2 2 16,-4 0-3-16,0-2 2 15,-1 0 0-15,1 0 0 0,-4-1-3 16,1-1 4-16,-2-2-3 16,2 1 4-16,-2-3-3 15,-1 1 3-15,1-3-1 16,0 0 0-16,-2-1 2 15,2-1-5-15,-2 0 12 16,3-4-4-16,-1-3-3 16,1-6-2-16,1 0 0 0,0-1 0 15,0 0 0-15,-1 0-1 16,1 1 0-16,0 2 0 16,-1 2 1-16,-1 3-1 15,1 2 0-15,-1 1 0 0,2 3-1 16,-2 0-3-16,2 1-2 15,3 7-7-15,-2 2 12 16,4 0-1-16,-2 1 1 16,1 0 0-16,2-1 1 0,-3-3 0 15,3-1 0-15,-1-1 3 16,-1-3 1-16,4-2-1 16,-3 0 1-16,1 0 3 15,0-9-1-15,-1 0 1 16,0-4-2-16,0-3-1 15,-2 2 0-15,-1-4-1 16,-3-1-1-16,2 0 1 0,-5 0-1 16,0-1 0-16,0 5 0 15,0 0-1-15,-5 3-1 16,0 4 1-16,-5 4-4 16,3 4-2-16,-5 0 3 0,3 0 0 15,1 4 2-15,2 6-1 16,2 0-1-16,2 1 0 15,2 1-1-15,0-1-1 16,0-1 1-16,6 2 0 16,4-4 0-16,1 2 0 0,3-3 4 15,1-1-1-15,-1-1 0 16,1 0 1-16,1-1-1 16,-3-1 1-16,1 1 0 15,-5 0-1-15,-1-1 0 16,-1 3 0-16,-3-2-1 15,-3 3-1-15,-1 0 3 0,0-1 4 16,0 3 1-16,-7-1 1 16,-2-1-1-16,-1 3 0 15,-3 1-3-15,0 4-1 16,-1-1-1-16,4-3-15 16,-1-1-25-16,1-10-65 15</inkml:trace>
  <inkml:trace contextRef="#ctx0" brushRef="#br0" timeOffset="-210388.37">8831 15652 69 0,'-7'-4'7'0,"-2"-3"-4"0,-2 2 3 0,0 1-3 16,-3 1-1-16,-3-1 7 15,-1-1 1-15,0 0 4 16,0 2 5-16,-4-2 4 15,-1 2-10-15,-1-1-4 16,-3-1 2-16,-2 3-8 16,-4 0 1-16,-1 1-3 0,-5 1-1 15,-1 0 2-15,-1 0-8 16,-3 0 10-16,-2 0 0 16,-2 4-3-16,-5 0 0 15,-1-1-1-15,-1 1 0 16,-3-1 0-16,1 1 0 0,1 0 0 15,-3 0 1-15,-1 0 0 16,1-1 0-16,-1 1 0 16,-2-1 0-16,3 3 0 15,-5-1 2-15,1 4-1 16,0 2 0-16,-4 1-2 0,0 4 1 16,2 3-1-16,-2 2 0 15,0 2 1-15,0 3-1 16,3-1 0-16,3 4 0 15,-4 0 0-15,7 1 0 0,-2 1 1 16,-1 3-2-16,3 3 1 16,0 2 0-16,2 2 0 15,2 0 0-15,3 2 0 16,2-2 0-16,4-1 0 16,3-2-1-16,6-3 1 15,4-1 0-15,4-2-1 0,5-1 0 16,6 0 0-16,2 1 0 15,4-2-2-15,5-1 1 16,4 0 1-16,2-2-2 16,0 1 0-16,4-1-1 15,9 1 2-15,4 1 1 0,5-2 0 16,2 0-3-16,5 0 6 16,4-2-2-16,6 2 1 15,1-1 0-15,2-1 0 16,3 0 0-16,2 0 0 15,2-1-1-15,3 0 0 0,1-2 0 16,5-1-1-16,2-2 2 16,3-2-1-16,6 0 0 15,3-3 0-15,-1-3 1 16,3 0 1-16,1-3-2 16,2-4 1-16,2-4 2 0,-4 0 1 15,2-1 2-15,1-7-1 16,3-2-1-16,1 1 0 15,-4 0 0-15,3-1 0 16,-3 3 1-16,3-2-3 16,-1 2-1-16,-4-2 1 0,2 0-1 15,-2-4 0-15,-2-3 0 16,2-3 1-16,-5-6-1 16,3-2 5-16,-5-5-3 15,-1-4 4-15,-2 1-3 16,-5-5-1-16,-1 0 1 15,-8 0 3-15,-1-2 1 0,-9-1-2 16,-4-1 2-16,-4 2-1 16,-3-2 1-16,-4-2-4 15,-5 2 0-15,-2-3-1 16,-4-1 0-16,-1-3-1 0,-3-5 0 16,-3 1-2-16,-3-1 0 15,-3-2 0-15,-3 4-1 16,-3 3 1-16,-10 3-1 15,-7 4 1-15,-5 4-1 16,-9-1 2-16,-1 7-2 16,-11 4 2-16,-6 3-3 0,-11 4-2 15,-10 8 3-15,-17 12-8 16,-17 3-10-16,-14 11-55 16,-19 12-76-16</inkml:trace>
  <inkml:trace contextRef="#ctx0" brushRef="#br0" timeOffset="-207264.05">13840 17649 12 0,'0'0'34'0,"0"0"-30"0,0 0 12 0,3 0-8 0,2 0-3 16,0-1 0-16,0-3-3 15,1 0 0-15,1 0-2 16,0 0 3-16,-1 1 0 15,1-2-1-15,0 0-1 16,4 2 1-16,-3-1-2 0,4 0 0 16,0-1 0-16,1 0 2 15,3-2 4-15,3 0 1 16,0-2 1-16,5-1-2 16,1 0 1-16,0-4-2 15,5 3 2-15,1-3-3 0,1-1-1 16,6 0 0-16,0-2-1 15,2 1 0-15,3-2 0 16,5-1 0-16,4-1-1 16,2-1 0-16,-1-3 0 15,6-3-1-15,5-2 2 16,3 0 0-16,3-3-1 16,1 0 0-16,1 2-1 0,0 0 1 15,-2 2 0-15,-5 2-1 16,-4 1 2-16,-5 3 7 15,-9 1 4-15,-6 3 2 0,-7 3-3 16,-6 1-3-16,-7 4-6 16,-3 3-2-16,-6 3 1 15,-1 2-3-15,-2 1-1 16,-4 1-6-16,-2 0-61 16,-3-1-58-16</inkml:trace>
  <inkml:trace contextRef="#ctx0" brushRef="#br0" timeOffset="-206523.89">15996 17524 92 0,'0'0'25'0,"0"0"0"0,0 0-5 15,0 0-10-15,0 0 4 16,0 0-2-16,0 0-1 16,0 0-3-16,0 0-4 15,0 0-7-15,0 0 4 16,0 0-2-16,10 13 1 0,-2-5 0 16,-4 1 0-16,3-1 0 15,0 0 0-15,0-3 1 16,0 1-1-16,1-3 0 15,0-2 0-15,1-1 0 16,1 0 0-16,4-8 4 0,-1-4-2 16,3-5 2-16,2-3 2 15,4-4-6-15,5-4 2 16,2-5-1-16,2-2 2 16,5-5 0-16,4-1 2 15,-1-2-1-15,5-1 2 0,-2 1 0 16,1 4-1-16,-1 3 1 15,-2 4-3-15,-1 4 2 16,-1 4-3-16,-5 4 0 16,-4 4-2-16,-2 4 0 15,-9 5 0-15,-2 4-4 16,-8 0-22-16,-5-1-75 0</inkml:trace>
  <inkml:trace contextRef="#ctx0" brushRef="#br0" timeOffset="-183575.98">10882 8753 39 0,'0'0'5'0,"0"0"-1"0,0 0 0 15,0 0 0-15,0 0 2 16,0 0 8-16,0 0 0 0,0 0 0 15,-37-24 5-15,30 22-5 16,-1 2-3-16,-2 0-2 16,1 0-1-16,-2 0-8 15,-3 0-3-15,3 4 7 16,-2-1-3-16,-1 1-1 0,-1 2 3 16,-1-2-2-16,-1 2-1 15,-1 0 4-15,2-2-1 16,2 1 3-16,1-2 5 15,-2 1 0-15,4 0-3 16,1 0-5-16,-1 0-2 0,0 2-1 16,-1-1 0-16,1 0 1 15,1 2-1-15,0-1 2 16,0-1 0-16,3 1 1 16,0 1-2-16,-3 0 0 15,4 2-1-15,-3 0 0 0,0 3 0 16,1 1 0-16,-1-2 0 15,0 3 0-15,-1 2 0 16,0 0 0-16,3-1 0 16,-5 2 0-16,4 1 0 15,1-2-1-15,-1 3 1 16,2-2-1-16,0 1 1 16,1 1-1-16,-1-1 2 0,1 2-1 15,1 0 0-15,-3-1 0 16,2 2 0-16,1-3 0 15,-1 3 0-15,2-1 0 16,2-3 1-16,-1 0-2 0,0-1 0 16,2 0-2-16,0-2 0 15,0 0 3-15,0 2 0 16,0-1 2-16,0 1-1 16,2-2-1-16,0 3 1 15,-2-1-1-15,1 2 0 0,-1 1 1 16,1 1-1-16,-1-2 0 15,0 2 1-15,0-2-1 16,0 1 1-16,0-2-1 16,0 0 0-16,0 1 0 0,0-2 0 15,0 1 0-15,0 0 0 16,0 1 0-16,0-2 0 16,-1 0 0-16,0-2 0 15,1 2 0-15,-2-1 1 16,2 1-1-16,0 3 0 15,0 1 0-15,0-2-29 0,0-6-70 16</inkml:trace>
  <inkml:trace contextRef="#ctx0" brushRef="#br0" timeOffset="-150722.12">10822 10233 60 0,'1'-5'12'0,"-1"2"3"0,2 2-10 0,-2-2 0 0,0 0-3 15,2 0-2-15,-2-1 1 16,2 3 0-16,-1-2 0 16,0 0-1-16,1-1 1 0,1 1-1 15,1 0 0-15,1-2 0 16,4 0 0-16,0-1 0 16,3-2 0-16,5-2 0 15,2 0 0-15,4-1 1 16,4-2-1-16,2-3 2 0,0 2-2 15,3-3 1 1,1 0 0-16,0 1 0 0,-1-1 1 16,-2 0 0-16,0 2 1 15,1-1 0-15,-2 2 0 16,-4 2-2-16,2 0 1 16,-7 5-1-16,0-1 1 15,-7 4-1-15,-4 4-1 0,-4 0-5 16,-5 0-16-16,0 0-12 15</inkml:trace>
  <inkml:trace contextRef="#ctx0" brushRef="#br0" timeOffset="-150053.31">10825 10146 0 0,'0'0'29'0,"0"0"-22"0,0 0-2 0,0 0-2 0,0 0-2 16,0 0 1-16,0 0-2 16,0 0 1-16,0 0-1 15,42-38 0-15,-34 33 1 16,2 0 1-16,-1-1 6 16,-1 0-1-16,1 2 0 15,-3-2-1-15,2 3 0 0,-2-1-3 16,1 1-2-16,-2-1 0 15,2 4 0-15,0-1-1 16,3-2 1-16,-3 3 1 16,1 0-4-16,0 0-18 0</inkml:trace>
  <inkml:trace contextRef="#ctx0" brushRef="#br0" timeOffset="-149085.45">10892 10069 0 0,'0'0'3'0,"0"0"2"0,0 0-1 16,36-20 3-16,-24 13-2 15,2 0 4-15,1-3 0 0,4 0 2 16,-2 0-2-16,2 0-2 15,3 1-2-15,-3-2-2 16,4 0 1-16,-2 2-1 16,3-2-2-16,-2 3 0 15,-1-2 1-15,1 1-2 0,-4 2 2 16,2-1-1 0,-5 2 0-16,1 0 1 0,-5 2-1 15,-4 1-1-15,0 2 1 16,-5 1 0-16,-2 0-2 15,0 0-14-15,-7 0-8 0</inkml:trace>
  <inkml:trace contextRef="#ctx0" brushRef="#br0" timeOffset="-148635.64">10798 10106 38 0,'0'0'11'0,"0"0"-10"0,0 0 1 0,0 0-1 16,0 0 4-16,0 0 3 15,0 0 1-15,0 0-6 16,42-6 2-16,-23 0-2 0,4-2-1 16,4 0 0-16,2-4-1 15,2 1 0-15,3-2 1 16,2 0-2-16,2-2 0 15,0-1 1-15,-3 2 0 16,1-2-1-16,-6 3 1 0,-2 1-1 16,-3 2 2-16,-6 1-2 15,0 4 0-15,-7 1 0 16,-6 2-3-16,-4 1-11 16,-2 1-42-16</inkml:trace>
  <inkml:trace contextRef="#ctx0" brushRef="#br0" timeOffset="-148209.02">10887 10082 51 0,'0'0'11'0,"0"0"-9"15,0 0 0-15,0 0 4 16,0 0-1-16,0 0-1 16,0 0 0-16,41-18-2 15,-28 12 0-15,4-1 0 16,4 0 1-16,-2-2-2 0,6 2 1 15,2-6 0-15,0 3-2 16,2 0 1-16,-1-1 0 16,0-2-1-16,-3 3 1 15,-1 2 0-15,1-1-1 16,-5 1 1-16,-2 1-1 0,0 1 0 16,-1 0 2-16,-3 2-1 15,-1 1-2-15,-5 0 1 16,1 2-4-16,-6 1-4 15,-2 0-15-15,-1 0-45 16</inkml:trace>
  <inkml:trace contextRef="#ctx0" brushRef="#br0" timeOffset="-146858.22">10974 10108 38 0,'11'-6'8'0,"2"-3"8"0,2 1-2 0,0 1-4 0,3-3-5 15,-3 3-2-15,2-2-2 16,-2 1 0-16,1 0 0 16,-1 1 1-16,3-1 2 15,-5 1 0-15,1 0-4 0,-1 1 1 16,3 0 0-16,-3 1-1 16,-1 0 1-16,-3 1-2 15,1 4-6-15,-3-1-11 16,-5-1-17-16</inkml:trace>
  <inkml:trace contextRef="#ctx0" brushRef="#br0" timeOffset="-146636.46">11048 10056 59 0,'0'0'7'0,"0"0"-20"0,0 0 11 15,0 0 13-15,38-9-9 16,-18 4 0-16,0-2-2 16,2-3-19-16</inkml:trace>
  <inkml:trace contextRef="#ctx0" brushRef="#br0" timeOffset="-145069.91">10892 8754 41 0,'-17'-6'-3'0,"3"1"11"0,-1 0-2 0,1 0 2 15,-2 2-2-15,3 0-5 0,-4 2 1 16,4 1-2-16,-5 0 0 16,3 0 0-16,-3 0-2 15,2 4 2-15,-2 4 0 16,-1 2 0-16,0 3 0 0,-1 1 0 16,-2 3 0-16,0-1 0 15,1 3 0-15,-3 3 0 16,4-2 0-16,-1 4 0 15,1 0 0-15,1 3 0 16,0 0 2-16,0 3-4 16,0 3 2-16,1-2 0 0,-1-1 0 15,1 3-1-15,5-3 1 16,-1 1 0-16,3 0 0 16,2 0 0-16,-3 3 0 15,2 3 0-15,3 1 3 0,0 1 0 16,4 0-2-16,1 1 0 15,2-3-1-15,0 0 0 16,0 0-1-16,5-1 1 16,4 1 1-16,2 1-1 15,0 2 0-15,4-1 0 16,1 0-1-16,4-2 1 0,5-3-1 16,0-4-1-16,4-3 4 15,3-2-4-15,3-3 1 16,5-3 3-16,3 1-1 15,3-3 0-15,4-4 1 16,1 0-2-16,3-7-21 0</inkml:trace>
  <inkml:trace contextRef="#ctx0" brushRef="#br0" timeOffset="-140560.68">15714 13008 75 0,'0'0'8'0,"0"0"8"0,-42-17-3 0,26 15-2 15,1 2-10-15,-1 0-4 16,-2 3-1-16,1 6 0 0,1 2 0 15,-4 4 3-15,3 1-4 16,-2 3 4-16,-1 2 1 16,2 3 1-16,-2 5-1 15,0 0-1-15,4 3 1 16,0 0 0-16,3 4 0 0,3-1 0 16,0 2 0-16,5 6-2 15,1 2 2-15,0 5 0 16,2 1 0-16,1 6 0 15,0 1 1-15,0 9 0 16,-3 3-2-16,-1 5 2 0,-2 8-1 16,-1 4 0-16,1 5-1 15,-3 4 0-15,6 2 2 16,0 4 1-16,4 2 3 16,0 1 1-16,4 1 1 15,8 2-4-15,1 1-2 0,5-2-1 16,1 1-1-16,4 0-6 15,2-9 0-15,2-5 0 16,4-9-1-16,5-9-3 16,4-15-22-16</inkml:trace>
  <inkml:trace contextRef="#ctx0" brushRef="#br0" timeOffset="-137839.86">14159 8981 26 0,'0'-2'2'0,"0"0"-2"0,0 1 0 0,0-1 1 15,0 0-1-15,-2 1 2 16,2 0 1-16,-2-1 5 15,2 1 1-15,-3 0 6 16,1-1-8-16,1 2-4 0,-2-1-2 16,2-1-3-16,-1 1 5 15,0 1 4-15,0-3-2 16,-1 3 4-16,2-3-1 16,0 3-2-16,0 0 2 0,1 0 1 15,0 0-3-15,-1 0-4 16,1 0 0-16,0 0-2 15,0 0-2-15,0 0 0 16,0 0 1-16,0 2 1 16,-2 3-1-16,2 0 1 0,-2 0-2 15,2 1 2-15,0 0-2 16,0-2 4-16,0-1-4 16,0 0 0-16,0-2 1 15,0-1 8-15,4 0 1 16,3 0 16-16,3-7 2 0,1-4-12 15,1-2-6-15,3-3 0 16,0 1-4-16,1-4 2 16,1-1-1-16,3-1 0 15,3 2 0-15,-4-2 0 16,6 0-2-16,0 0-1 16,2 1-1-16,0 1 0 0,-5 3 1 15,3 5-4-15,-7 4-7 16,-4 7-18-16,-4 0-36 15,-8 4-25-15</inkml:trace>
  <inkml:trace contextRef="#ctx0" brushRef="#br0" timeOffset="-137023.17">14034 9824 1 0,'0'4'11'0,"0"-1"2"0,0-2 4 0,0-1 1 0,0 0-4 16,3 0 0-16,5 0 1 15,-1-7 4-15,5-4-3 0,5-4-4 16,9-6 0-16,4-6-3 16,6-3 4-16,11-5-9 15,7-4-5-15,8-6 5 16,5-8-6-16,4-8-111 16</inkml:trace>
  <inkml:trace contextRef="#ctx0" brushRef="#br0" timeOffset="-112724.6">7039 15573 54 0,'4'-3'12'0,"-2"-1"-11"0,0 2-1 0,1 1 2 16,-1-1-2-16,0 2 0 15,0-1-2-15,-2 1 1 16,0-1-1-16,2 1 4 16,-2-2 5-16,0 2 4 15,0 0 0-15,2-3-7 16,-2 3-1-16,0-3-1 0,0-1 4 16,2 3-2-16,-1-1-1 15,4-1-1-15,-3 1-1 16,0 0-1-16,1 2 1 15,-2-1 0-15,2 1-1 16,-1 0 1-16,0 0 1 0,0 0 0 16,1 0 1-16,1 3 2 15,3 2-3-15,-3 5 0 16,3-3 0-16,0 2 1 16,4 1-2-16,-2 0-1 15,0 0 1-15,3-2-1 16,0 2 0-16,-3-3 0 15,0-1 2-15,0-3 0 0,-2 1 0 16,1-1 1-16,0-2 4 16,-4-1-2-16,3 0 2 15,-3 0 8-15,0 0-2 16,-1-8 4-16,3-4 1 0,2-5-8 16,2-5-7-16,1-4-1 15,5-8-1-15,5-6-15 16,-2-4-47-16,0-7-42 15</inkml:trace>
  <inkml:trace contextRef="#ctx0" brushRef="#br0" timeOffset="-111365.42">7418 16719 2 0,'-4'0'9'0,"2"0"-3"0,-3 0 12 0,4 0-8 0,0 0-7 16,1 0 0-16,0 0 4 15,0-2-2-15,0 2-2 16,7-1 1-16,0-2-3 16,3 2 0-16,4-2 0 15,4 0 7-15,4-1 0 0,5-1 9 16,5-4-6-16,5 0-4 15,8-4 2-15,4-2 4 16,5-4 2-16,4 2-4 16,3-4-5-16,1-1-4 0,1 1 2 15,1-3-3-15,1 2 0 16,-4 0 1-16,1 2-1 16,-6 0-2-16,-5 2-17 15,-6 1-32-15,-12-4-34 16</inkml:trace>
  <inkml:trace contextRef="#ctx0" brushRef="#br0" timeOffset="-110076.25">6279 13952 40 0,'0'0'11'0,"0"0"12"0,-42-25-3 0,27 16-4 15,0 3-3-15,-3 1 0 0,-2-1-5 16,2 3-2-16,-6 2-2 16,1 1 0-16,1 0-1 15,-3 0-2-15,-4 1 0 16,0 9-1-16,-2 0 0 16,-2 4 2-16,1 2-2 15,-5 0 0-15,2 2 0 0,-1 0-2 16,3 0 4-16,0 1-4 15,1 1 4-15,1 0-5 16,-2 3 6-16,1 1-3 16,-1 2 2-16,1 1-1 15,1 2-1-15,2 5 2 16,0-1-2-16,2 4 0 0,2 0 0 16,4 0-2-16,2 1 2 15,4 1 2-15,3 0-4 16,2 4 2-16,5 2 0 0,3 4-1 15,2 0 1-15,0 1 0 16,9 0-1-16,8-2 0 16,6-1 1-16,10 0-3 15,5 0 3-15,9-3-2 16,7 0 1-16,7-6 1 16,6-1-2-16,8-6 0 15,4-5 0-15,4-2 2 0,5-2 1 16,9-3 0-16,2 1 1 15,5-3-1-15,6 2 1 16,1-2 1-16,6-2-1 16,5-1-2-16,3-3 5 0,5-6-5 15,5-5 2-15,-1-1-2 16,5-16-1-16,1-9 2 16,-1-6 1-16,-5-8-8 15,-1-6 6-15,-6-8 4 16,-6-7-1-16,-7-3-3 0,-7-5-1 15,-11-4-3-15,-10-2 9 16,-12-2 11-16,-14-1 7 16,-13 1 4-16,-16 2-4 15,-13-2-4-15,-17 1 3 16,-2 3-3-16,-25 2-2 16,-12 3-5-16,-14 0-8 0,-15 7-2 15,-18 7-2-15,-11 7-3 16,-23 9-8-16,-17 15-17 15,-22 12-10-15,-23 11-45 16,-19 1-47-16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29:26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3684 14479 95 0,'0'-6'4'0,"0"-1"7"0,0 2 3 15,0 2-3-15,0 1-7 16,0 1 3-16,0 1-1 0,0 0-4 16,0 0-5-16,0 0 5 15,0 6-4-15,0 2 2 16,0 6-1-16,0 3 3 15,2 6-2-15,2 2-3 16,1 4 4-16,-1 5-1 16,-2 3 1-16,0-1 1 0,-2-1 0 15,0 0-2-15,0-5 4 16,-4-1-3-16,-2-5 0 16,-1-3-1-16,-2-2 1 15,0-1-1-15,2-4-2 0,-2-4 3 16,0-3-34-16,2-7-33 15</inkml:trace>
  <inkml:trace contextRef="#ctx0" brushRef="#br0" timeOffset="633.32">3744 14439 72 0,'0'0'0'15,"0"0"1"-15,40-36 0 16,-27 28-1-16,3 1 0 16,-3 3 1-16,3 3 0 0,-3 1 0 15,1 0 0-15,-3 3-1 16,-2 5 0-16,0 1-2 15,-2 3 2-15,-5 0 2 16,-2 0-1-16,0 5 2 16,0 0-6-16,-10 2 9 0,-2 3-7 15,-3 1 5-15,-4 3-2 16,2-2-2-16,-4 3 5 16,-1-2-3-16,2 1 0 15,0-5-2-15,1-1 2 16,2-4-3-16,1-4 5 15,3-3-2-15,4-4 6 0,0-3 1 16,5-2-2-16,1 0 7 16,3 0-8-16,0 0-2 15,0 0 0-15,4-4-5 16,5 0 1-16,1-2-3 16,1 2 4-16,3 1-1 15,-1 2 0-15,-2 1 0 0,2 0 0 16,-2 0 0-16,0 4 0 15,-1 3 0-15,-1 1 0 16,1 1 0-16,2 0 0 16,-3 1 0-16,1 1 0 15,0 0 2-15,-1 1-2 0,0-1 0 16,2 0 0-16,-2 2 1 16,-2-2 0-16,4 0-1 15,2 1 0-15,0 1 1 16,3-2-1-16,5 0 1 0,-2-5-14 15,2-4-54-15</inkml:trace>
  <inkml:trace contextRef="#ctx0" brushRef="#br0" timeOffset="1077.79">4197 14789 149 0,'0'0'-4'0,"0"0"-1"0,0 0-1 16,0 0-11-16,0 0 12 0,0 0 6 16,0 0-2-16,0 0 0 15,0 0-1-15,0 0 1 16,0 0-1-16,0 24-2 16,8-24 4-16,-2 0-2 15,3 0 1-15,-1-4 9 0,2-4-4 16,-1-1-1-16,-2-2 0 15,2-4 0-15,-5 4-1 16,-1-5 0-16,-3 2 0 16,0 1 2-16,0-1 1 15,-5 5 2-15,-6 2-1 16,2 6-3-16,-4 1-2 0,-1 0 6 16,1 8-4-16,-3 8-3 15,5 0 1-15,-1 4-1 16,4-1-1-16,3 2 0 15,3-2 1-15,2-3-1 16,0 1 0-16,2-2-1 0,4-2-2 16,6 0 5-16,1-1-2 15,2-3 0-15,6 0-1 16,-1-6-16-16,3-3-26 16</inkml:trace>
  <inkml:trace contextRef="#ctx0" brushRef="#br0" timeOffset="1651.66">4582 14604 95 0,'0'0'-4'0,"0"0"7"0,0 0-2 0,0 0-7 15,0 0-2-15,0 0 8 16,-45-11 2-16,32 29 0 15,2 2 3-15,0 3 0 16,4 1-1-16,2 0-4 0,3 0 1 16,2-3 0-16,0-3-1 15,0-3 0-15,2-3-1 16,7-4 0-16,1-4-2 16,1-1-1-16,4-3 6 15,-1-1 3-15,1-8-1 0,1-5 0 16,-3-3-3-16,1 1 3 15,-3-4-1-15,-3 1 4 16,-2 1 3-16,-4 1 0 16,0 3 0-16,-2 3-2 0,0 4-3 15,0 2-3-15,0 3 1 16,-2 2-1-16,0 0-2 16,2 10 6-16,0 2-6 15,0 7-1-15,0 1 1 16,0 5 0-16,4 2-1 15,0 0 2-15,1 0-1 0,-1 0 0 16,0 0-1-16,1 2 0 16,-3-2 0-16,3 0-2 15,-5 1 5-15,0-2-3 16,0-1 3-16,0 0-5 16,-2-4 6-16,-5 0-1 15,0-4-2-15,-4-3 1 0,-1 0 2 16,-1-4 0-16,-1-2-1 15,2-4-1-15,1-3-1 16,-1-1-15-16,3-6-45 16</inkml:trace>
  <inkml:trace contextRef="#ctx0" brushRef="#br0" timeOffset="2073.21">4864 14709 69 0,'0'0'0'15,"0"0"2"-15,25 41 0 0,-19-27-1 0,0 3-1 16,-3-2 1-16,2 0 2 0,-5 0 0 16,0-3-1-16,0 0 3 15,0-5 2-15,0-1 4 16,-3-4 8-16,-1-1 11 16,1-1-8-16,1 0 2 15,-2-6-13-15,4-7-8 16,0-4 0-16,0-6 1 0,0-3-3 15,6-5 0-15,4-4-1 16,1-2 2-16,2-1-2 16,3 2-4-16,1 2-12 15,1 6-7-15,1 5-22 16,-4 6-16-16</inkml:trace>
  <inkml:trace contextRef="#ctx0" brushRef="#br0" timeOffset="2448.6">5108 14771 140 0,'0'0'9'16,"0"0"-22"-16,0 0 16 15,0 0-5-15,0 0 1 0,0 0 0 16,0 0 7-16,0 0 7 15,0 0-7-15,20-14-1 16,-18 0-3-16,0 0 2 16,-2 0-1-16,0-3-1 15,0 3-1-15,0 1 0 0,-2 0 0 16,-2 5 0-16,-2 0 2 16,0 5-1-16,1 3-2 15,1 0 1-15,0 5 0 16,-3 9-2-16,2 4 1 15,1 4-1-15,-1 3 0 0,3 2 1 16,2-4-1-16,0 1 1 16,0-3-1-16,4 1 1 15,5-1-2-15,3-1 1 16,-1 0-5-16,5-6-47 16</inkml:trace>
  <inkml:trace contextRef="#ctx0" brushRef="#br0" timeOffset="2847.81">5378 14694 133 0,'0'0'5'16,"0"-42"8"-16,-4 27 2 16,-4 4-14-16,0 3-3 15,-1 5 0-15,2 3-1 16,-2 0-17-16,0 3 0 0,0 6 10 15,5 3 13-15,-3 4-4 16,3 0 3-16,3 2-2 16,1 2 0-16,0-3 1 15,0 0-1-15,1-3 1 16,5-2-2-16,2-2 1 0,0-2 1 16,1-1 2-16,2-1 0 15,-2-2 0-15,2-1 0 16,-2-1 3-16,0 2-4 15,-2-3 0-15,-1 3-1 16,-4 1 0-16,-2-1-1 0,0 6 1 16,0 0 3-16,-8 1-3 15,-3 2 10-15,-3 4-13 16,3-3 6-16,0-1-11 16,2-3-12-16,4-6-17 15,5-4-39-15</inkml:trace>
  <inkml:trace contextRef="#ctx0" brushRef="#br0" timeOffset="3559.71">5610 14593 120 0,'0'0'-7'0,"0"0"8"0,0 0 0 0,0-40-1 0,-6 32-11 16,-1 3 3-16,-2 4 8 0,-3 1 4 16,2 0-2-16,-2 4 2 15,-3 9-3-15,4 4 0 16,-3 3-3-16,1 3 4 16,1 2-1-16,4 2 2 15,3-2-2-15,3-3 0 0,2-1-1 16,0-3 1-16,0-6-2 15,7 1 0-15,3-3-1 16,0-1 1-16,3-1 1 16,3-1 2-16,-3-4 0 15,3 2-3-15,-3 1 4 16,-2-2 0-16,-1 2-1 0,-2-2 0 16,-5 5 1-16,1-1-1 15,-4 2 0-15,0 3 1 16,-4 1 2-16,-5-1-1 15,-3 0 3-15,-1 0-9 0,0-4 8 16,-1-1-6-16,1-4 9 16,3-3-6-16,2-1 8 15,3 0 5-15,1-8-7 16,4-4-10-16,0-4 1 16,2-2 3-16,9-2-2 15,3-1 0-15,1 0-2 0,2 0 0 16,2 2 0-16,-1 0 0 15,1 2-2-15,0 1 3 16,1 4 1-16,-5 2-1 16,2 3 1-16,-2 6 0 0,-1 1-1 15,-4 0-1 1,-1 8-3-16,-1 4 3 0,-2 0 1 16,-2 2 1-16,-1-1-1 15,-1-1-4-15,0 0 10 16,-2-2-6-16,0-1 2 15,0-2-2-15,0 0 1 0,2-1-1 16,-2-2 1-16,2 2-1 16,0-2 0-16,-1-3-1 15,4-1-29-15,-3 0-31 16</inkml:trace>
  <inkml:trace contextRef="#ctx0" brushRef="#br0" timeOffset="3730.68">5751 14540 165 0,'0'0'-2'0,"0"0"1"0,0 0-8 0,0 0-50 0,0 0-2 16</inkml:trace>
  <inkml:trace contextRef="#ctx0" brushRef="#br0" timeOffset="4617.91">5988 14719 72 0,'0'0'5'0,"0"0"17"15,0 0-1-15,0 0-11 16,0 0 0-16,-31-37-1 16,22 37-5-16,0 0 0 15,2 0-2-15,-2 0-3 0,4 4 2 16,-1 4-1-16,4 0 0 15,-2 5-2-15,3-2 2 16,-1 4-2-16,2 0 1 16,0-1 1-16,0-1 0 15,0 1-2-15,0-4 1 16,3 1 0-16,3-3 0 0,-2-1 0 16,0-3-1-16,4 0 0 15,-4-4-2-15,3 0 3 16,-1 0 6-16,1 0 1 15,0 0-5-15,0-3 3 16,1-4-1-16,-3-1 0 0,1-1 1 16,-2-1 1-16,2-4 2 15,-2 3-2-15,-1-4-3 16,3 1 0-16,-2 0-2 16,0-1 1-16,2 2-1 15,0 0 1-15,1 0-2 16,-1 3 1-16,2 3-1 0,0 0 2 15,1 3-2-15,0 2 1 16,0 1 0-16,0 1-1 16,-1 0 0-16,2 4 0 0,-1 5 1 15,-3-1 0-15,3 4 1 16,1-1 0-16,-4 0-1 16,1 2 1-16,-1-2 0 15,-2 0-3-15,2-2 2 16,-4 1 1-16,0-4-2 15,-2 1 2-15,0-3-1 0,0 0-1 16,0-1 0-16,0-3 4 16,-4 0 3-16,-2 0-1 15,2 0-3-15,0 0-1 16,-2-5 0-16,5-4-1 16,-1-2-2-16,2-1 0 15,0-3 5-15,0-2-2 0,5-3-2 16,3 1 1-16,4 1-1 15,1-1-1-15,1 1-1 16,1 4 7-16,3 0-2 16,-4 2 1-16,4 5 1 15,-3 3-2-15,1 4-1 0,-3 0-1 16,-2 9-1-16,-2 6 2 16,-2 6 0-16,-3 5 0 15,-1 8-3-15,-3 3-18 16,0 3-20-16,0-2-15 15</inkml:trace>
  <inkml:trace contextRef="#ctx0" brushRef="#br0" timeOffset="5324.67">7116 13807 23 0,'-4'3'2'0,"0"2"-1"0,1-1 0 0,1 1 1 15,-2 0 9-15,2 2 2 0,-1-2-3 16,-1 4 3-16,1 2-2 15,-1 4-1-15,-2 6-3 16,1 5 2-16,-4 6-1 16,4 8 3-16,-1 8-5 15,-1 10 1-15,1 11-2 16,-2 9 2-16,0 14-2 0,-1 13 4 16,-2 7 3-16,-3 6 3 15,-1 8-3-15,-3 5 0 16,-3 3 4-16,2 0-2 15,-2-7-2-15,3-9-5 0,5-13-3 16,5-14-1-16,5-16-3 16,3-11 0-16,2-11 1 15,11-11-3-15,2-13-13 16,4-19-47-16,1-13-51 16</inkml:trace>
  <inkml:trace contextRef="#ctx0" brushRef="#br0" timeOffset="5950.73">7614 14376 74 0,'0'0'0'0,"0"0"2"0,0 0 1 0,0 0 0 16,-42 29-2-16,34-13 1 16,-2 2 8-16,1 7 7 15,1 1-3-15,2 3 6 16,3 2-4-16,3 0-5 0,0-2-7 16,0-2-4-16,9-3 0 15,0-6 0-15,4-2-1 16,-1-5 4-16,3-4 0 15,1-4-2-15,2-3 2 16,-1 0 2-16,4-10 2 0,-2-5-5 16,4-5-3-16,-2-4-24 15,1-5-16-15,-2-2 4 16,-2-3 12-16,-3-4-18 16</inkml:trace>
  <inkml:trace contextRef="#ctx0" brushRef="#br0" timeOffset="6220.9">7812 14126 122 0,'0'0'-1'0,"0"0"4"16,0 0-2-16,0 0 0 15,0 0-1-15,0 0 1 16,0 0-1-16,13 48 1 15,-11-21 3-15,2 6 4 0,0 4 3 16,-2 5-1-16,0 1-6 16,0 3-2-16,-2 0 1 15,2 6-2-15,0-2 1 16,-2 1-3-16,3-4-1 16,1-4-29-16,0-8-7 15,0-9-42-15</inkml:trace>
  <inkml:trace contextRef="#ctx0" brushRef="#br0" timeOffset="6690.71">8004 14609 78 0,'0'0'3'0,"4"-39"4"15,-4 22 0-15,0 1 1 16,0 2 10-16,-2 3-10 15,-7 1 10-15,1 3 6 0,-2 1-17 16,0 3-3-16,1 3-2 16,-1 0 2-16,1 0-7 15,-1 3 5-15,0 8 0 16,-1 5 0-16,1 4-2 16,2 3-1-16,1 2 1 0,3 2-1 15,2-1 2-15,2-4-3 16,0 0 0-16,2-8-1 15,3-1 0-15,6-6-1 16,-2-4 1-16,1-3-2 16,3-2 8-16,-1-8 0 15,1-7-1-15,1-1 0 0,-1-3-1 16,-1-3 0-16,1 2-1 16,-6-1 2-16,2 6-1 15,-5 0 0-15,1 9-1 16,-3 2 6-16,0 4 4 0,-2 2-11 15,2 0-3-15,-2 9 5 16,3 3 1-16,3 2 1 16,1 3-3-16,2 0-5 15,0-2-20-15,1-2-10 16,2-4-34-16</inkml:trace>
  <inkml:trace contextRef="#ctx0" brushRef="#br0" timeOffset="7095.75">8319 14358 76 0,'0'0'-7'0,"0"0"15"0,0 0-3 0,0 0-4 15,0 0 5-15,-44-4-4 0,28 18 1 16,1 0 2-16,0 2 0 15,2 4-1-15,0-2-2 16,4 2-2-16,4-1 1 16,1-1-1-16,4-3 0 15,0-3 1-15,2-1 4 16,7-5 3-16,3 0 2 16,3-3 0-16,-1-2 7 15,1 0-5-15,1-1-7 0,-1 2 0 16,-4 0-3-16,-3-1 0 15,0 3-1-15,-6 0-1 16,-1 1 2-16,-1 2 0 0,0 3 4 16,-7 1-3-16,-5 3 7 15,1-1-7-15,-2 3-3 16,1-1 2-16,0-2-8 16,5-3-25-16,-1-4-23 15,6-6-53-15</inkml:trace>
  <inkml:trace contextRef="#ctx0" brushRef="#br0" timeOffset="7538.15">8509 14431 117 0,'0'0'-3'0,"0"0"11"16,16-40-5-16,-16 31 0 15,0 2-1-15,0 2 36 0,-9 3-38 16,-3 2-1-16,0 0 12 16,-2 0-14-16,2 7 4 15,2 2-1-15,-2 2 0 16,1 1 0-16,4 0-2 16,3-2 2-16,2 0-1 15,2 2-2-15,0-4-1 16,2 2 0-16,7-3 2 0,-1-1 0 15,4-2-2-15,1 1 9 16,-2-1 4-16,1-2-4 16,-3 2-1-16,0 1-1 15,2-1 0-15,-8 2-1 0,1 0-1 16,0 2 1-16,-4 1 0 16,0-1-1-16,-8 5 1 15,-4 0 6-15,-1 2-4 16,-4 1-1-16,0 1-2 15,-1 0 1-15,5-1-2 0,-1-2-1 16,5-4-22-16,2-4-13 16,4-6-24-16</inkml:trace>
  <inkml:trace contextRef="#ctx0" brushRef="#br0" timeOffset="7793.85">8598 14473 61 0,'0'0'20'0,"0"0"-5"0,0 0-12 16,0 0 11-16,0 0 1 15,0 0-2-15,0 39-2 16,0-28-5-16,0 2-2 0,0-2-1 15,0-1-2-15,0-1-1 16,0 1 0-16,0-5 0 16,2-2-25-16,-2-3-50 15</inkml:trace>
  <inkml:trace contextRef="#ctx0" brushRef="#br0" timeOffset="7956.42">8550 14300 82 0,'0'0'100'0,"0"0"-109"0,0 0 6 16,0 0-40-16,0 0-73 16</inkml:trace>
  <inkml:trace contextRef="#ctx0" brushRef="#br0" timeOffset="8849.61">8668 14052 76 0,'0'0'-10'16,"0"0"7"-16,0 0-1 0,20-46-10 16,-8 38 4-16,2 1 11 15,1 2 5-15,2 2 9 16,-1 3-2-16,-1 0-1 16,-1 6 0-16,-1 8-7 15,-2 6 3-15,-1 9-1 16,-4 6 0-16,-4 10-4 15,-2 9 5-15,0 8-1 0,-11 6 5 16,-5 4 3-16,1 5-2 16,-6-2 0-16,1-1-6 15,3-2-1-15,-2-1-2 16,3-2-2-16,3-3-1 16,1-4 0-16,7-7-1 0,0-8 0 15,5-9 0-15,0-11-1 16,2-7 0-16,7-9-1 15,1-4 1-15,3-7 3 16,0 0 7-16,2-4 9 0,0-7-5 16,2-5-5-16,3-5-2 15,-4-2-5-15,-1-4 2 16,-3 1-2-16,-3-5 1 16,-3 0 1-16,-5 0-1 15,-1 0 0-15,0-1 0 0,-1 4 0 16,-7 1 0-16,1 2-1 15,-4 2-2-15,2 3-2 16,-3 2-6-16,1 2-4 16,0 0 4-16,-3 2 3 15,1 0 6-15,2-1 0 16,2 0 1-16,0-2 1 0,5 0-4 16,2-2 0-16,2 1 0 15,0-2-1-15,4 3 0 16,7-1-1-16,3 0 2 15,1 1 1-15,4 0 1 16,2-1 1-16,1 4 1 0,3-1 1 16,-2 3 0-16,-3 0-2 15,2 5-1-15,-4 3 0 16,-5 4 1-16,-2 0-1 16,-5 0-2-16,0 7-1 15,-4 3 3-15,-2 4 3 0,0 0-2 16,0 2 0-16,0 1 0 15,0 0 1-15,-2-1-2 16,0 2 2-16,2-4-2 16,0-1 1-16,0-2-3 15,2-2 1-15,3-3 1 0,3-4-3 16,0-2-7-16,2 0-11 16,-1-9-14-16,-2-7-28 15,4-4-16-15</inkml:trace>
  <inkml:trace contextRef="#ctx0" brushRef="#br0" timeOffset="8985.57">9032 14269 124 0,'0'0'21'0,"0"0"23"0,-22-39-21 0,18 34-16 16,-1-1-8-16,4 6 2 0,1 0-25 15,0 0-39-15,0 0 25 16</inkml:trace>
  <inkml:trace contextRef="#ctx0" brushRef="#br0" timeOffset="9290.79">9182 14280 166 0,'0'0'-12'0,"0"0"25"0,0 0 0 15,0 0-15-15,0 0 7 16,0 0-3-16,-47-1-2 16,33 16 2-16,-1 4-4 15,1 2 3-15,5 3 1 16,-1 2-2-16,5 0 2 0,0 0 0 16,5-1-1-16,0-2-1 15,7-1 0-15,4-3-2 16,2-4 0-16,4-2 4 15,3-3-4-15,-1-7-1 16,4-3 1-16,-1 0-21 0,0-5-26 16,-1-9-60-16</inkml:trace>
  <inkml:trace contextRef="#ctx0" brushRef="#br0" timeOffset="9774.49">9335 14348 89 0,'0'0'6'15,"0"0"5"-15,0 0 2 16,0 0-8-16,5-41-4 16,0 36-1-16,0 3 2 15,3 2 4-15,-1 0 2 0,0 0-2 16,2 6 0-16,-2 7 1 16,1 2-5-16,-3 1 1 15,0 2-1-15,-3 1 1 16,-2-1 3-16,0 2-3 15,-2-2 0-15,-10 2 4 16,-1-3 0-16,-3 1-1 0,-3 0-3 16,0-1 9-16,-2-5-7 15,4-2 0-15,1-4-1 16,1-4 0-16,5-2-2 16,4-3-3-16,1-10 0 15,5-2-3-15,0-4 0 0,9-3 5 16,5 0-14-16,4 0 7 15,2 1 3-15,0 3 5 16,0 3-5-16,0 4 4 16,-5 4-2-16,1 3 4 15,1 4-3-15,-7 0 0 0,1 6-2 16,1 5 1-16,-3 1 0 16,-3 0 5-16,-2 1-3 15,1-2 1-15,0-2-2 16,-2-2 1-16,3 2 0 15,-2-4-2-15,3-2-13 0,-1-1-27 16,2-2-22-16</inkml:trace>
  <inkml:trace contextRef="#ctx0" brushRef="#br0" timeOffset="10087.7">9683 13989 95 0,'0'0'0'0,"0"0"2"0,0 50 5 15,0-23 9-15,-3 5 6 16,3 3-1-16,0 2-8 0,0-1-7 15,0 1-2-15,0-3-2 16,0-2 0-16,3-4-2 16,-3-1 1-16,0-4 0 15,0-5 2-15,0-2-3 16,0-3-5-16,-6-5-14 16,2-5-12-16,0-3-25 0</inkml:trace>
  <inkml:trace contextRef="#ctx0" brushRef="#br0" timeOffset="10451.74">9606 14290 108 0,'0'0'-4'16,"0"0"13"-16,0 0-9 15,0 0 0-15,0 0 0 16,0 0 4-16,0 0 5 0,46-37 2 15,-34 32 4-15,2 0-1 16,0 2-4-16,-1 1-4 16,1 0-4-16,-2 2-1 15,-1 0 0-15,-1 0 0 0,-3 2 0 16,-1 5-1-16,-2 5-4 16,-2 4 4-16,-2 1 3 15,0 2 0-15,0 3 0 16,0-2 0-16,0 3 0 15,-2-3-6-15,0 1 6 16,0-4 2-16,2-1-5 0,0-1 0 16,0-7-1-16,6-4-3 15,4-4-27-15,1-4-10 16,3-11-69-16</inkml:trace>
  <inkml:trace contextRef="#ctx0" brushRef="#br0" timeOffset="10594.6">9839 14048 146 0,'0'0'-7'16,"0"0"-5"-16,0 0-78 15</inkml:trace>
  <inkml:trace contextRef="#ctx0" brushRef="#br0" timeOffset="10983.29">9892 14259 161 0,'0'0'1'0,"0"0"2"16,-23 48-2-16,17-29 1 16,0-2 2-16,2 1-2 0,3-2-1 15,1-2 1-15,0-2-3 16,0 0 1-16,5-5-2 16,6 0-2-16,-4-4 4 15,2-3 4-15,1 0 4 16,0-4 5-16,1-6 4 15,-2-5-4-15,0 0 0 16,-2-2 1-16,-1-3-2 0,-1 2-4 16,-3-2 0-16,-2 0-5 15,0 3 0-15,0 3 0 16,-3 3-4-16,-8 5-10 16,1 6-2-16,-2 0-7 15,-1 10-7-15,1 4-30 0,2-3 1 16</inkml:trace>
  <inkml:trace contextRef="#ctx0" brushRef="#br0" timeOffset="11369.15">10096 14215 57 0,'0'0'-4'0,"0"0"14"0,0 0 1 16,9 54 3-16,-9-37-3 16,0 0 0-16,0 3-4 15,-3-3 1-15,1-3 0 16,0 0-5-16,2-4-2 0,0-4 0 16,0-2-2-16,0-4-3 15,5 0-4-15,3-7 17 16,4-6-6-16,1-4-1 15,3-3 3-15,-1 2-1 16,2-2 8-16,2 3 10 16,3 1 7-16,-1 6-4 15,2 3-16-15,1 5-2 0,4 2-4 16,-1 4 0-16,0 11-2 16,-2 8-1-16,-5 8-2 15,0 5 4-15,-9 8-8 16,-11 7-33-16,-6 4-47 0</inkml:trace>
  <inkml:trace contextRef="#ctx0" brushRef="#br0" timeOffset="12201.37">8029 14948 76 0,'0'0'10'0,"0"0"5"0,-38-12 8 0,26 8-8 0,1 1-5 15,-1 2-7-15,2 0-2 0,1 1-1 16,-3 0-2-16,1 0 0 15,3 0-1-15,-1 0 2 16,-1 0 2-16,4 0-1 16,2 0 0-16,1 0 1 15,1 0 2-15,2 0-1 0,0 0-5 16,1 0-16-16,9 0 17 16,4 0-1-16,3 0 1 15,6 0 5-15,6 0-1 16,3 0-1-16,8 0 6 15,4 0 4-15,7 0-1 0,3 0 1 16,4 0 1-16,9 0 0 16,7 2-5-16,6 1 4 15,8-1-4-15,8-2-3 16,6 0-1-16,4 0 2 16,3-5 3-16,7-9 3 0,3-3-1 15,-2-6 1-15,1-2-4 16,-2-4 0-16,-5 1-4 15,-6-3 0-15,-9 1-2 16,-9 0 0-16,-10 3-2 16,-12 4 5-16,-13 7-3 0,-13 5 1 15,-14 10-4-15,-16 1-15 16,-9 10-53-16,-23 8-37 16</inkml:trace>
  <inkml:trace contextRef="#ctx0" brushRef="#br0" timeOffset="12970.4">3824 15263 26 0,'52'-6'5'0,"6"-2"15"0,7-3 0 0,6 1 1 0,6-3-3 16,10 0 1-16,3 2-1 15,5-1 1-15,8 2-2 0,9 0-5 16,-1 3-7-16,8 3-3 16,2 1 1-16,2 3-2 15,2 0-1-15,-2 0 3 16,1 7-1-16,-1 3-1 16,-2 0 2-16,-6-3-1 15,-6-7-56-15</inkml:trace>
  <inkml:trace contextRef="#ctx0" brushRef="#br0" timeOffset="16651.87">8369 15507 41 0,'-3'-7'20'0,"-1"2"-15"0,-1-1 10 0,3 3-5 15,-1 0-5-15,3 2-2 16,-2-1-3-16,2 1 0 15,0 1 1-15,0 0-1 0,0-1 0 16,0 1 0-16,0 0-1 16,0 0-1-16,0 0 1 15,0 0 1-15,0 0 0 16,0 2 0-16,0 0 0 16,4 0 1-16,-3 1-1 15,4-1 2-15,-3 2-2 0,0 0 0 16,0-1 0-16,-2 3-3 15,2-2 4-15,-2-1-3 16,0 0-9-16,0-3-61 16</inkml:trace>
  <inkml:trace contextRef="#ctx0" brushRef="#br0" timeOffset="19631.09">8375 15482 22 0,'0'0'11'0,"0"0"-7"0,0 0 5 0,0 0-3 16,0 0-4-16,2 0 1 15,-2 0-3-15,0 0 1 16,0 0 1-16,0 0-1 0,0 0 0 15,0 0-1-15,2 0 4 16,-2 1-3-16,2 0 2 16,-1 2-1-16,2-1 0 15,3 1 1-15,-4 0-2 16,2 1 0-16,1 1 1 16,-1-2-2-16,-2 3 1 0,1 0 0 15,1-1 0-15,1 2 0 16,-3-1 0-16,2 0 0 15,1 2 0-15,-1-2 1 16,-1 0 0-16,3 1-2 16,-2-2 2-16,6-2-2 15,-4 0 0-15,3-2 2 0,3-1 4 16,-1 0 2-16,4 0 1 16,1-7-2-16,0-2-1 15,3-3-2-15,4-5-3 16,4-1 0-16,0-6 0 15,2-2-1-15,5-5 3 0,3-2 3 16,1-2 1-16,2-1 3 16,3-1-2-16,-3 3-4 15,-2 3 1-15,-1 1-4 16,-2 5 1-16,-4 3-1 16,-4 5 0-16,-7 4 0 0,0 3 0 15,-7 6 1-15,-3 4-6 16,-4 0-21-16,-6 2-23 15,-2 9 0-15</inkml:trace>
  <inkml:trace contextRef="#ctx0" brushRef="#br0" timeOffset="20560.47">8389 15495 23 0,'0'0'12'0,"0"0"-12"0,0 0 2 0,0 0 0 16,0 0 3-16,0 0 2 15,0 0 0-15,0 0 2 0,0 0-1 16,0 0-1-16,0 0-3 15,0 0-1-15,37 5-1 16,-32 1 1-16,-1-2-3 16,3 2 1-16,-3-2 0 0,3 3-2 15,0-1 2-15,4 0 0 16,-4-1-1-16,6 2 0 16,-2-4 2-16,3 0-2 15,1-3 1-15,1 0 1 16,0 0 0-16,6-1 2 15,-1-9 0-15,2-3 0 16,2-4 3-16,4-4-2 0,2-4 2 16,3-4 0-16,2-3-1 15,3-2 0-15,0 0-2 16,-1-3 0-16,0 5-1 16,-2-2 2-16,-2 2-1 0,-1 2 0 15,-4 2-3-15,-3 1 2 16,1 4-2-16,-4 1 0 15,-2 3 0-15,-6 5 0 16,-1 3 1-16,-6 2-1 16,-4 8-4-16,-3 1-21 15,-1 1-13-15,-3 13 1 0,-10-1 24 16</inkml:trace>
  <inkml:trace contextRef="#ctx0" brushRef="#br0" timeOffset="21366.33">8354 15515 52 0,'0'0'5'0,"0"0"2"0,0 0 0 0,0 0-6 16,0 0-1-16,0 0 0 15,0 0 0-15,0 0 0 16,0 0 1-16,0 0 2 16,0 0 0-16,0 0 0 0,25 18-1 15,-20-10-2-15,2-2 1 16,-2 4 0-16,1-4 0 16,0 1-1-16,1-1 0 15,0-1 0-15,0-2 0 16,-1 1 0-16,1-2 0 0,-1-1 2 15,4-1 1-15,-1 0 0 16,2 0-2-16,3 0 0 16,1-7 1-16,3 0-2 15,2-2 0-15,-2-3 0 16,4-3 1-16,3 0-2 0,-2-4 4 16,5-2 3-16,3-4 2 15,2-3-4-15,4-1-2 16,1-3-1-16,0-1 0 15,2 1 0-15,0-1 0 16,-4 2 5-16,0-1 7 16,-1 2 3-16,-3 0-3 0,1 4-5 15,0-1-4-15,-4 3-2 16,-1 2 0-16,-1 4 0 16,-3 3 1-16,-3 3-2 15,-4 5-2-15,-1 3-15 0,-8 1-26 16,-5 3-31-16</inkml:trace>
  <inkml:trace contextRef="#ctx0" brushRef="#br0" timeOffset="24170.94">5822 15159 33 0,'15'-8'3'0,"1"-1"10"0,3 4-3 0,1-1-3 15,4 2 0-15,-1 0-1 16,-1 1 1-16,2-1-2 16,-1 2 1-16,1-1-1 0,2 0 1 15,2-1-1-15,0 0-1 16,3-2 0-16,0 2-1 15,-2-2-1-15,2 3 0 16,-1-3-1-16,-3 1 2 0,3-1-1 16,-7-1-1-16,1 4 0 15,-3-4 0-15,-2 3 0 16,-1 1-1-16,-4 2 1 16,1 1-1-16,-2 0 1 15,1 0-1-15,-3 0 0 16,-2 0 1-16,-2 0-1 0,-2 0 1 15,-1 0 1-15,-4 0 31 16,0-2 12-16,0-2-10 16,0-3-26-16,0-3-6 15,0 0-2-15,0-3 1 16,-2-4 0-16,-2-1-1 0,1-3-1 16,-4-3 1-16,1-2-1 15,1-3 0-15,-3-2-4 16,3-2 0-16,-6-4-2 15,2-4-1-15,0-1 3 0,-3-1 0 16,1-1 1-16,-2 0-12 16,2-1-14-16,-2-1-59 15</inkml:trace>
  <inkml:trace contextRef="#ctx0" brushRef="#br0" timeOffset="25253.49">3324 14251 97 0,'0'-1'4'0,"0"-1"7"0,0 2 2 0,0 0-9 15,0 0-3-15,0 0-1 16,2 0 2-16,-2 5-1 16,0 5 4-16,0 4-4 15,0 3 5-15,0 7-5 0,-6 2 1 16,-1 7 0-16,-1 2 0 15,0 5 3-15,-1 6 0 16,3 6-2-16,-2 5-3 16,4 0 0-16,-1 4 1 15,3 1 0-15,0 2 0 0,2 0 1 16,0-4-1-16,0-1 0 16,0-5-2-16,0-4 4 15,0-6-3-15,0-7-2 16,0-7-8-16,0-13-14 15,-4-10-29-15</inkml:trace>
  <inkml:trace contextRef="#ctx0" brushRef="#br0" timeOffset="26353.26">3434 14090 71 0,'0'0'2'0,"0"0"4"0,0 0 6 0,44-4 0 0,-31 2-2 0,5 1-2 15,1 1-3-15,0 0 3 16,1 0 0-16,1 0 2 16,3 0-1-16,-2 0-4 15,3 0 1-15,4 0-2 0,0 1-2 16,1 1 0-16,7-1 0 15,1-1-1-15,5 0-1 16,3 0 1-16,4-3-1 16,1-4 0-16,3-1 1 15,2 0 3-15,0-1-2 0,2 0-1 16,2-1 0-16,1-2 2 16,1 1-1-16,1 1-2 15,0-1 1-15,-1 1-1 16,1 0 0-16,1 2 1 15,-1-1-1-15,-1 5 1 16,1 1 0-16,0-1 0 0,1 2 0 16,1-1 0-16,-3 1-4 15,3-3-3-15,-2 1-4 16,-3 1-1-16,0-1 4 16,1 1 1-16,-3 2 4 15,0-1 1-15,-2 2 1 0,-2 0-1 16,-3 0 1-16,-1 2-1 15,-2 2 1-15,-1 3-2 16,-2 2 2-16,0-2 0 16,-5-1 0-16,0-1 0 15,1-2 0-15,-1 0 0 0,-2-2 0 16,2 1 2-16,-6 0-4 16,-1 1 4-1,-4 2-2-15,-2 0 0 0,-3 2 1 16,-3 0-1-16,1-1 0 15,-4 0 0-15,2 0 1 16,-2-1-1-16,-2-2 0 0,-1 2 0 16,-2 0 0-16,-1-1 0 15,1 2 0-15,-4-2 0 16,-1 0 0-16,2 2 0 16,-5 1 0-16,1 0 0 15,-1 2-2-15,1 2 0 0,-1 3 4 16,-2 3-1-16,1 4-5 15,0 3 9-15,0 5-4 16,-1 3-1-16,1 5 0 16,0 5 0-16,-4 6-1 0,0 6 1 15,0 10 1-15,0 9 0 16,-8 6 0-16,1 8-2 16,-6 10 1-16,-3 2-37 15,-5-4-54-15</inkml:trace>
  <inkml:trace contextRef="#ctx0" brushRef="#br0" timeOffset="27952.69">3415 14055 81 0,'-8'-3'4'0,"1"-2"11"0,-4 2 0 0,4 2-7 15,-4-2-6-15,1 3-1 16,2 0-1-16,-3-1 1 16,1 1-1-16,-2-2 0 15,3 2 1-15,-3 0-2 0,1 0 1 16,-3 0 0-16,3 0-2 15,-2 2 1-15,-3 2 1 16,3 0-1-16,-3 1 1 16,1 0-2-16,1 2 2 15,-1-1-1-15,3 0 1 0,1 1 0 16,0 0 0-16,0 1 0 16,0 2-7-16,2 2-3 15,-2 1 2-15,2 1 1 16,0 0 6-16,0 2-1 0,2 2 2 15,0 0 0 1,1 2 0-16,-1 0 0 0,0 4 0 16,3 1 0-16,-1 0 0 15,1 1 1-15,-2 2 1 16,3-1 0-16,1 3 3 16,-1 3-3-16,1 3 0 15,2 2-2-15,0 4 1 16,0 1-1-16,0-2 0 0,0-1 0 15,0-4 0-15,2-3 0 16,-2-3 0-16,0-3 0 16,0 0 0-16,0 1 0 15,0 0 0-15,-2 2 2 0,0 2-2 16,0-4 1-16,2 4-1 16,0-4 1-16,0-1-1 15,0-3 0-15,9-3-1 16,0-4 1-16,2-2-3 15,1-6-1-15,2-3 4 16,3-3-5-16,0-3 4 16,3 0 6-16,0-3-3 0,1-3 4 15,1-1-2-15,1 0-1 16,-2 0 2-16,0 2 2 16,2 2-2-16,0 0 1 0,0 1-1 15,0 2-1-15,3 0 0 16,-1 0-3-16,-1 0 1 15,3 0-1-15,2 0 0 16,0 2-1-16,0 1 0 16,0-2 1-16,0 3-1 0,-2-1 1 15,1 0-1-15,0 0-1 16,0-3 1-16,3 0 0 16,-3 0 3-16,6-6 3 15,-4-1-2-15,5 1-2 16,-1-2-1-16,3 4 1 0,3 1-2 15,1 3 1-15,1 0-1 16,0 0 1-16,3 3-1 16,0 2 0-16,2 2 0 15,0-2 0-15,6-1 0 16,3-3-1-16,-1-1 0 0,3 0-1 16,-1 0 1-16,1-4-1 15,2 1-1-15,1-1 6 16,-3-2-5-16,3 1 1 15,3-1 0-15,-2-4 2 16,3 3 0-16,-2 0 2 0,2 1-2 16,1 1-3-16,-2 2-16 15,-3 1-7-15,1 2 0 16,-5 0-9-16,-1 0-29 16</inkml:trace>
  <inkml:trace contextRef="#ctx0" brushRef="#br0" timeOffset="28903.98">5128 14151 17 0,'4'0'12'0,"2"0"5"0,3-4-5 0,3-5 1 16,-1 1-2-16,5-4 1 16,1-3-3-16,1 1 2 0,4-4-2 15,1-1-3-15,4-3-1 16,2-3 0-16,4-4 0 16,5-2-1-16,3-2 0 15,-1-1-1-15,0 2 1 16,0 2-1-16,-3 3 0 0,-2 1-3 15,-4 6 2-15,-2 1 2 16,-7 3-21-16,-4 2-61 16</inkml:trace>
  <inkml:trace contextRef="#ctx0" brushRef="#br0" timeOffset="33735.37">4388 15215 22 0,'5'-9'3'0,"-1"5"1"0,-2 1 3 16,-2 2 8-16,0 1 3 15,0 0 4-15,0 0-11 16,0 0-3-16,-4 2 2 0,-1 6-9 16,1 4-1-16,-4 4 0 15,2 2-1-15,0 5 0 16,-1 4 2-16,0 2 0 16,2 3 2-16,-1 4-1 15,-1-1 4-15,-2 2-3 0,0 3 3 16,0-2 1-16,-1-2 2 15,0 2-4-15,-3-1 1 16,2 3-1-16,-3-2 1 16,1-1 1-16,-1 1-3 15,3-2-1-15,-3-3 2 0,3-5-4 16,3-1 1-16,3-4-3 16,0-5-11-16,3-5-29 15,0-9-5-15,0-4-53 16</inkml:trace>
  <inkml:trace contextRef="#ctx0" brushRef="#br0" timeOffset="33987.44">4131 15862 86 0,'0'0'-1'0,"0"0"2"0,0 0-2 0,0 0-1 15,0 0 3-15,0 0-2 0,0 0-1 16,0 0 0-16,0 0 1 16,42 40 1-16,-33-37 3 15,2 0-1-15,1-3-7 16,-3 0-38-16</inkml:trace>
  <inkml:trace contextRef="#ctx0" brushRef="#br0" timeOffset="34123.33">4274 15794 45 0,'0'0'93'0,"0"0"-68"16,0 0-10-16,0 0-14 15,0 0-5-15,0 0-16 16,0 0-12-16,-23 46-18 15</inkml:trace>
  <inkml:trace contextRef="#ctx0" brushRef="#br0" timeOffset="34557.98">3453 16625 110 0,'0'0'-3'0,"0"0"-3"16,0 0 4-16,7 48 0 15,-4-25 4-15,-3 1-1 0,0 5 1 16,0-1 0-16,0 3 0 15,0 1-2-15,0-2 1 16,-3-1 0-16,-2 1 0 16,-1-3 0-16,-1-6-2 15,1-3-11-15,-4-7-32 16</inkml:trace>
  <inkml:trace contextRef="#ctx0" brushRef="#br0" timeOffset="34906.71">3380 16651 94 0,'0'0'1'16,"6"-38"1"-16,1 23 0 16,2 4-2-16,-2 2 0 15,1 5-2-15,1 4-3 0,3 0 1 16,-3 0 0-16,-1 4 4 15,2 2 2-15,-3 4 1 16,3 1-3-16,-1-1 0 16,-1 2 0-16,-2-1 2 15,-2 0 1-15,-2-3 0 0,-2 1-1 16,0 0 3-16,-4-1 6 16,-5 4 0-16,-4 1-2 15,0 1 0-15,1 0-3 16,-1 1-3-16,2-3-1 15,1-1 1-15,4 0-2 0,4-5-3 16,2-4-26-16,0-2-35 16</inkml:trace>
  <inkml:trace contextRef="#ctx0" brushRef="#br0" timeOffset="35560.71">3643 16629 28 0,'0'0'-1'15,"0"0"2"-15,0 0 2 16,0 0-3-16,0 0 2 16,0 0-1-16,0 0 13 15,0 0 13-15,0 0-3 16,16 2-15-16,-16-8-3 0,0 1 4 15,0-2-7-15,0-1-2 16,0 1 1-16,0-1 0 16,0 1-1-16,-4 1 0 15,0 1 0-15,1 3 3 16,-2 0-4-16,3 1 1 0,0 1 5 16,2 0-4-16,0 0-4 15,0 7 0-15,0 3 0 16,0 3 1-16,2 1 0 15,2 0 0-15,2 2 0 16,2 0-1-16,-3-1 0 16,3-1 0-16,2-3-2 0,-2-2 1 15,1-2-1-15,1-1-1 16,-4-2 4-16,1-4 2 16,-1 0 2-16,-2 0-2 15,1 0 6-15,0-4 4 16,-1-5 2-16,-1-1 1 15,1-2-9-15,0-2-1 0,-1 1-3 16,1-2 1-16,0 1 0 16,1 1-2-16,-2 1 1 15,3 0-1-15,-2 4 2 16,1-1-2-16,1 3-3 16,2 2 2-16,0 1-2 0,-1 3-2 15,-1 0-4-15,2 0 1 16,0 3 2-16,-1 3 3 15,0 4-1-15,4-2 6 16,-4 2 1-16,2-1-1 0,2-1 0 16,-2-3-2-16,1-1-10 15,2-4-13-15,-1 0-34 16</inkml:trace>
  <inkml:trace contextRef="#ctx0" brushRef="#br0" timeOffset="35880.9">4059 16377 78 0,'0'0'34'0,"0"0"-29"0,0 0 7 0,0 0-13 0,0 0 9 15,0 0-11-15,0 0-1 16,-45 22 3-16,38-9 1 15,-1 3 1-15,3 3 4 0,-1 3 3 16,1-1-5-16,2 3 0 16,1-1 0-16,2-1-3 15,0-3 1-15,0-2-2 16,3-3-1-16,6-1 0 16,-2-6-1-16,3-1-2 15,2-3 3-15,4-3 4 16,2 0 8-16,-1-2-6 0,1-9-35 15,-2-3-68-15</inkml:trace>
  <inkml:trace contextRef="#ctx0" brushRef="#br0" timeOffset="36281.98">4199 16504 140 0,'0'0'-3'0,"0"0"0"16,0 0 2-16,0 0 1 16,0 0-1-16,0 0-2 15,0 0-7-15,0 0 4 16,0 0 9-16,0 27 15 0,8-38-2 16,-2-2-7-16,3-1-6 15,-4-2-2-15,2 1 1 16,-5 2-2-16,0 2 0 15,-2 2-2-15,0 4 1 16,-2 3-2-16,-2 2 7 16,-4 0 0-16,2 3-1 15,-1 8-5-15,3 2 2 0,2 1 0 16,-1 3-1-16,3 0-1 16,0 0 2-16,0-4-3 15,5 1 0-15,2-4-2 16,5 0 2-16,2-3 3 0,-1-3 2 15,3-4-6-15,2 0-20 16,-2 0-19-16</inkml:trace>
  <inkml:trace contextRef="#ctx0" brushRef="#br0" timeOffset="36543.48">4436 16362 168 0,'0'0'38'0,"0"0"-29"16,0 0 7-16,0 0-16 0,0 0-5 16,0 0 6-16,0 0-1 15,-16 47-2-15,15-22 2 16,1 4-2-16,0 1 0 16,0 3-1-16,0 0 2 15,0-1 1-15,0 1 0 0,1-2 0 16,3 0 1-16,-2-4 0 15,0 0-3-15,2-6-5 16,-3-3-21-16,2-6-12 16,2-7 0-16,-3-5-10 15</inkml:trace>
  <inkml:trace contextRef="#ctx0" brushRef="#br0" timeOffset="36820.96">4462 16415 69 0,'0'0'33'0,"4"-47"-29"0,-2 27 7 16,2 2 0-16,4 3-4 15,-2 4-6-15,3 4-1 16,-3 4 0-16,4 3-3 16,-5 0-5-16,1 10-3 0,0 4 9 15,-2 2 7-15,-1 4-1 16,-3 0-2-16,0 1-2 15,0 2 0-15,-2-1 3 16,-7 0-1-16,0 0-2 16,-5-1 4-16,2-3-3 15,-1-3 2-15,3-2-9 0,1-9-10 16,2-4-14-16</inkml:trace>
  <inkml:trace contextRef="#ctx0" brushRef="#br0" timeOffset="37117.43">4691 15988 162 0,'0'0'4'0,"0"0"-21"16,0 0 5-16,0 0 5 15,0 0 13-15,0 59-3 16,0-31-1-16,-4 2-4 16,2 3 3-16,0 1 3 0,0-4-2 15,1 2-1-15,1-4-1 16,0-3 1-16,0-3 0 16,0-1-1-16,0-3 1 15,0-1 0-15,0-5-16 16,0-3-38-16</inkml:trace>
  <inkml:trace contextRef="#ctx0" brushRef="#br0" timeOffset="37403.6">4585 16320 79 0,'0'0'0'0,"0"0"0"16,0 0 4-16,0 0 5 15,0 0-2-15,42-11-4 16,-31 6 3-16,-2-2-3 16,0 1 2-16,2-1 0 15,-2-1-1-15,2-1-1 0,3-2-2 16,-1 1 2-16,1-3-1 15,1 3-2-15,1-3-9 16,-3 1-12-16,3 0-26 16</inkml:trace>
  <inkml:trace contextRef="#ctx0" brushRef="#br0" timeOffset="37873.51">4868 16218 199 0,'0'0'-1'15,"0"0"8"-15,0 0-4 16,0 0-8-16,0 0 5 16,0 0 0-16,0 0 0 0,0 0-1 15,38 15 0-15,-27-8-2 16,0 2 0-16,-2 1-1 16,1 1 1-16,-2 0 1 15,-5 1 2-15,1-1-1 16,-4 2 0-16,0-3-3 0,0-3 7 15,0 2-3-15,-2-3 2 16,-3-4 1-16,1-1 1 16,-2-1 9-16,1 0 3 15,0-5-6-15,3-8-2 16,2-1 3-16,0-5-6 0,0-5-2 16,2-4-2-16,10-2-4 15,3-1-4-15,1-1-19 16,3 3-35-16,0 3-5 15</inkml:trace>
  <inkml:trace contextRef="#ctx0" brushRef="#br0" timeOffset="38207.17">5177 16060 71 0,'0'0'4'0,"0"0"20"15,0 48-2-15,-1-26-6 0,-3 0-5 16,2 1-6-1,-2-2-1-15,3 0-4 0,1-5 0 16,0-2 0-16,0-2-2 16,3-4 0-16,3-5 1 15,3 0 2-15,1-3 1 16,1 0 3-16,3-6 10 0,-1-7-5 16,1-3-6-1,-2-3-1-15,-1-1 3 0,-2-3-3 16,-4 2 2-16,-5 2 4 15,0 1-2-15,0 2 2 16,-9 5 1-16,0 1-2 16,-4 6-6-16,-3 4-4 0,1 0 4 15,-2 6-5-15,4 9-20 16,-1 2-16-16,3 0-9 16,3-1-23-16</inkml:trace>
  <inkml:trace contextRef="#ctx0" brushRef="#br0" timeOffset="38698.9">5353 16026 100 0,'0'0'1'16,"0"0"0"-16,0 0-1 15,0 0-3-15,0 0-10 16,0 0 21-16,0 0-1 0,0 0-4 16,15 41-1-16,-14-24 0 15,4 1-1-15,-1-1 0 16,-2 2 0-16,1-5 0 16,1 2-1-16,-2-3 0 15,-2-4 0-15,2 0 1 0,0-6-1 16,-2 3 1-16,0-4-1 15,0-2 1-15,2 0-1 16,-2 0 13-16,1-8 21 16,0-1-31-16,0-6-2 15,4-4-1-15,-3 1 0 0,2-4-1 16,3 2 1-16,-1 1 0 16,3-1 1-16,-1 3 3 15,4 3-1-15,-1 2 0 16,3 2 0-16,-1 3-3 15,-1 7-2-15,1 0-1 16,-1 0-5-16,-1 9 1 0,-1 5 8 16,0 4 2-16,-3 2 1 15,-1 2-1-15,-1-3-13 16,1-3-14-16,-2-6-24 16</inkml:trace>
  <inkml:trace contextRef="#ctx0" brushRef="#br0" timeOffset="38905.54">5699 15644 178 0,'0'0'-1'0,"0"0"2"0,0 0-2 0,-4 38-2 0,2-18-20 16,2 1-3-16,0-2-17 16</inkml:trace>
  <inkml:trace contextRef="#ctx0" brushRef="#br0" timeOffset="39048.53">5737 15715 198 0,'0'0'18'0,"0"0"-5"16,0 0-13-16,0 0-5 0,0 0-11 16,0 0-17-16,-2 44-42 15</inkml:trace>
  <inkml:trace contextRef="#ctx0" brushRef="#br0" timeOffset="39967.66">4593 15747 61 0,'0'0'5'15,"-60"0"14"-15,28 0-1 16,-1 0 0-16,-5 0-10 0,-2 0-1 15,-3 3 1-15,-1 1-2 16,-5 3-2-16,2 2 0 16,-5 4-1-16,-4 1 1 15,-2 5-4-15,0 4 1 0,-3 3-1 16,-1 4 1-16,-1 4 0 16,-2 6 1-16,1 4-2 15,-3 6 0-15,0 5 1 16,0 3-1-16,0 2 0 15,-1 2 0-15,4 3 0 16,1-2 1-16,5 1-1 0,7 0-1 16,2 0 1-16,5-2 1 15,7-2-1-15,5-1-1 16,5-3 0-16,8-2-1 16,5-4 2-16,10-5-1 15,4-3-1-15,7-3-1 0,10-2-2 16,13 0-1-16,3 2 0 15,7 0-1-15,12 1 4 16,8-2 1-16,11-2 1 16,6-2 2-16,10-6 7 15,7-4 3-15,6-2-11 0,7-4 5 16,5-5 0-16,7-3-5 16,-1-4 0-16,5-4 5 15,0-2-6-15,2-11 6 16,-2-10-6-16,2-9 3 15,3-11 6-15,3-10-3 0,0-8 1 16,-2-7 1-16,-2-9 0 16,-3-7 0-16,-6-3-2 15,-9-6 0-15,-8-1-2 16,-9-10 1-16,-19 2-2 16,-12 2 2-16,-13-4-2 15,-18 2 1-15,-14 3 1 0,-14 2 1 16,-4 2-1-16,-23 1 2 15,-15 7 6-15,-14 6-7 16,-15 7-2-16,-18 12 1 16,-16 12-1-16,-16 14 2 0,-20 17-3 15,-15 16-2 1,-20 12-4-16,-18 33-2 0,-13 27-13 16,-17 24-41-16,-15 25-33 15</inkml:trace>
  <inkml:trace contextRef="#ctx0" brushRef="#br0" timeOffset="60856.67">8452 5300 13 0,'-4'0'6'0,"0"0"3"0,0 0-4 0,1 0-2 15,1 0-1-15,0 0 0 16,0 0 0-16,0 0 8 16,-1 0-1-16,3 0-1 15,0 0 0-15,0 0 2 16,0 0-10-16,0 0-11 15,0 0 6-15,5 0 10 0,-1 0-4 16,0 0-1-16,5 0-1 16,-1 0 0-16,0 3 2 15,1-3-1-15,1 0 0 16,2 0 6-16,2 0-2 16,2 0-2-16,-1 0 2 15,5 0 0-15,-3 0-3 0,2 0 1 16,1 0-2-16,1 0 0 15,0 0 0-15,4 0 0 16,0 0 1-16,4 0 0 16,1 0-1-16,1-1 1 15,2-4 0-15,0 2 0 0,1 1-1 16,-3-1 2-16,1 1-2 16,-2 1 0-16,2-1 1 15,-1-1-1-15,1 1 1 16,3 0-1-16,4 0 1 0,-2 0 0 15,2-1-1-15,1 0 1 16,1 2 0-16,1-3 0 16,-2 2-1-16,3 1 1 15,-1-1-3-15,5 0 3 16,-3 2 0-16,0-2 0 16,1 2 0-16,0-3 0 0,-2 2-1 15,1-1 2-15,-1-2-2 16,2 1 1-16,4-1 0 15,2-2 1-15,0 2 0 16,3 0 1-16,0-2-1 16,1 2 2-16,1 1-3 0,0-1 0 15,-1 2 0-15,-2 1 0 16,2 1 0-16,-1-3-1 16,0 3 0-16,1-2 1 15,-1 1-1-15,2-2 0 16,0 2 1-16,1-2-1 0,1 0 0 15,-1 1 1-15,1-1 1 16,0 0-2-16,1 0 0 16,1 3 1-16,0-1-1 15,3 0 0-15,0 1 0 16,3 0 1-16,4 0 0 16,1 0 2-16,3 0-1 0,3 0 0 15,0 0 2-15,0 0-2 16,3 0 0-16,1 0-1 15,-1-1 1-15,2 0-2 16,1 0 1-16,0 1 0 0,-3-2-1 16,3 2 1-16,-2 0 1 15,-3 0-1-15,3 0 1 16,-2 0 4-16,2 4 2 16,2-1-3-16,-1 3-1 15,-1-1-2-15,0 1-1 0,-4 0 0 16,2-1 0-16,-5-2 1 15,1 1-2-15,-3-1 1 16,-2-3-1-16,1 0 1 16,0 0-1-16,-2 0 0 15,-1 0 1-15,-3 0-1 0,1 0 0 16,2 0 2-16,-6 0-2 16,1 0 0-16,-1-2 0 15,1 0 1-15,-4-1 0 16,1 2 0-16,-1-1 1 15,-3 1 0-15,0-2-1 0,0 3 0 16,-2 0-1-16,-5 0 0 16,-1 0 0-16,-3 0 1 15,-3 0-2-15,-4 0 2 16,-1 0-1-16,-3 0 1 16,-1-1 1-16,-4 0-1 15,-2 1 2-15,-5 0 1 0,1 0 2 16,-8 0-3-16,-3 0 0 15,-1 0-1-15,-4 0 0 16,-1 0 1-16,-3 0-2 16,-2 0 0-16,0 0-1 15,0 0 0-15,0 0-1 16,0 0-1-16,3 2-2 0,-4 2 4 16,2 2 0-16,0 5-9 15,-2-2-34-15,-2-2-40 16</inkml:trace>
  <inkml:trace contextRef="#ctx0" brushRef="#br0" timeOffset="63082.64">11526 4232 31 0,'0'0'7'0,"0"0"5"0,0 0 0 0,0 0-1 16,0 0 2-16,0 0-3 15,0 0-3-15,0 0-2 16,0 0-1-16,0 0-1 0,0 0-2 16,-7-23-2-16,7 23 0 15,0 0 0-15,0 3 0 16,3 3 2-16,1 1-2 15,1-1 0-15,-2-1 1 16,3 4 0-16,0-1 0 16,1 0 1-16,-1 0-1 0,2 2 0 15,-2-3 0 1,3 0 0-16,-4-1 0 0,4-2 1 16,-3 0-1-16,3-4 1 15,-1 0 0-15,3 0 3 16,2-4-1-16,3-9 2 0,1-3 0 15,4-5-2-15,5-2-1 16,3-5 0-16,3-6-1 16,6-2 1-16,1-3 1 15,4-4 2-15,-2-2 3 16,2-4 2-16,3-2 8 0,0-1-2 16,4-1-2-16,-1 2-5 15,0 3-2-15,-2 2-1 16,-3 4-2-16,-4 0-3 15,-1 5 1-15,-7 2 0 16,-1 4 0-16,-9 5-1 0,2 5 0 16,-6 5-1-16,-3 5 0 15,0 5 0-15,-2 6-1 16,-2 0-9-16,-8 7-63 16,-3 3-22-16</inkml:trace>
  <inkml:trace contextRef="#ctx0" brushRef="#br0" timeOffset="70810.6">8677 3617 4 0,'0'-4'8'0,"0"-1"8"0,0 2 4 0,0-1-4 0,0 1-4 16,-2-1-2-16,1 3 1 16,1-1-4-16,-1 0-1 15,1 1 1-15,0 1 1 16,0 0-7-16,0 0-3 0,0 0 1 15,0 8-1-15,-1 2 4 16,-1 2-5-16,0 4 5 16,-1 1-3-16,1 3 2 15,-2 1-1-15,2 0 2 16,1 1-1-16,1 2-1 0,-2-1-1 16,0-1 2-16,2 1 0 15,-2-1-1-15,2-2 1 16,-3-1-1-16,2-2 0 15,0-2 0-15,1-3 1 16,0 1-1-16,0-3 0 0,0-3 1 16,0 2 0-16,1-1 3 15,3-2-2-15,0-2 0 16,0 0-1-16,1 1-1 16,2-3 2-16,-2 1 2 15,3 0-3-15,-1 0 2 0,3-2-2 16,0 1 0-16,1-1 1 15,1 2-1-15,1-3 0 16,-3 0 1-16,7 0 0 16,-4 0 0-16,1 0 0 15,-2 0 0-15,3 0 4 0,-2 0 1 16,3-3 0-16,-3 2-3 16,1-2 0-16,-3 0 1 15,2 0-5-15,2-1 2 16,-2 1-1-16,0 2-1 15,-2-1 1-15,1 1-1 0,-2 1 0 16,0 0 0-16,2 0 1 16,0 0-1-16,2 0-1 15,-1 3-22-15,0-2-41 16</inkml:trace>
  <inkml:trace contextRef="#ctx0" brushRef="#br0" timeOffset="71598.92">9358 3875 40 0,'0'0'5'0,"0"0"2"0,0 0-1 0,0 0 2 15,0 0 3-15,0 0-1 16,0 0 0-16,0 0-5 0,0 0 1 16,-27-36-1-16,21 34-2 15,-2 2 0-15,0 0-3 16,-1 0 1-16,-2 0-1 15,0 6 0-15,-1 0-1 16,2 1 1-16,-2 1 1 16,1-1-2-16,-1 3 2 0,2 0 0 15,1-2 0-15,1 2-1 16,2-1 1-16,-1 1-1 16,3-1 0-16,2-1 1 15,2-1 0-15,0 0 1 0,0 0-1 16,0-1 0-16,0 1 2 15,4-4-1-15,-1 3-2 16,3-2 0-16,1-1 2 16,0-2 1-16,1-1 2 15,1 0-1-15,3 0 0 0,-1 0 1 16,0-4-3-16,-1-2 0 16,2 1-1-16,0-3 2 15,-3 1-2-15,-3 0 1 16,1 0 2-16,0-3 0 15,-6 2-1-15,1-1 0 16,2 2 1-16,-4 1 0 0,0 1 4 16,0-1-4-16,0 4 0 15,0 1-2-15,0-2-2 16,0 3 0-16,0 0 3 16,0 0-6-16,0 0-2 15,0 3 4-15,0 3 1 0,0 1 0 16,0 0 1-16,0 0-1 15,2 0 1-15,4 0-4 16,3-1 5-16,0-2-4 16,7-1 6-16,0-3-3 15,1 0 1-15,2 0-1 0,3 0-5 16,0-7-11-16,-1-1-14 16,1-4 6-16,-2-1-8 15,-2-4-41-15</inkml:trace>
  <inkml:trace contextRef="#ctx0" brushRef="#br0" timeOffset="72277">9586 3580 40 0,'0'0'5'0,"0"0"-2"0,0 0-2 0,0 0 1 16,0 0-2-16,0 0 0 16,0 0 1-16,0 0 0 0,-38 34 2 15,38-20-1-15,0 2-2 16,0 2 1-16,0 1 0 16,0 1 1-16,0 2 0 15,3 1 0-15,1-2-1 16,1 2 1-16,-1-2 0 15,-2-1 1-15,3-1-2 0,-3-2 1 16,2-3-1-16,-3 0 0 16,1-4 1-16,0-3-2 15,0-1 1-15,-2-3 0 16,0 0 0-16,0-3 0 0,2 0 11 16,-2 0 54-16,0 0-17 15,5-3-45-15,-3-4-1 16,3 0 0-16,1-2-2 15,3 1-2-15,0-3 1 16,2 3-1-16,0-1 1 16,3 1 1-16,-1 2-1 0,1-1-3 15,3 3 3-15,-3 1-1 16,1 0 1-16,0 3 1 16,-4 0-1-16,1 0 0 15,-2 3-1-15,-3 2 1 16,-1 2-2-16,-2 1 0 0,-1-1 1 15,-1 2-1-15,-2-1-1 16,0-1 1-16,0 1 2 16,-3-1-2-16,-8 1 1 15,-4-2 3-15,-1 4-1 16,-2-3 3-16,-1 0-3 16,2-3 5-16,0 2-5 0,3-5 3 15,4-1-2-15,3 0 0 16,2 0 1-16,4 0-3 15,1-1-6-15,2-5-26 16,9-4-42-16,2-1-32 16</inkml:trace>
  <inkml:trace contextRef="#ctx0" brushRef="#br0" timeOffset="72766.84">9953 3843 28 0,'0'0'16'0,"0"0"2"0,0 0-4 0,47-4-2 15,-40 3-4-15,1 0-2 16,2 1-1-16,-4-3-2 0,1 3 0 16,-1-4 1-16,-1 1 2 15,2 0-1-15,-3-2 0 16,-1 0 2-16,1 0 5 15,-2-1-2-15,0-1-4 0,-2 2 1 16,0-1 1-16,0 3-2 16,0 0 0-16,0 0-6 15,-4 3 0-15,-3 0-2 16,-1 0-1-16,-2 4 1 16,-5 6 0-16,1 0 3 15,-1 3-3-15,-1 1 3 0,5 2-2 16,-3-2 2-16,5 2-1 15,3-2 0-15,2-3 0 16,3-1 1-16,1-1 2 16,0-2-3-16,0 0 2 15,9-3 2-15,0 0-1 0,7-2 3 16,-1-1-1-16,6-1-2 16,3 0 0-16,3 0 2 15,2-3-4-15,-1-2 0 16,0-4 0-16,0 2-2 15,0-3-14-15,-2-3-40 0,-5-4-15 16</inkml:trace>
  <inkml:trace contextRef="#ctx0" brushRef="#br0" timeOffset="73230.91">10273 3388 33 0,'0'0'1'0,"0"0"2"0,13 40 6 0,-9-19 7 16,-2 5-6-16,0 2-6 16,-1 3-1-16,1-2 2 0,-2 4 0 15,2-2 1-15,-1 0 1 16,1 0 1-16,-2 1-3 15,2-4 1-15,-2 2-2 16,0-5-1-16,2 0 1 16,-2-4-2-16,2-4 1 0,0-4-1 15,1-1 4-15,1-3-1 16,0-2 0-16,-1-1 0 16,4-2-2-16,-1-2-6 15,3-2-29-15,2-8-14 16</inkml:trace>
  <inkml:trace contextRef="#ctx0" brushRef="#br0" timeOffset="73642.21">10458 3385 89 0,'0'0'-1'16,"0"0"1"-16,0 0 0 16,0 39 2-16,0-24 0 15,0 2 3-15,0 2 1 16,0 2 2-16,0 1-2 15,1 0-1-15,3 4-1 0,0-1-1 16,0 1 3-16,-3 2-1 16,3-2 0-16,0 1-3 15,-2-2 1-15,3 0 1 0,-2-4 0 16,1 1-2-16,2-2 3 16,-3-2-4-16,3-1 5 15,0-1-1-15,2-1 2 16,1-4-2-16,2-1-6 15,2-7-28-15,1-3-23 16,2 0-38-16</inkml:trace>
  <inkml:trace contextRef="#ctx0" brushRef="#br0" timeOffset="74063.47">10739 3782 84 0,'0'0'12'15,"0"0"-13"-15,0 0 1 16,0 0-1-16,0 0 2 16,0 0 1-16,0 0 0 0,0 0 0 15,3 11 0-15,1-11-1 16,1 0 15-16,3 0 10 16,2-6-9-16,0-2-9 15,1-2-4-15,1 0-2 16,-3 0 0-16,-2 3 2 15,-3-3-2-15,-1 3 11 0,-3 1 3 16,0 3-3-16,-7-1-6 16,-2 4-5-16,-2 0-7 15,-7 0 2-15,1 7 6 16,0 3-3-16,-1 3 0 16,3 1 0-16,2-1 1 0,3 2-1 15,2 1 2-15,6-2-1 16,2 2 1-16,0-2-2 15,6 0-1-15,10-1 3 16,1 1-1-16,8-4 3 16,2 0-16-16,4-4-20 0,2-5-20 15,3-1 1-15,-4 0-20 16</inkml:trace>
  <inkml:trace contextRef="#ctx0" brushRef="#br0" timeOffset="74644.92">11084 3841 31 0,'0'0'11'0,"0"0"28"15,23-45-14-15,-22 33-7 16,-1 1 3-16,0 4-1 16,-2 0-6-16,-4 4-5 15,-4 0-8-15,-2 3-4 16,-3 0 2-16,0 6 3 0,-1 4-2 16,-2 1 1-16,2 5-1 15,2-1 2-15,2-2-2 16,3 3 1-16,4-5 0 15,4 0-1-15,1-4 1 16,0-2-2-16,2-2 0 0,7-3 9 16,5 0-3-16,0-3-1 15,4-4-1-15,2-6-2 16,1-1 0-16,-1-5 0 16,-2 1 0-16,-1-3 0 15,-3-1 0-15,-2-2 0 0,-2 1 0 16,-3-2 2-16,-3-1-2 15,-4-2 0-15,0-1-1 16,0-2-1-16,0-1 1 16,-2-1-2-16,-4-1-2 15,-1 1-1-15,-1 3-3 16,0 2 2-16,-1 1 4 0,0 6 4 16,3 2-2-16,-3 2 0 15,4 6 0-15,3 2 0 16,-2 5 1-16,4 3-1 15,-1 1 0-15,1 0-9 0,0 9 7 16,0 3-6-16,0 9 3 16,0 2 2-16,0 5 1 15,0 4 0-15,0 2 4 16,0 1-1-16,0 2 0 16,1-3 0-16,7 0 1 15,2-1 1-15,-1-3 4 16,6 0-2-16,3-1-2 0,1 0 2 15,4-4-2-15,-2-2-32 16,5-5-39-16</inkml:trace>
  <inkml:trace contextRef="#ctx0" brushRef="#br0" timeOffset="75087.55">11928 3634 69 0,'0'0'28'0,"0"0"-4"0,0 0 1 0,0 0-11 0,0 0-4 0,0 0-5 16,0 0-3-16,-40-34 0 15,27 34-3-15,-3 0 2 16,1 0-6-16,-5 0 10 16,-1 4-7-16,0 3 0 0,0 1 3 15,-2 3-1-15,4 0 4 16,2-1 0-16,5 5-2 16,2-4 0-16,2 0 0 15,6 2 1-15,2-2 2 16,0-1-4-16,2-2 1 15,9-1 3-15,5-2 3 0,4-1-5 16,1-4 1 0,5 0-1-16,2 0-1 0,2-4-1 15,-1-6-9-15,-2-1-15 16,0-4-19-16,-6-3 15 16,-3-2-4-16,-4-6-29 0</inkml:trace>
  <inkml:trace contextRef="#ctx0" brushRef="#br0" timeOffset="75407">11931 3221 2 0,'0'0'15'0,"0"0"4"0,-5 54-7 0,5-30 0 15,0 1-3-15,0 4-3 0,0-1 2 16,0 5-3-16,2-2-2 16,2-1 1-16,2 1 0 15,-2 0-2-15,2-2-1 16,3-4 1-16,1 1 1 15,-1-2-1-15,5-1 1 16,3-6-2-16,3-3-10 0,2-7-64 16</inkml:trace>
  <inkml:trace contextRef="#ctx0" brushRef="#br0" timeOffset="75905.45">12249 3607 106 0,'0'0'7'15,"0"0"20"-15,0 0-12 16,6-41 0-16,-6 34-1 16,-4 1-7-16,-1-1-2 15,-6 4-3-15,0 3-4 16,0 0-3-16,-3 0 5 0,-3 0-1 16,1 3 1-16,0 4 1 15,-2 3 0-15,3 1-2 16,1-1 2-16,1 2-1 15,3 0 0-15,3 0 1 16,3-1 4-16,4-1-4 0,0-1-1 16,0-2 0-16,3-2 0 15,5 0 3-15,2-4 1 16,0-1-1-16,2 0-2 16,2 0 0-16,-1-1 0 15,3-5-1-15,-2-4 1 16,0 0-1-16,-1 0 1 0,-1 0-1 15,-1 3 0-15,-5 0 0 16,1 3 1-16,-3 0-1 16,2 3 0-16,-4 1-1 15,0 0 0-15,1 0-1 0,0 5 1 16,2 3 0-16,-1-2 0 16,-1 1 1-16,4 0 1 15,-2 0-1-15,3-1 1 16,1-5-1-16,3 2 1 15,3-3-4-15,3 0-14 0,-1-6-17 16,0-2-4-16,5-8-24 16</inkml:trace>
  <inkml:trace contextRef="#ctx0" brushRef="#br0" timeOffset="76255.39">12557 3138 47 0,'0'0'10'0,"0"0"-11"0,0 0-2 15,0 0 3-15,0 0 3 0,-25 56-1 16,21-31 4-16,0 2-3 15,2 3 5-15,1 1-2 16,1 2-2-16,0 0-2 16,0-1-1-16,0-2 2 15,0 1-2-15,0-4 2 16,2-3-2-16,-1-2 0 0,1-2 1 16,2-5-2-16,-4-2 1 15,2-1 1-15,0-4-1 16,0-1 2-16,-1-4-7 15,1-3-32-15</inkml:trace>
  <inkml:trace contextRef="#ctx0" brushRef="#br0" timeOffset="76466.27">12434 3488 103 0,'0'0'10'0,"0"0"15"15,0 0 9-15,0 0-4 16,0 0-14-16,0 0-3 16,0 0-2-16,0 0-4 15,0 0 1-15,13-22-6 16,11 20-2-16,8 1 0 0,1 1-23 16,3 0-24-16,-2 0-28 15</inkml:trace>
  <inkml:trace contextRef="#ctx0" brushRef="#br0" timeOffset="77186.07">12786 3412 75 0,'0'0'10'0,"0"0"5"16,0 0-8-16,0 0 3 16,0 0 1-16,0 0-1 0,0 0 3 15,0 0 6-15,25-32-17 16,-11 32-1-16,-1 0-1 16,0 0 0-16,-1 0-1 15,-1 8 0-15,-2 2 0 16,0 3-3-16,-4 0 0 0,1 2 0 15,-4 3 3-15,0 0 3 16,-1 0 0-16,-1-1 2 16,0-1-4-16,-1 0 0 15,-8-2 0-15,-1-3 0 16,-4 2 1-16,-1-3 1 16,-2-2 2-16,0-1-1 0,-1-1-1 15,-1-3-1-15,3-3 1 16,0 0 0-16,3 0 0 15,0 0 0-15,5 0-1 16,1-4 2-16,1-3-1 16,2-2 1-16,2 2-2 15,2-3-6-15,0-1 1 0,0-1 0 16,4 1-2-16,2 2 7 16,0-2-3-16,1 4 2 15,3-1 1-15,-2 2-1 16,3 0 0-16,-1 3-1 0,-2 2 1 15,1 1 0-15,-3 0-1 16,2 0 0-16,-2 0-1 16,1 3 1-16,-2 3 0 15,3 2-2-15,-2-1 3 16,2 3-1-16,-2 0 1 16,1 0-1-16,0 1 1 0,0-1-2 15,0 0 2-15,3-1 2 16,0-1-2-16,1 1 0 15,2-2 0-15,0-3 1 16,3 1 0-16,2-1 3 16,1-2-2-16,4 1 0 0,2-1-2 15,2-2 1-15,2 0-31 16</inkml:trace>
  <inkml:trace contextRef="#ctx0" brushRef="#br0" timeOffset="108848.73">3382 14107 58 0,'0'-3'8'0,"-2"2"-3"0,-2-1-4 0,1-1 0 15,1 2 4-15,-3-1-2 16,3-2-1-16,0 2 1 16,0 0 0-16,1-1-1 15,-1 2 1-15,2-2-2 0,-2 3 1 16,0-1 0-16,0-1-2 15,-1 2 1-15,1 0 0 16,-2 0 0-16,-1-1-1 16,0 1 1-16,-1-2-1 0,0 2 0 15,-1 0 0-15,-3 0 1 16,0 0-1-16,1 0 0 16,-3 0 0-16,-1 0 0 15,0 0-1-15,-1 3 1 16,3 4 1-16,-3 0-1 15,1 0 0-15,0-1-1 0,2 1 1 16,2-3 0-16,2 2 0 16,0-2 1-16,0-2-1 15,3 1 0-15,0 0 0 16,-1 0 0-16,1-1 0 16,1 1 0-16,-3 1 0 0,1 1 0 15,1 0 0-15,-3 1 0 16,1 2 0-16,-2 0 2 15,2 1-2-15,-1 0-2 16,1 4 4-16,0-2-2 16,2 4 0-16,0 1 0 15,-1 2 0-15,1 1 0 0,0 1 0 16,-3 2 0-16,0-1 0 16,-2 0 0-16,1-1 0 15,-4 3 0-15,1 0 0 16,0 2 0-16,-3 1 0 0,3 2 0 15,-2 0 0-15,4 1 0 16,-2-1 0-16,3-1 0 16,0 0 0-16,1 0-2 15,1 0 2-15,-1 0 0 16,-2-1-1-16,2-2 1 16,1-1 0-16,-1-1 0 15,3-2 0-15,-3 0 0 0,2-1 0 16,1-1 0-16,2-1 0 15,0 1 0-15,1-3 0 16,1 0 0-16,0 1-1 0,0-3 1 16,0 0-1-16,5-1 1 15,-1 0-1-15,0 0 1 16,1-2 0-16,0 0 0 16,-1 2 0-16,1-4 0 15,1 1-1-15,-2-1 1 16,3-1-2-16,1 2 0 0,2-2 2 15,-3 0 1-15,5 0 0 16,-3 0-1-16,3 0 2 16,0-1-2-16,1 3 0 15,-1-4 0-15,1 2 0 0,0-2 1 16,1 2-1-16,-1 0 1 16,1-1-1-16,1 2 1 15,1-2 0-15,1-1-2 16,2 1 2-16,-2-3-2 15,3-1 1-15,3 0 1 0,2-2-2 16,-1 0 2-16,5 0 0 16,-2-4-1-16,0 1 2 15,-1-3-1-15,0 2-2 16,-2 1 1-16,-2 2 0 16,0-1 0-16,3 2 0 15,-2 0 1-15,-1 0-1 0,2 0 0 16,3-1 0-16,-2 1 1 15,0 0-1-15,1 0 0 16,1 0 0-16,0-1 0 16,2-1 0-16,-2 1 0 15,-1-1 0-15,4 2 0 0,-3-1 0 16,-1 0 0-16,3-1 0 16,0 2 0-16,2 0 0 15,0 0 0-15,4 0 0 16,-2 0 0-16,1 0 0 0,3 0 0 15,-1 0 0-15,2 0 0 16,3 0 0-16,1 0 0 16,2 0 0-16,1-4-2 15,0-1 4-15,-2-2-1 16,-1 0 0-16,-2 0-3 0,-1-1 9 16,-2-1-7-16,-1 2 4 15,0 1-2-15,1-2-1 16,2 1-1-16,-1 0 1 15,-3 0 0-15,1-1-1 16,-2 3 0-16,2-1 1 16,-3-1-1-16,1 4 0 0,1-1 0 15,-1 1 1-15,-1 2-1 16,1-1-1-16,1 0 2 16,-5 0-1-16,3-1 0 15,-2-1 0-15,-4 0 1 16,2 1-1-16,-2 1 0 0,0-2 0 15,2 3 1-15,-2-1 0 16,0 0 0-16,1 1-1 16,1 0 3-16,-2 1-3 15,2 0 1-15,-4 0-1 16,0 0 0-16,0 2 0 16,-3 3-1-16,0-1 2 0,-1 1-1 15,0-2 1-15,-2 1-1 16,-1-1 0-16,-1 0 1 15,1-1-1-15,-3 1 1 16,4 0 0-16,-4-2 0 16,1 0 0-16,-1 0 1 0,1-1 0 15,-1 0-1-15,1 1 1 16,3 1 2-16,-4 2-1 16,1 0-7-16,-5 3-29 15,-4 0 8-15</inkml:trace>
  <inkml:trace contextRef="#ctx0" brushRef="#br0" timeOffset="110882.32">4528 16945 9 0,'-2'-4'11'0,"0"-1"8"0,0 0 0 16,-2 0-1-16,1 2-5 16,-1 0-3-16,2 2-2 0,-3-1-4 15,2 2-2-15,-1 0-2 16,2 0 0-16,-4 0 0 16,3 0-1-16,-1 0 1 15,-3 1 9-15,4 3-8 0,-1 0 0 16,0 5-1-16,1-1-3 15,-1 5 6-15,0 4-3 16,0 2 0-16,4 2-1 16,-1 1 0-16,1 1 0 15,0 3 0-15,0-1-1 0,5 4 2 16,1 2 0-16,-1 2 0 16,3 5 0-16,-4-1 0 15,2 1 0-15,0-2 0 16,-1-1 0-16,1-2 2 15,1-3-2-15,-2-2 0 16,1 3 0-16,1-4 0 0,0 0 0 16,-1-3 0-16,1-2 1 15,-2-4 0-15,-1-2-1 16,1-2 1-16,-1-4-2 16,0 0 1-16,1-3 1 15,0-2 0-15,-3 0 0 0,2-2 1 16,0 0-4-16,-1-2-11 15,-1-1-26-15</inkml:trace>
  <inkml:trace contextRef="#ctx0" brushRef="#br0" timeOffset="114976.43">563 15355 52 0,'0'0'14'0,"-2"0"-5"0,0 3-5 0,-3 0 1 16,3 1-3-16,0-1-1 16,0 4-1-16,2 2-2 15,0 2 0-15,0 6-2 16,0 2 1-16,0 2 0 0,2 3 3 15,0 0-1-15,3 3 2 16,-1 0 0-16,0-3 0 16,2 2 0-16,0-3 0 15,-2 2 0-15,1-3 2 16,-1-1 0-16,0-4 2 0,0-1 0 16,0-4-5-16,-2-3-12 15,-2-6-29-15</inkml:trace>
  <inkml:trace contextRef="#ctx0" brushRef="#br0" timeOffset="115509.45">596 15377 6 0,'0'0'17'0,"0"0"-15"0,0 0 1 0,35-40 2 0,-24 30-2 16,-3 3 0-16,6 0 0 16,-3 2 0-16,2 1-1 15,1 4-1-15,-1 0-1 16,1 0-3-16,-3 8-2 16,-2 4 4-16,2 2 3 15,-4 3 1-15,-1 2 1 0,-1-1-1 16,-3 5 2-16,-2-2-1 15,0 4-1-15,-2 0 12 16,-7 2-7-16,-2-1-4 16,-3 3 0-16,-3-3-2 0,-1 0 1 15,-3 1 0-15,4-2 1 16,-3-2-2-16,4 0 0 16,-2-3 0-16,5-1 0 15,1-3 1-15,2-2 0 16,3-3-4-16,3-3-9 0,4-7-16 15,-2-1-57-15</inkml:trace>
  <inkml:trace contextRef="#ctx0" brushRef="#br0" timeOffset="116640.67">901 15213 58 0,'0'6'4'0,"0"1"-3"0,-3 3 2 0,1 3 2 16,-2 3-4-16,0 3 0 0,-1 5-1 15,3 2 0-15,-2 4 1 16,-1 0 0-16,3 1 0 16,1-4 0-16,1 0 1 15,0-6 1-15,0-2 1 16,0-5-1-16,0-3-1 15,0-4-6-15,0-4-11 0,0-3-30 16</inkml:trace>
  <inkml:trace contextRef="#ctx0" brushRef="#br0" timeOffset="117055.45">869 15340 48 0,'0'0'3'0,"0"0"3"16,0 0 1-16,0 0 0 0,0 0-4 16,0 0-3-16,0 0-4 15,0 0-4-15,39-27 3 16,-28 37 6-16,0 1 2 16,5 3-3-16,-1 0 0 15,3-1 1-15,1 0-2 0,-2-2 0 16,3-1 2-16,-4-3-2 15,0-1 3-15,-3-2 2 16,-1-2-1-16,-4-2 0 16,-3 0 1-16,-1 0 3 15,-2 0 4-15,0-6 8 16,-2-2 12-16,0-5-14 0,0-1-6 16,0-3-5-16,-4-3 0 15,-3 1-3-15,3-3-1 16,0 2 0-16,-2 0-1 15,4 1 0-15,0 1 1 16,2-1-1-16,0 4-2 0,7-1-14 16,4 0-17-16,2 4-4 15,-1-4-15-15</inkml:trace>
  <inkml:trace contextRef="#ctx0" brushRef="#br0" timeOffset="117332.16">1317 15012 100 0,'0'0'3'0,"0"0"-3"0,0 0-3 0,0 0-7 16,0 0 4-16,0 0 10 15,-14 52-4-15,9-32-1 16,1 3 1-16,2 1 0 15,-2-1 0-15,2 2 1 0,1-2-1 16,1 1 0-16,0-1 0 16,0-2 0-16,3 0 2 15,1-3 0-15,-2 0 2 16,0-5-3-16,-2-3-6 16,0-6-16-16</inkml:trace>
  <inkml:trace contextRef="#ctx0" brushRef="#br0" timeOffset="117716.24">1284 15124 54 0,'0'0'2'15,"0"0"0"-15,0 0-1 16,0 0-1-16,46-17-6 15,-34 17 3-15,-2 4 2 0,1 3-2 16,3 3 2-16,-1 0 2 16,3 1-2-16,-1-2 0 15,2-2-1-15,-4 0 7 16,3 0 0-16,-6-4 2 16,1-2-3-16,-1-1 4 0,-6 0 3 15,1 0 2-15,-5-2 8 16,2-7 11-16,-2-2-13 15,0-2-7-15,0-3-4 16,-2-3-5-16,-3 0-1 16,1-4 2-16,0 3-2 0,-4 0-1 15,6 1 0-15,-2 4-3 16,1 4-14-16,1 4-18 16,0 4-5-16,-4 3-29 15</inkml:trace>
  <inkml:trace contextRef="#ctx0" brushRef="#br0" timeOffset="118234.78">740 15894 3 0,'0'0'6'15,"45"-27"0"-15,-21 11 2 0,5-4 2 0,3 2 1 0,6-5-3 16,2-1-1-16,4-2-3 0,2 1-1 16,2-1 0-16,0 3-1 15,3 1-1-15,-4 1 1 16,2 2-1-16,0-1 1 15,-2 4 0-15,0-1 2 16,-4 3-2-16,-3 0 0 16,-5 3 0-16,-5-1 3 0,-2 1-3 15,-1 2 1-15,-4 1-1 16,-1-1 0-16,-2 2 3 16,-4 0-1-16,0-1-3 0,-1-2-10 15,-4-2-12-15,-2-2-34 16</inkml:trace>
  <inkml:trace contextRef="#ctx0" brushRef="#br0" timeOffset="118918.66">1710 14652 62 0,'0'0'2'0,"0"0"-9"0,0 0 3 0,0 0 4 0,0 37-1 16,-2-20 0-16,2 3 3 16,0 2-2-16,0 2 4 15,0 4-3-15,2-1 0 16,5 7 0-16,-1 0-1 0,1 5 1 15,2-4 0-15,-2 2-1 16,-1-4 0-16,1-4 0 16,-3-3 1-16,2-2-2 15,-4 0 2-15,0-4-1 16,-2 1 3-16,0-2-2 0,0 1 2 16,0-3-1-16,0 0-1 15,0 0 1-15,-4-3 0 16,-4 3 2-16,4-2-2 15,-2 0 0-15,1-1 0 16,-1-1-1-16,-2 0 1 0,2-3 0 16,-1 1 1-16,-2-2-1 15,-2 1 0-15,0 0 0 16,0-1 1-16,-5 2-1 16,-4 3 0-16,2 0 0 15,-5 0-1-15,-1 4 0 0,-3-2 0 16,-2 1-1-16,-5 3 1 15,1 3-1-15,-3 1-1 16,-2-1-1-16,3 4-5 16,-1-2-9-16,3-2-34 15</inkml:trace>
  <inkml:trace contextRef="#ctx0" brushRef="#br0" timeOffset="119708.49">1117 15823 42 0,'0'0'4'0,"0"0"0"0,0 0 2 0,0 0 2 0,0 0-6 16,0 0-2-16,0 0-5 16,0 0 3-16,0 0 10 15,0 0-9-15,0 0 4 16,0 0-2-16,-37 49 1 0,32-35-2 15,1 2 1-15,2 4-3 16,0 2 4-16,2 2-1 16,0 2 0-16,0 0-3 15,0 5 4-15,0-1-2 16,2-1 1-16,2-1 2 16,3-1-3-16,-1-2 2 0,2-3-4 15,-2-2 4-15,0-2-2 16,1-1 1-16,-1-3-1 15,2-1 2-15,-3-1-1 16,1 0 0-16,0-3 0 16,-1 1 1-16,0-2 0 0,-3-1 2 15,2 1 0-15,-1-3 1 16,-1 2-2-16,-2-4-13 16,0 1-30-16</inkml:trace>
  <inkml:trace contextRef="#ctx0" brushRef="#br0" timeOffset="120092.26">1046 16422 20 0,'0'0'77'0,"0"0"-75"0,0 0 0 0,0 0-6 16,0 0-2-16,0 0 4 15,0 0 1-15,0 0 0 16,0 0-1-16,38 3 5 0,-24-3-3 16,1 0 1-16,-1 0 0 15,3-1-1-15,-1-5 1 16,2-3 2-16,0-3 0 16,0-3-3-16,0 0-5 15,-2-3-8-15,-1-1-9 0,-6-1 4 16,0 0 16-16,-6 0 2 15,-3 2 8-15,0 2 8 16,0 3-4-16,0 3 5 16,0 6 2-16,0 4 1 15,-1 1-8-15,1 15-19 16,0 3 3-16,0 9 3 0,0 6 0 16,5 7-16-16,-1 1-59 15</inkml:trace>
  <inkml:trace contextRef="#ctx0" brushRef="#br0" timeOffset="120889.53">513 16869 23 0,'0'0'2'0,"0"0"-2"0,0 0 0 0,0 0 1 0,0 37 0 16,0-28 0-16,0-4 2 15,0 1 0-15,0 0 3 16,0-3 4-16,0-2 2 15,0 1 5-15,0-2 7 0,0 2-14 16,0-2-7-16,0 5-3 16,0 2-4-16,0 8 2 15,2 2 0-15,4 5-2 16,3 2 3-16,2 0 1 16,0 0 0-16,0-2 1 15,1-2 1-15,-3 1-1 0,-1-3 0 16,-5-2-2-16,2-3-6 15,-5-5-16-15</inkml:trace>
  <inkml:trace contextRef="#ctx0" brushRef="#br0" timeOffset="121252.44">519 16966 60 0,'0'0'-2'0,"0"0"0"16,0 0 2-16,0 0-4 16,49-7 3-16,-35 15 1 15,6 2-1-15,-1 3 2 16,2-1-1-16,1 0 2 16,-2 1 1-16,-2-4-2 0,1-2-1 15,-4-1 1-15,-5-3-1 16,0 0 1-16,-6-3 1 15,-2 0 6-15,-2 0 13 16,0-1 35-16,0-6-32 16,-4-4-14-16,-5-5-4 15,-2 0 1-15,0-1 1 0,-3-3-5 16,1-2-2-16,4 0 2 16,-2 4-3-16,6 1 1 15,3 3-7-15,2 5-9 16,0 3-25-16,5 2-9 0,3 3-36 15</inkml:trace>
  <inkml:trace contextRef="#ctx0" brushRef="#br0" timeOffset="121949.34">823 16881 109 0,'0'0'0'0,"0"0"4"15,0 0 0-15,0 0 0 16,0 0 0-16,-38 11-5 16,31 3-2-16,3 3 1 15,1 5-2-15,3 0 3 0,0 1 0 16,0-4-1-16,0-1 0 16,4-2 0-16,6-4-1 15,-3-2 1-15,1-5 0 16,1 0 2-16,1-3 0 0,-2-2 2 15,-1 0-1-15,-1-2 0 16,2-5 3-16,-4-3-2 16,0-4 1-16,-3-1-1 15,1-3 0-15,0 0-2 16,-2-2 2-16,0 1-1 0,0 1 0 16,0 2-1-16,2 4 0 15,-2 0 0-15,2 6 0 16,0-2 0-16,1 5-1 15,4-1-3-15,1 4 2 16,1 0 0-16,0 0 0 16,3 0 0-16,-2 7 0 0,4 2-3 15,-3 2 1-15,2 0 3 16,1 1 1-16,-1 1 1 16,-1-1-1-16,-3-2 2 15,-1 0-2-15,-1-3 0 16,-2 2 0-16,-5-5 1 0,0 0 1 15,0-2 3-15,0-1 0 16,-2-1 2-16,-6 0-3 16,2-2 1-16,-1-7 1 15,1-2-2-15,-2-4-3 16,4 0 1-16,2-4-1 0,0 2-1 16,2 1 0-16,0-2 2 15,0 5-4-15,4-1 2 16,6 3-1-16,3-1 0 15,0 4-2-15,3 2 0 16,-1 3 2-16,3 3-2 0,-2 0 3 16,-2 0-2-16,4 9 1 15,-5-1-3-15,3 5-5 16,-5 1-6-16,0-1-25 16</inkml:trace>
  <inkml:trace contextRef="#ctx0" brushRef="#br0" timeOffset="122147.88">1246 16770 136 0,'0'0'-2'0,"0"0"8"0,0 0-2 0,0 0-6 15,13-36 2-15,-3 27 0 16,2-3 0-16,1 1 2 15,3 2-1-15,4-3-2 0,-2-1-20 16,0-3-17-16</inkml:trace>
  <inkml:trace contextRef="#ctx0" brushRef="#br0" timeOffset="122775.47">1473 16286 91 0,'0'0'6'0,"0"0"0"15,0 0-6-15,0 0-3 16,0 0 2-16,-6 37-1 16,6-16 2-16,0 4 0 15,4 1 0-15,3 3 0 16,1-1 0-16,2 0 2 0,-2-2-2 15,1-2 0-15,-4-3 0 16,2-2 0-16,-3-5 0 16,1 0 0-16,-3-3 0 15,-2-3 1-15,0-3 0 16,0-2 0-16,0-3 1 16,0 0 1-16,0 0-6 0,-2-5 1 15,-1-2 0-15,3-1 2 16,-2 1 0-16,2 3 0 15,0 1 1-15,0 0-2 16,0 3 0-16,7-1-2 0,1 1 2 16,4-3 1-16,1 2 0 15,1-2 0-15,1-3 0 16,1 0 1-16,-2-3-1 16,4-6 1-16,-1 1 1 15,-3-5-2-15,-1-4 2 16,-2 0-1-16,-2-1 1 0,-4 2 1 15,-1 0-2-15,-2 4 1 16,-2 3-2-16,0 3 1 16,0 5 0-16,0 3 9 15,0 4 1-15,-4 0-8 16,2 3 3-16,0 7-9 16,0 4-2-16,2 2 5 0,0 2 0 15,2-1 0-15,6 2 0 16,1-2 1-16,5-2 0 15,-1-1-1-15,1-4-11 16,-1-4-11-16,0-6-8 0</inkml:trace>
  <inkml:trace contextRef="#ctx0" brushRef="#br0" timeOffset="122924.9">1750 16168 129 0,'0'0'7'0,"0"0"-3"0,0 0-4 15,0 0-50-15</inkml:trace>
  <inkml:trace contextRef="#ctx0" brushRef="#br0" timeOffset="123385.94">1869 16274 140 0,'0'0'4'0,"0"0"0"16,0 0-4-1,0 0-4-15,0 0-19 0,0 0 16 16,0 0 8-16,2 39-2 15,0-26 2-15,0-1-2 16,1 2 0-16,1-1 0 16,-2-3 1-16,0-1 0 0,-2-5 1 15,0 1-1-15,2-4 0 16,-2-1 2-16,0 0 3 16,0 0 16-16,0-1-12 15,0-8-5-15,0 0-1 16,0-4-2-16,0-4 0 0,0-1 0 15,0 1-1-15,4 0-1 16,0 1 1-16,3 1-2 16,3 3 0-16,0 2 1 15,1 3-2-15,-2 4-1 16,6 3 1-16,-4 0-1 0,2 3 2 16,-1 7 0-16,1 1 1 15,1 1 1-15,-3-1-1 16,5 2-4-16,-3-5-4 15,3 1-11-15,-5-3-13 16</inkml:trace>
  <inkml:trace contextRef="#ctx0" brushRef="#br0" timeOffset="123692.7">2169 16277 79 0,'0'0'7'0,"0"0"11"15,0 0 2-15,2-37 1 16,-2 26-6-16,0-3-8 0,0 1 0 15,0 1-4-15,-6 1 0 16,2-2 0-16,-2 5-2 16,1 1 0-16,-3 1 0 15,2 5-4-15,-2 1-1 16,1 0 11-16,-1 4-7 0,3 6-3 16,0 5-1-16,1 2 1 15,4 2 0-15,0 1 0 16,0-2 0-16,9-1 1 15,0-1 2-15,4-5-7 0,1-1-5 16,1-2-2-16,3-2 4 16,-3-4-3-16,4-2-1 15,-2 0-5-15,1-11-9 16,-3-1-13-16</inkml:trace>
  <inkml:trace contextRef="#ctx0" brushRef="#br0" timeOffset="124448.01">2320 16186 14 0,'0'0'28'16,"5"-45"3"-16,-5 26-7 15,0 5-4-15,0 5 9 16,-7 4-7-16,0 2-13 16,-2 3-11-16,1 0 12 15,-4 13-12-15,4 2 1 0,1 6-3 16,1 0 2-16,2 1 0 16,2 0 1-16,2-4-1 15,0-1 1-15,0-5-2 16,2-1-2-16,4-4-3 15,0-4-1-15,-1-2 4 16,1-1 6-16,0 0 2 0,0-7 0 16,-2-6 0-16,-2-1 2 15,2-1 2-15,-1-4-3 16,-3 3 2-16,4 1-5 16,-2-1 1-16,0 6-2 15,0 2 1-15,3 1 0 0,0 5-2 16,0 1-5-16,1 1-4 15,1 0 4-15,4 1 3 16,-2 5 1-16,-1 1 2 16,3 0-1-16,-1 0 1 15,1 0 1-15,1 0-1 0,-2-4 2 16,-1 0-1-16,0-3 1 16,-2 0 2-16,-2 0-1 15,-1-4 2-15,0-7 3 16,-2-2-4-16,-1-1 0 0,-1-4-2 15,1 3 0-15,-1 0-1 16,0 3-1-16,0 3 1 16,0 2 20-16,0 3-7 15,0 4-12-15,1 0-2 16,3 0-10-16,1 0-20 16,-1 0 16-16,5 7 8 0,2 3 3 15,1 0 1-15,1 1 3 16,1-1 0-16,-1-1 0 15,3-4-1-15,-5-4-1 16,2-1 4-16,-1-1 0 16,0-8 1-16,-3-4-1 0,1-3 1 15,-2-2 0-15,-1-1-1 16,-5 1-1-16,2 1 1 16,-2 1-2-16,-2 3 3 15,0 3 0-15,0 5 5 16,0 2-1-16,0 1 1 0,0 2-8 15,2 0-11-15,2 2 4 16,2 5 4-16,1 0 4 16,1 0-1-16,0-1-13 15,0-1-14-15,1-5-6 16,-2 0-2-16,0-6-23 16</inkml:trace>
  <inkml:trace contextRef="#ctx0" brushRef="#br0" timeOffset="125133.31">2573 15470 116 0,'0'0'8'0,"0"0"7"0,0 0-14 15,0 0-6-15,0 0-2 0,-7 49 3 16,16-24 2-16,0 8-1 16,2 4 0-16,3 4 3 15,-1 3 0-15,3 0 1 16,-1 0 1-16,1-1-1 0,-1-5 0 16,1-4 1-16,-1-3 0 15,2-8 1-15,-2-3 1 16,-1-7-6-16,-1-6-8 15,-3-6-7-15,0-1-8 0,-1-10-12 16,-5-8 16-16,0-5 8 16,0-1 15-16,-2-3 2 15,-2 1 8-15,0 4 2 16,0 5 10-16,0 3-2 16,0 8 1-16,0 3-1 15,0 3-3-15,0 0-28 0,0 7 1 16,0 4 5-16,4 5 4 15,3-2 1-15,-1 3-1 16,3-3-1-16,0-2 1 16,0-5 0-16,0 0 0 15,0-3 2-15,-2-2-1 0,0-2 4 16,1 0-1-16,-1-10 5 16,0-4 3-16,2-3-3 15,-3 1-4-15,2-1-2 16,-2 1-1-16,-1 6-3 15,3 3 0-15,-3 3 0 0,4 4-5 16,0 0 0-16,-1 8-3 16,4 5 5-16,-3 6 3 15,0 1 3-15,-1 1 0 16,2 2-1-16,-4-3 1 16,-2-1 0-16,1-4-2 15,-5-3-8-15,0-3-5 0,0-3-4 16,-7-4-2-16,-6-2-25 15,-5 0-32-15</inkml:trace>
  <inkml:trace contextRef="#ctx0" brushRef="#br0" timeOffset="125352.83">2718 15622 81 0,'0'0'19'0,"0"0"-2"0,0 0 4 0,-3-42-13 16,17 28-6-16,6-2-1 15,2-1-1-15,6-3 1 16,5 2-1-16,0-1 1 16,3 1-5-16,1 1-14 0,-4 2-10 15,-2 4-50-15</inkml:trace>
  <inkml:trace contextRef="#ctx0" brushRef="#br0" timeOffset="126149.78">939 17308 15 0,'0'0'24'0,"0"0"-15"0,0 0 9 0,0 0-1 0,0 0-9 15,-36 29 1-15,36-29 0 0,0 0-1 16,0 0-5-16,0 0-2 16,7-5-3-16,4-3 3 15,7-5-1-15,4-1 1 16,7-5-1-16,3-3 1 16,8-2 0-16,2-6-1 0,8 0 0 15,3-4-2-15,7-6 4 16,7 0-4-16,5-7 2 15,8-2 0-15,6-2 0 16,7-5-1-16,3 1 2 16,5-3-1-16,6-4 2 15,1 0-1-15,-3-5 1 0,1 0 0 16,2-1 2-16,-7-3 0 16,-3 3 1-16,-7 0 9 15,-3 6-4-15,-10 3-7 16,-11 5 0-16,-6 10-1 15,-9 9 1-15,-8 9-2 0,-13 9-17 16,-13 10-30-16</inkml:trace>
  <inkml:trace contextRef="#ctx0" brushRef="#br0" timeOffset="126697.53">367 17291 54 0,'0'0'5'0,"0"0"-5"0,25 54 0 0,-17-35-15 0</inkml:trace>
  <inkml:trace contextRef="#ctx0" brushRef="#br0" timeOffset="126961.12">390 17190 72 0,'0'0'-3'0,"0"0"4"15,0 0-2-15,48-16-1 16,-32 16 1-16,1 9-4 16,0 7 2-16,-2 5 1 15,1 6 5-15,-3 4-1 16,-1 3 0-16,-2 3-2 16,-5 4-6-16,-5-1-40 0</inkml:trace>
  <inkml:trace contextRef="#ctx0" brushRef="#br0" timeOffset="127458.38">559 17899 61 0,'0'0'2'0,"0"0"2"15,0 0 3-15,0 0-8 16,0 0 3-16,-11-38 0 0,13 26-2 15,3 0 0-15,3-1 1 16,2 4-1-16,-1-1 0 16,3 3 0-16,-2 4 0 15,1 3-2-15,-3 0 0 16,2 3 0-16,-3 10-4 0,-1 2 9 16,-2 2-2-16,-1 2 1 15,-1 4 1-15,-2-3 1 16,0-2 1-16,0-3 0 15,0-3 1-15,0-3-2 16,0-4-1-16,0 0-2 16,0-5-1-16,5 0-1 0,-1-2 7 15,5-7-1-15,0-6-4 16,3-2-4-16,-2-4-21 16,-1-2-54-16</inkml:trace>
  <inkml:trace contextRef="#ctx0" brushRef="#br0" timeOffset="127742.29">713 17659 104 0,'0'0'5'0,"0"0"-5"15,0 0-10-15,0 0 10 16,0 0 0-16,0 0 0 15,0 0-2-15,45 7 1 16,-34 0 0-16,3 3-2 0,-1 0 1 16,2 5 0-16,-1-3 1 15,-3 4-1-15,1 1 2 16,-6 0-2-16,-1 3 3 16,-3-2-1-16,-2 3 5 15,0-1-2-15,0 0-3 0,-2-3-4 16,-5-5-35-16</inkml:trace>
  <inkml:trace contextRef="#ctx0" brushRef="#br0" timeOffset="128424.76">1198 17442 81 0,'0'0'13'0,"0"0"-10"0,0 0-5 0,0 0-2 15,0 0 7-15,21 55-2 0,-13-35 1 16,1 4-2-16,1-1 2 15,-2-1-2-15,-3 1 0 16,-1 0 1-16,0 0 1 16,-4-2-4-16,0-1-2 15,0-4-23-15</inkml:trace>
  <inkml:trace contextRef="#ctx0" brushRef="#br0" timeOffset="128632.19">1238 17751 100 0,'0'0'14'0,"0"0"-13"16,0 0 3-16,0 0 3 15,25-43 1-15,-13 25-4 16,-1 1-2-16,2 3-1 16,3-3 0-16,-3 1 1 15,3 2 0-15,-3 3-1 0,1-2 0 16,-1 4-10-16,-5 0-15 15,-6 3-22-15</inkml:trace>
  <inkml:trace contextRef="#ctx0" brushRef="#br0" timeOffset="128796.74">1165 17598 125 0,'0'0'-13'0,"0"0"9"0,6-40-5 16,6 17-11-16,1-1-36 15</inkml:trace>
  <inkml:trace contextRef="#ctx0" brushRef="#br0" timeOffset="129628.38">1388 17403 102 0,'0'0'5'0,"0"0"3"16,0 0-7-16,0 0-5 15,0 0 2-15,0 0 1 16,0 40-1-16,7-27 2 15,4-2-1-15,-4-1-1 0,1 0 2 16,2 0 0-16,-3-3 0 16,-3-1 0-16,0-3 2 15,-1 0-4-15,-1-2 1 16,0-1-2-16,-2 0 3 16,0-4 8-16,0-8-7 0,0-2 0 15,2-3 0-15,0-4 0 16,3 2 0-16,0-2-2 15,3 3 2-15,-1 1-1 16,3 4-1-16,0 1 1 16,1 5-1-16,1 3-1 15,-1 4 0-15,-1 0-1 0,2 3 2 16,1 5 0-16,-4 4-1 16,1-4 2-16,-2 0 0 15,-1-2 1-15,-3-3-1 16,1 1 1-16,-2-4 0 0,-1 0 2 15,0 0 1-15,-2-5 6 16,0-6-2-16,0-1-3 16,0 1-3-16,0-2 0 15,0 5 0-15,-2 2 14 16,2 2 1-16,0 2-13 16,0 2-12-16,0 0 5 0,6 0-1 15,3 0 2-15,3 0-2 16,1 0-2-16,2 0-1 15,-1 0 3-15,1-3 1 16,1-6 0-16,-1-4-1 0,1-3 2 16,-3-2 1-16,-1-1 2 15,-3-4-2-15,-3 3 2 16,-4-1 0-16,-2 3 0 16,0 2 1-16,0 3 6 15,-8 4 3-15,-1 4 1 0,-1 4-6 16,0 1-2-16,3 0 4 15,-3 11-9-15,2 4-1 16,2 3 0-16,3-1-1 16,3 1-1-16,0-2 3 15,0-5-4-15,4-1-6 16,5-4 3-16,5-2 2 0,-1-4 5 16,1 0 1-16,1 0 0 15,1 0 0-15,-2-4 0 16,4 1-5-16,-5 0-5 15,-1 3-16-15</inkml:trace>
  <inkml:trace contextRef="#ctx0" brushRef="#br0" timeOffset="130902.32">2852 15409 31 0,'7'-8'13'0,"0"-1"-11"0,1 1-1 0,2 3-1 15,-2-1 1-15,-1 1-2 16,-1 5 2-16,2-2-1 16,-1 2 2-16,1 0 1 15,-2 2 0-15,2 5-2 16,-1 2 0-16,1 6 0 0,-3 5 1 15,4 3 3-15,-4 4-1 16,3 3-2-16,-4 4 0 16,1 5 0-16,-3 3-1 15,3 6 1-15,-5 6 1 16,2 3-1-16,-2 4 0 0,0 2 0 16,1-1-1-16,-1 2 0 15,0-3 0-15,0 0 0 16,0-6 1-16,0-5-1 15,0-7 1-15,0-6-2 16,0-7 2-16,0-6-2 0,0-4 0 16,0-5 1-16,0-1 1 15,0-5 0-15,-6-2 1 16,-2 0-1-16,-3-1 0 16,-1 1-1-16,-5 0 0 15,0 4-1-15,-2 4 0 0,-2 3 0 16,1 5 0-16,0 4 0 15,2 4 0-15,1 3 0 16,3 3-1-16,5 3-1 16,0 2 2-16,6 3 0 15,1 0-1-15,2 1 1 0,4-3 0 16,8-1 1-16,2 0 0 16,6-4-1-16,2-1 1 15,0 0-1-15,3-1 1 16,0 1 0-16,-1 4 0 15,-1 1 0-15,-3-3-1 16,0-2 1-16,-7-6-1 16,-1 2 3-16,-6-8-2 0,-4-1 3 15,-2-1 5-15,-2 3 1 16,-8 2 1-16,-7 2-1 16,-5 4-3-16,-2 0-4 15,-3 0-1-15,-2 0 1 0,-3-2 0 16,3-4-1-16,0-1-1 15,2-4-3-15,0-5-19 16,1-2-13-16,1-8-6 16</inkml:trace>
  <inkml:trace contextRef="#ctx0" brushRef="#br0" timeOffset="136431.42">1217 16334 27 0,'-10'0'17'0,"1"0"-12"0,1 0 10 0,-2 0-6 15,1-3-4-15,-1 2-2 16,1-1-1-16,-3 1-1 16,1 1 1-16,-1 0-1 15,-1 0 1-15,0 0-1 16,-3 0 1-16,1 0 1 0,-1 0 1 15,-2 3-1-15,1-2-1 16,0 2 0-16,2 0-2 16,-3 0 1-16,-1 1-1 15,2 1 0-15,-3 1-1 0,0 0-1 16,0 1-2 0,-3 0 4-16,4 4 0 0,-2 2 1 15,-1 0-1-15,-2 5 0 16,-3 4 1-16,0 1-1 0,0 1 1 15,0 2-1 1,0 0-1-16,3 0 2 0,2-1-1 16,1-2 0-16,1 3 0 15,0-4 0-15,2 1 0 16,3-2 0-16,-1 2 0 16,3 0 1-16,-1-1-1 15,5 1 0-15,-2 3 0 0,4-1 0 16,0 1 0-16,3-3 0 15,2 1-1-15,2-4 1 16,0 1-1-16,0-2 1 16,2-3-1-16,2-4 0 15,1 3 1-15,2-6-1 0,0 1 1 16,-1-3 0-16,1 0 0 16,-1 0 0-16,4 3 0 15,-2-2 0-15,3 1 0 16,1 3 0-16,-1-1 0 0,0 2 0 15,3 0 0-15,-1-1 0 16,3 1 0-16,-3-2 0 16,3 0-2-16,-3-1 2 15,3-1-1-15,1-2 4 16,-1-1-3-16,4 0 0 0,-2-2 2 16,5-3 0-16,-2-1-1 15,2 0 1-15,0 0-2 16,0 0 2-16,5 0-1 15,-4-5 0-15,3-1 0 16,4-2 0-16,1-2 0 16,1-2 0-16,2 0-1 0,-2-1 1 15,1-1-1-15,1-1 0 16,-1 1 1-16,1-3-1 16,1 2 0-16,-1-2 0 15,2-2 0-15,1-1 1 16,2 0 1-16,0-2-2 0,3 0 1 15,-3 0-1-15,0 0 1 16,1-1 0-16,0 2-1 16,-3-1 1-16,3 0-1 15,1 2 1-15,0-2-1 16,-1 0 1-16,-1 0-1 0,2 0 0 16,-1-1 1-16,-1 1-1 15,2 0 0-15,3 0 0 16,2-4 0-16,0 5 0 15,0-3 1-15,-2-1-1 16,1-1 0-16,-2 1 1 0,0 0 0 16,-1-3-1-16,-1 1 0 15,2-2 1-15,-1 2-1 16,-1-3 2-16,1-4-2 16,-3 0 1-16,0-6 0 15,-2 2 0-15,-1-3 0 0,-4 0-1 16,0 1 1-16,-5 1-1 15,-3 2 1-15,-2 1 0 16,-3 0-1-16,-2-2 1 16,-4 2 1-16,-4-1 1 15,0 0-1-15,-7 2 1 0,-3 2 2 16,0 3 3-16,-1 3 2 16,-12 1 2-16,-1 4-2 15,-6-1 3-15,-3 6-5 16,-4-1-3-16,-1 1-3 15,-6 1-1-15,0-1 0 0,-1 0-1 16,-3 3 2-16,2-2-2 16,-7 4-2-16,-1 4 2 15,-7 1-1-15,0 7 4 16,-5 0-3-16,-3 3 0 16,-3 8 1-16,-3 5-2 15,-4 1 1-15,-3 4-1 0,-1 4 0 16,-4 2 1-16,-3 7 0 15,1 7 1-15,0 7-1 16,0 9 0-16,3 7 1 16,2 4-1-16,7 6-18 15,4-3-34-15,7-6-22 0</inkml:trace>
  <inkml:trace contextRef="#ctx0" brushRef="#br0" timeOffset="137548.6">4405 16993 6 0,'-2'-3'22'0,"0"-1"-9"0,0 1-7 0,0 0-4 15,2-1-1-15,0 1-1 16,0-3 0-16,0 2-1 16,0-3 0-16,0 0-5 0,4 0-9 15</inkml:trace>
  <inkml:trace contextRef="#ctx0" brushRef="#br0" timeOffset="139873.79">5025 14098 57 0,'0'0'10'0,"0"0"1"0,-1 0-3 0,1 0-3 0,0 0-4 16,0 0-2-16,0 0 0 15,0 0 1-15,0 0 0 16,0 2 0-16,0 1 0 16,0 1 0-16,0 2-1 15,0-1 1-15,0 2-1 0,0 0 1 16,3 1 0-16,2-1 0 16,-3-1 0-16,3-1 0 15,1 1 1-15,-2-5-1 16,5-1 1-16,0 0 0 15,4-5 3-15,6-10 0 16,2-5-3-16,6-5 2 0,3-9 1 16,5-6-2-16,4-6 0 15,3-6 0-15,5-5 2 16,2-1-1-16,7-4-1 16,0 2-1-16,2-1-1 15,-3 7 2-15,-1 1-1 0,-2 8-2 16,-6 4-10-16,-5 7-28 15</inkml:trace>
  <inkml:trace contextRef="#ctx0" brushRef="#br0" timeOffset="162312.4">8632 5398 6 0,'9'0'14'0,"-4"-3"-5"0,3 0-4 15,-2 0-2-15,2-1-1 16,-3 0 0-16,3 1 2 0,-4-1-2 16,3 1 2-16,-1 0-1 15,4 0 0-15,-1 1-2 16,2 0 0-16,3 0-1 15,4 1 0-15,2 1 1 16,4-1-1-16,1-1 0 0,6 1 1 16,1 0-1-16,3-2 0 15,0 3 0-15,3-2 0 16,3 2 0-16,-1 0 0 16,3 0 0-16,4-1 0 0,3-1-1 15,2 1 2-15,2-2 1 16,2 3 1-16,2-3-3 15,1 2 1-15,5 1-1 16,-1-2 2-16,2 1-1 16,3-2 1-16,4 1-1 15,4 0 0-15,-2-4 1 0,5 3-1 16,3-1 0-16,1 1-1 16,-1-1 3-16,1 3-2 15,-2 1 0-15,5 0 0 16,2 0-1-16,-1 0 1 15,5 1 0-15,2 3-1 0,4 1 1 16,-2-1-1-16,4 0 0 16,4 0 1-16,0-1-1 15,3-3 0-15,3 0 0 16,2 0 1-16,-1 0-1 16,4-1 1-16,3-5 0 0,1 0 3 15,0 1-2-15,-2-1 0 16,-1 2-2-16,-4-2 0 15,-4 0 1-15,-5-1-1 16,-5 0 0-16,-7-3 1 16,-3 2 0-16,-8-2-1 0,-8 1 1 15,-9-2-2-15,-13-5-38 16</inkml:trace>
  <inkml:trace contextRef="#ctx0" brushRef="#br0" timeOffset="162860.07">8408 3979 75 0</inkml:trace>
  <inkml:trace contextRef="#ctx0" brushRef="#br0" timeOffset="165161.15">2271 6565 45 0,'0'0'2'0,"0"0"-1"0,0 0-2 16,0 0-2-16,0 0 0 16,0 0 4-16,0 0 1 15,0 0-4-15,0 0 1 0,0 0-4 16,0 0 3-16,0 0 5 15,42-5 1-15,-30 5-1 16,1 0-5-16,0 0 0 16,5 0 7-16,1 0-3 15,2-2-3-15,4 1 2 16,0 0 1-16,0-2-1 0,4 0 2 16,0-1 2-16,-2 1 0 15,1-2 1-15,1 1-2 16,-2 1-1-16,2-1-1 15,2 0 2-15,3 1-3 0,1-2 0 16,2 1 0-16,3 0 0 16,0 3-1-16,-1-2 1 15,1 0-1-15,2 2 0 16,1-1 0-16,1-2 1 16,0 1-1-16,6 1 0 15,0-1 0-15,2 1 0 0,0-2 0 16,0 2 0-16,-2 1 1 15,0-2-1-15,4 3 0 16,-3-1 1-16,1-1-1 16,1 2 1-16,1-2 0 15,-1 1 1-15,3 0 0 0,2 0 1 16,-1-1-2-16,3 1 1 16,2-1 0-16,-1 2 0 15,-1 0 0-15,1 0-1 16,1 0 0-16,-2 0 0 15,1 0 0-15,1 2 0 0,-1-1 0 16,1 3-1-16,3-1 1 16,-2-1 1-16,2-1-2 15,1-1 2-15,1 0 0 16,0 0 0-16,-1 0 0 16,-1 2-1-16,3-1 1 0,-1 0 0 15,0 1 0-15,2-1-1 16,-1 0 0-16,3 1 0 15,-2-1 0-15,2-1 0 16,-1 0 0-16,-2 0 0 16,0 0 0-16,0 0 1 0,2 1 0 15,-2 0-1-15,1-1-1 16,0 2 1-16,4-1 1 16,0-1-1-16,3 0 1 15,-2 0-1-15,-1 0 1 16,4 0 2-16,-2 0-2 0,2 0 1 15,-1 0-1-15,4 0-1 16,0-1 1-16,3-2 0 16,2 1-1-16,-2 2 0 15,-1-2 0-15,3 2-1 16,3 0 0-16,-3 0 1 16,1 0-1-16,4-1 1 0,-1 1-1 15,-3-1 1-15,1-1-1 16,0 2 1-16,0 0-1 15,0 0 0-15,0 0 0 16,-2 0 0-16,1 0 1 0,-4 0-1 16,-2 0 0-16,-8 0 1 15,0 0-1-15,-9 0 0 16,-1 0 0-16,-4 0 0 16,-3 0 0-16,-5 0 1 15,-1 0-1-15,-5 2 0 16,-4 2 2-16,-1-1-4 0,-5 0 0 15,-1 1-19-15,-2-1-8 16,-3-2 1-16,0 1-6 16,-2-2-17-16</inkml:trace>
  <inkml:trace contextRef="#ctx0" brushRef="#br0" timeOffset="166137.1">5443 7078 0 0,'6'6'4'0,"1"-2"-2"0,2-1-1 0,0 3 0 0,-2-2 0 16,4-1 1-16,2-1 4 15,2-2 14-15,4 0 0 16,8-9-2-16,6-10-2 0,14-9-3 16,15-11 0-16,17-12-1 15,19-13-5-15,23-11-3 16,22-11 0-16,20-13-4 15,18-13 0-15,15-13-85 16</inkml:trace>
  <inkml:trace contextRef="#ctx0" brushRef="#br0" timeOffset="168027.13">14416 9743 25 0,'0'0'3'16,"0"0"11"-16,0 0-2 0,0 0-2 0,0 0-1 15,-23-39 1-15,19 34-3 16,-1 0 4-16,2 0-3 16,0 0-1-16,1 3 1 0,0-1-3 15,-2 2 1-15,3-1-1 16,1 0 1-16,-1 2 1 16,1 0-2-16,0 0-5 15,0 0-4-15,0 0 3 16,0 4-1-16,6 1 1 0,-1 1 1 15,-1-1 1-15,2 0 0 16,0-3 1-16,2-2-2 16,-1 0 0-16,3-4 3 15,7-11 6-15,5-10 5 16,7-7 1-16,5-14-7 16,10-11 0-16,9-12-3 0,10-9 1 15,7-12-4-15,8-5 0 16,4-2-1-16,4 2-1 15,3 1 1-15,0 4-2 16,-4 3-8-16,-3 9-56 16</inkml:trace>
  <inkml:trace contextRef="#ctx0" brushRef="#br0" timeOffset="169352.42">16158 11185 27 0,'0'-1'6'0,"0"1"1"0,0-1 0 16,0 1-1-16,0 0 1 16,0 0 0-16,0 0 1 15,0 0-6-15,-1 0-2 0,1 0-6 16,-1 8 12-16,1-1-12 16,0 3 7-16,0 0 5 15,0 0-2-15,0-3-4 16,0-1 2-16,0-3-1 0,2-3 0 15,4 0-8-15,1-6 14 16,7-14 13-16,7-12 1 16,11-17 13-16,12-19 1 15,11-14-18-15,14-15-1 16,18-18-6-16,9-10-6 16,11-10-2-16,14-5 1 0,3-4-7 15,-3-2-75-15</inkml:trace>
  <inkml:trace contextRef="#ctx0" brushRef="#br0" timeOffset="170804.93">21564 12660 35 0,'-2'0'2'0,"1"0"0"0,0-1-2 0,1 1 1 0,0-1-1 15,0 1 0-15,0 0 0 16,0 0 0-16,0 0 0 15,0-1 0-15,-1-1 1 16,1 1-1-16,0 1 3 0,0-1 3 16,0-1 3-16,0 2 8 15,0 0-6-15,-2 0-7 16,2 0-3-16,0 0-1 16,0 0 0-16,0 4 2 15,0 1-1-15,0 0 0 16,0-2 0-16,0 1-1 0,2 1 2 15,0-4-2-15,2 1 0 16,2-2 0-16,0 0 1 16,3-5 3-16,1-6 2 15,3-7 0-15,2-5 1 0,4-6 0 16,1-5-3-16,2-9 0 16,5-6 2-16,5-8 3 15,5-7 5-15,6-4 3 16,1-4-9-16,6-3-4 15,3-1-2-15,0 4-2 0,5-1 1 16,-1 1-1-16,3 2-1 16,0 4-4-1,-7 2-47-15,-8 4-66 0</inkml:trace>
  <inkml:trace contextRef="#ctx0" brushRef="#br0" timeOffset="-90030.57">14953 14152 78 0,'0'-5'10'0,"0"-1"13"0,0 2-1 0,0 1-10 15,0 1 6-15,0 0-8 16,0 2 0-16,0 0-14 15,0 4-12-15,0 9 11 0,-3 4 8 16,-1 5-1-16,3 1 0 16,0 4-2-16,0-3 1 15,1 2 1-15,0-3 1 16,0-1 0-16,-2-3-5 16,-4-3-26-16,1-6-34 15</inkml:trace>
  <inkml:trace contextRef="#ctx0" brushRef="#br0" timeOffset="-89717.4">14713 14189 33 0,'0'0'25'16,"38"-15"-17"-16,-15 6 9 15,4-1-1-15,0 0-2 16,2-1-2-16,2 1 3 16,-4-3-3-16,2 2 3 0,0-2-8 15,-3 3-4-15,1 2 0 16,-2 0 1-16,-3 4-6 15,-2 2-18-15,-3 2-16 16,-4 0 6-16,-5 0-37 0</inkml:trace>
  <inkml:trace contextRef="#ctx0" brushRef="#br0" timeOffset="-89432.89">15185 14127 133 0,'0'0'4'0,"0"0"16"16,0 0-12-16,0 0-6 15,0 0-1-15,0 0-6 16,0 0 7-16,-23 35-2 0,16-22-4 16,2 3 5-16,2-1 2 15,1 2-2-15,2-1 1 16,0-2 1-16,0-1-2 15,0-2 1-15,2-2 0 16,3-5 0-16,3 0 4 0,4-4 0 16,1 0 2-16,3-2-1 15,1-10-19-15,-2-5-51 16</inkml:trace>
  <inkml:trace contextRef="#ctx0" brushRef="#br0" timeOffset="-89268.51">15210 13982 203 0,'0'0'-12'0,"0"0"19"0,0 0-6 16,0 0-5-16,0 0-42 15,0 0-8-15</inkml:trace>
  <inkml:trace contextRef="#ctx0" brushRef="#br0" timeOffset="-88456.73">15346 14141 160 0,'0'0'5'0,"0"0"16"16,0 0-3-16,0 0-7 15,0 0-4-15,0 0-5 0,0 0-7 16,0 0 3-16,-4 7-1 16,4 3 1-16,2 1 1 15,2 2 3-15,-1 0-2 16,-1 1 0-16,0 2 0 15,-2-2 1-15,0-1 0 0,0 0-1 16,0-2-4-16,0-1-2 16,0-6 3-16,0 0-1 15,0-2-3-15,0-2 1 16,0 0 7-16,0-6-2 0,0-4 3 16,3-4-2-16,3 0 1 15,1-2-1-15,4-1 1 16,-4 2-1-16,3 0 0 15,2 1-2-15,-1 3 2 16,0 2 0-16,-2 2-1 16,1 4 2-16,0 3-1 0,-3 0-1 15,4 0-1-15,-2 0 0 16,-2 7 0-16,2 2 1 16,-2 1 1-16,1 1 0 15,-3-1 1-15,1 0-1 16,-2-1 0-16,-1-1 2 0,-1-1-4 15,-2 0 1-15,0 0 0 16,0-1 1-16,0-1 1 16,-3 0-1-16,-3-2-1 15,4 1 1-15,-3-4 0 0,2 0 1 16,2 0-1-16,1-4-1 16,0-5 5-16,0-1-3 15,7-4 0-15,3 0-1 16,0-1 0-16,3 0 0 15,1 1 1-15,1-1 0 16,-1 3 0-16,2 3 0 16,2 1 1-16,-3 2-1 0,1 2 1 15,-3 3 0-15,1 1-4 16,-6 0 1-16,1 5 0 16,-2 5-2-16,-2 3 2 15,-1-1 1-15,-1 0 0 0,0 2 2 16,2-1-1-16,-3-3 0 15,2 1 0-15,4-2-13 16,-3-3-18-16,3-4-17 16,0-2-22-16</inkml:trace>
  <inkml:trace contextRef="#ctx0" brushRef="#br0" timeOffset="-87982.44">15847 14169 77 0,'0'0'26'0,"0"0"0"0,0 0-2 0,0 0 0 16,0 0-13-16,0 0-6 0,0 0-2 16,0 0 0-16,0 0-2 15,0 0-1-15,0 0 0 16,0 0 1-16,22-21 0 16,-11 18 0-16,0-4-1 15,-2-1 0-15,2 1-2 0,-2-2 1 16,0-1-1-16,-3 2 2 15,-3-1 0-15,-2 2 0 16,-1 1 0-16,0 0 0 16,-1 2-2-16,-6 1-3 0,-1 2-4 15,1 1 5-15,-2 0 5 16,-1 0-1-16,2 1 1 16,-2 6-10-16,-1 1 3 15,3 0 6-15,-1 2-4 16,2 0 2-16,0 0 1 15,1 1 0-15,2 1-3 0,1-2 4 16,3 1 0-16,0-1 2 16,0 0 1-16,0-2-1 15,0 1 4-15,4-3 1 16,3-1 0-16,3 0 3 16,1-2 0-16,3-2 0 15,7-1-1-15,4 0-1 0,6 0 0 16,3-4-3-16,2-5-4 15,5-6-51-15,-4-7-138 16</inkml:trace>
  <inkml:trace contextRef="#ctx0" brushRef="#br0" timeOffset="-87040.65">16504 13579 60 0,'6'3'6'0,"-4"1"-6"0,1 3 7 15,-1 3-2-15,1 5 0 16,-1 1-1-16,0 8 0 0,-2 5 4 16,0 6-4-16,0 8 2 15,0 6 0-15,0 8 1 16,0 10-3-16,0 5 0 16,0 12 0-16,0 4-3 15,0 9 0-15,-2 8 0 0,-5 7 1 16,0 3 1-16,-3 3 5 15,-2 1 2-15,-1-2-4 16,-2-1-1-16,0-1 0 16,-3-3 2-16,3-8-1 15,2-4-2-15,1-8-2 0,4-15-18 16,5-15-25-16,3-15-11 16</inkml:trace>
  <inkml:trace contextRef="#ctx0" brushRef="#br0" timeOffset="-86339.21">17027 14069 88 0,'0'0'3'0,"0"0"1"0,0 0 1 0,0 0 4 0,0 0 3 16,0 0 8-16,0 0 4 16,0 0-13-16,-4-43-4 15,14 33-5-15,4-1-1 16,2-1-2-16,2 2 3 0,1-1-2 16,-2 4 0-16,-2 3 0 15,-1 4 0-15,-2 0-1 16,-6 5-3-16,2 9-1 15,-7 2 2-15,0 4 3 16,-1 3 0-16,0-2 2 16,-6-1-5-16,-6-2 0 0,-1-2-2 15,0-3 5-15,0-4 0 16,1-4-2-16,1-1 4 16,4-4 0-16,1 0-1 15,4 0 3-15,2-5-4 16,0-7 0-16,3-2-4 0,7-3 2 15,1-3 1-15,2 2 1 16,-2 1 0-16,-1 1 0 16,-2 3 0-16,-3 5 0 15,-1 1 3-15,-2 5 12 16,-2 2-5-16,0 0-12 0,0 7-4 16,0 6-1-16,0 3 7 15,0 2 1-15,0 0 0 16,0 1 2-16,3-2-2 15,8 0-2-15,-2-4-17 16,2-4-22-16,3-4-29 16</inkml:trace>
  <inkml:trace contextRef="#ctx0" brushRef="#br0" timeOffset="-86171.99">17306 14070 132 0,'0'0'33'0,"0"0"4"15,0 0-22-15,0 0-15 0,0 0-9 16,0 0 1-16,0 0 8 16,0 48 0-16,0-23 6 15,2 0-4-15,7-4-20 0,3-4-28 16,1-5-31-16</inkml:trace>
  <inkml:trace contextRef="#ctx0" brushRef="#br0" timeOffset="-85609.57">18066 13934 150 0,'0'0'-11'0,"0"0"27"0,0 0-4 15,0 0-7-15,0 0-4 16,0 0-1-16,0 0 1 16,0 0 1-16,38-40 1 15,-25 36 0-15,1 1-2 16,1 3 0-16,1 0-2 15,-2 0 0-15,-1 8-2 0,-2 4-6 16,-4 2-4-16,2 2 4 16,-7-1 5-16,-1 2-2 15,1-3-2-15,-2-4 4 16,0-1 2-16,0-4 1 16,0-2 0-16,0-1 3 0,-2-2 9 15,1 0 7-15,1-2-3 16,-2-5-9-16,2-3-3 15,0-4-2-15,0 0 1 16,0 0 3-16,0 1 0 16,0 0 5-16,0 6 4 0,0 1 3 15,0 2-5-15,2 4-3 16,-1 0-11-16,1 0-5 16,4 10 3-16,-2 2 3 15,3 5 1-15,3 1-6 16,0 0-16-16,1 0-13 0,-1-3-11 15,1-5 2-15</inkml:trace>
  <inkml:trace contextRef="#ctx0" brushRef="#br0" timeOffset="-85346.03">18392 14036 104 0,'0'0'37'0,"0"0"0"0,0 0-17 0,41-34-12 0,-30 27-4 16,1 2-3-16,0 4 0 15,-3 1-3-15,-4 0-7 16,-2 9-1-16,-3 6 5 0,0 2 6 16,-8 1-1-16,-5 2 2 15,-3-1-1-15,1-3 1 16,1-4 1-16,3-1 0 16,4-4 0-16,5-2-1 15,2-2-1-15,3-3-1 0,16 0 4 16,6 0 4-16,11-7 0 15,9-4-6-15,4-5-35 16,4-4-41-16</inkml:trace>
  <inkml:trace contextRef="#ctx0" brushRef="#br0" timeOffset="-84954.54">19265 13569 101 0,'0'0'-2'16,"-19"41"4"-16,8-10 7 15,-3 8 3-15,3 10 2 16,1 12-4-16,4 3 4 16,-2 9-6-16,3 5 1 15,1 4-4-15,-2 6 3 16,1 0 0-16,2 3-2 0,-3 3 0 16,1 2-2-16,0-6-1 15,1-5 2-15,1-6 1 16,-1-9-2-16,1-9 1 15,3-7-2-15,0-8 0 0,0-7-6 16,1-9-22-16,8-13-49 16,4-11 28-16</inkml:trace>
  <inkml:trace contextRef="#ctx0" brushRef="#br0" timeOffset="-84409.23">19471 13861 111 0,'0'0'6'16,"37"-35"4"-16,-14 19 1 0,1 4-7 0,-2 3-2 15,-4 3 0-15,-1 6 2 16,-5 0-4-16,-3 6-6 0,-5 8 4 16,-3 7 6-16,-1 2-1 15,0 4 0-15,-5 0 2 16,-5-3-8-16,0-3-2 15,3-6-3-15,-2-5 4 16,4-5 4-16,3-4 2 0,2-1 3 16,0-5 0-16,0-6 3 15,7-6-3-15,7-5-5 16,0-3-1-16,5-1-7 16,-4 2 3-16,-1 1 5 15,-5 6 1-15,-2 4 16 16,-3 4 29-16,-3 4-15 0,-1 5-20 15,0 0-10-15,0 0-8 16,0 7 2-16,3 6 3 16,2 2 5-16,0 3 0 15,3 0-6-15,4 1-9 16,3-3-14-16,1-4-28 0,1-5-13 16</inkml:trace>
  <inkml:trace contextRef="#ctx0" brushRef="#br0" timeOffset="-84052.41">19889 13878 191 0,'0'0'17'16,"0"0"10"-16,0 0-11 15,0 0-10-15,0 0-5 16,0 0 0-16,24-35-1 16,-18 35-1-16,-1 0-2 0,-3 0-2 15,0 5-3-15,-2 5 5 16,0 3 1-16,-1 3-1 15,-7-1 3-15,0 4-2 16,-3-2 1-16,3-1 1 16,2-2 0-16,3-2 0 15,3-1 0-15,0-2 0 16,0-2 0-16,5 1 0 0,4-3 0 16,2 1 0-16,-2 0 0 15,-1-1 0-15,-1 2-2 16,-1-1 1-16,-4 0 0 15,-2 1 0-15,0 1-1 16,-12 1 2-16,-1 2 2 16,-4-1 0-16,0 0 1 0,-5 4-2 15,1-2-7-15,0-2-22 16,2-5-55-16</inkml:trace>
  <inkml:trace contextRef="#ctx0" brushRef="#br0" timeOffset="-83346.19">17770 13543 81 0,'0'0'56'0,"0"0"-44"0,0 0 7 0,0 0-7 16,0 0-13-16,0 0-4 15,0 0-2-15,-24 51 3 0,24-20 3 16,0 12 2-16,0 14 1 16,0 15 0-16,0 15 5 15,-4 15-2-15,0 14 0 16,-1 11-2-16,3 8 1 16,-2-2-3-16,2 2 0 15,2-2 2-15,0-4-1 16,4-4 1-16,5-4 1 0,3-2 2 15,3-3-1-15,-1-9-9 16,3-15-72-16</inkml:trace>
  <inkml:trace contextRef="#ctx0" brushRef="#br0" timeOffset="-82814.1">20175 13557 89 0,'0'0'-2'0,"0"0"0"0,0 0 3 0,21 61 3 16,-19-24 3-16,-2 15 3 15,0 13 2-15,-2 10-1 16,-8 12 0-16,0 12 3 16,-2 9 1-16,-1 8-6 0,2 4-3 15,0 1-1-15,-1-1-2 16,4-8 2-16,3-6 0 15,4-13 1-15,1-12-3 16,0-10 0-16,6-12-1 16,4-11-7-16,1-13-22 0,1-15-29 15,2-16-44-15</inkml:trace>
  <inkml:trace contextRef="#ctx0" brushRef="#br0" timeOffset="-82272.84">20491 13770 114 0,'0'0'0'16,"27"-37"6"-16,-10 22 2 0,-1-1 8 16,2 5 5-16,-1 0 9 15,0 3-13-15,3 1-12 16,-2 6-5-16,1 1 0 16,0 0-1-16,-6 1-2 15,0 9-1-15,-5 3-4 0,-2 1 5 16,-4 5 3-16,-2 1 1 15,0 0-2 1,-5-1 4-16,-3-2-1 0,-1-4-1 16,2-4 0-16,1-4 2 15,2-3-2-15,2-2 2 16,2 0 1-16,0-7-4 0,0-5 2 16,6-3-3-16,2-4 5 15,1 4-3-15,-1 0-1 16,-2 1 0-16,-2 3 1 15,-3 5 5-15,1 2 6 16,-2 3-2-16,0 1-10 0,0 0-7 16,0 6 0-16,0 7 1 15,0 4 7-15,0 1 2 16,3 3-1-16,2-1-4 16,2-2-10-16,3-4-16 15,5-5-43-15</inkml:trace>
  <inkml:trace contextRef="#ctx0" brushRef="#br0" timeOffset="-82008.3">20982 13780 172 0,'0'0'23'0,"0"0"-10"0,0 0-11 0,0 0-3 0,0 0 0 15,-40 44 3-15,26-24 0 16,-1-1-1-16,3-2-1 0,2 0 0 15,5-2 0-15,1-2 0 16,2 1 0-16,2-5 0 16,0 1 0-16,9-3 0 15,3-1 1-15,4-2 3 16,5-3-1-16,0-1-1 16,0 0 1-16,2 0-7 0,-1 0-25 15,-3-3-24-15,-3-4 3 16</inkml:trace>
  <inkml:trace contextRef="#ctx0" brushRef="#br0" timeOffset="-81816.32">21026 13787 95 0,'0'0'-8'0,"0"0"9"16,-35 60 2-16,22-27 3 0,4 2 1 15,-2 2 3-15,2 4-4 16,5-1-3-16,0 1-1 16,3-1-3-16,-3 1-26 15,0-1-70-15</inkml:trace>
  <inkml:trace contextRef="#ctx0" brushRef="#br0" timeOffset="-76227.09">15677 13641 46 0,'0'-7'18'0,"-4"1"-15"0,-3 1 3 0,-3 0-1 15,0-2 0-15,-3 0-3 16,-1 0 2-16,-1 1-2 16,-2 0-2-16,0 1 0 15,-3 2 0-15,-1 2 0 16,-1-1 0-16,-2 2 3 0,-1 0-2 16,-3 0 1-16,2 0 0 15,-1 0-2-15,-2 3 2 16,1 0 0-16,-1 1-1 15,-1 1 4-15,1-1-2 16,-5 3 1-16,2 0 1 0,-3 2-2 16,0 3-2-16,1 3 0 15,-1 3 1-15,1 1-2 16,-4 3 1-16,-1 1-1 16,0 2 0-16,0 1 0 15,-2 3-6-15,0 2-2 16,5-2 20-16,1 3-11 0,5-2-1 15,3-1 0-15,3 1 0 16,4-6 0-16,2 3 0 16,1 0 1-16,4 0 0 15,3 5-1-15,2 3 2 16,4 5-2-16,4 5 0 0,0 1 2 16,2 2-3-16,10 2 0 15,1-3-3-15,3-2 3 16,7-1 0-16,1-3 1 15,9-1-1-15,6-6 1 0,7-1-1 16,8-6 0 0,2 0 1-16,3-4 0 0,5-5 1 15,3 0 0-15,2-5-1 16,2 0 1-16,4-5 0 16,2-2 0-16,2-3 0 15,1-3-1-15,-3 0 1 0,1-11-1 16,-3-5 0-16,-1-8 2 15,-2-5-1-15,-3-7 2 16,-6-7 10-16,-1-5 4 16,-8-6-6-16,-8 0-4 15,-7-6 1-15,-9-1 4 0,-9 1-2 16,-7-2 1-16,-12 1 2 16,-2 3-2-16,-4 2-2 15,-14 2 2-15,-3 5-6 16,-2 6-4-16,-4 3-2 15,-3 9-9-15,-5 7-32 0,-4 7-53 16</inkml:trace>
  <inkml:trace contextRef="#ctx0" brushRef="#br0" timeOffset="-72018.44">15310 13291 40 0,'-3'0'13'0,"2"0"4"0,-1 0-6 0,0 0-5 0,1 0 1 16,1 0 1-16,-2 0-2 15,0 0-2-15,-2 0 0 16,3 0-1-16,0 0-2 16,-1 0-1-16,1 0 0 15,1 0 0-15,0 2-1 16,0 2-1-16,0 2 1 0,0 1 0 16,0 2 0-16,0-1 1 15,1 1 0-15,2 2 0 16,2 2 0-16,-1 0 0 15,1 1 1-15,1 2-1 0,-1 4 1 16,4 1-1-16,-4 0 0 16,3 5 0-16,0-1 0 15,3 1 0-15,-1 1 0 16,-1-2 0-16,1 2 0 16,1-3 1-16,-1-1-1 15,-2 1 2-15,1-1-2 0,-3-3 1 16,0 1 0-16,-3-1-1 15,-1-3 5-15,-1 1 1 16,-1-2-1-16,0 0 0 16,0-2 1-16,0-2-2 15,0-1-2-15,0 0 1 0,0-2 0 16,0-2 2-16,0 0 0 16,0-2-10-16,0-1-20 15,4-4-19-15</inkml:trace>
  <inkml:trace contextRef="#ctx0" brushRef="#br0" timeOffset="-71280.46">15299 13908 60 0,'0'0'9'0,"0"0"-1"0,0 0 0 16,0 0-6-16,0 0-1 16,0 0-1-16,0 0 0 15,0 0 0-15,0 0 1 16,0 0 0-16,38 7-1 15,-31-1 1-15,4-2-1 0,-2 1 0 16,1 1 0-16,1 0 1 16,1-1-1-16,-3-1 0 15,1 0 0-15,0-1 0 0,-1-2 0 16,-1 1 3-16,0-2 1 16,-3 0-2-16,1 0 3 15,-2 0-1-15,-2 0 3 16,1-3 5-16,0-3-1 15,1 0 3-15,-2-1-1 0,-1-4-3 16,0-2 3-16,0 0 0 16,0-2-4-16,0-1-2 15,1-3-1-15,2-1-3 16,0 1-2-16,6-4 1 16,3-1-27-16,3-6-54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32:28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11038 4087 9 0,'-2'-3'24'0,"0"0"-11"0,0-1-2 0,0 1-1 16,-1 2-2-16,2-5-2 0,-1 5 0 16,1-2-1-16,-1 1 0 15,0 0-3-15,0 0 1 16,0 1 1-16,0-1 2 16,0 1-4-16,0 1 6 15,1 0-6-15,1-1 2 0,0-1-2 16,-3 2 4-16,3 0-2 15,0 0 3-15,0 0-5 16,0 0-1-16,0 0-2 16,0 0 0-16,0 0-2 15,0 0 3-15,0 0 0 16,0 0 0-16,0 2 0 0,3 0 0 16,-1 1 0-16,0 1-1 15,0 1-2-15,1-2 1 16,-3 2 0-16,2 1 3 15,0-2 1-15,1-1-2 0,-1 3 1 16,2-3-2-16,-2 1 0 16,4-1-1-16,-2-2 0 15,2 0 0-15,3-1 5 16,-2 0 1-16,6-2 3 16,0-7-1-16,4-1 6 0,2-5-9 15,3-1 7-15,1-2-9 16,2-3 5-16,2 0 0 15,1-3 1-15,1 1-6 16,6-3-2-16,2-3 14 16,5-2-8-16,-1-2 1 15,4-1 0-15,-3 0 1 0,3 4 1 16,-7 2-4-16,-1 1 4 16,-3 4-1-16,-5 3-5 15,0 3-2-15,-7 2 0 16,-1 3 3-16,-8 2 0 15,-2 4-2-15,-6 2-1 0,0 3 1 16,-1-1-1-16,-4 2 2 16,0 0-1-16,0 0-1 15,0 0-5-15,2 3-1 16,0 4-6-16,-2 3-27 16,0-6-32-16,0-3-67 15</inkml:trace>
  <inkml:trace contextRef="#ctx0" brushRef="#br0" timeOffset="2928.42">5233 5905 2 0,'0'0'13'0,"0"0"7"0,0 0-2 16,0 0-4-16,0 0-8 16,0 0-3-16,0 0-1 0,0 0 1 15,0 0-2-15,0 0 0 16,0 0 4-16,-19-3 4 16,19 3-6-16,0 0-1 15,0 0 0-15,0 0 0 16,0 0-5-16,0 0 1 15,0 0 0-15,0 0 2 0,0 0 0 16,3 0 0-16,-1 0 0 16,3 0 0-16,-1 0 1 15,1 0 0-15,1 0 0 16,3 0-1-16,0 0-1 16,4 0 3-16,-1 1-2 0,3 0 1 15,1 0 1-15,0 1-1 16,2 0-1-16,-1-2 0 15,3 2 0-15,1-1-1 16,-1 0-1-16,4 1 4 0,1-1-1 16,0 3 0-16,-1-2-1 15,2 2 1-15,0-1-1 16,0 0 0-16,-1 1 0 16,4-1-1-16,-4 0 1 15,3-2 0-15,-1 1 0 0,2-2-1 16,0 0 2-16,1 0-1 15,-3 0 1-15,1 0-1 16,-1 0 2-16,-4 0-2 16,-2 0 0-16,-2 0 1 15,-2 0 1-15,-3 0 0 16,-3 0 1-16,-3 0-3 16,-2 0 2-16,-2 0-1 0,-1 0 1 15,-1 0-1-15,0 0 1 16,0 0 3-16,0 0 3 15,-2 5 2-15,2 4 1 16,-2-2-13-16,0-3-44 0</inkml:trace>
  <inkml:trace contextRef="#ctx0" brushRef="#br0" timeOffset="4243.97">6766 5976 15 0,'-2'-4'6'0,"-1"-1"9"0,2 1 0 0,0 0-5 0,1 0-4 15,0 1 2-15,-2 0-1 16,2 2-2-16,0-1 4 0,0 1-3 15,0 1 0-15,0 0-3 16,0 0-1-16,0 0-5 16,0 0 2-16,0 0 0 15,0 0 1-15,2 0-1 16,3 1 1-16,-1 2-1 16,1 1 1-16,1-2 0 0,0 2-2 15,4-3 0-15,1 0 3 16,-1 0-2-16,4-1 1 15,2 0 1-15,0 0 0 16,2 0-1-16,0 0 2 16,4-2-1-16,1-1 0 0,1 1 0 15,4 0-1-15,2-1-1 16,-1 2 3-16,0-2 0 16,0 3-2-16,-2 0 1 15,0 0-1-15,-2 0 0 16,-1 0 0-16,2 0 0 15,-1 0 0-15,2 0 0 16,-2 2 1-16,2 0-1 0,-1 1 0 16,1 1 1-16,0-1-1 15,0 0 0-15,2-1 0 16,-2-1 0-16,0 3 0 0,0-4 1 16,0 2-1-16,1-1 0 15,-1 1 0-15,4-1 0 16,-2 1 1-16,2-1-1 15,3-1 2-15,-3 1-2 16,1-1 1-16,2 2 0 16,-3-1-1-16,1-1 1 0,3 0 0 15,-2 0-1-15,1 0 1 16,0 0 1-16,1 0 0 16,-2 0-1-16,-3 0 0 15,1-3 2-15,-4 0-2 0,-2-1 1 16,1 1 0-16,-4 0 0 15,-1 1-1-15,1 0 2 16,-5 1-2-16,0 1 0 16,-4 0 0-16,-2 0 0 15,-2 0 0-15,-3 0 1 0,-1 4 1 16,-3 2 2-16,1 5 2 16,-3-3-15-16,0-2-38 15</inkml:trace>
  <inkml:trace contextRef="#ctx0" brushRef="#br0" timeOffset="5901.64">9535 5983 50 0,'-8'-7'3'0,"2"1"14"0,-1 1-3 0,3 0-3 0,0 0-3 15,0 2 2-15,0-1 3 16,1 1 0-16,2 1 0 16,-1 1-6-16,0 1-3 15,2 0-2-15,0 0-5 0,0 0-10 16,0 0 11-16,4 0-3 15,4 1-2-15,0 2 7 16,5 1-1-16,2 1 0 16,0-1 0-16,7 0 1 15,-1 1 0-15,4-1 0 16,0 2 0-16,4-2 0 0,3-1 0 16,1 1 0-16,0-3 1 15,6 1-1-15,-1-1 1 16,6-1 0-16,0 0 2 15,2 0 0-15,1 0 0 0,-1 0-1 16,2 0 0-16,-4 0-1 16,0 0 0-16,0 0 0 15,1 0-1-15,-1-1 1 16,1-1 0-16,-2 0-1 16,3-1 0-16,-1 0 1 15,-1-2-1-15,2 0 1 16,2 1 1-16,-2-1-1 0,2 2-1 15,-3-1 0-15,-3 1 1 16,-1 2-1-16,-5-2-1 16,-3 0 1-16,1 3 0 15,-1-1 0-15,-1 1 0 0,1-2 1 16,-2 2-1-16,-1 0 1 16,0 0 1-16,0-1-1 15,1 1 1-15,-2 0 0 16,-2 0-1-16,4 0 1 0,-2 0-2 15,1 0 1 1,3-3 0-16,-1 0 1 0,1 2-1 16,0-3-1-16,-1-1 1 15,1 3-1-15,-2-2 0 16,1 0 0-16,1 1 0 16,0-1 0-16,0 0 0 0,4 1 0 15,1 0-1-15,0-1 2 16,-2 4-1-16,4-3 0 15,-2 3 0-15,-2 0 0 16,1 0 0-16,1 0-1 16,1 3 2-16,1 1-2 15,0 2-2-15,3-2 5 0,-1 0-1 16,0-1 1-16,-1-1 3 16,-1 0-3-16,0 0-1 15,0 1 0-15,3-3 1 16,-1 1 0-16,1-1 1 0,1 0 2 15,-1 0-2-15,2 0-1 16,-1 0 0-16,1-1-1 16,-1-2 2-16,2 2-2 15,0 0 0-15,-1-1 1 16,-2 0-1-16,2-1 0 0,-3 2-1 16,-1 0 2-16,1 1-2 15,-1 0 0-15,-1 0 1 16,1 0 0-16,-2-2-1 15,-2 2 2-15,-2-2-2 16,-1 0 1-16,-5 1 0 0,-2 1 3 16,-2-1 4-16,0 1-4 15,-3 0-1-15,-2 0-1 16,1 0 1-16,-1 0-1 16,-3 0 2-16,0 0 0 15,-1 1-2-15,-1 4 0 16,-3-2-13-16,-3 1-40 0,1-4-46 15</inkml:trace>
  <inkml:trace contextRef="#ctx0" brushRef="#br0" timeOffset="8173.99">9846 6686 16 0,'-2'0'17'0,"1"0"-2"0,1 0-4 0,0 0-4 16,-1-1 2-16,1 1 1 15,0-2-5-15,0 2 4 0,-1-1-6 16,1 1 2-16,-1-1 1 16,1 1 0-16,0 0-5 15,0 0-2-15,0 0-1 16,0 0 0-16,0 0 1 0,0 0 0 16,0 0 0-16,0 0 0 15,0 2 0-15,0 0 1 16,0 1 0-16,1 1 0 15,1 0 0-15,1 0 0 16,-1-1 0-16,0 3 0 16,0-2 0-16,0-1 0 0,0 1 0 15,0-1 0-15,1 1 1 16,-1-2-1-16,0 0 0 16,-2 1 0-16,3-3-1 15,-3 2 1-15,1-2 0 16,0 2 0-16,0-2 0 0,-1 0 0 15,1 0 0-15,2 0 0 16,-1 0 0-16,0 0 0 16,1 0 0-16,3 0-2 15,0-2 7-15,4-5-4 16,-3 0 0-16,4-3-1 0,2-2-1 16,2-2 2-16,2-1 1 15,2 0 1-15,1-6 0 16,5 1 1-16,0 0 2 15,-1-2-2-15,1-3 0 16,1 0 2-16,-1 2 0 16,-2 0 1-16,-2 2-2 0,0 1 0 15,-3 6-1-15,-4 1-1 16,-1 0-1-16,0 5-1 16,0-1 1-16,-3 4-1 15,-4-1 0-15,1 4 0 16,-1 1 0-16,-1 1-1 0,2 0-3 15,-5 0-19-15,-2 0-25 16,0 7 6-16</inkml:trace>
  <inkml:trace contextRef="#ctx0" brushRef="#br0" timeOffset="8799.77">9933 6625 25 0,'0'0'3'0,"0"0"-9"0,0 0 7 0,0 0-1 0,0 0-1 16,0 0 1-16,0 0 0 16,0 0 1-16,0 0 2 15,0 0 4-15,0 0-5 16,0 0 3-16,0 0-3 16,11 14 1-16,-5-14-1 0,-3 0 3 15,4 0 4-15,-1 0 1 16,3-5 0-16,2-4-2 15,3 2-1-15,1-4-3 16,2-1 4-16,-1-2-3 16,3-2 2-16,-1-1 5 15,0-1 1-15,4-2-1 0,-4-2-1 16,2 1-1-16,0 2-1 16,-6 3-6-16,2 2-2 15,-4 5 0-15,-3 2 2 16,-1 3-2-16,-2 2-1 0,-2 2-1 15,-1 0-22-15,-3 0-27 16,0 0-11-16</inkml:trace>
  <inkml:trace contextRef="#ctx0" brushRef="#br0" timeOffset="13854.45">12009 8172 67 0,'0'-2'11'15,"-2"1"10"-15,0-3-8 0,0 2-2 0,0 1-4 16,2-2 3-16,-1 2 7 16,-1-1-13-16,2 2 3 15,-2-2-2-15,2 1 2 16,0 1-2-16,0 0-4 0,0 0-1 16,0 0 0-16,0 0-4 15,0 0-3-15,0 0 0 16,0 0 5-16,0 3-1 15,0 0 2-15,0 4 2 16,0 1-1-16,0-3 0 0,0 2 2 16,2 0-2-16,-2 0 0 15,2 0 1-15,-2 0-1 16,1 0 0-16,1-1 0 16,2-2 0-16,-2 1 0 15,0-3 0-15,1 0 0 0,0-2 2 16,3 0 1-16,-2 0-1 15,3 0 1-15,0-4-1 16,1-5 0-16,3 1 0 16,1-4-1-16,2-1 0 15,0 1-1-15,3-4 1 0,0-1-1 16,2 0 0-16,5-4 1 16,0 0 0-16,0-4 0 15,3 0 0-15,0-1 1 16,1-2 0-16,-1-1 3 15,-1 4-5-15,0-1 1 16,0 2 0-16,0 3-1 16,-3 2 1-16,-3-1-1 0,2 5 0 15,-3 0 0-15,-2 1-1 16,1 3 0-16,-5-2 1 0,3 3 1 16,-5 0 1-1,1 0 0-15,-2 3 4 0,-3 0-2 16,0 3-1-16,-3-1 1 15,1 3 0-15,-5 0-1 16,2 2 3-16,-2 0-2 16,0 0-1-16,0 0-4 15,2 0-2-15,-1 0 1 0,2 6 2 16,0-2-33-16,-3-2-65 16</inkml:trace>
  <inkml:trace contextRef="#ctx0" brushRef="#br0" timeOffset="17208.23">5885 9937 23 0,'0'-1'10'0,"-2"-2"-2"0,-2 2 4 16,1-2-3-16,-1 2 1 0,-2 1 2 15,2-2-4-15,0 2 2 16,2-2-4-16,-1 2-2 16,2 0-1-16,1 0-2 15,0 0-2-15,0 0-3 16,0 0 2-16,0 0 3 0,0 0-1 16,0 0-1-16,6 0 1 15,-2 0 0-15,4 0 0 16,0 4 0-16,3-1 0 15,3-1 0-15,-1 1 0 16,3-2 0-16,0 2 0 16,4 0 0-16,0-2 0 15,2-1 1-15,-1 3 0 0,5-3-1 16,-1 0 1-16,1 0-1 16,3 0 0-16,1 0 0 15,6 0 0-15,-2-4 0 16,3 0 1-16,-1-1-1 0,-1 0 1 15,-1 0-1-15,1-2 0 16,0 2 1-16,0 0-2 16,-1 1 1-16,2 0 0 15,3 2 0-15,-3 0 1 16,3 2-2-16,-2 0 1 16,1 0 0-16,2 0 1 0,1 0-1 15,-1 2 0-15,2 0 0 16,1 2 0-16,1-3 1 15,-1 2-2-15,-1-2 1 16,-1 1 0-16,0-2 1 0,-2 1-1 16,1-1 0-16,3 0 0 15,-3 0-1-15,3 1 2 16,-2-1-1-16,1 1 1 16,-2-1-1-16,1 0 0 15,0 0 2-15,-1 0-1 0,1 2 0 16,1 0-1-16,-2-2 0 15,-2 3 0-15,-1 0 0 16,0-2-1-16,-3 3 2 16,-1 0-1-16,-1-2 0 15,3 1 0-15,-3 0 1 0,3 0-1 16,0 0 1-16,0-2 0 16,-3 2 0-16,1-2-1 15,-2-1 1-15,1 2-1 16,1-2 0-16,0 0 1 15,-1 0 0-15,3 0 0 16,-2 0-2-16,3 0 2 0,-2-3 0 16,4-3 1-16,-2 2 2 15,-1 1-1-15,3 2-2 16,-2 1 1-16,3 0-3 16,-1 1 1-16,1 9 0 15,2-1 0-15,-1 2 0 0,-2 0 0 16,0 1 0-16,0-3 0 15,0-1 1-15,0-2 1 16,2-1-1-16,3-2-1 16,1-2 2-16,2-1-5 15,-2 0-21-15,0-4-96 0</inkml:trace>
  <inkml:trace contextRef="#ctx0" brushRef="#br0" timeOffset="18297.24">12586 9939 34 0,'7'0'8'0,"3"0"7"0,4-2-3 15,-1-1-5-15,3 0 1 0,1 0-4 16,4-1-1-16,-3 1-2 15,2-1-1-15,1 0 2 16,-1 1-2-16,0 0 3 16,2-4 3-16,1 2 3 15,1-1-1-15,2-1-5 0,3 0-2 16,-1 1 0-16,1 3-1 16,1 0 0-16,2 3 0 15,-3 0 0-15,0 0 0 16,0 0 4-16,1 3 7 15,3 0-2-15,0 1 4 0,-1-2-2 16,5 2-5-16,-3 0-2 16,3 2-2-16,0-2-1 15,-3 2-1-15,1-1 1 16,-2 1-1-16,3-3 1 16,-4 1-1-16,3 0 1 0,0-2 1 15,0-1 0-15,1 1 0 16,-1 0-1-16,1 3 1 15,-2-2-8-15,-1 0-48 16,0-2 8-16</inkml:trace>
  <inkml:trace contextRef="#ctx0" brushRef="#br0" timeOffset="18984.56">14639 9907 95 0,'0'0'12'0,"0"0"-9"0,0 0 7 0,0 0 10 16,0 0-5-16,0 0-5 16,0 0-4-16,0 0-4 0,0 0-2 15,0 0 0-15,12 0 0 16,-8 0 0-16,3 0 0 16,1 1 0-16,2 1 0 15,1-2 0-15,-1 2 0 16,3-1 0-16,2-1-1 15,3 0 1-15,2 0 0 0,4 0 0 16,1 0 0-16,4 0 0 16,1-1 0-16,1-3 1 15,2 0-1-15,-1 0 0 16,3-2 0-16,-1 1 0 0,6-1 0 16,0-1 0-16,0 4 1 15,3-2-1-15,-1 2 1 16,3 0-2-16,-1 1 0 15,2 0 1-15,-1 0-6 16,3-1-1-16,0 3 2 0,-1-1 3 16,-1 1 1-16,1 0 0 15,-2 0-5-15,0 0 13 16,-1 0 3-16,1-1 0 16,4 0 0-16,-3 1 3 15,-1 0-4-15,0 0-1 16,-2 0-3-16,-1 0 1 0,-4 0-2 15,-1 0 0-15,0 0 1 16,-6-2-4-16,-1 0 1 16,1 0-1-16,-6 0 0 15,-2-1-2-15,0 0-8 0,-7-4-23 16,-7 1-29-16,-7-3-77 16</inkml:trace>
  <inkml:trace contextRef="#ctx0" brushRef="#br0" timeOffset="22881.11">12619 10840 28 0,'0'0'43'0,"0"0"-38"0,0-1 1 0,0 0-3 15,0-2 0-15,1 0 3 16,-1 0-1-16,0 0 2 15,0 2 2-15,0-2 0 16,0 0 0-16,0 0 2 16,0 2-7-16,0-2-2 0,0 3-1 15,0-1-1-15,1 0-1 16,1-1 0-16,1 2 0 16,-1 0-2-16,2 0-1 15,-1 0 0-15,2 0 0 16,-1 0-1-16,-1 0 2 0,0 4 0 15,2 0 2-15,-1 1-1 16,-1 0 0-16,0-1 1 16,0 2 0-16,2 0 1 15,-4-1 0-15,2 1-1 16,-1 1 1-16,1-1-1 16,-1 1 1-16,1-1 1 15,-1 2-1-15,-1-2 0 0,1-2 0 16,1 2 1-16,-1-3-2 15,0-2 1-15,1 0 0 16,1-1 1-16,1 0 0 16,2 0 2-16,1-4-2 0,4-6 0 15,-1-4 0-15,3 1 0 16,1-5 1-16,3-3-2 16,-1-1 1-16,6-2 1 15,-2 0-1-15,3-3 2 16,2 0 0-16,2-1 1 0,1-1-2 15,0 0 2-15,1-3-2 16,0 1 0-16,1 1 2 16,-2-1-3-16,-2 2 0 15,2 3-1-15,-2 1 0 16,-5 4 2-16,1 2-2 0,-1 1 0 16,-5 4 0-16,0-2 3 15,-4 5 5-15,0 1 0 16,-2 1 0-16,-2 2-1 15,-3 0 1-15,-2 4-1 16,0-1 0-16,-4 4-1 0,0 0 6 16,2-1 2-16,-2 1 3 15,0 0-7-15,0 0-5 16,0 0-5-16,0 0-3 16,2 0-9-16,-1 4-7 15,1 2-23-15,-2-2-31 0</inkml:trace>
  <inkml:trace contextRef="#ctx0" brushRef="#br0" timeOffset="25143.82">10845 12201 62 0,'-1'0'11'0,"1"0"0"0,-2 0-3 0,2 0-3 16,0 0-2-16,0 0-1 15,0 0 0-15,0 0 1 16,0 0-1-16,0 0 1 0,0 0 0 15,0 0-3-15,0 0-3 16,0 0 3-16,0 4-1 16,2 0 1-16,1-1-1 15,4 3 1-15,-3 1 0 16,1 0 0-16,1 0 0 0,-2 0 0 16,1-1 0-16,2 1 0 15,-3 0 0-15,1-2-1 16,-1 0 0-16,-1-2 1 15,1 1-1-15,0-1 0 16,-2-3 1-16,2 0-2 16,2 0 1-16,0 0 2 15,1 0 2-15,-1-7 1 0,4-1 2 16,1-4-1-16,2-3 3 16,1 0-3-16,1-3-1 15,1-2 2-15,3-1-1 16,0-3-1-16,2-1 1 0,3-2-1 15,-2-1-1-15,2 1 2 16,-1-1 0-16,-1 2 1 16,-2 0 2-16,0 4 0 15,-2 1-4-15,-2 3-1 0,-1 3 2 16,-3 2 1-16,-1 3 2 16,-4 0 0-16,2 3 0 15,-5 1-3-15,-2 2-1 16,0 1-2-16,1 2 0 0,-3 0 0 15,0 1 2-15,0 0 2 16,0 0-2-16,0 0-1 16,0 0-1-16,0 0-1 15,0 0-1-15,0 0 0 16,2 0 0-16,-2 0-5 16,2 0 2-16,1 0-10 0,0 0-14 15,1 0-15-15,-2 0-20 16,-2 0-24-16</inkml:trace>
  <inkml:trace contextRef="#ctx0" brushRef="#br0" timeOffset="67831">5420 16467 27 0,'0'0'6'16,"0"0"-4"-16,0 0 5 0,0 0 3 0,0 0 4 16,0 0 5-16,0 0-1 15,0 0 1-15,0 0-2 16,0 0-2-16,0 0-4 0,-23-24-5 15,23 24-5-15,-1 0-1 16,1 0 0-16,0 0 0 16,0 6 0-16,0 4 0 15,0 1 1-15,0 5 0 16,0 2-1-16,0 2 1 0,0 4-1 16,3 5 1-16,3 2 0 15,-2 2-1-15,0 2 1 16,1 1 0-16,-3 1-1 15,-2-3 1-15,0 0 1 16,0-3-1-16,0 0 0 0,0-4-1 16,0-1-1-1,0-8-24-15,0-5-27 0</inkml:trace>
  <inkml:trace contextRef="#ctx0" brushRef="#br0" timeOffset="68265.07">5374 16433 45 0,'0'0'4'0,"0"0"11"0,33-51-3 0,-24 41 2 0,-1 2 0 0,2 4-4 16,-1 2-5-16,-3 2-5 15,3 3 1-15,-1 5 1 16,0 4 0-16,0 2 1 16,1 2-2-16,-1-1 0 15,0 1 0-15,-1-2 1 0,-3 2-1 16,-1-1-1-16,-2 0 1 15,-1 0-1-15,0 2 0 16,-4 1 3-16,-7 2-1 16,-2-1-1-16,-2-1 3 15,1 0-2-15,-2-2 1 0,-2-3 1 16,5-3 1-16,2-2-2 16,-1-2-1-16,6-3 0 15,2 0-2-15,3-3 0 16,1 0-41-16</inkml:trace>
  <inkml:trace contextRef="#ctx0" brushRef="#br0" timeOffset="68849.57">5622 16455 33 0,'0'0'37'0,"0"0"-13"0,0 0-8 0,0 0 2 0,0 0-1 16,0 0 0-16,0 0-13 16,0 0 1-16,0 0 0 15,0 0-2-15,8-19 0 16,1 14-2-16,1 3 0 16,-1-1-2-16,3 3 1 0,2 0 0 15,-3 0-3-15,2 5 1 16,1 4 4-16,-1 0 0 15,1 4-1-15,-3-2-1 16,-2 3 0-16,2 3 1 16,-8-3 0-16,1 1 1 0,-2-2-2 15,-2-2 1-15,0 0-1 16,0-5 1-16,0 1 0 16,-6-4 1-16,3-3 5 15,-3 0 10-15,0 0 3 0,0-4-3 16,-1-4-6-1,3-5-6-15,0-3-3 0,1-3 1 16,3-3-5-16,0-3 4 16,7-3-1-16,6 1-1 15,6-1-3-15,5 3-17 16,-4 0-41-16,2 3-44 0</inkml:trace>
  <inkml:trace contextRef="#ctx0" brushRef="#br0" timeOffset="69368.63">6003 16507 77 0,'0'0'25'0,"0"0"-2"0,0 0-9 0,0 0 2 16,0 0-4-16,0 0-4 15,0 0 1-15,0 0-1 0,0 0-2 16,0 0-2-16,21-10-2 16,-16 5-1-16,1-1-1 15,-2-1 3-15,0-2 0 16,2-2 3-16,-4-1 4 15,0 1 1-15,-2 1-2 0,0 0-4 16,0 0-1-16,0 3-2 16,-2 0 1-16,-5 2 0 15,4 0-1-15,-1 3-1 16,2 1 1-16,-2 1 0 16,1 0 1-16,1 0-5 15,0 9 2-15,0 4-1 0,-2 2 1 16,1 2 0-16,2 2 1 15,1-1-1-15,0-1 2 16,0 0-4-16,0-1 4 16,0-3-2-16,2 0 1 0,4-2-1 15,1 2 1-15,1-3-2 16,4-2 0-16,1 2-9 16,2-6-48-16,-1-4-32 15</inkml:trace>
  <inkml:trace contextRef="#ctx0" brushRef="#br0" timeOffset="69809.44">6256 16402 61 0,'0'0'14'0,"0"0"10"0,0 0-6 0,0 0 10 0,0 0-8 15,0 0 1-15,0 0-6 16,0 0-3-16,0 0-4 16,0 0-4-16,-36-9-3 15,32 9-1-15,-3 5-1 0,3 4 1 16,-4 3 0-16,2 5 0 15,-1-1 0-15,3 7 0 16,-2-3 0-16,0 1 0 16,4-3 1-16,0-1 0 15,2-3-1-15,0-2 1 16,0-2-1-16,0-2 3 16,4-1-3-16,4-2 0 0,3-3 1 15,0-2 2-15,5 0-3 16,1 0 2-16,1-2-1 15,1-7-1-15,0-1-4 16,4-1-27-16,-5-3-26 0,0-3-11 16</inkml:trace>
  <inkml:trace contextRef="#ctx0" brushRef="#br0" timeOffset="70101.42">6473 16344 51 0,'0'0'15'0,"0"0"0"16,0 0 1-16,0 0-7 16,0 0-6-16,0 0 0 15,0 0 1-15,0 0-1 0,0 0-1 16,-15 13-1-16,15-5 1 16,0 2 1-16,0-1 0 15,0 2 1-15,4 2 0 16,0-2-1-16,-1 3 1 15,3 0-2-15,-1 1 0 16,-1-1-2-16,-3 0 1 0,3-2 0 16,-2 0 0-16,2-3-1 15,-2-2 1-15,1-3 0 16,-1-4-9-16,0 0-39 16</inkml:trace>
  <inkml:trace contextRef="#ctx0" brushRef="#br0" timeOffset="70257.11">6424 16208 148 0,'0'0'-4'16,"0"0"9"-16,-9-39-3 15,9 29-4-15,0 2-41 16</inkml:trace>
  <inkml:trace contextRef="#ctx0" brushRef="#br0" timeOffset="70875.81">6777 16298 111 0,'0'0'15'16,"0"0"29"-16,0 0-19 15,0 0-15-15,0 0-1 16,0 0-4-16,0 0-2 0,-40-31-2 15,35 28 0-15,1 3 0 16,-1 0-1-16,-2 0-2 16,3 5 1-16,-3 3 1 15,1 5-1-15,-1-2 1 16,4 5 0-16,-1-3 1 0,2-2-2 16,2 2 1-16,0-4 0 15,0 0 0-15,2-6-2 16,3 3 2-16,2-3 0 15,-1 1 0-15,3 0-1 16,-3-1 2-16,4 1-1 0,-1-1 2 16,-2 3-2-16,1-2 0 15,0 3 0-15,0-2 0 16,-2 2 0-16,-1 0 0 16,-1 0 0-16,-1 0 0 15,-3 1 1-15,0 2-2 0,0 0 1 16,-3 3-2-16,-5 0 4 15,-3 1-2-15,-3-1-2 16,1-2 5-16,-3-1-3 16,3-3 2-16,2-1-1 15,-1-3 0-15,3-3 2 16,3 0 2-16,1 0-2 0,5 0-3 16,0 0-19-16,0-7-63 15,7-5-28-15</inkml:trace>
  <inkml:trace contextRef="#ctx0" brushRef="#br0" timeOffset="71203.6">6877 16378 100 0,'0'0'22'0,"0"0"-9"16,0 0-12-16,0 0-2 0,0 0 2 16,0 0-1-16,0 0 0 15,3 44 0-15,1-34 1 0,-1 1 0 16,1 2 0-1,-2-2 0-15,0 1-1 0,-1-3 2 16,1 0 0-16,2 0-2 16,-2-2 0-16,-2 0-14 15,0-4-41-15</inkml:trace>
  <inkml:trace contextRef="#ctx0" brushRef="#br0" timeOffset="71367.44">6835 16233 198 0,'0'0'-6'0,"0"0"13"16,0 0-3-16,0 0-5 16,0 0-52-16,0 0-7 15</inkml:trace>
  <inkml:trace contextRef="#ctx0" brushRef="#br0" timeOffset="71907.52">7058 16322 122 0,'0'0'3'16,"0"0"5"-16,0 0-7 16,0 0 0-16,0 0-1 15,0 0 0-15,0 0 0 16,0 0 0-16,-33 39 1 0,28-28-1 15,3-1 1-15,0 3-1 16,-2 3 1-16,4-1-1 16,-2 2 1-16,2 0-1 15,0-4 1-15,0 0-1 16,0-4 1-16,4-2 0 0,2-3 1 16,1-4 0-16,1 0-1 15,2 0 4-15,-1-6 1 16,-1-4 4-16,2 0-2 15,-1-4 0-15,-2-1 0 16,-1 0 3-16,-3-2 3 0,-1 2-3 16,-2 1 0-1,0-1 2-15,0 4-1 0,-8 1-4 16,0 1 5-16,-3 2 12 16,-1 6-23-16,0 1-8 0,1 0 4 15,-1 7-5 1,5 6-13-16,1 2-15 0,0 3-12 15,3-4-33-15</inkml:trace>
  <inkml:trace contextRef="#ctx0" brushRef="#br0" timeOffset="72630.14">7200 16307 115 0,'0'0'10'0,"0"0"26"0,0 0-14 0,0 0-16 0,0 0-5 16,0 0 0-16,0 0-1 15,0 0 0-15,0 0 1 16,0 0-1-16,-9 31 1 0,11-21-1 16,0 3 0-1,0-2 2-15,1 3-2 0,-1 1 0 16,2 0 1-16,-2-1-1 16,0-1 0-16,1 2 0 15,1-3 0-15,-1 0 2 16,-1-1-2-16,0-2 0 0,1-1 0 15,-2-2 0-15,2-2 0 16,-3 0 0-16,0-3 0 16,0-1 0-16,0 0 2 15,0 0 0-15,0-1-1 16,0-5-2-16,-3-3 0 16,2-3-2-16,1-1 0 0,0-1 3 15,0 0-3-15,0-2 6 16,0 0-5-16,4 1 2 15,0 1 2-15,1 3-2 16,1-1 1-16,1 4 1 16,-2-1-2-16,1 5 1 0,-1 0 0 15,1 2-1-15,1 2-1 16,0 0 0-16,-1 0 1 16,1 0-2-16,2 2 2 15,0 1 2-15,0 1-2 0,-2 0 0 16,2 3 0-16,-2-2 0 15,1 0 0-15,-3 4 2 16,1 1-2-16,-3 1 1 16,-3 3 2-16,0 0-1 15,0 2 1-15,-3 2-1 16,-3-2-1-16,3 0 0 0,-1-2-1 16,4-5-1-16,-2-4-53 15,2-5-38-15</inkml:trace>
  <inkml:trace contextRef="#ctx0" brushRef="#br0" timeOffset="73069.36">7494 15972 94 0,'0'0'14'0,"0"0"1"0,0 0 4 0,0 0-13 0,0 0-5 16,0 0-2-16,-20 45 1 15,20-29 1-15,0-1-1 16,0 0-1-16,0 0-2 16,0-2-15-16,0-5-20 0</inkml:trace>
  <inkml:trace contextRef="#ctx0" brushRef="#br0" timeOffset="73209.5">7510 16023 199 0,'0'0'3'0,"0"0"-3"16,0 0-1-16,0 0-13 15,0 38-49-15,0-32-38 16</inkml:trace>
  <inkml:trace contextRef="#ctx0" brushRef="#br0" timeOffset="73915.06">5241 16056 91 0,'0'0'18'0,"0"0"12"0,0 0-4 0,0 0-2 15,0 0-13-15,0 0-1 16,0 0-3-16,-37 12-6 16,34-4-2-16,1 0 2 15,2 3-1-15,0-1 0 0,0 3-2 16,0-2-25-16,4-2-27 15,1-3 7-15,1-2-31 16</inkml:trace>
  <inkml:trace contextRef="#ctx0" brushRef="#br0" timeOffset="74051.96">5231 16131 85 0,'0'0'18'0,"0"0"17"16,0 0 1-16,0 0-14 15,0 0-10-15,0 0-10 16,0 0-1-16,-25 16 0 15,25-1-1-15,0 1-8 16,4-1-47-16,3-3 0 0</inkml:trace>
  <inkml:trace contextRef="#ctx0" brushRef="#br0" timeOffset="74456.02">5295 16051 44 0,'0'0'22'0,"0"0"-3"15,0 0-5-15,0 0-4 16,0 0-6-16,-27 42 0 15,27-33-1-15,-2 1-3 16,2 0 0-16,0 0 1 16,0-2-2-16,0-3-5 0,0 1-13 15,0-5-24-15</inkml:trace>
  <inkml:trace contextRef="#ctx0" brushRef="#br0" timeOffset="74569.39">5266 16141 47 0,'0'0'24'0,"0"0"15"0,0 0-1 16,0 0-7-16,0 0-12 15,0 0-14-15,0 0-4 16,-20-12-3-16,20 20-4 16,5-1-49-16,1-6-45 15</inkml:trace>
  <inkml:trace contextRef="#ctx0" brushRef="#br0" timeOffset="75352.87">7583 15979 4 0,'0'0'23'0,"0"0"21"0,0 0-21 0,0 0-5 15,0 0-6-15,0 0-2 16,0 0-7-16,0 0-3 16,-35 41 0-16,33-30 1 0,2 1-2 15,0-1-2-15,0-2-10 16,0-2-11-16,0-2-21 16</inkml:trace>
  <inkml:trace contextRef="#ctx0" brushRef="#br0" timeOffset="75539.31">7575 15989 108 0,'0'0'12'0,"0"0"-3"16,0 0-8-16,0 0-1 0,0 0 2 15,0 0-2-15,-11 38 0 16,11-28-3-16,2 1-7 15,2-3-13-15,-2-1-16 16</inkml:trace>
  <inkml:trace contextRef="#ctx0" brushRef="#br0" timeOffset="77040.45">6403 16147 12 0,'-1'-3'5'0,"0"-1"23"0,-3 1-14 0,2 0-3 0,0 1-2 15,-1 1-2-15,1 0-1 0,-1 0-3 16,3 1 1-16,-2 0-2 15,0 0 4-15,0 0 1 16,-2 0 0-16,2 0 1 16,-1 2-4-16,1 4-4 15,0 1 1-15,-2 1-1 16,3 4 0-16,0-1 0 0,1 0 0 16,0 2 1-16,0-3-1 15,1 1 0-15,4-2 1 16,-1-1-1-16,1-2 1 15,1-3 0-15,-2-2 0 16,4-1 1-16,-2 0 3 0,1-3 3 16,-1-7 3-16,-2-1 1 15,2-3-2-15,-2 0-2 16,-2 0-1-16,-1 1 1 16,-1 0-2-16,0 2 1 15,0 3-1-15,-5 2 1 0,-4 5-5 16,2 1-2-16,-2 5-3 15,-4 6-26-15,3 3-48 16</inkml:trace>
  <inkml:trace contextRef="#ctx0" brushRef="#br0" timeOffset="79282.16">5691 16970 10 0,'0'0'17'0,"0"0"-3"0,-2-1-5 0,0 1-1 0,2 0-3 16,-1 0 2-16,1 0 0 16,0 0 4-16,0 0-2 15,0 0-5-15,0 0-2 0,0 0-1 16,0-2-3-16,0 2 0 16,0 0 3-16,0 0-2 15,1 0 1-15,3 0 1 16,2 0-1-16,1 0 0 15,2 0 1-15,2 0-1 0,2-2 0 16,3 0 1-16,5 1-1 16,-2-1-2-16,6-2 2 15,2 2-2-15,0-3-1 16,2 1 2-16,0-1 0 16,-2 0 2-16,1-1-1 15,1 1 1-15,0 3-1 0,-1-1 1 16,3 3-1-16,2 0 0 15,0 0 0-15,2 0 0 16,3 0 0-16,-2 1 0 16,1 4 0-16,1-1 0 15,-1 2 2-15,2-3-4 0,-1 0 2 16,4-2 2-16,1-1-2 16,1 0 0-16,2 0 0 15,0-2-2-15,1-5 4 16,-2-1-2-16,2 0 0 15,-2 0 1-15,4-2 1 0,-5 4-2 16,4 0 1-16,-6 0-1 16,1 4 1-16,-3 2-1 15,-4 0 0-15,-1 0 0 16,-2 0 0-16,-1 6 2 16,-1-1-2-16,-4 0 0 0,-2 1 1 15,-2 1-2-15,-2 0 1 16,-1 0 0-16,-1 0-3 15,-6-3-28-15</inkml:trace>
  <inkml:trace contextRef="#ctx0" brushRef="#br0" timeOffset="80120.89">7598 16114 82 0,'0'1'3'0,"0"3"1"0,0 2-3 0,0 0-1 0,0 5 0 16,0 2 1-16,0 4-1 16,0 1 1-16,0 4 1 15,0 3 0-15,0 5 1 16,2 5-3-16,2 7 1 15,-2 4 0-15,2 2-1 0,-4 1 1 16,1 1-1-16,-1-4 1 16,0-2-1-16,0-3 0 15,-1-4 0-15,-3-2 1 16,-1-5-1-16,1 1 0 16,0-4 0-16,-3-4-2 0,2-6-21 15</inkml:trace>
  <inkml:trace contextRef="#ctx0" brushRef="#br0" timeOffset="81068.48">7479 15837 69 0,'0'0'3'0,"0"0"8"0,-52-7-2 0,27 5-4 16,2 2-3-16,-4 0-2 0,0 0 0 15,-2 0 1-15,-1 0-1 16,-1 0 0-16,0 0 0 16,-1 0 3-16,-1 0 6 15,-1 0 0-15,-1 0-4 16,-4 0-3-16,2 0 0 0,-4 0-2 16,2 2 0-16,0-1 2 15,1-1-2-15,0 2 0 16,-2-1 1-16,-3 2-1 15,-1-1 0-15,-5 3 0 16,2 0 0-16,-3 2 1 0,1 0-1 16,0 0 0-16,0 0 0 15,-2 0 1-15,0-1-1 16,1-1 0-16,-3-1 0 16,1-1 0-16,1 1-1 15,2 2 1-15,-3-2-1 0,0 3 1 16,0 1 0-16,0-1-1 15,0 0-1-15,3 0 1 16,2-3 0-16,-1 3 0 16,4-2-1-16,0 0 2 15,3 1 0-15,1-1 0 0,3 1 1 16,5-1-2-16,1 0 2 16,4-1 0-16,2-1 0 15,0 2-1-15,2 0 1 16,2-2 0-16,-2 1 3 15,4 1-1-15,1-1 9 0,-1 0 4 16,2 0-3-16,1 2 1 16,3 1-6-16,1 2-7 15,2 2-1-15,3 3 0 16,0 3 0-16,-2 5-1 16,2 5 2-16,-1 5-1 0,-1 4-1 15,1 5 2-15,4 5-2 16,-2 6 2-16,4 5-1 15,2 5 0-15,0 6 0 16,8 6 0-16,11 1-8 16,7-3-32-16,10-7-22 0</inkml:trace>
  <inkml:trace contextRef="#ctx0" brushRef="#br0" timeOffset="82086.33">7832 16663 75 0,'0'0'4'0,"0"0"4"16,0 0 2-16,0 0-8 0,0 0-4 0,0 0 4 15,5 2-2-15,1-1 1 16,3 1 2-16,5-1 3 16,1-1 0-16,3 0-2 15,2 0 1-15,3 0-2 16,3 0-1-16,1 0-1 0,2 0 1 15,-1 0-2-15,-1 0 0 16,0 0 0-16,-4 0 0 16,-2 3 0-16,-4 1 0 15,-1 2-6-15,-5-2-30 16</inkml:trace>
  <inkml:trace contextRef="#ctx0" brushRef="#br0" timeOffset="82256.28">8174 16607 202 0,'0'0'7'15,"0"0"7"-15,0 0-15 16,0 0-6-16,0 0 6 16,0 0 0-16,15 50-6 15,-8-21-20-15,-7 5-30 16</inkml:trace>
  <inkml:trace contextRef="#ctx0" brushRef="#br0" timeOffset="83031.86">4378 16213 10 0</inkml:trace>
  <inkml:trace contextRef="#ctx0" brushRef="#br0" timeOffset="83422.67">8769 16375 66 0,'0'0'8'0,"0"0"-8"0,0 0 1 0,0 0 8 0,0 0 7 16,0 0 0-16,0 0-2 0,0 0-6 16,33-50 1-16,-31 36 2 15,-2 1 2-15,0 1-5 16,0 0-4-16,0 4-1 15,-4-1-1-15,-3 4-1 16,0 3 2-16,0 2 6 0,1 0-7 16,0 2-4-16,3 7 2 15,1 4 2-15,2 3-2 16,0 1 0-16,0 2 1 16,2-1 0-16,3-1 0 15,3-4 1-15,3-3-2 16,-1 0 1-16,1-2-1 0,4-3 1 15,0-3-2-15,2-2-22 16,-4 0-43-16</inkml:trace>
  <inkml:trace contextRef="#ctx0" brushRef="#br0" timeOffset="84121.43">8545 16227 17 0,'0'0'37'0,"0"0"-35"0,0 0-1 0,0 0 1 0,0 0 0 0,0 0 3 15,0 0 1-15,0 0-1 16,-11 40-1-16,12-31-1 15,4 1 0-15,3 2 0 16,0 3-1-16,-2 0 0 16,3 4 0-16,1-1-2 0,-3 3 1 15,3-2-1-15,0 1 0 16,-2-4 2-16,-1-1-2 16,0-2 0-16,0-6 2 15,-3-1-1-15,-1-2 1 16,-1-2 0-16,-1-2 1 15,-1 0 14-15,0 0 41 16,0-6-13-16,0-6-33 0,-3-6-3 16,0 0-3-16,-1-4 0 15,-3-4-2-15,6-3-3 16,1 0 0-16,0-2-3 0,0-2-27 16,3 2-48-16,6 0-56 15</inkml:trace>
  <inkml:trace contextRef="#ctx0" brushRef="#br0" timeOffset="84931.78">8889 16050 189 0,'0'0'-3'0,"0"0"8"0,0 0-3 0,0 0-2 0,0 0-2 16,0 0-11-16,0 0 8 15,0 0 5-15,0 0 1 16,-2 55 0-16,7-28 0 0,3 0-1 16,-1 4 1-16,2-1 0 15,-2-3 0-15,1 2-1 16,-1-4 1-16,0-4-1 16,-5-2 2-16,1-2-2 15,-1-3 0-15,-2-2 1 0,2-5-1 16,-2-3 0-16,0 0 1 15,0-4 1-15,2 0-3 16,-2 0 0-16,2-4 5 16,0-3-3-16,3-4-2 15,-3-1 0-15,5-2 0 16,-4 1 1-16,3 3 0 16,-1 0 0-16,1-1 1 0,0 4-1 15,2 1 0-15,-2 2 0 16,1-2 0-16,-1 6-1 15,4 0 0-15,-5 0-2 16,3 0-1-16,-1 3 2 0,1 4 3 16,-2-1 2-16,2-2 0 15,-3 2-2-15,1-2 0 16,0-3 0-16,0 1 0 16,0-2 0-16,-3 0 1 15,1 0 0-15,0-3 2 0,0-5 1 16,-3 0 0-16,1 0 2 15,-2-5-2-15,2 3 3 16,-2-1-3-16,0 2-1 16,0 2 0-16,0 1 2 15,0 2 2-15,0 4-2 0,0 0-1 16,0 0-11-16,0 0 2 16,3 7 3-16,4 1 1 15,1 1 4-15,0 1-3 16,2-1-1-16,1-2 1 15,-2-1-1-15,3-1-3 0,-2 1-11 16,-1-5-36 0,-1-1-35-16</inkml:trace>
  <inkml:trace contextRef="#ctx0" brushRef="#br0" timeOffset="85082.18">9144 16017 232 0,'0'0'-11'0,"0"0"28"0,0 0-15 0,0 0-4 0,-36-27-33 15,36 27-46-15</inkml:trace>
  <inkml:trace contextRef="#ctx0" brushRef="#br0" timeOffset="85402.45">9325 16179 141 0,'0'0'3'0,"0"0"4"0,0 0 30 15,0 0-21-15,0 0-2 16,0 0-1-16,0 0-7 15,0 0-4-15,-34-17-1 16,28 34 1-16,-2 4-2 0,6 2 1 16,0 1 0-16,2-1 0 15,2-2 1-15,8-6-2 16,1-3-2-16,0-4 0 16,5-4-4-16,-1-4-3 15,1 0 2-15,2-7-10 0,2-9-5 16,-2-4-27-16,-3-6-18 15</inkml:trace>
  <inkml:trace contextRef="#ctx0" brushRef="#br0" timeOffset="85622.05">9461 15834 115 0,'0'0'15'16,"0"0"14"-16,0 0-2 15,0 0-22-15,0 0-3 0,0 0 1 16,-27 54-1-16,27-27-2 16,3 2 1-16,4 2 1 15,3 1-1-15,1 4-1 16,3 1 0-16,-1 2 1 16,-1 1-9-16,-3 1-52 15,1-4-68-15</inkml:trace>
  <inkml:trace contextRef="#ctx0" brushRef="#br0" timeOffset="85942.68">9565 16277 85 0,'0'0'15'0,"0"0"-13"15,0 0 0-15,0 0 2 16,0 0 1-16,0 0-1 0,0 0-1 15,0 0 5-15,28-41 8 16,-25 31 7-16,-1-4-2 16,0 1 6-16,-2 0-5 15,0 0-9-15,-2-1-5 16,-5 6-1-16,0-1-1 16,-2 5 0-16,0 3-4 0,3 1-5 15,-3 5-1-15,6 9 2 16,1 8 6-16,2 0-6 15,0 4-3-15,6-2-6 16,9 0-14-16,2-4-14 16,5-1-20-16,1-4-11 0</inkml:trace>
  <inkml:trace contextRef="#ctx0" brushRef="#br0" timeOffset="86256.02">10042 16068 111 0,'0'0'-3'0,"0"0"18"16,-50-1-1-16,33 7-9 15,-1 8-2-15,1 3-7 16,2 6 7-16,5 2-2 15,1 2 0-15,5 0 0 16,4-1 1-16,0-6-1 16,2-2-1-16,9-7 2 0,3-5-1 15,1-6-3-15,1 0 0 16,1 0 1-16,0-12 3 16,0-4-2-16,-1-3-11 15,-1-8-4-15,-1 0-57 16</inkml:trace>
  <inkml:trace contextRef="#ctx0" brushRef="#br0" timeOffset="86498.45">9965 15704 113 0,'0'0'2'0,"0"0"-2"16,0 53 1-16,0-21 0 0,10 4 3 16,-1 3-1-16,2 2 0 15,2 2-1-15,2-2-1 16,-2 0 2-16,-1-3-2 16,1 1-1-16,-5-4-5 15,-3-5-49-15</inkml:trace>
  <inkml:trace contextRef="#ctx0" brushRef="#br0" timeOffset="86846.47">10100 16110 125 0,'0'0'4'0,"0"0"12"15,0 0 1-15,20-37-9 16,-11 32-3-16,-2 2-3 15,3 3 0-15,0 0 4 16,3 5-5-16,1 6 0 0,-1 1 0 16,1 2 0-16,-3 1 1 15,0 0-6-15,-4-1 3 16,-2 0 0-16,-3-1 0 16,-2-3-1-16,0-2 4 15,0-2 6-15,-6-2 8 0,-2-4-6 16,1 0 1-16,-3 0 7 15,3-1-6-15,-2-8-5 16,4-1-5-16,3-7 0 16,2-3-2-16,0-2 2 15,5-3-38-15,9 3-25 0,0-1 1 16,3 5 11-16</inkml:trace>
  <inkml:trace contextRef="#ctx0" brushRef="#br0" timeOffset="87032.35">10382 16064 88 0,'0'0'4'0,"0"0"6"16,0 0-4-16,6 43-5 16,-2-35 1-16,-2-1-1 0,2-4 0 15,2 1 0-15,-3-4 0 16,3 0-2-16,-2-4-10 15,-1-7-83-15</inkml:trace>
  <inkml:trace contextRef="#ctx0" brushRef="#br0" timeOffset="87182.91">10380 15831 235 0,'0'0'1'0,"0"0"7"0,0 0-3 15,0 0-5-15,0 0-4 16,0 0-35-16,0 0-84 16</inkml:trace>
  <inkml:trace contextRef="#ctx0" brushRef="#br0" timeOffset="87480.51">10440 16000 210 0,'0'0'4'0,"0"0"0"0,0 0-4 15,0 0 3-15,0 0-5 16,0 0-1-16,0 0 1 16,21 27 3-16,-13-17 0 15,-1-1-1-15,2-3 1 16,-4-1-1-16,-1-1 1 0,0 0 0 15,-1-4 1-15,-1 0-1 16,-1 0 1-16,2 0-2 16,-1-4 1-16,0-5 5 15,1-2-1-15,0-4-5 0,5-4 0 16,-3-2-21-16,3-2-83 16</inkml:trace>
  <inkml:trace contextRef="#ctx0" brushRef="#br0" timeOffset="87637.52">10613 15905 33 0,'0'0'44'0,"0"0"-32"16,15 38 1-16,-11-22-6 15,2 5-3-15,-2-1-2 16,0-1 2-16,-2 2-3 16,-2-2 0-16,0 0-1 15,0-3-1-15,0-3 0 0,0-5-41 16</inkml:trace>
  <inkml:trace contextRef="#ctx0" brushRef="#br0" timeOffset="87800.46">10601 15878 218 0,'0'0'-14'15,"0"0"47"-15,-24-48-14 16,18 40-11-16,6 1-8 0,0 3-5 15,0 4-23-15,8 0-54 16,-2 0-9-16</inkml:trace>
  <inkml:trace contextRef="#ctx0" brushRef="#br0" timeOffset="88285.04">10707 15979 132 0,'0'0'7'0,"0"0"19"15,0 0 9-15,0 0-12 0,0 0-12 16,0 0-4-16,0 0 0 16,0 0-3-16,-17-6-6 15,17 6 1-15,2 0 1 16,2 6-1-16,6 2 0 0,-3 4-3 15,-1 1 4-15,3 1 0 16,-4 0-1-16,-1 0 0 16,1-1-2-16,-3-3 0 15,-2-3 2-15,0-1 1 16,0-2 0-16,0-4 1 16,0 0 1-16,0 0 0 0,-5-4-1 15,1-6-3-15,0-5 2 16,1-2 0-16,3-4 2 15,0 0-1-15,0-1 1 16,0 4-4-16,8 2 0 16,2 4 1-16,-3 5 1 0,4 2-1 15,0 5 1 1,0 0-2-16,1 2-2 0,-1 6 2 16,0 2 1-16,0 0 0 15,0 3 2-15,-2-3-2 16,1-3-10-16,0-1-15 0,1-4-30 15,-4-2-37-15</inkml:trace>
  <inkml:trace contextRef="#ctx0" brushRef="#br0" timeOffset="88541.75">10934 15933 125 0,'0'0'9'0,"0"0"15"0,0-42-5 0,0 29-13 0,0 3-3 16,-3 4-2-16,-1 5 10 15,0 1 3-15,-2 2-9 16,0 9-3-16,2 3 2 0,-2 3-1 16,3 0-1-16,3 2-1 15,-2-2 1-15,2-2-2 16,0 1 1-16,0-1-1 16,2-2 2-16,-1 1-2 15,2 1 1-15,0 0-1 0,-3 1 0 16,0 2-19-16,0-1-47 15,-7-1-30-15</inkml:trace>
  <inkml:trace contextRef="#ctx0" brushRef="#br0" timeOffset="88696.96">10603 15634 15 0,'0'0'-1'15</inkml:trace>
  <inkml:trace contextRef="#ctx0" brushRef="#br0" timeOffset="89913.78">8735 15881 53 0,'0'0'26'0,"0"0"-1"0,0 0-6 0,0 0-4 16,0 0-7-16,0 0-5 16,0 0 0-16,0 0-2 15,0 0-1-15,-38 5 1 16,31-3 0-16,1 4-1 15,-1-1 2-15,0 1-2 16,-5 0 0-16,2-1 1 0,-1 1-2 16,-3 1 2-16,1 0-1 15,-3-2 1-15,0 0-1 16,1 1 0-16,1-2 0 16,1 0 0-16,4 1 0 15,-2-2 1-15,2 1-2 0,4 1 1 16,-1 1-1-16,1 1-2 15,1 2 0-15,-3-2 0 16,4 3 2-16,-3-2 0 16,1 2 2-16,-1 0-2 15,2 2 1-15,-1 0 0 0,-2 4 1 16,1 2-2-16,3 2 2 16,1 2-1-16,0 3 0 15,2 2 0-15,0 3 0 16,0 0 0-16,0 0 0 15,4 1 0-15,-1-3 0 16,3 2 0-16,1 0 0 0,0 3 0 16,-1-1 1-16,1 4-1 15,1-1 0-15,4 4 1 16,-1-1-1-16,5 2 0 16,-1 1 0-16,1 2 1 15,2-1-1-15,2-2-1 0,3-2 2 16,-2-7-2-16,4-9-11 15,2-14-19-15,-2-8-4 16</inkml:trace>
  <inkml:trace contextRef="#ctx0" brushRef="#br0" timeOffset="90968.89">8594 15872 91 0,'0'0'3'0,"0"0"-2"0,0 0-4 16,0 0 3-16,0 0-1 15,0 0 4-15,0 0-3 16,0 0 1-16,38 10 0 0,-20-8-1 15,3 0 1-15,6-2-1 16,4 0 0-16,6-2 0 16,5-8-1-16,2-2-1 15,2-1-1-15,1-2 1 16,-2 1 3-16,6-2-2 0,-2 1 1 16,2-1 1-1,4 2 1-15,1-2 0 0,1 2-1 16,3 0 0-16,-2 0 2 15,0 1-2-15,1 2 1 16,-1 0 0-16,0 0 1 16,-2 1 0-16,-1-1-1 0,-1 2 1 15,0-1 1-15,-2-1-2 16,-3 1 2-16,2 0 0 16,-4 1 1-16,2 0 1 15,-4 0 0-15,4 3-1 16,-1-1-2-16,2 0-2 0,-4 0 1 15,2-3-2-15,-2 2 1 16,-2-4 0-16,-4-1 1 16,0-1 0-16,-2 0 3 15,-2 0 2-15,0 1 0 16,-1 0-6-16,-1 3 0 0,-2 2 0 16,-1 1-1-16,-2 1 0 15,-5 2 0-15,-1 4 0 16,-1 0 1-16,-4 0-1 15,-1 4-1-15,-1 7-4 16,-2 6 7-16,-5 3-4 0,2 3 6 16,-4 4-2-16,1 3 0 15,-1 1 0-15,3 0 0 16,0 1-1-16,1 0 2 16,3 1-1-16,-1 0-2 15,1 2 2-15,-1-1-1 0,-2 3 0 16,1 0 0-16,-3 2 0 15,1-1 0-15,-2-1 0 16,0-2-1-16,-3-6 2 16,1-4-2-16,-1-4 2 15,-1-5 0-15,-3-2-1 0,-1-1 0 16,0 0 6-16,-7 1-3 16,-3 3-3-16,-4 0 2 15,-3 4-1-15,-7 2-4 16,-1 1 1-16,-3 2-8 15,-7 1-30-15,-2-1 37 16,-4-1-3-16,-4 1-1 16,-4-1-1-16,-4 1 5 0,-3-2-1 15,-2 3 2-15,-1-2-8 16,-3-6-50-16</inkml:trace>
  <inkml:trace contextRef="#ctx0" brushRef="#br0" timeOffset="91515.2">8673 16865 46 0,'-2'0'5'0,"1"0"22"0,1 0-6 0,2 0-17 16,9-6 0-16,4-1-3 16,4 0 0-16,4 0 0 15,6-3-1-15,4 2 0 0,2-1 0 16,6-3 0-16,6-1-2 15,3-3 3-15,9 0 0 16,3-2 0-16,6-1 0 16,3-3 1-16,-1 0 1 15,1 1 6-15,-3 4 2 16,-4 1-4-16,-5 4-5 0,-4 5 0 16,-6 2-3-1,-9 5 1-15,-9 0-8 0,-10 0-44 16</inkml:trace>
  <inkml:trace contextRef="#ctx0" brushRef="#br0" timeOffset="108143.94">9823 16919 60 0,'-2'0'4'0,"0"0"8"0,2 0 4 0,0 0 0 16,0 0-10-16,-2 0 0 16,2 0-5-16,0 0 0 15,0 0 0-15,0 0 0 16,0 0 1-16,2 0 10 16,0-4-3-16,2-5-1 0,1-1-2 15,-1 0-2-15,1-4-1 16,-2 3 0-16,1-2 0 15,-2 0 0-15,-2 0-1 16,2 2-1-16,-2 1 1 16,0 3-2-16,0 0 1 15,0 1-1-15,0 5 0 0,0-2 0 16,2 3-3-16,-2 0-1 16,1 0 0-16,1 4 3 15,0 6 2-15,2 0-1 16,0 4 0-16,0 1 2 15,0 2-1-15,0 1 0 16,0-1-1-16,1 0 1 0,-1 1-1 16,0-2 0-16,0-2 1 15,0 1-1-15,-2-2 1 16,0 2-1-16,0-4 1 16,-2-1-3-16,0-1 0 0,0 0-23 15,0-3-1-15,-2-3-8 16,-2-1-47-16</inkml:trace>
  <inkml:trace contextRef="#ctx0" brushRef="#br0" timeOffset="108412.39">9857 17050 79 0,'0'0'18'0,"0"0"-1"0,0 0-10 15,0 0-7-15,0 0 5 16,0 0 2-16,0 0-1 16,0 0 1-16,0 0 1 15,0 0 3-15,38-14-3 16,-29 9-2-16,2 1-2 0,-4 0-3 16,4 1 0-16,-2 1-1 15,-1 1 1-15,2 0-1 16,-4 1 0-16,1 0-4 15,-2 0-29-15,-1 0-15 16</inkml:trace>
  <inkml:trace contextRef="#ctx0" brushRef="#br0" timeOffset="108962.63">10208 16663 48 0,'0'0'22'15,"0"0"16"-15,0 0-20 0,0 0 3 16,0 0-11-16,0 0-2 16,-39-11-5-16,35 11-3 15,2 0 0-15,0 0-1 16,2 3 0-16,0 1 0 16,0 3-1-16,0 1 1 15,0 1 1-15,0 6 1 0,0 0-1 16,0 5 2-1,0 3-2-15,0 0 0 0,0 3 0 16,0 0 0-16,0 2 0 16,0-1 1-16,-2 0-1 15,-1 2 0-15,-1-2 0 0,-2-1 1 16,0-2-1-16,2-2 1 16,-2-2 1-16,3-2 0 15,-1-2 0-15,0 0 0 16,0-2-1-16,3 1 1 15,-2-3-2-15,1 1 1 16,2-3-1-16,0-3 2 0,0-2-2 16,0-2 1-16,0 0-17 15,0-1-25-15,0-2-29 16</inkml:trace>
  <inkml:trace contextRef="#ctx0" brushRef="#br0" timeOffset="109317.63">10040 16896 84 0,'0'0'23'0,"0"0"8"0,0 0-6 0,0 0-1 16,0 0-10-16,0 0-10 15,0 0-9-15,0 0 4 16,0 0 0-16,0 0-11 0,0 0-32 16,23-15-9-16</inkml:trace>
  <inkml:trace contextRef="#ctx0" brushRef="#br0" timeOffset="109594">10268 16963 153 0,'0'0'12'0,"0"0"5"0,0 0-16 16,0 0-1-16,0 0-4 16,0 0-1-16,0 0-14 15,0 0-4-15,9 7-6 16,-7-7-36-16</inkml:trace>
  <inkml:trace contextRef="#ctx0" brushRef="#br0" timeOffset="111702.23">10244 16490 37 0,'0'0'22'0,"0"0"-7"0,0 0 5 16,0 0-7-16,0 0-5 0,0 0 1 16,0 0-6-16,0 0 0 15,0 0 2-15,-38 0-1 16,31 0-2-16,2-3 2 15,1 3-2-15,-3-1 2 16,1 1 2-16,-2 0-4 0,-1 0-1 16,3 0-1-16,-3 0 1 15,2 0-1-15,-1 0 1 16,1 1-1-16,-1-1 0 16,0 3 1-16,1-3-1 15,1 0 2-15,-3 0 1 16,0 0 4-16,2 0 1 0,-2 2-3 15,-1-1-1-15,2 0-1 16,-3 1-3-16,0-1 1 16,2 4-1-16,0-2 0 15,-1-1 0-15,-2 2 0 0,3-1 0 16,-2 1 2-16,-3-2-2 16,3 3 1-16,-2 0 2 15,2 1-2-15,0-1-1 16,-1 1 0-16,3 1 1 15,-1-1-1-15,-1 1 1 0,3-2-1 16,0 1 0-16,0-1 0 16,0 0 0-16,3-2 1 15,-1 1 1-15,1-1-1 16,1 0 0-16,-1-2 0 16,3 2-1-16,-1-1 0 15,1 2 0-15,0-1 0 16,-2 1 0-16,2 0 0 0,-1 1 0 15,-4 2 0-15,2 0 0 16,-1 3 0-16,0-2 0 16,-1 5 0-16,1-3 0 15,0 1 0-15,-1 1 0 0,3-2 0 16,0 0 0-16,-2-1-1 16,3 1 2-16,-4 0-1 15,3 0 0-15,1 0 0 16,-1 1 0-16,-1 0 0 0,2-1 0 15,2 2 0-15,1 0 0 16,0 0 0 0,0 1 0-16,0 1 0 0,0 2 0 15,0-2 0-15,2 4 0 16,3 0 1-16,-1-1-1 16,-1 1 0-16,3-1 0 15,-1-3 0-15,-3-1 0 0,1-1 0 16,1-3 0-16,0 0 0 15,-2-2 1-15,1 3-1 16,3-1 0-16,-2 1 0 16,2 1 0-16,0-1 0 0,-1 1 0 15,3 1 0-15,-2-1 0 16,4-4 0-16,-3 3 0 16,1-3 0-16,2-1 0 15,-2-1 0-15,1 0 0 16,0-1 1-16,-1-1 0 15,0 1 0-15,-1 0 0 0,4-1-1 16,-4 1 0-16,2 1 1 16,-1-2-1-16,2 1 0 15,-2-1 0-15,1-2 0 16,1 3-1-16,-1-1 1 0,3 0 0 16,-2-2 0-16,-2 2 1 15,2-1-1-15,0-1 0 16,2 2 1-16,-1-2-1 15,-2 2-1-15,4-3 1 16,-2 3 1-16,1-2-1 16,-1-1 0-16,-2 2 2 0,2-2-4 15,-2 0 4-15,2 0-2 16,-2 0 0-16,2 0-3 16,-2 0 2-16,-2 0 3 15,4 0-3-15,-2-3 4 0,0 0-2 16,2-1-1-16,0 0 1 15,-2-1-1-15,-1 1 0 16,2 0 0-16,-3-2 1 16,2 0-2-16,0 0 0 15,0-1 2-15,1-1 0 16,2 0-2-16,1-2 2 0,1 0-1 16,-1 0 0-16,-2 0 0 15,3-3 0-15,-1 2 1 16,1-2-1-16,-3 2 1 15,2-1-1-15,-1-1 1 0,1 1-1 16,0-1 1-16,-2-1-1 16,-2 1 0-16,0 0 0 15,-2 2 1-15,-3-2-1 16,-1 0 2-16,-1 1 4 16,0 0 9-16,0-2-14 15,-2-2-1-15,0 1 1 0,0-1-1 16,0 0 1-16,0 2-1 15,0-1 0-15,0 0 0 16,-4 0 1-16,2 0-1 16,0 0 0-16,1 1 0 15,-1-2 0-15,-2 3 0 0,2-1 0 16,-1 3 0-16,1 0 0 16,-5 0 1-16,1 3-2 15,1-2 2-15,-3 0-1 16,1-1 1-16,-5-1 0 0,3 1-1 15,-1-2 2 1,-2 2-2-16,1-2 1 0,0 4-1 16,-1 0 0-16,1 1 2 15,0 1 0-15,2 0 3 16,-2 0 0-16,1 3-2 16,2-1-2-16,0 0 0 15,3 2-1-15,-4-1 1 0,4 0-1 16,-1 1 0-16,1 1 0 15,-3 0-2-15,0 2 0 16,0 0 0-16,-3 0-3 16,-1 9-9-16,-5 3-30 15,-4 1-49-15</inkml:trace>
  <inkml:trace contextRef="#ctx0" brushRef="#br0" timeOffset="114018.64">9408 17114 48 0,'0'0'23'0,"0"0"0"0,0 0-6 0,0 0-3 16,0 0-3-16,0 0-5 15,0 0-1-15,0 0-3 16,0 0-1-16,0 0-1 15,0 0 0-15,0 0 0 16,0 0 1-16,0 0-1 0,-9 8-1 16,11-6 2-16,3-2-1 15,-1 0 0-15,0 0 0 16,1 0 1-16,1 0-3 16,-2 0 3-16,4-4 0 15,-3 3-4-15,1-2-13 16,-2 2-8-16,1 0-10 0</inkml:trace>
  <inkml:trace contextRef="#ctx0" brushRef="#br0" timeOffset="114261.49">9432 17217 45 0,'0'0'42'15,"0"0"-30"-15,0 0-2 16,0 0-2-16,0 0-8 16,0 0-2-16,0 0 3 0,0 0 4 15,0 0-3-15,40-4-36 16</inkml:trace>
  <inkml:trace contextRef="#ctx0" brushRef="#br0" timeOffset="148206.63">1315 4045 84 0,'0'0'13'0,"0"0"-10"0,0 0-2 0,0 0-2 0,8 41 0 16,-5-19 2-16,1 8-1 16,0 3 2-16,4 2-1 15,-2 1 2-15,-1-4-2 16,3-3-1-16,-1-2 1 15,2-5-1-15,-4-3 1 0,1-5 0 16,-2-3 1 0,-3-3-1-16,-1-5 0 0,0-3-16 15,0-9-34-15</inkml:trace>
  <inkml:trace contextRef="#ctx0" brushRef="#br0" timeOffset="148816.19">1350 3694 78 0,'0'0'3'16,"0"0"1"-16,0 0 3 0,-44-13-2 15,30 13-3-15,1 3-2 16,-1 5 0-16,-1 4 1 16,-1 2-4-16,-1 3 6 15,0 3-1-15,0 4-3 16,-3 3 3-16,1 4-3 0,-2 0 2 16,0 2 0-16,3 1-1 15,-1-1 0-15,2 1 2 16,4-2-2-16,4 1 0 15,2 0 1-15,3 2 0 16,4 1-1-16,0-1 0 16,6 2 1-16,8-1 0 0,1-1 1 15,6-3-1-15,-1-1 0 16,2-4-1-16,3 0 0 16,0-2 1-16,4-1-1 15,0-2 0-15,2-1 1 0,2-4 2 16,3-1-3-16,0-5 1 15,-3-4 0-15,1-7 2 16,-1 0 1-16,-4-7 4 16,-2-11 4-16,-2-8 12 15,-5-11 6-15,0-4-9 16,-4-10-2-16,-5-9 0 16,-5-5-3-16,-6-2-5 0,0-4-5 15,-10 1-3-15,-6 4-1 16,-9 2 0-16,-1 7-4 15,-6 7 0-15,-1 13 0 16,-5 12-3-16,-5 13-16 0,-3 12-50 16,-6 9-81-16</inkml:trace>
  <inkml:trace contextRef="#ctx0" brushRef="#br0" timeOffset="149897.4">1588 8064 67 0,'0'0'8'0,"0"0"-6"0,0 0-2 0,0 0-4 16,-5 38 9-16,-4-27 0 16,2 1 4-16,-2-2-4 0,0-2 2 15,0 1-1-15,3-3-2 16,-1-1-2-16,3 1-1 16,-2-5 1-16,4-1 2 15,2 0 11-15,0-3-2 16,0-8-10-16,5 0-2 0,2-5 1 15,0 2-1-15,1 1 0 16,2 3-1-16,1 2 0 16,-2 1-6-16,5 2 8 15,0 2 0-15,1 3-2 16,0 0-2-16,1 0 0 0,-1 6-3 16,-4 7 4-16,0 2 0 15,-4 6 1-15,-3 3 3 16,-4 2-2-16,0 4-1 15,0 2 2-15,0 1-2 16,-8-1 2-16,-1 1-1 16,0-4 1-16,2-3-1 0,-2-6 1 15,3-3-1-15,1-6-1 16,2-5 1-16,3-2 0 16,0-2-1-16,0-2 2 15,0 0-2-15,0 0-2 16,2 0 4-16,4-2 0 15,4-5 3-15,2 0 0 0,3-4 1 16,1-1-2-16,4 1 0 16,-2-3 1-16,0 1-3 15,0 2 1-15,1-1-1 16,-2 1-1-16,-2 0 0 16,1 3 0-16,-5 1-1 0,0-1 0 15,-2 4 0-15,-2-1 0 16,-3 2-35-16,-2-1-51 15</inkml:trace>
  <inkml:trace contextRef="#ctx0" brushRef="#br0" timeOffset="150539">1594 7697 71 0,'0'0'2'0,"-45"0"2"0,23 0 2 0,-1 6-2 0,-5 4-1 15,0 3-1-15,1 4 1 0,-4 1 1 16,2 4-2-16,2 3 1 16,1 3 1-16,-1 2-3 15,5 4 0-15,1 2-1 16,2 2 0-16,2 5 0 16,5 0 0-16,0 3 0 0,5 5 1 15,5 3-1-15,2 5 0 16,0 0 0-16,4 1 0 15,10-2 0-15,0-1 0 16,6-7 1-16,5-5-1 16,1-5-1-16,3-5 1 15,7-6 0-15,-2-6 3 0,3-6 0 16,1-6 1-16,-2-4-1 16,-1-7 0-16,2 0 2 15,-1-11 1-15,-1-9 1 16,1-7-1-16,-1-7 2 15,1-7-2-15,-3-3 1 0,-1-5-2 16,-5-2 3-16,-7-3-1 16,-7-1 3-16,-5-1 4 15,-6-2-3-15,-2 3 0 16,-10-1-2-16,-7 3-5 0,-8 3-1 16,-4 3-2-16,0 4 0 15,-5 6 0-15,5 10-2 16,-2 10-2-16,0 16-7 15,2 5-42-15,-7 21-63 16</inkml:trace>
  <inkml:trace contextRef="#ctx0" brushRef="#br0" timeOffset="151528.24">1379 12204 77 0,'0'0'4'0,"0"0"3"0,-4-39 2 0,4 24-4 15,0-1 2-15,5-1 5 16,1 0 1-16,1 0-6 15,4 0-2-15,-2 4 2 16,2-1-5-16,3 4 0 16,-1 3-4-16,-1 4 1 15,1 3-2-15,-1 3 1 0,-2 13 2 16,-3 5-1-16,-3 5-2 16,-4 3 2-16,0 1 3 15,-2 3-1-15,-5-6-1 16,-4-3 2-16,2-5-1 15,2-5-2-15,3-6 3 0,2-1 0 16,2-6 0-16,0-1 2 16,0 0-3-16,2-1-1 15,4-7 3-15,3-1 0 16,3-1-3-16,-1 2 2 16,2-1 0-16,1 5-4 0,-2 1 1 15,5 3-1-15,-2 0 3 16,1 0-4-16,-1 9 5 15,-1 3-4-15,-3 3 2 16,-5 3 2-16,0 1-4 16,-6 2 1-16,0 0 4 15,-6 3-2-15,-4-4 3 0,-5 0 0 16,-2 0 2-16,2-4 0 16,-3-4 0-16,-1 0-2 15,2-4-1-15,-1-5-1 16,-1-3-4-16,-2 0-40 15,1-13-84-15</inkml:trace>
  <inkml:trace contextRef="#ctx0" brushRef="#br0" timeOffset="152531.35">1323 11722 88 0,'0'0'2'0,"-40"-4"3"0,20 3 1 0,3 1 0 0,-2 0-1 16,1 0-1-16,1 0 5 16,-2 6 0-16,2 3-4 15,-3 1-4-15,1 1 0 16,0 1 0-16,-1 2 1 0,4 1-2 16,-4 3 0-16,2 0 0 15,2 6 0-15,0 2 0 16,3 5-2-16,-3 5 1 15,3 2 1-15,2 5 0 16,0-2 0-16,4 2 0 16,3 1 1-16,0-2-1 0,3 2 2 15,1 0-4-15,0 0 2 16,5 3 2-16,3-3-1 16,4-1-1-16,3-3 1 15,0-2 0-15,4-3 0 16,1-1 1-16,5-2-1 0,-1 0 0 15,3-2-1-15,2-3 1 16,0 0 0-16,2-3-1 16,-2-2 1-16,3-4 1 15,1-2-1-15,-2-5 1 0,3-4-1 16,-1 0 1-16,-1-1 0 16,4-3-1-16,-5 1-2 15,1-3 3-15,-3-1-1 16,0 0 1-16,-3 0-2 15,1-1 1-15,-2-6 0 0,2-3 1 16,-1-3 0-16,-1-1-1 16,-1-5 5-16,-1-2-2 15,-1-3 2-15,-4-3 1 16,0-3-2-16,0 0 0 0,-5-2-1 16,0-2 0-1,-1 1 1-15,-1 0-2 0,-3-1 2 16,0 0 0-16,-2 0-2 15,-1 0-1-15,-1-1 0 16,0 0 2-16,-3 3-4 16,1-2 2-16,-2 2-1 0,0 0-1 15,0 3 1-15,0-2 0 16,-2 4 0-16,-3-3 0 16,-3 2 1-16,1 1 1 15,-3-1 0-15,-3 2-1 16,0-1-2-16,-3 0 1 15,-4 0-1-15,0-1 1 0,-4 2 0 16,-1-1 0-16,-2 4 1 16,0-1 3-16,-2 4-1 15,-3 2 1-15,-1 2 0 16,-5 2-3-16,-4 4 0 0,-8 7-1 16,-3 3 2-16,-5 3-6 15,-5 18 0-15,-4 11 1 16,-6 13-10-16,-10 13-29 15,-9 11-73-15</inkml:trace>
  <inkml:trace contextRef="#ctx0" brushRef="#br0" timeOffset="-151229.23">3976 7541 64 0,'0'0'5'0,"0"0"1"0,0 0 7 0,-37-23-5 15,28 18 0-15,-3-1 0 16,1 3 2-16,-2 0-3 15,1-1-1-15,0 4-3 16,-1 0-3-16,0 0 1 0,1 0-1 16,-2 0 0-16,1 0 0 15,-6 0 1-15,1 0-1 16,-2 0 0-16,-2 0 1 16,-5 0 0-16,-2 0 2 15,-2 0 0-15,-1 0 2 16,-1 7 2-16,-1 0-2 0,1 3 1 15,-2 0-3-15,-1 4-2 16,-3 2 0-16,-1-2 0 16,-2 3 1-16,-1 2-1 15,-1-1 5-15,-1 2-3 16,3 1-2-16,1 4 1 16,0 0-1-16,2 2-1 0,1 3 2 15,2 0-2-15,1 2 0 16,3 1 0-16,3 1 0 15,2 0 0-15,7 0 1 16,1-1 1-16,5-2-2 0,5 0 0 16,-1-1 2-16,4-2-2 15,1 1 0-15,5 1 1 16,0 1-2-16,0 5 1 16,0-1 0-16,2 2 0 15,7 1 0-15,3-2 0 0,1-2-1 16,5 0 2-16,-1-1-2 15,6-2 1-15,2 2 1 16,2-4-1-16,2 0 0 16,2 2 0-16,3-5 1 15,1 1-1-15,1-6 1 16,0 3-1-16,5-5 0 0,3-1 1 16,3-2 0-16,-1-2-1 15,4-1-1-15,-1-1 2 16,2-1-1-16,1 0 1 15,4-1-2-15,-1 0 2 0,3-2 0 16,1 2 1-16,1-1-1 16,3-1-1-16,1 2 1 15,1 0-1-15,0-1 0 16,5-1 1-16,1 2-2 16,2-3 2-16,2 2-2 0,-2-4 1 15,2 1 0-15,2 0-1 16,0-2-2-16,0 0 6 15,0 2-2-15,3 1-1 16,-2-1 0-16,2 2 1 16,-1-1-1-16,-1 2 0 15,3-2 0-15,1-1-1 0,1 1 2 16,2-2 0-16,2 1 0 16,0 1-1-16,3-2 0 15,-3 2 0-15,-1-2 1 16,4-1-1-16,0-1 1 15,1-1-1-15,1-1 0 0,2-1 0 16,2 0-1-16,-1 0 0 16,-1-5 3-16,3 0 0 15,-3 0-1-15,0-1 0 16,-2 3 2-16,-1 0-2 16,3 3 1-16,-2-1-2 0,-2-1 1 15,5 1-1-15,1 0 0 16,0-2 1-16,-2-2-1 15,4 1 1-15,-2-3-1 16,-2 3 0-16,-2-2 0 16,2 1 0-16,2 0 0 0,1 2 1 15,0-2-1-15,4 1 0 16,0 2 0-16,4-2 0 16,-5 2 2-16,5 1-2 15,-2-2 0-15,-2 3 0 16,3-3 0-16,0 2 0 15,-2-1 0-15,-1-2 0 0,6 0 0 16,-2-2 0-16,-1-1 0 16,3 0 0-16,2-3 1 15,-4-1-1-15,-3-1 0 16,0-2 0-16,-2 0 2 16,-2-2-2-16,0 1 1 15,-2-1 0-15,-4-1 0 0,0-3 1 16,-1 0-2-16,-3-3 2 15,-1-4 0-15,-4 0-1 16,-1-4 4-16,-5-3-1 16,-2 0 1-16,-3-2-1 0,-3 1-1 15,-7-2-2-15,1 0 0 16,-4 0-1-16,-4-1 0 16,-4 1 0-16,-5-1 1 15,-7 2-1-15,-7-1 0 0,-7 3 1 16,-8 3-1-16,-9 1 1 15,-6 0 0-15,-2 3 7 16,-5 0 2-16,-11-1-2 16,-4 1-1-16,-4 0-4 15,-6 0-3-15,-2 0 0 16,-7 0-1-16,0 2 2 0,-4 0-1 16,-3 4-2-16,-5 0 1 15,-3 2 0-15,-3 1 0 16,-2 3 0-16,-5 1-2 15,-2 4 4-15,0-1-1 16,-6 3-2-16,0 1 2 0,-1-1-4 16,-5 3 1-16,2 0-1 15,-7 1 3-15,0 0 0 16,-6 1 2-16,2-1-2 16,-5 1 1-16,1-1-2 15,-1 1 4-15,-2 0 2 0,0 0-2 16,-1 0-2-16,-2-1 0 15,-1 3 1-15,2-2 0 16,-1 0 0-16,-1 0-1 16,-3 1 0-16,-1-3 1 15,3 1-1-15,-3 1 1 16,-1-1-1-16,4 2 2 0,-5-1-2 16,0 0 0-16,-1 2 0 15,-4 1 0-15,0-1 0 16,-1 1 0-16,3-2 0 15,-3 2 0-15,-1-3 0 0,3-1 0 16,1 1 0-16,-3-1 0 16,2 0 1-16,1-2 0 15,3-1-1-15,-4-2 2 16,4-1-1-16,2-1 0 16,-2 1-2-16,3-1 2 0,0-1-2 15,0 0 2-15,1 2-1 16,0-2 0-16,-1 1 0 15,0-2-1-15,1 2 2 16,0-2-1-16,0 1 0 16,2-3 1-16,-2 2 0 0,2-1 0 15,0 0 1-15,-3-2-1 16,3 2 2-16,2 0 0 16,-1 1 2-16,-5 3-2 15,1 0-2-15,0 3 1 16,-5 3-2-16,-4 1 4 0,3 0-4 15,-6 3 0-15,-1 0 1 16,3 0-1-16,-1 9 0 16,0-4 0-16,1 1 1 15,1 1-2-15,3 0 2 16,-1 2-1-16,1-2-1 16,2 3 1-16,0 4 0 0,-2 3-4 15,4 8-5-15,-2 0-18 16,-3 0-77-16</inkml:trace>
  <inkml:trace contextRef="#ctx0" brushRef="#br0" timeOffset="-147793.06">3684 11671 111 0,'0'0'1'0,"0"0"2"0,0 0 2 0,-36-13-2 0,29 11-2 0,0-1-1 15,-1-1 0-15,1-1 1 16,-3-2 1-16,2 3 0 15,-1-3 3-15,-3 2 1 16,1-2 0-16,1 0-2 16,-4 3 5-16,1-2-2 15,-1 2 3-15,-1 1-3 0,-3 2-1 16,0 1-3-16,-2 0-2 16,-3 7-1-16,-1 4 2 15,-3 3-1-15,0 1-2 16,0 2 2-16,0-2-1 15,-1 2 0-15,1 1 0 0,2 0-1 16,-1 0 2-16,-1 2-2 16,0 0 1-16,2 0 0 15,-2 3 1-15,2-2-1 16,1 3 2-16,0 2-2 16,-1-2 0-16,0 3 0 0,2 1 0 15,0 1 0-15,2 2 0 16,-2-3 0-16,6 1 0 15,-3-2 0-15,5 1 0 16,-2-1 0-16,4 0 0 0,0 2 0 16,4-1 0-16,-3 3 0 15,3 2 0 1,1 0 0-16,1 0 0 0,0 0 0 16,3 0 0-16,2-2 0 15,1-4 0-15,1-3 0 16,0-1 0-16,0-2-2 15,7 2 2-15,0-6-1 0,4 3 1 16,0 1-2-16,3-2 1 16,1-2 0-16,3 1 1 15,3-1 0-15,0 0 0 16,2-1 0-16,0 1 1 0,4-2-1 16,0 0 0-16,-3-1 0 15,4 0 0-15,2-1 0 16,-3-2 0-16,2-1 1 15,2 2-2-15,-2-2 4 16,3-2-5-16,3 2 2 0,0-4 2 16,4 2-2-16,-1-3 1 15,0-1 1-15,0-1-1 16,2-1 0-16,0-1 0 16,-2 0 0-16,4-1 0 15,1 1 0-15,0 2 0 16,0-1-1-16,1 1 0 0,-2 1 0 15,1-1 1-15,1 1-1 16,4-1 0-16,0 0 0 16,4-1 0-16,0 1 0 15,-1-1 0-15,3-1 0 0,1 0 0 16,-3 2 3-16,-1-2-3 16,0 1 0-16,1 1 1 15,-3 0-1-15,0 0 1 16,2-1 0-16,1 1-1 15,0 1 1-15,4-1-1 0,-4 0 1 16,3 2-1-16,0-1-1 16,0-1 2-16,-2 1-1 15,4-1 1-15,0 0-2 16,1-1 2-16,-2 1-1 16,2-3 0-16,1 2 0 15,1-1 1-15,2-1-1 0,-1 0 0 16,-2 0 0-16,5 0 1 15,-5 0-1-15,1 0 0 16,1 0 0-16,1 0 0 16,-1 0 0-16,-1 0 0 15,1-1 0-15,1-2 0 16,-1 0 0-16,1-3 1 0,1-1-2 16,1 0 1-16,0 1 0 15,-1-2 1-15,1 0 0 16,-3 0 1-16,-1 1-1 15,0 0 1-15,-4 3-2 0,1-2-1 16,2 3 5-16,-1-1-3 16,2 1 0-16,3-1-1 15,-2 0 0-15,5 0 2 16,-1-1-2-16,2 0 0 16,-1 0 0-16,1 1 0 0,-1 1 0 15,-1 0 0-15,0 3 1 16,1-1 1-16,-1 1-2 15,3 0 0-15,-1 0 1 16,0 0 0-16,0 0-1 16,-2 0 0-16,4 0 1 0,2 1-1 15,1 2 0-15,1 1 1 16,4-1-1-16,1 1 1 16,3-2-1-16,1-1 1 15,-4-1-1-15,3 0 0 16,2 0 2-16,-4 0 0 0,4-2 5 15,0-3-3-15,0-2-1 16,2 0 0-16,-2-3 0 16,-1-2-3-16,-3-1 0 15,0-2 2-15,-2-2-1 16,-2-1 0-16,2-3 0 16,-2 0 0-16,4-1-1 0,-6-1 0 15,2 2 1-15,-6-3-1 16,-2 1 0-16,-5-1 1 15,-4 1-2-15,-4 2 1 16,-3-2 1-16,-3 0-1 16,-4-1 0-16,-3 1 2 0,-5-2 0 15,-5-2 1-15,-2 1 0 16,-5-2 0-16,-2 1 2 16,-5 0-1-16,-2 0 0 15,-1 0 1-15,-3 0 0 16,-2 2 0-16,-7 0 2 0,0 3-2 15,-2-1 1-15,0 2-2 16,-7-1-3-16,-2 1-1 16,-2 1-1-16,-5-3 0 15,1 3 0-15,-6-1 0 16,-1 3 3-16,-2-1-2 0,-2-1 1 16,-2 2-2-16,-1 2 1 15,-2-1 1-15,-4 3-4 16,1 0 4-16,-3 1-2 15,-2 0-1-15,0 3 2 16,-2 0 0-16,-4-1 0 0,0 4 0 16,-3-1 0-16,0 2 0 15,-6-1 0-15,0 2 0 16,-2 1 0-16,-2-2 0 16,-2 2 0-16,2 0 0 15,-4-2 0-15,2-1-3 0,-1 2 3 16,-2-3-1-16,1 1 2 15,-4 0-2-15,0 0 1 16,-1 1 0-16,-2-1-3 16,-4 3-2-16,2-2 2 15,-3 2 0-15,0 0-4 0,-4 1 8 16,2-1 1-16,-2 1-4 16,2 0 2-16,-2 1 1 15,0-2-1-15,2 0 1 16,0-1-1-16,4 0 1 15,-3-1-1-15,0 2 0 16,0-3 1-16,-1 3-5 0,2-2 10 16,-4 2-6-16,0 0 1 15,-1-1-1-15,1 2 0 16,-1-1 2-16,-3-1-2 16,1 0 0-16,1 0 0 15,0-1 0-15,-3 0-2 0,0 1 2 16,3 0 2-16,-1 0-2 15,0-1 0-15,2 1 0 16,-2-1 0-16,1 1 0 16,-1-2 0-16,0 4-2 15,-1-1 2-15,-1 0 0 0,0 1 0 16,3-1 0-16,-1 1 0 16,-1 0 0-16,4 2 0 15,-3-1 0-15,1 2 0 16,-1-1 0-16,0-1 0 15,0 2 0-15,4-1-1 0,1 1 2 16,0 0-1-16,2 0 0 16,1-3 0-16,1 3 2 15,1-1-2-15,-1-1 1 16,-2 1 0-16,3-2 0 16,0 3 0-16,-2 0-1 0,4 0 1 15,-2 0-1-15,1 0 1 16,1 0-1-16,0 0 0 15,2 4 0-15,2-1 0 16,0 0 0-16,2 1 1 16,1-1-1-16,2 3-1 15,2-5 1-15,0 2 1 0,2 1-1 16,0-2 0-16,0-1 0 16,5-1 0-16,-3 3 0 15,3-1 1-15,4 2 0 16,-2 1 0-16,2 2 0 0,2 0-1 15,-1 2 0-15,4 1 0 16,2 3 0-16,3 3 0 16,6-1-3-16,4-2-32 15,4-12-119-15</inkml:trace>
  <inkml:trace contextRef="#ctx0" brushRef="#br0" timeOffset="-139013.47">11973 8217 54 0,'0'-3'6'0,"0"-1"-3"0,0 1-2 0,0-1 1 15,1 1-2-15,0 2 1 16,-1-1 3-16,0 2 1 16,0 0 1-16,1 0-3 15,0 0-2-15,2 0 3 0,-1 0 0 16,0 0 1-16,1 0-3 15,0 3 0-15,3 1 2 16,-1 1-2-16,1 0 2 16,1 2 2-16,2-1-1 15,-2-2-1-15,1 1-2 16,-1-3 0-16,2-1 0 16,0-1 1-16,-1 0 4 0,1-3 2 15,3-7 6-15,-1-6 0 16,3-1-5-16,1-4 1 15,1-5-1-15,2-1-3 16,4 0-1-16,-2-4-1 0,2 4-2 16,0 0-2-16,1 2-1 15,-1 0 0-15,1 1 0 16,0 2-1-16,-1-1-18 16,-5-3-95-16</inkml:trace>
  <inkml:trace contextRef="#ctx0" brushRef="#br0" timeOffset="-137372.78">12872 8284 86 0,'0'0'5'0,"0"0"5"0,0 0 0 0,0 0-1 0,0 0-6 15,0 0 0-15,0 0 7 16,0 0 2-16,-3-39 5 15,2 32 0-15,1 0-7 0,0 0-2 16,-2 2-4-16,-1-1 0 16,-2 3 1-16,-2 2-6 15,-1 1 1-15,-1 0-1 16,-5 0 1-16,1 5-2 16,-3 5 2-16,-1-1 2 0,1 1-1 15,1 1-1-15,0 3 0 16,2-1 0-16,1 1 0 15,4-1 0-15,-1 1 0 16,3-1 0-16,2-2 0 16,2-1 0-16,2-1 0 15,0-2 1-15,0 0-1 0,1-1 0 16,8-2-2-16,-2 0 3 16,4-1 0-16,0-3 1 15,2 3-1-15,1-2 0 16,-3 0 0-16,-1 0 0 0,3 0-1 15,-2 3 2-15,0-1-2 16,-2 2-2-16,-2 0 4 16,1 1-4-16,0 1 2 15,-4 0 0-15,0 0-1 16,-2 2 1-16,-2-2 0 16,0 0 0-16,-4-1 0 15,-5 2 4-15,-5 0-1 0,-3-2 0 16,-3 3 3-16,1-2-1 15,-4 0-5-15,2-2 5 16,-1 0-2-16,4-1 1 16,-2-1-1-16,4-3-1 0,4 2-1 15,4 0 0-15,2-2 0 16,3 2 1-16,3-1-6 16,0-1-39-16,9 0-50 15,2-1-28-15</inkml:trace>
  <inkml:trace contextRef="#ctx0" brushRef="#br0" timeOffset="-135642.52">13006 8413 81 0,'0'0'1'0,"0"0"0"0,0 0 4 0,0 0 1 15,0 0-1-15,0 0 3 16,42-4 0-16,-31 1 5 16,1 0-3-16,1 0-1 15,-2-2-3-15,3 0 1 0,1 0-2 16,-1-2-2-16,1 0 1 15,-1-1-1-15,-1-3 0 16,1 3 1-16,-7-1 0 16,1-1 2-16,-5 3 0 15,-2 0 5-15,-1 0 3 0,0 5-6 16,-4 1-5-16,-7 1-2 16,-2 0 0-16,0 6-5 15,-4 2 8-15,2 2-2 16,-3 3-4-16,1 0 1 15,0 1-3-15,2-1 9 0,1 1-6 16,2-2-2-16,5 3 6 16,0-5-2-16,5 1-1 15,2-1 1-15,0 0 0 16,1 0-1-16,9-4 1 16,1-1 1-16,2-1-1 0,3-2-1 15,3-2 1-15,4 0 1 16,0 0-2-16,4-2-1 15,1-4-8-15,2-2-5 16,3 0-4-16,-3-3 0 16,3-1 1-16,-2 1 14 15,-4-1 1-15,-2-1 2 16,-4 2-1-16,-4 0 0 0,-5 1 2 16,-2 0-1-16,-4-1 1 15,-1 2 1-15,-3-2 0 16,-2 1 2-16,0 1 0 15,0 1 3-15,0 3 0 0,0 1-5 16,-7 2 2-16,1 2-1 16,-5 0-2-16,0 0 2 15,-1 2-2-15,-1 4-4 16,0 5 2-16,-3 2 3 16,5 0-1-16,-3 0 0 15,5 1-1-15,0-1 0 0,5-2 0 16,1 0 0-16,3-1 2 15,0 0-1-15,3-4-1 16,4-1 4-16,2-1-2 16,2-2 2-16,2 1-2 15,0-3 3-15,-1 0-4 0,-1 0 3 16,-3 0-3-16,0 0 1 16,-3 0-2-16,-1 0 0 15,0 0 0-15,-2 0 1 16,-2 0-1-16,0 4-1 0,0 2 1 15,0 4-2-15,0 4 4 16,-2 1-1-16,-6 4-2 16,0 1 4-16,1 6-3 15,1-1 0-15,-3 2 1 16,5 0-1-16,-2 2 1 0,5-4-1 16,1 1 1-16,0-5 0 15,0-1 0-15,7-3 0 16,0-3 0-16,5-4-2 15,-2-1 2-15,-1-2 0 16,1-4 0-16,2-2 0 16,-1-1 3-16,-2 0-1 0,3-1 1 15,0-9 2-15,0-2 1 16,1-3 3-16,0-4-2 16,1-2-2-16,-1-2-1 15,1-2-4-15,-1 0 0 16,-2 0 1-16,0-1-2 0,0 1 0 15,-1-1 1-15,1 2-2 16,-4 1 2-16,2 1-2 16,0 1 1-16,-3 2 1 15,1 1-2-15,-3 2 1 0,1-1 0 16,1 3 0-16,-3 1 0 16,0 1 0-16,-1 1 0 15,-1 1 0-15,-1 3 0 16,0-1 0-16,0 3-2 15,0 1 1-15,0 1 0 16,0 2 1-16,0-1 0 16,-1 2 0-16,1 0 0 0,-1 0-2 15,1 0 1-15,-1 5 0 16,1 3 0-16,0 2 0 16,0 0 1-16,0 1 0 15,0 2 0-15,0-3 0 0,0 0 1 16,3 0 0-16,2-3-1 15,0 0 0-15,1-1 0 16,3-3 0-16,0 1 1 16,0-4-1-16,2 0-1 15,1 0 1-15,0 0 2 16,2-2 0-16,-1-5-2 0,2-1 1 16,0-2-1-16,0-1 1 15,-1-1-2-15,-1 0 2 16,0-1-1-16,-2 1 0 15,-1 1 2-15,-4 1-4 16,-1 0 4-16,-1 1-2 0,-2 2 0 16,0 2 1-16,-2 0-1 15,0 3-1-15,0-1-1 16,-2 3 0-16,-2 0-2 16,-1 0 2-16,1 4 3 15,0 3 0-15,-3 3-2 0,4 0 2 16,1 1-1-16,2 1 1 15,0-1-1-15,0-2-1 16,2 2 2-16,8-2 0 16,-1-1-2-16,2-1 2 15,5-1-2-15,1 0 2 0,4-3-4 16,3-2-34-16,-4-1-59 16</inkml:trace>
  <inkml:trace contextRef="#ctx0" brushRef="#br0" timeOffset="-135208.45">14184 8335 145 0,'0'1'12'0,"0"-1"-15"0,0 0-3 0,0 0 8 16,0 0 2-16,3 0 8 16,3-2 2-16,1-5-6 0,1-1-4 15,-1-3 0-15,0 2-2 16,-3 0 1-16,-1 0 2 16,-2 2 1-16,-1-3-4 15,0 4 0-15,0 2 1 16,-4 1 1-16,-4 3-2 15,-2 0-1-15,-1 3 0 0,0 7 0 16,-2 2 2-16,3 2-3 16,2 0 0-16,2 1 0 15,2 0 0-15,4-2 0 16,0-1 0-16,1-1 0 16,10-3-2-16,0-1 2 0,3-2 2 15,-1-2-6-15,3 0-10 16,-1-3-24-16,1 0-12 15,-1 0 1-15,2 0-15 16</inkml:trace>
  <inkml:trace contextRef="#ctx0" brushRef="#br0" timeOffset="-134737.99">14374 8301 44 0,'0'0'29'0,"0"0"0"15,0 0-10-15,0 0-6 0,0 0 0 16,0 0-6-1,0 0-1-15,39-33-4 0,-32 33 1 16,3 2-2-16,-3 5-1 16,1 1 2-16,-1 4 0 15,2-2 0-15,-4 2 0 16,3-2-1-16,-5 0 0 0,3 0 0 16,-4-3-1-16,1 0 1 15,-1-2-2-15,-2-3 3 16,0 0 1-16,0 0 0 15,0-2 2-15,0 0 22 16,0 0-12-16,0-2-7 16,0-5-4-16,0-2-1 0,0-1 0 15,0-1-1-15,0 1-1 16,4-1-1-16,3 1 0 16,-1 1 0-16,3-1 0 15,3 3-1-15,-1 3 2 0,1-2 0 16,-1 2-1-16,2 1 0 15,-1 3 0-15,0 0 0 16,0 0 0-16,-1 3 1 16,-3 4-2-16,1 3 2 15,-3-1-2-15,0 2 1 16,-3 2 0-16,0-2-1 0,-1 3-2 16,1-2-13-16,-1 0-16 15,2-3-23-15,0-2-2 16</inkml:trace>
  <inkml:trace contextRef="#ctx0" brushRef="#br0" timeOffset="-134196.92">14901 8186 115 0,'0'0'10'0,"0"0"0"0,0 0-6 0,0 0-5 0,0 0 0 16,-37 3 1-16,26 4-1 0,1 3 2 16,0 3 0-16,0-1-1 15,1 4 1-15,1-2-1 16,3 2 1-16,1-1 0 15,2-3 3-15,2-1 0 0,0 1 0 16,0-1-3-16,10-3 2 16,1-1 1-16,5-1 5 15,1-2-2-15,6-3 6 16,-2-1-5-16,1 0-1 16,2 0 4-16,-2-5-3 15,-1-3-4-15,-3-1-1 0,-1 1 0 16,-2-2 1-16,-1 0 2 15,-4-2 1-15,0 2-1 16,-7-1 1-16,1 0-6 16,-3 0 1-16,-1 3 0 15,0 1-2-15,-5 2-1 16,-2 2 0-16,-2 3-1 0,-4 0 1 16,4 0 2-16,0 9 2 15,0 3-3-15,4 5 0 16,-1 2 2-16,6 3-1 0,0 2-1 15,0 6-1-15,9-3-24 16,0 2-71-16</inkml:trace>
  <inkml:trace contextRef="#ctx0" brushRef="#br0" timeOffset="-133107.33">11913 12053 70 0,'2'0'9'0,"0"0"-7"0,-1 0 3 0,1 0 9 15,-2-4 1-15,0-1 15 0,0 0-9 16,0-1 3-16,0 1-4 15,0-1-8-15,-5 1-5 16,1 3-5-16,-5 1-2 16,-2 1 0-16,1 0-4 0,0 2 8 15,-6 8-4-15,1 2-2 16,-2 1 4-16,-1 2-6 16,3 2 8-16,-3 0-7 15,5 0 4-15,0 0-1 16,5-4 0-16,2 0 0 0,4-2 0 15,2-4 0-15,0 0-3 16,8-1 3-16,4-3 0 16,1 1 0-16,4-1 1 15,4 0 1-15,-1-2-2 16,3 2 2-16,-5-1-2 16,0 0 0-16,-4 3 0 0,0 0 0 15,-5 1 0-15,-6 0 0 16,-1 1 0-16,-2 1-2 15,-1 2 1-15,-9 2 1 16,-7-1 1-16,-2 0 1 16,-4 3 1-16,-1-2-1 15,-5-1 1-15,2 2-2 0,1-3 1 16,3 1 0-16,0-3-2 16,6-1 1-16,6-3 1 15,8-3-4-15,3-1-22 16,0-4-56-16</inkml:trace>
  <inkml:trace contextRef="#ctx0" brushRef="#br0" timeOffset="-131628.6">11953 12235 28 0,'0'0'94'0,"0"0"-95"0,0 0 1 0,0 0 1 0,0 0-1 16,0 0 0-16,0 0 1 0,0 0 0 16,43 19 9-16,-37-19 1 15,3 0-6-15,0-5 0 16,1 0 1-16,-2-1-1 16,-1 0 1-16,-1-2 5 15,-1 1 4-15,-2-1-7 0,-1 0 0 16,-2 1 1-16,0 1-3 15,0 2 1-15,-3 2-5 16,-4 0 0-16,-3 2-4 16,-1 0 3-16,-3 3-3 15,1 7 3-15,-1 2-4 16,-1 2 6-16,4 2-2 16,1-2-1-16,2 2 0 0,5-4 0 15,3 0 1-15,0-3 0 16,2-1-3-16,7-2 2 15,7-2 0-15,0-4 2 16,8 0 1-16,1 0-2 0,4-2 1 16,0-6-1-16,2-2-1 15,-1-1 0-15,-1-2 0 16,-2 0 0-16,-1-2 0 16,-2 3 0-16,-6-2 1 15,-3 1-1-15,-2 2 0 0,-3 0 0 16,-5 2 0-16,-1 0 1 15,-4 4 1-15,0-1 4 16,0 1 3-16,-5 3-5 16,-3-1-3-16,-6 3-3 15,1 0 3-15,-5 0-3 0,1 4 3 16,0 2 0-16,4 4 0 16,-1-3-1-16,5 2 0 15,5-1 0-15,2-2 0 16,2 2 2-16,0 0-2 15,2-3-3-15,5 1 2 0,3-3 2 16,1-2 2-16,3 2-2 16,1-3 2-16,0 0-2 15,0 0 0-15,1 0-1 16,-4 0 0-16,-1 0 1 16,-1 2-1-16,-3 3 0 0,-2 2-1 15,-2 3 0-15,-3 3 0 16,0 4 1-16,0 4-2 15,-3 3 1-15,-5 2 1 16,0 4 1-16,0-1 0 16,3 0 0-16,-1-2 0 0,4-1-1 15,1-2 0-15,1-3 1 16,0 0 0-16,1-4-1 16,4 0 1-16,2-1-1 15,2-3 0-15,1-2-1 16,1-2-1-16,1-2 2 15,2-4 2-15,-1-2 0 0,1-1-1 16,2 0 1-16,0-3 1 16,1-5 1-16,-1-3 1 15,-3-4 2-15,3-1-1 16,-7-2 0-16,0-3-1 0,0 0-2 16,-2-3-2-16,-1-2 0 15,-2 0 2-15,-3-2-3 16,1 2 0-16,-1 0 0 15,-1 3 0-15,0 1 0 16,0 2 0-16,0 1 0 16,0 3 0-16,0 0 1 0,0 2-2 15,0 0 1-15,1 3 0 16,1 2 0-16,-2 0 0 16,2 2 0-16,1 3 0 15,-1 1 0-15,-2-1 0 16,1 4-3-16,1 0 0 15,-2 0-3-15,1 0 0 0,0 4 3 16,-1 5-1-16,2 1 3 16,-2 2 2-16,2 0 1 15,2 0-2-15,-1 1 2 0,5-1-2 16,-2-2 0-16,2-2 0 16,1-1 1-16,0-1-1 15,4-3 0-15,-4-3 1 16,3 0 1-16,-1 0 0 15,0-2-2-15,3-6 2 16,-3-3 1-16,-1-1-2 16,0-2 0-16,-2-2 0 0,-4 2 0 15,-1 0 1-15,-1 2-1 16,-2 1 2-16,0 4-1 16,0 1 0-16,0 3 2 15,0 3-1-15,0 0-4 0,0 0-2 16,0 2 3-16,-2 5 0 15,2 3 0-15,0 1 0 16,0 2 0-16,2-1-1 16,4-1-1-16,4 0-6 15,1-1 0-15,3-1-7 0,1-2-6 16,4-3-13 0,2-3-16-16,2-1-19 0,2 0 4 15</inkml:trace>
  <inkml:trace contextRef="#ctx0" brushRef="#br0" timeOffset="-130841.36">12963 12259 33 0,'21'-10'43'0,"-4"0"-10"0,-3 0-3 0,-3 0 6 0,-4 2-1 16,2-1-14-16,-7 1-12 15,-1 4-1-15,-1-2 0 16,0 0 3-16,0 2-8 16,-3 0 2-16,-5-1-4 0,0 1-2 15,-1 3 4-15,-2 1-4 16,0-2 2-16,0 2-2 15,-1 0 1-15,1 2-1 16,-2 5-4-16,1 4 9 16,2 2-3-16,3 1-1 0,-3 2 0 15,6-1 1-15,2 0 0 16,2-1 0-16,0-3 0 16,0-1-2-16,5-3 2 15,6 0 0-15,0-2 0 16,0-3 0-16,7-2 1 15,1 0 2-15,2 0-3 0,0-4-1 16,1-6-14-16,-3 2-11 16,0-2-9-16,-2-1-4 15,-3 0 10-15,-3-1 10 16,-4 3 7-16,2-1 6 0,-5 0 3 16,-1 2 2-16,-1 2 0 15,0-1 0-15,-2 3 2 16,0 0 7-16,0 1 5 15,0 1 5-15,0-1 9 16,0 2-5-16,0 0-2 0,0 1-7 16,0 0-9-16,0 0-4 15,0 0-1-15,4 0 0 16,1 4-1-16,2 3 0 16,-2 0 1-16,1 4 0 15,0 1 1-15,-3 2-1 16,3-3 1-16,-1 1-1 0,-3-1 1 15,1-1-1-15,-1-3 0 16,0-3 1-16,0-1 0 16,-2-1-1-16,0-1 1 15,0-1 1-15,0 0 18 16,0 0-4-16,0-6-11 0,0-1-2 16,-2-2 0-16,2-3-1 15,0 3-1-15,0-2-1 16,0 0 1-16,4 1-1 15,1 1 0-15,3 2 0 16,0 2 0-16,1 2 0 0,3 1 0 16,2 2 0-16,-3 0-1 15,3 0 0-15,-3 3 0 16,-2 4 1-16,3 2-1 16,-4 1 1-16,-1 1-2 0,-1 0-2 15,0 1-22 1,0-2-8-16,-2-2-24 0,1-1-30 15</inkml:trace>
  <inkml:trace contextRef="#ctx0" brushRef="#br0" timeOffset="-130218.81">13572 12114 25 0,'0'0'65'0,"0"0"-28"0,0 0 4 15,0 0-14-15,0 0-12 16,-7-35-13-16,-2 35-4 16,2 0 1-16,-1 0 2 0,-1 1-2 15,1 5 2-15,-1 1 0 16,3 4-1-16,-5 1-1 15,6 2 1-15,-2-1 0 16,3 1 0-16,2 0 0 16,2-2 1-16,0-1 1 0,0 0-2 15,0-2 1-15,2-1 2 16,3 0 4-16,3-2 0 16,4-3-1-16,-4 0-1 15,3-1 1-15,3-2-4 16,-1 0 2-16,1 0 0 0,0 0 0 15,2-5 2-15,-3-2 5 16,0 0-1-16,1-3-4 16,-1 0 0-16,0-1-3 15,-4 2-2-15,-1-1 0 16,0-1-1-16,-6 1 1 16,0 0 0-16,-2 3 0 0,0-1-1 15,-2 2-2-15,-2 2 1 16,-5 1 0-16,0 3-1 15,2 0-3-15,-5 0 6 16,4 3-1-16,-1 6 0 16,0 0 0-16,2 1 2 0,0 1-4 15,3 2 2-15,2-1 0 16,-1-1 0-16,3 0 0 16,0-1-2-16,3-1 3 15,7-1-2-15,9-3 1 0,3-1-3 16,12-4-14-16,0-2-54 15</inkml:trace>
  <inkml:trace contextRef="#ctx0" brushRef="#br0" timeOffset="-126630.28">15374 3640 66 0,'6'-2'8'0,"-6"1"5"0,2 1-4 15,0 0-4-15,-1 0-4 0,-1 0 0 16,0 1 4-16,2 9-2 15,-2 0 1-15,1 3-2 16,0 4 0-16,-1 4-1 16,0 5 1-16,0 5-1 15,1 3 1-15,2 7 0 16,-1 2 0-16,1 2-1 0,1 4 2 16,2 0-2-16,-2 2-1 15,0 3 1-15,0 2-1 16,0-1 2-16,0-2 0 15,1-1 1-15,-1-2 1 16,1-6-1-16,0 0 0 16,-1 0-1-16,-1 0 1 0,1-4-1 15,-3 0 1-15,2-5 0 16,-3-3-2-16,2-6-2 16,0-9-28-16,-1-8-32 15</inkml:trace>
  <inkml:trace contextRef="#ctx0" brushRef="#br0" timeOffset="-125805.67">15433 3589 41 0,'0'0'3'0,"0"0"3"0,0 0 6 0,0 0 2 15,0 0 1-15,0 0 1 16,0 0-9-16,0 0 7 16,0 0-7-16,0 0-15 15,0 0 11-15,-5 0 1 16,20 0-2-16,4 0 0 16,8 0-1-16,4 0 1 0,7 0-2 15,5-2 3-15,2-3-3 16,6 0 2-16,3-3-1 15,3 1 0-15,3-2 1 16,8-1 0-16,3 1-1 16,5-2 0-16,5 0 2 0,0 0-3 15,1-1 1-15,3 1-1 16,0 1 1-16,-1 0-1 16,0-2 0-16,1 3 2 15,2-3 7-15,-2 4-2 16,-3-2-1-16,-1 1-3 0,-3 1-2 15,2 2 0-15,-1-3-1 16,-4 3 0-16,1 0 1 16,0 0-1-16,-4 0 0 15,-2 1 1-15,-5 2-1 0,-5-3 0 16,-5 1 0-16,-7 0 1 16,-2 1-1-16,-5-2 2 15,-5 0 1-15,1 1-1 16,-6-1-1-16,-1 2 0 15,-1 2-1-15,-4 1 0 16,-1 0 0-16,-7 1-11 16,-2 0-39-16,-5 0-45 0</inkml:trace>
  <inkml:trace contextRef="#ctx0" brushRef="#br0" timeOffset="-125377.65">18207 3319 91 0,'0'0'6'0,"0"0"-6"0,0 0 2 15,0 0-2-15,0 0 3 16,0 0 3-16,0 0-2 0,1 45-1 16,-1-25-1-16,0 1 1 15,0 6-1-15,0 3 0 16,-2 4-1-16,-1 4 1 16,0 2-1-16,-3 3 1 15,3 4 0-15,1 1-1 0,2 2 0 16,0-3 0-16,0-1 0 15,3-3 0-15,7 0 3 16,2-5 2-16,-2-1 0 16,3-3 0-16,1 3 0 15,-3 3-4-15,-2-3 2 16,-3 7-3-16,-6-3 1 0,0 1 3 16,-10-3-8-16,-7-6-74 15</inkml:trace>
  <inkml:trace contextRef="#ctx0" brushRef="#br0" timeOffset="-124787.58">15604 4726 70 0,'0'0'-8'0,"0"0"-7"0,0 0-16 0,0 0 18 15,0 0 30-15,-41-16 16 16,31 15-4-16,2 1-15 16,-3 0-7-16,0 0-6 15,4 0 1-15,-2 0-4 16,-2 2-3-16,4 0-2 0,-1 1 6 15,3-1 2-15,-2 0-1 16,4 0 0-16,-3 1 2 16,2 1-2-16,-1-2 0 15,1-1-6-15,-3 3-67 0</inkml:trace>
  <inkml:trace contextRef="#ctx0" brushRef="#br0" timeOffset="-123734.29">15351 4721 96 0,'0'0'6'0,"0"0"0"0,0 0 7 15,0 0-1-15,0 0-5 16,0 0-5-16,0 0-2 15,0 0-1-15,26 9 2 16,-21 8 1-16,-2 3-2 16,1 6 1-16,2 4 0 15,-2 2 0-15,3 6-1 16,-2 3 1-16,1 0-1 0,1 1 1 16,-1 1-1-16,1 0 1 15,-1 2 0-15,0-1 0 16,-1 3 0-16,-1 4 3 15,0 4 0-15,-2 2 0 0,0 7-4 16,1-1 3-16,4-1-1 16,-3-1-1-16,2-3 0 15,2-6 0-15,0-7 0 16,1-2 0-16,0-5-1 16,0-4 1-16,-1 3 0 0,-2-3-1 15,0 1 1-15,-3-2 0 16,-1 1 0-16,2-4 1 15,-4-1-1-15,2-1 0 16,-2-4-1-16,2-1 1 16,-1-2-1-16,-1-1 1 15,3-4-1-15,-2-2 1 0,1 1-1 16,1-3 0-16,-3-4 0 16,2 2 1-16,1-3-1 15,-1 2 1-15,2-4 0 16,0 0-1-16,1-1 2 0,2 0-1 15,-3 1 4-15,2-1-5 16,1-1 1-16,2 0 0 16,-1-1 0-16,2 1 1 15,-2 0 3-15,3 1 1 16,2-2 1-16,3-1-1 0,3-1-2 16,2 0 0-16,6 0 0 15,4-1-1-15,5-7 2 16,4 0 2-16,7-1 3 15,2-2-3-15,4 1-1 16,4-2-2-16,2 3-2 0,2-2-1 16,2 1-1-16,1-2 1 15,3 2-1-15,0 0 0 16,3-1 1-16,2 0-1 16,-1-2 0-16,5 3 0 15,-3-1 2-15,-1-1-2 16,4 2 0-16,-5-1 1 0,-2 4-1 15,-1 0 0-15,-1 0 0 16,-3 1 1-16,1 0-1 16,0 1 0-16,-2-1 0 15,0 3 0-15,1-2 1 0,-3 2-1 16,-3 0-1-16,-4 0 2 16,-3 1-1-16,-7 1-1 15,-2 1 2-15,-2 0-1 16,-1 0 0-16,-5 0 0 15,2 0 0-15,-2 0 0 16,0 0 1-16,-3 0-1 0,-3 0 0 16,-1 0 0-16,-3 0 1 15,-4 0-1-15,-2 0 4 16,1-3 0-16,-2-1-4 16,3 1 1-16,-1-1-2 15,0-6-11-15,1-3-40 0,-4-7-118 16</inkml:trace>
  <inkml:trace contextRef="#ctx0" brushRef="#br0" timeOffset="-122809.53">18224 4293 106 0,'0'-2'4'0,"0"1"15"0,0 1-12 0,0 0-7 15,0 0-2-15,0 0 1 16,0 3 1-16,0 6 0 15,0 3 2-15,0 1-2 16,0 4 1-16,0 3 0 16,0 4 0-16,0 6-1 0,0 1 1 15,3 6 1-15,-1 4-1 16,-2 3 2-16,0 3-1 16,0-1 2-16,0 0-2 15,0 0 2-15,0-2-2 16,3 0 0-16,3-1 2 0,2 2 1 15,0-4 0-15,0 3-1 16,1-1-1-16,-3 0 1 16,0 1-1-16,-4-2-2 15,-1 4 0-15,-1-1 0 16,0 0-1-16,0-2 1 0,0 1-1 16,0-4 2-16,-1-2-1 15,1-1 1-15,-2-1-2 16,2-1 2-16,0 1-1 15,0 1 1-15,2-2 0 16,1 1 1-16,2-1 0 0,1-2-2 16,1-1 1-16,-1-2 0 15,0-3-1-15,-1 0 0 16,-1-3-1-16,0-1 3 16,-1 0-1-16,0-3-1 15,-3 2 0-15,0-2 0 0,0 0 0 16,-7-3 1-16,0-1 0 15,-2-2-1-15,-6-1 1 16,-6-4-2-16,-5-3-8 16,-7-5-85-16</inkml:trace>
  <inkml:trace contextRef="#ctx0" brushRef="#br0" timeOffset="-121984.52">15466 4191 136 0,'0'0'6'0,"0"0"-4"0,1 0-1 0,1 0 1 15,5 0 1-15,0 0-1 16,4-2 4-16,7-2-1 16,5 0 0-16,5-2-1 15,8 2-3-15,2-3 0 16,8 0-1-16,8-1 0 0,9 0 1 16,7-4-1-16,10-3 0 15,9 3 1-15,4-4-1 16,6-3 0-16,1 2-1 15,3-1 4-15,5-1 6 0,6 1 2 16,2 2-5 0,-2-2-2-16,4 2-2 15,-3-1-2-15,-2 1 2 0,-6 0-2 16,-6 4 0-16,-5-4 0 16,-7 2 0-16,-6 3 0 15,-14-1-1-15,-14 1-30 0,-14 2-33 16</inkml:trace>
  <inkml:trace contextRef="#ctx0" brushRef="#br0" timeOffset="-121195.7">16030 3543 33 0,'0'0'27'0,"0"0"-26"0,0 0 1 16,0 0 1-16,0 0 2 16,0 0-2-16,-14 44 1 0,14-32 3 15,0 3 0-15,3 2 0 16,3 7-2-16,1 3-2 15,0 7-2-15,-3 9 1 16,1 5-1-16,-3 9 0 16,0 10 0-16,-2 5 0 0,2 9 1 15,0 3-1-15,4 4 1 16,2 0-1-16,5 2-1 16,3-5 2-16,2-2-1 15,4-4 0-15,-3 2 5 16,2 0 6-16,-2-2 3 0,3 2 0 15,-6 1 2-15,1 3-8 16,-1-3-6-16,-1 0 2 16,-3 0-2-16,0-2-1 15,-2-2-1-15,-5-4 0 16,-1-7 0-16,0-5 0 16,-2-8 0-16,2-4 1 0,-2-9 1 15,2-1-2-15,-2-5 0 16,1-3 0-16,0-4-1 15,-1-4-2-15,-2-8-50 16,0-9-78-16</inkml:trace>
  <inkml:trace contextRef="#ctx0" brushRef="#br0" timeOffset="-120368.03">16810 3381 25 0,'0'0'4'0,"0"0"5"0,0 0 1 0,0 51-2 15,0-32-6-15,-2 5 1 16,-2 1-2-16,2 3 1 16,-1 5 1-16,1 2 2 15,-2 6-3-15,3 1 2 0,1 8 0 16,0 5-2-16,0 5-1 15,0 4 1-15,7 6-1 16,0 4 1-16,2 4 0 16,1 1 5-16,4 6 1 15,-3 3-1-15,5 2 3 0,-3-2 0 16,3 2-2-16,-1 2-1 16,-1 0 2-16,0-1 8 15,2 0-6-15,-4 0-2 16,1 1-4-16,-3 0-1 15,-5-2-2-15,-1 0 1 0,-2-1-1 16,-2-4 0-16,0-7 3 16,0-4 0-16,0-3-2 15,-3-7-1-15,0-8-1 16,2-6 1-16,-1-6-2 16,2-8 0-16,0-7-5 15,0-13-33-15,7-11-53 0</inkml:trace>
  <inkml:trace contextRef="#ctx0" brushRef="#br0" timeOffset="-119586.08">17355 3302 8 0,'0'0'3'16,"0"0"6"-16,0 0 4 0,2 51-6 0,-1-29 0 0,1 3-1 15,-2 3-2-15,2 6 0 16,0 3-1-16,-1 1 5 15,1 5-3-15,-1 7 1 16,1 2 2-16,1 8 0 0,-3 5 0 16,2 6-2-16,-2 6 3 15,2 3 2-15,1 3 2 16,1 1 0-16,1 3-4 16,1 1 7-16,3 1-7 15,0 1-1-15,2-1-4 0,1 2 1 16,4 0 0-16,1-2 3 15,1-2 0-15,-3-3-1 16,0 1-4-16,-2-4 0 16,-2-2 1-16,-6 0 0 0,-1-1-1 15,-2-2 3-15,-2-6-1 16,0-2-1-16,0-8 0 16,-4-7-1-16,0-8-1 15,1-6-2-15,-1-7 2 0,0-8-1 16,1-8-8-1,2-13-55-15,1-6-141 16</inkml:trace>
  <inkml:trace contextRef="#ctx0" brushRef="#br0" timeOffset="-118439.05">15493 3864 45 0,'0'0'14'0,"0"0"5"0,0 0 3 0,0 0-6 15,0 0 0-15,0 0 4 16,0 0-1-16,-39-14 11 16,38 7-13-16,1 1-3 15,0 0-5-15,0-1-2 16,0 2-5-16,5 0-3 0,3 2 2 15,2-1-1-15,-1 3 0 16,1 1 0-16,2 0 0 16,-3 0 0-16,0 4-1 15,0 3-1-15,-2 6 0 16,-3 0 0-16,0 0 0 0,-4 0 2 16,0 2 0-16,0-5 1 15,0 0-1-15,0-2 0 16,-4-2 0-16,0 0 1 15,0-2 0-15,1-1-1 0,0-2 1 16,3-1 2-16,0 0 0 16,0 0 0-16,0-7-4 15,0-2 0-15,6-2 3 16,0-3-2-16,0-3 1 16,-1 0-2-16,1 0 1 15,-3 0 0-15,0 1 0 0,-1 2 0 16,-2 3 0-16,0 2 0 15,0 2 0-15,0 1 1 16,0 2 0-16,0 1-1 16,0 2 1-16,0 1 0 15,0 0-2-15,-2 0-3 0,-1 7 2 16,2 3 2-16,-1 5-1 16,2 1 1-16,0 1 1 15,0 0 0-15,0 0-2 16,8 0 1-16,2-1 0 15,2-5 0-15,5-1-4 0,1-3-16 16,0-5-47-16,-1-2-60 16</inkml:trace>
  <inkml:trace contextRef="#ctx0" brushRef="#br0" timeOffset="-118289.93">15756 3796 208 0,'0'0'9'0,"0"0"-2"0,0 0-10 0,0 0 3 16,21 38 0-16,-10-19-2 0,5-1-31 15,2-2-45-15</inkml:trace>
  <inkml:trace contextRef="#ctx0" brushRef="#br0" timeOffset="-117664.24">16139 3746 171 0,'0'0'5'16,"0"0"15"-16,0 0-14 15,0 0-5-15,0 0 1 16,0 0-1-16,0 0 1 16,38-24 0-16,-26 24-1 15,-1 0-1-15,-1 1 0 16,2 8 1-16,-6 2-2 0,-1 2 0 15,-2 1 1-15,-3 3 0 16,0-4 0-16,0 0-1 16,-1-2 2-16,-3-1-1 15,0-3 1-15,0-3-1 0,3 0 1 16,1-3 0-16,0-1 0 16,0 0 0-16,0 0 3 15,0-5-2-15,0-3-2 16,5-6-3-16,1-2 2 15,-2-1 0-15,0-1 0 16,2 1 1-16,-4 1 0 16,-1 1 1-16,0 3 0 0,0 5 5 15,-1 1 2-15,0 2 9 16,0 1-1-16,0 3-8 16,0 0-6-16,0 0-8 15,0 7 6-15,0 3-2 0,0 2 3 16,0 2 0-16,4 0 0 15,4 0 0-15,-2 3-2 16,4-2-4-16,1-1-10 16,3-2-12-16,-3 1-27 15,0-4-2-15,-1-3-15 0</inkml:trace>
  <inkml:trace contextRef="#ctx0" brushRef="#br0" timeOffset="-117399.17">16372 3848 56 0,'0'0'28'0,"0"0"-6"0,0 0 1 0,0 0 2 0,13-45-3 0,-8 38-7 16,4-2-2-16,-3 2-3 16,3 0-6-16,-1 3-1 15,1 4-3-15,1 0 0 16,-5 0 0-16,1 3-2 16,-2 7 0-16,-2 3 1 0,-2 1-2 15,0 0 1-15,0 1 2 16,-2-3 0-16,0-1 1 15,-2-1 2-15,2-4-1 16,2-2-2-16,0 0 2 16,0-4 0-16,8 0-1 15,6 0 3-15,7-10-2 0,3-2-11 16,5-5-78-16</inkml:trace>
  <inkml:trace contextRef="#ctx0" brushRef="#br0" timeOffset="-116829.98">16823 3685 48 0,'0'0'62'15,"0"0"-52"-15,0 0 4 16,0 0-1-16,0 0-3 16,0 0 6-16,45-30-4 0,-38 29-5 15,1 1-1-15,2 0-4 16,-3 0-2-16,1 1 0 16,-3 6 0-16,-1 2 0 15,1 1 0-15,-5 1 1 16,0 2-2-16,0-2 1 0,0 2 0 15,-5-3-2-15,-2 1 2 16,-1-2 0-16,3-2 0 16,-3-1 3-16,2-3-2 15,4-1 0-15,0-2 0 16,2 0 6-16,0-4-4 16,0-6 1-16,7-4-3 0,4-1 2 15,-2-3 0-15,0 1-2 16,0 2-1-16,-3-1 1 15,-1 5 6-15,-2-1 4 16,-1 4 3-16,-1 2-4 0,-1 2-2 16,1 1-1-16,-1 0 2 15,0 3-5-15,0 0-4 16,0 0-4-16,1 3 2 16,1 7 0-16,4 0 4 15,-3 1-2-15,2 2 1 16,3 3-3-16,0-2-26 0,2 0-3 15,-1-2-27-15,1-2-25 16</inkml:trace>
  <inkml:trace contextRef="#ctx0" brushRef="#br0" timeOffset="-116460.8">17085 3741 109 0,'0'0'38'0,"0"0"4"0,0 0-16 0,0 0-9 15,0 0 2-15,6-39-5 0,-3 35-8 16,3 0-3-16,0 2-3 16,2-1 0-16,-1 3-2 15,2 0 2-15,2 0-1 16,-3 5 0-16,-1 2-2 16,-3 4 0-16,-2 0-8 15,-2 2 2-15,0 2 5 16,-3 0 0-16,-4-1 3 0,-2-1 0 15,0 0 4-15,4-3-1 16,-1-2-1-16,2-1-1 16,3-1 1-16,0-2-1 15,1-1 1-15,0-1-1 0,0 1 1 16,0-2 0-16,2 2 3 16,0-2-3-16,0 0 0 15,0 1 0-15,-2 2 0 16,0-1-3-16,-5 4-5 15,-5-3-5-15,-2-1-74 0</inkml:trace>
  <inkml:trace contextRef="#ctx0" brushRef="#br0" timeOffset="-115753.86">17546 3573 97 0,'0'0'2'0,"0"0"0"0,0 0-1 15,0 0-1-15,0 0 1 16,0 0 3-16,0 0 3 16,0 0-1-16,-3 38-2 0,3-33 1 15,0 0 1-15,5-1 1 16,1 1-1-16,0-4 0 15,2 2 6-15,-1-3 5 16,1 0-2-16,-2 0-4 16,1 0-3-16,0-3 0 0,0-4-2 15,-2 1-5-15,1-1 2 16,-1 0-2-16,0-1 0 16,1 2 0-16,-4 0-1 15,1 2 0-15,-1 1 0 0,-2 3 1 16,1 0 2-1,-1 0-4-15,0 0-3 0,0 0-2 16,0 7 3-16,0 2 3 16,0 2 3-16,0 1-3 15,1 2 0-15,3-2 1 16,-4 3-1-16,3-1 2 16,0 0-2-16,0 0 0 0,-2-2 0 15,-1-1 0-15,0-1 1 16,0 0-7-16,-1-1 8 15,-6-1 1-15,-1-4-1 16,-1 2 1-16,-5-2-1 0,1-1 5 16,-5 0-4-16,2-2-2 15,-2-1 2-15,5 0-2 16,-3 0-1-16,6 0-11 16,2-11-50-16,4 0-66 15</inkml:trace>
  <inkml:trace contextRef="#ctx0" brushRef="#br0" timeOffset="-115263.5">17531 3428 112 0,'0'0'5'0,"0"0"-1"0,0 0-1 0,0 0 8 15,0 0 5-15,0 0-2 16,0 0-5-16,0 0 2 16,0 0 2-16,0 0-5 15,0 0-3-15,25-32-2 0,-24 26 1 16,1 0 0-16,-1-3-2 16,0 3 5-16,1 0 0 15,-2-1 0-15,1 2-3 16,-1 2-2-16,4 1 0 15,-4 2 0-15,0 0 1 16,2 0-3-16,1 0-3 0,2 4 1 16,3 7 2-16,5 1-1 15,3 3 2-15,6 4-1 16,3 1 1-16,1-4-3 16,5-4-110-16</inkml:trace>
  <inkml:trace contextRef="#ctx0" brushRef="#br0" timeOffset="-112030.95">15666 4637 29 0,'-21'-6'31'0,"4"-2"-30"0,-1-1-11 0</inkml:trace>
  <inkml:trace contextRef="#ctx0" brushRef="#br0" timeOffset="-111306.81">15451 4710 58 0,'0'0'5'0,"0"0"7"0,0 0-4 16,0 0-4-16,0 0-1 15,0 0-1-15,0 0 0 16,0 0-1-16,-27 19 1 16,27-18 0-16,0 1 1 15,5-2 1-15,3 3-2 16,6-2 0-16,1 1 0 0,8-2 1 16,4 0-2-16,9 0 3 15,4-6 0-15,6-3-1 16,2 0 0-16,7-2 1 15,-1 0-2-15,2 0 0 16,5 1 5-16,2-1-4 16,5-1 2-16,2-1-3 0,8 2 1 15,-2-2-2-15,2 0 0 16,2-1 0-16,3 0 0 16,0 1-1-16,-3-1 0 15,-1 1 0-15,3 1 1 0,-2 0-1 16,-1-1 0-16,-5 4 0 15,-1-2 2-15,-1 2-2 16,-1 1 0-16,-4-2 0 16,3 3 0-16,-7 0 0 15,1 0 3-15,-3 0 0 0,-3 0 0 16,-5 3 0-16,-4-4-1 16,-1 3-1-16,-9-1 1 15,-4 2-1-15,-3-1 0 16,-6 1-1-16,-4 0-1 15,-6 1 4-15,-2 3-2 16,-8 0 0-16,-6 0-6 0,-4 0-50 16,-17 3 13-16</inkml:trace>
  <inkml:trace contextRef="#ctx0" brushRef="#br0" timeOffset="-110643.52">15661 4378 77 0,'0'0'22'0,"0"0"-6"0,0 0-5 0,0 0-1 16,0 0 1-16,0 0 1 0,0 0 6 15,0 0 5-15,0 0-7 16,0 0 0-16,0 0-9 15,0 0-18-15,0 0 4 16,-10-1 2-16,10 17 3 0,-1 5 4 16,1 3 0-16,0 1 1 15,0 1-1-15,0-1-6 16,0-3-32-16,0-4-38 16</inkml:trace>
  <inkml:trace contextRef="#ctx0" brushRef="#br0" timeOffset="-107954.18">15697 4350 76 0,'0'-2'6'0,"0"0"11"0,0 2-6 0,-2 0-7 15,-2 0 1-15,-2 0-3 16,2 0-3-16,-4 6 0 16,1 2 1-16,-3 2 0 15,-1 2 0-15,0 1 1 16,-2 3-2-16,0-2 2 16,1 3 1-16,1-1-1 0,0-1 2 15,0-2-2-15,6 0-1 16,-3-2 1-16,5-2 0 15,1-1-1-15,2-3 1 16,0-1-1-16,0-1 2 16,0-2 0-16,8-1 5 15,7 0 1-15,6 0 9 0,2-4-3 16,4-2-6-16,4-4-1 16,-2 2-4-16,0-1-1 15,-2-1 0-15,-3 3-1 16,-3 0 0-16,-3 1 0 15,-5-1-15-15,-6 2-33 0,-2 0-18 16</inkml:trace>
  <inkml:trace contextRef="#ctx0" brushRef="#br0" timeOffset="-107705.35">15703 4350 126 0,'0'0'8'0,"0"0"-16"0,0 0 7 0,0 0 8 16,14 38-1-16,-7-15-3 15,-1 2 3-15,1 7-4 0,-2 3 1 16,0 3 3-16,3 2 1 15,-5 0-11-15,3-9-41 16</inkml:trace>
  <inkml:trace contextRef="#ctx0" brushRef="#br0" timeOffset="-107072.45">16235 4356 7 0,'0'0'10'0,"0"0"11"0,0 0 5 16,0 0-5-16,0 0-5 0,0 0 0 15,0 0 2-15,0 0 2 16,0 0-7-16,0 0-7 15,-23-19-6-15,23 19 1 16,-2-1 0-16,2-1-1 16,-1 2-2-16,1 0-2 15,0 0-3-15,0 0 5 0,0 0 1 16,0 0 2-16,0 0 3 16,0 0 3-16,0 0 0 15,0-3-7-15,0 3 1 16,0 0 2-16,0-1-6 15,1 1-4-15,2 0-12 0,0 0-14 16,1-3-10-16</inkml:trace>
  <inkml:trace contextRef="#ctx0" brushRef="#br0" timeOffset="-106559.59">16260 4302 99 0,'0'0'12'0,"0"0"15"0,0 0-14 0,0 0-5 16,0 0-7-16,0 0-2 15,0 0-3-15,0 0 0 16,0 0 2-16,-38 18 1 0,36-11 0 16,2 0 0-16,0-1 1 15,0-2-1-15,0 0 1 16,8 1 0-16,3-3 9 15,4 0-2-15,0-1-1 16,3 1-1-16,-3-2-1 0,2 0-3 16,-1 1-1-16,-2 2 1 15,-1 0-1-15,0 1 0 16,-1 0 0-16,-2 2-1 16,-6 1 0-16,-1 0-2 15,-3 0 1-15,0 2 2 0,-2-2 1 16,-10 3 3-16,-4-2 3 15,-5 2-3-15,-1 0-1 16,0-2-9-16,2-3-40 16,0-5-36-16</inkml:trace>
  <inkml:trace contextRef="#ctx0" brushRef="#br0" timeOffset="-106416.28">16341 4263 134 0,'0'0'5'0,"44"-40"0"16,-15 20-2-16,3 3-2 16,5 2 0-16,2 1-1 15,-3-1-43-15</inkml:trace>
  <inkml:trace contextRef="#ctx0" brushRef="#br0" timeOffset="-105875.9">17071 4135 63 0,'0'0'6'0,"0"0"13"16,0 0 6-16,0 0 2 15,0 0 3-15,0 0-12 16,0 0-2-16,0 0-7 16,0-23-6-16,-4 23-9 0,-1 9 1 15,-3 5-4-15,2 3 4 16,-3 3 5-16,3 3 0 15,-2 1 0-15,5 0 0 16,1-1 1-16,2-3 0 16,0-3-1-16,0-3 0 0,6-1 2 15,3-6-1-15,3 0 1 16,-1-3 2-16,5 0 3 16,-3-4-1-16,0 0 2 15,-1 0-5-15,-2-6 2 16,-2 1 2-16,-1-2 0 0,-3-3 9 15,-2 2 7-15,-2-1-5 16,0 2-10-16,-9 3-5 16,-4 2-5-16,-2 2 1 15,-2 0-4-15,-1 9 5 16,0 2-8-16,5 2-13 16,4-1-20-16,7-3-42 0,2-3-44 15</inkml:trace>
  <inkml:trace contextRef="#ctx0" brushRef="#br0" timeOffset="-104880.47">17610 4091 54 0,'2'0'41'0,"-2"0"-28"0,1 0-10 0,-1 3-4 15,0 1 3-15,0 2 12 16,0 3-2-16,0 2-8 15,1 3 1-15,0 3-3 16,1-1 0-16,0 1 0 16,0 0 0-16,2-3 0 0,-1 2 1 15,0-3 0-15,1-1 2 16,0 0 2-16,1-4-7 16,1-2-36-16,0-6-34 15</inkml:trace>
  <inkml:trace contextRef="#ctx0" brushRef="#br0" timeOffset="-104538.3">17735 4128 102 0,'0'0'0'15,"0"0"10"-15,0 0-12 16,0 0 0-16,0 0 3 15,0 0 2-15,0 0 1 16,0 46-3-16,0-35 3 16,7-1 0-16,3-3 1 0,0-3 1 15,3-1-2-15,1-3 4 16,1 0 1-16,1-3 2 16,0-7 0-16,0 0 5 15,-4-2 3-15,0-1 7 16,-5-3 14-16,-3-1-14 15,-4 1-16-15,0 2-5 16,-2 0-5-16,-12 4-3 0,-7 9 0 16,-10 1-24-16,-6 4-26 0,-10 10-17 15,-6 2-48 1</inkml:trace>
  <inkml:trace contextRef="#ctx0" brushRef="#br0" timeOffset="-103420.29">15661 4961 106 0,'0'0'23'0,"0"0"21"0,0 0-17 15,0 0-8-15,0 0 2 16,0 0-8-16,0 0-2 16,0 0 0-16,-20-39-6 0,20 35-3 15,0-3 0-15,7 1-1 16,4 3 0-16,2-4-2 16,0 4 2-16,2-1-1 15,0 3 0-15,0 1 0 0,-3 0-1 16,1 0-1-16,-6 5-2 15,-1 5-6-15,-5-3-2 16,-1 5 2-16,0 1 2 16,0-1 5-16,-5 1 2 15,-4-2 0-15,-1-2 2 16,4 0-1-16,0-4 0 0,3-1 1 16,1-1-1-16,2-3 0 15,0 0-4-15,3 0 0 16,7 0 7-16,2 0 1 15,3-1-3-15,-1-1 1 16,0 0-2-16,0 2-1 0,0 0 2 16,-3 0-2-16,-1 4-1 15,-3 2-1-15,-2 1-1 16,-2 1 0-16,-3 1-3 16,0-1 4-16,-8-1 3 15,-6 1 5-15,0-3 1 0,-6 2 1 16,0-3-1-16,2-1-1 15,3 0-1-15,-1-1-2 16,5-2-1-16,3 0 1 16,4 0-5-16,4-2-31 15,0-8-77-15</inkml:trace>
  <inkml:trace contextRef="#ctx0" brushRef="#br0" timeOffset="-102900.52">16539 4780 99 0,'0'0'7'0,"0"0"10"0,0 0-13 16,0 0-4-16,0 0-1 15,0 0 0-15,0 0 4 16,0 0 1-16,-31 43-1 0,31-35-1 15,0 2 0-15,0-1-1 16,5-2 3-16,6 0 4 16,0 0 6-16,2 0-2 15,3-1-3-15,1-2 0 16,-2 2-1-16,-2-2-1 16,0 0-2-16,-2 1-4 0,-6-1 1 15,0 1-3-15,-3 0 1 16,-2 0-1-16,-7 4 5 15,-9 1 4-15,-4 0-2 16,-3 3-2-16,-5-2 0 16,-1 3-2-16,2-4 0 0,2 0-10 15,4-6-20-15,7-4-25 16,8 0-1-16</inkml:trace>
  <inkml:trace contextRef="#ctx0" brushRef="#br0" timeOffset="-102772.9">16569 4800 122 0,'0'0'12'0,"38"-44"37"16,-12 24-22-16,3 2-16 15,4 2-9-15,3-1-1 0,1 0-26 16,-6 1-174-16</inkml:trace>
  <inkml:trace contextRef="#ctx0" brushRef="#br0" timeOffset="-102239.02">17131 4752 153 0,'0'0'4'15,"0"0"21"-15,0 0-5 16,0 0-8-16,0 0-2 16,0 0-3-16,0 0-1 15,0 0 4-15,-6-29-9 16,14 26-2-16,2-1 2 16,1 2-1-16,-2 2 0 0,2 0 0 15,-2 0-3-15,-2 2 1 16,0 5 0-16,-2 2-2 15,-2 6-5-15,-2 1-11 16,-1 1 2-16,-1 1 7 0,-7 1 2 16,-3-2 6-16,-1 1 2 15,-1-6-2-15,2-1 2 16,2-1 4-16,0-3-2 16,4-4 7-16,2 0-3 15,2-2-2-15,1 0 1 0,0-1-2 16,0 0 11-16,6 0 1 15,2-2 2-15,4-4-5 16,1-1-3-16,3-1-2 16,3-1 2-16,-3 1-4 15,3 0 0-15,-1 3-1 0,1-1-1 16,-2 4-1-16,0 2-1 16,2 0-1-16,-4 0-29 15,0 0-46-15,0 0-26 16</inkml:trace>
  <inkml:trace contextRef="#ctx0" brushRef="#br0" timeOffset="-101705.65">17802 4614 119 0,'0'0'17'0,"0"0"8"0,0 0-7 0,0 0-2 0,0 0 2 16,0 0-17-16,0 0-15 15,0 0 6-15,0 0 6 16,0 0-1-16,0 0 3 15,-6 48 2-15,6-35-1 16,0 1 1-16,0 2-3 0,0-1 1 16,0-3 1-16,0-1 0 15,0-1 4-15,0 0-4 16,0-1 1-16,0-2 1 16,0-1 1-16,0 0-1 15,0-1-1-15,0-1 1 0,0-1-1 16,0 0-1-16,0-2-5 15,0-1-15-15,0 0-41 16</inkml:trace>
  <inkml:trace contextRef="#ctx0" brushRef="#br0" timeOffset="-101335.29">17927 4631 162 0,'0'0'1'0,"0"0"4"15,0 0 4-15,0 0 0 16,46-33-3-16,-36 29-2 16,-1 4-2-16,-1 0-5 0,-3 3-1 15,0 7-5-15,-4 3-1 16,-1 2 3-16,0 5 5 15,-8 0 0-15,-5 3 6 16,-1-5-3-16,-1 1-1 16,1-2-3-16,1-6 5 15,4-1 6-15,1-4 9 0,5-4-4 16,1-1-5-16,2-1-5 16,5 0-4-16,14 0 16 15,5-6-2-15,12-2-7 16,7-1-3-16,3-3 0 15,4 1-6-15,-5 2-82 0</inkml:trace>
  <inkml:trace contextRef="#ctx0" brushRef="#br0" timeOffset="-100559.45">15728 5411 95 0,'0'0'9'0,"0"0"12"0,0 0-7 16,0 0 6-16,0 0 8 15,0 0-6-15,0 0 0 16,0 0-9-16,0 0-18 16,0 0-2-16,0 0 6 15,-25 21 1-15,25-1 0 16,0-2 1-16,0-3 1 16,0-1-1-16,7-4 0 0,-2-3 0 15,4-3-1-15,-2-4 4 16,3 0-2-16,0 0 2 15,-1-4 0-15,2-5 0 16,0-5-3-16,-2 3 1 16,-2-3-1-16,1 1 1 0,-4 0-2 15,0 3 1-15,0 3-1 16,-2 2 0-16,0 1 0 16,0 4 0-16,-2 0-4 15,1 4-3-15,0 5-1 0,3 4 4 16,1 4 3-1,2 3 2-15,2 3 0 0,2 1 1 16,-3 4-7-16,3-1-53 16,-3 0-34-16</inkml:trace>
  <inkml:trace contextRef="#ctx0" brushRef="#br0" timeOffset="-99483.5">15892 5400 66 0,'0'0'1'0,"0"0"1"0,0 0-1 16,0 0-1-16,0 0-1 16,-43-12 1-16,27 12 1 0,3 0 1 15,-3 0 8-15,3 0 3 16,-3 0 0-16,2 0 3 15,0 0-2-15,0 1-2 16,2 4-8-16,-1 1-6 16,0 3 5-16,1 3-3 0,1-1 0 15,0 3-3-15,4-1 4 16,1 1-1-16,3-1 1 16,3-2 0-16,0 1 1 15,3-5 0-15,8-3 0 16,0-1 8-16,2-3-3 15,3 0 2-15,0-2 0 16,1-6-5-16,2-2-1 0,-4-1-1 16,-2-2 1-16,1 1 0 15,-6-2-2-15,-1 0 2 16,0 0 3-16,-2 4 1 16,-3-3-3-16,0 5 1 0,-1 1 0 15,-1 4 0-15,1 1-3 16,0 2-2-16,-1 0-5 15,1 2-2-15,0 8-2 16,1 5 8-16,0 2 2 16,0 6 2-16,0 4-2 15,0 2 1-15,3 2-1 0,0 0 1 16,1 0 0-16,1 0 2 16,2-1 0-16,4-3-6 15,0-3-17-15,6-6-41 16,1-8-25-16</inkml:trace>
  <inkml:trace contextRef="#ctx0" brushRef="#br0" timeOffset="-98860.73">16702 5234 107 0,'0'0'2'0,"0"0"1"0,0 0 1 0,0 0-1 0,0 0 2 16,0 0 11-16,0 0-1 15,0 0-15-15,0 0-2 16,0 0 2-16,0 0 7 15,-40 22-1-15,27-4 1 0,-3 5-2 16,3 0 1-16,0 2-2 16,5 0-1-16,3-3-1 15,4 1 1-15,1-6 0 16,0-3 0-16,4-2-1 16,5-4 2-16,3-4-2 15,1-1 5-15,3-3-1 16,-1 0 0-16,2-6 1 0,-3-2-3 15,0-3-2-15,-3 0 1 16,-5 0 4-16,-3 2 9 16,-3 1 4-16,0-1-10 15,-6 5-7-15,-7 3-3 0,-3 1-3 16,-5 4-2-16,-1 8-8 16,-1 2-1-16,4 3-13 15,3 0-24-15,6-4-43 16</inkml:trace>
  <inkml:trace contextRef="#ctx0" brushRef="#br0" timeOffset="-98066.05">17239 5209 113 0,'0'0'8'0,"0"0"8"0,0 0-6 0,0 0-4 0,0 0-2 0,0 0 0 15,0 0 3-15,0 0 0 16,0 0 0-16,0 0-6 16,0 0-1-16,0 0 1 15,15-38 0-15,-1 35-1 16,0-1 0-16,1 4 1 16,-2 0 0-16,0 0-1 0,-3 4-1 15,-6 7-6-15,-4 5-6 16,0 2 12-16,-11 3-2 15,-6 1 1-15,1 1 3 16,-2-3-2-16,3-2 0 0,1-5 7 16,5-3 3-16,2-3 2 15,2-4-4-15,3 0-1 16,2-3-2-16,0 0-4 16,12 0 14-16,3-5-3 15,4-2-2-15,5-3-4 16,5 0-2-16,1 2 0 0,3-3-2 15,3 2 0-15,1-2-7 16,0 0-64-16,-3-1-24 16</inkml:trace>
  <inkml:trace contextRef="#ctx0" brushRef="#br0" timeOffset="-97639.86">17802 5120 155 0,'0'0'10'0,"0"0"35"0,0 0-13 15,0 0-6-15,0 0 0 16,0 0-17-16,0 0-17 15,0 0-3-15,0 0 2 0,-7 39 5 16,4-19 8-16,2 3-3 16,-1-2 1-16,0 1 0 15,2-1-2-15,0-3-8 16,0 1-13-16,0-4-40 0,0-4-33 16</inkml:trace>
  <inkml:trace contextRef="#ctx0" brushRef="#br0" timeOffset="-97326.55">17915 5209 178 0,'0'0'-5'0,"0"0"2"15,0 0-2-15,0 0 1 16,0 0 4-16,-23 41 1 0,22-28 2 15,1-2 2-15,0-1 0 16,9-4-1-16,3-2 2 16,-2-4 7-16,5 0-1 15,0-1 3-15,1-8 8 16,-3-2-6-16,0-3-3 0,-1 1 1 16,-4-1-1-16,-3 2-5 15,-3-3-3-15,-2 5-4 16,-5 1-3-16,-10 5-10 15,-10 4-22-15,-7 0-33 16,-10 6-38-16</inkml:trace>
  <inkml:trace contextRef="#ctx0" brushRef="#br0" timeOffset="-96628.58">17944 5145 41 0,'0'0'6'0,"0"0"13"0,0 0 10 0,0 0-3 0,0 0-6 16,0 0-4-16,0 0-6 15,0 0 1-15,0 0-5 16,42 5-4-16,-28-1-1 15,-1 3-1-15,0 2 0 0,0-1-1 16,-4 3-1-16,-4 2-7 16,-3 2 7-16,-2 0 3 15,-2 3 1-15,-9-1 2 16,-2 0 5-16,-2-2 0 16,1-1-1-16,-1-3 1 15,4-1-5-15,2-4 0 0,3-2-3 16,4 0 2-16,2-4-1 15,0 0 0-15,4 0-1 16,10 0 8-16,7-7 2 16,6-3-9-16,5-3 3 15,9-1-2-15,2 0-3 0,5-2 2 16,-2 2-2-16,0 1-19 16,-5 1-48-16,-6 2-77 15</inkml:trace>
  <inkml:trace contextRef="#ctx0" brushRef="#br0" timeOffset="-95567.67">15840 5963 4 0,'0'0'42'0,"0"0"-12"0,0 0-2 16,0 0 1-16,0 0-12 16,0 0 15-16,0 0-6 0,11-38-7 15,-11 35-2-15,-2 1-2 16,-3 2-10-16,-2 0-7 15,-4 0-2-15,-1 5 4 16,-3 6-3-16,0 2 3 16,1 1-2-16,3 3 0 15,3-1 1-15,2 1 1 0,5-1 0 16,1-1 0-16,0-2 0 16,11 1-1-16,2-1 0 15,1-2 2-15,3-1 0 16,0 0 1-16,0 0-2 15,-1 0 1-15,-5 0-1 0,-4-2 0 16,0 2-1-16,-7-1-3 16,0 2 3-16,-9-4-1 15,-5 1 2-15,-2-3 4 16,-1-2-5-16,1-2 3 16,5-1 0-16,2 0 4 0,4-8 3 15,5-6-4-15,2-5 1 16,15-5-4-16,9-3 0 15,6-4-8-15,8-3-12 16,4-2-39-16,1 4-95 16</inkml:trace>
  <inkml:trace contextRef="#ctx0" brushRef="#br0" timeOffset="-94991.02">16660 5899 91 0,'0'0'19'0,"0"0"15"0,0 0-3 15,0 0-4-15,0 0-11 16,0 0-3-16,0 0-1 0,0 0-6 16,0 0-7-16,0 0 5 15,0 0-2-15,0 0 0 16,46-34-1-16,-17 26 1 15,0-2-4-15,-1 3 2 16,-3 1 7-16,-3 3-4 16,-7 3-2-16,-3 0-2 0,-7 12-4 15,-4 4-1-15,-1 4 3 16,0 6 6-16,-6 4 0 16,-4 5 0-16,1 4-1 15,1-1-15-15,1-3-103 0</inkml:trace>
  <inkml:trace contextRef="#ctx0" brushRef="#br0" timeOffset="-94510.98">17281 5762 199 0,'0'0'22'0,"0"0"16"0,0 0-7 16,0 0-18-16,0 0-18 16,0 0-3-16,0 0 1 15,-25 55 8-15,24-25 1 16,1 2 1-16,0 1-27 16,0 0-54-16</inkml:trace>
  <inkml:trace contextRef="#ctx0" brushRef="#br0" timeOffset="-93561.14">17816 5747 99 0,'0'0'15'0,"0"0"-1"0,0 0 5 15,0 0-16-15,0 0-1 16,0 0-3-16,0 0 2 16,0 0-4-16,0 0 3 15,0 2-1-15,0-1 1 16,0 1 0-16,0-2 1 15,0 0 4-15,0 0 20 0,0 0 10 16,0 0-25-16,0 0-5 16,0-2-2-16,0-3-1 15,3 0-4-15,1-1 2 16,2 1 0-16,0 1 0 0,4-1 0 16,-5 1 2-16,3 3-2 15,-1-1 0-15,1 2 0 16,-3 0 0-16,0 0-3 15,-1 0 1-15,-2 0 0 16,0 7-1-16,-1-4 0 0,0 2-1 16,-1-1 0-16,0 0 4 15,0 1-2-15,-1-1 1 16,-3-2 2-16,-1 1 1 16,-3-3 1-16,2 0 5 15,0 0-3-15,3 0 0 0,1 0 4 16,0-1 0-16,2-5-4 15,0-1 2-15,2 0-5 16,3 0 0-16,5 0-1 16,0-2 0-16,0 3 0 15,0 1 2-15,2 2-3 16,0 0 2-16,-3 3-3 0,1 0 1 16,0 0-3-16,-4 9 1 15,0 3-2-15,-4 4-1 16,-2 5-3-16,0-1 7 15,-5 3-1-15,-4-2 0 16,-1 2 2-16,-2-3-1 0,-1-3-1 16,4-3 4-16,-3-1-1 15,6-4-1-15,1-4 1 16,4-1 0-16,1 0-1 16,0-4-1-16,10 0 4 0,6 0-1 15,2-5 2-15,8-5-1 16,4 2 1-16,5-1-2 15,4-4-2-15,-2 3-14 16,-1-2-60-16,-2 0-105 16</inkml:trace>
  <inkml:trace contextRef="#ctx0" brushRef="#br0" timeOffset="-88865.55">14834 4649 3 0,'-2'0'22'0,"0"0"-8"0,2 0-2 0,-2 0 1 16,0 0-5-16,-1 0-4 15,3 0 2-15,-1 0 1 0,1 0-1 16,0 1-6-16,0 1-5 16,0 1 2-16,0 0 2 15,0 1 0-15,6-2 2 16,-2 2 0-16,1-1-1 0,3-2 5 16,-3-1 6-16,6 0 7 15,-4 0 5-15,2-4-5 16,3-4-3-16,0-2-6 15,1-3-4-15,3-3-1 16,0 1-3-16,4-4 1 16,0-1 0-16,2 0-1 0,1 0 0 15,2 2 0-15,-1-2 0 16,-1 6 0-16,-1 2-1 16,-2 4-1-16,-3 2-28 15,-5 3-29-15,-6 3-24 16</inkml:trace>
  <inkml:trace contextRef="#ctx0" brushRef="#br0" timeOffset="-88282.01">15002 5104 0 0,'0'0'25'0,"0"0"-24"0,0 0 8 0,0 0 14 0,0 0-3 15,0 0-3-15,40-7-3 16,-29-3-3-16,3 1-1 16,2-2-2-16,4-2-1 15,-1 1-1-15,4-3 1 0,-1-2-3 16,2 0-1-16,1-1 0 15,0 1 0-15,-2 1-2 16,1-1 1-16,-6 3-1 16,2 1-1-16,-5 0-21 15,-3 3-22-15,-5 2-62 16</inkml:trace>
  <inkml:trace contextRef="#ctx0" brushRef="#br0" timeOffset="-87649.63">15076 5741 7 0,'0'0'2'0,"0"0"-2"0,0 0 0 16,0 0 1-16,0 0 2 0,0 0 5 16,0 0 0-16,0 0 2 15,0 0 3-15,0 0 8 16,0 0-8-16,-6 19-3 16,14-19-3-16,-3-7 4 15,5-3 5-15,2-4 3 16,3-2-3-16,1-4-6 15,0-1 0-15,6-2 1 0,0-3-1 16,3 1-4-16,0 1-4 16,1 3-1-16,-1 2-1 15,-5 5-2-15,-4 4-26 16,-4 7-27-16,-4 3-12 0</inkml:trace>
  <inkml:trace contextRef="#ctx0" brushRef="#br0" timeOffset="-87093.66">15115 6375 29 0,'0'0'4'0,"0"0"-1"0,0 0 6 16,0 0-2-16,0 0 4 15,0 0 0-15,0 0 6 16,38-26-1-16,-28 15-3 16,4-2 0-16,0-1 4 0,4-2-2 15,1-2 0-15,0 0-7 16,4-2-4-16,0-1 0 16,1-1-2-16,2-2-1 15,1 0 0-15,0 0 0 16,-2 0-3-16,-3 4-38 15,-2 0-13-15</inkml:trace>
  <inkml:trace contextRef="#ctx0" brushRef="#br0" timeOffset="-81130.77">17746 7709 4 0,'0'-3'24'0,"0"0"-10"0,0 3-3 16,0-2-11-16,0 0 0 0,0 0-5 15,0 1-2-15,0-2 5 16,0 2 2-16,0-1 6 16,-3-2 3-16,1 1 3 15,0 2 4-15,-1-1 2 16,2 0-6-16,-1 1-4 0,0-1 1 15,-1 2 0-15,2-1-2 16,0-1 2-16,1 2-3 16,-1 0-1-16,1 0-5 15,0 0 0-15,0 0 0 0,0 0 0 16,0 0-2-16,0 2 4 16,0 3-4-16,0 2 2 15,0 4 2-15,0 4-4 16,0 2 4-16,0 3-2 15,0 5 0-15,0 4-2 16,0 6 2-16,0 3 2 0,0 5-2 16,0 3 0-16,2 3 0 15,6 5 5-15,-2 3-4 16,2 1 1-16,3 3 0 16,-1-1-1-16,2 5 0 15,0-4 1-15,-1 2-1 16,3-2 2-16,-2 1 0 0,-1-1 1 15,-1 4 1-15,-1-3-1 16,1 3 3-16,-3-1-1 16,2 1-2-16,-4 2 1 15,3 1-2-15,2 0-2 0,-3 2 1 16,3-3-1-16,-3-2 0 16,3-2 1-16,2-5 3 15,0-3-2-15,-1-2-1 16,-1-5-1-16,3 0 1 15,-3-2-1-15,-1-1 2 16,-1-1 0-16,-2-1-2 0,-2-2 0 16,-4-2-1-16,0-4 1 15,0-3 0-15,0-3-1 16,0-8 1-16,-2-5-3 16,-4-9-21-16,-2-7-60 15</inkml:trace>
  <inkml:trace contextRef="#ctx0" brushRef="#br0" timeOffset="-80170.35">17770 7706 86 0,'-1'0'8'0,"1"0"10"0,0 0-10 0,0 0-7 16,0 0 0-16,0 0 0 15,0 0 0-15,6 0-3 0,2 0 7 16,2-3-3-16,3 1-1 15,5 0 3-15,3 0-1 16,3-2 0-16,0 3-2 16,5-2 2-16,3-1 0 15,2 1-1-15,5-2 0 16,6 2 1-16,7-2 1 0,3-1-2 16,6 1-1-16,1 0 0 15,7-2 0-15,0 2 1 16,3-1-2-16,3-3 0 15,-1-2 0-15,7 2 1 16,1-8 3-16,5 2 1 0,2-1 5 16,5-2-2-16,-4 2-2 15,-1 3-3-15,-6 1-3 16,-5 1 0-16,-2 2 1 16,-6 2-1-16,-2 0 0 15,-3 0 1-15,-4 0-1 0,-3 2 0 16,-2-2 0-16,-4 1 0 15,-4 2 0-15,-5 0 0 16,-3-1 0-16,-5 2-3 16,-1 1-21-16,-7 0-16 15,-6-2-9-15</inkml:trace>
  <inkml:trace contextRef="#ctx0" brushRef="#br0" timeOffset="-79110.54">20232 7396 2 0,'0'0'45'0,"0"0"-43"0,0 0 1 0,0 0 2 0,47-7-2 15,-38 4 4-15,0 0-2 16,-1 2-3-16,-1-2 6 16,-2 3 6-16,0-1-6 15,-1 1-4-15,0 0-2 16,0 0-1-16,1 0 0 16,0 0-1-16,-1 0 0 0,0 0 0 15,-1 0 1-15,-1 1-2 16,0 2 1-16,0 1 0 15,-2 1 1-15,0 2 0 16,0 1 0-16,0 2 1 0,0 1 1 16,0 2-2-16,0 3 1 15,0 2-1-15,0-1 1 16,0 5 0-16,0 0 0 16,0 3 1-16,0 0 1 15,0-1 3-15,0 2 1 16,0-2-1-16,0 0-1 0,0 2-3 15,0 1 0-15,0 0-1 16,0 2 0-16,0 0-1 16,0 2 0-16,0 3 0 15,0 0 0-15,0 2 0 0,0 0 1 16,0-1-2-16,0 0 1 16,-3 2 1-16,0-3 3 15,0 0 4-15,1 1-4 16,0 1 4-16,-2 0-5 15,2 1 0-15,0 0-4 0,1 0 0 16,-1 0 1-16,0 0 0 16,2-1-1-16,-1 0 1 15,1 0-1-15,0 0 1 16,0 0-1-16,0 0 1 16,0 0 1-16,0 0-1 15,0-1 1-15,0-2-2 0,1-3 0 16,0 0 1-16,3-3 1 15,0 0-2-15,2-2 0 16,-3 4 1-16,3-1 0 16,0 3-1-16,0-2 1 15,0 2-2-15,-3 0 2 0,3-1-1 16,-1 0 0-16,0-2 1 16,1 2-1-16,-1-2 0 15,-1 1 0-15,2 1 1 16,-1-2-1-16,1 1 1 15,0 0 2-15,-1-2-1 16,2 0 1-16,-2-1 0 0,1-1-1 16,0 4-1-16,-2-2-1 15,2 1 1-15,-5 2-1 16,0-1 0-16,-1 2 0 16,0-3 0-16,0-1 0 0,-8 0-3 15,-2-2-20-15,-5-9-57 16</inkml:trace>
  <inkml:trace contextRef="#ctx0" brushRef="#br0" timeOffset="-77686.93">18079 10166 99 0,'-2'0'5'0,"2"0"4"0,0 0-6 15,0 0-2-15,-2 0 1 0,2 0-1 16,0 0-1-16,0 1 3 16,0 1 3-16,0 0-1 15,0 3-4-15,4 0 0 16,-2 1-1-16,2 1 1 16,2 2-1-16,-3-1 0 0,1 1 0 15,4-1 0-15,-4-1 1 16,5-2-1-16,0 2 3 15,1-2-2-15,2 1 3 16,3-1-3-16,1-1 0 16,3 0-1-16,-1-3 0 15,0 0 0-15,4 0 0 0,-3 0 0 16,2-1 9-16,0 0-1 16,4 0-1-16,2 0-1 15,2 0-2-15,4 0-1 16,1-4-2-16,5-2 0 15,-1-1-1-15,3-1 0 0,-3 0 1 16,0 0-1-16,0-1 0 16,0 1 1-16,-3-1 0 15,2 1-1-15,4-2 2 16,1 1 2-16,3 1-2 16,3-4 0-16,-1 1-2 15,2 1 1-15,0 0-1 0,2 0 0 16,1 0 0-16,-3 0 0 15,1 0 0-15,0 1 1 16,-2-1-1-16,1 1 0 16,-4-1 0-16,3 2 0 15,0-1 0-15,-1 2 0 0,-1-3 0 16,-1 3 0-16,-5 1 0 16,-4-2 1-16,-1 1-1 15,-3-1 2-15,1 0 16 16,-1-1-3-16,0 2-3 0,3-1-7 15,-6 1-3-15,-2 1-2 16,0 2 0-16,-3-1 0 16,-5 3-1-16,-4-1 1 15,-1 1 0-15,-1 1 0 16,-3 0 0-16,0-1 1 16,-3 2-1-16,1-1 1 15,-3 0 0-15,1-1 2 0,-1 2-1 16,-1 0-1-16,-1 0 0 15,1 0-2-15,-4 0-2 16,0 0-17-16,-3 3-38 16,-7-3-37-16</inkml:trace>
  <inkml:trace contextRef="#ctx0" brushRef="#br0" timeOffset="-76063.34">17925 7906 89 0,'5'-11'11'0,"4"1"-3"0,0-3 14 0,1 3-6 16,3 2-8-16,0-1-2 16,-1 3-1-16,2 2 3 15,-3 1 1-15,0 2-5 16,-1 1-3-16,0 0-2 0,-2 7 1 16,-1 2 0-16,-2 2 1 15,0 0 0-15,-3 2-1 16,-2 1 0-16,0-1-1 15,0 0 1-15,-8 0 1 0,-1-2-1 16,-3-1 2-16,2-3-1 16,0-3 1-16,3 1 0 15,1-3 1-15,3-2 2 16,2 0 7-16,1 0-2 16,0-9-4-16,0-2-2 15,6 0-2-15,1-4-1 16,2 0-1-16,-3 1 0 15,3-2 1-15,-4 2-2 0,2 1 1 16,-3 2-1-16,-2 1 1 16,0 3 1-16,-1 1-1 15,-1 4 1-15,0 0-1 0,0 2 0 16,0 0-3-16,0 1-2 16,0 7 1-16,0 4 4 15,0 2 0-15,1 3 2 16,4 1-2-16,0-2 0 15,4 0-1-15,0 0-21 0,2-3-27 16,2-5 5-16,0-5-18 16</inkml:trace>
  <inkml:trace contextRef="#ctx0" brushRef="#br0" timeOffset="-75907.01">18264 7885 81 0,'0'0'7'0,"0"0"19"0,0 0 12 0,0 0-2 0,0 0-14 0,0 0-16 16,0 0-8-16,0 0 1 16,0 0 4-16,37 7-2 15,-26 14 0-15,-2 2-15 0,3-3-60 16</inkml:trace>
  <inkml:trace contextRef="#ctx0" brushRef="#br0" timeOffset="-75272.04">18850 7788 61 0,'0'0'11'0,"0"0"19"16,0 0-6-16,0 0 1 16,0 0-1-16,0 0-6 15,0 0-8-15,-6-41-3 0,13 30-6 16,4 2 2-16,-2-1-1 15,2 3-2-15,1 1 1 16,0 3-1-16,-1 2 0 16,1 1-1-16,-5 0 0 15,-1 7-3-15,-1 6 2 16,-3 0 1-16,-1 5 1 0,-1-2-2 16,0 1 2-1,0 0 0-15,0-4 0 0,0-2 0 16,-3-1 0-16,2-3 0 15,1-4 2-15,0 0-2 0,0-3 0 16,0 0 1-16,0-3 4 16,2-7-4-16,6-3-1 15,-4-1 1-15,1-1-1 16,1-1 0-16,-3 0 1 16,1 2 0-16,-2 1 0 15,3 3 2-15,-3 3 1 0,-2 3-1 16,1 1-1-16,-1 2-1 15,1 1-2-15,0 0 1 16,3 7-2-16,0 3 2 16,1 2 0-16,6 3 0 15,-4 0-6-15,4 0-19 0,2-3-39 16,-1-3-23-16</inkml:trace>
  <inkml:trace contextRef="#ctx0" brushRef="#br0" timeOffset="-74982.43">19152 7807 122 0,'0'0'7'0,"0"0"42"0,0 0-17 0,0 0-20 0,25-39-8 16,-18 35-1-16,1 1-1 16,1 3-2-16,-1 0 0 15,-3 0 0-15,0 7-2 16,-3 5 2-16,-1 1 0 0,-1 2-1 15,0-1 1-15,-3 2 0 16,-3-3-1-16,1-2 2 16,-3-3 2-16,3-1-3 15,2-2 3-15,3-1-1 0,0-4 0 16,2 0-1-16,12 0 0 16,2 0 0-16,9-7 1 15,2-3-3-15,2-2-43 16,0-3-62-16</inkml:trace>
  <inkml:trace contextRef="#ctx0" brushRef="#br0" timeOffset="-74548.72">19472 7631 138 0,'0'0'4'15,"0"0"3"-15,0 0 2 16,0 0-6-16,0 0 2 16,0 0 1-16,40-32-3 0,-33 32-2 15,-1 3-1-15,-2 6-1 16,-1 4 2-16,1 2 0 16,-4-1-1-16,0 2 1 15,0-3 0-15,0 0 0 16,0-5-1-16,0-1 0 0,0-2 0 15,0-3 0-15,0-2 2 16,0 0 1-16,0 0 17 16,0-4-11-16,4-6-7 15,-2-1 1-15,1-3-3 16,2-1 3-16,-3-2-2 16,1 3 2-16,-1 1 2 0,0 2 2 15,0 4-1-15,-2 1-1 16,2 3-3-16,0 3-2 15,-2 0-2-15,4 4 0 16,-1 6-2-16,2 2-7 0,-1 1-19 16,1 1-34-16,2-3-8 15</inkml:trace>
  <inkml:trace contextRef="#ctx0" brushRef="#br0" timeOffset="-74193.01">19677 7696 136 0,'0'0'10'16,"0"0"28"-16,0 0-10 16,0 0-19-16,0 0-4 15,0 0-3-15,26-37-2 0,-23 37 0 16,4 0 0-16,-5 0-2 16,1 7 0-16,-3 3 1 15,1 0 0-15,-1 5 1 16,0-1 0-16,0 1 0 15,0-1 0-15,0 0 0 0,0-1 0 16,0 0 0-16,0-2 0 16,2 1 1-16,6-2-1 15,-1 1 1-15,1-1-1 16,-1-2 1-16,3 0 0 16,-2 0 0-16,-2 0-1 15,-1 0 0-15,0 0 0 0,-5-1 0 16,0 3 0-16,-3 2 1 15,-8 2-2-15,-4 0-9 16,-5 0-21-16,0-4-52 16</inkml:trace>
  <inkml:trace contextRef="#ctx0" brushRef="#br0" timeOffset="-73730.38">19734 7480 46 0,'0'0'2'0,"2"41"1"0,-1-10 7 0,2 3-4 0,-3 8 6 0,2 5 5 15,-2 7-6-15,3 5 2 16,0 9 0-16,3 6 0 16,-1 7 4-16,-1 9-4 15,0 5-6-15,0 4-1 0,-1 6-4 16,-1 3 2-16,2-1 3 15,2-5 1-15,-2-4 3 16,4-3 2-16,-3-11-4 16,3-6-1-16,-3-4-2 15,-2-4 1-15,1-5-4 16,-4-6 0-16,0-2-1 16,0-4 0-16,0-8 1 0,0-6-3 15,0-11-6-15,0-12-22 16,0-16-53-16</inkml:trace>
  <inkml:trace contextRef="#ctx0" brushRef="#br0" timeOffset="-72940.41">19915 7599 104 0,'0'0'6'0,"0"0"14"0,0 0-2 0,0 0-17 15,0 0-1-15,0 0 1 0,0 0 0 16,0 0 0-16,4 40 1 16,0-30-2-16,-1-3 3 15,1 0-2-15,2-4 3 16,0 0 0-16,0-2 6 15,-1-1 1-15,1 0 1 0,0-1-6 16,2-7-3-16,-1 0-2 16,1-3-1-16,1 0 0 15,1-1 0-15,0 2-1 16,-2 0-1-16,1 2 1 16,-3 2 1-16,0 3-1 0,-4 3 1 15,1 0-1-15,-3 2-4 16,1 5 5-16,-1 6 0 15,1 2 1-15,-1 1 0 16,0 1-1-16,0 1 0 16,1-2 1-16,0 4 0 0,1-4 0 15,0-2 1-15,2 1 3 16,-2-3-2-16,0-1 0 16,-1-4-1-16,0 0 1 15,-1-2-2-15,0-3 1 16,-2 1 6-16,-6-2 2 0,-3 1-8 15,-2-2-2-15,-3 0-10 16,1 0-42-16,-1-6-36 16</inkml:trace>
  <inkml:trace contextRef="#ctx0" brushRef="#br0" timeOffset="-72641.3">19919 7513 179 0,'0'0'-18'0,"0"0"27"0,0 0 5 16,24-37-7-16,-17 25 5 15,0-2 7-15,2 0-6 0,2 0 0 16,-4 1-4-16,2 2 1 15,2 2-5-15,-5 5-2 16,1 2-2-16,0 2-2 16,0 8-2-16,-1 13 2 15,1 7 1-15,-2 9-5 0,-2 6-18 16,-2 2-32-16,-1 1-46 16</inkml:trace>
  <inkml:trace contextRef="#ctx0" brushRef="#br0" timeOffset="-71872.66">17858 8345 72 0,'0'0'6'0,"0"0"2"0,0 0-2 0,0 0-2 0,0 0-3 16,46-11 1-16,-33 8-2 16,0 1 0-16,2 0 0 15,1 0 4-15,4-1 3 16,2 2-3-16,4-1 1 15,3-2 1-15,8 0-1 0,4-3 4 16,6 1 7-16,6-2-4 16,9-4 1-16,8 1-2 15,4-5-1-15,4 1 0 16,7-1-5-16,6-1-2 0,1 0 1 16,6 1-1-16,4-2 2 15,7 1 2-15,2-2-2 16,-2 2 2-16,2 2-3 15,0-2-2-15,-6 1-1 16,-5 0 0-16,-4 1 0 0,-6-1 1 16,-10 2-1-16,-10 3 1 15,-8 2-2-15,-11 2 0 16,-8 1 0-16,-11 5 0 16,-6 1-2-16,-9 0-34 15,-11 0-66-15</inkml:trace>
  <inkml:trace contextRef="#ctx0" brushRef="#br0" timeOffset="-70171.18">17836 8801 9 0,'-2'3'26'0,"2"-1"-8"0,0 0 0 0,0 0-2 15,8 0-3-15,4 1-6 0,3 0-5 16,3 0-1-16,4-2 0 16,3 2-1-16,3-3 1 15,6 0 6-15,2 0 8 16,7 0 2-16,8-1-1 15,6-4 0-15,6-3-9 0,6-1-4 16,8-1 2-16,2-2 0 16,4-1-2-16,5-3 1 15,3-2 3-15,6-2 3 16,4-3 0-16,2 2-4 16,5-3 0-16,-2 1-4 15,-6 4-1-15,-2-2 0 0,-6 3-1 16,-9 1 0-16,-9 1 1 15,-9 3-1-15,-8-1 0 16,-13 4 0-16,-11 3-1 16,-15 1-16-16,-11 1-32 0,-7-1-90 15</inkml:trace>
  <inkml:trace contextRef="#ctx0" brushRef="#br0" timeOffset="-68962.16">18355 7429 69 0,'0'3'12'0,"0"1"-12"0,0 7 1 0,0 5 0 16,0 0 1-16,0 6 1 16,0 4 0-16,-1 3-2 15,1 3 2-15,-2 5 1 16,2 4-3-16,0 7 0 15,0 6 1-15,0 7 3 0,0 8-2 16,3 4 0-16,2 7-2 16,3 5 0-16,-2 3 0 15,1 2-1-15,-2 2 3 16,3 0 4-16,0 2 12 0,2-6 0 16,1-1-12-16,3 0 6 15,-1 2-3-15,2 1 3 16,-2 6-7-16,2 6-4 15,-4 2 0-15,-2-1-1 16,-2-1-1-16,-1-3 2 0,-1-8-2 16,0-9 1-16,-1-8-1 15,2-6 0-15,0-10 0 16,0-6 2-16,-1-6-1 16,0-6 1-16,0-4-1 15,-2-5-1-15,-1-6 0 16,0-3 1-16,3-5-2 0,-3-2-16 15,0-8-49-15</inkml:trace>
  <inkml:trace contextRef="#ctx0" brushRef="#br0" timeOffset="-67757.74">17471 7338 116 0,'0'0'1'0,"0"0"15"0,0 0 18 0,0 0-19 16,0 0-17-16,0 0 2 15,0 0-1-15,0 0 2 16,0 44 1-16,4-30-1 15,0 1-1-15,0-1 1 16,0-3-1-16,-2-1 1 0,0-2-1 16,-1-3 0-16,-1-1 1 15,0-3-1-15,0-1-1 16,0 0 3-16,-5 0-2 16,-2-6-2-16,0-3-7 15,-2-4-4-15,3 2 0 0,-2-5-7 16,5-2 10-16,1-1-3 15,2-1-5-15,0 1 1 16,0 3-2-16,2 0 14 16,2 3 5-16,1 6 8 15,-1 1 5-15,-1 5-4 16,-1 1-3-16,4 0-3 16,-4 7 0-16,2 2 6 0,1 3-4 15,0 3 0-15,0-3-4 16,1 0 1-16,-1 1-1 15,2-4-1-15,-1-1 1 16,0-4 0-16,1-1 0 0,-3-3 2 16,2 0-2-16,-1-2 4 15,0-6 5-15,2-2-1 16,-2-2-7-16,4-1 0 16,-5 1-2-16,1-1 0 15,-1 3 0-15,-2 3 1 0,0 2 2 16,-1 3 15-16,1 2-3 15,2 0-15-15,-2 7-2 16,4 6 3-16,0 3 1 16,-1 0-1-16,3 2 0 15,-3 0-7-15,4-2-14 0,-3-4-5 16,3-1-2-16,-2-6-20 16</inkml:trace>
  <inkml:trace contextRef="#ctx0" brushRef="#br0" timeOffset="-67467.47">17715 7341 151 0,'0'0'2'0,"0"0"3"0,0 0-8 0,0 0 2 15,0 0 1-15,0 0 1 0,0 0 1 16,8 38-1-16,-4-29-1 15,2-2 1-15,-1-4-1 16,3-2-1-16,-2-1 3 16,2 0 8-16,-3 0 3 15,-1-8-3-15,0-1 3 0,-2-1-2 16,-2 2 0-16,0-2-2 16,0 1 1-16,-8 2-7 15,3 2-3-15,-3 3-2 16,0 2-15-16,1 0-41 15,1 0-32-15</inkml:trace>
  <inkml:trace contextRef="#ctx0" brushRef="#br0" timeOffset="-67041.82">17831 7302 151 0,'0'0'1'15,"0"0"1"-15,0 0 2 16,42-9-3-16,-34 9-1 16,-2 7-1-16,-2 1 4 0,1 5-1 15,-5-2-2-15,2 1 2 16,-2-2-1-16,0-2-1 16,0-2 1-16,0-3 2 15,0-2 1-15,0-1 2 16,0 0 15-16,0 0-4 0,-4 0-8 15,1-4 1-15,1-1-4 16,1-2 1-16,1-4-7 16,0 1 4-16,0 0-2 15,8-1-3-15,-2 1 2 16,6 2-1-16,-4 0 1 16,2 4-2-16,-1 3 1 15,-2 1 0-15,1 0-1 0,-3 3-1 16,2 6 1-16,-5 2 0 15,-2 1-1-15,0-2-5 16,0 0-6-16,0-1-10 16,0-2-10-16,-2-5-10 0,-1-2-4 15,3 0-36-15</inkml:trace>
  <inkml:trace contextRef="#ctx0" brushRef="#br0" timeOffset="-66816.41">18000 7131 108 0,'0'0'22'0,"0"0"15"0,0 0-22 0,0 0-14 0,0 0-6 0,0 0 6 16,0 0-1-16,4 40 3 16,-2-20-2-16,0 2 1 15,0-1-1-15,1-1 0 16,0 0 0-16,2-4 0 15,-3-2-1-15,-1 0-21 16,1-4-20-16,-2-5-20 16</inkml:trace>
  <inkml:trace contextRef="#ctx0" brushRef="#br0" timeOffset="-66380.06">18000 7257 141 0,'0'0'17'15,"0"0"-12"-15,0 0-2 16,0 0-3-16,0 0 1 16,46-23-1-16,-34 18 0 0,1 0 0 15,-2-6 0-15,1 1 0 16,-2-1 1-16,-3-2-1 16,1-1 2-16,-2-2 3 15,0 2 0-15,-1 0 1 16,-1 2-5-16,0 2 0 15,0 2-1-15,0 2 1 0,-1 6-2 16,0 0 1-16,-1 0-3 16,1 6-5-16,-1 7 5 15,-1 1 1-15,1 2 3 16,0-1-1-16,1-2 0 16,-1-3 1-16,0-3-1 0,1-2 0 15,1-4 0-15,1-1 2 16,-2 0 12-16,2-6 10 15,1-3-9-15,1-5-6 16,3 3-5-16,1-2-2 16,3-1 1-16,-1 5-5 15,1 2 4-15,0 7-2 0,1 0 0 16,-1 9-4-16,-1 12-7 16,0 5-29-16,-6 6-23 15</inkml:trace>
  <inkml:trace contextRef="#ctx0" brushRef="#br0" timeOffset="-65750.52">17901 8582 54 0,'0'0'-26'0</inkml:trace>
  <inkml:trace contextRef="#ctx0" brushRef="#br0" timeOffset="-63702.42">17927 8539 90 0,'-2'0'9'15,"2"0"17"-15,0 0 0 16,0 0-18-16,0 3-7 16,0-1-1-16,0 4 0 15,0 2 0-15,0 3 0 0,0 5 1 16,0 1-1-16,0 2 0 16,0-1 0-16,0 3 0 15,0-1 1-15,0-3-1 16,0 0 1-16,0-4-2 15,2-2-12-15,-2-4-26 16,1-4-37-16</inkml:trace>
  <inkml:trace contextRef="#ctx0" brushRef="#br0" timeOffset="-63231.97">17869 8545 92 0,'0'0'-2'0,"0"0"14"0,0 0 10 0,0 0-7 0,0 0-6 15,0 0-4-15,0 0-1 16,0 0-3-16,11-31-1 16,-2 35 0-16,2 5 1 15,-2 1 0-15,0 1-1 16,-2-1 0-16,0 1 1 15,0-2-1-15,-4-2 0 0,1-3 0 16,-1-1 1-16,2-3-1 16,-3 0 1-16,2-3 2 15,1-4 4-15,0-4 0 16,0-2-4-16,1-2-1 16,-1 0-2-16,1 1 0 0,-2 1 1 15,0 2-1-15,-2 4 0 16,-1 1 0-16,0 3 0 15,-1 3 12-15,0 0-1 16,0 0-12-16,0 6-1 16,0 4 1-16,0 4 4 0,2 2-2 15,0 1-1-15,0 0 1 16,0 1 0-16,2-1-1 16,1 0 0-16,0-1-6 15,4-3-23-15,-2-5-10 16,1-2-15-16</inkml:trace>
  <inkml:trace contextRef="#ctx0" brushRef="#br0" timeOffset="-62798.61">18111 8510 149 0,'0'0'-3'0,"0"0"19"0,0 0 6 0,0 0-14 15,0 0-2-15,0 0-5 16,0 0-1-16,-36-9-1 0,29 22 1 16,3 1 1-16,-3 2-1 15,3-2 0-15,3 0 1 16,1-4-1-16,0 0 0 16,0-3 1-16,4-2-1 15,4-3-1-15,-2-2 1 16,3 0 0-16,-2 0 1 0,1-7 2 15,-2-4-2-15,0-2 5 16,-1 0-2-16,-3-1 2 16,0 1 1-16,-2 2-1 15,0 1 1-15,0 4 3 16,0 1 3-16,0 2-5 0,0 0-2 16,0 3-4-16,0 0-1 15,0 0-4-15,0 4 2 16,0 3 1-16,2 2 1 15,3-1-1-15,0 0-7 16,1 1-12-16,1-3-6 0,1 0-16 16,0-2-15-16,-1-4 17 15</inkml:trace>
  <inkml:trace contextRef="#ctx0" brushRef="#br0" timeOffset="-62378.67">18190 8470 73 0,'0'0'13'15,"0"0"25"-15,0 0 3 16,0 0-11-16,0 0-17 16,0 0-8-16,0 0-7 15,0 0-1-15,0 0 0 0,-12-20 4 16,17 27 1-16,1-1-2 16,0-2 1-16,2 0-1 15,3-3 1-15,-1-1-1 16,2 0 0-16,1-1 0 15,-1-7 1-15,-1-3 0 0,0-1 0 16,-3-1-1-16,-1 1 2 16,-3-1 0-16,0 0 2 15,0 3-1-15,-4 1 1 16,2 3-3-16,-2 1 1 16,0 0 1-16,0 5 0 0,0 0-1 15,0 0-5-15,0 7 3 16,0 4 0-16,0 4 0 15,0 1 1-15,0 3-1 16,0 2 0-16,4 3 0 16,0-2 0-16,1 2 1 15,0 1-1-15,2-1 0 0,-5 3 0 16,0 3-7-16,-2 0-22 16,0-3-41-16,-8-2-4 15</inkml:trace>
  <inkml:trace contextRef="#ctx0" brushRef="#br0" timeOffset="-60941.06">18021 9110 45 0,'0'-4'5'0,"0"3"7"0,0-2-8 16,-2 0 0-16,1 0 1 16,0 1 8-16,1 0 1 15,-1-2-2-15,0 1 1 16,-1-1 1-16,1 1-2 0,0 0 6 16,1 2 2-16,-1-1-3 15,1 2-1-15,0 0-4 16,0 0-10-16,0 0-4 15,0 7 0-15,0 3 0 16,0 6 4-16,1 0 0 16,3 2-2-16,0 0 1 0,0 2-1 15,-1-1 1-15,0-1-1 16,-1 1 0-16,-1-4 1 16,-1 2-1-16,0-4 0 15,0-1-1-15,-2-2 1 16,-5-2 0-16,-2-1 1 15,0 0 0-15,-2-1-2 0,-2-2-15 16,0-4-41-16,-1 0-13 16</inkml:trace>
  <inkml:trace contextRef="#ctx0" brushRef="#br0" timeOffset="-60785.33">17885 9088 166 0,'0'0'5'16,"42"-50"-1"-16,-15 23-1 16,3 6-3-16,1 0-11 15,-2 3-45-15,-3 6-47 16</inkml:trace>
  <inkml:trace contextRef="#ctx0" brushRef="#br0" timeOffset="-60351.99">18155 9051 51 0,'0'0'63'0,"0"0"-30"15,0 0-10-15,0 0-1 16,0 0-5-16,0 0-13 16,0 0-2-16,-5 1-1 15,1-1 5-15,-1 0-4 16,-1 4-3-16,0 5 0 0,0 5 3 15,2 2-2-15,-2-1 0 16,4 1 0-16,2 0 1 16,0-5 0-16,0 0-1 15,0 0 1-15,2-4-2 16,4-2-2-16,0-2-4 0,0-3 2 16,-1 0-2-16,-1 0 8 15,2-4 0-15,-4-6 1 16,0-1 4-16,1-1 1 15,-2 2-1-15,-1-1 1 16,0 1 0-16,0 4 4 16,0 1 1-16,0 2-5 0,0 1-4 15,0 2-2-15,0 0-5 16,0 0-3-16,0 7 1 16,1 2 5-16,2 2-6 15,2-1-12-15,-2 0-14 16,1 0-27-16,1-4-20 0</inkml:trace>
  <inkml:trace contextRef="#ctx0" brushRef="#br0" timeOffset="-59975.75">18252 9069 122 0,'0'0'22'0,"0"0"11"0,0 0-15 0,0 0-12 15,0 0-5-15,0 0 0 0,0 0-4 16,0 0-1-16,0 0 3 16,0 0-1-16,10 6 2 15,-9 7 3-15,-1 0-3 16,1-3-3-16,0 0-1 16,3-5 2-16,-2 1 0 15,-1-5-3-15,3-1 3 0,-1 0 1 16,3-3 6-16,-3-6 4 15,5-6 3-15,-3 1-3 16,6-3 2-16,-4 0-3 16,3 1-2-16,2 4-1 15,-1 0 3-15,-3 5-5 0,3 4-2 16,0 3-1-16,-1 0 0 16,-2 9-2-16,-2 9 1 15,-4 4-7-15,-2 6-26 16,0 0-30-16,-7 5-47 15</inkml:trace>
  <inkml:trace contextRef="#ctx0" brushRef="#br0" timeOffset="-59219.57">18079 9579 109 0,'0'0'31'0,"0"0"17"0,0 0-15 0,0 0-19 16,0 0-13-16,0 0-3 0,0 0 3 16,0 0 1-16,-4 47-1 15,6-28 0-15,3-1 0 16,-1-1-1-16,3 0 0 16,-2-3 1-16,-1-1-1 15,0-2-3-15,-2-2-14 0,-1 0-20 16,-1-4-14-16,0-3-8 15</inkml:trace>
  <inkml:trace contextRef="#ctx0" brushRef="#br0" timeOffset="-59020.51">18082 9576 101 0,'0'0'5'0,"0"0"16"15,0 0-1-15,12-41-5 0,-5 31 0 16,3 0-1-16,3 0 3 16,1 0-11-16,3 3-5 15,1-1 0-15,1 2-2 16,-4 3-29-16,-1 1-47 16</inkml:trace>
  <inkml:trace contextRef="#ctx0" brushRef="#br0" timeOffset="-58850.54">18140 9670 213 0,'0'0'15'0,"0"0"-16"16,0 0-1-16,0 0 0 15,0 0-6-15,41-16-37 16,-25 7-13-16,1-1-50 15</inkml:trace>
  <inkml:trace contextRef="#ctx0" brushRef="#br0" timeOffset="-58122.83">18236 9660 64 0,'0'0'3'0,"0"0"0"16,0 0 5-16,0 0 6 15,0 0 0-15,0 0-3 0,0 0 0 16,0 0 2-16,43-30 3 16,-36 19 2-16,-3 2-6 15,-2-1-3-15,0 2-3 16,-2 1-2-16,0 1 0 15,0 3-1-15,-2 2-1 0,-2 1-1 16,-1 0-4-16,-3 4-1 16,2 7 0-16,-1 2 2 15,3 2 3-15,0 0-1 16,4-1 1-16,0-1-1 16,0-3 0-16,4-1 0 0,3-2 0 15,4-4-1-15,-1-2-2 16,0-1-3-16,1 0-5 15,-1-7-1-15,0-5 0 16,0-2 3-16,-4-1 7 16,-1-2 3-16,-1-2-1 0,-2-1 5 15,-1-2 1-15,-1-2 1 16,0 2-1-16,0 1 0 16,0 2-1-16,-3 4 2 15,-1 3 6-15,0 4 5 16,1 3-6-16,1 4-8 0,-3 1-5 15,1 3-2-15,1 12-1 16,-1 1 4-16,2 1 1 16,0 3-1-16,2-3 0 15,0 0 0-15,0-3 2 16,4-2-4-16,0-2 2 0,6-5 0 16,-5 0 0-16,2-4 0 15,0 2-1-15,2-3 1 16,-2 0 3-16,2 1 1 15,-3 4 0-15,1 0-2 16,-1 2 1-16,0 2-2 0,-4 1 0 16,0 3 0-16,-2 1-1 15,0 0 0-15,-7 0 2 16,-2 5-1-16,-4-1-1 16,-3 1 1-16,-3-1-27 0,-4 2-87 15</inkml:trace>
  <inkml:trace contextRef="#ctx0" brushRef="#br0" timeOffset="-57491.49">18196 10042 121 0,'0'0'45'0,"0"0"-7"0,0 0-16 0,0 0-7 0,0 0-4 16,0 0-4-16,0 0-1 16,0 0-5-16,0 0-2 15,0 0 0-15,0 0 1 16,0 0 0-16,0 0 0 16,11 40 0-16,-2-20 0 0,-4 1 1 15,1-4-1-15,-1 1 1 16,-1-2 0-16,0-3-1 15,-2 0 0-15,-2-3 1 16,0-2-2-16,0 2-2 16,-6-1 4-16,-3 1 0 0,-4 0-3 15,-1 1 4-15,-3-1-1 16,1-3-23-16,1 0 26 16,1-3-4-16,3-4-10 15,3 0-40-15,0 0-39 16</inkml:trace>
  <inkml:trace contextRef="#ctx0" brushRef="#br0" timeOffset="-56978.59">18136 10055 144 0,'0'0'19'16,"0"0"16"-16,0 0-17 15,33-47-11-15,-19 37-6 16,1 0 0-16,1 3-1 0,-3 0 0 16,0 3 0-16,-1 3-1 15,-3 1-6-15,-1 0-9 16,-2 2 4-16,-2 8 5 16,2-1 4-16,-5 2 3 15,1 3 0-15,0 0 0 16,-2 3 3-16,2-2-2 0,-2 2 3 15,2-2 5-15,0-2-6 16,0 0-1-16,2-3-1 16,1-3 2-16,0-3 0 15,1-1-2-15,1-3 1 0,1 0-1 16,1 0 2-16,-2-6-1 16,0-2-1-16,0-2 2 15,-1-1-2-15,-2 2 0 16,-2-1 1-16,0 3 1 15,0 1 5-15,-2 3 5 0,0 1 4 16,0 2-4-16,0 0-9 16,0 0-3-16,2 0-2 15,-1 4-1-15,2 0 2 16,1 3 1-16,3 0-1 16,-1 0-1-16,0-1-6 15,1-4-12-15,1 0-8 16,-2-2-17-16,0 0-24 0</inkml:trace>
  <inkml:trace contextRef="#ctx0" brushRef="#br0" timeOffset="-56714.45">18415 9878 218 0,'0'0'18'0,"0"0"-9"0,0 0-10 16,0 0 0-16,0 0 0 16,0 0 0-16,0 0 2 15,-2 50 0-15,2-31-1 16,4 1 1-16,2 0 0 16,0 0 1-16,2 1-2 0,-2-3 1 15,2-2-2-15,-1 1-15 16,0-3-35-16,-1-4-5 15,0-5-6-15</inkml:trace>
  <inkml:trace contextRef="#ctx0" brushRef="#br0" timeOffset="-56437.78">18496 10052 140 0,'0'0'9'0,"0"0"-5"0,0 0-4 15,0 0 0-15,0 0 0 16,0 0 0-16,6 41 1 16,-2-34-1-16,1-1 0 15,1-2 0-15,0 1 0 16,-1-3 1-16,0-2-1 0,0 0 4 16,-3 0 13-16,2 0 6 15,-2 0-8-15,0 0-8 16,-2 6-5-16,0 7 1 15,0 7-2-15,0 8 1 16,-2 9 0-16,-6 3-22 16,1 1-82-16</inkml:trace>
  <inkml:trace contextRef="#ctx0" brushRef="#br0" timeOffset="-54787.63">20356 7917 19 0,'-1'-2'62'0,"0"0"-37"0,0 0 2 0,1 0-9 15,-1 2-12-15,0-1-1 16,1 1-2-16,0 0-1 16,0 0-3-16,0 0-5 15,0 1-9-15,0 1-29 16</inkml:trace>
  <inkml:trace contextRef="#ctx0" brushRef="#br0" timeOffset="-53952.29">20680 8234 35 0,'0'0'7'0,"0"0"-4"16,0 0 1-16,0 0 0 0,0 0 0 16,0 0 0-16,0 0 1 15,0 0 5-15,0 0-1 16,1-4 7-16,-3 1 3 16,2 0 0-16,-2 3-4 15,2-3-1-15,0 2-3 0,0 0-5 16,0-1-3-16,0 2 2 15,-3-1 0-15,3 1-2 16,0 0 2-16,0 0-1 16,0 0-3-16,0 0 0 15,0 0-2-15,0 0 1 16,0 0 0-16,3 3 0 0,-1 2 0 16,-2-2-1-16,3 3 1 15,-1-1 0-15,0 1-1 16,0-2 2-16,2 2-1 15,-3-2 0-15,1-1 0 16,1 0-1-16,2 1 3 0,-5-2-3 16,5-1 2-16,-4-1-1 15,3 0 0-15,0 0-1 16,1 0 4-16,2-4-1 16,1-5 1-16,4-1 0 15,-2 0-1-15,4-2 0 0,1-3-2 16,-1 1 1-16,1-3-1 15,0 0 1-15,1 0-1 16,1-3 0-16,0 0 2 16,1 0 0-16,-2-1-2 15,0 1 3-15,-1 1 1 0,1 0 0 16,-4 4-2-16,0 0 1 16,-2 5-2-16,-2 2-1 15,-1 2-1-15,-1 2 2 16,-1 2-2-16,-4 2-2 15,-1 0-17-15,0 6-37 16,-3 5 2-16</inkml:trace>
  <inkml:trace contextRef="#ctx0" brushRef="#br0" timeOffset="-53347.1">20583 8254 88 0,'0'0'2'0,"0"0"-2"0,0 0 1 16,0 0-2-16,0 0-1 16,0 0 2-16,0 0 1 0,0 0 0 15,0 0 1-15,0 0 0 16,0 0-1-16,20 38 0 15,-16-35 0-15,1 0-1 16,4-3 2-16,-4 0 2 16,3 0 5-16,1-3 2 0,3-4 2 15,1-4-2-15,1-1 1 16,2-2 4-16,3-1-5 16,-1-2 3-16,2-3-1 15,2-2-1-15,3 1-1 16,-3-3-2-16,1-2 1 15,1 1-1-15,-4-2-4 0,0 1 3 16,-4 4-1-16,-3 2 0 16,-4 3-3-16,0 4-1 15,-2 4 0-15,-2 2-2 16,-1 3-1-16,4 3-1 16,-2 1 1-16,2 0-3 0,-1 0-4 15,0 5-13-15,0 4-10 16,-3-1-35-16,-2-4-34 15</inkml:trace>
  <inkml:trace contextRef="#ctx0" brushRef="#br0" timeOffset="-44039.4">18708 4571 25 0,'2'0'16'0,"0"0"5"0,-2-1-4 0,1-2-4 16,0 2-2-16,0-1 0 0,0 1-2 16,-1-2-2-16,1 3 1 15,0-3-1-15,0 3-2 16,0-1-2-16,2 1-2 16,-3-2-1-16,2 2 0 15,-1 0 0-15,0 0 0 0,1 0-1 16,0 0 1-16,0 0 0 15,2 0-1-15,-1 2 0 16,-1 2 1-16,2-1 2 16,0 1-2-16,-2 2 0 15,2-2 1-15,-1 0-1 0,1 2 0 16,1-2-1-16,-3 2 2 16,1-3-1-16,1 0 0 15,-2 0 1-15,0-1-2 16,0 0 2-16,1-1 1 15,3-1-2-15,-3 0 2 0,3 0 1 16,-1 0 6-16,2 0 0 16,-1-5 1-16,2-3-2 15,2 0-2-15,1-2 0 16,3-3-3-16,-3-4 1 16,4-1 2-16,2-1 2 0,4-5 1 15,-1-1 0-15,2-3-1 16,0 1-1-16,2-2 3 15,-3-1 0-15,1 0-1 16,-1 3-4-16,0 3-4 16,3 4-1-16,-5 6-1 15,-4 7-12-15,-3 1-58 0</inkml:trace>
  <inkml:trace contextRef="#ctx0" brushRef="#br0" timeOffset="-29714.9">18495 10821 76 0,'-2'0'19'0,"0"0"3"0,-1 0-2 0,3 0-3 16,0 0-6-16,0-2-2 16,0 2-6-16,0 0-2 15,0 0-3-15,0 0 0 16,3 4 1-16,2 5 0 0,3 5 0 16,-3 2 0-16,1 5 2 15,-1 0 0-15,1 4 0 16,-1 0 0-16,-5-1 1 15,0-1-1-15,0-2-3 16,0-1 6-16,-7-2 1 16,0-3-3-16,-3-2 1 0,-1-3 0 15,3-2 1-15,-3-2 1 16,0-3-2-16,0-1 1 16,1-2-2-16,2 0-1 15,-3 0-1-15,4-7-7 16,0-4-9-16,1-2-35 15,0-2-20-15</inkml:trace>
  <inkml:trace contextRef="#ctx0" brushRef="#br0" timeOffset="-29534.39">18437 10822 79 0,'0'0'3'0,"0"0"-2"0,0 0 1 16,51-48-5-16,-28 35 7 15,0-1-3-15,1-2-10 16</inkml:trace>
  <inkml:trace contextRef="#ctx0" brushRef="#br0" timeOffset="-29035.5">18781 10762 79 0,'0'0'5'15,"0"0"15"-15,0 0-1 16,0 0-4-16,0 0-1 15,0 0-1-15,-41 16 0 0,33-8-6 16,2 2-6-16,1 2 0 16,1 2-2-16,1 0 1 15,2-1 0-15,1-2 0 16,0-1 0-16,0-1 1 16,2-1-2-16,6-2 1 15,-2-3 0-15,4-2 0 0,-2-1-1 16,2 0-1-16,1-4 3 15,0-6 0-15,-4-3 0 16,1-1 1-16,-5-2-1 16,2-1 3-16,-5 2 1 15,0-1 3-15,0 2 3 0,0 4 9 16,0 0-7-16,-1 4 1 16,-1 3-4-16,-1 1-5 15,2 2-4-15,1 0-2 16,0 0-1-16,0 4 0 0,0 3 1 15,7 4 1-15,0 1-2 16,3-1-6-16,1 0-8 16,1-2-11-16,0-2-21 15,0 0-5-15,-1-4-22 16</inkml:trace>
  <inkml:trace contextRef="#ctx0" brushRef="#br0" timeOffset="-28630.66">18950 10737 124 0,'0'0'9'0,"0"0"15"0,0 0 2 0,0 0-10 0,0 0-10 16,0 0-7-16,0 0-1 16,0 0-4-16,0 0 1 15,0 0 3-15,35 4 3 0,-28 9 0 16,1 1-1-16,-3-1 0 15,4 0-5-15,-7-2-5 16,0-4 4-16,1-1 7 16,-3-3-1-16,1-1 0 15,-1-2-3-15,0 0 10 16,0-7 2-16,0-3-3 16,0-3 2-16,0-2 2 0,0-5-1 15,3 4 0-15,2-5-4 16,5 3 0-16,0-1 0 15,2 2-4-15,3 3 0 16,-1 1 1-16,3 3-2 16,0 6-1-16,-2 4 1 0,0 0-1 15,1 6-3-15,-2 9 3 16,1 4-5-16,-7 3-28 16,-2 7-10-16,-3-2-36 15</inkml:trace>
  <inkml:trace contextRef="#ctx0" brushRef="#br0" timeOffset="-28274.26">19861 10376 125 0,'0'0'12'0,"0"0"1"0,0 0-18 0,0 0 4 0,0 0-2 16,0 0 3-16,12 47 3 15,-4-33-2-15,-4 3 1 16,3 0 1-16,-2 0-1 16,0 0 0-16,3-1 2 0,-4-2-1 15,1 0-9-15,-3-3-22 16,0-2-26-16</inkml:trace>
  <inkml:trace contextRef="#ctx0" brushRef="#br0" timeOffset="-28053.49">19874 10374 215 0,'0'0'0'0,"0"0"-2"15,0 0 5-15,36-45-4 16,-21 31 4-16,4 0-2 15,0-1 2-15,1 2-2 16,3 1 0-16,-5 2-6 16,-1 3-52-16,-5 3-35 0</inkml:trace>
  <inkml:trace contextRef="#ctx0" brushRef="#br0" timeOffset="-27890.98">19988 10412 219 0,'0'0'-11'15,"0"0"7"-15,0 0 4 16,51-22 2-16,-30 6-48 0,3-1-38 16</inkml:trace>
  <inkml:trace contextRef="#ctx0" brushRef="#br0" timeOffset="-27547.92">20248 10368 139 0,'0'0'7'0,"0"0"-7"16,0 0 2-16,0 0 0 15,0 0-1-15,38-45-3 16,-32 30 1-16,-2 5-1 16,-2 0 3-16,-2 1 0 15,0 2 1-15,0 3 3 16,-3 1 2-16,-4 3-4 16,-2 0-1-16,-2 7-4 0,0 5 2 15,4 2 0-15,-2 2-3 16,6-1 3-16,3-1-1 15,0 0 2-15,1-3-2 16,12-3-6-16,0-4 2 0,4-2-6 16,1-2-16-16,3-2-42 15</inkml:trace>
  <inkml:trace contextRef="#ctx0" brushRef="#br0" timeOffset="-27090.3">20511 10035 165 0,'0'0'-11'0,"0"0"31"0,0 0-8 16,0 0-14-16,0 0 1 16,0 0-2-16,-21 51 3 15,20-29 2-15,1 3-1 16,0-1-1-16,0 0 0 15,0-4 0-15,1-3-1 0,2-1 1 16,0-6-2-16,1-3-2 16,-2-3-4-16,1-2 2 15,1-2 4-15,1 0 3 16,1-9 9-16,3-2 3 16,2-1-4-16,-2-2 1 0,4 3-4 15,0 0-4-15,0 3-1 16,-2 1 0-16,-1 4-1 15,2 3 1-15,-4 0-2 16,-1 0-2-16,-4 10-1 16,1-1 3-16,-4 6 2 15,0 1 4-15,-5-2-2 0,-8 2 1 16,-3-2 0-16,-3-1 0 16,-1-4-2-16,4 0-1 15,-1-6 1-15,5 0-2 16,3-3-15-16,4-4-42 15,5-12-69-15</inkml:trace>
  <inkml:trace contextRef="#ctx0" brushRef="#br0" timeOffset="-26439.08">20994 9921 104 0,'0'0'71'0,"0"0"-40"0,0 0-19 0,0 0-15 16,0 0 0-16,0 0 2 15,0 0-1-15,0 0 3 0,16 39 2 16,-14-31 0-16,-1 2-1 15,0-3 1-15,2-2-1 16,-3-3-3-16,1-1-3 16,-1-1 2-16,0-1 7 15,0-8-4-15,0-3 1 16,0-3-2-16,-1-4 2 16,-3-1-1-16,2-3-1 0,1-1-1 15,1 2 0-15,0-1-1 16,0 4 1-16,2 3 0 15,7 4-1-15,-4 5 2 16,0 4 0-16,1 3-2 16,0 0-1-16,2 7 0 0,-3 6 3 15,4 0 0-15,-3 0 1 16,4-1 0-16,1-2 0 16,0-3-1-16,3-4-5 15,-1-3-6-15,3 0 5 0,-1-6 3 16,0-6 4-16,-2-4-1 15,2-1 1-15,-2 0 3 16,-1 0 1-16,-2 0 1 16,-2 4 0-16,-3 3-1 15,0 2 1-15,-4 5 6 16,0 0 3-16,-1 3-10 16,1 0-7-16,0 4-1 0,2 5 1 15,-1 2 6-15,3 2-2 16,-2 3-1-16,5-2-2 15,-2 1-13-15,5-3-12 16,1-2-18-16,2-6-4 16,-1-1-40-16</inkml:trace>
  <inkml:trace contextRef="#ctx0" brushRef="#br0" timeOffset="-25907.72">21464 9726 85 0,'0'0'17'0,"0"0"18"0,0 0-2 0,4-40-5 15,-4 35-7-15,0 2-9 16,-4 3-4-16,-2 0-9 16,0 0 2-16,-2 6-1 15,1 4 1-15,0 4-2 0,2 0 2 16,1 1 0-16,4-2-1 16,0-2-2-16,0-1-8 15,0-3-11-15,7-3 0 16,3-4 10-16,2 0 5 15,1 0 3-15,0-7 3 0,2-3 0 16,0-2 1-16,1-1 4 16,-3-3 1-16,3 3 3 15,-5-1 1-15,0 3-3 16,-4 3 6-16,-1 0-3 16,-1 5-2-16,-2-1-6 15,2 4-1-15,-1 0-2 0,-1 0 1 16,1 0 0-16,1 7 2 15,0-1 0-15,1 1-2 16,-4-1 1-16,3-1 0 16,-2 0 0-16,-1-3 1 15,0 0-1-15,0-2 0 0,0 0 1 16,1 0 0-16,1-7 6 16,1-3-3-16,2-2-2 15,-1-2-2-15,0 3 0 16,1-1-1-16,0 1 0 15,2 3-1-15,-3 2 1 0,3 2-1 16,3 2-1-16,-1 2-7 16,-1 0-10-16,4 0-29 15,-1 0-5-15,0 0-40 16</inkml:trace>
  <inkml:trace contextRef="#ctx0" brushRef="#br0" timeOffset="-25373.24">21883 9578 99 0,'0'0'11'0,"0"0"33"0,0 0 6 16,0 0-23-16,0 0-14 0,0 0-13 15,0 0 0-15,0 0-1 16,0 0 1-16,0 0-1 16,-34 1 2-16,30 12-1 15,4 0-1-15,0-2 1 16,0-1 0-16,3 1 1 0,3-1-3 15,3-4-12-15,2-2 1 16,-1-1 3-16,1-3 4 16,1 0 4-16,1 0 2 15,0-10-3-15,1-3 5 16,-1-4 1-16,1 0 0 16,-4-4-1-16,-3 1-2 15,1 0 1-15,-5 0-1 0,-2 1 0 16,-1 3 0-16,0 1 6 15,0 6 7-15,0 2-7 16,-4 1-1-16,2 5-4 0,2 1-2 16,-2 0-9-16,2 5-4 15,0 4 15-15,0 2-1 16,5 3 0-16,1-2 1 16,1-1 0-16,-1-2 1 15,1-4 0-15,-1 1-1 16,2-5 0-16,-5-1 2 15,2 0 1-15,0 0 9 0,-1-10 4 16,-1-4 3-16,0-4-3 16,-1-1-1-16,0-3-6 15,-2 1-6-15,0-1-3 16,3 1-1-16,1 4-2 0,2 2-13 16,0 2-41-16,2 2-67 15</inkml:trace>
  <inkml:trace contextRef="#ctx0" brushRef="#br0" timeOffset="-24994.56">22592 9322 151 0,'0'0'16'0,"0"0"15"0,0 0 2 0,0 0-15 16,0 0-6-16,-2-37-9 15,-4 20-2-15,2-1 0 0,0-1 0 16,0-2 4-16,2-1 6 16,0-1-2-16,2 0-7 15,0-1-2-15,2 1 0 16,6 4 1-16,1 1-2 15,-1 7 1-15,2 2 0 0,-3 6-1 16,5 3-1-16,-1 0 0 16,4 4-1-16,-1 9-1 15,-1 3-2-15,-1 2-4 16,0 2-8-16,-5 0-5 16,-2-1-15-16,-3-1-10 15,-2-1-3-15</inkml:trace>
  <inkml:trace contextRef="#ctx0" brushRef="#br0" timeOffset="-24886.52">22584 9226 133 0,'0'0'-5'15,"0"0"11"-15,0-37-1 16,13 22-4-16,4-2-3 16,2-1-36-16</inkml:trace>
  <inkml:trace contextRef="#ctx0" brushRef="#br0" timeOffset="-24487.46">22782 9052 122 0,'0'0'27'0,"0"0"-16"15,0 0 9-15,0 0-2 16,20 43-11-16,-11-25-3 0,0-1-2 16,1-1 1-16,1 1 1 15,-1-1-1-15,-1-1-1 16,-1 1-1-16,-2-2-1 15,-2 0-6-15,-2-2-6 16,-1-4 5-16,-1-1-7 0,0-4 4 16,0-3 6-16,0 0 12 15,-6-4-3-15,-2-9-6 16,-2 0-4-16,1-4 2 16,1-4-2-16,1 1 2 15,3-3 6-15,3-1 1 0,1 1 4 16,0-1-1-16,8 1 2 15,3 2-2-15,2 3-2 16,5 2-2-16,-1 2-2 16,1 4 0-16,0 3-1 15,0 6 0-15,-3 1-1 16,-5 4-1-16,-2 10-5 0,-2 3-12 16,-4 5 4-16,-2 0-3 15,0 1-12-15,-10-3-14 16</inkml:trace>
  <inkml:trace contextRef="#ctx0" brushRef="#br0" timeOffset="-23783.7">23021 9095 135 0,'0'0'20'0,"0"0"0"0,20-37 6 0,-12 24-14 0,-2 1-7 16,-1 0 0-16,1-1-4 15,0 2 1-15,-2 1-1 16,0 0 0-16,0 4 0 16,-1 2-1-16,1 1 0 15,0 3 0-15,1 0-3 16,0 3-1-16,3 4-2 0,-3 4 4 16,3 1 5-16,-1-2-1 15,2 1 0-15,-1-2-1 16,2-3-1-16,-1-2 1 15,0-3 0-15,2-1 0 0,-2 0 0 16,2-6 1-16,-3-8-1 16,0 1 1-16,1-5-2 15,-3-3 1-15,-1-1-1 16,-2-2 2-16,0 4-2 16,-2-1 0-16,-1 7 0 0,0 1 0 15,0 5 3-15,0 3 5 16,0 4-3-16,0 1-4 15,0 0-7-15,1 4-5 16,0 6 11-16,3 3 2 16,3 1-1-16,-2 0 0 0,1-1 0 15,1-3 0-15,1-2 0 16,-2-2 0-16,2-2-1 16,-5-1 0-16,1-3 1 15,2 0 0-15,-3-4 4 16,0-7-2-16,2-1-1 15,0-5-2-15,-3-4 1 0,1-2-1 16,-1-1 0-16,-1-4-1 16,-1-2-2-16,0-2-4 15,0 3 3-15,0-3 1 16,0 4 2-16,0 4 0 16,0 6 1-16,0 3 2 0,-1 5 1 15,0 5 5-15,0 3 1 16,-1 2-7-16,2 6-8 15,0 9-2-15,0 6 6 16,0 4 3-16,4 5 3 0,5 1-2 16,2 0-4-16,-1-1-31 15,0-2-45-15,-1-3-45 16</inkml:trace>
  <inkml:trace contextRef="#ctx0" brushRef="#br0" timeOffset="-18699.11">10844 12133 50 0,'0'0'9'0,"0"0"4"0,0 0-11 0,0 0 0 16,0 0-1-16,0 0 0 15,0 0 5-15,0 0-2 16,-35 20-1-16,30-19 0 16,3 2 0-16,0-2 1 15,0 1 4-15,0-2-6 16,0 1-1-16,2-1-1 0,-1 3-1 15,1 0 2-15,0 1-2 16,1 3 2-16,5-1-1 16,1 1 1-16,2 3 1 15,4-1-2-15,-2 2 1 0,0 0 0 16,3-2-1-16,-3-1 0 16,3 2 0-16,-2-4 0 15,1-2 0-15,0-4 4 16,2 0-1-16,3-2 3 15,2-11 2-15,0-6 1 16,4-6 3-16,4-5-5 16,1-7 0-16,2-4-1 0,0-5 0 15,-1 1 0-15,0-4 4 16,2 1-3-16,-3 4 0 16,0 0-3-16,0 4 1 0,-2 3-3 15,-3 6-1-15,1 5 0 16,-3 5-1-16,-2 7 0 15,-2 6-7-15,-4 6-34 16,-7 2-33-16</inkml:trace>
  <inkml:trace contextRef="#ctx0" brushRef="#br0" timeOffset="-12972.15">13728 11951 165 0,'-9'-7'8'0,"-1"-2"37"0,4-1-16 0,-1 2-9 0,4 5-15 16,2 0-2-16,1 0-3 15,0 3-4-15,0 0-50 16,4 0-31-16,1 0-39 15</inkml:trace>
  <inkml:trace contextRef="#ctx0" brushRef="#br0" timeOffset="-11225.64">13924 12143 24 0,'1'0'26'0,"-1"0"13"0,0 0 33 16,0 0-33-16,0-3-13 15,-1-3 0-15,-3 0-2 16,0 1-11-16,0-2-7 15,1 1-2-15,-3 3 0 16,1 0-3-16,0 2 0 0,-3 1-1 16,1 0 0-16,0 9-3 15,-4 6 0-15,4 1 1 16,-1 2 0-16,3 1 2 16,-1-2-1-16,5-2 0 15,1-2 0-15,0-2-2 16,0-5 0-16,4 0 3 0,3-5 0 15,0-1 0-15,-1 0-2 16,3-2 3-16,-3-6 3 16,2 1-2-16,-3 0-1 15,-1 1 0-15,0 2 0 16,-2 1-1-16,2 3-1 0,4 0-3 16,-1 0-4-16,4 0-1 15,4 2 5-15,0 2 3 16,1 0 1-16,-1-1 0 15,0-3 1-15,-3 0 0 16,1 0 0-16,-3 0 1 16,1-4 2-16,-1-7-1 0,-3-2 0 15,1-2-1-15,-1-6 0 16,2 0-4-16,-6-5-6 16,1-2-4-16,0-5-1 15,0-2 6-15,-3-1 4 16,1-3 0-16,0 3 0 0,-2 2 4 15,0 8-3-15,0 4 5 16,0 8-2-16,0 6 3 16,0 4 10-16,0 4-6 15,0 4-7-15,0 12-9 0,0 8 2 16,0 6 4-16,0 8 1 16,6 5 3-16,3 2-2 15,5 4 1-15,2 0 0 16,-1 1-38-16,3 0-66 15</inkml:trace>
  <inkml:trace contextRef="#ctx0" brushRef="#br0" timeOffset="-10897.93">14662 12166 124 0,'0'0'0'0,"0"0"9"0,-19-44-1 0,4 32-1 0,0 5-4 15,-5 1-3-15,1 3 16 16,2 3-7-16,-1 0 0 16,3 3 1-16,-1 7-7 15,3 6-3-15,1 2-2 16,4 5 1-16,3 0-2 15,3 2 2-15,2 0-1 16,0-3 0-16,9-4-2 0,5-5 0 16,1-5-4-16,5-6-4 15,-2-2 5-15,4-6-5 16,-1-10-6-16,0-7-17 0</inkml:trace>
  <inkml:trace contextRef="#ctx0" brushRef="#br0" timeOffset="-10648.27">14698 11704 119 0,'0'0'3'0,"0"0"24"0,0 0-14 15,0 0-14-15,0 0-6 16,-34 55 4-16,28-22 2 15,4 5 4-15,2 5-1 16,0 5-3-16,0 6 2 16,0 0 1-16,6 0 0 15,0-4 2-15,0-5 3 16,2-5-18-16,-3-9-39 0</inkml:trace>
  <inkml:trace contextRef="#ctx0" brushRef="#br0" timeOffset="-10277.88">14820 12150 159 0,'0'0'39'0,"0"0"-24"16,0 0 6-16,0 0-14 15,0 0-11-15,0 0 10 0,0 0-11 16,-41-3-1-16,33 17 5 15,2 3 1-15,-1-1-2 16,4-1 2-16,2-2-1 16,1-3 0-16,0-1-3 15,3-4-18-15,6-5-9 0,1 0 9 16,1-2 19-16,-1-10 3 16,1 1 2-16,-1-2 0 15,0 2 10-15,-3 1 12 16,-1 3-7-16,0 2-8 15,-1 3-9-15,4 2-1 16,-3 0-4-16,2 0 2 16,2 5 3-16,-1 1-1 0,1 1-1 15,0-4-32-15,-2 0-8 16,-2-3-77-16</inkml:trace>
  <inkml:trace contextRef="#ctx0" brushRef="#br0" timeOffset="-10035.72">15080 11714 201 0,'0'0'3'0,"0"0"-9"15,0 0-16-15,0 0 30 16,0 60-8-16,0-28 1 15,0 5 1-15,3 0 0 0,3 3-1 16,-1-1 0-16,-1-1 3 16,1 0-1-16,-3-4-19 15,-2-4-49-15,0-6-19 16</inkml:trace>
  <inkml:trace contextRef="#ctx0" brushRef="#br0" timeOffset="-9858.56">14970 12065 243 0,'0'0'1'16,"0"0"-6"-16,0 0 2 16,0 0 4-16,56-33 0 15,-31 23-4-15,-3 2-30 0,1-1-45 16</inkml:trace>
  <inkml:trace contextRef="#ctx0" brushRef="#br0" timeOffset="-9466.49">15289 11989 198 0,'0'0'4'0,"0"0"16"15,0 0-10-15,0 0-4 0,0 0-3 16,10-41-1-16,-5 34-3 16,3 0 0-16,1 1 1 15,1 3-1-15,0 3-2 16,0 0-3-16,-3 12 0 16,-1 6 4-16,-2 6 0 0,-4 3-15 15,0 3-10-15,0 0-12 16,-10 0 14-16,-3-4 11 15,-1-5 1-15,-1-7-11 16,0-4 25-16,3-6 7 16,0-4 8-16,5 0 7 0,1-10-1 15,4-2-1-15,1 0-12 16,1-1 13-16,0 3 2 16,5-1-14-16,4 4-7 15,5 0-5-15,3 0 0 16,5-2 0-16,1 0 0 15,-2-6-49-15</inkml:trace>
  <inkml:trace contextRef="#ctx0" brushRef="#br0" timeOffset="-8650.05">15066 8128 223 0,'0'0'2'0,"0"0"10"0,0 0-2 0,0 0-5 15,0 0-4-15,-21-36-6 0,21 36-28 16,4 0-43-16</inkml:trace>
  <inkml:trace contextRef="#ctx0" brushRef="#br0" timeOffset="-8162.3">15262 8321 203 0,'0'0'0'0,"0"0"7"15,0 0-1-15,2-37 7 16,-7 31 2-16,-3 5-11 16,-2 1-9-16,-1 1 13 15,-3 13-9-15,3 1 0 0,-3 3-1 16,4 2 0-16,3 0 1 16,5-4-1-16,2-1 0 15,0-5-1-15,0-1-2 16,7-4-1-16,3-3 6 15,4-2 5-15,-1 0-2 0,1-9 0 16,-1-4 0-16,3 1-1 16,-5-1-1-16,0 1 0 15,-3 1 0-15,2 5-1 16,-5 4-1-16,3 0-1 16,0 2-2-16,1 0 0 0,1 4-1 15,2 2 2-15,-3 1 3 16,3 0 0-16,0-1 0 15,-3-3 1-15,-2-2 0 16,4-1-2-16,-4 0-5 0,0-7-4 16,1-10-12-1,-3-3-32-15,1-8-42 0</inkml:trace>
  <inkml:trace contextRef="#ctx0" brushRef="#br0" timeOffset="-8001.79">15458 7925 193 0,'0'0'19'0,"0"0"-33"0,0 44-1 15,0-15 8-15,6 11 6 16,0 4 2-16,4 6 0 16,1 3 2-16,0 2 3 0,-1-3-52 15</inkml:trace>
  <inkml:trace contextRef="#ctx0" brushRef="#br0" timeOffset="-7681.71">15999 8361 126 0,'0'0'16'0,"5"-43"-12"15,-5 22 11-15,-5 1 7 16,-6 4-6-16,-1 2-6 16,-2 3 4-16,1 5-6 15,1 3-7-15,-2 3 3 0,3 7 4 16,-1 10-9-16,4 6 0 16,1 2-2-16,3 3 1 15,2-3 0-15,2-1 1 16,0-4-2-16,8-6 0 15,1-4-2-15,6-4-20 16,0-6 7-16,4 0 0 0,-2-10-9 16,2-8-27-16</inkml:trace>
  <inkml:trace contextRef="#ctx0" brushRef="#br0" timeOffset="-7424.6">16037 7849 74 0,'0'0'100'0,"0"0"-88"15,0 0 10-15,0 0-31 16,0 0-10-16,0 0 12 16,-14 50 11-16,12-14 4 15,1 3-7-15,1 5-2 16,0 2 2-16,0 1 0 15,0-1 0-15,0 1 2 16,5 0 2-16,1-1 0 0,-2-4-16 16,2-3-55-16,-1-8-12 15</inkml:trace>
  <inkml:trace contextRef="#ctx0" brushRef="#br0" timeOffset="-7033.35">16229 8322 78 0,'0'0'130'0,"0"0"-121"16,4-47 10-16,-9 36-5 0,-1 3-9 15,-4 3-3-15,-1 5-3 16,1 0 2-16,-2 3 0 16,2 11-2-16,1 0 1 15,2 5 0-15,-1-1 0 16,4 2 0-16,3-3-1 15,1-1 0-15,0-5 0 0,1-1-6 16,6-4-13-16,1-6-8 16,3 0 21-16,1 0 13 15,0-10-1-15,-3 0 2 16,0 0-4-16,0 2-1 16,-5 0 15-16,-1 4-10 15,-3 4-2-15,1 0 3 0,0 0-8 16,-1 0-8-16,2 0-7 15,2 0-6-15,-2 7 4 16,1 1 15-16,4 0 1 16,-3 2 5-16,-1-2-4 0,0-2-24 15,2-1-18-15,0-5-44 16</inkml:trace>
  <inkml:trace contextRef="#ctx0" brushRef="#br0" timeOffset="-6767.77">16333 7907 198 0,'0'0'4'0,"0"0"-5"0,0 0-2 0,0 0-6 16,0 54 10-16,0-23 2 15,4 1 2-15,0 1-5 16,2 0 0-16,-1-1 1 16,-1-1 0-16,0 2 1 0,-2-2 4 15,-1-1-1 1,-1-2 0-16,0-4-24 0,0-4-72 16</inkml:trace>
  <inkml:trace contextRef="#ctx0" brushRef="#br0" timeOffset="-6605.01">16280 8196 240 0,'0'0'8'0,"0"0"-6"0,0 0-1 16,44-37-1-16,-19 29 1 15,0 0-4-15,2 1-46 16,-5 0-45-16</inkml:trace>
  <inkml:trace contextRef="#ctx0" brushRef="#br0" timeOffset="-6143.21">16544 8079 166 0,'0'0'5'16,"0"0"1"-16,0 0 9 15,0 0-5-15,25-41-6 16,-17 35 0-16,-1 1-2 16,2 5-1-16,-2 0-3 15,0 0-6-15,4 11 1 0,-4 2-5 16,1 7 11-16,-1 3 4 16,0 1 1-16,-3 1-3 15,-2 2 1-15,-2-1 1 16,0-1-1-16,-4-2-1 15,-7 0 0-15,-3-2-1 0,-3-1-1 16,1-1 0-16,-6-4 1 16,4-5-5-16,-2-3 5 15,3-5 3-15,5-2-1 16,5-5 1-16,-1-7-1 16,7-4 7-16,1-1-4 0,0-1-3 15,3 2 2-15,5 0-3 16,1 6 2-16,-1 3-1 15,4 5 0-15,-1 2-5 16,5 0 1-16,-2 1-2 16,2 10 0-16,1 3 2 15,1 3 2-15,-3 2 0 0,-1 2-8 16,-5 0-50-16,-2-3-45 16</inkml:trace>
  <inkml:trace contextRef="#ctx0" brushRef="#br0" timeOffset="5845.7">18779 4589 16 0,'0'0'3'0,"0"0"-1"0,0 0 0 0,0 0-1 0,0 0 3 16,0 0 1-16,0 0-7 15,0 0-2-15,0 0 24 16,0 0 2-16,0 0-1 15,23-16-2-15,-23 14 4 0,-2 0-5 16,-1 0 4-16,1 2-10 16,2 0 2-16,0 0-11 15,0 0-11-15,0 0 1 16,0 6 1-16,0 2 8 16,0-2 1-16,0 5-2 0,1-3-1 15,3 0 0-15,-2-1 0 16,2-1-1-16,-1-2-2 15,3-1-2-15,0-2 2 16,-1-1-3-16,4 0 0 16,2-8 6-16,5-8 8 15,-1-4 2-15,4-4-5 0,4-7-2 16,4-3-2-16,0-7 0 16,1-2-1-16,3-7 2 15,0 1-1-15,0-4 2 16,0 3 0-16,-1 0-1 15,-3 8 0-15,-3 5-1 0,-4 11 0 16,-3 7 0-16,-5 7-1 16,-4 7 0-16,-6 5-4 15,-2 5-33-15,-6 11-20 16,-11 8-51-16</inkml:trace>
  <inkml:trace contextRef="#ctx0" brushRef="#br0" timeOffset="6315.69">18742 4531 77 0,'0'0'4'0,"0"0"-2"0,0 0 2 0,0 0-2 16,-3 46 0-16,3-36 1 15,0 0-2-15,3-3 1 16,2-3 0-16,2-1-2 0,-2 0 3 16,4-3-1-16,-2 0 0 15,0-4 1-15,3-6 4 16,0-6 4-16,2-1-2 16,0-7-4-16,4-5 9 15,2-5-8-15,3-9 6 0,6-9 5 16,7-12-8-16,9-11-3 15,5-7-3-15,13-12-1 16,1-4 0-16,6-4-6 16,-2 1-101-16</inkml:trace>
  <inkml:trace contextRef="#ctx0" brushRef="#br0" timeOffset="14056.63">1118 7378 48 0,'0'0'12'15,"0"0"5"-15,0 0-5 0,0 0-2 0,0 0-7 16,0 0 4-16,0 0-3 16,0 0-1-16,0 0 2 0,0 0-2 15,0 0-1-15,-27-27-2 16,18 27 2-16,0 0-1 16,-2 0 0-16,-2 0-1 15,2 5 0-15,-1 1 0 16,-1 0 0-16,0 1-1 15,-1 4 4-15,-3 1-3 0,1 3 1 16,-3 5-2-16,2 4 1 16,-4 2 1-16,2 5 0 15,-2 0-1-15,1 3 0 16,3 1 0-16,-4 0 1 0,1-1-2 16,0 2 1-16,-2-1 0 15,-3 5 0-15,2-2-1 16,0 5 0-16,0 2-3 15,-2-1 3-15,3 0-1 16,2-1 3-16,-1 2 1 16,1-2-2-16,5 0 1 0,-1 1 0 15,3 1 1-15,2 1-1 16,3-2-1-16,4-2 1 16,4 1 0-16,0-4 0 15,0 1 0-15,2-1 0 16,6-2 0-16,0-2-2 0,1-2 1 15,3-3-2-15,1-3-1 16,0-3-2-16,5-3 2 16,0 0 1-16,4-1 1 15,1 0 1-15,4 2 0 16,-2 3 0-16,1 3 0 0,-2 5 0 16,1 8 0-16,-5 2 0 15,-4 5 1-15,-2 5 0 16,-4 4 0-16,-3 1 1 15,-3 4 0-15,-1 2 1 16,-3-1-1-16,0-2-1 16,-7 4 2-16,-4-5 0 0,-5-1 1 15,-2 2-1-15,-4-1-1 16,-3 1 2-16,-4 0 0 16,0-3-1-16,1 1 1 15,-3-4-1-15,6-1 1 0,-2-7-2 16,6-4 0-16,2-7-1 15,3-6 1-15,5-4-1 16,1-8 1-16,4-1-5 16,2-4-2-16,4-3-6 15,0-3-5-15,0 0 2 0,10 0 11 16,0 1 2-16,3 1-1 16,5 0-1-16,-1 1 3 15,4 7-2-15,0 1 1 16,2 5 0-16,0 4 1 15,0 3 0-15,1 4 0 0,-2 5 0 16,-2 2 1-16,-1 3-1 16,-2 4 1-16,-3 3-1 15,-6 4 1-15,-1 1 0 16,-3 2 1-16,-3 3 0 16,-1 0 0-16,0 5 1 15,-7 0 0-15,-4 5 0 0,-5 3-1 16,-1 3 2-16,-4 2-2 15,-2 1-1-15,-1-2 0 16,-2 4 0-16,-1 2 0 16,0-1 0-16,0-3-1 15,2 4 2-15,0 3-2 0,2 2-1 16,0-3 1-16,3 0-1 16,4 2 2-16,0 3-1 15,3 0 1-15,1-1-1 16,4 2 0-16,4 3 0 15,4-3 0-15,0-1-1 0,6 0 1 16,10-1-1-16,2-3 1 16,6-3-1-16,3 0 1 15,5-3-1-15,3-1 1 16,3-8-2-16,3-4 1 16,1-6 0-16,2-6 2 0,1-9 0 15,-2-6 0-15,4-7 1 16,1-4 2-16,6-4 2 15,2-8 5-15,0-9 5 16,-5-9-30-16,-5-2-158 16</inkml:trace>
  <inkml:trace contextRef="#ctx0" brushRef="#br0" timeOffset="15022.49">852 14387 82 0,'-8'0'19'0,"2"0"-7"0,-2 0 13 0,1 0-4 0,3-3-14 15,-1 2 1-15,-2 0-3 0,0 0-1 16,1 1-2 0,-1 0-1-16,-2 0 0 15,0 0 0-15,-4 1 0 0,-1 5-1 16,1 4-1-16,-3 2 3 16,1 2-2-16,-5 1 0 15,6 5 0-15,-4 3 0 16,3 2-1-16,-1 4 1 0,1 3-1 15,-1 4-1-15,1 0 2 16,0 5-1-16,0 1 1 16,3 1-2-16,-2 2 1 15,4 2-2-15,3 3 1 0,-1 3 2 16,3 2 0-16,1 6 1 16,2 2-1-16,0 3 1 15,-2 5-1-15,4 0 1 16,-2 5-1-16,2 0 0 15,0 5 0-15,0 0 0 0,0 3 0 16,6 0-1-16,0 2-1 16,3 4 0-16,0-5-2 15,6 0 0-15,3-4 2 16,2 0-2-16,3-4 1 16,4-4 0-16,2 0 2 0,4-2 1 15,-1-1 0-15,3-3 0 16,-1-2 0-16,1-4 0 15,1-4 0-15,-2-7 1 16,2-5 1-16,-1-5-4 16,1-8 2-16,0-3 0 15,-3-5 0-15,-2-4 0 0,-4-3 2 16,0-3-1-16,-4-1 1 16,-4-2 3-16,2-2 4 15,-6 2 1-15,-1-8-20 16,-5 0-63-16</inkml:trace>
  <inkml:trace contextRef="#ctx0" brushRef="#br0" timeOffset="15648.9">1281 17477 9 0,'0'0'2'0,"0"0"-1"0,0 0 1 0,38-35 7 15,-32 23 6-15,-1 0 4 16,-3-3 3-16,0-2 1 16,-2-1 0-16,0-5 5 15,0 0-1-15,0-4-6 0,-2-1-7 16,-2 1-1-16,-1-3 2 16,1 1-6-16,2 0-5 15,0 1-2-15,2-4-3 16,0 1-25-16,0-3-96 15</inkml:trace>
  <inkml:trace contextRef="#ctx0" brushRef="#br0" timeOffset="16309.74">1000 17378 59 0,'0'0'31'0,"0"0"-27"0,4-43 2 0,0 32 1 15,3 2-4-15,0 4-2 16,6 3 0-16,-2 2-1 0,7 0-3 15,0 9-2-15,2 5 5 16,3 0 5-16,1 3-3 16,0 0 1-16,1-4-2 15,-2 0 0-15,-2-5-1 16,-2-5-1-16,-1 0 1 0,-7-3 8 16,0 0-4-16,-2-4 5 15,-4-5 5-15,-1-2 2 16,-2-3 1-16,2-5-7 15,-1-3-2-15,-1-3-7 16,-2-3-55-16,0-1-94 16</inkml:trace>
  <inkml:trace contextRef="#ctx0" brushRef="#br0" timeOffset="16678.99">1527 17565 154 0,'0'0'7'0,"0"0"3"15,0 0-27-15,0 0 9 0,0 0 3 16,7 43 2-16,-1-25 2 16,3-2 1-16,1 3-1 0,0-1 2 15,-3-1 0-15,2-1 1 16,-2-1 0-16,-1 1 3 15,-1-1-2-15,-3-3-12 16,-2-1-33-16</inkml:trace>
  <inkml:trace contextRef="#ctx0" brushRef="#br0" timeOffset="17302.11">1337 17704 112 0,'0'0'4'0,"0"0"2"16,0 0-9-16,0 0-3 0,0 0 1 16,0 0 3-16,0 0 9 15,0 0 5-15,13-21 4 16,-2 10-2-16,3-3-7 15,-1-2-3-15,3 0-2 16,-1-2 1-16,1-3-1 16,0 1 0-16,0 1 0 0,-1-2-1 15,1 2 1-15,-3 1 0 16,-1-2-1-16,1 5 1 16,-4 0-1-16,4 3 0 15,-4 2-1-15,0 3-1 16,0 1-2-16,-2 2-3 0,-3 2-3 15,0 1 1-15,1 1-2 16,-3 0 4-16,0 0-2 16,-2 0 1-16,2 0 7 15,-2 0 1-15,0 1 1 16,3 3 0-16,0 1-1 0,-1-1-1 16,0 0 0-16,0 2 0 15,2 1 0-15,-1 1-1 16,3 2 0-16,-2 2 0 15,2 2-1-15,-2 0 2 16,1 3 0-16,1 2 0 16,0-2 0-16,1 1 2 0,-2-2-2 15,2-4-2-15,-1 0 1 16,-2-2 1-16,1-4-1 16,2-1-2-16,0-4 3 15,-3 1 1-15,3-2 0 16,1 0 8-16,4-7 6 0,-1-6 1 15,1-5-4-15,-2-4-18 16,-5-5-52-16</inkml:trace>
  <inkml:trace contextRef="#ctx0" brushRef="#br0" timeOffset="17493.89">1534 17183 218 0,'0'0'8'0,"0"0"0"0,0 0-6 0,0 0-1 0,0 0-38 16,0 0-17-16,0 0-1 0</inkml:trace>
  <inkml:trace contextRef="#ctx0" brushRef="#br0" timeOffset="18280.51">1734 17342 145 0,'0'0'4'16,"0"0"-21"-16,0 0 11 0,0 0 0 16,0 0 1-16,0 0 3 15,45 39 2-15,-32-28 1 16,-1 0-1-16,1 1 0 15,-4-2-1-15,-1 0 2 16,0-2 0-16,-4-1 1 16,-3-1 0-16,3-3 0 0,-4 0 0 15,0-3 1-15,0 0 8 16,-2 0-4-16,-3-6-1 16,-3-5-3-16,0-2-4 15,1-3-1-15,1-1 2 0,0-3 0 16,3 3 0-16,1-1 2 15,2 2 1-15,0 1 2 16,0 2-2-16,0 3-1 16,7 0-2-16,1 3 0 15,4 3-3-15,-3 2-4 16,4 2 0-16,-1 0 0 0,1 7 1 16,-3 7 3-16,4 2 3 15,-3 0 1-15,-1 2 1 16,-4-1-2-16,1 0 0 15,-3-4 0-15,-1-2 1 0,-3 1-1 16,0-5 1-16,0-2 1 16,0-2 0-16,0-1 2 15,-5-2 0-15,1 0-3 16,-1-9 6-16,-1-6-7 16,-1-1 2-16,2-4-1 15,1-2 1-15,0-1-2 0,1 1 1 16,3 0 1-16,-2 0 1 15,2 2 1-15,0 3 0 16,0 2-2-16,2 4 0 16,5 3-2-16,-1 3-1 15,1 3-4-15,0 2-8 16,2 0-2-16,2 11 6 0,-2 2 12 16,0 4 1-16,0 3 1 15,-1-1-1-15,2-1-3 16,-4-1-25-16,1-6-37 15</inkml:trace>
  <inkml:trace contextRef="#ctx0" brushRef="#br0" timeOffset="18638.46">2057 17212 166 0,'0'0'34'0,"0"0"-34"0,0 0-4 15,0 0 4-15,0 0 0 16,10-39 2-16,-9 29-1 16,1-1-1-16,0-1 2 0,-2-1-1 15,0-2 0-15,0 4 0 16,-2 0 1-16,-3 0 0 16,-1 2 0-16,-1 1 0 15,1 4-1-15,-4-2-2 16,4 5 5-16,-1 1-2 15,1 0-1-15,1 0 2 0,4 10-3 16,1 3-4-16,0 4 0 16,0 3 0-16,1 2 0 15,8 0 3-15,0-1 0 16,4-2-1-16,1-4 0 16,1-1 3-16,5-5 0 0,3-6 1 15,-2-3-34-15,4-13-43 16</inkml:trace>
  <inkml:trace contextRef="#ctx0" brushRef="#br0" timeOffset="19065.03">2338 16399 121 0,'0'0'2'16,"0"0"1"-16,0 0 0 16,-44 0 2-16,32 13-6 15,3 4 0-15,-1 3-3 16,2 4 2-16,1 2 3 0,3 2 1 16,4 2-1-16,0 0-1 15,0-2 2-15,4-2-4 16,7-1 1-16,1-5 0 15,1-1-3-15,5-7 3 16,-2 0 0-16,4-4 2 16,-1 2 2-16,0-5-3 0,1 2 8 15,-1-2-7-15,-4 1 0 16,-5 4-1-16,0 0 0 16,-5 1 1-16,-3 5 8 15,-2 1 4-15,0 4-1 0,-7 2-3 16,-4 1-2-16,0 0-1 15,2 0-1-15,-3-4-1 16,6-4-2-16,1-8-19 16,3-8-59-16</inkml:trace>
  <inkml:trace contextRef="#ctx0" brushRef="#br0" timeOffset="19983.23">2600 16699 166 0,'0'0'-1'0,"0"0"-4"15,0 0 5-15,0 0 1 16,0 0 3-16,0 0 7 16,0 0-4-16,0 0-5 15,0 0-1-15,-20-27 0 0,9 20 1 16,1-2-1-16,0 1 0 15,3 0 1-15,-3 0 0 16,4 1-1-16,-1 4 1 16,1-1-2-16,2 1-2 15,3 3-4-15,-2 0 8 0,3 0-4 16,0 10-1-16,0 1-1 16,4 5 0-16,2 0 1 15,1 2 1-15,1 1 0 16,2-2-3-16,-2-2 3 15,3 0-3-15,-1-3 2 0,-2-2-2 16,3-4 1-16,-2-1 1 16,-2-4 4-16,2-1 0 15,-3 0 2-15,1-2 2 16,0-8 5-16,0 0-1 16,-1-4-4-16,1-3-1 0,-3 0 0 15,0-3-1-15,0-1-2 16,0 2 0-16,-2-2 3 15,-2 1-4-15,2 3 2 16,-1 0-2-16,1 4 0 16,0 0 1-16,-2 2-1 0,2 3 0 15,0-1 0 1,0 5 0-16,0 0 0 0,0 2-1 16,4 2-1-16,-2 0-7 15,1 0-7-15,1 6 4 16,1 2 11-16,2 2 0 15,0 3-1-15,-2 0 1 0,3-2 0 16,2 1-1-16,-4-1 0 16,3-3 0-16,-1-2 0 15,-1-3 2-15,-1-2-3 16,2-1 2-16,-1 0 5 0,-1-7 5 16,-1-3 2-16,0-4-2 15,-4 0-1-15,1-3-3 16,-4-2-1-16,0 1-2 15,0-1 1-15,0-2-1 16,-7 4-1-16,3 1 0 16,-4 2 0-16,0 4 0 0,2 2 0 15,1 2-3-15,1 2 1 16,-1 3-1-16,4 1 6 16,1 0-3-16,0 0-5 15,0 4-4-15,0 4-1 16,2 1-1-16,8 0 3 15,-1 2-1-15,0-4 2 0,2 3 4 16,2-2 2-16,-2-3 1 16,3 0 1-16,-3-2 1 15,1-2 4-15,-1-1 1 16,-1 0-1-16,-2-7-34 0,-2-7-33 16</inkml:trace>
  <inkml:trace contextRef="#ctx0" brushRef="#br0" timeOffset="20126.35">2778 16240 135 0,'0'0'2'0,"0"0"-1"0,0 0-24 15,0 0-29-15</inkml:trace>
  <inkml:trace contextRef="#ctx0" brushRef="#br0" timeOffset="20723.92">3002 16341 179 0,'0'0'5'15,"0"0"9"-15,3-40 1 16,-3 23-3-16,0 0-8 15,-3-1-2-15,-6-1 2 0,2 4-2 16,-3 2-1-16,3 1-1 16,-3 6 1-16,1 3-1 15,3 3 2-15,2 0 2 16,-2 5-4-16,2 10-2 16,4 3 2-16,0 3-2 15,0 0-2-15,2 1 2 0,8-4-1 16,1-1 0-16,2-4-1 15,1-1 0-15,-3-5 2 16,2-3 1-16,0-3 1 16,1-1 1-16,-3-1 3 0,0-8 2 15,-1-5 0-15,-1 0-3 16,-1-3 0-16,-3-3-1 16,-1-3-1-16,-1 2 2 15,-3-5-1-15,0 2 0 16,0 0-1-16,0 3 0 15,-5 2 0-15,2 4-2 16,-1 5-2-16,0 3 1 0,1 1-1 16,2 6-1-16,1 0-5 15,0 0-22-15,0 3 28 16,6 4-2-16,1 0 0 16,6-1-6-16,0 1 5 0,1-2 3 15,1 0 1-15,0-1 1 16,2 0 1-16,-1 0 0 15,-5 1 1-15,-1 2 0 16,0 0 2-16,-6 4-1 16,-4 4 3-16,0 4 8 0,0 4 1 15,-8 3-8-15,-6 0-44 16,-5 0-81-16</inkml:trace>
  <inkml:trace contextRef="#ctx0" brushRef="#br0" timeOffset="21157.48">3082 17149 117 0,'0'0'2'0,"0"0"4"0,0 0 5 16,-40-27 3-16,30 20 4 16,0 3 2-16,1-2-7 0,-1 5-3 15,2 1 8 1,2 0-8-16,1 0-7 0,1 4-3 15,-1 6-1-15,5 3-3 16,0 4 1-16,0 0-2 16,0 1 3-16,2-1-1 15,7-1 0-15,-2-2-1 0,3-4 1 16,0-3 3-16,-1-3 0 16,1-3 2-16,2-1 1 15,-3 0 2-15,3-11-10 16,-3-3-18-16,-1-7-38 15,-1 0 7-15</inkml:trace>
  <inkml:trace contextRef="#ctx0" brushRef="#br0" timeOffset="21421.08">3002 16820 54 0,'0'0'25'0,"0"0"9"16,-31-46 5-16,22 39 1 15,4 2-8-15,3 3-14 16,0 2-9-16,2 0-13 16,0 8-12-16,0 10 8 0,4 7 13 15,5 5-6-15,2 4 0 16,2 4 2-16,4 1-1 16,0-4 0-16,1-3 1 15,-1-2 0-15,4-4 2 16,0-6 2-16,1 0-5 15,-4-4-22-15,0-6-51 0,-5-7-44 16</inkml:trace>
  <inkml:trace contextRef="#ctx0" brushRef="#br0" timeOffset="21845.01">3234 16891 202 0,'0'0'3'0,"0"0"16"15,0 0-5-15,-40-32-15 16,28 32 6-16,2 2 0 0,3 11-7 16,-3 6 4-16,4 5-2 15,2 4-4-15,0 0 3 16,4 3-1-16,0-5 0 16,0-4 1-16,8-4 0 15,2-3-1-15,-2-5-1 16,3-5 0-16,-1-4-3 0,1-1 0 15,-3-7 8-15,0-8-1 16,0-6 4-16,-3-4-4 16,-3-4 0-16,-2 0 0 15,0 1 0-15,0 0 0 16,0 7 1-16,0 4-2 0,0 4 0 16,0 6 3-16,-2 4 2 15,2 3-5-15,0 0-17 16,0 1 11-16,4 9 5 15,3 0 2-15,4 2 0 16,2-1-1-16,-2-1 0 0,3-2 0 16,-1 0-12-16,1-4-34 15,-3-3-3-15,0-1-25 16</inkml:trace>
  <inkml:trace contextRef="#ctx0" brushRef="#br0" timeOffset="22103.32">3236 16475 145 0,'0'0'4'0,"0"0"29"0,0 0-6 0,0 0-26 15,0 0-5-15,0 0-4 16,-6 56 2-16,17-28 4 15,3 0-1-15,3 0 2 0,1-2 1 16,-3 1 1-16,4-3-1 16,-3 0 2-16,-3-3 2 15,0-1 2-15,-1-2-6 16,-4-5-33-16,-1-7-36 16</inkml:trace>
  <inkml:trace contextRef="#ctx0" brushRef="#br0" timeOffset="22282.13">3293 16715 90 0,'0'0'115'16,"0"0"-102"-16,0 0 5 16,0 0-15-16,0 0 1 15,0 0-3-15,20-37-2 16,-5 22-19-16,1-2-45 0,-1-2-11 15</inkml:trace>
  <inkml:trace contextRef="#ctx0" brushRef="#br0" timeOffset="22723.16">3460 16426 163 0,'0'0'22'0,"0"0"-1"15,0 0-3-15,0 0-11 16,0 0-4-16,0 0 0 0,-18-38 0 16,18 36-1-16,0 0-5 15,7 2-1-15,1 0-5 16,4 0-3-16,-1 4 4 16,3 7 0-16,1-1 10 15,1 4 0-15,-3 3-1 16,0-1 0-16,-1 1-1 0,-3 0-1 15,-5 3-1-15,0-3-3 16,-4 0-2-16,0-1 3 16,-4-2 3-16,-5-1 3 15,-3-2 0-15,0-2-1 16,-1-1 1-16,-3-4 0 0,2-1 1 16,3-3-1-16,0 0 2 15,0-9-1-15,4 0 7 16,2-3 0-16,3 4-1 15,0-2 0-15,2 4-4 0,0-1-4 16,12 2-5-16,1 1-2 16,7 2 2-16,7 0 1 15,-1 2 5-15,1 0-38 16,-2 0-152-16</inkml:trace>
  <inkml:trace contextRef="#ctx0" brushRef="#br0" timeOffset="23520.8">3516 17178 12 0,'-7'0'34'0,"1"0"-20"0,1 0 2 16,-2 0-4-16,1 0-4 15,1 0-3-15,-2 0-2 0,3 0 1 16,-2 0-2-16,-2 0 0 16,4 0-1-16,0 0-1 15,2 1-1-15,1 2-8 16,1 0-35-16</inkml:trace>
  <inkml:trace contextRef="#ctx0" brushRef="#br0" timeOffset="26441.83">3449 17104 104 0,'0'0'0'0,"0"0"2"0,0 0-1 0,0 0 0 0,0 0-1 16,0 0 0-16,0 0-5 15,0 0 4-15,0 0 15 16,0 0-8-16,0 0-3 16,42 36-1-16,-30-20 1 15,1 6 1-15,1-1-3 0,1 5-1 16,1 0 0-16,1 0 0 16,-1 1 0-16,2-1 1 15,0-2-1-15,-5-3 0 16,1 0 0-16,-1-2 0 0,-1-3 0 15,-2-1 1-15,-1-1 1 16,-1-1 0-16,-2-3-19 16,-4-3-25-16</inkml:trace>
  <inkml:trace contextRef="#ctx0" brushRef="#br0" timeOffset="26785.85">3597 17558 15 0,'0'0'2'0,"0"0"4"0,0 0 0 0,0 0 1 16,0 0-2-16,42-20 6 15,-36 20 1-15,1 0 1 16,0 0-2-16,-1 2 0 0,1-1-4 16,1 3-4-16,2-1 0 15,-1 0 1-15,1-3 1 16,-1 0-10-16,1 0-21 15,-3-4-64-15</inkml:trace>
  <inkml:trace contextRef="#ctx0" brushRef="#br0" timeOffset="26984.41">3788 17313 199 0,'0'0'-1'0,"0"0"24"16,0 0-8-16,0 0-15 16,0 0-1-16,-10 52 2 15,10-25 1-15,0 4-4 0,2 4-12 16,2-3-33-16,-1-2-28 16</inkml:trace>
  <inkml:trace contextRef="#ctx0" brushRef="#br0" timeOffset="27532.21">3574 18035 116 0,'0'0'9'0,"0"0"-8"0,0 0-10 0,0 0 2 0,0 0 11 16,0 0 5-16,0 0 3 15,23 53-7-15,-15-33 1 16,-1 3-3-16,2-1-1 16,-2 2-1-16,-1-4 0 15,-1 2 1-15,-1-4-4 16,1-5-10-16,-5-3-10 0,0-5-21 15</inkml:trace>
  <inkml:trace contextRef="#ctx0" brushRef="#br0" timeOffset="27922.44">3543 18024 66 0,'0'0'3'16,"6"-37"-1"-16,4 19 0 0,-1-1 1 16,4 5-1-16,1 0-1 15,-1 3 1-15,2 5-2 16,-1 4 0-16,1 2-2 16,-1 0 5-16,2 3 0 15,-1 7 2-15,1 4-1 0,-3-1-3 16,3 4 3-16,-5-1 0 15,0 2-1-15,-2-1-3 16,-2 2 2-16,-3-1 0 16,-2 1 2-16,-2 1 3 15,0 1-2-15,-2-1 4 16,-8-1-2-16,0-3 4 0,-1 0-2 16,0-5 2-16,1 0 0 15,0-3-6-15,1-3-3 16,1 0 0-16,4-4-2 15,0-1-9-15,2-3-29 0,2-9-26 16</inkml:trace>
  <inkml:trace contextRef="#ctx0" brushRef="#br0" timeOffset="28194.51">3889 17866 117 0,'0'0'7'0,"0"0"4"0,0 0-13 0,0 0-7 16,0 0 4-16,0 0 11 16,0 0-2-16,0 0 3 15,27 46-3-15,-21-32 1 16,-3 0-1-16,2-1 0 15,-3 0 0-15,2 0-2 0,0-4 1 16,-3-3-16-16,-1-6-41 16</inkml:trace>
  <inkml:trace contextRef="#ctx0" brushRef="#br0" timeOffset="28329.01">3811 17742 155 0,'0'0'16'0,"0"0"-12"16,0 0-4-16,0 0-29 0,0 0-21 15</inkml:trace>
  <inkml:trace contextRef="#ctx0" brushRef="#br0" timeOffset="28676.45">4009 17558 78 0,'0'0'13'0,"0"0"-8"16,0 0 9-16,-4-42 8 15,-2 39-5-15,-3 1 0 16,2 2-11-16,0 2 1 0,1 9-2 16,1 5-3-16,3 4-3 15,2 2-2-15,2 5-2 16,7 0 1-16,5 3-1 15,3-1 2-15,4 0 1 16,-2 1 1-16,4 0 0 16,-3-3 1-16,1 0-1 0,-4 0 1 15,1-2 0-15,-5-2 0 16,-2 0 1-16,-1-1 0 16,-4-3 0-16,-3 2 1 15,1-2 1-15,-4 1 1 0,0-3 1 16,0 1 1-16,-7-2-4 15,-1 1-15-15,-2-7-30 16,-1-6-82-16</inkml:trace>
  <inkml:trace contextRef="#ctx0" brushRef="#br0" timeOffset="28819.54">4088 17999 101 0,'0'0'6'0,"0"0"7"16,-2-43 3-16,2 27-8 15,7 2-7-15,1-4 0 16,4 1 0-16,-3-1-4 0,-1 0-29 16,-1-1-24-16</inkml:trace>
  <inkml:trace contextRef="#ctx0" brushRef="#br0" timeOffset="29159.94">4117 17465 44 0,'0'0'53'16,"0"0"-37"-16,0 0 16 15,0 0-20-15,0 0-6 0,-41-23-4 16,40 27 11-16,1 6-16 16,0 3-1-16,0 4 5 15,1 3-3-15,7 4 0 16,3 2 4-16,0 3-5 15,5 1 4-15,-1 1-2 16,1 2 1-16,2 1 1 0,-2-1-2 16,4-2 2-16,-3 0-2 15,0-1 1-15,-2-3-1 16,-1-1 1-16,-2-1 0 16,-3 1 1-16,-3-2 0 0,-2 1-1 15,-2 0 3-15,-2-1-1 16,0-6-3-16,0-4-25 15,-6-5-37-15</inkml:trace>
  <inkml:trace contextRef="#ctx0" brushRef="#br0" timeOffset="29359.02">4171 17851 221 0,'0'0'-19'0,"0"0"17"16,0 0-2-16,0 0 0 16,0 0 7-16,32-46-2 15,-21 35 1-15,1-2-4 16,2 2-19-16,-3-1-40 16,1-3-43-16</inkml:trace>
  <inkml:trace contextRef="#ctx0" brushRef="#br0" timeOffset="30243.98">4324 17734 138 0,'0'0'3'0,"0"0"-18"16,0 0 13-16,0 0 1 0,0 0 1 15,0 0 6-15,0 0 1 16,0 0-3-16,6-49 3 16,-6 34-2-16,0 1 1 15,-6 0-1-15,0 1-2 16,-2 0-1-16,3 2 0 16,-2 4-1-16,0 0 0 0,3 2-2 15,-1 4-4-15,3 1 4 16,0 0 1-16,2 5-5 15,0 8 2-15,0 2-1 0,0 3 1 16,4 2 2-16,3 3 0 16,2 0-1-16,2-3 1 15,0 1-2-15,1-4 2 16,1-3-1-16,-1-1 0 16,3-3-1-16,-4-5-1 15,3-2 4-15,-5-3 2 16,4 0 0-16,-4-10 2 0,-1-5 2 15,-1-2-2-15,0-3 1 16,-2-3 0-16,-1 0 0 16,-2-4-2-16,-2 1 1 15,0 0-1-15,0 0-1 16,0 2-2-16,-4 3 1 0,-3 2 0 16,2 7 0-16,1 0 0 15,0 4-1-15,2 3 1 16,0 4-1-16,1 1-5 15,1 0-5-15,0 9-1 16,0 3 7-16,0 3 4 0,0 2-1 16,5 2 0-16,3-2-1 15,2-1-2-15,1-2 2 16,-2-1 1-16,4-4-2 16,0-2 1-16,1-3 3 15,-1-4 0-15,-1 0 1 0,1-4 4 16,-2-7-1-16,-1-4 1 15,-2-3 0-15,-1-2-1 16,-3 1 0-16,-4-3-2 16,0 0-1-16,0 1 0 0,0 4-1 15,-2 0 2-15,-4 1-2 16,1 6 1-16,-3 3 0 16,2 4-1-16,2 2-4 15,-1 1 7-15,1 6-7 16,0 9-15-16,0 3 12 15,3 3 2-15,1 1 0 0,0 1 1 16,0 0 2-16,5-3-1 16,3-3-1-16,3-3-1 15,3-3-1-15,-1-4 2 16,3-4 5-16,-1-3-5 16,0 0-18-16,-2-7-40 0</inkml:trace>
  <inkml:trace contextRef="#ctx0" brushRef="#br0" timeOffset="30643.85">4685 17454 157 0,'0'0'15'0,"0"0"11"0,0 0-13 0,0 0-15 0,0 0-19 15,0 0 11-15,0 0 18 16,0 0-7-16,0 0 0 0,20 40-2 15,-14-26 2-15,1-5 0 16,-2 1 0-16,2-1-1 16,-3-2 1-16,-4-3-1 15,0-3 0-15,0-1 0 16,0 0 5-16,0-7-2 0,0-4 4 16,0-3-4-16,0-3-2 15,0-2 1-15,2 2-1 16,3 3-1-16,-1 1 0 15,1 2 0-15,2 5-1 0,-1 3-2 16,1 2-3 0,-1 1-4-16,4 0-1 0,-3 3 5 15,3 5 1-15,-1 2 6 16,3 1 4-16,-4 1 0 16,1-2-9-16,1-2-15 15,-4-1-14-15,-1-5-1 16,-1-2-58-16</inkml:trace>
  <inkml:trace contextRef="#ctx0" brushRef="#br0" timeOffset="30845.24">4826 17212 115 0,'0'0'44'0,"0"0"2"15,0 0-22-15,0 0-6 16,0 0-14-16,0 0-11 0,0 0 5 15,0 0 1-15,0 0 5 16,0 51-4-16,13-27 4 16,1 1-3-16,1-2-1 15,1 0-12-15,-5 0-55 16,-3-2-28-16</inkml:trace>
  <inkml:trace contextRef="#ctx0" brushRef="#br0" timeOffset="30989.56">4902 17308 191 0,'0'0'10'0,"-11"-44"8"15,9 22-13-15,2 0-3 0,0 1-2 16,10 1-1-16,0 0-51 16,-1 3-73-16</inkml:trace>
  <inkml:trace contextRef="#ctx0" brushRef="#br0" timeOffset="31674.84">4895 18334 162 0,'0'0'-2'16,"0"0"19"-16,0 0 7 0,0 0 0 15,0 0-18-15,-38-2-1 16,32-8-2-16,-4-7 3 16,2 0-3-16,-1-3-3 15,2-1 1-15,-4-2-1 0,6-1 1 16,-3 1-1-16,5-1-3 16,-1 4-1-16,4 2-1 15,0 2-4-15,0 5 3 16,6 5 1-16,5 4-2 15,3 2-3-15,1 0-3 16,1 8 0-16,0 5 8 16,2-3 6-16,-3 2 0 0,-1-4-2 15,-3-3 0-15,0-3-6 16,-2-2 3-16,0 0 2 16,-3-10 10-16,-1-3-1 15,-1-3-1-15,-4-2 2 0,0-3-4 16,0 1 1-16,0-3-2 15,-4 4-2-15,-2 1 2 16,1 2 1-16,-1 5 3 16,3 3-2-16,1 3 4 15,-1 5 1-15,3 0-10 0,0 3-14 16,3 8 18-16,2 4-4 16,5 3 4-16,-1 3-6 15,3-1 4-15,-1 0-2 16,1-3-3-16,2 0-15 15,-1-4-16-15,0-5-9 16,-1-7-8-16</inkml:trace>
  <inkml:trace contextRef="#ctx0" brushRef="#br0" timeOffset="31982">5094 17973 34 0,'0'0'36'0,"0"0"-6"0,0 0 2 0,0 0-14 16,0 0-3-16,0 0-18 15,0 0 6-15,0 0-9 16,0 0 8-16,0 0-5 16,-22 47-1-16,28-36 1 15,1-2-2-15,2-4-1 0,0-3 2 16,0-2 2-16,-1-2 6 16,2-8 4-16,-5-5-2 15,3-4 1-15,-4-1-1 16,-2-1-1-16,-2 1 0 15,0 2 2-15,0 2 0 0,-4 5 4 16,-2 1 4-16,-1 4 1 16,1 6-8-16,-2 0-8 15,2 3-8-15,1 8-27 16,3 1-41-16,0-2-25 16</inkml:trace>
  <inkml:trace contextRef="#ctx0" brushRef="#br0" timeOffset="32474.12">5248 17832 113 0,'0'0'23'0,"0"0"-22"16,0 0 0-16,0 0-1 16,0 0 2-16,0 0-4 15,0 0 0-15,0 0-6 0,0 0 6 16,-15 34 4-16,13-14 0 15,1-1 2-15,1-1-10 16,0-1 14-16,0-3-9 16,3-5-2-16,5-3-3 15,-3-6 2-15,6 0 7 16,-2-6 4-16,2-8 1 16,-2-3-9-16,0-5 13 0,-4-2-9 15,-1-3 0-15,-2 0 1 16,-2 1 0-16,0 0-2 15,-7 0 2-15,-5-1-1 16,-1 0-1-16,-1 0 1 16,-1 3 0-16,1-1 0 0,0 4-1 15,0 0-1-15,3 7 1 16,2 6 1-16,3 2 4 16,3 3-2-16,3 3-1 15,0 0-12-15,0 9-2 0,2 5 11 16,5 6 0-1,5 4-1-15,-1 0-1 0,5 4 0 16,1 0 1-16,3-2 0 16,1 1 0-16,1-4-2 15,2 1-30-15,-1-4-11 16,-4-6-9-16</inkml:trace>
  <inkml:trace contextRef="#ctx0" brushRef="#br0" timeOffset="32798.21">5478 17797 69 0,'0'0'4'0,"0"0"10"0,0 0-4 0,0-44-5 15,0 29 0-15,0 3-4 16,0-1 0-16,0 0 0 16,-2 1 1-16,-2 2 2 15,-3 1 12-15,0-1 6 0,0 6-2 16,-1 2-5-16,1 2-8 15,0 2-5-15,0 9 3 16,3 8-4-16,-2 2 1 16,5 3-4-16,1 2 0 15,0-2 0-15,0-3 0 0,7-4-4 16,0-3 3 0,4-5 0-16,0-2-3 0,2-6 1 15,1-1 3-15,-1 0 5 16,-1-5 7-16,1-9-21 15,-3-5-27-15,0-2-3 16,-3-8-4-16</inkml:trace>
  <inkml:trace contextRef="#ctx0" brushRef="#br0" timeOffset="33065.74">5452 17229 70 0,'0'0'26'0,"0"0"19"16,0 0-3-16,0 0-12 16,0 0-21-16,0 0-3 0,0 0-9 15,0 0 6-15,-21 38-13 16,31-8 5-16,1 2 4 16,7 4 0-16,-1-2 1 15,3 3 0-15,1-3 2 16,0 2-1-16,2-2 2 15,-4-2 1-15,0-3-3 0,-1-4-21 16,-3 0-30-16,-1-6 6 16,-3-6-8-16</inkml:trace>
  <inkml:trace contextRef="#ctx0" brushRef="#br0" timeOffset="33443.69">5718 17572 75 0,'0'0'2'16,"0"-49"0"-16,-2 25 1 15,-1 4-1-15,-2 3-2 16,1 3 0-16,-1 4 0 0,1 4 1 16,-4 3 20-16,3 3 14 15,-3 0-11-15,4 1-12 16,-2 11 3-16,2 4-11 16,2 3-4-16,1 5 0 15,1 1 0-15,0 0-1 16,0-4-1-16,0-2-1 0,1-2 1 15,5-6 0-15,0-1-1 16,4-4-2-16,-3-1 4 16,1-1 0-16,1-2 3 15,0 1 2-15,0-3-2 16,-4 4-2-16,1-1 0 0,-2 0 2 16,-2 3-2-16,-2 1 3 15,0 3 8-15,0 1 4 16,0 5-7-16,-2 2-3 15,-4-1-1-15,-1 4 0 16,3-5-2-16,-2 0-19 0,3-8-68 16,-2-8-51-16</inkml:trace>
  <inkml:trace contextRef="#ctx0" brushRef="#br0" timeOffset="33572.85">5793 17619 231 0,'0'0'0'0,"0"0"-3"0,0 0-9 0,0 0-59 15</inkml:trace>
  <inkml:trace contextRef="#ctx0" brushRef="#br0" timeOffset="38938.26">13784 14800 56 0,'-12'2'3'0,"0"2"-3"0,-2 1 2 0,0 0-4 0,1 2-8 16,-3 0-4-16,3 0 4 15,-1-3 6-15,2 2 5 16,1-2-1-16,3-1 0 0,2 0-22 16</inkml:trace>
  <inkml:trace contextRef="#ctx0" brushRef="#br0" timeOffset="39926.89">13806 14686 34 0,'0'0'29'0,"0"0"0"0,0 0-4 0,0 0-3 16,0 0 0-16,-22-41-4 15,20 34-2-15,-1 2-6 16,1 0-1-16,2 3-4 16,-1 1-1-16,1 1-2 0,0 0-2 15,0 2-4-15,0 10 1 16,0 7-1-16,0 7 1 15,0 8 6-15,0 5 0 16,4 8-1-16,2 9 2 16,1 6-2-16,1 11 0 0,-2 3 0 15,2 8 1-15,-3 0-1 16,-1-2-2-16,0-8 1 16,1-3 0-16,-1-10-6 15,1-6 5-15,-1-6 0 0,1-5 1 16,-3-3 1-1,0-3-4-15,-2-8-17 0,0-7-42 16,0-8-25-16</inkml:trace>
  <inkml:trace contextRef="#ctx0" brushRef="#br0" timeOffset="41129.93">13803 14594 64 0,'5'0'-1'0,"5"0"0"0,2 0 1 0,5-3 0 16,2-2 0-16,2 0-3 16,4-2 6-16,2 1 8 15,3-2 7-15,4-1 0 16,2 0-2-16,2 0-3 16,5-2-4-16,0-1-3 15,5 0 0-15,0-2-3 0,4 1 0 16,2-2 0-16,1 1 1 15,0 3 0-15,0-1 0 16,-3 4 0-16,-4 1-2 16,0 3-1-16,-4 2 0 0,-4 1-1 15,3 1 0-15,-7 0 1 16,-3 0 0-16,-4 0-1 16,-2 0 0-16,-6 1 1 15,-4 1 0-15,-3 0-1 16,-5 0 0-16,-2 1 0 0,-2-2-1 15,-2 2-3-15,-1-2-4 16,-2 1 3-16,0-1 3 16,-2 2 9-16,-4-2 4 15,3 2-10-15,-4 0 6 16,2 3-5-16,2 0-2 0,-2 2-5 16,2 3-24-16,0-1-24 15,0 0-20-15</inkml:trace>
  <inkml:trace contextRef="#ctx0" brushRef="#br0" timeOffset="41976.66">13782 15641 33 0,'0'0'1'0,"0"0"7"0,0 0 10 0,0 0 5 0,0 0 1 16,0 0-1-16,0 0-2 15,0 0-2-15,0 0-6 16,0 0-5-16,0 0-7 16,0 0-2-16,22-19-1 15,-15 22-7-15,-1 6 6 0,1 8 5 16,0 0 2-16,4 3-2 16,-2 5 0-16,-1 1-1 15,1 1-3-15,-2 4-2 16,0-5 5-16,-3 0 1 15,-1-3 0-15,1-1 2 0,0-4 0 16,-2 1-1-16,2-1-2 16,0 2-4-16,0 1 8 15,-3 3-3-15,-1 1 0 16,1-3 1-16,0 1-2 16,0-6-1-16,2-3 0 0,1-2 0 15,-1-5 0-15,3-3-1 16,2-2-2-16,2-2 2 15,3 0 13-15,5 0-9 16,2-6 1-16,3-3-1 16,5-2-2-16,2-1-1 15,5 1 1-15,-2-3 2 0,5 0 2 16,1 1 2-16,4-3 2 16,3 1 1-16,4 1-3 15,1 1-2-15,3 0-1 16,-5 2-2-16,0 2-1 15,-4 2-1-15,-5 3 1 0,-2 0-1 16,-5 2 0-16,-2 1 1 16,-3 1 0-16,-4 0 0 15,-3 0-1-15,-6 1-8 16,-6 2-30-16,-2-3-118 16</inkml:trace>
  <inkml:trace contextRef="#ctx0" brushRef="#br0" timeOffset="42674.94">14928 14437 46 0,'0'0'35'0,"0"0"-37"0,0 0 5 0,0 0-2 15,0 0-1-15,0 0 1 16,0 0-1-16,0 0 5 16,0 0 7-16,0 0-1 15,0 0 0-15,0 0-4 16,15 21 0-16,-15-7-3 0,0 6 3 15,1 6-1-15,-1 6 1 16,1 8-1-16,1 7 0 16,4 5 0-16,-2 9-3 15,1 5-1-15,1 6 0 0,1 1-2 16,2 3 1-16,-2 0-1 16,0 0 0-16,1-2 0 15,1-4-1-15,0-4 6 16,-1-3 2-16,0-5 1 15,1-1 2-15,-2-3-5 0,1-4-2 16,-3-2-1-16,0-3-1 16,-1-3 0-16,-4-3 2 15,0-6 1-15,0-2 2 16,-2-2 0-16,-8-7-1 16,0-2-3-16,-1-3 6 15,-2-5-5-15,3-2 10 0,-4-3-9 16,4-4-3-16,1 1-1 15,2-3-12-15,-2-1-41 16,6-1-77-16</inkml:trace>
  <inkml:trace contextRef="#ctx0" brushRef="#br0" timeOffset="43281.81">15606 15343 76 0,'0'0'18'0,"0"0"0"0,0 0-7 0,0 0 7 0,0 0 6 16,0 0-6-16,0 0 0 0,0 0-7 15,0 0-6-15,0 0-4 16,16-46 0-16,-7 36-1 16,3-1 0-16,-1-2-1 15,3-1-1-15,3-2 0 16,-1 2 1-16,7-4 0 0,-2 1-1 16,6-1-2-16,5 1 4 15,1 0-1-15,6-1 0 16,3 0-1-16,3-1 2 15,4 0-1-15,2 1 1 16,1 1 1-16,2 1-2 0,1 2 3 16,-1 1-1-16,-5 2 1 15,-1 1 4-15,-4 2-1 16,-4 0 3-16,-2 3-5 16,-8-1 0-16,0 1 0 15,-4 3-2-15,-3 2 1 0,-6 0-4 16,-5-1-33-16,-6-1-51 15</inkml:trace>
  <inkml:trace contextRef="#ctx0" brushRef="#br0" timeOffset="43501.1">16594 14848 154 0,'0'0'8'0,"0"0"-9"0,0 0 6 0,39 18-1 0,-27-6-4 16,-4 4-2-16,1 3 0 15,-6 4 6-15,-1 2-3 16,0 3 0-16,-2 2 2 16,0-2-13-16,-6-5-41 15,-2-4-63-15</inkml:trace>
  <inkml:trace contextRef="#ctx0" brushRef="#br0" timeOffset="43814.25">17170 14675 144 0,'0'0'9'0,"0"0"-12"16,0 0 2-16,0 0 11 0,0 0 1 15,2 44-2-15,-1-27-5 16,1 2-2-16,0-3-2 15,2-1 1-15,-2-1 0 16,1-1-6-16,-3-5-26 16,1-3-20-16</inkml:trace>
  <inkml:trace contextRef="#ctx0" brushRef="#br0" timeOffset="44254.93">17063 14648 135 0,'0'0'-1'16,"0"0"3"-16,0 0 3 0,0 0 5 16,53-44 6-16,-33 36 0 15,3-1-6-15,3 3 2 16,1 2-3-16,0 4-1 15,-2 0-6-15,-3 0-2 16,1 11-2-16,-3 5 1 0,-3 1-3 16,-5 3 2-16,-2 1-1 15,-1-1 4-15,-6-1-2 16,1-4-1-16,-3-2-4 16,-1-6 4-16,0 0 0 15,0-5 0-15,-6-1 7 0,2-1 6 16,-2 0-2-16,2-4 4 15,1-8-2-15,1 0-4 16,2-5-4-16,0-5 10 16,0 0-5-16,4-2-6 15,5 0 0-15,1-1-1 16,3 5-1-16,2 3-11 0,3 6-25 16,0 1-11-16,-4 4-20 15,2 5-20-15</inkml:trace>
  <inkml:trace contextRef="#ctx0" brushRef="#br0" timeOffset="44937.89">17612 14568 108 0,'0'0'40'0,"0"0"5"16,0 0-15-16,0 0-11 15,0 0-14-15,0 0-4 16,0 0-5-16,0 0 5 0,-42 1 6 15,28 7-6-15,4 5-1 16,3 1 0-16,-3 0-1 16,6 2-1-16,0 1-1 15,2-3-5-15,2 0-7 16,0-4 7-16,0-1-2 0,8-5 0 16,-1-2 12-16,3-2 0 15,2 0 0-15,2-8 0 16,-3-2 0-16,2-4 4 15,-2 0-2-15,-1 0 2 0,-2 0-2 16,-1 0-1-16,-2 2 0 16,-3 1 1-16,-2 2 2 15,0 1 4-15,0 2-3 16,0 4-2-16,0 0-5 16,-2 2 0-16,-1 0-7 0,2 0-13 15,-1 7 11-15,-1 1 10 16,3 4-2-16,-1 0 0 15,1 1 1-15,0 0-1 16,0-3 1-16,4 1 0 16,4-2 0-16,-2-2-1 0,4-3 3 15,3 0-1-15,0-4 2 16,1 0 0-16,-1 0 0 16,3-5 1-16,-2-4 5 15,2-2 0-15,-3-3 0 16,-1-2-2-16,0 3-3 15,-5-4-1-15,-1 2-1 16,-1 0-1-16,-3 1 0 0,0 3 1 16,-2 2-2-16,0 2-2 15,0 3 1-15,-1 4 4 16,-3 0-2-16,2 0-7 16,-2 9 7-16,0 2 1 15,2 3-3-15,2 0-1 0,0 2 1 16,0-2-1-16,3-1 1 15,6-2-1-15,3-1-1 16,-1-4-17-16,-1-3-13 16,2-3-41-16</inkml:trace>
  <inkml:trace contextRef="#ctx0" brushRef="#br0" timeOffset="45096.74">17887 14425 239 0,'0'0'0'0,"0"0"17"0,0 0-9 0,0 0-8 16,0 0-2-16,0 0-35 15,0 0-69-15,0 0 66 16,0 0-28-16</inkml:trace>
  <inkml:trace contextRef="#ctx0" brushRef="#br0" timeOffset="45488.11">17906 14526 198 0,'0'0'26'16,"0"0"-26"-16,0 0-1 16,0 0 0-16,0 0-4 15,0 0-3-15,0 0 4 16,0 0 5-16,22 46 1 0,-22-35-2 15,0-1 1-15,0-2-1 16,0-1-18-16,0-2-2 16,0-3 1-16,-3-2 17 15,-1 0 10-15,1 0-1 16,1-4 13-16,2-6 0 0,0-1-8 16,0-2-6-16,3-1-2 15,6-2-3-15,4 2 0 16,-2 0 1-16,2 3-2 15,1 1 0-15,1 5 1 16,1 1 2-16,-3 4-1 0,1 0-2 16,-3 0-1-16,-4 7-1 15,2 4-1-15,-6 2-12 16,-1 0-11-16,-2 0-17 16,0-2-18-16</inkml:trace>
  <inkml:trace contextRef="#ctx0" brushRef="#br0" timeOffset="45689.89">18144 14479 179 0,'0'0'13'0,"0"0"-4"15,0 0-17-15,0 0 6 16,0 0 7-16,0 0-3 15,0 0-2-15,9 48 0 0,-4-36 0 16,-1-3-8-16,-1-1-57 16</inkml:trace>
  <inkml:trace contextRef="#ctx0" brushRef="#br0" timeOffset="45836.25">18149 14405 237 0,'0'0'-15'16,"0"0"19"-16,0 0-4 0,0 0-33 15,0 0-61-15</inkml:trace>
  <inkml:trace contextRef="#ctx0" brushRef="#br0" timeOffset="46503.75">18236 14471 100 0,'0'0'148'0,"0"0"-132"16,0 0 0-16,0 0-5 15,0 0-8-15,0 0 0 16,0 0-3-16,0 0 0 15,20-26-4-15,-18 26 0 16,0 3 0-16,1 5 2 16,0 2-1-16,0 0 2 15,-1 0-9-15,-2-1-11 0,0 1-12 16,0-3 14-16,0-3 1 16,0 0 8-16,0-4 7 15,-2 0 18-15,-1 0 18 16,1 0-10-16,1-7-14 0,1-3-1 15,0 0-2-15,0-3 3 16,0 2-6-16,2 1-2 16,4-1 1-16,0 2-1 15,2 4-1-15,-1 0 1 16,0 1-2-16,2 4 1 16,0 0-1-16,1 0-1 0,4 0 1 15,-3 2 0-15,-2 3 0 16,4-1 1-16,-1 1 0 15,1-3 0-15,1 0 0 16,2-2 0-16,1 0 0 16,1 0 1-16,-4-4-2 0,2-1 3 15,-4-2 1-15,-5 0-2 16,-3 0 1-16,-4 0 2 16,0 0 0-16,0 0 1 15,-6 2 0-15,-1 2-3 16,-2 0-2-16,0 2-4 0,0 1 5 15,1 0-3-15,3 2 11 16,-4 8-12-16,4 0 2 16,3 5-3-16,2 2 0 15,0-1-1-15,0 5 4 0,0 1 2 16,3 4 1-16,-3 1-2 16,0 5-12-16,-7 1-45 15,-10-1-53-15</inkml:trace>
  <inkml:trace contextRef="#ctx0" brushRef="#br0" timeOffset="47216.69">15702 15313 108 0,'0'0'42'0,"0"0"10"0,0 0-20 0,0 0-14 16,0 0-8-16,0 0-4 15,0 0-6-15,0 0-6 16,0 0-5-16,0 0 12 15,0 0-2-15,0 0-6 0,0 0 4 16,53 28 3-16,-17-15 2 16,6-1-4-16,6 3 8 15,6-1-5-15,5 2-2 16,3-2-1-16,4 2 1 16,1-1 2-16,0-1 1 0,1 2 0 15,-1-2-1-15,0-1 1 16,-1 0-2-16,-3-2 1 15,-3-1 0-15,-1 0-2 16,-2-1 3-16,-1-3-1 16,-4-3-2-16,-1-1-3 0,-3-1-16 15,0-1-44-15,-8 0-39 16</inkml:trace>
  <inkml:trace contextRef="#ctx0" brushRef="#br0" timeOffset="47472.94">17482 15414 110 0,'0'0'-1'0,"0"0"3"0,0 0 11 16,0 0 15-16,0 0 4 15,0 0-25-15,0 0 15 16,0 0-11-16,0 0-3 15,8 54-6-15,-9-33 0 0,0 2-1 16,1-4-1 0,0-1 1-16,0-3-2 0,0-2-2 15,0-3-8-15,0-6-24 16,0-1-53-16</inkml:trace>
  <inkml:trace contextRef="#ctx0" brushRef="#br0" timeOffset="47679.71">17333 15429 138 0,'0'0'-6'0,"0"0"10"16,0 0-1-16,21-37 2 15,-5 27 3-15,6 0 2 16,4 1-4-16,3 0-1 15,2 2-4-15,3 0 0 0,-3 1-13 16,-3-1-55-16</inkml:trace>
  <inkml:trace contextRef="#ctx0" brushRef="#br0" timeOffset="48013.06">17661 15468 74 0,'0'0'5'0,"0"0"10"16,0 0-6-16,43-16-4 0,-32 6-2 15,1 0 6-15,-3-3 11 16,-2 2 5-16,-1-2 6 16,-2 2-9-16,-3 2-2 15,-1 0-7-15,0 1-5 16,-2 1-2-16,-7 4-7 15,1 3-2-15,-5 0 8 0,-1 2-5 16,-1 9-2-16,1 3 9 16,1 2-7-16,-1 2 0 15,4 2-1-15,7-1 0 16,3-2-1-16,0-2-1 16,3-2-7-16,10-2-13 0,5-6-17 15,4-5-18-15,2 0-75 16</inkml:trace>
  <inkml:trace contextRef="#ctx0" brushRef="#br0" timeOffset="48341.94">17962 15375 135 0,'0'0'35'16,"0"0"-18"-16,17-44 9 16,-17 34-15-16,0 3-7 15,0 4-4-15,-9 3-5 16,-5 0 10-16,2 2-2 0,-3 8-2 15,1 1 3-15,0 3-1 16,3 1-1-16,4 0-2 16,1-1 0-16,6-1-2 15,0-2-1-15,2-1-2 16,8-3-4-16,2-1 8 16,4-1 6-16,-1-1 8 0,1-1-9 15,-2 2 0-15,-1 0-3 16,-4 0-1-16,-1 2 0 15,-6 0-4-15,-2 0 3 16,0 1 8-16,-11 1 1 0,-2-1-2 16,-5 0-5-16,-2 1-1 15,0-4-30-15,-2-3-61 16</inkml:trace>
  <inkml:trace contextRef="#ctx0" brushRef="#br0" timeOffset="48583.44">18152 15179 232 0,'0'0'33'0,"0"0"-7"16,0 0-15-16,0 0-21 15,0 0 4-15,0 0 12 16,-16 44-1-16,7-20-5 15,1 1 2-15,3 0 0 16,1 3-4-16,2-3 2 0,2-2-1 16,0-1-8-16,0-5-39 15,0-7-73-15</inkml:trace>
  <inkml:trace contextRef="#ctx0" brushRef="#br0" timeOffset="48880.11">18046 15358 92 0,'0'0'7'0,"0"0"-4"0,0 0 5 16,0 0-6-16,0 0 3 16,0 0 7-16,55-40 6 15,-33 31 0-15,1 4 7 16,-2-2-5-16,1 4-7 15,-4 0-2-15,-1 3-4 0,-4 0-4 16,0 5-2-16,-5 3 2 16,-3 4-3-16,-1 3 7 15,-2-2 0-15,-2 3 3 16,0-1-2-16,0-2-5 16,0 0 0-16,0-2-3 0,0-4-10 15,0-7-100-15</inkml:trace>
  <inkml:trace contextRef="#ctx0" brushRef="#br0" timeOffset="49023.55">18320 15202 24 0,'0'0'253'0,"0"0"-248"15,0 0-2-15,0 0-3 16,0 0-21-16,0 0-101 0</inkml:trace>
  <inkml:trace contextRef="#ctx0" brushRef="#br0" timeOffset="49935.54">18433 15333 113 0,'0'0'37'0,"0"0"3"0,0 0-11 16,0 0-13-16,0 0-3 15,0 0 0-15,0 0-3 16,0 0-4-16,-33-9 0 16,33 5-4-16,0 0 4 15,2-4-6-15,7 1-1 16,4 0 1-16,1 0 0 0,2 1 0 15,1 1 0-15,0 2-1 16,1 2 0-16,-2 1 1 16,-1 0-2-16,0 1 1 15,-4 9-1-15,-1 1-1 16,-2 2 2-16,0 0-1 16,-5 0 1-16,-1-3 0 0,0-2 1 15,0-1 1-15,-2-3 0 16,0-1-2-16,0-3 3 15,0 0-2-15,0 0 1 16,0 0 2-16,0-1-2 0,0-8-2 16,0-1 1-16,0-1 0 15,4-3 0-15,3-2-3 16,3-1 2-16,1 3 1 16,1 0 0-16,0 2 0 15,1 3 0-15,-2 1 1 0,-1 4 0 16,0 3-1-16,0 1 0 15,-2 0 0-15,-1 0-2 16,-2 7-2-16,-1 0 0 16,3 4 3-16,-3-2 2 15,3-2-2-15,-2 0 1 0,3-1-3 16,-1-4 4-16,2-2 1 16,0 0-1-16,2 0 1 15,0-4 0-15,0-4 1 16,1-2 2-16,-3 0 4 15,-1-2-2-15,-2 0-1 0,0 0-1 16,-6 1 1-16,0 2-1 16,0 2-3-16,-2 2-2 15,-7 2-2-15,-2 3 0 16,-2 0 4-16,1 1-7 16,0 8 3-16,1 2 0 15,1 1 2-15,3 0 0 0,3 1-1 16,2 1-1-16,2-1 0 15,0 1-1-15,4-1-2 16,4 1 4-16,0 0-2 16,0-2 1-16,3-1 1 0,-4 2 3 15,-1-2-1-15,-1-1 0 16,0-1 1-16,-3 2-2 16,-2 1 0-16,0-1 1 15,-5-2 5-15,-6 0-5 16,-2 1 5-16,-5 2-4 15,1-2 1-15,-5 1-1 16,1-3-4-16,-2 0-17 0,-3-3-76 16</inkml:trace>
  <inkml:trace contextRef="#ctx0" brushRef="#br0" timeOffset="51921.87">19185 14238 23 0,'5'1'1'0,"-3"-1"-1"0,0 0-3 0,0 0 3 15,-1 0 0-15,2 0 4 16,-1 0 16-16,2 1-8 15,-2-1-10-15,0 2-2 0,0-1-17 16</inkml:trace>
  <inkml:trace contextRef="#ctx0" brushRef="#br0" timeOffset="52264.22">19185 14238 42 0,'0'0'16'0,"0"0"14"16,0 0-4-16,9 10-7 0,-13-10-5 15,-2 0-4-15,1 0-1 16,-1 0 0-16,2-2 3 15,0 1 5-15,2-1 2 16,2 2-3-16,0-2-11 16,0 1-12-16,8 0 5 0,5-2-2 15,7-3 7-15,1 1-5 16,5-1 2-16,2-4 3 16,-2 3-3-16,0 0 1 15,-6 3 0-15,-2 0 3 16,-5 3 3-16,-6 1-3 0,-3 0-2 15,-3 0 0-15,-1 9-4 16,0 5 7-16,-7 6 3 16,-6-1-6-16,0 6-3 15,-3-3 7-15,2 1-6 16,0-2 1-16,1-1 0 0,-1-1 0 16,2-2-1-16,2-4-30 15,5-3-42-15,5-9-76 16</inkml:trace>
  <inkml:trace contextRef="#ctx0" brushRef="#br0" timeOffset="52641.89">19421 14268 177 0,'0'0'10'0,"0"0"1"0,0 0-6 0,0 0-6 0,0 0 8 0,0 0-6 16,0 0-1-16,-21 39 0 16,19-24 0-16,2-1-2 15,0-3-2-15,3-2 2 16,9-4-7-16,2-2 7 0,0-3 7 16,4 0-8-16,2-5 3 15,0-6 2-15,2-3-2 16,-1-2 6-16,-2-2 7 15,-3 1 10-15,-3-3-3 16,-8 0-1-16,-3 3 2 16,-2 0-3-16,0 3-6 0,-11 1-4 15,-1 6-7-15,-4 3 0 16,0 4-3-16,-3 0-3 16,0 8-5-16,3 5-4 15,2 3-14-15,5-2-26 16,4-3-55-16</inkml:trace>
  <inkml:trace contextRef="#ctx0" brushRef="#br0" timeOffset="52881.87">19811 14046 133 0,'0'0'24'15,"0"0"23"-15,0 0-9 16,0 0-21-16,0 0-9 0,0 0-1 16,0 0-7-16,-13 54 3 15,7-22-3-15,2 5-1 16,3 2 4-16,0 3-3 16,1 4 1-16,0-1-2 0,-1-2-36 15,-5-5-81-15</inkml:trace>
  <inkml:trace contextRef="#ctx0" brushRef="#br0" timeOffset="53069.88">19700 14334 281 0,'0'0'-4'0,"0"0"18"16,0 0-1-16,-18-37-11 15,18 33-3-15,4 1 1 0,6 0-4 16,7 2-12-16,2-5-15 16,3 2-78-16</inkml:trace>
  <inkml:trace contextRef="#ctx0" brushRef="#br0" timeOffset="53210.07">19954 14381 290 0,'0'0'-5'0,"0"0"-3"16,0 0-8-16,0 0 4 0,0 0-80 15,16 37-43-15</inkml:trace>
  <inkml:trace contextRef="#ctx0" brushRef="#br0" timeOffset="53743.26">19373 15123 72 0,'0'0'15'0,"0"0"21"16,0 0 8-16,40-26-9 15,-26 23-15-15,-1 0-10 16,2 3-6-16,-1 0-3 16,0 0-1-16,-1 6 1 15,-1 4-1-15,-7 3-4 0,-3 3 1 16,-2 0-4-1,-2 4 1-15,-10 2 13 0,-3 0-3 16,-1-1 3-16,1-2-3 16,1-2-2-16,4-4 4 15,4-5-2-15,2-1-1 0,3-4-3 16,1 0 0-16,0-2 1 16,0 2 4-1,5-1-2-15,2 1 2 0,1 1 0 16,-1 1-4-16,0-2-1 15,-4 2 2-15,-1-2-1 16,-2 0 0-16,0-1-1 0,0 2 3 16,-7 1 8-16,-4-1-6 15,-1 0-4-15,-1 1 1 16,0 0-5-16,3-3-26 16,2-2-35-16,3 0-78 15</inkml:trace>
  <inkml:trace contextRef="#ctx0" brushRef="#br0" timeOffset="54107.86">19689 15145 221 0,'0'0'0'0,"0"0"0"0,0 0-2 0,0 0 0 0,0 0-7 15,0 0 10-15,0 0 1 16,0 0 12-16,6 48-5 15,-9-30-8-15,3 0 1 0,0-2-3 16,0-2 0-16,5-3-3 16,5-2 2-16,1-4 1 15,2-3-1-15,0-2 7 16,1 0-2-16,0-6 0 16,-1-4-1-16,0-3 8 0,-6 1 5 15,-1-1 1-15,-2-1 2 16,-4-2 0-16,0 3-7 15,-4 1-2-15,-6 0-4 16,-2 2 1-16,-3 4-5 16,-1 2-4-16,-2 4-3 0,-2 0-9 15,2 0-7-15,-3 7-15 16,4 0-27-16,3-1-48 16</inkml:trace>
  <inkml:trace contextRef="#ctx0" brushRef="#br0" timeOffset="54369.72">20007 14919 199 0,'0'0'26'0,"0"0"11"15,0 0-16-15,0 0-18 16,0 0-11-16,0 0 5 15,-9 50 7-15,4-17 7 16,0 2-10-16,1 2 0 0,3-1-1 16,1-1 0-16,0-1 0 15,0 2 0-15,0-1 1 16,0 2-1-16,0 3-2 16,0 1-20-16,-4-4-143 15</inkml:trace>
  <inkml:trace contextRef="#ctx0" brushRef="#br0" timeOffset="54552.21">19834 15366 271 0,'0'0'5'15,"0"0"-5"-15,0 0-4 16,0 0-3-16,0 0-13 15,0 0-7-15,14-39-31 16,-1 31-73-16</inkml:trace>
  <inkml:trace contextRef="#ctx0" brushRef="#br0" timeOffset="56027.8">13876 15141 22 0,'0'0'23'0,"0"-3"18"0,0 2-8 0,0 0-4 16,-1-1-5-16,-1 1-6 16,0 0-9-16,-1 1-5 15,1 0-4-15,2 0 0 16,0 0 0-16,-2 0-1 16,2 0-1-16,0 0-8 0,0 2-6 15,0 0-1-15,4-1-8 16,4-1-1-16,0 0-3 15</inkml:trace>
  <inkml:trace contextRef="#ctx0" brushRef="#br0" timeOffset="56810.78">17729 14551 123 0,'0'0'30'0,"0"0"-1"0,0 0-9 0,0 0-13 16,0 0-8-16,0 0-8 15,0 0-24-15,0 0 16 0,0 0-15 16,0 0-3-16,0 0-37 16</inkml:trace>
  <inkml:trace contextRef="#ctx0" brushRef="#br0" timeOffset="57386.88">17891 15504 62 0,'0'0'2'0,"0"0"0"0,0 0-2 0,0 0 1 0,0 0-1 16,0 0 2-16,0 0-2 16,0 0 1-16,0 0-2 15,0 0-6-15,23 0-30 16</inkml:trace>
  <inkml:trace contextRef="#ctx0" brushRef="#br0" timeOffset="74791.91">20190 13947 51 0,'0'-2'0'0,"0"-2"-1"0,0 1-1 0,0-1 1 0,0-1 2 15,0 1 9-15,0 1 10 16,0-1 5-16,0 1-3 16,0 2-9-16,0-1-5 15,0 2-5-15,0 0-3 16,0 0 1-16,0 0-1 15,0 0-2-15,0 0 0 0,0 6 1 16,0 4 1-16,0 6 2 16,0 1 2-16,0 4-1 15,0 0 0-15,0 5-1 16,0-2 0-16,0 3 0 16,0 1-2-16,3 1 2 0,0 2-2 15,-1-1 0-15,-2 2 1 16,0 0-2-16,0-4-5 15,0-4-29-15,0-5-14 16</inkml:trace>
  <inkml:trace contextRef="#ctx0" brushRef="#br0" timeOffset="75411.46">20206 13965 108 0,'0'0'0'0,"0"0"1"0,0 0 1 0,0 0-1 16,0 0 4-16,0 0-1 15,44-26 1-15,-35 23 7 0,2-1 1 16,3 1-1-16,3-1-4 16,3-2-3-16,2 1-3 15,4-1-1-15,0-1 0 16,0 1 1-16,1-1-2 16,-2-1 1-16,0 1-1 15,-5 2 0-15,2-2 0 0,-4 4 0 16,-2 1 1-16,-2 2-1 15,-3 0-1-15,-1 0 0 16,-5 8-3-16,-1 4-2 16,-4 7-1-16,0 4 8 15,0 4 3-15,-7 1-1 0,-1 7-6 16,1 1 8-16,0 0-6 16,1 0 3-16,3-1-2 15,3-2 0-15,0-4 0 16,0-3-1-16,2-5 1 15,2-1 0-15,1-5-1 16,0-1 2-16,-3-4-1 0,-2-2 1 16,0-1 0-16,0 2 0 15,-9-2-1-15,-8 1 11 16,-1 2-11-16,-11-1 9 16,-6 2-7-16,-3-1 1 15,-3 0-2-15,-1 2-1 0,-1 0-1 16,2 1-1-16,4 1-33 15,5-2-25-15</inkml:trace>
  <inkml:trace contextRef="#ctx0" brushRef="#br0" timeOffset="75795.89">20209 15097 144 0,'0'0'19'0,"0"0"8"0,0 0-6 16,0 0-1-16,0 0-6 0,0 0-9 15,0 0-7-15,0 0 1 16,0 0-2-16,-5 37 3 16,5-19 1-16,0 2 1 15,0 3-2-15,0 1 0 16,0-1-3-16,0 1-12 15,0-1-12-15,0-2-31 0,0-5 6 16</inkml:trace>
  <inkml:trace contextRef="#ctx0" brushRef="#br0" timeOffset="76320.02">20223 15094 119 0,'0'0'4'16,"0"0"5"-16,0 0-7 16,0 0-2-16,0 0 0 15,0 0 0-15,0 0-1 16,42-31-2-16,-26 26 6 0,-2 1-1 15,2-3-2-15,1 3 3 16,3-2-3-16,-4 2 1 16,2-2-1-16,-4 2-1 15,2 1 2-15,-3-1 0 16,0 4 1-16,-2 0 0 0,-1 0-1 16,-4 0-1-16,-2 3 3 15,0 5-1-15,-3 1-3 16,1 2 4-16,-2 2 3 15,2 1-3-15,-2 0-2 16,3 2-1-16,0 1 1 0,0-1-1 16,1 1 0-16,0 0 2 15,1 0-2-15,-3-1 1 16,1 0 0-16,0 0-1 16,0 0 1-16,-3-2 1 15,0-1-1-15,0-2 1 0,0 0 3 16,-6 1 3-16,-6-2 4 15,-5 1 0-15,-6 5-7 16,-7 2-4-16,-5 1-1 16,-11 3-41-16</inkml:trace>
  <inkml:trace contextRef="#ctx0" brushRef="#br0" timeOffset="78109.65">14237 16679 67 0,'0'0'4'0,"0"-3"2"0,0 0 1 15,0-1-6-15,0 3 0 16,0-1 0-16,0 1 4 16,0 1 3-16,0 0 11 0,0 0-1 15,0 0-6-15,0 0-9 16,0 0-4-16,0 3 2 15,0 7 0-15,2 5-1 16,1 8 4-16,-2 6-3 16,2 7-1-16,2 8 2 0,-1 8 0 15,0 4 1-15,5 4-3 16,-1 1 3-16,1 4 0 16,1 3-2-16,2-1 0 15,-4 2 0-15,1-1-2 0,-3-3 2 16,2-4-1-16,-5-8 1 15,0-4-1-15,0-3 1 16,-3-6 0-16,0-4 0 16,0-7 0-16,0-1 0 15,0-7-1-15,0-5 0 16,0-9-3-16,-2-7-19 0,0 0-32 16</inkml:trace>
  <inkml:trace contextRef="#ctx0" brushRef="#br0" timeOffset="79532.56">14282 16643 64 0,'0'0'5'0,"0"0"8"0,0 0-4 0,0 0 0 16,0 0 2-16,0 0 1 15,0 0-3-15,0 0-9 16,0 0-4-16,0 0 3 16,0 0 2-16,3 0 0 0,7 0-2 15,4 0 1-15,1-3 0 16,4-5-1-16,5 1 3 16,2-3-3-16,4 0 0 15,4 0 4-15,0-1 0 16,3 3-1-16,-2-1 1 0,3-1-2 15,2 0-2-15,-1 1 5 16,3 1 0-16,1-2-1 16,-1 3-1-16,-1 0-1 15,1 0 0-15,-2 0 1 16,-4 1 0-16,-4-1-1 16,-1 0-1-16,-2-2 1 0,-2 1 0 15,-2-1-1-15,1 1 0 16,-8 0 1-16,0 1 0 15,-5 2-1-15,-4-1 1 16,0 3-1-16,-6 2 0 16,-2 0 2-16,-1 0 0 0,0 1 9 15,0 0-2-15,-2 0-7 16,-2 0 5-16,0 3-5 16,0 4-2-16,2 2 0 15,2 2-2-15,0 4 2 0,0 4-1 16,0 5 1-16,0 5 1 15,0 5-2-15,0 4 2 16,1 7-2-16,1 3 2 16,1 6-1-16,1 1 2 15,-2 5-4-15,0 1 4 16,-1-2-2-16,1 1 0 0,0-3 0 16,2-2 0-16,0-2 0 15,-1-3 0-15,4-1 0 16,-3-1 0-16,0-2 0 15,3-4 0-15,-3-3 0 0,3-2 0 16,-1-3-2-16,-2-2 5 16,2-3 0-16,-3-4 0 15,0 1 5-15,-1-2 4 16,1-2-1-16,-1-1-4 16,-2 0-2-16,2-3-3 15,-2-2 0-15,0 0-2 0,0-5 1 16,0 0-1-16,0-3 1 15,-2 0 1-15,-5 0-1 16,1 2 0-16,-4 1 0 16,-2 1-1-16,0 2 2 15,-2 2-2-15,0 1 0 0,-3 0 1 16,-2 3-1-16,0 0 0 16,0 0-1-16,-5-3-1 15,3 1 1-15,-4-2 1 16,4-4 0-16,-2-3 1 15,0 1 1-15,-2-4 1 16,0 1-3-16,-1 0 0 16,-2-1 1-16,-1-3-1 0,-2 2 1 15,1-2-1-15,-1 0 4 16,4-3 3-16,0 0 0 16,2 0 6-16,2 0-3 0,6-3-2 15,1 0-4-15,5-2-2 16,-1-1-3-16,0 0 1 15,5 1 1-15,-2-1-2 16,3 0 2-16,-2 1-3 16,2-2 1-16,1 1-1 0,1-3 5 15,-3 1-3-15,0-4 0 16,-1 0 0-16,3-3 0 16,-4-2 0-16,2-2-6 15,-1-1-13-15,3 1-6 16,-2-2-18-16,1 1-38 15,-3 2-63-15</inkml:trace>
  <inkml:trace contextRef="#ctx0" brushRef="#br0" timeOffset="80479.29">14372 17170 20 0,'15'-1'-10'0,"5"-5"10"0,3 2 1 0,1-3 3 15,5 0 12-15,2-1 10 0,1-1-1 16,4-1 0-16,-2-3-2 16,1 3 1-16,0-1-5 15,2-1 3-15,0 1-9 16,1 0-5-16,-2 1-2 15,0 1-5-15,-5-2 1 0,-2 5-1 16,-4-2 0-16,-5 2-1 16,-2 0 0-16,-3 2-4 15,-3 1-13-15,-3 0-17 16,-3 2-24-16,-6-2-39 16</inkml:trace>
  <inkml:trace contextRef="#ctx0" brushRef="#br0" timeOffset="80968.97">14356 17459 75 0,'0'0'0'0,"0"0"1"0,0 0 0 16,0 0 1-16,0 0 3 16,0 0-1-16,47-16 2 0,-34 13 2 15,6-4 5-15,5 0-3 16,2 0-5-16,7-4-1 16,4-5-3-16,3-1 0 15,2 0 0-15,4-3-4 0,2-1 13 16,0 1-8-16,1 0-2 15,-3 1 0-15,-4 2 1 16,0 1-1-16,-5 3 0 16,-5 1 1-16,-3 4-7 15,-5 3-12-15,-5 3-10 0,-4 2-10 16</inkml:trace>
  <inkml:trace contextRef="#ctx0" brushRef="#br0" timeOffset="81424.72">14635 17653 46 0,'0'0'3'0,"50"-20"19"0,-22 9-2 0,0 0 0 16,1 1-5-16,2 0-1 16,-2 0-1-16,2 1 1 0,-4-1-3 15,-1 1-3-15,1-1-6 16,0 1-1-16,-4-1 1 15,-1 3-11-15,-3 1-26 16,-2 1-13-16</inkml:trace>
  <inkml:trace contextRef="#ctx0" brushRef="#br0" timeOffset="81936.53">14698 17923 81 0,'0'0'6'0,"0"0"13"16,0 0 4-16,0 0-1 15,0 0-7-15,0 0-14 0,0 0 0 16,0 0 10-16,0 0 2 15,31-10-7-15,-11 0 0 16,3-2-4-16,3-2 1 16,2-1-2-16,-2 1 0 15,2 0-1-15,-1 0 0 16,-2 4 0-16,1-2 0 16,-2 4 0-16,-5-1 0 0,2 1 0 15,-1 2 1-15,-3 2-1 16,0-1 1-16,-4 3-3 15,1 2-11-15,-6 0-9 0,1 0-15 16,-6 0-7-16,-2 2-31 16</inkml:trace>
  <inkml:trace contextRef="#ctx0" brushRef="#br0" timeOffset="83701.55">15649 17111 3 0,'-3'0'42'0,"0"0"-11"0,-2 0-12 0,0 0-3 16,2 0-2-16,-2 0-5 16,1 0-3-16,0-2 0 0,3 1-3 15,-1-2-2-15,2 2-1 16,0-2-3-16,0-3-2 15,0 3 4-15,0-2 1 16,5-2-2-16,6-3 1 0,0 2 1 16,2-3 1-16,3-2-2 15,2-5 2-15,4 2 0 16,-1-2-1-16,5-1 1 16,2 0-2-16,5 1 1 15,1 0 0-15,6 1 0 16,3-3 4-16,5 4-2 0,3-2 4 15,5-3-3-15,5 2 0 16,2-1-1-16,4 1-1 16,1-1 1-16,3-2 0 15,2 2-2-15,0 1 3 16,-4 0 0-16,2 0-2 0,-2 1 2 16,-3 5 1-16,-4-2 1 15,-6 2-2-15,-6 5 0 16,-8 2-2-16,-6 1 0 15,-11 4 0-15,-8 1 2 16,-5 0-1-16,-7 0-1 0,-5 0-13 16,0 0-20-16,-8 1-31 15</inkml:trace>
  <inkml:trace contextRef="#ctx0" brushRef="#br0" timeOffset="83980.42">17051 16468 137 0,'0'0'9'0,"0"0"20"0,0 0 8 15,0 0-10-15,44-3-17 0,-31 3-8 16,-1 8 0-16,1 2 0 16,0 4-1-16,-1 5-4 15,-6-1-25-15,0 2-31 16,-6-2-31-16</inkml:trace>
  <inkml:trace contextRef="#ctx0" brushRef="#br0" timeOffset="84387.85">17522 16493 210 0,'0'0'-6'16,"0"0"33"-16,0 0-7 15,0 0-14-15,0 0-1 16,0 0-5-16,0 0 2 0,0 0-2 16,-6 37 3-16,6-16-1 15,0 2-1-15,0 1-1 16,1 0 1-16,2 2-2 16,0-2-2-16,-1-3-41 15,-2-5-49-15,0-5-37 16</inkml:trace>
  <inkml:trace contextRef="#ctx0" brushRef="#br0" timeOffset="84646.6">17404 16531 60 0,'0'0'51'0,"0"0"-11"0,0 0-6 16,0 0-18-16,0 0-3 15,0 0 1-15,0 0-4 16,43-38-3-16,-24 28-3 16,5-1-1-16,2-1-2 15,2 1-1-15,1-2-4 0,-2 0-39 16,-2-1-42-16</inkml:trace>
  <inkml:trace contextRef="#ctx0" brushRef="#br0" timeOffset="84990.28">17767 16497 238 0,'0'0'-3'15,"0"0"-8"-15,0 0 12 0,0 0 1 16,0 0 2-16,37 23-4 16,-32-16 3-16,4 3-1 15,-6 0-1-15,2 3 2 16,-2-1-2-16,-3 3-2 16,0-1-8-16,-3 0-9 0,-7-4 3 15,-2 1 7-15,-1-3 8 16,-3-3 3-16,4-2 8 15,1-3 13-15,1 0-7 16,4 0-8-16,5-6-5 16,1-5-5-16,0-4 2 15,7-3-1-15,9-3-3 0,3-3-14 16,6 1-23-16,2-1-35 16,2 4-42-16</inkml:trace>
  <inkml:trace contextRef="#ctx0" brushRef="#br0" timeOffset="85632.79">18021 16433 92 0,'0'0'20'15,"0"0"31"-15,0 0 0 16,0 0-22-16,0 0-17 16,0 0-1-16,0 0-7 0,-37 39 1 15,26-25-3-15,-1 2-2 16,3 2 1-16,1-1-2 15,3 0 2-15,0-3-1 16,4-2-1-16,1-2-4 16,0-2-5-16,6-2-10 0,3-5-13 15,2-1 10-15,4 0 7 16,1-5 1-16,2-7 8 16,-2 2 5-16,1-3 0 15,-2-2 11-15,-1-1 3 16,-2 1 3-16,-3 1 5 0,-3 2-3 15,-4 1 0-15,-2 4 4 16,0 2-4-16,0 2-5 16,0 3-5-16,-5 0-4 15,-1 0-3-15,1 1 3 16,1 6-5-16,-3 4 5 16,4 0-3-16,0 3 1 0,3-2-1 15,0-1 0-15,0-1-1 16,0-2 0-16,5-3-3 15,5-1-4-15,3-4 1 16,0 0 3-16,3 0 4 16,1 0 1-16,3-9-1 0,-4 0-1 15,3-4 1-15,0 0 4 16,-4-2 0-16,-2 0 2 16,-1 1-3-16,-4 1 0 15,-1 2 2-15,-4 0-2 0,0 4-1 16,-3 1 3-16,0 4 2 15,0 2-2-15,0 0-3 16,-3 0-4-16,0 6 3 16,0 5 0-16,0 1 2 15,3 3-2-15,0-2-1 0,0 0-2 16,8-2-3-16,4-2-7 16,3-4-14-16,1-3-21 15,1-2-41-15</inkml:trace>
  <inkml:trace contextRef="#ctx0" brushRef="#br0" timeOffset="85793.31">18441 16367 297 0,'0'0'0'0,"0"0"21"0,0 0-9 15,-33-39-9-15,28 36-4 0,2 1-4 16,3 2-17-16,-1 0-25 15,0 1-71-15,1 3 37 16</inkml:trace>
  <inkml:trace contextRef="#ctx0" brushRef="#br0" timeOffset="86440.49">18430 16455 216 0,'0'0'27'0,"0"0"-17"15,0 0-6-15,0 0 9 16,0 0-3-16,0 0-1 16,0 0-1-16,0 0-3 15,1 1-4-15,1 2-2 16,-2 0-3-16,4 2 3 16,-2 1 1-16,3 5 0 15,1 0-5-15,-3 1-7 0,1 0-1 16,1-1 3-16,-5-1 0 15,0-3 2-15,0-2 3 16,0-2 3-16,0-3 10 0,0 0 13 16,-5 0-3-1,2-4-2-15,0-4-7 0,2-2-1 16,1-3-2-16,0 3-3 16,0-3-1-16,0 3 0 15,0 0-3-15,5 3 0 16,4 4 0-16,-2-1 0 0,2 4 1 15,2 0 0-15,0 0-2 16,-2 0-1-16,3 7-3 16,-1-2 3-16,-1 0 1 15,2 1 2-15,-2-4-1 16,2 0 0-16,3-2-4 0,-1 0 1 16,2-2 3-16,-2-6 2 15,0 1 0-15,-4-3-1 16,0 2 2-16,-5-2-1 15,-4 1 5-15,-1 2 6 16,0 0-3-16,0 1-1 0,-5 2-6 16,-3 3-1-16,0 1-2 15,-3 0-1-15,0 4 5 16,0 4-4-16,2 2 1 16,-1 3-2-16,6 1 2 15,4-1 0-15,0 4-2 16,0-2 1-16,7 0-3 15,3 2 1-15,0 1-2 0,-3 1-15 16,-5 2-11-16,-2 1-51 16,-19 1-59-16</inkml:trace>
  <inkml:trace contextRef="#ctx0" brushRef="#br0" timeOffset="86944.79">15994 17088 82 0,'37'17'-4'0,"6"3"11"0,7 4 5 0,5 6-2 16,6 1-1-16,5 5 5 16,2 1 7-16,2-2-2 15,3-1-2-15,1 0 0 16,-2-4 3-16,4-4 4 0,-1-3-7 16,1-2-11-16,0-3-1 15,-3-2-4-15,0-3 0 16,-4-1-1-16,-5-2 1 15,-3-2-1-15,-3-3 1 16,-6-1-2-16,-5-4-8 16,-4 0-21-16,-8-7-64 0</inkml:trace>
  <inkml:trace contextRef="#ctx0" brushRef="#br0" timeOffset="87187.2">17762 17315 177 0,'0'0'2'0,"0"0"2"15,0 0-10-15,0 0 13 16,0 0 9-16,3 46-3 0,-1-25 5 16,0 2-12-16,4 2-3 15,-1 0-2-15,2-3 0 16,0-2 0-16,-1-3-1 15,-1-3-1-15,-1-2-9 16,-4-7-7-16,0-5-32 0,0 0-42 16</inkml:trace>
  <inkml:trace contextRef="#ctx0" brushRef="#br0" timeOffset="87344.6">17652 17327 248 0,'0'0'-5'16,"0"0"20"-16,0 0-15 16,17-51 4-16,5 33-8 15,4 0-32-15,5-3-36 0,-1 0-11 16</inkml:trace>
  <inkml:trace contextRef="#ctx0" brushRef="#br0" timeOffset="87687.82">18002 17335 162 0,'0'0'40'15,"0"0"-40"-15,0 0-1 16,0 0 0-16,0 0 1 16,0 0 4-16,0 0-5 15,0 0 10-15,22 32 16 0,-20-33-1 16,-2-7-9-16,0-5-8 15,0 0 0-15,0-2-3 16,0-1-1-16,-1 3 1 16,-3 2-1-16,-3 3 2 0,3 2 1 15,-4 4-3-15,0 2-2 16,0 2 2-16,1 12 0 16,-2 4-4-16,0 5 1 15,4 2 0-15,3 1-1 16,2 0-1-16,0-2-4 15,6-6-10-15,7-2-5 0,0-7-26 16,5-5-22-16,1-4-11 16</inkml:trace>
  <inkml:trace contextRef="#ctx0" brushRef="#br0" timeOffset="88005.62">18209 17287 138 0,'0'0'55'16,"0"0"7"-16,0 0-24 15,5-40-16-15,-12 34-16 16,3 5-2-16,-2-2-5 16,-1 3-5-16,-2 0 0 0,1 6 0 15,0 5 4-15,1 2-3 16,1 1 10-16,3 0-3 16,3-1-3-16,0 2 0 15,0-3-2-15,9-2 0 16,2 0-2-16,-1 0 2 15,1-3 2-15,-1-1 3 0,-5-1-1 16,-1 0 0-16,-2-1 0 16,-2 3 2-16,0-1-1 15,-8 2 5-15,-4 1-4 16,-3-1-2-16,1-1-1 16,-2-1-1-16,3-3-13 15,1-3-42-15,4-6-84 0</inkml:trace>
  <inkml:trace contextRef="#ctx0" brushRef="#br0" timeOffset="88239.84">18348 17002 88 0,'0'0'168'15,"0"0"-148"-15,0 0-17 0,0 0-4 16,0 0 4-16,4 41 2 15,-4-17 1-15,-4 1-4 16,2 3 3-16,1 0-2 16,1 0-2-16,0 0-1 15,0-2 1-15,1-2-2 0,2-2-9 16,0-3-19-16,-3-2-52 16,0-5-14-16</inkml:trace>
  <inkml:trace contextRef="#ctx0" brushRef="#br0" timeOffset="88504.19">18280 17270 71 0,'0'0'107'16,"0"0"-96"-16,0 0-7 15,32-40 5-15,-17 27-5 0,2 2-1 16,-2 3-2-16,1 2 2 15,-2 4 7-15,0 2 2 16,0 0-3-16,-2 0-2 16,0 7-5-16,-2 2 2 0,1 4-5 15,-5-2 6-15,1 0-2 16,-4 0-6-16,1 1 1 16,0-2-10-16,1-6-43 15,-2-2-34-15</inkml:trace>
  <inkml:trace contextRef="#ctx0" brushRef="#br0" timeOffset="88625.09">18517 17124 200 0,'0'0'9'0,"0"0"-6"16,0 0-4-16,0 0-25 0,20-37-69 15</inkml:trace>
  <inkml:trace contextRef="#ctx0" brushRef="#br0" timeOffset="89293.3">18590 17205 90 0,'0'0'9'16,"0"0"-1"-16,0 0 29 16,0 0-1-16,0 0-6 15,0 0 2-15,0 0-6 16,-19 3-9-16,15-9-10 15,3-3-2-15,1 2-5 0,0-4 1 16,0 1-2-16,5 1 1 16,2 1 0-16,2 2 0 15,-1 4-2-15,2 0 2 16,1 2 0-16,-3 0 0 0,1 2 0 16,0 4 0-16,-2 4-1 15,0 3 0-15,-4-1 1 16,1 0-1-16,0-1 3 15,-2-2-1-15,0-2-1 16,-2-1 2-16,1-3-2 16,1-2 0-16,1-1-3 0,1 0-5 15,0 0 8-15,1-8 3 16,1-2-1-16,0-3 2 16,2-1-2-16,-3-1 0 15,1 1 0-15,-2 2-1 0,-2 1 1 16,0 2 2-16,-1 0-1 15,-1 3-1-15,0 1-2 16,0-1 2-16,0 3-1 16,0 1-1-16,0 1 1 15,0 1-6-15,0 0-2 16,0 0-6-16,0 0 5 0,0 0 3 16,0 5 5-16,0 2 1 15,0 0-1-15,0 4 0 16,0-1 0-16,2 0 0 15,5 3 0-15,-2-1 1 0,3 0 0 16,-3-1 1-16,3-1 2 16,-3 0-1-16,2 0-1 15,-3 0 0-15,-1 0 0 16,-1-1-1-16,0 1 0 16,-2 1 3-16,0 4-1 15,-3-2-1-15,-5 4 3 0,-8 3-3 16,-2 3-1-16,-5 0-2 15,-5-1-22-15,-6 0-83 16</inkml:trace>
  <inkml:trace contextRef="#ctx0" brushRef="#br0" timeOffset="90069.24">12888 15365 264 0,'0'-1'-20'0,"0"-2"34"0,0 3-11 0,0 0-5 15,0 2 2-15,0 10 3 16,0 7-1-16,0 5-2 15,0 3 1-15,0 1-1 16,0 3-1-16,0-5-20 0,0-2-33 16,0-8-26-16</inkml:trace>
  <inkml:trace contextRef="#ctx0" brushRef="#br0" timeOffset="90546.67">12892 15151 142 0,'0'0'11'15,"0"0"10"-15,0 0 4 16,-43-18-20-16,30 18 0 15,-5 1-3-15,-2 10-2 0,-2 9 1 16,1 8-1-16,-4 9-1 16,4 10 2-16,1 9-1 15,5 3 0-15,3 4 0 16,7-2 0-16,5-5-1 16,2-6 0-16,13-10 0 0,6-7-2 15,1-9-2-15,6-10 4 16,1-4-1-16,2-10-1 15,2 0 6-15,1-14-2 16,1-9 10-16,-2-4 1 16,-1-4 11-16,-5-6-4 15,-6-2-3-15,-6-6-2 0,-5-2-4 16,-7 0-3-16,-3-2-1 16,-3 6-3-16,-11 4 0 15,-2 7-2-15,-4 11-2 16,-1 9-7-16,2 12-17 0,-1 8-20 15,2 19-30-15,-4 8-56 16</inkml:trace>
  <inkml:trace contextRef="#ctx0" brushRef="#br0" timeOffset="91080.37">13040 17051 84 0,'0'0'26'0,"0"0"11"0,0 0-5 0,0 0-8 16,-9-47-5-16,11 33-2 16,7-3-4-16,-2 2-7 0,5 0 1 15,2 1-3-15,2 2-4 16,2 3 1-16,-3 3 0 15,1 6 0-15,-5 0 2 16,1 4-2-16,-5 13-3 16,-3 6-2-16,-4 4 9 0,0 1-5 15,0 2 0-15,-5-3 1 16,-4-2 0-16,4-6-1 16,3-3 2-16,0-3-1 15,2-3-1-15,2-3 0 16,10-4-1-16,1-3-3 15,5 0-1-15,4-9 4 0,1-4 6 16,5-7-5-16,0-2-10 16,-1-4-35-16,-3-4-34 15,-6-2-24-15</inkml:trace>
  <inkml:trace contextRef="#ctx0" brushRef="#br0" timeOffset="91387.73">13274 16669 99 0,'0'0'0'0,"-64"-17"16"16,32 16-8-16,-3 1-4 16,3 7-3-16,-5 11-1 15,3 11-1-15,-1 10 1 16,4 10 0-16,5 10-3 16,2 6 2-16,8 5 2 15,11 1-1-15,5 0-1 16,6-8-1-16,17-8 2 0,7-9-8 15,7-9 1-15,0-13 4 16,7-13 7-16,0-11 18 16,-1-3 15-16,-1-18 7 15,1-6-10-15,-2-6-14 0,-2-1-12 16,-1-4-2-16,-7-1-4 16,-4-2 0-16,-6-4 0 15,-6-1-37-15,-5 2-124 16</inkml:trace>
  <inkml:trace contextRef="#ctx0" brushRef="#br0" timeOffset="92045.24">16085 16324 191 0,'0'0'15'0,"0"0"10"0,0 0-16 0,0 0-10 16,0 0 2-16,21 51 2 15,-1-10 2-15,5 8 3 16,1 10 0-16,6 9-1 0,6 9 0 15,2 8-4-15,4 6-1 16,0 4-1-16,2 1-1 16,1 1 1-16,-2-4-1 15,0-7 0-15,-2-7 0 16,3-10 0-16,-8-10 0 0,0-10 0 16,-5-9 0-16,-4-10 0 15,-4-6-1-15,-6-9-7 16,-5-9-13-16,-3-6-17 15,-5-11-31-15,-5-12 12 16</inkml:trace>
  <inkml:trace contextRef="#ctx0" brushRef="#br0" timeOffset="92446.61">16581 16118 128 0,'0'0'-9'0,"0"0"37"0,-10-45 12 0,7 36-9 0,-1 2-7 0,-1 4-5 16,0 3-8-16,-1 0-8 16,-3 5-2-16,-2 14-2 15,-4 14 5-15,0 12-6 16,-4 19 1-16,-6 17 3 16,-4 20 1-16,-6 21 0 0,-4 17 2 15,-3 13-1-15,-3 12 1 16,-1 6-5-16,-1 1 1 15,7-8-1-15,6-11 0 16,5-10-2-16,5-16-7 16,10-23-26-16,3-24-90 0</inkml:trace>
  <inkml:trace contextRef="#ctx0" brushRef="#br0" timeOffset="93420.12">19524 16648 145 0,'0'0'7'0,"0"0"12"0,0 0 9 0,0 0 2 16,0 0-4-16,0 0-10 16,0 0-4-16,0 0-4 15,0 0-6-15,-14 35-2 0,12-16 1 16,-1 2-1-16,0 2 0 15,0 1 0-15,1 3 0 16,-1-2 1-16,-1-2-1 16,0-3 0-16,1 0-1 15,-1-7 0-15,1-3-4 0,-1-5 0 16,1-3-1-16,1-2-2 16,0-4-9-16,-2-9-9 15,2-6 19-15,2-5 5 16,0-1 2-16,0-4 1 15,0 1 5-15,2-1 1 0,6 2-6 16,4 3-1-16,-1 4 0 16,5 5 0-16,-1 5 0 15,2 5 0-15,0 5 0 16,3 0-1-16,-4 12 1 16,4 5 3-16,1 2 2 0,-2 3-1 15,3 1 0-15,-3-3-3 16,0-1 0-16,-1-3 0 15,-4-3-1-15,-1-6 0 16,-2 0 0-16,-5-5 0 16,-2-2 7-16,-1 0 8 15,-3-3 26-15,0-9-8 0,-2-5-20 16,-5-4-2-16,0-6-4 16,1-1-5-16,2-2-2 15,4-1-3-15,0 2-10 16,0 1-10-16,5 6-7 15,5 4-9-15,1 5-44 0,3 5-52 16</inkml:trace>
  <inkml:trace contextRef="#ctx0" brushRef="#br0" timeOffset="93940.37">19963 16587 177 0,'0'0'31'0,"0"0"-27"15,0 0-5-15,0 0 4 0,3 51 7 16,-6-30-3-16,-2 1-4 0,1 2 1 16,1-3 5-16,2 0-3 15,1-4-4-15,0 0 0 16,0-4-1-16,1-2-2 16,5-3 0-16,1-3-2 15,2-3 0-15,-1-2 2 16,1 0 0-16,-3-9 2 0,2-5 2 15,-6-3-1-15,-2-2-1 16,0-2 0-16,0 1-1 16,-8 0-1-16,-2 1 1 15,-1 3 1-15,-1 2 0 0,2 3 0 16,3 0 2-16,1 4-2 16,5 0-2-16,1 1-5 15,0-1-26-15,7-1-8 16,6-5 22-16,4-1 12 15,5-5 2-15,0-2 4 16,3-2 0-16,1-1 0 0,-6 4 6 16,-2 2 6-16,-4 5 13 15,-5 6 3-15,-1 3-2 16,-7 4-14-16,1 1-8 16,-1 13 0-16,0 8 2 15,1 3 0-15,-1 7-4 16,3 0 2-16,-4 2-1 0,2 0-1 15,1-1 0-15,-1 1-2 16,0 0-3-16,-2-3-27 16,0-5-86-16</inkml:trace>
  <inkml:trace contextRef="#ctx0" brushRef="#br0" timeOffset="94095.84">20131 16697 275 0,'0'0'-4'0,"0"0"4"0,0 0-2 0,0 0 5 15,49-42-8-15,-28 30-64 16,1 0-35-16</inkml:trace>
  <inkml:trace contextRef="#ctx0" brushRef="#br0" timeOffset="94452.79">20449 16548 265 0,'0'0'-3'0,"0"0"8"16,0 0 3-16,0 0-2 16,0 0-2-16,0 0-3 15,0 0 2-15,35-15-2 16,-28 25 0-16,2 6 0 15,-2 2 1-15,2 5-3 0,0 1 2 16,-1 0-4-16,-1 0 0 16,-2-5-6-16,0-2 6 15,-1-5-3-15,-2-3 7 16,-2-5-1-16,0-4 4 0,0 0 18 16,0-3-10-16,-2-7-3 15,-4-5-2-15,3-4 3 16,1-1-8-16,1-5-2 15,1 1-1-15,2-3-1 16,8 2 1-16,3 1-15 16,3 3-15-16,2 1-33 0,2 4-46 15</inkml:trace>
  <inkml:trace contextRef="#ctx0" brushRef="#br0" timeOffset="94658.06">20748 16504 147 0,'0'0'44'0,"0"0"-4"16,0 0-13-16,0 0-15 16,-16 36-4-16,7-22-4 15,1 0-2-15,2-1 0 16,2 1 1-16,2 0-3 0,2-1 0 16,0-3 0-16,0 0-1 15,8-3-2-15,3-2-7 16,1-5-30-16,3 0-33 15,0-5-50-15</inkml:trace>
  <inkml:trace contextRef="#ctx0" brushRef="#br0" timeOffset="95029.89">20874 16506 161 0,'0'0'55'0,"0"0"-16"15,0 0-17-15,0 0-17 0,0 0-4 16,0 0-4-1,0 0 2-15,0 0 3 0,8 25 2 16,-8-8 0-16,2 2 0 16,-2-2-2-16,2 0-2 15,-1-3 0-15,0-1-1 0,0-3-4 16,1-4-1-16,1-2 0 16,-2-3-2-16,2-1-7 15,-3-1 16-15,2-9 8 16,0-3-3-16,1 0 0 15,0-5-1-15,2 1-2 0,-1 1-3 16,4-1 0-16,-3 6 5 16,1 0 3-16,1 3-2 15,1 5-3-15,2 3 0 16,-2 0-1-16,0 0-1 16,1 6-1-16,1 4-1 15,-2 0-8-15,1 1-15 16,2-2-12-16,1-1-48 0,2-3-22 15</inkml:trace>
  <inkml:trace contextRef="#ctx0" brushRef="#br0" timeOffset="96195.88">21176 16497 26 0,'0'0'161'0,"0"0"-101"16,2-37-22-16,-2 26-15 15,-2 5-14-15,-1 3-7 16,-6 1-6-16,2 2 0 0,-1 0-1 15,-1 11 1-15,1 2 4 16,-1 2 2-16,5 2-3 16,-1 1 4-16,4-3-3 15,1-1-1-15,0-3-7 16,6-2-7-16,3-5-3 16,3-2-8-16,-1-2 10 0,1 0 17 15,1-7-1-15,-1-6 3 16,-1-3 0-16,-2-4 8 15,-1-4-1-15,0-4 1 16,-2-1-3-16,0-3-3 16,0-1-2-16,-1-1-2 0,1 0-1 15,-1 3 1-15,0 1-1 16,-2 7 1-16,0 5-1 16,-3 7 6-16,0 6 10 15,0 5-8-15,0 4-5 16,-4 13-1-16,-2 5 0 0,2 5 0 15,-2 4 2-15,5 2-1 16,1-2 1-16,0 0-4 16,2-2 0-16,6-3 0 15,3-1 0-15,-1-4-3 16,2-3-6-16,2-5-10 0,-1-3-13 16,2-7-13-16,-1-3-16 15,1 0 30-15,-2-8 9 16,1-7 17-16,-3-2 9 15,-2 0 9-15,-3-1 7 16,0 2 14-16,-4 2 8 16,-2 1 4-16,0 6-11 0,0 3-14 15,-6 1-16-15,0 3-3 16,0 0-2-16,-2 6 0 16,1 5 0-16,0 3 2 15,0 1-2-15,2 0-1 0,2 1 0 16,3-2 0-16,0-3-1 15,0-2-2-15,0-2-5 16,7-2-5-16,1-3-9 16,1-2 0-16,-1 0 15 15,0-3 9-15,-1-6-2 0,1-2 8 16,-2-2 11-16,1-1-1 16,-4 0-3-16,3 1-2 15,0-1-2-15,-1 0-4 16,3 3 0-16,-2 2-5 15,4 2 0-15,-2 1-1 16,-1 6 1-16,1 0-1 0,0 0 0 16,0 4-1-16,-1 5 0 15,0 4 1-15,2 2-1 16,-1 2 1-16,1-1-5 16,-4 2-5-16,4-5-3 15,-5 1 1-15,0-4 5 0,-1-3 3 16,-1-2 3-16,-2-4 1 15,1-1 0-15,0 0 4 16,0-6 12-16,1-5-9 16,0-1-5-16,2-3-1 15,1 1 0-15,-2-2-1 0,2 3 0 16,0 2 2-16,-2 1 3 16,1 3-1-16,0 0-3 15,0 5-1-15,2 2 0 16,0 0 0-16,-1 2-2 15,3 7-1-15,-3 5 1 16,5-2 3-16,-3 3 1 0,3 0-1 16,1-3-2-16,0-2-2 15,2-2-2-15,1-4 1 16,-1-4 0-16,0 0 1 16,-1-1 5-16,2-9 9 15,-3-3 9-15,1-5 0 0,-1 2 6 16,-1-4-2-16,-3-1-11 15,2-2-8-15,-6 0-4 16,-1-1-1-16,-2 0-21 16,-1 3-38-16,-16 0-43 0</inkml:trace>
  <inkml:trace contextRef="#ctx0" brushRef="#br0" timeOffset="101548.65">14307 16607 99 0,'0'0'2'0,"0"0"9"0,0 0 2 0,0 0 1 0,0 0-3 0,0 0-7 16,0 0-3-16,0 0-1 15,0 0 0-15,0 0 0 16,0 0-1-16,0 0 1 16,0 0 0-16,4 8 0 15,-4-4-1-15,2 2 2 0,3 1-1 16,-1-1-1-16,-1 2 2 16,1 1-1-16,1 1 0 15,-1 1 1-15,-2 1 2 16,1 0-2-16,1 3 2 15,-2-1 5-15,0 0-2 16,-1-1 0-16,-1 1-3 0,1 0 1 16,0 1 2-16,-1-1 5 15,0 1 0-15,2 2 0 16,-2-1-2-16,1 1-1 16,2 1-3-16,-3 1-2 0,0 1-2 15,0-1-1-15,0 0 1 16,0 1-1-16,0-3 1 15,0 0-1-15,0-1 0 16,0-1 0-16,2 2 1 16,-2-1 0-16,3 1 2 15,-3 0-3-15,0 3 3 0,1 0-3 16,-1 1 0-16,0-1 0 16,0 4 1-16,0-3-1 15,-4-2 1-15,2 2 1 16,-3-2 0-16,2 0 4 15,0-3-1-15,1 4-1 0,-2-4-1 16,2-1-2-16,1 1 0 16,0-2-1-16,0 0 1 15,1-4 1-15,0 3 0 16,0-3 1-16,0 0 0 0,0-1-1 16,0 2-1-16,0-3-1 15,0 1 1-15,0 1-1 16,0-3 0-16,0 1 0 15,0 0 1-15,0-1-1 16,0-2 0-16,0 0 0 16,0 0 1-16,0-1-1 15,0 1 0-15,0-2 0 0,0 0 0 16,0-1 0-16,0 1 1 16,0 1-2-16,0-2 1 15,0 0 1-15,0 0-1 16,0 1 0-16,-2 0 0 0,2 1 0 15,-2-2 0-15,-1 0 1 16,2-1-1-16,1 1 0 16,0 0 0-16,0 0-1 15,0-1-1-15,0 1 0 16,0 0 1-16,0 0 2 0,4 1 1 16,-2-3-1-16,1 4-1 15,-1-3 1-15,1 0-1 16,2 1-4-16,-1-2 1 15,3 0 3-15,-1 0-4 16,2 0 4-16,1 0 0 0,3 0 1 16,1-3-1-16,0 0 4 15,4-2-4-15,2 1 1 16,-2 1 1-16,0-1-2 16,2 1 0-16,1-1 1 15,-3 1-1-15,2-1 2 0,-1 0-3 16,0-1 2-16,2 0-1 15,-1-1-1-15,2-1 3 16,-1 0-1-16,3-2 1 16,-2 0 3-16,2 0-4 15,-2 0 1-15,0 1 0 0,-2 1-2 16,-1 1 0-16,-3 0 2 16,-1 3-2-16,-1 1 0 15,-5 0 1-15,3 2 0 16,-1 0 0-16,-3-1 2 15,2-3-8-15,-2-2-32 16,-5-3-72-16</inkml:trace>
  <inkml:trace contextRef="#ctx0" brushRef="#br0" timeOffset="104678.83">14289 16557 60 0,'-5'0'1'0,"1"0"2"0,-2 0 2 0,1 0-2 16,0 0 10-16,-1 3 13 16,1-2 5-16,0 1 0 0,0 0-12 15,4 0-8-15,-2 1-8 16,3-1-4-16,0 2-3 16,0 0 1-16,7-3-5 15,3 2 4-15,3-3 2 16,3 0 2-16,4 0 3 0,0 0 2 15,6 0 1-15,2-3-1 16,4-1-4-16,4-1-1 16,0-2 4-16,5-1-3 15,-2-1 0-15,2 1-1 16,2-3-1-16,1 0 2 16,-1 0 1-16,-1-1 1 0,1 1 5 15,-1 0-5-15,-2 1 0 16,-5-1-1-16,0 2-1 15,-5 2 2-15,-2 0-1 16,-1 1 0-16,-3 2 0 0,-5 1-1 16,0 2 1-16,-3 0-1 15,-5 1 1-15,-5 0 0 16,1 0 0-16,-3 0 0 16,0 1-1-16,-2 3 0 15,-1 0 0-15,2-1 0 0,-3 2 6 16,0 0-5-16,0 0 0 15,0 0-1-15,0 0 0 16,0 3 3-16,0 0-3 16,2 1-1-16,-2 3 0 15,0 2 1-15,0 3-1 16,0 2 0-16,0 4 1 16,0 0 0-16,0 5 0 0,0 1 0 15,0 3 1-15,0 3-1 16,-2 2 1-16,-1 3-1 15,2 2-1-15,1 1 0 16,-2 2 0-16,2-2-1 0,0-4 1 16,0-2 0-16,0-6 0 15,0-2 1-15,0-4-1 16,0-3 0-16,0-1 2 16,2-1-2-16,2-3 2 15,0 1 3-15,-1-2-1 0,3-2 0 16,-2 0-3-16,1 1 0 15,2-1 0-15,-2-3-1 16,-1 2 2-16,2-2-2 16,-3-1 0-16,0-3 0 15,1-1-1-15,-2 0 2 0,0-2 0 16,0-1 0-16,-2-2 1 16,0-1 1-16,0 2 5 15,0-1 5-15,-4 0-7 16,-6 1-4-16,0 0-2 15,-4 2 0-15,0 1 0 0,-3 1 0 16,-1 1-2-16,-4 0 2 16,-3 6-1-16,1-2 0 15,-3 4-3-15,-2 1 2 16,0 0 2-16,0 0 0 16,-1-1 0-16,1 1 0 0,-2-2 0 15,0 2-2-15,1-2-5 16,2 0 1-16,0-1-3 15,3 0 4-15,4-2 5 16,-1-1 0-16,5 0 0 16,2-2 0-16,1 0 0 15,3-3 1-15,2-2-1 0,3 0 6 16,1 0 2-16,0-2-2 16,4-1-1-16,0 0-3 15,0 0-1-15,1 0-1 16,0 2-2-16,0-2 2 15,0 1-2-15,0 2 2 0,0-2 0 16,0 1 0-16,0-1 0 16,-1 2 0-16,1-3 0 15,-4 0 1-15,-1 0 0 16,-1 0-1-16,-6-3-2 0,-2-5 2 16,-1-2 0-1,-6-3 1-15,-2 0-1 0,-2-4 0 16,-1-3-1-16,-1-2 1 15,1-3 0-15,-1-4 0 16,0-3 0-16,0-4 0 0,1-3 1 16,2-1-1-16,2-4 1 15,2 2-2-15,2-4 2 16,3 2 0-16,1 0-2 16,3 0 0-16,2 1 2 15,-1 0-1-15,1-1 0 0,3 1 0 16,-2-1 0-16,5 0-1 15,0 0 0-15,1 1-4 16,2 5-3-16,0 0-1 16,0 5 4-16,-2 4 1 15,2 2 3-15,-4 5 0 16,2 3-2-16,1 2 4 0,0 5-2 16,1-1 0-16,0 3-6 15,8 3-12-15,4 2 2 16,3 4 3-16,3 1 6 15,0 0 4-15,6 0 3 16,3 4 1-16,2 0-1 16,2 1 2-16,5 0-1 0,2-2-1 15,3-1 1-15,1-2-1 16,3 0 2-16,1 0 1 16,2-7 3-16,-1-1 1 15,2-3-1-15,-2 0 0 0,4-2 0 16,-6-3-5-16,0 3 6 15,-5-1-4-15,-3 0 4 16,-6 0-4-16,-4 1 1 16,-4 2 0-16,-4-1 3 15,-3 1-2-15,-3 3-1 0,-4 0 2 16,-1 1-2-16,-3 2-1 16,-2 1 0-16,-2 2 0 15,0 1 1-15,3 1-2 16,-4 0-1-16,2 0-1 15,2 7 1-15,0 2 0 0,1 3-3 16,0 4 7-16,1 2-2 16,1 2-2-16,-1 4 1 15,1 0-1-15,0 6 0 16,0 0 0-16,2 5 1 16,-4 2-1-16,3 6 0 0,-2 2 0 15,-1 1 0-15,0 4 0 16,0 2 0-16,-1-1 0 15,0 0 0-15,-2-5 0 16,0-1 0-16,0-5 1 16,1-5-1-16,2-3 1 15,-3-4-1-15,1-1 1 0,0-1-1 16,2-2 1-16,-1-1-1 16,-2-1 0-16,0-2 1 15,-1-3-1-15,0 0 0 16,-1-3 0-16,0-2 0 15,-5-4 1-15,-5-1 1 0,-4 2 0 16,-3-3-2-16,-7-1 1 16,1 4-1-16,-8-1 0 15,-1 2-5-15,-3 3-3 16,-3 3 0-16,-2 2 5 16,-7 4 0-16,3 3-3 0,-4 1-4 15,1 1-7-15,0 0 4 16,5-2 9-16,1-1 3 15,4-2 0-15,5-4 2 16,1-1 0-16,6-6-1 0,0 1 1 16,6-3 0-16,5-4 0 15,3 1-1-15,4-5 0 16,4 1 0-16,2-1 1 16,1-1-3-16,0 0 1 15,0-4 0-15,0-4 5 16,1-4 4-16,0-4-2 0,-1-1-1 15,0-5-4-15,0-3 2 16,-4-2 1-16,-6-3-1 16,-1-4-1-16,-5-2 3 15,1-3-1-15,-8-2 1 16,1-4-1-16,-4 0-2 16,-3-3-1-16,2 0-1 0,-4 0 0 15,1-1 0-15,2-1-1 16,0 0 1-16,4-3 0 15,3 0 0-15,4 0-2 16,4 1-1-16,4 2-8 0,6 2-4 16,3 4-4-16,0 5-5 15,1 6-1-15,10 2 7 16,2 6 5-16,2 4 11 16,5 7 0-16,3 0 2 15,5 5 0-15,2 5-1 16,4 2 1-16,2 2 0 0,2 0-2 15,3 0 2-15,1 6-1 16,2-2 1-16,1-1 0 16,1 0 0-16,0-3 1 15,2 0 0-15,-1 0 3 16,3-8 4-16,0-4 3 16,-1 0 3-16,-2-4 0 0,-3 0-2 15,-7-1-1-15,-5-1-1 16,-5 1 1-16,-8 3 0 15,-4 1-3-15,-5 1-1 0,-7 4 2 16,-1-1 1-16,-2 3 1 16,0 2-3-16,-1 0-5 15,-3 1-3-15,-2 2 0 16,1 1-3-16,1 0-6 16,0 0 4-16,2 5 1 0,-1 5 0 15,3 2 3-15,0 5 1 16,0 3 0-16,6 3 0 15,2 5 0-15,0 6 0 16,-2 3 0-16,4 4 0 16,-3 6 0-16,1 4 0 15,-4 2 0-15,4 6 0 16,-4 1 1-16,-3 5-1 0,0-1 0 16,-1-3 0-16,0 0 1 15,-2-4 1-15,-10 1 1 16,-2-1 0-16,-5 4-1 0,-8 7-1 15,-13 6-1-15,-21 6-7 16,-18 2-124-16</inkml:trace>
  <inkml:trace contextRef="#ctx0" brushRef="#br0" timeOffset="135045.19">1888 16896 33 0,'0'0'17'0,"0"0"-11"0,0 0 4 16,0 0-4-16,0 0 4 16,0 0-3-16,0 0 0 0,0 0-1 15,0 0 4-15,0 0 2 16,0 0-2-16,0 0-4 16,0 0 0-16,0 0-2 15,-25-12-2-15,22 12 0 16,-2 0-1-16,-2 0 3 0,1 0-2 15,-2 0 0-15,0 3 0 16,-3 1 0-16,-2 1 1 16,1 1 1-16,-1 1-1 15,-1 1-1-15,1-1-1 16,0 2-1-16,-1 1 3 0,1-1-3 16,0 2 1-16,2 1-3 15,-1 0 4-15,1 1 0 16,-2 0-1-16,1 1 0 15,-1-1 0-15,2 1 0 16,-3 0-1-16,0 3-3 16,0-1 7-16,0 1-2 0,-2 3-2 15,3-2 0-15,-3 4 2 16,1-1-2-16,-3 3-2 16,1 0 5-16,2 3-3 15,-2 0 0-15,1-1 0 16,1 1 0-16,3-2 0 0,1-1 0 15,0-2 0-15,4 0 0 16,0 0 0-16,3-1-1 16,-2-2 1-16,1 0 0 15,2 0 0-15,-1-2-2 0,2 0 1 16,2 1 0-16,-3-1 0 16,3-1 1-16,0 1-1 15,0 3 0-15,0 1 0 16,0 0 0-16,0 2 1 15,0 2 0-15,1-3-1 0,3 2 1 16,3-3-1-16,-2-2 0 16,-1-3-2-16,2-4 0 15,1 0-1-15,-1-4-3 16,0-2 1-16,2 1-1 16,-1-1 3-16,2 0 3 15,2-2-2-15,0 0 2 0,1 2 1 16,-1-2-2-16,2 0 4 15,1 1-2-15,1 0 1 16,1-1-1-16,-1 1 0 16,3-2 0-16,0 1 0 15,0-4 0-15,1 0 1 0,2 0-2 16,-1 0 2-16,1 0-1 16,-1-2 1-16,2-3-1 15,-1-1 1-15,0-4 0 16,2 0 1-16,-1-4 0 15,3-2 2-15,-1-2-1 16,-2-6 0-16,3 0 0 0,-2-5-1 16,1-1 2-16,-2-1-1 15,-1-3 0-15,-2 0 1 16,2-1 1-16,-1 2-3 16,-3-3-1-16,0 1-1 15,0-1 1-15,-1-1 0 0,-3-1 0 16,-1-5 2-16,-5-1-1 15,1-3 0-15,-2-1 0 16,-2-1 1-16,-2 2 0 16,-2 1-1-16,0 5-1 0,-6 3 1 15,-4 2 6-15,-5 6 6 16,-2 6-2-16,-3 3-5 16,-2 5-3-16,-3 9-5 15,1 5 6-15,-1 2-3 0,5 3 0 16,2 10-7-1,7 0-29-15,5-4-23 0,3-9-41 16</inkml:trace>
  <inkml:trace contextRef="#ctx0" brushRef="#br0" timeOffset="136106.49">2486 16075 78 0,'0'-5'3'0,"-7"2"6"0,0 0 8 0,-2 2-10 15,-2 1 4-15,-5 0-2 16,1 0-2-16,-3 5-2 0,0 4-1 16,0-2-1-16,-2 7 4 15,2 0-2-15,0 3-3 16,1 3 2-16,1 0-4 15,1 4 1-15,0 0-1 0,3-1 1 16,0 0-1-16,3 0 1 16,3-2-3-16,-1 2 0 15,5 1-2-15,-1 1 3 16,1 0-4-16,2 2 4 16,0 2-1-16,0 1 2 15,0-2-3-15,2 1 3 0,1 1 1 16,1-2-2-16,-2-2 0 15,3 0 1-15,-1-1 1 16,3-1-1-16,-1 0-1 16,4 0 1-16,-1-2-1 15,3 0 0-15,0-2-2 0,3-1 3 16,1-4-2-16,2-2 2 16,2-1 1-16,3-3-1 15,-2-3 1-15,4-2 0 16,0-2-1-16,2-2 1 15,0 0 0-15,4-3 1 0,-2-5 0 16,3-4 0-16,-1-1 0 16,0-1 0-16,1-3 0 15,1 0 0-15,-2-3-2 16,1 1 1-16,1 0 0 16,2-3 0-16,-3 1-1 0,1 1 2 15,2-1-1-15,-4-3 0 16,0 0 0-16,0 0 1 15,-4-2 0-15,1-1-2 16,0 0 0-16,-2-3 1 16,-1 0 1-16,2-1 2 15,-4 0 0-15,-1 0-1 0,0-2-1 16,-4 5 1-16,-3-2-1 16,-2 0-1-16,-1 1 3 15,-5-2 2-15,1 0-1 16,-3 1-2-16,2 0 1 15,-4 2-3-15,1 0 0 0,-2 1 1 16,-2 2-1-16,0 1-1 16,0 2 2-16,0 0-1 15,-7 4 1-15,-4-1-4 16,0 2 4-16,-5 2 1 0,-2 1 0 16,-2 1 0-16,-2 3 0 15,-3 3-1-15,-2 2 4 16,-2 1-4-16,-2 4 0 15,0 0-1-15,-2 4 0 16,-1 6-1-16,-4 4 1 16,-1 5-1-16,2 2-1 15,-1 2 0-15,2 5-6 0,1 5-17 16,2-1-18-16,-2-1-18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43:01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3142 5164 82 0,'0'0'12'16,"0"0"-15"-16,0 0 1 0,0 0 2 0,0 0 1 15,48 0 1-15,-33 0 1 16,-1 0-1-16,1 0 0 16,2 0 0-16,2 0-1 0,1 0 0 15,-1 0-1-15,2 0 1 16,0 0-1-16,3 0 0 15,-2 0 2-15,3-2-1 16,2-1-1-16,2-1 1 16,2 3-1-16,0-1 0 15,1 0 0-15,1 2 0 0,-2 0 0 16,1 0 0-16,-3 0 0 16,0 2 1-16,-2 3-1 15,2 0 1-15,0 3-1 16,0-3 0-16,5 2 1 0,-1 0-1 15,5 0 1-15,3 1-1 16,1 0 0 0,-2 0 1-16,3-1-1 0,-3 0 1 15,2-1-1-15,3 1 0 16,-3-4 1-16,6 2-1 16,0-1 1-16,0-1 0 0,0-1-1 15,-1 1 2-15,2-3-2 16,-2 3 0-16,3-3 0 15,-1 0-2-15,3 0 2 16,1 0 0-16,1 0 2 16,2 0-1-16,4-3 1 0,0 2-1 15,-1-3 0-15,5 2 1 16,-3-1-2-16,3 3 1 16,-1 0-1-16,-1 0 0 15,3 0 0-15,-3 0 0 16,3 0 1-16,-2 0-1 0,1 0 0 15,0 0 0-15,-1 0 0 16,1 0 0-16,-1 0 0 16,-1 0 0-16,1 0 0 15,-1 0 0-15,3-2 1 16,0-3 5-16,-2 2-1 16,3-1 1-16,-1 1-1 0,-3 1-2 15,1 0 0-15,-2 2-3 16,1 0 2-16,0 0-2 15,4 0 1-15,-3 0 0 16,4 0 0-16,2 0-1 0,0 0 0 16,1 3 0-16,1 0 0 15,0-2 1-15,-1 3 1 16,6-2 0-16,-1-1 2 16,2 2-1-16,-2-3 0 15,4 2 2-15,1-2-2 0,1 0-1 16,-2 0 0-16,-2 0 0 15,0 2 0-15,0 0 1 16,2-1-1-16,-5 3-2 16,6 2 2-16,-2-3 0 15,5 3 0-15,0 1 0 16,-1 0-16-16,-1-3-45 0</inkml:trace>
  <inkml:trace contextRef="#ctx0" brushRef="#br0" timeOffset="2748.26">10652 5199 46 0,'7'0'2'0,"-1"-2"9"0,-1 0-4 16,2 2-3-16,2-3-1 0,-2 3 2 15,4 0 2 1,0 0-3-16,0 0-2 0,5 0-1 16,-1 0-1-16,3 0 0 15,0 5 0-15,2 0 0 16,-1 2 0-16,3-3 0 16,-2 3 0-16,6-2 2 15,1-1-2-15,2 1 1 0,3-1-1 16,1-2 2-16,3 0 0 15,0-2 3-15,2 0 2 16,-2 0 2-16,-1 0-5 16,1 0-1-16,-1 0-1 0,4 0 1 15,1 0-1-15,3 0-1 16,0 0 0-16,1 1 0 16,0-1 0-16,-1 3-1 15,-1-2 0-15,-2 1 0 16,-1-1 1-16,3-1-1 15,0 0 1-15,3 0 5 0,-3 0 1 16,2 0 0-16,-1 0-4 16,3 0-1-16,-4 0 0 15,4 0 1-15,-2 0-2 16,4 0 0-16,0 0 0 16,1 0-1-16,-4 0 1 0,2 5 1 15,-3-1-1-15,0 0 0 16,0 0-1-16,-2 3 1 15,2-2-1-15,-1 0 0 16,1 1 0-16,1 0 1 16,-1-2-2-16,4 0 1 15,-2 1 0-15,4 0 0 0,0-1 1 16,2-1-2-16,0 3 2 16,-2-5-1-16,1 1 2 15,3-1-2-15,1-1 0 16,0 0 0-16,0 0 0 15,0 0 1-15,1 0-1 16,0 0 0-16,1-1 1 0,0-2-1 16,4 0 1-16,-3 2-1 15,0-1 0-15,4 1 1 16,-3-2-1-16,3 1 1 0,-4 1-1 16,1-2 0-1,-1 1 0-15,0 0 1 0,0-1-1 16,-3 2 0-16,3-2 0 15,0 2 1-15,3-1-1 16,-1-2 1-16,-1 1-1 16,3 0 0-16,-3 0 0 0,-1-1 0 15,2 1 0-15,-4 3 0 16,2-1 0-16,-3 1 0 16,-1 0 0-16,3 0 0 15,-1 0 0-15,0 0 0 0,-3 0 0 16,3 0 0-16,-1 0 0 15,0 0 0-15,0 0 0 16,1 0 1-16,0-1-1 16,-1-1 0-16,0-1 0 15,0-1 0-15,3-2 0 16,0 1 1-16,2 0 2 16,-1 2 0-16,1-2-2 0,0 1 1 15,-2-2-2-15,-1 3 1 16,-1-3 0-16,-2 3 0 15,-1-4-1-15,0 2 0 16,-2-1 0-16,3 0 1 0,2-1-1 16,0 2 0-16,2-1 1 15,-2 1-1-15,2 2 2 16,-1-3-2-16,0 3 1 16,-1 1-1-16,-5-2 1 15,-1 1 0-15,1 1 1 16,-2 0 2-16,2-1-2 0,1 2 2 15,1-1-2-15,1 1 0 16,2-1-1-16,0 1 0 16,0 1-1-16,2 0 2 15,-2 0-2-15,2-1 0 0,-2 1 0 16,0 0 3-16,-2 0 1 16,-2 0-1-16,0 0 1 15,-2 0 0-15,-1 0-2 16,2 0-1-16,0 2-1 15,0 0 1-15,2-1 0 16,3-1 0-16,0 2 0 0,-1-1-1 16,3-1 1-16,0 2-1 15,0-1 0-15,-1 0 1 16,2 2-1-16,2-1 0 16,-2 1 0-16,3-1 0 15,1 0 0-15,1-1 0 0,-2-1 1 16,1 0-1-16,-2 0 2 15,-1 0-1-15,0-4 1 16,-1-2-2-16,-3 2 3 16,5-2-1-16,-2 2 3 15,1 1-3-15,0 2 0 0,1 1-1 16,3 0 0-16,-1 0-1 16,3 0 1-16,-1 0 0 15,1 0-1-15,3 3 1 16,-4-1-1-16,2 1 0 15,2-1 0-15,-1-2 1 0,2 0-1 16,2 0 1-16,-2 0-1 16,2 0 3-16,3 0-1 15,4-3 2-15,2-1 1 16,2 1 2-16,4 0 0 16,3 0-1-16,1 0-2 15,2 2-2-15,5 1 0 0,2 0 1 16,2 0-3-16,2 0 0 15,-3 0 1-15,0 0-1 16,-4 0 1-16,-6 1-1 16,-4 2 1-16,-6-1-1 0,-4 2-1 15,-10-3-8-15,-7 1-20 16,-14-2-55-16</inkml:trace>
  <inkml:trace contextRef="#ctx0" brushRef="#br0" timeOffset="4289.05">2989 6003 3 0,'0'0'5'0,"0"0"4"0,0 0-2 0,0 0 4 0,49 27 4 15,-32-23-7-15,0 1-5 16,7-1 2-16,-2-3 1 16,3 1 1-16,2-2-8 15,2 0 12-15,2 0-3 16,3 0-3-16,1-1 7 0,3-3-6 15,5-3-3-15,-1 1 1 16,7-2 1-16,0 2-4 16,5-1-1-16,0 0 4 15,4 3-4-15,-2-2 1 16,1 4-1-16,1-1 2 16,3 1-1-16,1 2-1 0,3 0 3 15,1 0 0-15,-2 0-1 16,4 0 0-16,-1 0 0 15,1 2-1-15,-1 1 2 16,-1 1-3-16,3 0 2 16,-2 0-1-16,0 0-1 0,2 1 0 15,1-3 2-15,3 1-1 16,-2 0 1-16,0 0 0 16,0-2 1-16,0 1-2 15,3-2 0-15,-2 0 0 0,3 0 1 16,1 0 0-16,0-3-2 15,1-1 3-15,-2-3-1 16,-1 1 0-16,-5 0 0 16,-2 2 0-16,-2 1 1 15,0 2-2-15,-5 1 0 0,1 0 1 16,-1 0 1-16,-2 4-1 16,-4 3 1-16,-2 0 0 15,-6 2 0-15,-4-4-2 16,-3 1-1-16,-6-2 0 15,-4-1-1-15,-3-3 0 16,-3 2-1-16,-5-2 2 0,-5 0 2 16,1 0 0-16,-5 0 0 15,-1 0 0-15,0 0 0 16,-1 0-1-16,-1 2 4 16,3-2-1-16,0 2 2 15,0-1-1-15,2-1-29 0,-4 0-75 16</inkml:trace>
  <inkml:trace contextRef="#ctx0" brushRef="#br0" timeOffset="9249.96">6141 3973 25 0,'0'0'39'0,"0"0"-33"0,0 0-3 0,0 0 0 15,0 0-1-15,0 0-1 16,0 0-1-16,-2 0 0 16,2 1 0-16,-2-1 2 15,2 0-1-15,-2 0 2 16,0 0 2-16,2 0 0 16,-2 0 1-16,-3 0 1 0,3-3-2 15,-2 1-1-15,2 1-1 16,-3-1-2-16,3 2-1 15,-3 0 1-15,0 0-1 16,1 0 0-16,0 0 0 0,-4 0 0 16,3 0 0-16,-5 0 1 15,2 0 1-15,-3 0 0 16,-1 0 0-16,1 0 1 16,-3 0-1-16,1 3-2 15,0-1 0-15,-3 0 2 16,-2 3 0-16,-1-3 1 0,2 2 0 15,-2-1-2-15,-1 2 0 16,3-2 0-16,0 0 0 16,-1-1 0-16,0 1 0 15,2-1-1-15,-1-1 1 16,1 0-1-16,0 1 0 0,0-2 2 16,1 1 3-1,-1-1-3-15,1 2 0 0,1-2-2 16,-1 1 3-16,1-1-2 15,1 0 3-15,-3 0-2 16,-1 1 1-16,-1 1-2 16,2-1 0-16,-4 1 0 0,-1 1-1 15,2 0 1-15,-2 1-1 16,1-1 1-16,2 0-1 16,0 1 2-16,1-1-1 15,-1 0-1-15,-1 1 1 0,2-3-1 16,-1 3 0-16,2-1 1 15,1 1-1-15,0-2 0 16,0 1 1-16,2 0-1 16,0 1 0-16,0-3 0 15,2 2 0-15,-1 0 0 16,1 1 1-16,0-4-2 16,-1 3 1-16,0 1 0 0,-2-1-1 15,3 2 1-15,0 0-2 16,-5 1 1-16,3-2 1 15,-1 5-3-15,-1-1 3 16,0-1 1-16,3 3-1 0,-4-3 0 16,3 2 0-16,-1 2 0 15,1-4-1-15,2 3 1 16,-3 0-2-16,1 0 1 16,-1 1 1-16,-1 0-2 15,1 0 2-15,1 0-1 0,0 2 2 16,-1 0-1-16,1-2 1 15,-1 2-2-15,-1-2 1 16,1 0 0-16,-1 0 1 16,-1 0-1-16,1 0 0 15,1-1-2-15,1 3 1 16,2-2 1-16,-1 1 0 0,1-1 0 16,2 0 0-16,0-1 0 15,0 3-2-15,1-1-1 16,3 0 1-16,-3 0-1 15,2 2 2-15,0-3 0 16,1 3 1-16,-1-1 0 0,0 1 0 16,0 1-1-16,0 0-1 15,1-1-1-15,1-1 3 16,0 1-1-16,0-1 0 16,2 1 0-16,0 0 1 0,0-1-1 15,0 0 1-15,2 1-1 16,-2-2 1-16,1 1 0 15,0-1 0-15,1 1 0 16,0 1 0-16,0-3 0 16,0 1 0-16,0 1-2 0,0-2 0 15,4 0 1-15,0 1-1 16,0-2 1-16,2 1 1 16,0-1 0-16,1 1-1 15,1-1 1-15,0 0 0 16,0 0 0-16,1 0 0 15,0 0 0-15,0-1 0 16,0-1-1-16,0 1 1 0,0-1 0 16,0-1 0-16,-1 2 0 15,1-2 0-15,1 0-1 16,-2-1-1-16,3-1 0 0,-1 1 0 16,1-2-1-16,-1 3 3 15,2-2 0-15,-1 0 1 16,0 1 1-16,-1 0-1 15,-2-2 0-15,1 2-1 16,1-2 1-16,-1 2-1 0,1-1 0 16,2 0 1-16,-1 0-1 15,0-2 0-15,1 1 0 16,1 1-1-16,0 0 0 16,0-1 1-16,0-2 0 15,1 2 0-15,-1-1 0 0,1 0 1 16,-1 3-1-16,1-2 1 15,-1 0 0-15,1-1-1 16,-1 1 1-16,2-2-1 16,1 0 0-16,-1 1-1 15,4 0 1-15,-3-1 1 16,1 0 0-16,0 1 0 0,2 0 0 16,-3-1 0-16,1 2 1 15,0-2-2-15,3 3 2 16,-1-1-1-16,-1-1 1 15,0 1-1-15,2-1-1 16,1 1 0-16,-4-1 0 0,2 0 1 16,0 1-1-16,1-1 0 15,1 0 0-15,-2 0 0 16,4-2 0-16,0 2 0 16,-1-1 1-16,2 0 0 15,1-2 0-15,2 3 2 16,-2-3-2-16,2 0 0 0,2 0 1 15,0 0-3-15,2 0 3 16,0 0-2-16,1-5 1 16,1 2 1-16,0-1-1 15,-2-1 1-15,-1 2 0 0,-1-1 0 16,-2 1-1-16,0 0 1 16,-1 1 0-16,-1 0 0 15,2-1 1-15,1 2-2 16,0 1 1-16,-1 0-2 15,0 0 1-15,0 0 0 0,-2 0-1 16,2 0 0-16,-2 0 0 16,-2 1 0-16,1-1 0 15,2 2 0-15,-1-2 1 16,0 0 0-16,2 0 1 16,0 0-1-16,0 0 2 15,0-2-2-15,-1-1 1 16,0 2-2-16,4-1 0 0,-1 1 0 15,-2 1 0-15,2 0 0 16,-2 0 0-16,0 0 0 16,2 0 0-16,-3 0 1 0,3 1-1 15,0-1 0-15,2 0 0 16,-1 0 0-16,3 0 0 16,1-1 0-16,-5-5 1 15,2 1 0-15,0-1 0 16,-2 3 1-16,0-2 0 0,-2 0 0 15,3 0-1-15,-1 2 0 16,-1-3 0-16,1 3 0 16,1-1 0-16,-3 0 0 15,2-2-1-15,-2 2 0 16,-4-1 0-16,3 0 1 16,0-1 0-16,-3-1 0 0,2 0 1 15,-3-2 1-15,2 1 0 16,-1 0 1-16,0-2 1 15,0-2-2-15,0 2 1 16,-1-4 0-16,1 3 0 16,1-2-1-16,-3-1-1 0,3 1 0 15,-3 0 0-15,-2-1 1 16,0 0-2-16,-4 2 1 16,1-2-1-16,-3 1-1 15,-1 1 2-15,-2 1-1 16,-3-4 0-16,1 2 6 0,-4-1 7 15,0-3-5-15,-2 1-2 16,-2-1-1-16,0-1-1 16,0-3-1-16,0 2-1 15,-2-4 0-15,-2 0 1 16,-2-2-1-16,-2 2-1 16,3-3-1-16,-4 1 0 0,0-2 0 15,0 3-1-15,-2-2 1 16,0 1-1-16,0-1 1 15,0-1 0-15,-5 3-1 16,1 0 0-16,-3 0-1 16,1-3 0-16,-2 4 2 0,-2-1-1 15,-3 0 0-15,2 1 1 16,-1 0-1-16,-4 1 2 16,0 3-2-16,-1 1 0 15,0-1 0-15,-3 4 1 0,0 2-2 16,-5-1 2-16,-1 2-2 15,-4 4-1-15,-4-1 2 16,-5 4-2-16,-5 3-2 16,-7 2-1-16,-8 0-6 15,-6 10-10-15,-8 4-20 16,-8 2-38-16,-9-2-34 16</inkml:trace>
  <inkml:trace contextRef="#ctx0" brushRef="#br0" timeOffset="13186.44">3549 4016 19 0,'2'0'9'0,"1"-3"9"0,-3 3 9 0,0-1-3 15,0 1-15-15,0-2-4 16,0 2-3-16,0-1 0 16,0 1-2-16,0 0-1 15,0 0 1-15,0 0-2 0,0 0 3 16,-3 0 1-16,1-2-5 15,-2 2 4-15,2-1-2 16,-3 1 3-16,1 0-1 16,-3 0-1-16,0 0 1 15,1 0 0-15,-1-1-1 0,-1-1 0 16,3 2 2-16,-4-1-2 16,2-2 1-16,0 3-1 15,1-3 1-15,-2 2 0 16,0-1 0-16,1 0 2 15,-1 0 0-15,-2-1 0 16,1 2-2-16,-1-2 1 0,0 3-1 16,-1-1 0-16,-2 1 0 15,-1 0 0-15,1 0-1 16,-1 0 0-16,1 0 0 16,-3 3 1-16,3-1 0 15,-3 1 2-15,5 0-3 0,-2 0 1 16,1-2 0-16,0 3 0 15,3 2 0-15,-5-2 0 16,1 2-1-16,-1 1 0 16,-1 0 0-16,-1 0 0 15,1-1 1-15,0 1-1 0,0 0-1 16,1 2 1-16,-1-1 0 16,3-1 0-16,-1 2 0 15,1-1 1-15,2 1-2 16,-1-2 1-16,0 2 0 15,-1-2 1-15,1 0-1 16,0-2 0-16,0 1-1 0,0 1 2 16,-1-1-1-16,1 1 0 15,1 0 0-15,0 0 0 16,1 0 0-16,1 2 0 16,-2-1 0-16,1 2 0 0,1 0 0 15,-1 0-1-15,-1 0 1 16,0 3 0-16,1-3 1 15,-1 3-2-15,2-3 1 16,-1 1 0-16,-1-1-2 16,4 0 1-16,-1-2 1 0,1 1-1 15,-1-1 1-15,0 1-1 16,1 1 1-16,1 0-2 16,-1-2 1-16,1 2 1 15,1 0-1-15,-4-1 1 16,4 0 1-16,-2 0-2 0,1 1 2 15,-1 3-1-15,-1-4 0 16,2 3 0-16,1 1 0 16,-1 0 0-16,1-2 0 15,0 1 0-15,-2-1 0 16,4 1-1-16,-2-1 1 16,2-1-1-16,-2 2 1 0,1 0-1 15,1 0 1-15,0 0-1 16,0-1 1-16,0 0-1 15,2 2 0-15,-2-4 1 16,2 1-2-16,0 0 1 16,0 1-1-16,0-1 0 0,0-1 1 15,0 2 1-15,0-1 0 16,2 1 0-16,0 2 0 16,0-1 0-16,0 0 0 15,1-2-1-15,3 0-1 0,-2 1 1 16,4-1-2-16,-2 0-1 15,1 0 2-15,1 1 1 16,2-2 0-16,-1 2 1 16,1 1-1-16,0-4 0 15,1 2-2-15,0-3 2 16,0 2-1-16,2-2 5 0,-2 0-1 16,1 0-1-16,-1 1 0 15,1-1-1-15,-1 1 1 16,1 0-1-16,0-1 0 15,-3 1 0-15,2-1 0 16,-1 0 0-16,2-1 1 0,-1-1-1 16,-1 2 0-16,3-1-1 15,-1 0 1-15,-1 1 0 16,1 0 0-16,0-1 0 16,-1-1 1-16,0 1-1 15,3 0 0-15,-3-2 1 0,1 0 0 16,0 0 1-16,1-1 1 15,-1 0-1-15,-1-1-1 16,1 0 1-16,-1 1-2 16,-1 0 1-16,2-2 0 0,-1 2 0 15,-2-1 0-15,1 0-1 16,2 0 1-16,-1-2 1 16,1 3-1-16,-1-2 0 15,3 2 0-15,-1-3-1 16,0 2 1-16,1-1 0 15,1-1-1-15,-1 0 1 0,-1 0 0 16,-1 3 0-16,-1-3 0 16,1 0 0-16,2 1-1 15,-3-1 2-15,1 2-2 16,-1-1 1-16,-1-1-1 16,2 0 0-16,-1 1 1 0,2 1-1 15,1-2 1-15,-1 1-1 16,1-1 0-16,-1 2 1 15,1-1-1-15,-1-1 1 16,0 3-1-16,-1-2 0 16,1 2 0-16,1-1 0 15,-1-1 0-15,1 3 0 0,1-1 0 16,1 0 1-16,-1-1-1 16,1 0 0-16,-3 1 1 15,3 1-2-15,-1 1 1 16,-1-1-1-16,0 0 1 15,-1 0 0-15,1 1-1 0,-2-1 1 16,2 0 0-16,-3-1 0 16,2 1 0-16,1-1 1 15,1 1-2-15,-1-1 2 16,2 1-2-16,2-1 1 16,-3 1 1-16,3-1-1 0,0 0 0 15,2-1 0-15,0 0 1 16,3-1 0-16,-3 0-1 15,4 2 1-15,-1-3 0 16,-2 0 0-16,2 3-1 16,-2-2 1-16,1-1 1 0,-4 0-2 15,2 0 0-15,-1 0 1 16,2 0-1-16,-1 0 0 16,-2 0 0-16,4 0 2 15,-1 0 3-15,0 0 5 16,0 0-2-16,-1-4-3 0,3 0-1 15,-4-1 0-15,0-1-1 16,-2 1 0-16,1-2-1 16,-3 4 0-16,0-4 0 15,-2 1 0-15,0-1 1 16,-2 0-1-16,0 0 0 16,1 0 0-16,-4 0 2 0,1-2-3 15,1 2 0-15,-1 0 0 16,1-2 1-16,0 1-2 15,-4 1 1-15,3 0 1 16,-3 0-2-16,0-1 1 16,0 1 2-16,-3-1 1 0,3-2-1 15,-2 0-1-15,1 1-1 16,2-3 2-16,-2 0-2 16,3-2-1-16,-3 0 1 15,3 0 0-15,-1-2 0 16,0-1-1-16,-1 1 2 0,1-1-2 15,-3 2 1-15,-1-1-1 16,4-1 1-16,-3 3-1 16,-2-2 1-16,-1 2-1 15,3 0 0-15,-4 0 1 16,0-2 0-16,0 2 2 0,0 0-1 16,2-1-2-16,-2-1 0 15,0 1 1-15,0 0-1 16,0-1 0-16,0 0 2 15,0-1-2-15,-5-1 1 16,1-1-1-16,-2 2 1 0,-2-1 0 16,2-2-1-1,-1 2 1-15,-2 0 0 0,2 1 1 16,1 2-2-16,-3-1 0 16,1 2 0-16,-2 0-2 15,1 1 2-15,-2 2-1 16,-3-1 0-16,3 2 2 0,-3 2 0 15,2-1 2-15,1 1-2 16,-1 0 0-16,1 0 1 16,0 0-2-16,0 2 0 15,0-3 1-15,2 2-1 0,-3-1 0 16,1-2 0-16,-2 1 0 16,1 1 1-16,2-2-1 15,-4 0 0-15,1 0 1 16,-1 0-2-16,1 1 2 15,0 0-1-15,-1 0-2 16,-1-1 1-16,3 3 2 0,-1-1-1 16,-1 0 1-16,3 1-1 15,-2-1 1-15,1 1-1 16,-3-1 0-16,1 1-1 16,2 2 1-16,-2-2 0 0,2 0 0 15,2-2 1-15,-4 3-1 16,1 1 0-16,-1-3 1 15,1 2-1-15,-1 1 0 16,-1-2 1-16,-3 0-1 16,4 1 0-16,-4 1 0 0,3-1 0 15,-3 2 0-15,1 0 0 16,0-1 0-16,0 2 0 16,1 0-1-16,-1-1 2 15,0 0-1-15,-1 0 0 16,1 0 0-16,-2 0 0 0,4 0 0 15,-3 0 1-15,3 1-1 16,-1-1 0-16,1 1 0 16,-1 2 0-16,2-1 0 15,-2 0-1-15,3 0 1 16,-3 1-1-16,-1 0 1 16,1 1 0-16,-4-1 1 0,2 1-2 15,-2 0 1-15,0 0 0 16,0 0 0-16,1 0 0 15,-2 0 0-15,0 0 0 16,1 0 0-16,-2 0 0 16,2 0 0-16,-1 0 0 15,2 2 0-15,-4-1 0 16,3 3 0-16,-2-1 0 0,-3 1 0 16,0 2 0-16,1 1 0 15,-1 0 1-15,1 7 0 16,-1-2-1-16,1 8-8 0,-5-2-40 15,0-4-68-15</inkml:trace>
  <inkml:trace contextRef="#ctx0" brushRef="#br0" timeOffset="13920.15">3903 4216 35 0,'-2'2'16'0,"2"1"-17"0,0 2 1 0,0 1 0 16,-2-2 0-16,2 3 0 16,0-1 1-16,0 1-2 15,0-3-1-15,4 2 0 16,0-3 3-16,2 1 3 15,3-4 8-15,1 0 2 0,3-1 0 16,3-11 4-16,2-5 7 16,8-4-8-16,3-6-3 15,5-6-4-15,7-4 0 16,3-4-4-16,10-3 1 16,4-3-4-16,7-4-1 15,6-1 3-15,3-4 0 16,4-1-15-16,-4-1-103 0</inkml:trace>
  <inkml:trace contextRef="#ctx0" brushRef="#br0" timeOffset="14518.68">5961 4061 58 0,'0'0'19'0,"0"0"-20"0,0 0-3 16,0 0 4-16,0 0 0 15,0 0 0-15,0 0 0 16,0 0 1-16,0 0 1 16,0 0 4-16,0 0-2 0,29 5-1 15,-22-5 0-15,-2-2 5 16,5-5 1-16,0-4 7 15,3-1 9-15,5-5-2 16,1-4-10-16,6-6-5 16,4-4 0-16,9-9-3 0,5-4 4 15,8-7-1-15,9-6-3 16,13-5-2-16,9-8 2 16,7-10-3-16,3-9-93 15</inkml:trace>
  <inkml:trace contextRef="#ctx0" brushRef="#br0" timeOffset="18096.62">6174 9565 8 0,'0'-7'-6'0</inkml:trace>
  <inkml:trace contextRef="#ctx0" brushRef="#br0" timeOffset="23789.65">6124 9640 10 0,'0'0'2'15,"0"0"0"-15,0 0 7 16,0 0 4-16,0 0-7 15,0 0 3-15,0 0-4 0,0 0-2 16,0 0 0-16,13 9 1 16,-11-9 0-16,0 1 1 15,0-1 1-15,2 0-4 16,-2 3-1-16,0-3 0 16,2 3 0-16,3-2-1 0,-2-1 1 15,4 3-1-15,2-3 2 16,-2 0 1-16,3 0 1 15,3 0-1-15,0 0 1 16,1 0 1-16,0 0-3 16,-1 0-1-16,3 0 0 15,-3 0-1-15,1 0 1 0,0 0-1 16,-2 0 0-16,-1 0 0 16,3 0 0-16,-3 2 1 15,1-1-2-15,1 3 1 16,3-4 0-16,-1 2 0 15,4-1 1-15,1-1 0 0,0 0 0 16,1 0 0-16,1 0 1 16,1 0-2-16,-3 0 1 15,3 0-1-15,-3 0 0 16,1 0 0-16,-3 0 1 16,4 0-1-16,-3 0 0 0,-2 0 0 15,2 0 0-15,1 0 0 16,-2 0 0-16,0 0 0 15,-1 0 0-15,2 0 0 16,-1 0 0-16,1 0 0 16,-2 0 0-16,4 0 0 15,-4 0 0-15,2 4 0 0,-2 0 0 16,1-2 0-16,-1 1 1 16,0-2-2-16,-2 2 2 15,1-1-1-15,-1-1 0 16,0 2 0-16,1-2 0 15,-1-1 1-15,4 0 0 0,-1 0 1 16,2 0 0-16,0 0 3 16,3 0-3-16,2 0 1 15,-3 0-2-15,3 0 1 16,0 0-1-16,-3 0 1 16,2 0-1-16,0-1 0 0,-4-2 0 15,0 2-1-15,1-1 0 16,2 1 0-16,-5-1 0 15,4 0 0-15,-1 0 1 16,2 0-1-16,-1 0 1 0,2 0 0 16,1 0-1-16,1 1 1 15,-2 0 0-15,3 0 0 16,-4-1-1-16,2 2 1 16,-3-1-1-16,0 1 0 15,2 0 0-15,0 0 0 16,1 0 0-16,0 0 0 0,-1 0 0 15,1 0 0-15,0 0 0 16,2 0 0-16,-2 0 0 16,0 0 0-16,0 0 0 15,2 0 1-15,-2 0-1 16,-1 0 0-16,5 0 0 0,-3 0 0 16,3 0 0-16,0 0 0 15,2 0 0-15,-3 0 0 16,3 0 2-16,-2 0-2 15,-2 0 0-15,0 0 0 16,0 0 2-16,-1 0 0 0,1 0 2 16,-1 0 1-16,2 0-2 15,-1-1-1-15,0-1 0 16,2 2 3-16,-4-1-1 16,2-1-2-16,-2 2 0 15,-1-3 1-15,1 2 0 0,-2-2-1 16,0 2 0-16,-1-1-1 15,0-1 0-15,1 1-1 16,0 0 1-16,-4-1-1 16,5 2 0-16,-4-1 1 0,1 0-2 15,1 0 2 1,1-1-1-16,-3 2 1 0,1-2-1 16,1 3 0-16,-1-1 1 15,-3-2-1-15,4 3 0 16,-1 0 2-16,0-3-2 15,-2 3 1-15,2-2-1 0,1 1 1 16,-4-2 0 0,1 2-1-16,1-1 1 0,-1-2 0 15,0 3 0-15,-1-2 0 16,3 0 2-16,-2-1 1 16,2 2-2-16,0 1-1 15,0-2 1-15,0 3-2 16,0 0 0-16,2 0 1 0,-3 0-1 15,0 0 0-15,1 0 0 16,0 0 0-16,3 0 0 16,-4 0 1-16,2-1-1 15,2-1 0-15,0 1 2 0,-1 1-2 16,-1-2 0-16,5 1 0 16,-2 1 1-16,0 0-1 15,4-3 0-15,-2 3 0 16,0 0 0-16,1-1 2 15,-1-1-2-15,0 1 0 0,0 0 1 16,-2-1 0-16,-3-1 0 16,3 2-1-16,0-2 2 15,0 0-1-15,2 2 0 16,0 0 0-16,0-2 0 16,0 1 0-16,0-1 0 15,2 2 1-15,-2-2-1 0,1 0 1 16,1 2 0-16,0-3-1 15,0 2 1-15,3-1-1 16,-3 0 0-16,0 2 0 16,0-2-1-16,1 3 1 15,-1-3-1-15,-2 2 2 0,0-1-2 16,-1 2 0-16,0-1 0 16,-3 0 1-16,3-1-1 15,-3 2 0-15,2-1 0 16,-2 1 0-16,4-2 0 0,-2 2 0 15,-1 0 0-15,5 0 2 16,-2 0-4-16,0 0 4 16,3 0-2-16,-1 0 0 15,0 0 0-15,-2 0 0 16,1 2 0-16,-1-1 1 16,0 2-1-16,-2 0 0 0,0-2 0 15,-1 2 0-15,0-3 0 16,-1 1 1-16,0 1-2 15,2-2 2-15,-3 0-1 16,2 0 0-16,1 0 1 0,-2 0-1 16,3 0 0-16,-1 0 0 15,1 1 0-15,0-1 0 16,1 2 0-16,0-1 0 16,0-1 0-16,0 0 0 15,0 2 0-15,2-2 0 0,-2 0 0 16,-2 0 0-16,3 0 0 15,-3 0 0-15,2 0 1 16,0 0-1-16,1 0 0 16,-1 0 0-16,2 0 0 15,-4 0 0-15,2 1 0 0,-1 0-1 16,1 0 2-16,-1 1-2 16,0-2 2-16,1 2-1 15,2-1 0-15,0 1 1 16,0-1-1-16,3 0 1 15,-1-1 0-15,3 0 0 0,-2 0 1 16,3 0-1-16,0 0 0 16,-2 0-1-16,3 0 1 15,-4 0-1-15,1 0 0 16,-1 0 1-16,1 0-1 16,-2 0 0-16,2 0 0 15,-3 0 0-15,3 0 0 0,-2 0 1 16,0 0 0-16,1 0-1 15,0 0 1-15,3 0 0 16,-5 0-1-16,4 0 0 16,-3 0 1-16,1-4-1 15,-3 3 5-15,-1-3 1 0,1 2 2 16,0-1-3-16,-4 2-3 16,-1-1-1-16,-1 1 0 15,-3 1-1-15,-2-3 1 16,-2 3-1-16,-1-3 0 15,-3 0 1-15,-2-1 2 0,-1 1 1 16,-4-1 1-16,1 1 0 16,-2-2-1-16,-2 0 3 15,0-1 0-15,-1 1 1 16,-2-4 1-16,1 2-3 16,1-1-1-16,-1-4 0 15,-2 1 1-15,0-1 7 0,0-3-4 16,0-1-5-16,0-2-1 15,0 1 0-15,0-3-1 16,0 0 1-16,0-1-2 16,0 1 0-16,-5-3-1 0,2 0 1 15,0-1 1-15,-2-1-2 16,0-4 1-16,1 0 0 16,-2-4 0-16,2 0 0 15,1 1-2-15,-1-4 2 16,1 3 0-16,-1-1 0 15,-1 2-1-15,1 2 0 0,-1 0 0 16,-3 1 0-16,1 1-2 16,-2 3 0-16,0 1 2 15,0 2-1-15,0 2 0 16,0 2-1-16,0 2 0 16,-1 1-2-16,-2 2 0 0,1 1 3 15,-3 2-2-15,1 0 1 16,0 2 0-16,-4 2 1 15,3 2-1-15,-1 0-3 16,0 1 4-16,-1 0-1 0,1 2 1 16,-1-1 0-16,-1 2-2 15,-3 0 0-15,1 0 2 16,-2 0-2-16,0 0 3 16,-4 0-1-16,0 2 1 15,0-1 0-15,0 2-1 0,-4-2 1 16,0 1 0-16,-3-1 0 15,1-1-1-15,-5 0 1 16,-2 0 0-16,2 0-1 16,-2 0 1-16,-2 0 0 15,-3 0 1-15,1 0-1 16,-3 0 0-16,0-1 0 0,0-2-1 16,-1 0 2-16,-3-1-1 15,4 1 0-15,-3-1 0 16,2 1 0-16,-1 1 0 15,-2-2 0-15,2 3 0 16,-2-1 0-16,2-2 0 16,-3 3 0-16,2-1-1 0,-2-2 2 15,0 1-1-15,2 1 0 16,-4 0-1-16,0-1 1 16,2 0 0-16,-2 0 0 15,1 2 0-15,-2 0 0 0,3-1 0 16,-3 2 0-16,1 0 0 15,0 0 0-15,2 0 0 16,-4 0-1-16,0 0 2 16,3 0-1-16,-2 0 0 15,-1 0 0-15,4 0 0 0,1 0 0 16,-1 0 0-16,2 0 0 16,-1 0 0-16,2 0 0 15,-4 0 0-15,3 0 0 16,-3 0 0-16,0 0 0 15,1 0 0-15,-3 0 0 16,-1 0 0-16,0 0 0 0,-2 0 0 16,1 0 0-16,1 0 0 15,0 0 0-15,0 0 0 16,2 0 1-16,0 0-2 16,0 0 1-16,-1 0 0 15,-1 0 0-15,0 0 1 0,-1 0-1 16,1 0 0-16,1 0 0 15,-3 0 0-15,2 0 0 16,-1 0 0-16,0 0-1 16,-1 0 2-16,0 0-1 15,-1-1 0-15,0-1 0 16,1 2 0-16,-3 0 0 0,0-1 0 16,1 0 0-16,0-1 0 15,-3 2 0-15,3 0 0 16,1-3 1-16,0 2-1 0,-1-2 0 15,3 0 0-15,-1-1 0 16,0 1 0-16,0-3 0 16,2 1 0-16,-1-1 0 15,-1 0 0-15,2 1 0 16,0-1 0-16,1-1 0 16,1 1-1-16,0-1 1 0,2 0 1 15,-2 3-2-15,0-2 1 16,-2 0 0-16,2 2 1 15,0 0-2-15,0 1 1 16,-1-1 0-16,-1 1 0 16,0 0 0-16,0 0 0 0,0 0 0 15,0 2 0-15,2-2 0 16,-2 2 0-16,3-1 0 16,-1 1 0-16,1-2 0 15,2 0 0-15,1 0 0 16,2 0 0-16,1-1 0 0,1 1 1 15,-4 0-1-15,4-1 0 16,-1 2 0-16,3 0 0 16,-3-1 0-16,2 3 0 15,1-3 0-15,0 2 0 16,-3 1-1-16,1 0 2 0,-2 0-2 16,2 0 1-16,-3 0 1 15,1 0-2-15,0 1 1 16,-2 2 0-16,2 1 0 15,-2-1 0-15,0 1 0 16,2-1 0-16,-1 2 0 0,2-3 0 16,2 0 0-16,-1-1 0 15,1-1 0-15,-2 2 1 16,1-1-2-16,2-1 1 16,-1 0 1-16,0 0-2 15,3 2 1-15,0-1 0 16,-1-1 1-16,1 0-2 0,1 2 2 15,1-1-1-15,-3 0 0 16,3-1-1-16,1 3 1 16,1-1 0-16,2 0 0 15,0 1 0-15,0 0 0 16,1 0 0-16,-2 1 0 0,3-1 0 16,1 1 0-16,-2 0 0 15,3-1 0-15,-1 0 0 16,2 1 0-16,-2-1 0 15,2-1 0-15,-1 2 0 16,1 0 0-16,-2-1-1 0,0 3 2 16,0 1-1-16,1-1 0 15,-1 1 0-15,0 1 0 16,-2-1 0-16,5 0 0 16,1 2-1-16,-2 1 1 15,4 0 0-15,2 0 0 0,2 1-1 16,2 0 1-16,-2 1 0 15,5-1 0-15,1-1 0 16,1 1-1-16,1 2 1 16,2-1-1-16,2-1 0 15,0 4 0-15,2 1 0 0,1 0 0 16,1-2 0-16,2 6-1 16,2-2 1-16,0-1 0 15,1 2 0-15,0-2 0 16,0 1 0-16,1 0 0 15,3 0 1-15,-1 2 0 0,-1 1 0 16,-2 0 0-16,2 2 0 16,0 1-1-16,-2 0 1 15,1 3-1-15,-1 2 1 16,2-1 0-16,0-1 0 16,-2 2 0-16,2-1 1 15,-2-1-1-15,0-1 0 0,2-1 0 16,-2 1 0-16,2-2 0 15,1 1 0-15,3 0 0 16,-1 0 0-16,0-1 1 16,1 0-1-16,-1-1 0 15,3 0 0-15,-1 0 0 0,0-1 0 16,0-3 0-16,1 1 0 16,0-2 1-16,0-2-1 15,-1 0 0-15,1-2 0 16,0 0 0-16,-2 1 0 0,3-2 0 15,-3 0 0-15,4 1 0 16,-4 0 0-16,3-1 0 16,0 0 0-16,-1 1 0 15,2-1 0-15,-1-2-1 16,3 2 1-16,-2 0 0 16,3-2-1-16,1-1 0 0,-1 0 1 15,1 1 0-15,0-5 0 16,3 2-1-16,1-1 2 15,0-2-1-15,0-1 0 16,4 0 0-16,1-2 0 16,-1 1 1-16,0-2-1 0,3-1 0 15,-1 2 1-15,2-2-1 16,0 0 1-16,3 0-2 16,0 0 2-16,3 0 0 15,1 0-1-15,1 0-1 16,1-2 3-16,-1-1-2 0,1 2 0 15,-1-1 0-15,1 0 1 16,-1 0-1-16,2 1-1 16,0-2 1-16,2 2 0 15,-3-1 0-15,3 0 0 16,-1 0 1-16,-1 1-1 16,-1 0 0-16,-1 0 0 0,-1-2-1 15,-2 2 1-15,1-1 1 16,-1 1-2-16,0-2 2 15,0 2-1-15,1-1 0 16,-1 0 0-16,0-1 0 16,-2 0 0-16,2 0 0 0,-3 0 0 15,-1 0 0-15,2 0-1 16,-2 1 3-16,0 0-2 16,2-1 0-16,-3 0 0 15,1 2 0-15,2-2 0 16,-1 0 0-16,0-1 1 0,3 1-1 15,-4-1 0-15,2 0 0 16,2-1 0-16,-2 1 0 16,2-1 0-16,3 0 0 15,0 1 0-15,3-2 0 16,-1 2 0-16,0-2 0 0,0 2 0 16,-2-3 2-16,1 3-2 15,-2-2 0-15,-1 0-2 16,3 1 4-16,-3-1-2 15,5 3 0-15,0-1 0 16,-1-2 0-16,1 3 0 0,-1-1 0 16,-2 0 0-16,-1 2 0 15,-4-2 0-15,0 4 0 16,-2 0 0-16,-2 0-2 16,2 0 2-16,2 4 0 15,-2 6 0-15,-6-3-36 16,-7-7-102-16</inkml:trace>
  <inkml:trace contextRef="#ctx0" brushRef="#br0" timeOffset="27199.68">13661 8740 51 0,'0'0'15'0,"0"0"-2"0,0 0-7 0,0-2-4 0,2 1-1 15,-1-2-1-15,0 2 0 16,0 1 0-16,1-2 0 0,-1 2 3 16,2 0 1-16,-3 0 0 15,2 0-4-15,0 0 0 16,-1 0 0-16,1 0 0 16,0 4-5-16,3 4 10 15,-3-1-5-15,0 0 0 16,1 0 0-16,-1 0 0 0,0-2 0 15,2 0 0-15,-2-3 0 16,0 0 0-16,1 1 0 16,0-3 1-16,3 0 0 15,-4 0 0-15,2-3 3 16,3-2-2-16,-2-4 1 0,3-2 0 16,4-4-2-16,-1-3 4 15,3 1-2-15,1-6 1 16,3-1 2-16,0-1-1 15,4-2 6-15,1-2 3 16,1-2-2-16,4 1-2 16,0 1-5-16,1 0 0 0,0 3-1 15,-3 2-2-15,-2 3 0 16,-5 4-1-16,-1 3 0 16,-7 4-1-16,-2 4 1 15,-2 3 1-15,-3 3-2 0,-1 0-3 16,-2 0-3-16,-1 10-3 15,0 3-3-15,-4 3-31 16,-10-1-19-16</inkml:trace>
  <inkml:trace contextRef="#ctx0" brushRef="#br0" timeOffset="28007.64">13594 8748 34 0,'0'0'12'0,"0"0"-4"0,0 0 0 15,0 0-1-15,0 0-3 16,0 0-1-16,0 0-1 0,0 0-1 15,0 0 1-15,0 0-1 16,0 0-1-16,0 0 0 16,0 0-1-16,11-5 2 15,-7 9 0-15,-2 0-2 16,1-1 2-16,1 1-1 0,0-2 0 16,2-2 0-16,2 0 1 15,1 0-1-15,0-6 2 16,6-3 0-16,4-7-1 15,-1-3 2-15,6-5 2 16,1-2 4-16,4-6 4 16,0-1 5-16,2-1 7 0,3 0-8 15,-1 2-13-15,3 0 0 16,-3 2-9-16,-5 0-61 16</inkml:trace>
  <inkml:trace contextRef="#ctx0" brushRef="#br0" timeOffset="29164.22">8190 8862 11 0,'6'-9'11'0,"-2"-1"-11"0,2-1-22 0</inkml:trace>
  <inkml:trace contextRef="#ctx0" brushRef="#br0" timeOffset="30246.45">8288 8724 49 0,'0'0'9'0,"0"0"3"0,0 0-4 16,0 0-4-16,0 0-2 15,0 0 0-15,0 0 0 16,0 0 2-16,-18-21 4 16,16 19 1-16,0 1-1 0,-1 1 2 15,0-1-3-15,1 1-5 16,0 0-1-16,-2 0 1 15,2 0 3-15,-3 0-5 16,1 0 2-16,-4 1-2 16,0 2 0-16,-1 0 0 15,-1 1 1-15,-2-1 1 0,-1 0 0 16,-1 1 2-16,1 0 0 16,-3-1-2-16,2 4-1 15,-1 1 0-15,4-3-1 16,-2 2 2-16,-1 3-4 15,3 0 2-15,-1 1 0 0,-1 1 0 16,2-1 0-16,-2 3 0 16,1 2-1-16,2-1 0 15,-2 1 0-15,1 4 0 16,-1 1 0-16,2 1 0 16,1 2-1-16,-1 1 2 0,0 2-1 15,3 0 1-15,-1 0 0 16,2 0 0-16,0-1-1 15,3-1 1-15,1-1-1 16,2-2 1-16,0-1-1 16,0 1 0-16,0 0 1 0,2-1-1 15,3 2 1-15,2 0 0 16,-2-2-1-16,1 3 1 16,1-2-1-16,-1 1 1 15,1 0-1-15,0 0 1 16,-1 1-1-16,1-4 1 0,0 3 0 15,4-4 0-15,-4 1-1 16,1-4-1-16,4 1 0 16,-1 0 1-16,2-2 2 15,-2-1-2-15,2 1 4 0,1 0-1 16,-2-1-2 0,3 0 1-16,1-1 0 0,0-4-1 15,-1 0 2-15,1-3 4 16,0-2 1-16,4 0-2 15,-3-2 0-15,1-1-2 16,-2 1-1-16,2-2 0 0,2 0 3 16,-3 0-4-16,4 0-1 15,-3-2 1-15,6-5 1 16,-3-1 2-16,1-3 0 16,0 0-1-16,-2 0-2 15,-2-2 0-15,0 1 1 0,-2-3 1 16,-1 1 1-16,1-3-1 15,-1 1 0-15,-1-5 0 16,-1 1 1-16,1-4 0 16,-5-1 1-16,0-3 0 0,0-1 6 15,0-3 0 1,-3-2-3-16,-1 0 1 0,-1-3-4 16,0-1-2-16,-2-2-1 15,0-1 1-15,2-3-3 16,-4-1 1-16,0 2-1 15,0-1 1-15,-8 3 0 16,0 5-1-16,-1 4 1 0,-3 7-1 16,0 6-1-16,0 6-1 15,0 6-6-15,2 5-31 16,1 2-55-16</inkml:trace>
  <inkml:trace contextRef="#ctx0" brushRef="#br0" timeOffset="31463.42">9991 8760 85 0,'-3'-7'3'0,"-1"1"6"0,0 1-3 15,1 0 2-15,-1-1 3 16,0 2 6-16,-1 1 2 0,3 0 1 15,-3-1-6-15,0 1-1 16,3 2-6-16,0-1-4 16,0 2-2-16,-2 0-2 15,-2 0-12-15,1 2 22 16,-3 6-9-16,2 2 1 16,-3 5-1-16,1 0 0 15,-2 2 0-15,1 4 0 0,-1-1-1 16,-2 3 1-16,3 1-3 15,-1 3 1-15,2-1 2 0,1 2-1 16,1 1 0-16,0 0 1 16,3 4-1-16,1-2 1 15,0 1-1-15,-1-1 0 16,1 0 0-16,2-2 0 16,0 0-2-16,0 0 0 15,0-1 1-15,0 2-1 16,5 1 0-16,-1 2 1 0,1-2-1 15,3 4 1-15,-3-2 1 16,4 1 1-16,-4-1 0 16,5 0-1-16,-1-3 1 15,2-1-3-15,1-2 0 16,3 2 1-16,1-4 2 0,-2-1-1 16,1-1 1-16,1-3 0 15,-1-3-2-15,1-1-1 16,0-3 6-16,4-2-3 15,-3-4 5-15,2-4 1 16,1-3 0-16,0 0-1 0,4 0 0 16,-3-9-1-16,1-2-1 15,4-2 0-15,-3-4 0 16,1 0 0-16,-2 0-1 16,3 0-1-16,-5-1 1 15,1-1 0-15,-4 1 0 0,0-1 0 16,-1 2 2-16,1-3-1 15,-6 0 2-15,0 0 1 16,0-1-1-16,-2-4 0 16,-4-1-2-16,4-3 0 15,-4 0 0-15,1-3-1 0,-2 1-1 16,-2 0 1-16,1 1 2 16,-2 1 0-16,0 1 2 15,-1 1-3-15,0-1-1 16,0 2-1-16,0 0 0 15,0-3-1-15,0 0 1 0,-5 0-1 16,-3-3 0-16,-1 0 0 16,-3 1 1-16,-3-1-1 15,-1 3 1-15,-3 0 0 16,-2 2 2-16,-2 2-1 16,-1 3-3-16,0 1 1 15,-1 5-1-15,-2 1 1 0,0 5-1 16,0 4 6-16,-2 5-3 15,2 1-6-15,-2 5-13 16,0 10-26-16,1 0-31 16,3 2-71-16</inkml:trace>
  <inkml:trace contextRef="#ctx0" brushRef="#br0" timeOffset="35333.68">14837 11736 36 0,'0'0'22'0,"0"0"-17"0,0 0 3 16,0 0-5-16,0 0-1 16,0-1 0-16,0 1 1 15,0-1 2-15,0-1-1 0,0 2 3 16,0 0-2-16,0 0 4 15,0-2 1-15,0 1-4 16,0 1 2-16,0 0 1 16,0-1-4-16,0 1-4 0,0 0-1 15,0 0-1 1,0 0-2-16,0 0-2 0,0 0 3 16,2 0 1-16,0 0 1 15,0 2-1-15,2 3 1 16,-3-1 1-16,1 1 0 15,0-1-1-15,3 0 0 0,-1 2 0 16,-2-2-1-16,3 3 0 16,1-1 0-16,-2 1 1 15,3 0 0-15,0-2 0 16,0-1 0-16,-2-1 0 16,3-1 0-16,-4-2 1 0,4 0 2 15,-4 0 2-15,1 0 7 16,3-4 1-16,0-3-8 15,2-3 2-15,1-6 0 16,3-2 2-16,0-5-5 16,4-1 2-16,3-4 0 15,-2-4 4-15,5 1-2 0,1-3 4 16,1 2 1-16,3 0 4 16,0 4-5-16,0 1-6 15,-2 4-4-15,-2 5-1 16,-3 3 1-16,-2 5-2 0,-3 3 0 15,-2 6-3-15,-2 1-22 16,-6 0-30-16,-7 3-56 16</inkml:trace>
  <inkml:trace contextRef="#ctx0" brushRef="#br0" timeOffset="38564.75">14016 12612 36 0,'0'-2'17'0,"-4"-1"4"0,2 1-9 0,1 0-2 0,0-1-6 16,1 0-1-16,-1 0 2 16,1 1-2-16,0-1 0 15,0 0 0-15,0 0 3 16,0 2 1-16,0-1 1 0,-2 1 3 16,2-1-5-16,0 1 1 15,0 0-4-15,0-1-2 16,0 2-2-16,0 0-1 15,0 0 0-15,0 0-1 16,0 0-1-16,0 0 0 16,0 2-2-16,2 3-2 15,1 1 8-15,0 1 2 0,2 0 4 16,-3 0-5-16,1-2-1 16,4 0-1-16,-1-1-2 15,-1-2 1-15,3-1-2 16,2-1 7-16,1 0-2 15,4-7 4-15,3-3-2 0,1-7 1 16,4-4 4-16,2-5 1 16,4-2 1-16,1-5-3 15,1-5-2-15,4-2 0 16,1 2 1-16,3-1-3 0,1 2 1 16,-1 2-2-16,-3 5 0 15,-1 3 0-15,-5 4 0 16,-5 5 0-16,-5 4-3 15,-7 4-15-15,-8 5-57 0</inkml:trace>
  <inkml:trace contextRef="#ctx0" brushRef="#br0" timeOffset="40429.74">9014 13701 3 0,'1'-5'1'0,"2"-1"1"0,0 1 0 16,-3 2 0-16,2 0-1 0,-2 1 5 15,0 2 17-15,0 0 11 16,0 0-22-16,0 0-3 16,0 0-3-16,0 0-1 15,0-2-4-15,0 2-1 0,0 0 0 16,0 0 1-16,0-1-2 15,0 1 2-15,0 0-2 16,2 0 2-16,-2 0 1 16,0 0-2-16,0 0-1 0,2 0 1 15,-1 0-3-15,0 1-8 16,1 4 10-16,4 2 6 16,-4 3-3-16,3 1 0 15,-1-1 1-15,2 1-3 16,-3 3 0-16,3-2-2 15,-1 1 2-15,-2-1 2 0,3 1-4 16,-2 0 4-16,1-1-2 16,1-3 0-16,0 0 0 15,2-2 0-15,-2-3 0 0,1 1 0 16,0-4 1 0,2-1 0-16,0 0 11 15,1-1-7-15,2-8 3 0,2-7-2 16,2 2 2-16,3-7-3 15,1-2 2-15,1 0 0 16,-2-5-1-16,4 1-2 16,-2 0 4-16,-2-1-2 0,2 1-5 15,-1 1 0-15,-1 3 0 16,0 2 1-16,-2 2 1 16,3 4-3-16,-5 3 2 15,-2 2 0-15,0 4-3 0,-2 4-4 16,-6 2-37-16,-3 0-45 15</inkml:trace>
  <inkml:trace contextRef="#ctx0" brushRef="#br0" timeOffset="41340.16">9052 13721 20 0,'0'0'1'0,"0"0"6"0,0 0 3 16,0 0-1-16,0 0 2 15,0 0-2-15,0 0 0 16,0 0-4-16,0 0-3 16,0 0-2-16,0 0-1 0,0 0 0 15,0 0 3-15,32 8 4 16,-28-3-4-16,0 2-1 16,2 0 1-16,0 0-1 15,0 0 0-15,1 0-1 16,-1 0 1-16,2 0-1 0,-1 0 2 15,3-1-4-15,-2-2 2 16,2-1-1-16,1-1 1 16,-2-2 3-16,1 0-3 15,0 0 2-15,1 0 1 16,-1-5 0-16,-1-5 0 16,3 0 0-16,0-2 1 0,-1-3 1 15,1-3-1-15,1 1-2 16,-2-1 2-16,2-4-2 15,1 1 0-15,0-3 2 16,1 1 2-16,1-2 0 0,-3 3 0 16,3-1-2-16,-3 1-1 15,0 2-3-15,3 2 0 16,-5 3 2-16,3 1-2 16,-5 3 1-16,1 1 1 15,0 2-1-15,-4 4-1 16,1-3 1-16,-1 4-1 0,-3 3-1 15,4 0-2-15,-5 0 0 16,0 0-13-16,-2 0-11 16,0 3-10-16</inkml:trace>
  <inkml:trace contextRef="#ctx0" brushRef="#br0" timeOffset="42079.89">9139 13698 8 0,'0'0'3'0,"0"0"0"0,0 0 5 16,0 0 5-16,0 0-7 0,0 0-2 15,0 0-2-15,0 0 1 16,0 0 3-16,0 0-3 15,40 28-3-15,-37-22 1 16,3 0-1-16,0 1 1 16,0-4-1-16,-2 2-1 0,1 0 2 15,1 0-1-15,0-3 0 16,0-1-1-16,2-1 5 16,-1 0 5-16,0 0-4 15,4-1 3-15,0-8 1 16,1-2-3-16,1-5-1 0,0 0-1 15,1-3-2-15,1-4 1 16,1-1-1-16,-1-2 3 16,2-2 3-16,0-1 3 15,3-2 5-15,-1 0-1 16,2 0-8-16,0-1-1 0,3 4-4 16,-1 0 0-16,-4 1 0 15,2 4 0-15,-1 2 1 16,-4 1-1-16,4 3-1 15,-5 1-1-15,1 5-10 0,-5-2-30 16,-6 6-13-16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44:09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7400 3607 35 0,'-4'0'11'0,"0"0"1"0,3-3 3 0,-3 0-5 0,2 2-2 15,-2-3-3-15,2 4-2 16,1-3 0-16,-1 1 1 15,0 1-2-15,-1 0-1 16,3-1 1-16,0 2 1 16,0 0 4-16,0 0-4 15,0 0-5-15,0 0 2 0,0 0 0 16,0 0 1-16,3 0-1 16,1 4 0-16,1-1 0 15,-1 3 0-15,0-2 0 16,1 0 0-16,-1 1 0 15,-2-1 0-15,3 0 0 0,0-1 0 16,-1 3 0-16,-1-5 0 16,3 2 0-16,0-2 0 15,4-1 0-15,-3 0-1 16,5 0 3-16,2-7 3 16,0-4 1-16,6-3-2 15,0-5 1-15,4-2-2 0,3-3 0 16,4-5 1-16,3-1 2 15,3-2 0-15,2 1 7 16,1-1-7-16,-2 3-4 0,1 3 0 16,-3 2-1-1,-1 5 0-15,-2 4-1 0,1 2-1 16,-5 5-3-16,-2 0-59 16</inkml:trace>
  <inkml:trace contextRef="#ctx0" brushRef="#br0" timeOffset="3219.49">12878 4732 14 0,'0'0'6'0,"0"0"1"0,0 0 1 0,0 0-3 0,0 0-1 16,0 0-1-16,0 0 1 15,0 0-2-15,45 34 1 0,-34-32 0 16,3 0 2-16,2-2 7 16,6-3 11-16,7-8 0 15,4-9 1-15,9-6-5 16,12-9-2-16,12-6 0 0,14-9-3 15,10-4-5-15,18-3-2 16,16-7-5-16,15-5-2 16,3-4-4-16,2-5-95 15</inkml:trace>
  <inkml:trace contextRef="#ctx0" brushRef="#br0" timeOffset="7823.18">3324 8010 41 0,'-3'0'6'0,"3"0"1"0,0 0-2 0,0 0-5 15,0 0 0-15,0 0 1 16,0 0-1-16,0 0 0 16,0 0 1-16,5 1-1 0,-1 2 1 15,3 0-1-15,2 0 1 16,0 1-1-16,0-1 0 16,2 1 0-16,0 0 0 15,3 1 0-15,-3 0 0 16,2 1 0-16,1-3-1 15,1 4 1-15,1-4 0 16,-1-2 0-16,2 3 2 0,2-4 0 16,1 0 1-16,3 2-1 15,0-2 0-15,3 1 0 0,-1 1-1 16,1-1-1 0,1-1 1-16,-2 2-1 0,0-1 1 15,-3 0-1-15,3-1 0 16,-1 0-1-16,1 0 1 15,2 0 0-15,-3 0 0 16,2 0 2-16,4 0 0 16,-1 0 2-16,2 0-1 0,0 0-1 15,1 0 0-15,-1 0 0 16,0 0-1-16,-4-2 0 16,0 0 2-16,2-2-3 15,-4 2 1-15,-1-2 0 0,3 3 0 16,-3-1 0-16,2 1-1 15,0 1 1-15,-1 0 1 16,1 0-2-16,-1 0 0 16,-1 0 1-16,1 0-1 15,-2 0 0-15,1 0 0 16,-2 3 0-16,1-2 1 16,0 2-1-16,21 3 0 15,-22-3 0-15,3-1 0 16,-3 0 0-16,1 1 0 15,1-2 0-15,-1 3 0 0,-3-1 0 16,0 0 0-16,-1 1 0 16,-3-1 0-16,-1 1 0 15,2-1 0-15,-1 1 1 16,-1-2-2-16,3 2 2 16,2-1-1-16,0-1 0 15,1-1 0-15,-2 0 0 0,4-1 1 16,-3 0-1-16,0 0 0 15,-2 0 1-15,-1 0-1 16,-2 0 1-16,0 0-2 16,-1 0 1-16,-1 1 1 15,0 0-1-15,0 0 0 0,1-1-1 16,-1 0 2-16,-2 0 1 16,3 0-1-16,-1 0 1 15,3 2 0-15,-1-1-2 16,-1-1 1-16,2 1-1 15,4 1 0-15,-3-1 0 0,2 1 0 16,1-1 0-16,-1-1 1 16,2 3-1-16,1-2 1 15,0 1-1-15,3-2 1 16,0 0 0-16,-2 0 0 16,3 0 1-16,-4 0 1 15,3 0 2-15,-3 0-3 0,1 0 0 16,-3 0-1-16,4 0 0 15,1 0 0-15,0 0 1 16,-2-2 0-16,5 2-1 16,0-1-1-16,2 1 0 15,-1 0 0-15,0 0 1 0,-2 0-1 16,0 0 0-16,-2 0 0 16,-1 0 0-16,3 0 0 15,0 0 0-15,1 0 1 16,4 1-1-16,-1 1 0 15,2-2 0-15,1 0 0 0,-1 0 0 16,1 0 0-16,0 0 1 16,-2-3-1-16,1 0 1 15,0 0-1-15,1 0 0 16,-1 2 0-16,-1 1 0 0,5-1 1 16,-3 1-1-16,1 0 0 15,2 0 0-15,-4 0 0 16,1 0 0-16,1 0 0 15,-1 0 0-15,1 0 0 16,3 1 0-16,1 2 0 16,3 0 0-16,-2-2 0 15,5 2 0-15,-3 0 0 0,2-2 0 16,-2-1 0-16,1 0 0 16,3 0 0-16,-2 0 1 15,-1 0-1-15,0 0 0 16,-2 0 0-16,1 2 0 15,-2-1 0-15,1 0 0 0,1 1 0 16,1-1 0-16,3 2 0 16,-2-3 0-16,0 2 0 15,1-1 1-15,0-1-2 16,0 0 1-16,-1 0 1 0,2 0-1 16,0 0 0-16,-1 0 1 15,-3 0-1-15,0 0 0 16,0 0 0-16,0 0 0 15,-2 0 0-15,3 0 2 16,-2 0-2-16,5 4-2 16,-4-1 4-16,3 0-2 0,-1-2 0 15,1 1 0-15,2 0 2 16,-3-2 0-16,4 0 2 16,1 1-1-16,-2 0 0 15,2-1-2-15,-3 0 0 16,4 1 0-16,-1-1 0 0,0 0 0 15,3 0-1-15,1 0 0 16,-3 0 1-16,3 0-1 16,0 0 0-16,-1 0 0 15,2 3 0-15,-4 0 0 16,3 3 1-16,1-3-2 0,1 1 1 16,0-1 1-16,0 0-2 15,2-1 2-15,2 1-1 16,1-1 0-16,1 2 1 15,1-3-1-15,-1-1 0 16,5 0 0-16,-3 0 0 0,-1 0 0 16,3-5 1-16,-4 2-1 15,1 0 0-15,-1 0 0 16,3 3 0-16,-5 0 0 16,3 0 0-16,-4-1 2 0,2-1-4 15,-1-2 4-15,-1 1-2 16,-2-1 1-16,-3 1 4 15,3 0 2-15,-2 2-3 16,-4 1-1-16,2 0-2 16,2 0 0-16,-2 1 0 15,-1 1-1-15,1-1 1 0,2-1 2 16,-1 0-2-16,-2 2 1 16,1-1-1-16,-1 2-1 15,0-2 1-15,1 2-1 16,-2 0-1-16,1-2 2 15,0 1-1-15,-3 2 0 0,3 0 1 16,0-1-2-16,-2 3 1 16,2-2 1-16,-1-3-1 15,1-1 1-15,1 0 4 16,2 0 0-16,0-1-2 16,0-2 0-16,0-3 2 0,2 2-3 15,0-1 1-15,-1-1-1 16,2 0 2-16,-1 2-3 15,0 1 1-15,-2-1 0 16,0 0 0-16,0-1 7 16,-4 1-1-16,-3-3-1 15,0 2-2-15,-3 1 0 16,-7 0-2-16,0 0-2 0,-5 0 0 16,-5 1 0-16,-3 0-1 15,-2 0 0-15,-4 3 2 16,-4-1-4-16,1 0 2 15,-4 1-4-15,-6-1-26 0,-1-3-27 16,-4-3-44-16</inkml:trace>
  <inkml:trace contextRef="#ctx0" brushRef="#br0" timeOffset="8989.02">13818 7482 26 0,'-3'0'33'0,"3"0"-28"0,-2 0 8 16,2 0-7-16,0 0-5 16,0 0-1-16,0 0 0 0,0 0 0 15,0 0 0-15,0 0-1 16,0 0 0-16,0 1 1 15,0-1 0-15,0 1 1 16,0 1-1-16,2 2 0 16,-1-1 0-16,2 1 0 15,0 0 1-15,1 2-1 0,-2-2 0 16,1 2 0-16,-1-2 1 16,2 0-1-16,1 1 1 15,-1-1 0-15,1 0 1 16,-1-1-1-16,1 3 0 15,1 0-1-15,-1-2 0 16,-1 0 0-16,1 0 0 0,0 0 1 16,0-2-1-16,0-1 0 15,0-1 3-15,2 0 1 16,-1 0 4-16,3 0 0 16,0-5 2-16,2-4-2 0,1 1-4 15,2-4-1-15,2-2-1 16,3-3 1-16,4-2 2 15,1-2-1-15,4-3 4 16,4-3 1-16,1-1-1 16,4-4 1-16,1-3-1 0,2-2-1 15,4-1 5-15,1-2-2 16,5-3-1-16,0 4 0 16,2-1-1-16,-2 1-2 15,-2 4 1-15,-2 2-5 16,-3 5 0-16,-3 1-1 0,-1 4-1 15,-7 2 0-15,-1 5 0 16,-7 3 0-16,-1 2-1 16,-6 5-1-16,-5 5-5 15,-4 1-21-15,-8 0-44 0,0 0-24 16</inkml:trace>
  <inkml:trace contextRef="#ctx0" brushRef="#br0" timeOffset="10808.63">8404 6165 25 0,'2'0'10'0,"1"0"-5"0,-1 0 6 0,4 0-3 15,-1 0-5-15,-4 0-1 0,3 0 0 16,-2 0-2-16,0 0 0 16,2 0 1-16,-2 0 1 15,0 1-1-15,3 1-1 16,-1 1 0-16,0-1 1 16,2 1-1-16,-2 0 0 0,1 1 0 15,1-1 0-15,-1 0 0 16,4 1 1-16,-4 2-1 15,1-2 1-15,1-1 0 16,4 0 0-16,-5 0-1 16,3-2 1-16,0-1 0 0,2 0 0 15,0 0 6-15,1-3 9 16,2-5-1-16,1-5-2 16,5-1-1-16,-2-6-3 15,4 0 0-15,5-6 0 16,0-2-1-16,4-4 0 0,1-1 1 15,3-3 0-15,3-1-2 16,0 1-2-16,-2-1 3 16,0-2-3-16,1 2 0 15,-3 0 1-15,0 0-1 16,-2-1 0-16,3 4-2 16,-4 3-2-16,-1 2 0 0,-1 8-2 15,-5 4 1-15,3 5 1 16,-3 4-2-16,-5 3-4 15,-4 0-55-15</inkml:trace>
  <inkml:trace contextRef="#ctx0" brushRef="#br0" timeOffset="12752.74">9248 9020 56 0,'0'0'7'0,"0"0"8"0,0 0-7 16,0 0-7-16,0 0-2 15,0 0 2-15,0 0-1 16,0 0 0-16,0 0 0 0,0 0 1 15,0 0-1-15,0 0 0 16,0 0 0-16,25 35 0 16,-20-27 0-16,2 0 0 15,-3 0 0-15,1 1 1 16,1-2-1-16,-1 0 0 0,4-1 0 16,-4-2 0-16,3-1 0 15,0-2-1-15,3-1 2 16,2 0 2-16,0-3 4 15,3-7-2-15,2-1 1 16,1-6-2-16,4-3 1 16,0-3 1-16,1-4 1 15,5-1-1-15,2-2 3 0,2 0-1 16,1 0 2-16,0-3 5 16,0 0-2-16,1 0-2 15,-3 2-2-15,3-2 1 16,-6 3-2-16,0 3-1 0,0 2-3 15,-4 5-2-15,0 4-1 16,-3 2 1-16,0 4-4 16,-4 5 2-16,-2 3-2 15,2 2-2-15,-6 0-8 16,-1 7-31-16,-3 3-26 0,-6 1-43 16</inkml:trace>
  <inkml:trace contextRef="#ctx0" brushRef="#br0" timeOffset="14191.45">8985 11292 9 0,'-2'0'69'0,"0"0"-64"0,2 0 11 0,0 0-8 0,0 0-5 15,0 0-2-15,0-1 0 16,6-1-1-16,3 1 1 16,-2-1-1-16,6 1 0 15,1-2 0-15,4 0-1 16,-1 0 3-16,4-1-2 0,4-2 2 16,2 1-1-16,2-1 2 15,6 3 2-15,-1-1-3 16,5 2 0-16,0-2 1 15,3 4-1-15,0 0-1 0,3 0 0 16,2 0-1-16,7 0 0 16,-2 0 0-16,6 0 0 15,4 0 0-15,5 0 1 16,2 0 3-16,3-5 0 16,6-3-1-16,3 3 0 15,3-1-1-15,1 0-1 0,-1 5 0 16,2 1-1-16,1 0 0 15,0 0 0-15,-1 0 0 16,3 0 2-16,-1 0-2 16,1 0 1-16,-3-3-1 15,-1-1 2-15,-4 0 4 0,-3 2 1 16,-4 2-1-16,-5 0-1 16,-6 0-2-16,-3 3 0 15,-4 4-1-15,-2 3 1 16,-7 0-2-16,2 4-2 0,-6 5-1 15,-4 1-13-15,-8-3-94 16</inkml:trace>
  <inkml:trace contextRef="#ctx0" brushRef="#br0" timeOffset="15436.95">14010 11347 60 0,'35'0'22'0,"0"0"-20"0,4-4 3 0,1 1 5 0,3-1 4 15,3 0-7-15,1 1-2 16,1 0-3-16,2 0 0 15,0 3 2-15,-1-1-2 0,0 1 2 16,-2 0 2-16,0 0 2 16,-2 0 0-16,2 0-2 15,0 0 1-15,-2 0-1 16,0 0-1-16,-4 0-1 16,-1 0-2-16,-3 0-2 0,-5 0 0 15,-3-2 1-15,-5 1-1 16,-2 1-1-16,-8 0-3 15,-6 0-36-15,-5-4-40 16</inkml:trace>
  <inkml:trace contextRef="#ctx0" brushRef="#br0" timeOffset="15750.39">14616 10430 74 0,'0'0'0'0,"0"0"-1"0,0 0-3 0,0 0-8 0,0 0-25 0</inkml:trace>
  <inkml:trace contextRef="#ctx0" brushRef="#br0" timeOffset="16405.87">17201 11326 185 0,'0'0'5'0,"0"0"-5"0,0 0 2 0,51 0 6 0,-31 0 4 0,4 0-7 15,5 0 0-15,3 0 0 16,3 0 0-16,4 0 0 16,3 0-3-16,2 0-2 0,2 0 0 15,4 0 1-15,3 4-1 16,-2-1 1-16,3-1-1 15,0-1 0-15,-1 2 0 16,-1-2 0-16,-1 1 1 16,-1-2-1-16,-1 0 0 15,-3 0 0-15,-1 0 0 0,-5 0 0 16,-3 1 0-16,-5-1-1 16,-4 0-4-16,-7 0-16 15,-2 0-39-15,-7-7-42 16</inkml:trace>
  <inkml:trace contextRef="#ctx0" brushRef="#br0" timeOffset="16646.72">18702 10988 310 0,'0'0'7'0,"0"0"-1"15,0 0 1-15,0 0-4 16,45-53-2-16,-15 32-16 16,6-7-3-16,5-5-17 15,3-2-52-15</inkml:trace>
  <inkml:trace contextRef="#ctx0" brushRef="#br0" timeOffset="23030.1">3491 11365 119 0,'0'0'-5'0,"0"0"8"0,0 0 6 0,0 0 2 0,-40-26 0 16,32 23-6-16,1 0-4 15,-1 1-1-15,0 2 1 16,-1-1-1-16,0 1 0 0,-3 0 0 15,2 0 2-15,-1 0-2 16,-5 0 0-16,3 0 0 16,-3 0 0-16,-3 0 0 15,2 0 0-15,-3 3 0 0,0 0 0 16,-4 1 0-16,1 2 0 16,-4-2 0-16,0 5 0 15,-2-1 1-15,-3 4-1 16,1 0 0-16,0 4-1 15,-5-2 2-15,1 3-2 16,-1 0 1-16,-2-1 0 0,2 0 1 16,0-1-1-16,0 1-1 15,3-2 2-15,0 2-2 16,1-2 2-16,1 0-1 16,2 3 1-16,-2 0-1 0,-2 2 1 15,5-1 0-15,-1 3 0 16,2-1 0-16,1 1 1 15,8-2 1-15,0 0 1 16,3-1-2-16,3 0-1 16,1 2-1-16,2 0 1 0,0 3-1 15,0 1 1-15,3 2-1 16,1-1 1-16,1 2-1 16,-1 0 1-16,5 0 0 15,0 0 1-15,0-1-2 16,0-1 0-16,9-1 0 0,0-1 1 15,2-2-1-15,0 1 0 16,3-2 0-16,2-1 1 16,3 0-1-16,0-1 0 15,3-2 0-15,0 1 0 16,5-2-1-16,-2 0 2 16,1-1 1-16,-1 0-2 0,2 1 1 15,-1-3 0-15,1 2-2 16,2-3 2-16,2 0 0 15,-2-1 0-15,5-3 5 16,-1 3-4-16,4-2 0 16,-2-2-1-16,3 1 0 0,-2 0 0 15,0-1 0-15,4 0-1 16,-4-1 2-16,2 1-2 16,2-2 2-16,1 1-1 15,3 0-1-15,-2-1 1 16,3 0-1-16,-2-1-1 0,4 0 2 15,-1 0-1-15,0-3 0 16,4 1 1-16,2-1-1 16,0 0 0-16,1 0 0 15,0 0 0-15,3 0 2 16,-4 0-1-16,-1 0-1 16,3 0 0-16,0 0 0 0,-4 0-1 15,4 0 2-15,2 0 1 16,-1 0 0-16,5 0-1 15,0 0 2-15,1 0-1 16,1 0-1-16,3 0 1 16,-1 0-2-16,1 2 1 0,0-2-1 15,0 3 0-15,2-2 1 16,0 0-1-16,0 0 0 16,-2-1 2-16,2 0-4 15,-2 0 4-15,2 0-2 16,2 0 1-16,-1 0 1 0,1 0-1 15,-1 0 1-15,1 0-2 16,1 0 1-16,-2 0-1 16,0 3 1-16,-3 2 0 15,2 1-1-15,1 0 1 16,1-1-1-16,-2 0 0 0,4 0 0 16,1 1 0-16,0-5 1 15,4 1-1-15,-3 0 1 16,1-1-1-16,2 0 0 15,-4-1 1-15,4 0-1 0,-1 0 3 16,-1 0-3-16,4 0 1 16,0 0-1-16,1-2 1 15,-1 0 0-15,-2-1 0 16,2-1-1-16,0 2 1 16,-1-1-1-16,-2-1 0 15,2 2 1-15,-2 1-1 16,1-1 0-16,-2 0 1 0,-1 1-1 15,2-1 0-15,-4 1 0 16,0-2 1-16,4 0-1 16,-4 3 1-16,2-3-1 15,0 2 1-15,2-1 0 16,-1 1-1-16,0 1 1 0,-3-1 1 16,1 1-2-16,-1 0 1 15,-3 0 1-15,0 0-2 16,-3 0 0-16,0 0 0 15,0 0 0-15,0 0 1 0,0 0-1 16,-2 0 1-16,3 0-1 16,-1 0 1-16,-2 0-1 15,1 1 1-15,1 2-1 16,-3-1 0-16,4 1 1 16,-5 0-1-16,3 0 0 15,1 0 0-15,-2-1 1 0,1 0-1 16,1-2 1-16,-2 0-1 15,1 1 0-15,-1 1 0 16,-1-2 1-16,1 1-1 16,-2 0 2-16,1 1 0 15,1-1 0-15,1 1 0 0,1-2 0 16,-3 2 0-16,4-2-1 16,1 0 0-16,0 0 1 15,4 0-2-15,1 0 1 16,1 0 0-16,3-2-1 0,0-3 0 15,0 0 1-15,-2 2 0 16,0-1-1-16,-2 1 1 16,0-1-1-16,1 1 1 15,3 0 0-15,2-1-1 16,1 1 2-16,1-1-2 16,2 1 0-16,-1-1 0 15,-3 0 0-15,-3 1 0 0,2-1 0 16,-3 1 0-16,-2 1 0 15,1-2 1-15,1 3-1 16,-2-1 3-16,3-2-1 16,-1 1 1-16,-5 0 0 0,-1 2-1 15,1-1 0-15,-4 0 0 16,-2 0 0-16,-1 2 0 16,-1 0-1-16,-1 0 1 15,0 0 0-15,-3 0 0 16,4 0 2-16,-3 2-3 15,0 3 1-15,0-2-1 0,1 2-1 16,-3 0 0-16,0-1 0 16,-1 0 0-16,-2 1 0 15,1 0 0-15,-2 1 1 16,-1-3-1-16,1 2 0 16,-5 0 0-16,6 1 0 0,1-1 0 15,0-2 0-15,4 2 0 16,1-2 0-16,5-1 0 15,1 0 0-15,-1 0 0 16,2-2 1-16,1 0-1 16,-1 0 0-16,-3 0 0 0,1 0 0 15,-1 0 0-15,-1 0 0 16,1 0 0-16,-2 0 1 16,3 0-2-16,0-4 1 15,0 1 0-15,-1 1 0 0,-2 0 0 16,1-2 0-16,-1 2 0 15,-1-2 1-15,2 2-1 16,-3 0 0-16,3-2-1 16,-1 0 1-16,-1-1 1 15,3 2-2-15,1-2 1 0,-2-1-1 16,3-1 1-16,0 0 0 16,-2-2 0-16,2 2 0 15,1-1 0-15,-1-1 0 16,0-1 1-16,2 4-1 15,0-2 0-15,0 1 0 16,0-1 0-16,-2 3 0 0,0-2-1 16,1 1 0-16,-3 1 1 15,-2 1 0-15,-1 1 0 16,0 0 0-16,-2 1 0 16,-1 1 1-16,2-1-1 15,2 2 0-15,-2 0 0 0,1 0 0 16,2 0 1-16,-1 0-2 15,1 3 1-15,-3-1 0 16,1 1 0-16,0-1 0 16,-1 1 0-16,1-3 0 15,2 2 0-15,-4-1 0 0,4-1 0 16,-2 0 1-16,1 0-2 16,-1 0 2-16,-1 0-1 15,-1 0 1-15,-2 0-1 16,2 0 1-16,-2 0-1 15,-5 0 1-15,5 0-1 0,-1 0-1 16,0 0 2-16,3 0-2 16,-7 0 2-16,3 0-1 15,-2 0 0-15,-4 0 0 16,-2-1 0-16,-2-3 0 16,-1 1 0-16,-2-2 1 0,0-1-1 15,-3-1 0-15,2 0 0 16,-5 0 0-16,0-3 0 15,-2 2 0-15,-2-1 1 16,-2-2-2-16,-5 0 1 16,0 0 0-16,-3-3 0 15,-2 0 0-15,-2-1 0 0,-1 0-2 16,-1-3 2-16,-1-2 1 16,-2 4-1-16,-1-4 1 15,-2 1-1-15,-3-1 4 16,-2 1 1-16,-2 2 2 15,-2-1 0-15,0-1-6 16,0 2 0-16,-6 0 2 0,-1-1-2 16,-3-1-4-16,-2 2 2 15,-1-1-1-15,1-2 2 16,1 1 0-16,-2 2-2 16,1-1 4-16,0 2-2 0,0 2 3 15,1 0-1-15,0 1 2 16,-1 2 2-16,-1-1-6 15,2 2 0-15,-3 1 0 16,1 0-1-16,-3-1 0 0,1-3-1 16,-2 2 2-1,1-1 1-15,-2-2-1 0,4 1 0 16,-4-1-1-16,0 1 2 16,1-1-5-16,0 3 3 15,-2-1 5-15,-1 1-7 16,1 4 6-16,-3-2-3 15,-2 4-2-15,1-1-1 0,-2 2-1 16,-4 1 2-16,0 2 0 16,-2 1 2-16,0 0-1 15,-1 0 0-15,-3 0 1 16,-1 0 0-16,-1 0 0 16,-2 4 1-16,-3 0-1 0,-1 0-1 15,-2 2 2-15,-3 1-1 16,0 0 1-16,-3 1-1 15,0 0 0-15,1 2-1 16,-1-2 1-16,-2 2 0 16,0-1-1-16,1-2-2 0,0-1 0 15,-2-3-2-15,-2 1 2 16,1-2-1-16,1-1 1 16,-2 0 4-16,2 0-2 15,0-1 1-15,1 0 0 16,0 0-2-16,-1 0 0 0,3 0 2 15,-3 0 0-15,0 0-1 16,-2 0 0-16,-1 1 2 16,1 0-1-16,-1-1-1 15,0 1 2-15,0-1-1 0,-1 2 0 16,0-2-2 0,0 0 4-16,2 0-2 0,-2 0-2 15,-2 0 1-15,-3 0 1 16,-1 0 3-16,-2 0-2 15,1-2-1-15,-2 2 2 16,-1-1-2-16,1-1 1 0,-2 1-1 16,-1-1 0-16,1 0 0 15,-1-2 0-15,-2 1 1 16,1 1-1-16,0-1 0 16,2-1 1-16,0 1-1 15,5-1 0-15,-2 1 0 0,1-2 0 16,4-1 0-16,-3 0 0 15,1-1 0-15,-2 0 0 16,0 1 1-16,0 1-2 16,-2 0 1-16,2 2 0 0,-4-1 1 15,2 3-1-15,-1-1 0 16,0 1 0-16,0 1 0 16,-2 0 0-16,1 0 0 15,1 0 0-15,-4 0 1 16,1 0-1-16,2 4 0 0,-5 0 0 15,5 2 0-15,0 0 0 16,-2-1 0-16,0 0-1 16,0 2 2-16,2-3-1 15,-4 0 0-15,4 1 0 16,0-2 1-16,1-1-1 16,-2 1 0-16,-1-1 0 15,0 0 2-15,-2 0-4 0,-3-1 2 16,0-1 2-16,-2 3-2 15,-4-3 0-15,3 0 0 16,-2 0 1-16,1 0 0 16,2 0 0-16,-1 0 0 0,4-3-1 15,-4-2 1-15,4 0-1 16,-2-2 0-16,-1 2 0 16,0-1 0-16,0-1 1 15,-1 1-1-15,2 0 1 16,-2-2 1-16,0 1 0 15,-3-2-2-15,0 1 2 16,-1 1 0-16,-2 0-1 0,-2 0 0 16,0 1 1-16,0-1-2 15,-1 2 0-15,0-2 1 16,0 3 0-16,-3-2 0 16,1 2 0-16,-2 0-1 0,0 1 2 15,1 0-2-15,-1 2 0 16,-3-1 1-16,1 2 0 15,-1-1-2-15,4 0 1 16,-3-1 1-16,-2 2-1 16,3 0 0-16,0 0-1 0,0 0 2 15,-2 0-1-15,2 0-1 16,4 0 1-16,-1 0 1 16,1 0-1-16,-1 0-1 15,1 0 1-15,-1 2-1 16,-3 0 2-16,1 1-2 0,-2 0 1 15,-2 0 0-15,-2 1-2 16,-2 0 2-16,1 2 1 16,0-2-1-16,-1 2 0 15,-3 1 0-15,4 0 1 16,1 1-2-16,2-3 0 0,-2 2 2 16,4-1-1-16,-3-2 0 15,1 0-1-15,2-1 1 16,3-3 1-16,-1 0-1 15,0 0 0-15,3 0 0 16,0 0 1-16,2 0-1 0,2 0 0 16,2-4 1-16,3 0 0 15,-1-1-2-15,0 1 2 16,3 1 0-16,0-1 1 16,3 3-4-16,1 0 4 15,0 0-4-15,1 1 2 0,2 0 2 16,2-1-4-16,2 0 2 15,1-1 2-15,1 0-2 16,0-2 0-16,1 3 0 16,3-2 0-16,-1 0 0 15,1 0 1-15,1 0-2 16,-1 1 2-16,1 0-1 0,-2-1 0 16,3 2 1-16,-3 1-1 15,3 0 0-15,-1 0 0 16,0 0 1-16,1 0-1 15,1 0-1-15,0 0 2 16,0 0-2-16,1 0 2 0,0 0-2 16,-1 0 1-16,-2 0 0 15,4 0 0-15,-4 0-1 16,3 0 1-16,-1 0 0 16,1 0 0-16,-1 0 0 15,0 0-1-15,4 0 2 0,0 0-1 16,1 0 0-16,-3 0 0 15,2 0-1-15,2 0 2 16,-4 0-2-16,5 0 2 16,2 0 0-16,-2 0-1 15,1 1 0-15,-1 6 0 0,0 3 0 16,2 4-2-16,4 4-1 16,2 7-4-16,1 6-17 15,-1 3-32-15,1-6-100 16</inkml:trace>
  <inkml:trace contextRef="#ctx0" brushRef="#br0" timeOffset="25782.55">16281 12535 94 0,'-3'0'6'0,"-1"-3"19"0,-2 0 10 0,3 0-11 16,2-1-5-16,-1 1-4 15,2 0-2-15,0-1-5 16,0 2-4-16,0 1-2 15,0 0-2-15,0 1 0 16,0 0 0-16,0 0 2 16,0 0-2-16,0 0-2 0,0 1 2 15,0 9 0-15,0 4 4 16,5 5-1-16,2 4-3 16,0 5 1-16,3 3 0 15,-1 6-1-15,-1 0 0 16,2 6 0-16,-5-1 0 0,3 2 0 15,-4-3 0-15,0-2 0 16,0-1 1-16,0-4 1 16,-3-4-1-16,1-1 0 15,0-4 1-15,2-1-1 16,-2-5-1-16,0-1 0 0,0-2 0 16,2-2 2-16,2 1-5 15,-6-3-26-15,0-5-117 16</inkml:trace>
  <inkml:trace contextRef="#ctx0" brushRef="#br0" timeOffset="26544.63">16076 13679 177 0,'0'0'2'0,"0"0"2"0,0 0 3 0,0 0-5 15,0 0 1-15,0 0-2 0,0 0 1 16,0 0-2-16,0 0 0 15,0 0 1-15,0 0 0 16,-1 16 0-16,9 5 0 16,4 8 0-16,-2 2-1 15,2 6 2-15,4 3-2 0,-3 2 0 16,1-1 1-16,-1-1-1 16,0-3 0-16,-1-3 0 15,-1-4 2-15,2-3-2 16,-4 1 0-16,0-3 0 15,1 0 0-15,-5-5 0 16,2 0 0-16,-5-6 0 0,-1-2-2 16,1-5 2-16,-2-3-2 15,0-3 2-15,0-1 1 16,0 0-1-16,0 0-2 16,0-3-3-16,0-4 2 0,0-1 0 15,0-1 3-15,1 2 0 16,2-1-1-16,2-1 6 15,0 5-1-15,3-3 4 16,-1 4-3-16,3-1-3 16,2 0 0-16,-1 1 0 15,3-1 1-15,-1 1-2 0,1-2 0 16,-1 3 0-16,1 1-1 16,-1-3 0-16,-4 4 1 15,3 0-2-15,-2 0-9 16,-3 0-27-16,-1-1-27 0</inkml:trace>
  <inkml:trace contextRef="#ctx0" brushRef="#br0" timeOffset="26800.41">16504 14013 141 0,'0'0'3'0,"0"0"0"0,0 0-4 0,0 0 2 0,0 0 0 15,0 0 1-15,0 0-1 16,25 40 1-16,-17-27 0 16,-4-2 1-16,0 2-4 15,2-3 2-15,-1-1-2 16,-1 0-2-16,0-6-17 0,-2-3-48 15</inkml:trace>
  <inkml:trace contextRef="#ctx0" brushRef="#br0" timeOffset="26951.14">16508 13869 216 0,'0'0'-13'0,"0"0"12"0,0 0-22 16,0 0-67 0</inkml:trace>
  <inkml:trace contextRef="#ctx0" brushRef="#br0" timeOffset="27475.82">16671 13972 135 0,'0'0'10'15,"0"0"4"-15,0 0-8 16,0 0-3-16,0 0 3 15,0 0-4-15,0 0 1 0,38-14 0 16,-29 14 0-16,0 3-1 16,1 5 1-16,-1 3-2 15,-1 1 0-15,-1-1-1 16,2 2 0-16,-6-3-1 16,0 0 1-16,-1-3-1 15,-1-2-1-15,-1 0 2 0,0-3-1 16,0-2 2-16,0 0 1 15,0 0 3-15,0-8-2 16,-1-3-1-16,0-6 2 16,1 0-2-16,0 1 3 15,0-4 1-15,0 5 0 0,2 0 2 16,4 2 3-16,1 4-1 16,2 0-4-16,2 2 1 15,-2 3-3-15,3 1-2 16,1 3-2-16,1 0 1 15,-2 6-2-15,2 4-3 0,0 1-4 16,-2 3-6-16,1-1-14 16,-1-2-13-16,-1-1-16 15,-3-3-45-15</inkml:trace>
  <inkml:trace contextRef="#ctx0" brushRef="#br0" timeOffset="27839.44">17047 13901 208 0,'0'0'4'0,"0"0"-4"0,0 0-17 16,0 0 11-16,0 0 7 16,0 0-6-16,0 0-4 15,0 0 4-15,0 0 5 16,40-33 1-16,-38 26-2 0,0 0 4 15,-1 1 2-15,-1 1-4 16,0-1 1-16,0 5 0 16,-2-1-1-16,-3 2-3 15,-3 0 5-15,-2 3-3 16,3 7 1-16,-1 2 2 0,3 2 2 16,3 1-4-16,0-1 1 15,2 2-2-15,0-2 1 16,4 0-1-16,4-2 0 15,4-2-1-15,3-2-4 16,1-1-2-16,2-2-25 16,-3 0-9-16,2-2-5 0</inkml:trace>
  <inkml:trace contextRef="#ctx0" brushRef="#br0" timeOffset="28273.85">17291 13857 124 0,'0'0'30'16,"0"0"15"-16,0 0-16 16,0 0-20-16,0 0-8 15,-45-20 5-15,36 20 2 16,-3 0-4-16,4 8-4 0,3 1 2 16,-1 5-2-16,3-2-1 15,1 5 0-15,2-3-1 16,0 0-2-16,0-2 1 15,1-2-1-15,7-3-1 0,-2-3-1 16,3-3-1-16,0-1 3 16,0 0-1-16,2-4-3 15,-1-6 9-15,-2-3-7 16,1-1 6-16,-3-3-1 16,2 3 0-16,-5-2 1 15,0 5 2-15,-1 1-1 0,-1 1 1 16,-1 4 5-16,0 1 11 15,0 2-1-15,0 2-8 16,0 0-9-16,0 0-5 16,2 6 1-16,0 1 3 15,2 3 3-15,3 1-4 0,-1-2-5 16,2 1-4-16,-2-2-14 16,3-2-20-16,-2-2-5 15,0-4-59-15</inkml:trace>
  <inkml:trace contextRef="#ctx0" brushRef="#br0" timeOffset="28614.96">17429 13775 215 0,'0'0'2'0,"0"0"-1"0,0 0 2 0,0 0-2 16,0 0-1-16,44-24 0 15,-32 24 0-15,-1 0-1 16,1 4 1-16,-1 6 0 16,-1 0-6-16,0 4-5 15,-3-1-8-15,-1-1-3 0,-2 0 1 16,-3-1 11-16,-1-3 6 16,0-2 4-16,0-4 4 15,-1-2 8-15,-3 0 9 16,-2 0 7-16,3-9-4 0,-1-5-7 15,-1-2-7-15,3-2-1 16,2-3-3-16,0-1-4 16,0 1-4-16,11 0 0 15,2-1-11-15,2 1-52 16,2 1-30-16</inkml:trace>
  <inkml:trace contextRef="#ctx0" brushRef="#br0" timeOffset="29084.38">18024 13625 204 0,'0'0'2'0,"0"0"1"0,0 0-3 15,0 0-7-15,0 0 4 16,0 0 4-16,0 0 10 16,0 0 22-16,-13-40-9 15,13 35-13-15,2 1-8 16,6 1-2-16,1-1-1 0,2 1 0 16,1 1 0-16,3 2 0 15,0 0 1-15,1 0-1 16,-1 9 0-16,2 1-1 15,-4 1-4-15,1 3 1 0,-3 1-13 16,-5 2 14-16,-5 0-28 16,-1-2 11-16,0-2-61 15,0-1 84-15,-6-4 4 16,-1-5 33-16,2-3-12 16,-4 0-17-16,2-6 12 15,1-5-2-15,3-3-14 0,1-2-1 16,2-5-4-16,0-1 0 15,2-3-6-15,9 0-3 16,0 0-22-16,2 1-35 16,0 3-34-16</inkml:trace>
  <inkml:trace contextRef="#ctx0" brushRef="#br0" timeOffset="29433.77">18339 13550 109 0,'0'0'3'0,"0"0"-1"0,0 0 11 15,0 0 0-15,42 9-2 16,-31-15 0-16,-1-4-2 16,0-3-6-16,-1-1-6 0,-4 0 7 15,-1 0-4-15,-3 1 1 16,-1 0 0-16,0 2 7 15,-5 2 19-15,0 4 0 16,-6 2-11-16,2 3-3 16,-2 0-11-16,0 4-3 0,1 8 0 15,-2 4 2-15,3 3-2 16,3 4 0-16,1-2 2 16,5 0-1-16,0 0-1 15,0-2-1-15,5-2-7 16,7-5-23-16,3-4-21 15,3-5-3-15,5-3-51 0</inkml:trace>
  <inkml:trace contextRef="#ctx0" brushRef="#br0" timeOffset="30015.87">18654 13377 259 0,'0'0'8'16,"0"0"1"-16,-44 0-1 0,34 0-4 16,2 6-4-16,3 1-2 15,-4 3-1-15,7 1-8 16,1 3 1-16,-1 0-4 16,2 2 2-16,0-3 3 15,0-2-1-15,5-1 3 0,6-3-4 16,2-3 1-16,1-4 8 15,-1 0 0-15,3 0 4 16,-1-11 1-16,4-3-2 16,-2-2-3-16,-1-2-5 15,0 0-3-15,0-1 1 16,-2 2 6-16,-2 3 2 0,-3 2 1 16,-4 4 1-16,-1 2 4 15,0 5 13-15,-4 1 7 16,0 0-7-16,2 0-13 15,-2 8 1-15,1 9-4 16,3 2 1-16,3 6 0 0,-2 2 0 16,5 7-2-16,2 2 0 15,3 4 0-15,-1 3 0 16,-4 3-1-16,0 3 0 16,0 0-1-16,-6-1 1 15,-2-2-1-15,-2-4 1 0,0-6-1 16,-3-2 2-16,-10-7-2 15,-3-1 2-15,-4-5 1 16,-5-1 0-16,-2-6 1 16,-2-1 2-16,-3-5-2 15,1-3-2-15,0-4-1 16,-5-1-1-16,3-6-12 0,-1-8-65 16,2-6 3-16,5-7 39 15</inkml:trace>
  <inkml:trace contextRef="#ctx0" brushRef="#br0" timeOffset="30528.41">18987 13357 238 0,'0'0'-1'0,"0"0"0"0,0 0 2 0,0 0-1 0,42-30 1 15,-29 21 0-15,1-2-2 16,-1 4 2-16,1-2-1 15,-1 3 0-15,1 3 0 0,-1 1 1 16,0 2 2-16,1 0-2 16,-1 3 0-16,-1 9 1 15,0 2-1-15,-2 4 0 16,1-1-7-16,-4 3 4 16,-1-4 2-16,-5-1-1 0,-1-2 1 15,0-3-1-15,0-6 2 16,-3-1 7-16,-5-3 10 15,1 0-2-15,-1-4 1 16,2-7 2-16,-2-4-3 16,1-3-8-16,2-6-1 0,1 0-6 15,3-5-1-15,1 1-1 16,0-3-1-16,4 2-12 16,6 2-15-16,-1 4-4 15,0 7-35-15,3 4-53 16</inkml:trace>
  <inkml:trace contextRef="#ctx0" brushRef="#br0" timeOffset="30884.95">19402 13290 180 0,'0'0'4'15,"0"0"15"-15,0 0-3 16,0 0-3-16,0 0-7 15,0 0-3-15,0 0 1 16,0 0-1-16,30-44-2 16,-30 27 0-16,0 0 0 0,0 0 0 15,0 2 1-15,-4 3 8 16,1 2 3-16,-2 3-4 16,1 6-3-16,-1 1 1 15,-1 0-5-15,1 8-4 0,0 9 2 16,1 2 0-16,1 5 2 15,2 0-1-15,1 0-1 16,0 0 1-16,1 0 0 16,6-5-1-16,1-1 0 15,2-1 0-15,2-2-1 0,1-4-14 16,1-4-20-16,1-5-25 16,-1-2-36-16</inkml:trace>
  <inkml:trace contextRef="#ctx0" brushRef="#br0" timeOffset="31279.47">19657 13048 278 0,'0'0'10'0,"0"0"8"15,0 0-5-15,0 0-10 0,0 0-5 16,0 0 0-16,0 0-7 15,0 0 1-15,-37-5-10 16,30 20 13-16,1 4 1 16,3-2 4-16,-4 3 1 15,5-4 0-15,2 1-1 0,0-3 1 16,9-2 0-16,-1-2-1 16,5-2-2-16,3-1 2 15,2-1 0-15,-2-2 0 16,2-1 0-16,-3 0 1 0,-2 1 0 15,-2 0-1-15,-3-1 0 16,-3 1 1-16,-4 0 0 16,-1 2-1-16,0-2 1 15,-1 1 2-15,-4 0-2 16,-6 0-2-16,-2 2 1 16,0-2-5-16,-4 2-29 0,0-2-24 15,-1-2-23-15</inkml:trace>
  <inkml:trace contextRef="#ctx0" brushRef="#br0" timeOffset="31989.33">19923 12971 278 0,'0'0'15'16,"0"0"-3"-16,0 0-5 0,0 0-3 0,0 0-4 15,0 0-7-15,0 0-18 16,0 0-7-16,-44-12 9 16,32 20 18-16,-3 1 5 15,1 0 1-15,1 4 2 0,1-2 0 16,4 3 1-16,3-2-3 15,3 0 0-15,2-2-1 16,0 1 1-16,2-3-1 16,9-2-1-16,3-1 0 0,1-2 0 15,4 3 4-15,1-2 0 16,-3 2-2-16,1 2 0 16,-3 1-1-16,0 2 1 15,-4 2 0-15,-2 0 2 0,-1 1-2 16,-3 0 0-16,-4-1-1 15,-1 0 2-15,0-1-1 16,-8-3-2-16,-5 2 0 16,0-5-6-16,-3-2 5 15,2-2 3-15,0-2 3 16,4 0 4-16,2-5 3 0,1-6-5 16,5-3-3-16,2-5-1 15,0-1-4-15,2-1 2 16,8-2 0-16,2 1 0 15,2 2 1-15,0 2-2 16,3 2 2-16,-2 4-1 0,3 1 1 16,-3 4-1-16,2 1 0 15,-2 5 1-15,3 1 0 16,-1 0-2-16,-1 1 2 16,-1 8-1-16,0 2 1 15,-1 4 0-15,-1 0 0 0,0 2 0 16,-2-3-1-16,-2 2 0 15,-1-1 1-15,-2-2-1 16,2-3 0-16,-5-1-1 16,0-3-3-16,0-4-8 15,-1-2-19-15,-2 0-38 16,0-8-44-16</inkml:trace>
  <inkml:trace contextRef="#ctx0" brushRef="#br0" timeOffset="32152.4">20084 12844 303 0,'0'0'5'0,"0"0"-4"0,0 0-2 0,0 0-31 0,0 0-34 15,0 0-23-15</inkml:trace>
  <inkml:trace contextRef="#ctx0" brushRef="#br0" timeOffset="33120.74">20358 12982 229 0,'0'0'14'16,"0"0"5"-16,0 0-10 16,0 0-4-16,0 0-3 15,0 0-2-15,0 0-1 16,0 0 1-16,-32-23-8 16,20 29-2-16,-2 4-2 0,2 4 2 15,-2 1 7-15,5 0 3 16,0 2 1-16,5 0-1 15,4-2 0-15,0-3 0 16,0 0-1-16,5-3-2 16,5-3-9-16,4-2-4 0,-1-3-4 15,2-1 7-15,-1 0 8 16,0-2 5-16,0-5 0 16,-2-3 3-16,-2 0 11 15,-2-3 6-15,-1 1-5 16,-4-1-3-16,1 0-1 0,1-3-3 15,-1 5-2-15,-2-1 1 16,2 1-1-16,-1 0-1 16,1 1-1-16,1 1-1 15,4 2-2-15,-4 1 0 16,5 1-1-16,-3 3 1 16,4 2 0-16,-1 0 1 0,2 0-1 15,2 0 2-15,-1 7-2 16,4 2 0-16,-1 1 0 15,1 3-1-15,0 0 0 16,-3-1-1-16,-5 0 0 0,0-1-3 16,2-1 0-16,-8-3 1 15,-1-2 3-15,0-1 1 16,-2-3-2-16,0-1 1 16,0 0 4-16,0 0-3 15,-2-7-1-15,-1-3-2 16,-1-3-8-16,1 0-1 0,-1-2 7 15,2-1 5-15,0-1 0 16,1 1 5-16,1 1 4 16,0-1-2-16,0 3-1 15,1 0-3-15,6 1 0 16,1 1 0-16,-1 2-3 0,2 1-1 16,4 1 0-16,-1 2 0 15,2 2 1-15,1 3-1 16,1 0 1-16,0 0-1 15,0 3 1-15,0 6-1 16,1 2 1-16,-1-2 0 0,-1 3-1 16,0 3 0-1,-1 0 1-15,-2-1-1 0,-1 3 1 16,1-1 0-16,-4 0 0 16,0 2 0-16,-1 0 1 15,-1-2-1-15,-5 4 0 16,1-2 1-16,0 1 2 0,-2 0 3 15,0-1-2-15,1 0 4 16,1 1-2-16,3-1-2 16,2 2-2-16,11-1-1 15,13-1-4-15,9-5-1 16,14-9-41-16,9-5-266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44:55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12660 12417 115 0,'0'0'-1'0,"0"0"3"0,0 0-1 0,0 0 1 16,0 0-2-16,0 0-3 0,0 0-24 16,0 0-9-16</inkml:trace>
  <inkml:trace contextRef="#ctx0" brushRef="#br0" timeOffset="4584.04">23053 5679 44 0,'0'0'17'0,"0"0"-12"0,0 0 0 16,0 0-3-16,0 0 1 15,0 0-2-15,0 0 1 16,0 0 1-16,0 0 1 0,0 0 0 16,0 0 5-16,0 0 1 15,0 0-2-15,-4-14 1 16,2 12 0-16,1 2 0 16,0 0-1-16,1 0-1 0,0 0-1 15,-2 0-6-15,2 0-4 16,0 5 8-16,-2 2-6 15,2 3 4-15,0 0-2 16,0 0 0-16,0 1-2 16,0 1 2-16,2-2-1 0,0-1 1 15,2-2 0 1,0-1 0-16,0-2 0 0,-2-2 1 16,1-2-2-16,0 0 2 15,0 0 3-15,2-6 12 16,-1-7 1-16,5-5-6 15,-3-3-1-15,3-6-4 16,3-2-2-16,-2-2 1 0,2 0-3 16,2-2 1-16,1 2-1 15,3 0 4-15,-2 2-4 16,1 2-1-16,-1 4 0 16,2 2-1-16,-2 3 0 0,-3 4 0 15,0 1-2-15,-4 7-11 16,-4-1-37-16,-5 4-65 15</inkml:trace>
  <inkml:trace contextRef="#ctx0" brushRef="#br0" timeOffset="5268.13">22819 4895 25 0,'0'0'2'0,"0"0"4"0,0 0 7 16,0 0-1-16,0 0-9 15,0 0 0-15,0 0 5 0,0 0 2 16,0 0 0 0,0 0-3-16,0 0-7 0,0 0 1 15,0 0 1-15,11-6 2 16,-7 6 0-16,-2 0 0 16,2 0 1-16,-3 0 4 15,1 0 10-15,2-1 4 16,2-6-2-16,0-3 4 0,6-6-6 15,4-8-10-15,9-7-2 16,5-10-5-16,9-12-1 16,5-8 0-16,1-7-2 15,1-9-24-15,-4-5-100 16</inkml:trace>
  <inkml:trace contextRef="#ctx0" brushRef="#br0" timeOffset="27956.04">7954 4739 89 0,'0'0'11'0,"0"0"15"0,0 0-1 0,0 0-11 16,0 0-4-16,-4-40-6 0,2 36 2 15,2-2-1-15,-4 2 5 16,2 1 0-16,1 0-7 16,-1 2-1-16,0 0-2 15,-3-1 1-15,1 2-1 0,-1 0 0 16,-4 0 0-16,1 0 0 15,-4 0 0-15,1 0 1 16,-2 4-1-16,-1-1 0 16,1 0 0-16,-3 1 1 15,1 0-1-15,1-1 0 16,-3 0 0-16,-1 0 0 0,0-3 0 16,-4 3 1-16,1-2-1 15,-2-1 0-15,-2 2 0 16,2-2 0-16,0 0 0 15,-2 0 2-15,2 0-2 0,0-6 0 16,-4 2 1-16,0-2-1 16,-2-1 1-16,-4 3 0 15,1-2 2-15,-3 3 1 16,1-2-4-16,1 0 1 16,0 1 1-16,3-2-2 0,-1 2 0 15,2-2 0-15,2 1 1 16,-2-1-1-16,2 0 0 15,0-1 0-15,-2 0 1 16,2 0-1-16,-4 0 1 16,2 0 0-16,2-1-1 0,-2 2 1 15,2-1-1-15,-1-1 0 16,0 0 1-16,1-1-1 16,-2 2 1-16,-4 1 1 15,0 2-1-15,-3 0 0 16,0 3 1-16,-5 1-1 15,1 0 0-15,0 0-1 0,-2 1 0 16,2 3 0-16,-2 1-1 16,0-1 2-16,1 0-1 15,0 0 2-15,-1 0 2 16,4-2-3-16,0 1-1 16,2 0-1-16,0-3 2 0,2 1-1 15,-3-1 1-15,1 0-1 16,-4 0 0-16,-1 0 0 15,1 0 0-15,0 0 0 16,3 0 0-16,0 0 0 16,1 0 0-16,0 0 1 0,1 0-1 15,-1 0 0-15,-3 0 0 16,4 0 0-16,-3 0 0 16,2 0 0-16,3 0 0 15,0 3 0-15,-1 0 0 16,3-2 0-16,0 2 1 15,-1 1-1-15,-1-1 0 0,1 0 2 16,-2 0-1-16,3 1-1 16,0 2 0-16,-2 2 0 15,3 1 0-15,1 1 0 16,0 0-1-16,1 1 1 0,-3 3 0 16,-1-4 1-16,5 1-1 15,-4 1 0-15,2 1 0 16,0-2 0-16,2 2 0 15,2 0 0-15,1 2 0 16,4 1 0-16,-1 2 0 16,1 2 0-16,3 0 0 0,-2 4 0 15,2-1 0-15,-1 4 0 16,2-3 0-16,0 3 0 16,1-1 0-16,2-1 0 15,0-1 0-15,0-1 0 0,5-3 0 16,0-2 0-16,5-1-1 15,3-5-1-15,0 2 1 16,0-4 2-16,2 1-1 16,7-1-1-16,-1 1 1 15,5-3-1-15,-1 0 0 16,1 1 0-16,2-2 1 0,-2 0-1 16,4 0 2-16,1-2-2 15,0 0 1-15,-1-1 0 16,4 1 0-16,-1-1 0 15,3 0 0-15,-1 0 1 0,1-1-1 16,3 0-1-16,-1-1 2 16,0 2-1-16,4-3-1 15,-5-1 0-15,5 0 1 16,-2 2 0-16,2-1 1 16,0 0-1-16,-2 2 1 15,2 0-1-15,0 0 1 0,-2 1-2 16,0 1 2-16,1-1-1 15,-1 0 0-15,2-1 0 16,0-2 0-16,1 2 0 16,1-3 1-16,-2 0-1 15,0 0 0-15,0 0-1 0,0 0 1 16,0 0 0-16,1-1 0 16,3-2 1-16,0 1-2 15,-1 0 2-15,1 0-1 16,-1 2-1-16,-3 0 2 15,2 0 0-15,-6 0-2 0,3 0 1 16,0 6 0-16,-1-2 0 16,0-1 0-16,3 1 0 15,1-1 0-15,0 1 0 16,4-2 0-16,-2 0 0 16,-2 0 1-16,1-2-1 0,-1 1-1 15,-2 2 1-15,0 0 1 16,-3 0-1-16,5-1-1 15,-2 1 2-15,1 2-1 16,1-1-1-16,0 0 2 16,0 1-2-16,1-1 2 0,-3 0-2 15,2-1 2-15,-2 1-2 16,1-2 1-16,-1-1 0 16,4 2 0-16,-4 0 0 15,2-2 0-15,-1 3 0 16,-1 1 0-16,2-2 1 0,0 2-1 15,-2-2 0-15,0 1 0 16,0-1 0-16,1-1 0 16,3-1 0-16,0 2 0 15,3-2-1-15,-2-1 1 16,4 3 0-16,0 0 0 16,-5-1 0-16,1 2 0 0,-1-1 0 15,-3 1 0-15,3-3 0 16,0 2 0-16,3 0-1 15,0-2 0-15,2-1 1 16,0 0 0-16,2 0 2 16,-2 0-3-16,0 0 2 0,0 0-1 15,-2 0 0-15,2 1 0 16,1-1 1-16,3 2-1 16,0-2 0-16,3 2 0 15,-1-1 0-15,-1 2 0 16,-3-1 0-16,0 0 0 0,1 1 0 15,-1-1 0-15,0 0 1 16,3 1-2-16,-1 1 2 16,-2-1-2-16,3 1 1 15,-3-1 0-15,-1 1 0 16,1-2 0-16,2 1 0 16,2 1-3-16,-1-1 2 0,-1-2 1 15,1 1 1-15,-3-1-4 16,2 2 5-16,-4 0-2 15,1-2 1-15,-1 3 0 16,4 1 0-16,1-1-1 0,1 3 1 16,1-3 0-16,-1 2-1 15,0-2 0-15,4 3 0 16,-4-4 2-16,4 3-2 16,3-6 0-16,-4 4-2 15,3-4 2-15,0 0-1 0,2 0 0 16,-2 0 0-16,0-4 3 15,-1-5-3-15,1 0 3 16,-3 0 3-16,0-4-3 16,-3 2 0-16,-1-2 0 15,0 2-1-15,-2-2-1 16,2-2 0-16,-3 0 1 0,1-1 1 16,-4-1-2-16,0-1 1 15,-4-3 0-15,-3-1 2 16,-1 0-1-16,-3-3 1 15,1-2 1-15,0-1-2 16,-1-2-1-16,-3 3 0 0,-3-2 0 16,0 0-1-16,-4 1 1 15,-3-1-1-15,-6-1 1 16,-1 1 1-16,-3-3-1 16,-3 1 2-16,0-2 3 15,-9 1 0-15,-3-1 1 16,-5-1-2-16,-3 1 1 0,-5 1-1 15,-2-3-2-15,-4 0-3 16,-7 2 1-16,-3-1-1 16,-7 0 0-16,-8 3 0 15,-9 2 0-15,-12 4-1 16,-9 7 0-16,-19 6-3 0,-12 9-7 16,-17 3-1-16,-18 13-7 15,-15 18-7-15,-18 10-12 16,-13 9-24-16,-14 8-21 15</inkml:trace>
  <inkml:trace contextRef="#ctx0" brushRef="#br0" timeOffset="29841.25">18726 4248 66 0,'0'0'1'0,"0"0"9"0,0 0 10 15,0 0-6-15,0 0-8 16,0 0-2-16,0 0-2 16,0 0-2-16,0 0 1 15,0 0-1-15,0 0 0 0,0 0 0 16,0 0 1-16,0 0-1 15,-10 13 0-15,10 0 1 16,0 2 0-16,3-1 0 16,3 4 0-16,-1-2 0 0,5 2-1 15,-3 1 0-15,3-1 0 16,1 1 2-16,-2 1-1 16,-1 1-1-16,1 0 1 15,-3-1-1-15,0 4 1 16,-3-2-1-16,-1-1 0 0,0-1 1 15,-2-2-1-15,0-5 0 16,0 0 0-16,0-3 1 16,0-5-1-16,0 1 0 15,0-3 1-15,0 1-2 16,0-1 1-16,0-3-1 0,0 1 1 16,0-1 0-16,0 0 1 15,0 0 0-15,0 0 8 16,6-1-6-16,1-4-1 15,4-3 0-15,4 0 6 16,2-1 2-16,2-2-2 16,-1 4 0-16,5-2 0 0,-3 2 2 15,2 0-4-15,0 0-3 16,1 3-2-16,-5 0-1 16,0 2 0-16,-1-1 0 15,-3 3 1-15,0 0-3 16,-1 0-14-16,-2 0-21 0,-4 0-4 15,1 3-5-15</inkml:trace>
  <inkml:trace contextRef="#ctx0" brushRef="#br0" timeOffset="30049.03">19197 4469 71 0,'0'0'5'0,"0"0"14"0,0 0 3 0,0 0-1 0,0 0 18 16,0 0-24-16,0 0-16 0,0 0 1 16,0 0 1-16,0 0-1 15,15 27 0-15,-10-10-2 16,0-3-6-16,0-1-21 16,1-1-9-16,-2-7-35 0</inkml:trace>
  <inkml:trace contextRef="#ctx0" brushRef="#br0" timeOffset="30205.08">19288 4343 129 0,'0'0'-14'0,"0"0"24"15,0 0 1-15,0 0-9 16,0 0-10-16,0 0-77 0</inkml:trace>
  <inkml:trace contextRef="#ctx0" brushRef="#br0" timeOffset="30668.91">19400 4377 154 0,'0'0'-44'16,"0"0"51"-16,0 0 0 16,0 0-3-16,38-4 1 0,-28 4-4 15,-1 0 1-15,-1 4-2 16,-1 0 1-16,2 3 0 16,-5 0 0-16,1 0-1 15,-1 0 2-15,-2 0-2 16,-2 0 0-16,0-1 1 0,0 0 1 15,-2-2-2-15,-6 1 0 16,3-3 1-16,-2-2-1 16,3 0 2-16,1 0 0 15,1-4 3-15,2-6 1 16,0-1-6-16,0-2 1 0,4-1 3 16,3 1 5-16,3 0 2 15,1 1 8-15,3 1-11 16,1 3-1-16,2 1-2 15,1 1-4-15,-2 3 2 16,0 3-2-16,-1 0-1 0,-3 2 0 16,-1 5 0-16,-3 4 2 15,-1 1-5-15,-5 3 1 16,-2 1-18-16,0-2-21 16,0 0-17-16</inkml:trace>
  <inkml:trace contextRef="#ctx0" brushRef="#br0" timeOffset="31080.24">19782 4384 126 0,'0'0'-9'0,"0"0"25"0,0 0-8 0,0 0-7 0,0 0-1 16,0 0 0-16,0 0 2 15,0 0-4-15,37-29 4 0,-28 26-4 16,1-3 5-16,2 0-3 16,-1 0 1-16,-3-2 0 15,0-1 2-15,-3 3-1 16,-3-2 3-16,-2 1 1 16,0 2 1-16,0 3-2 15,-10-1-5-15,-2 3 0 0,-1 0 0 16,-2 3 0-16,0 4 0 15,2 4 0-15,3 1 0 16,1-1 0-16,2 0 0 16,5 1-1-16,2-1 2 15,0-1-2-15,7 1 0 0,4-3 0 16,2 1 0-16,6-4-2 16,3-2-3-16,3-2-10 15,3-1-1-15,3 0-11 16,0-3-7-16,-1-7-31 15</inkml:trace>
  <inkml:trace contextRef="#ctx0" brushRef="#br0" timeOffset="31450.38">20156 4270 8 0,'0'0'4'0,"0"0"17"0,0 0 6 15,-51-7-6-15,35 7-8 16,0 4-7-16,0 5 0 15,0 1-3-15,6 0-1 16,-2 1 0-16,6-1-1 16,3 0 0-16,3-3 0 0,0 2 0 15,0-4-1-15,7 2 2 16,3-4 1-16,3 0 0 16,2-3 1-16,3 0 1 15,-2 0-1-15,1-4-2 16,0-5-1-16,-4 2 0 0,-2-3 2 15,-2 2 1-15,-4-1 7 16,-1-1 3-16,0 5 4 16,-4-1 2-16,0 2-7 15,0 1-4-15,0 3-3 16,2 0-4-16,-2 0-9 0,3 1-11 16,-1 6 7-16,4 2-10 15,-1 1-10-15,0-2-2 16,1-1-18-16</inkml:trace>
  <inkml:trace contextRef="#ctx0" brushRef="#br0" timeOffset="31778">20253 4291 57 0,'0'0'4'15,"0"0"6"-15,0 0 1 0,32-38-4 16,-22 31 1-16,0 1 3 15,0 4 3-15,0 0-1 16,0 2-6-16,1 0-3 16,-4 4-2-16,4 5-2 15,-3 1 1-15,-1 0 0 16,-2 1 0-16,-1-5 0 0,-1 1 0 16,-3-4 0-16,0 1 0 15,0-4 3-15,0 0 36 16,0 0 4-16,-3-6-34 15,-2-3 2-15,0-3 0 16,2-4-1-16,3-1-4 16,0-1-5-16,0-2-2 0,11 0-5 15,8-1-10-15,2-2-37 16,3 2-54-16</inkml:trace>
  <inkml:trace contextRef="#ctx0" brushRef="#br0" timeOffset="32249.97">20971 4037 129 0,'0'0'-1'0,"0"0"22"0,0 0 1 0,0 0-13 0,0 0 0 16,0 0 5-16,0 0 0 16,0 0-10-16,46-35-6 15,-35 35 4-15,3 0-1 0,-1 1-1 16,0 6 1-16,0 1-1 15,-2 3 0-15,-4-3 0 16,0 1 0-16,-3 1 0 16,-3-2 0-16,-1-2 0 15,0 0 1-15,-2-5-2 0,-4 0 4 16,-3-1-2-16,3 0 1 16,0-1 9-16,3-9 6 15,0 0-5-15,0-4-5 16,3 1-4-16,0-4-3 15,9 2 1-15,2-1-2 0,6 0-14 16,0 2-41-16,2 3-45 16</inkml:trace>
  <inkml:trace contextRef="#ctx0" brushRef="#br0" timeOffset="32945.17">21303 3925 106 0,'0'0'18'16,"0"0"-16"-16,0 0-1 16,0 0 8-16,37 4 3 0,-26-4-6 15,5-4-2-15,-3-1-1 16,1-3-1-16,-1 1 0 16,-3 0 1-16,-2-3 0 15,-3 2-2-15,-1-1 2 16,-4 2 0-16,0 0 2 0,-4 4 1 15,-3 0-4-15,-7 3-2 16,0 0 2-16,-1 6-3 16,0 4 2-16,1 1 1 15,4 2-2-15,3 0 0 16,5-3 0-16,2 4 0 0,0-3 0 16,6-1-2-16,4-2-1 15,7-1 2-15,2-3 0 16,5-3-1-16,4-1 2 15,2 0-1-15,3 0-2 0,1-7-9 16,-2-3 4-16,-2-3 0 16,-3-1 5-16,-3-2 0 15,-5-2 4-15,-6 1-2 16,-2-1 3-16,-4 1-2 16,-5 2 1-16,-2 3 0 15,0 3 1-15,-10 2 1 16,-2 4 0-16,-4 3-2 0,-1 0 0 15,-4 3-1-15,4 7 1 16,0 1-1-16,3 3 0 16,3 0 0-16,5 2-1 15,4-3 1-15,2 1 0 0,0-1-1 16,9-2 0-16,5 1 0 16,1-1 3-16,5-1 2 15,-3 0 3-15,3-1 3 16,0 3-5-16,-4 0-4 15,0-1 1-15,-4 2-1 0,-1-2 1 16,-7-2 1-16,-2-1 0 16,-2 1 0-1,0-2 3-15,-4-2-4 0,-9 3-1 16,0 0 0-16,-4-1-1 16,0 0-1-16,-1-2-4 15,4-3-29-15,1-2-15 0,6-2-51 16</inkml:trace>
  <inkml:trace contextRef="#ctx0" brushRef="#br0" timeOffset="33308.47">21739 3813 159 0,'0'0'-50'0,"0"0"57"0,0 0 7 0,47-28-8 16,-36 27-3-16,1 1 3 16,0 0-4-16,-5 3 2 15,2 5-2-15,-1 1-2 16,-2 3 1-16,-2-1 0 16,-2-1 2-16,-1-1-2 0,-1-2-1 15,0-3 1-15,0-1 0 16,-4-3 3-16,-2 0 9 15,-4 0-1-15,2-6-1 16,0-4 7-16,0-3 0 16,4-2-5-16,2-2-5 0,2-2-2 15,0-1-6-15,5 2 0 16,6-1 0-16,4 2-8 16,3 3-14-16,1 1-33 15,1 2-20-15</inkml:trace>
  <inkml:trace contextRef="#ctx0" brushRef="#br0" timeOffset="33642.86">21999 3723 130 0,'0'0'8'0,"0"0"8"0,0 0-13 15,0 0-3-15,0 0 9 16,0 0 16-16,0 0-10 15,0 0-10-15,0 0-3 16,37-36 0-16,-30 23-1 16,-3 1 0-16,-3-2 0 0,-1 3 2 15,0 1-1-15,0 2-1 16,-4 3 2-16,-4 2-3 16,-1 3-1-16,-2 0 1 15,0 6-1-15,-1 5 1 16,5 1 0-16,-1 2 0 0,5 0-1 15,3-1 0-15,0 1-4 16,9-2-7-16,2-1-9 16,7-1-5-16,-2-4-4 15,5-1-7-15,2-5-16 16</inkml:trace>
  <inkml:trace contextRef="#ctx0" brushRef="#br0" timeOffset="34021.26">22322 3506 4 0,'0'0'32'0,"0"0"-4"16,0 0-8-16,0 0-12 16,-47-24-1-16,36 24-2 15,2 3-1-15,2 7-2 0,0 0 0 16,3 1 0-16,4 3 0 15,0-2 1-15,1 0-2 16,9 1 3-16,1-3 5 16,2 0-2-16,0-1 2 15,1 1 2-15,2-3-1 0,-1 0-6 16,-1 0-1-16,-3 0-1 16,-3-3-1-16,0 0-1 15,-4 0 2-15,-2 0-1 16,-2-1 1-16,0 1 1 15,-9 0 2-15,-2-1-2 16,-4 0-3-16,1 0 0 0,1-2-3 16,1-1 2-16,6 0-13 15,6 0-17-15,0-3-10 16</inkml:trace>
  <inkml:trace contextRef="#ctx0" brushRef="#br0" timeOffset="34583.74">22487 3478 72 0,'0'0'1'0,"0"0"5"16,23-50 2-16,-21 39-1 15,-1 1-4-15,-1 1-1 0,0 3-2 16,0 2 0-16,-6 4 0 16,-4 0 3-16,-1 0-3 15,-1 3 1-15,-1 6-1 16,3 3 1-16,-1 1 1 15,2 1-1-15,4 2 1 16,3 0-1-16,2-2 0 0,0 0 0 16,2 0 0-16,7-4 1 15,3 1 0-15,3-2 4 16,5 0 4-16,-1-2-1 16,2-3 3-16,0 2-1 0,1-1-3 15,-4 1-1-15,-2 1-7 16,-4-1 2-16,-3 1-1 15,-4-3 0-15,-4 2 0 16,-1-2 1-16,0-1 2 16,-10-1 1-16,-3 0-2 0,-5-2-3 15,3 0 2 1,1 0 0-16,2 0 1 0,4-2 4 16,2-3-1-16,4-2-1 15,2 0 0-15,0-2 1 16,2-2-7-16,7-2 1 15,3 2-3-15,4-2-10 0,-1 2 0 16,0 2 9-16,0 3 3 16,-1 2 1-16,1 4 0 15,-1 0 1-15,-2 0 1 16,2 3-2-16,-2 6 1 0,-1 2 0 16,0-1-1-16,-2 5 1 15,-2-3-2-15,-1-1-6 16,-1-2-37-16,-2-6-11 15</inkml:trace>
  <inkml:trace contextRef="#ctx0" brushRef="#br0" timeOffset="35508.1">22861 3404 91 0,'0'0'3'0,"0"0"2"0,0 0 0 16,0 0-2-16,8-37-2 16,-8 33 2-16,0 1 1 0,-2 0 0 15,-3 3 1 1,1 0-2-16,-1 0-2 0,-1 9-1 15,0 2 0-15,-1 0 0 16,0 2 1-16,0 0-1 16,1-2 0-16,1 1 0 15,1-3 0-15,2 1 0 0,-1-3 0 16,3-1 0-16,0 0 0 16,0-3-1-16,0 1 0 15,5-4 0-15,2 0 1 16,1 0 1-16,0-2 1 15,2-5-1-15,-3 0 2 16,1-4 0-16,-2 0 0 0,2 1-1 16,-3-3 3-16,1 3-1 15,-2-1-2-15,1 2-1 16,1 2-1-16,1 0 0 16,1 3-1-16,-1 0 0 0,4 2 0 15,-1 2 1-15,-1 0-1 16,3 0 1-16,-2 1 0 15,1 6 0-15,1 2 0 16,-3 2 0-16,0-1 0 16,-3 2 1-16,0-1-2 15,-2-1 2-15,-1 0-1 0,0-3 1 16,-3 0-1-16,2-3 0 16,-2-2-1-16,0-1 2 15,0-1 1-15,0 0 7 16,-2 0-5-16,-4 0-3 0,4-3 4 15,0-4 0-15,2-1 0 16,0-1-5-16,0-1 1 16,2-1-1-16,6-2 0 15,1 1 0-15,4 0 0 16,1-1 1-16,4 3 2 16,-1-1 1-16,3 4 3 0,1 1-4 15,-1 3 0-15,0 1 2 16,-1 2 0-16,0 0-2 15,-1 8 3-15,-5 6-4 16,-6 10 0-16,-7 10 0 16,-6 9-2-16,-28 8-1 0,-24 3-41 15</inkml:trace>
  <inkml:trace contextRef="#ctx0" brushRef="#br0" timeOffset="47593.16">21655 6591 15 0,'0'-3'16'0,"0"0"-9"0,0 2-3 0,0-3-2 0,0 1-1 16,0-1-1-16,-2 2-1 16,0-1-1-16,1 0 0 15,0 1 2-15,-1 0 0 16,1 1 0-16,0-1 0 0,1 1-3 15,-1 1-34-15</inkml:trace>
  <inkml:trace contextRef="#ctx0" brushRef="#br0" timeOffset="55931.33">20714 12150 27 0,'0'0'36'0,"0"0"-20"0,0 0-3 0,0 0-10 0,0 0-2 16,0 0-1-16,0 1 1 15,0 1 1-15,0-2-2 16,0 1 0-16,0 1 0 16,0 0 1-16,0 1 1 0,0 0-1 15,0 1 0-15,0 3-1 16,1 0 0-16,3-1 2 15,-2 3-2-15,1 1 0 16,-2 0 0-16,0 0 1 0,0-1-1 16,-1 1 1-16,0 2 2 15,0-1 2-15,-1 2 3 16,-3 1 2-16,-3 0 1 16,2 5-1-16,0-1-4 15,-3 6-4-15,4-1 0 16,1 1-2-16,0 2 0 0,0 1 1 15,1-2-1-15,0-2 0 16,1-1 1-16,1-1-1 16,0-1 1-16,0-1-1 15,0 0 2-15,0 1-2 0,0 0 1 16,0 0-1-16,0 2 1 16,0 0-1-16,0 2 0 15,0 1 0-15,0 2 1 16,-2 0-1-16,-4 2 1 15,0 1 0-15,-1 0-1 16,1 1 0-16,-3-2 1 16,4 1 0-16,-2-1 0 0,2 0 3 15,2-3 1-15,-2 2 6 16,-1-1-1-16,4 2-2 16,-1-1-3-16,-1 0-2 15,0 1-1-15,1 1-1 0,1-1 1 16,-2-1-2-16,2 1 2 15,0 0-2-15,-1 1 1 16,2 1-1-16,-1 0 2 16,2-1-1-16,-2 1 1 15,1-1 0-15,0-1-1 16,-1 0 1-16,0 0-1 0,0-1 3 16,-1 2-1-16,-1-1 1 15,1 2 1-15,0-1 0 16,0 1-2-16,-2 0 0 15,2 0 1-15,0-1-2 16,0-6 12-16,3 2-6 0,-3-8-5 16,3-1-2-16,0-4 0 15,0-3-1-15,1-2-2 16,3 0-1-16,-2-3-2 16,-1-2-27-16,-1-3-47 15,0 0-37-15</inkml:trace>
  <inkml:trace contextRef="#ctx0" brushRef="#br0" timeOffset="56828.27">19792 13864 17 0,'-4'0'60'0,"1"0"-58"0,0 0 1 16,0-1 0-16,2-1 1 0,0-1 6 16,1 2 6-16,0-2 3 15,0 2-9-15,0-1-1 16,1 2-7-16,6-1 0 16,0 1 2-16,2 0-2 0,3 0 0 15,2 0-1-15,1 0 0 16,5 0 0-16,3 0-1 15,3 0 6-15,4 0 0 16,4 0 1-16,0 0-1 0,4 0 3 16,3 0-5-16,2-3 2 15,2 0 3-15,5-1-1 16,5 0-1-16,-1-2-3 16,7 2 1-16,3 0-1 15,5 0-3-15,1-1 1 16,4-1-1-16,2 1-1 0,1 0 1 15,4 1 0-15,2 1 2 16,0-1 0-16,1 1 0 16,3 3-2-16,1-1 1 15,1 1 1-15,-4 0 1 16,2-2-2-16,-1 2 1 0,2-1 0 16,-2 1 1-16,-2-1 1 15,5 1-2-15,-3 0 0 16,1 0-2-16,-4 0 2 15,-2-2-2-15,1 2-1 16,-4-3 1-16,-2 0 0 0,-3-1 0 16,-3 1 0-16,-7-2 0 15,-3 0 0-15,-8 0 0 16,-5 2 1-16,-4-3-2 16,-5 0 0-16,-8 1 0 15,-5-1-1-15,-7 2-3 0,-7-5-35 16,-10-2-92-16</inkml:trace>
  <inkml:trace contextRef="#ctx0" brushRef="#br0" timeOffset="59175.29">20927 13343 73 0,'0'0'27'0,"0"0"-8"0,0 0 6 0,0 0 3 15,0 0-9-15,0 0-8 0,0 0-3 16,0 0-1-16,0 0-2 16,0 0-2-16,0 0-2 15,0 0-1-15,0 0-1 16,0 1 0-16,0 1 1 15,0-2 0-15,0 1-2 0,0-1-1 16,0 0 6-16,0 0-2 16,0 0 1-16,0 0-1 15,0-1 0-15,-5-2 0 16,1 1 2-16,0 1-3 16,-1 1 0-16,-1 0 0 0,3 0 3 15,-3 0-2-15,1 6 0 16,2-2-1-16,1 2 0 15,2-1 0-15,0 2 0 16,0-4 1-16,0 1-1 16,0-2 1-16,0 1 0 0,3-3-3 15,1 0 2-15,1 0 0 16,-1 0 0-16,0 0 1 16,-1-5 1-16,1 1-1 15,-4-3 0-15,0 4 0 16,0-2 1-16,0 1 2 0,0 2 0 15,0 2-2-15,0 0 1 16,-5 0-5-16,1 0 1 16,0 0 1-16,0 4 1 15,1 4-1-15,2-2 0 16,0 1-1-16,1-2 1 0,0-1 0 16,0-1 0-16,1-2 0 15,3-1-1-15,2 0 1 16,-4 0-1-16,1 0 3 15,1-5-2-15,0-1 7 16,-3 0-5-16,0-1-2 0,0 0 1 16,-1 1-1-16,0 1 1 15,0 2-1-15,0 0-1 16,0 3 0-16,-2 0 1 16,1 0 0-16,-4 3-2 15,2 4 2-15,1 0-1 0,1 0 1 16,1 0-2-16,0-1 0 15,0 0 1-15,0-5 1 16,3 2-2-16,3-3 0 16,-3 0 1-16,2 0 1 15,1-4 1-15,-3-2 1 16,1-1-2-16,-2 1 1 0,-2-1 0 16,0 1-1-16,0 1 1 15,0 0-1-15,0 3-2 16,-2 0 1-16,-2 2 1 15,1 0-3-15,-3 0 2 16,2 6-4-16,0 1 4 0,1 0 0 16,0 2 0-16,2-2 0 15,1-2 0-15,0 1 0 16,0-3 0-16,0 0 0 16,0-3-4-16,3 0 2 15,1 0 1-15,-1-6 3 16,0-1-1-16,0-2 1 0,-2-2 1 15,0 1-1-15,-1 0 1 16,0 3-1-16,0 0 1 16,-1 3-1-16,-3 1-1 15,0 2 3-15,-3 1-4 0,2 0 0 16,-1 1 0-16,-1 6 1 16,3 0 0-16,-1 0 0 15,2 2 0-15,2-4 0 16,1 1-1-16,0-1 1 15,0-3 0-15,4 0-3 16,3-2 1-16,0 0 1 0,0 0 2 16,-2-4-2-16,3-4 8 15,-3 1-5-15,2 0 0 16,-4 1-2-16,-1-1 1 16,-1 3 0-16,-1-1-1 15,0 2 1-15,0 2-3 0,-1 1 1 16,-2 0 0-16,-5 0 0 15,3 1 1-15,-2 6-1 16,2 0 1-16,1 1 0 16,0-1 0-16,1 0 0 0,1-1 1 15,2 1-2-15,0-3 1 16,0-3 1-16,2 0-2 16,5-1-1-16,-3 0-1 15,1 0 5-15,1-6-1 16,-2-2 2-16,-1-1-3 0,2 2 1 15,-5-1-1-15,0 2 1 16,0 1 0-16,0 2-3 16,-5 0 1-16,0 3 2 15,1 0-1-15,-2 0 0 16,1 1-1-16,-1 6 0 16,1-1 2-16,2 2-1 0,1-2 0 15,2 1-1-15,0-3 2 16,0-1-1-16,0 2 2 15,0-3-3-15,2-2 1 16,1 0-1-16,2 0 3 0,-1 0 3 16,-2-2-2-16,0-1-2 15,-1-2-1-15,0 2 1 16,-1-1-1-16,0 1-11 16,0 0-26-16,0 1-57 15</inkml:trace>
  <inkml:trace contextRef="#ctx0" brushRef="#br0" timeOffset="61232.46">21284 13003 47 0,'1'-2'26'0,"0"1"0"0,0-3-5 0,-1 4-3 0,0 0-3 15,0-1 0-15,0 1-7 16,0 0-7-16,0 0 5 15,0 0-6-15,0 0 1 16,0 0 0-16,0 0-1 0,0 0 1 16,0 0 3-16,1 0-3 15,1 0 1-15,1 0 3 16,0 0 1-16,0-3-2 16,-1-1-1-16,0-2-2 0,0 2 4 15,-2-2 1-15,0 3-2 16,0-1 0-16,0 3-1 15,0 1-5-15,0 0 4 16,-5 0-5-16,1 0-2 16,-4 5 5-16,4 1 0 15,-2 1 0-15,3 0 1 0,2 0-1 16,-1 0 0-16,2-2 0 16,0-1 0-16,0-1 1 15,0-2-3-15,3-1 1 16,1 0 1-16,1 0 2 15,-2-4-1-15,1 0 5 0,3-2-2 16,-6 0 1-16,1-1-1 16,-2 2-1-16,0-1 1 15,0 0 0-15,0 5-1 16,-2-2-2-16,-1 2 4 16,-5 1-6-16,4 0-1 0,-4 0 2 15,3 5 1-15,1 3-1 16,0 1 0-16,0-2 0 15,3 0 0-15,0-1 0 16,1 0 0-16,0-2 0 16,0-1 0-16,1 0-1 0,4-3 1 15,1 0-3-15,-1 0 1 16,-1 0 4-16,2-6 1 16,-1-1-1-16,2 1 0 15,-5 0-1-15,-1-2 1 16,0 1 2-16,-1 1-1 0,0-1 1 15,-1 4-1-15,-5 1-4 16,-2 2 5-16,1 0-7 16,0 0 3-16,-1 0-1 15,2 5 2-15,0 2-1 16,3-1 0-16,1 2 0 0,2-1 0 16,0-2 0-16,0-1 0 15,0-1 0-15,5 0-3 16,1-3 1-16,1 0 0 15,0 0 4-15,0 0-1 16,-1-4-1-16,-1-2 2 16,2 1 1-16,-4-3 1 0,-1 1 0 15,-2 2 0-15,0 0 0 16,0 1-1-16,0 2-1 16,-1 0-4-16,-6 2 2 15,0 0-2-15,0 0 1 16,1 5-2-16,0 3 1 0,0 1 0 15,3-2 1-15,2-1-2 16,1 0 1-16,0-2-1 16,0 0 2-16,0-2-1 15,3-1-4-15,3-1 4 16,1 0-2-16,0 0 5 16,-1-3 1-16,-1-4-1 0,2 3 0 15,-5-3-1-15,-1 2 2 16,-1 1-2-16,0-1 2 15,0 1-3-15,-5 3-1 16,-4 1 5-16,2 0-4 0,-1 0 1 16,0 0-1-16,1 3 1 15,-1 3 0-15,3 1 0 16,1-2 0-16,1 1 1 16,2 0-2-16,1-2 2 15,0 2-1-15,0-3-1 16,3-1-6-16,4-2 1 0,2 0-3 15,2 0-6-15,0-9-23 16,-1-5-71-16</inkml:trace>
  <inkml:trace contextRef="#ctx0" brushRef="#br0" timeOffset="62372.24">21757 12634 72 0,'-1'0'15'0,"0"0"8"0,-1 0 1 15,1 0-6-15,0 0-2 16,1 0-2-16,-2 0 5 16,-1 0-7-16,2 0 6 0,-1-2-2 15,1 0-7-15,0 2-1 16,0 0-7-16,-1 0 0 16,0 0-3-16,-2 0-3 15,0 3 2-15,1 1 3 16,-2 3 0-16,2-1 0 0,0-2 0 15,3 0 0-15,0-1 0 16,0 0 1-16,0-2-5 16,0-1 1-16,3 0-2 15,2 0 5-15,1 0 3 16,0-4-2-16,-1-3 6 16,-1 1-2-16,0 1-2 0,-2-1-2 15,-2 1 1-15,0 1-1 16,0 0 2-16,0 2-2 15,-2 1-2-15,-2 1 7 16,0 0-6-16,-2 0-2 16,1 6 3-16,2 1-2 0,-4 3 0 15,3 0-4-15,2 1 0 16,2-2-2-16,0-1 0 16,0-2 4-16,0 0 0 15,0-3 1-15,4-2 0 16,2-1-1-16,0 0 0 0,-1 0 8 15,1-7-1-15,0 0-2 16,0 0 2-16,-4-2-2 16,2 3 0-16,-3 1 1 15,-1-1 0-15,0 2 2 16,0 0-2-16,0 2-3 16,-6 2 2-16,3 0-2 0,-3 0-1 15,1 5 1-15,-2 0 1 16,2 5-1-16,1 0 0 15,0-1 0-15,1-1 0 16,3 1 1-16,0-2-1 16,0-3 0-16,0-1-1 0,1-2 0 15,5-1-2-15,-2 0 2 16,1 0 1-16,0-4 3 16,0-4 2-16,-2-1 0 15,0 0-1-15,-1 1 0 16,-2 0 1-16,0 2 0 0,0 0-3 15,0 3-1-15,-6 3-5 16,2 0-13-16,-1 0-41 16,1 0-58-16</inkml:trace>
  <inkml:trace contextRef="#ctx0" brushRef="#br0" timeOffset="63986.41">22311 12205 83 0,'-3'0'16'0,"-1"0"0"0,1 0-9 0,-3 2-7 0,1 1 0 16,1 1 1-16,0-1-1 16,1 1 1-16,-1 0-1 15,3-1 0-15,1-1 0 16,0 0 0-16,0 0 1 0,0-1-1 15,0-1 2-15,0 0 0 16,0 0 7-16,1 0 10 16,3-3-3-16,-3-1-6 15,0-2-4-15,-1 1 0 16,0 0-2-16,0 2 0 0,-5-1-1 16,-3 3 4-16,1 1-7 15,-3 0 2-15,-1 0-2 16,3 0 0-16,-3 5 0 15,2 1 1-15,3 1-1 16,1 3 0-16,2-3 1 0,2 0-1 16,1 0 1-16,0-1 0 15,0-3-1-15,2 1 0 16,4-1-1-16,-2-3 1 16,2 0-1-16,2 0 2 15,-1 0 2-15,0-1 3 0,-2-5 1 16,1 0-2-16,-3 1-1 15,0-2 2-15,-2 2 0 16,-1 1 1-16,0-1-1 16,0 3-4-16,-1-1-2 15,-5 3 2-15,-3 0-2 0,-1 0-1 16,0 7 0-16,-2 2 0 16,1-1 1-16,1 2 0 15,2 2 0-15,2-4 0 16,2 2-1-16,2-3 1 15,2 0-1-15,0 0 0 16,0-2 1-16,2-2-2 0,3-2 0 16,1-1-1-16,2 0 2 15,-2 0 5-15,0 0-5 16,0-3 4-16,-1-3-3 16,-1-1 0-16,3 0 1 15,-6 1 0-15,1-1 1 0,-1 0 0 16,-1 2 0-16,0 0 1 15,0 1-3-15,-3 3-3 16,-5 1 5-16,0 0-5 16,1 0 2-16,0 1 1 15,-3 5 0-15,4 1 1 0,2 0-1 16,2 0-1-16,2-2 2 16,0 1-1-16,1-1-2 15,6-3-1-15,2 0 1 16,1-2 0-16,0 0 1 0,2-2 2 15,-3-5-1-15,0-1 2 16,-1-1 0-16,-4 1 0 16,-1-1 1-16,-2-1 2 15,-1 3 0-15,0 2-2 16,-4 0-1-16,-7 3 2 16,1 1-6-16,-4 1 3 0,2 0-4 15,2 5 3-15,-3 2 2 16,3 3-4-16,4 0-1 15,0 0-19-15,5-2-23 16,1-2-14-16,0-5-24 16</inkml:trace>
  <inkml:trace contextRef="#ctx0" brushRef="#br0" timeOffset="64612.29">22643 11903 128 0,'-1'-6'4'0,"-2"3"8"0,0 3-6 0,-1 0-3 0,-2 0-3 15,1 0 0-15,-2 3 1 16,1 4-1-16,1 0 0 16,1-1 1-16,1 2-1 15,2-3-1-15,1-1 2 0,0-3-1 16,0-1-2-16,5 0 4 16,1 0 8-16,1-3 4 15,2-4-6-15,-1-1 0 16,-2 2-1-16,-2-1 5 15,-1 0-4-15,-1 3-3 16,-2 1 0-16,0 0-1 0,-3 2 1 16,-3 1-4-16,0 0-2 15,-2 0 2-15,-1 1-1 16,2 6 0-16,2-1 0 16,1 1 0-16,1-3 0 0,2 0 1 15,1-2 0-15,0 2 0 16,0-4-2-16,0 2 1 15,3-1 0-15,1-1 0 16,-1 0-17-16,-1 0-90 16</inkml:trace>
  <inkml:trace contextRef="#ctx0" brushRef="#br0" timeOffset="67819.5">20157 13715 20 0,'0'0'15'0,"0"0"-4"0,0 0-10 0,0 0-1 15,1 0 1-15,0 0 0 16,-1 0 1-16,0 0 4 0,1 0 0 15,0 0 1-15,-1 0-1 16,0 0 3-16,0 0-3 16,1 0 0-16,0 0-4 15,0 0-2-15,2 0 2 0,-1 0 3 16,1 0-1-16,1-1 0 16,0-2-2-16,1 1 1 15,-3-2-1-15,1 1 0 16,3 2 1-16,-4-3 1 15,2 2 3-15,0-3-4 16,1 0 1-16,-2 4-1 0,3-3-1 16,-1 1-1-16,-1 1 0 15,0-1 1-15,1-1 0 16,-1 1 1-16,0-1-1 16,2 1 1-16,-2 0 0 15,1-1-1-15,1 1 2 0,-2-1-2 16,4 0 0-16,-3-2 0 15,1 2 0-15,0 1 0 16,0-1 0-16,1 0-1 16,-1 1-1-16,1 0 1 0,-1 0-1 15,0 0 0-15,0 0 0 16,0 0 1-16,-1-1-1 16,1 0 0-16,0 1 0 15,1-1 0-15,0 1 1 16,-1-1-1-16,1-1 1 15,-2 3 0-15,2-1-1 0,-1-1 0 16,1 2 0-16,-3-2 1 16,2 1-1-16,1 0 0 15,-2 0 0-15,2 0 0 16,-2-1 0-16,-1 1 0 16,2 0 0-16,-1 1 1 0,-1-1-1 15,1 0 0-15,-2 0 1 16,1 0-1-16,0 2 2 15,-1-2-2-15,-1 0 1 16,3-1 1-16,-1 3-2 0,-1-4 4 16,1 1 4-1,2 0-3-15,-2-1-2 0,1 0-2 16,2 0 1-16,-2 1-2 16,-1 0 1-16,2 1-1 15,-3-1 0-15,2 1 0 16,1 0 1-16,-3 0-1 15,1-1 0-15,0 2 0 0,0 0 0 16,-1-1 0-16,1 1 0 16,0 0 1-16,0-1-1 15,0 1 0-15,0 0 0 16,-2-1 0-16,1 1 0 0,-1 0 0 16,2 0 0-16,0-1 1 15,-1 2-1-15,2-2 1 16,1 0-1-16,-3 0 0 15,2-1 0-15,2 1 0 16,-3-1 1-16,4 1-1 16,-3-1 0-16,0 1 0 0,1-1 0 15,-1 0 0-15,3 1 0 16,-4 0 1-16,3 0-1 16,-2 0 0-16,1 0 0 15,1 1 0-15,-2-1 1 16,1 1-1-16,-1-1 0 0,3-1 0 15,-3 0 2-15,4 1-4 16,-4-1 2-16,3 1 2 16,-1-1-2-16,2 0-2 15,-2 1 4-15,0 0-2 16,0 1 0-16,1-2 0 0,-2 2 0 16,1-1 0-16,-2 1 0 15,4 0 0-15,-5 0 0 16,3-1 0-16,-4 2 0 15,1 0 0-15,2 1 0 0,-3-2 0 16,2 0 0-16,-3 2 0 16,2 0 0-16,-1 0 1 15,0 0-1-15,-1 0 0 16,1-1 0-16,1-1 0 16,-2 2 0-16,-1 0 2 15,1 0-2-15,0-2 0 16,1 1 0-16,-2 1 0 0,2-1 0 15,-3 1 0-15,2 0 0 16,-1-1 0-16,-1 1 0 16,2-2 0-16,-2 2 1 15,1 0-1-15,0 0 0 0,0 0 0 16,0 0 0-16,-1 0 0 16,2 0-1-16,-2 0-5 15,0 4-27-15,0 2-27 16</inkml:trace>
  <inkml:trace contextRef="#ctx0" brushRef="#br0" timeOffset="71270.37">20134 13746 61 0,'-2'0'13'0,"0"0"7"0,1 0-8 0,1 0 2 16,0 0-7-16,0 0-4 15,0 0 1-15,0 0-3 0,0 0 1 16,0 0-1-16,0 0-1 16,0 0 1-16,1 0-1 15,0 0 1-15,2 0 0 16,-1 0 5-16,2 0 1 16,-1-1 4-16,0-3-3 15,0-1-4-15,4 3-2 0,-4 0 1 16,3-1-2-16,0 0 0 15,0-1-1-15,3 1 1 16,-1 0-1-16,1-1 0 16,0-1-1-16,2-1 1 15,-2 1 3-15,2-2-2 0,-1 0 2 16,0 3-2-16,-1-1 2 16,1 0-2-16,0 2 1 15,-4-1-1-15,4 0 2 16,-3-2 3-16,2 2 0 15,1-2-1-15,2-1 0 16,-3 3-3-16,2-2 0 0,2 0 1 16,-2-1-3-16,1 3 1 15,-3-2 1-15,0-1-1 16,3 2 0-16,-2 0 0 16,-2 0-1-16,1-1 1 15,1 2 0-15,-2 0 0 0,1-1 0 16,0 1-1-16,-1-2 1 15,2 2-1-15,-3 1 0 16,2-1 1-16,0 0-1 16,-2 1 0-16,2 0 1 0,-4-1-1 15,3 1 0-15,-2-3 1 16,1 2-1-16,0 1 3 16,0-3-1-16,-1 1 0 15,1 0-1-15,-1 1 0 16,2-1 0-16,-3 0 0 0,1 2-1 15,0-1 0-15,-3 1 1 16,1-1 0-16,3 1 0 16,-3 0-1-16,1-1 0 15,0 1 2-15,1-1-2 16,2 1 0-16,2-2 1 16,-5 0-1-16,5 0 0 0,-1 2 0 15,-1-2 0-15,-2 1 0 16,1 1 2-16,0-1-2 15,-1 1-6-15,-1-2 5 16,3 2 3-16,-1-4 0 0,2 1 1 16,2-1 2-16,-2 0 2 15,1 0-6-15,0 2 0 16,1-2-1-16,-3 3 1 16,1-2-1-16,1 2 0 15,-1-1 0-15,-1 0 0 16,-1 2 0-16,0-1 0 0,-2 1 0 15,0 1 1-15,-1-2-1 16,1 0 0-16,-1 1 0 16,1-1 0-16,-1 1 0 15,3 0 0-15,-3-1 0 16,1 1 0-16,2-2 0 0,-2 0 0 16,2 0 1-16,1-1-1 15,0-1 0-15,-1 1 1 16,0 0-1-16,4-1 0 15,-4 2 0-15,1-1 0 0,-1 0 0 16,1 2 1-16,-2 0-1 16,1-2 0-16,0 2 0 15,2-2 0-15,-2 1 0 16,0-1 0-16,2 0 0 16,-1 0 0-16,0 0 0 0,-2-1 0 15,2 1 0-15,0 0 1 16,-1-1-1-16,2 0 0 15,-4 1 0-15,4 0 0 16,-3 1 0-16,-1-2 0 16,1 2 1-16,-1 1-1 0,2-2 0 15,-2 1 0 1,1-1 0-16,-1 0 0 0,1 2 0 16,1-3 0-16,-3 3 0 15,1-1 0-15,0 0 1 16,1 1-1-16,0-1 0 15,-1 1 0-15,0-1-1 16,1 0 2-16,-1-1-1 0,1-1 0 16,-1 0 2-16,4 0-2 15,-4 1 0-15,3-1 1 16,-3 2 0-16,4-2 0 16,-5 2-1-16,1-2 0 0,1 3 0 15,-1-2 1-15,4 2-1 16,-3-2 0-16,1 0 1 15,0 0-2-15,1 0 2 16,0-3-1-16,-1 4 0 16,3-1 0-16,-4-1 1 0,4 1-1 15,-4-1 1-15,2 0-1 16,1 0 0-16,-1 0 0 16,3 0 0-16,-5 0 2 15,3 1-2-15,1-1 0 16,-3 1 0-16,1-1 0 15,0 1 0-15,0-1 0 0,-1 1 0 16,0 0 0-16,2 1 0 16,-3-1 0-16,3 1 0 15,-4-2 0-15,2 1 0 16,0 0 1-16,1-1 2 16,-1 0 0-16,2-1 1 0,-1-1-2 15,0 2 0-15,2 0 1 16,-2 0-3-16,1 0 1 15,-3 0-1-15,1 1 0 16,0-1 0-16,-1 3 1 16,-1-1-2-16,1 0 2 0,-2 0-1 15,2-2 0-15,0 3 1 16,0-3-1-16,1 0 1 16,0 0 0-16,2 1 0 15,-4 1-1-15,3-3 1 16,-1 4-2-16,1-2 2 15,-3 2-1-15,2 0 0 0,-3-1 0 16,3 1 0-16,-3 0 0 16,2 0 1-16,2-2-1 15,-1 2 0-15,2-2 0 16,2-1 0-16,-2 1 0 0,1-1 0 16,1 0 0-16,-1 0 1 15,1 1-2-15,-1-1 2 16,-1 2-1-16,1-1 0 15,0 0-1-15,0 0 1 16,-1-3 0-16,3 3 1 16,-2-2-1-16,2-1 0 0,0 0 0 15,1 1 0-15,1-2 0 16,-2 3 0-16,0-2 0 16,1 2 0-16,0-3 0 15,-3 2 1-15,2-1-2 16,0 0 2-16,1 1-1 0,-3-2 0 15,3 0 0-15,-5 3 0 16,1-1 0-16,0-1 0 16,-1 3 1-16,0-2-2 15,1 1 2-15,0-2-1 16,0 2 0-16,-1-3 0 0,1 3 0 16,2-3 1-16,1 2-1 15,-3-2 0-15,5 0 3 16,-2-1-3-16,1 0 0 15,0 0 0-15,1 0 0 16,-1 1 1-16,-1 0 0 0,2-1 0 16,-1 2 0-16,0 0-1 15,-1 1 1-15,-3 0 0 16,1 0-1-16,-1 0 0 16,-3 1 0-16,2-2 0 15,-1 2 0-15,0-3 1 0,0 0-1 16,0 1 1-16,2-2-1 15,-2 1 1-15,3-1-1 16,-2 1 1-16,2 0-1 16,-1 0 0-16,0 0 0 15,1 3 0-15,0-3 1 0,-2 0-1 16,2 2 0 0,0-1 0-16,2 1 0 0,-2-2 0 15,1 1 0-15,0-1 0 16,1 3 0-16,0 0 0 15,-4 1 0-15,2 1 0 16,-1-1 0-16,-1 0 0 0,1 2 0 16,1-1 0-16,-4 0 0 15,3-1 0-15,-2 1 0 16,1-1 0-16,-2-1 0 16,2 0 0-16,2 0 0 15,-4 1 1-15,3-1-1 0,-1 0 0 16,1-1-1-16,1 2 1 15,-1-3 1-15,1 2-1 16,0-1-1-16,1-1 2 16,-1 1-1-16,-1-3 0 0,2 1 0 15,-1 1 0-15,0-1 0 16,-1-3 0-16,2 4 0 16,-2-3 2-16,1 3-2 15,1-4 0-15,1 3 2 16,-5-1-1-16,2 2 1 15,-2 2-2-15,0-1 1 0,-1 1-1 16,0-2 0-16,1 2 1 16,0 0-1-16,0 0 0 15,0-2 0-15,1 1 0 16,2-1 1-16,-2 2-1 16,-1 0 1-16,3 0-1 0,-2 0 1 15,-1 0 0-15,1 0 0 16,-1 0 0-16,0 0 5 15,0-1 6-15,1 2-8 16,0 0-2-16,-1 0-1 16,-1 0 0-16,0 0 0 0,-1 1-2 15,-2 2 2-15,0 2 0 16,0-2-1-16,-3 3 1 16,2-1 4-16,-2 0 0 15,0 1-3-15,0 0-2 16,0 0 0-16,1 0-2 15,-1 0-2-15,1 0-2 0,0 0-2 16,0 1-7-16,0 3-1 16,-1 0-5-16,2 2-10 15,-2-1-26-15,0-1-52 16</inkml:trace>
  <inkml:trace contextRef="#ctx0" brushRef="#br0" timeOffset="74407.53">20361 13625 53 0,'-5'0'13'0,"2"1"-5"0,0 0-5 0,3-1-1 15,-2 0 3-15,2 1-2 16,0-1-2-16,0 0-1 16,0 2 0-16,0-2 1 0,0 3-1 15,0-2 0-15,0 2 0 16,0 0 0-16,0-2 1 16,0 3-1-16,-2-2 1 15,2-1-1-15,0-1 1 0,0 2 1 16,0-2-1-16,-2 0-1 15,2 0 1-15,0 0 0 16,0 0 2-16,0 1-1 16,0-1-1-16,0 2-1 15,0 0 0-15,0 1 0 16,0 1-6-16,-2-1-25 0</inkml:trace>
  <inkml:trace contextRef="#ctx0" brushRef="#br0" timeOffset="74756.12">20243 13759 22 0,'0'0'3'0,"0"0"10"0,0 0 1 0,0 0-5 16,0 0 7-16,0 0-4 16,0 0-2-16,0 0-3 15,0 0-4-15,0 0-2 16,-11 0 0-16,11 0-1 15,0 0 1-15,0 0-1 16,0 0-1-16,0 0-4 0,0 0-12 16,0 0 3-16,1-1-40 15</inkml:trace>
  <inkml:trace contextRef="#ctx0" brushRef="#br0" timeOffset="76106.5">20946 13300 14 0,'0'0'8'0,"0"0"17"0,0 0-5 0,0 0-1 16,0 0-3-16,0 0 2 16,0 0-10-16,0 0-3 0,0 0-3 15,0 0-2 1,0 0 1-16,0 0-1 0,-28-7 1 15,24 7 1-15,1 0 4 16,-2 4-3-16,2 2-1 16,0 3-1-16,-1-2-1 15,2 1 0-15,1-1 0 0,1-1 0 16,0 0 1-16,0-2-1 16,0-3 0-16,0 0-1 15,2-1 0-15,1 0 5 16,0 0 7-16,1-2 0 15,-1-5-4-15,2-2 1 16,-3-1-1-16,0 1-3 0,0-3 0 16,-1 2 2-16,-1 0-3 15,0 2 0-15,0-1 2 16,0 4-1-16,0 2 0 16,-2 0-1-16,0 3-1 0,-1 0-1 15,-1 0 5-15,0 4-7 16,0 6-1-16,1 0 3 15,-4 1 0-15,5-1-1 16,1 2 0-16,1-4 0 16,0-1 0-16,0-1 0 15,0-2 0-15,3-1 0 0,4 0-1 16,-4-3 0-16,1 0 0 16,2 0 0-16,-2 0 1 15,1-3 0-15,0-4 0 16,-1 0-1-16,-1-1 3 15,-2-3 1-15,-1 1-2 16,0 2 3-16,0-1 0 0,-2 2 1 16,-2 3 1-16,-4 0-2 15,2 1-3-15,-1 3 0 16,1 0 3-16,-1 0-5 0,0 7 0 16,-1 4-1-16,3-1 3 15,1 3-2 1,0-1 1-16,3-3 0 0,1 0 0 15,0-2 0-15,1-1 0 16,7-5-1-16,1 2-1 16,-2-3-2-16,4 0 2 0,-2-4 4 15,0-5-2-15,0-1 1 16,-2 1-2-16,-1-3 4 16,-2 3-3-16,-2 1 2 15,-1 1 1-15,-1 1-1 16,0 0 1-16,0 2-2 0,0 3-1 15,0-2-22-15,0 3-48 16,0-1-31-16</inkml:trace>
  <inkml:trace contextRef="#ctx0" brushRef="#br0" timeOffset="76832.39">21260 12979 58 0,'0'-3'34'0,"0"3"-13"0,0-1-2 0,0 1-2 0,0 0-1 16,0 0-6-16,0 0-5 15,-2 0 3-15,1 0-5 0,-1 1-1 16,-2 5-2-16,1 1 0 16,1 0 0-16,1 0 0 15,0-1 0-15,1 0 2 16,0-2-1-16,0-1 1 16,0-2 0-16,1-1-4 0,1 0 2 15,1 0 0-15,0-1 2 16,1-6 4-16,-3 0 3 15,0-1-3-15,-1 1 1 16,0-1-1-16,0 2-1 16,-2 3-1-16,-5 2 0 15,1 1-4-15,-2 0 6 0,0 0-7 16,2 3 0-16,1 4 1 16,3 1-1-16,0-1 1 15,2 1 0-15,0-1 0 16,0-1 1-16,2-1-1 15,4-2-1-15,1-3 0 0,0 0 1 16,2 0 0-16,-4 0 0 16,1-7 1-16,-2-3 0 15,0 3 2-15,-3-2 2 16,-1 2 0-16,0 0-2 16,0 0-1-16,0 3-1 15,-4 0-1-15,2 2-6 0,-1 2-22 16,0 0-50-16,1 0-17 15</inkml:trace>
  <inkml:trace contextRef="#ctx0" brushRef="#br0" timeOffset="77603.67">21689 12651 110 0,'0'0'0'0,"0"0"3"0,0 0-2 0,0 0 0 0,0 0 0 15,0 0 0-15,0 0 10 16,0 0 5-16,0 0 1 16,0 0-1-16,0 0-9 15,-7-14-4-15,4 21-3 0,2 0 0 16,0 0 1-16,1-1-1 15,0-2 0-15,0 1 0 16,0-3 2-16,0 1-1 16,2-3-3-16,3 0 3 15,-2 0 0-15,1 0 1 16,3-7 4-16,-4 0 0 0,1-3 2 16,0 0 1-16,-2 0-3 15,-1 3 1-15,-1 0-4 16,0 1-1-16,0 3 0 15,0 3-1-15,-6 0 0 0,0 0 3 16,2 1-8 0,-5 6 4-16,4 2-1 15,1 1 2-15,1 3-1 0,2-3 0 16,1 0-1-16,0-3 1 16,0-1 0-16,2-2 1 15,4-1-2-15,1-3 0 0,2 0-1 16,-3 0 2-16,1-2 2 15,0-5 0-15,0-3 3 16,-4-1 1-16,0 1 3 16,-2-1-4-16,-1 1 1 15,0 1-1-15,0 2-1 16,-1 0 0-16,-5 4-1 0,-2 3-2 16,2 0 1-16,-4 0-4 15,3 3-1-15,-2 6-2 16,4 1-7-16,2 1-4 15,3-1-19-15,0-3-16 0,3-4-8 16</inkml:trace>
  <inkml:trace contextRef="#ctx0" brushRef="#br0" timeOffset="78286.63">22133 12244 57 0,'0'0'1'0,"0"0"-1"0,0 0-2 0,0 0 2 15,0 0 0-15,0 0 0 0,0 0 6 16,0 0 10-16,0 0 6 16,0 0-1-16,0 0-5 15,12-22-8-15,-11 21-5 16,0-1-2-16,1 2-1 16,0 0 0-16,-2 0-3 0,1 0 6 15,0 3-2-15,0 0 1 16,1 0 3-16,0 1-2 15,0-4-1-15,1 3 1 16,0-2-1-16,1 1 2 16,-1-2-1-16,2 0-1 0,-2 0 7 15,0 0 6-15,1-3-2 16,-2-3-3-16,0 1-2 16,-2-1-2-16,0 2-1 15,0 1 2-15,0 3-3 16,-6 0 1-16,-2 0-6 15,-1 4 1-15,0 8 0 0,0 0 0 16,-1 4 1-16,3 1-1 16,2-3 0-16,3 0 0 15,1-2 1-15,1-4-1 16,0-3 2-16,2-3 1 16,3-2-8-16,3 0 4 0,0 0 1 15,0-5 1-15,0-5-1 16,-4-1 5-16,0-1-2 15,-1 1 1-15,-3-1 1 16,0 1-1-16,0 3-1 16,0 0 0-16,-5 3-1 0,0 3-4 15,0 2 0-15,-2 0-7 16,-1 0-29-16,-2 7-53 16</inkml:trace>
  <inkml:trace contextRef="#ctx0" brushRef="#br0" timeOffset="81773.95">20226 13724 20 0,'0'0'25'0,"0"0"-1"0,0 0-11 0,0 0-7 0,0 0-3 16,0 0 0-16,0 0-2 16,0 0 0-16,0 0 0 15,0 0 2-15,0 0 8 16,0 0-6-16,1 0-2 0,-1-2-1 15,1 2 1-15,1-3 0 16,0 2 0-16,2-2 0 16,-1 1-3-16,0 1 1 15,1-2 0-15,0 1 1 16,-1 0 0-16,2-1 0 16,0 1 3-16,-1-2 0 15,0 0-1-15,4 1 1 0,-4-1-4 16,1 3 0-16,1-1 0 15,-3 0-1-15,1 1 0 16,3-1 2-16,-4 0-2 0,2 2 0 16,1-3 0-16,-2 2 0 15,2-2 0-15,-1 0 0 16,4 2 0-16,-5-3 0 16,2 1 0-16,2-1 0 15,3 1 0-15,-5 0 0 0,3-3 0 16,-2 3 0-16,3-1 0 15,-2 0 0-15,0 1 0 16,1-1 1-16,-2-1-1 16,0 1 0-16,0-1 1 15,0 0-2-15,1 1 1 16,-2-2 1-16,1 2 0 0,0-2 1 16,1 2-2-16,-2 1 0 15,1-1 0-15,0 1 1 16,2-1 0-16,-2 1 0 15,1-3 0-15,0 2 0 0,1-2 0 16,1 2-1-16,-2-2 1 16,0 1-1-16,3-1 0 15,-3 2 1-15,1-2-1 16,3-1 1-16,-5 1 0 16,2-1 2-16,2 2-1 15,-2-2 2-15,0 1-1 0,2 0 0 16,-4-1 0-16,2 3-2 15,1-2 0-15,-2 1 1 16,0 0 0-16,-3 1 2 16,3-2 0-16,-2 3 0 15,2-1-1-15,-4 0 1 0,3 1-2 16,-2-2-2 0,1 0 1-16,2-1 1 0,2-1-1 15,-3 0 4-15,3 0 3 16,2 1-2-16,-1-1-5 15,0 2-1-15,1 0 1 0,0-3-1 16,-1 2 0-16,1-1 0 16,-2 1 0-16,-1-1 0 15,-1-1 1-15,1-1-1 16,0 2 0-16,0 0 0 16,-1 1 0-16,1-1 0 0,1 3 0 15,-5 0 0-15,3-1 0 16,-2 1 1-16,0 0-1 15,-1 0 0-15,1-1 0 16,0 0 0-16,-2-1 0 16,4-1 0-16,-2 1 0 0,1 1 0 15,0-1 0-15,2-1 0 16,-4 1 1-16,0 1-2 16,1 0 2-16,-1-1-2 15,3 1 2-15,-3-1-1 0,3 0 0 16,-3-1 0-16,3 0 0 15,-2 0 0-15,0 2 0 16,2-1 0-16,0-1 0 16,0 1 0-16,0 0 0 15,2-1 0-15,-3 1 0 16,2 2 0-16,-3-3 0 0,1 3 1 16,-1-2-2-16,2 2 2 15,-2-2-1-15,2-1 0 16,0 1 0-16,0-1 0 15,2 0 0-15,-3 0 0 16,1-1 0-16,0 1 0 16,1-2 0-16,-1 2 0 0,-2 0 0 15,4 0 0-15,-5 1 0 16,3-1 0-16,-2 1 0 16,4-2 0-16,-3 1 0 15,2 0 1-15,-1-2-2 16,1 2 2-16,-1-1-1 15,0 0 0-15,0 1 0 0,2 0 4 16,-3 0 1-16,0 0-4 16,2 1 0-16,0-1 0 15,-1 0-1-15,-1 0 0 16,2-1 0-16,-2 0 1 0,2 1-1 16,-1 0 0-16,-1-1 0 15,2-1 0-15,-4 2 0 16,3 1 1-16,-4-1 0 15,3 0 1-15,-1 0 0 16,0 0-1-16,1 0 0 0,1-1 1 16,1 0-1-16,1 0-1 15,1-1 0-15,-2-1 0 16,2-1 0-16,0-1 1 16,0 1-1-16,-4 0 3 15,2 2-1-15,2-1 2 0,-6 3-2 16,3 0-1-16,-4 0-1 15,2 1 1-15,0 1-1 16,-2 1 1-16,0 0-1 16,1 0 0-16,0-1 0 15,0 0 1-15,2 2-1 0,-1-3 0 16,1 1 0-16,0-1-1 16,1 1 2-16,1-1-1 15,-3 0 0-15,1 1 0 16,1-1 0-16,0 2 0 15,-1-1 0-15,1 1 0 16,1-3 0-16,0 2 0 0,1-1 0 16,1 0 0-16,-2 0 0 15,1-1 0-15,0 0 0 16,-1 1 2-16,2-1-2 16,-1-1 0-16,2 0 0 15,-3 0-2-15,2 1 4 0,0 0-2 16,-1-3 0-16,3 3 0 15,-3-1-2-15,1 0 4 16,1 0-2-16,-1 1 0 16,0-2 0-16,-1 1 0 15,0-1 0-15,0 2 0 0,1-1 0 16,-2 0 0-16,2 0 0 16,-1-1 0-16,2 2 0 15,0-1 0-15,-4-1 0 16,2 1 0-16,0 1 0 0,-2 0 0 15,0-1 0-15,1 1 0 16,1 1 0-16,-1-2 1 16,1 1-1-16,0-1 0 15,0 0 0-15,2 0 0 16,1 0 0-16,-2 0 0 0,0 0 0 16,1 1 0-16,-1-2 0 15,2 2 0-15,-2-2 0 16,2 1 0-16,1-1 0 15,-3 1 0-15,3 0 1 16,-4 0-1-16,1 0 0 0,1-2 2 16,-2 1-2-16,2-1-2 15,-2-1 4-15,1 1-2 16,2-1 1-16,1-1 0 16,-1 1 0-16,1 1 0 15,-1-1-1-15,1-1 0 16,-2 1 0-16,0 0 1 15,1 2-1-15,0-2 1 16,1 1 0-16,1-2 2 0,0 1-1 16,0 2 0-16,2-4-1 15,-2 2-1-15,4 0 1 16,-4-2-1-16,0 1 1 0,0 0 0 16,1-1 0-16,-1 2 1 15,0-3 0-15,-1 2-1 16,0 0 4-16,-2 0-4 15,1-2 0-15,0 1 1 16,1 0 1-16,1-1 1 0,-2-3 0 16,3 0 0-16,1 2-1 15,-1 0 1-15,-2 1 0 16,1 0-1-16,-2 0 0 16,1 3 1-16,-3 0 3 15,-1 0-4-15,2 4 0 16,-4-1-2-16,0 2 0 0,-1 2 0 15,-2 1 0-15,-1 0-2 16,0 1 2-16,-3 1-1 16,1 0 0-16,0-1 0 15,0 2 0-15,-2 0-2 0,2 0 0 16,0 0 0-16,-2 0-2 16,2 0-2-16,-1 0-1 15,0 0 2-15,1 0 1 16,0-1 3-16,0-1 1 15,0 0-1-15,0-1 0 0,0 1 1 16,-1-1-1-16,0 1 1 16,0 0 1-16,-1-1-1 15,0 2 0-15,1 1 0 16,-1-3 1-16,0 3 0 16,0 0-1-16,0-3 1 0,0 2 1 15,0-1 4-15,0 1-2 16,1 0 0-16,-1-1 0 15,0 2-2-15,0-1-2 16,0 1 0-16,0 0-1 16,2 0 0-16,4 0-6 15,-1 0-7-15,0 0-27 0,-1 0-35 16</inkml:trace>
  <inkml:trace contextRef="#ctx0" brushRef="#br0" timeOffset="82932.48">23497 11133 39 0,'0'0'19'0,"0"-3"6"0,-2-1-9 0,2 1-5 0,0 0 1 15,-2-1 3-15,2 0 0 16,-1-1 8-16,-1 1 0 16,1 1 0-16,-1 1-9 15,1 0-1-15,-1 2-4 16,0-3-2-16,1 3-3 15,0 0-3-15,1 0-1 0,0 0-5 16,0 0 7-16,0 6-2 16,0 3-2-16,0 0 3 15,0 3-1-15,0 0 1 16,0 0 0-16,0 1-1 0,4 0 0 16,-1 0 0-16,2 0 1 15,2-1-1-15,-3-1 0 16,4-2 0-16,-1-2-1 15,1-3 0-15,-1-1-1 16,2-2 0-16,2-1 1 0,-3 0 1 16,3 0-2-16,-1-1 4 15,-1-4-2-15,0-2 1 16,0-1-1-16,-2-1 2 16,0-2-2-16,0 1 0 15,1 2 0-15,-3-1 0 16,1 1 0-16,-3 1 0 0,0 2 1 15,-2-1-1-15,-1 2 0 16,0 3 1-16,0-1-1 16,0 0-1-16,0 2 2 15,0 0-2-15,0 0-2 16,0 0-6-16,2 1 8 0,0 3 2 16,4 2-2-16,-1 1 2 15,2-1-1-15,0-1 0 16,1 0-1-16,1-1 2 15,0 0-1-15,0-3-1 16,3 0 1-16,-5-1-1 0,2 0 1 16,2 0 1-16,-4-2-1 15,1-5 4-15,-4-1-1 16,1-1 3-16,1-1-2 16,-5 0 2-16,0 0-1 15,-1-1 3-15,0-1-2 16,0 1-1-16,-1-2 1 0,-4 2-1 15,-1 0 2-15,1 1 0 16,-1 0-4-16,2 1 0 16,-1 4-2-16,-1 0-2 15,4 2 1-15,-1 2-4 0,0 1 4 16,0 0-13-16,2 4-12 16,1 3-5-16,-2 0-26 15,0-2-40-15</inkml:trace>
  <inkml:trace contextRef="#ctx0" brushRef="#br0" timeOffset="83496.27">23876 11018 76 0,'0'0'2'0,"0"0"1"0,0 0-2 0,0 0 0 0,0 0-1 15,-32 44 0-15,29-33 5 16,-1-4 2-16,4 1-2 16,0-3-2-16,0 1 1 15,0 0 2-15,6-1-2 16,-1-1 0-16,4-2-1 16,-3-1 1-16,1 1 3 0,-1-2-1 15,2 0 1-15,-3 0 3 16,3 0 8-16,-3-5-2 15,4-2-3-15,-2-1-1 16,1 1 0-16,-3-3-3 16,1 1-2-16,-4-2 0 0,-1 2-2 15,-1 0 2-15,0 0-2 16,0-1 0-16,-1 0-2 16,-5 3-1-16,0 0 0 15,-1 2-2-15,0 1-1 16,-3 4 3-16,4 0-6 0,-4 4 0 15,0 5-11-15,-1 1 0 16,4 4-11-16,0-4-25 16,1-3-17-16</inkml:trace>
  <inkml:trace contextRef="#ctx0" brushRef="#br0" timeOffset="84428.52">23998 10938 51 0,'0'0'3'0,"0"0"1"0,0 0-1 0,0 0 7 0,0 0 13 16,0 0 3-16,0 0-7 15,0 0-6-15,0 0-5 16,0 0-7-16,2-3-2 15,-2 3 7-15,0 3-5 0,0 3 2 16,0 1-2-16,0 0 0 16,0 0 0-16,0 2 1 15,2-2-1-15,3 0 0 16,-3-1 1-16,-1 0 3 16,2-1 0-16,0-2 4 15,-1 3-5-15,2-2 2 0,-1-1-2 16,1-1-2-16,1 0 1 15,-2-1-1-15,0 1 0 16,2-2-1-16,-1 0 11 16,0 0 3-16,2 0-5 0,1-4-1 15,1-2-2-15,-3 0-4 16,5-1-2-16,-5-1 0 16,1 0 0-16,-1 0 0 15,-2 1-1-15,-1 0 1 16,-1 1-1-16,0-1 1 15,-1 4-1-15,0 0 1 16,0 2-1-16,0 0 0 0,0-1 0 16,0 2 0-16,0 0-3 15,0 0-8-15,0 0 5 16,0 0 8-16,0 5-2 16,0 0 1-16,2-1-1 0,0 3 1 15,0-1 0-15,1-2 0 16,3 2-1-16,-1-2 0 15,1-1-1-15,1 0 1 16,0-3-1-16,2 0 0 16,-1 0 2-16,1 0 0 0,1-6 1 15,-4-3 1-15,1 1-1 16,-2-2 1-16,0 1 0 16,-2 0 2-16,-2-2 2 15,0 1-1-15,-1 1-1 16,0-1 1-16,0 2 0 15,-2-1-3-15,-3 2-2 0,-2 0 0 16,0 0 0-16,1 2-1 16,-3 1 2-16,3 0-1 15,-3 1-2-15,3 3-1 16,-4 0-3-16,2 0-19 0,1 7-7 16,-2-2-25-16,2-1-52 15</inkml:trace>
  <inkml:trace contextRef="#ctx0" brushRef="#br0" timeOffset="84933.61">24302 10623 83 0,'0'2'7'0,"0"1"-7"0,0-1 1 0,0 4 0 15,0-1 1-15,0 1-2 16,0 0 0-16,0-1 0 16,0 0 0-16,0-2-7 15,2-2-47-15</inkml:trace>
  <inkml:trace contextRef="#ctx0" brushRef="#br0" timeOffset="85125.96">24302 10623 187 0,'51'-13'11'0,"-51"13"10"15,1 0-19-15,1 0-2 16,0 6 0-16,-1 1-5 16,0 0-28-16,-1 0-43 0</inkml:trace>
  <inkml:trace contextRef="#ctx0" brushRef="#br0" timeOffset="85651.13">23213 10846 157 0,'0'0'16'0,"0"0"13"0,0 0-16 0,0 0-12 16,0 0-2-16,0 0-1 0,0 0-2 16,0 0-5-16,0 0-23 15,0 0-7-15,12 23-4 16,-10-23-27-16</inkml:trace>
  <inkml:trace contextRef="#ctx0" brushRef="#br0" timeOffset="85767.12">23213 10846 39 0,'26'11'12'0,"-26"-15"24"15,0 1 1-15,0 3-16 16,3-1-8-16,0 1-12 16,1 0-1-16,1 0-2 15,1 3-35-15,1 0-83 0</inkml:trace>
  <inkml:trace contextRef="#ctx0" brushRef="#br0" timeOffset="87774.51">23967 10705 86 0,'0'0'3'0,"0"0"24"0,0 0 1 16,0 0-5-16,0 0-3 0,0 0-11 16,0 0-5-16,0 0-3 15,0 0 0-15,0 0 1 16,-27-34 2-16,24 32-3 16,-1 0 1-16,1 2-1 15,-1-3 0-15,0 2 1 16,-2-1 0-16,3-2 2 0,-5 3-1 15,1-1-3-15,-1 1 1 16,-2-1 0-16,-2 2-3 16,-1 0 2-16,-7 0-1 15,1 0 0-15,-2 2 1 16,1 2 0-16,-3 0 0 0,3 1 1 16,-4 0-1-16,1 0 0 15,3 0 1-15,-4 1-1 16,5 1 0-16,-3-1 0 15,4-1 0-15,-3 3 1 16,3-3-1-16,2 3 0 0,0-1 0 16,0 2 1-16,1 0-1 15,1-2 0-15,2 6 0 16,-1-4 0-16,2 3 0 16,0-1 0-16,-2 1 0 15,4-2 0-15,0 1 0 0,-1 2 1 16,2 0-1-16,1-1 1 15,1 4-1-15,0-2 0 16,2 2 0-16,-2 1 0 16,2 0 0-16,1 0 0 15,-3 1 1-15,1-2-1 0,2 1 0 16,1 0 0-16,-4-2 0 16,4 0 0-16,0-1 2 15,1 0-2-15,-1-1 0 16,2 0 0-16,0 0 0 15,0 0 0-15,0-2 0 16,0 0 1-16,0 1 1 0,0-1-2 16,3 0 1-16,1 1-1 15,0-1 0-15,1 3 1 16,1-1-1-16,-1 0 0 16,0-2 0-16,1 3 1 0,0-2-1 15,-1-1 0-15,3-1 0 16,0 0 0-16,-1 0 1 15,1-3-2-15,1 2 3 16,0-2-2-16,2 0 1 16,-1-1-2-16,1-1 2 15,0 1 0-15,4 0-2 0,-2-1 1 16,2 2 0-16,0-2 2 16,1-1-2-16,-1 0-2 15,3-2 3-15,-2 0-1 16,2 0 1-16,-1-2-1 15,1 0 6-15,-1 0-3 0,0 0-1 16,3 0-1-16,-2 0 0 16,3 0-1-16,1 0 1 15,2 0-1-15,-3 0 1 16,3 0-1-16,0-2 0 16,-4 0 0-16,1 0 1 0,-1 1-1 15,2-2 0-15,-3 0 0 16,3-2-2-16,1 0 4 15,-2 1-2-15,4-2 0 16,-2 0 0-16,-1-1 0 16,1 2-1-16,-3-3-3 15,1 1 8-15,-1-2-2 16,0 1-2-16,-2 0 2 0,-2-1-2 16,0-1 1-16,-3 1-1 15,-1-3 2-15,1 2-2 16,-2-1 0-16,2-2 0 15,-4 0 1-15,0 2 3 0,-1-1 3 16,2 1-2-16,-4-2-1 16,1 2-1-16,-1-2-1 15,0 3 0-15,0-4 0 16,-3 1 1-16,1-1-2 16,-1 1 0-16,2-2 1 0,-2-1-1 15,-1-1-1-15,5 1 1 16,-5-1 0-16,1-1 1 15,-1 1-1-15,-1 1 1 16,0-1-1-16,-1 0 0 16,0 3 1-16,0-2 1 0,0 2-2 15,-3 1 1-15,-1-1 1 16,-2 1 1-16,-1 1 0 16,1 0-2-16,-1-2-2 15,0 4-1-15,-2-1 3 16,1 2-4-16,2-1 2 0,-6 0-1 15,2 2 1-15,-1 0 2 16,2 2 1-16,-3 0-3 16,1 1 1-16,0 1-1 15,1-1 1-15,2 3 0 16,0-2 0-16,1 3-2 16,-1-1 1-16,2 2 1 0,0-2-1 15,0 1 0-15,-1 1 0 16,1-1 0-16,0-1 0 15,-1 1 1-15,0-2-1 16,1 2 0-16,-1-3 0 16,1 2 1-16,1-2-1 0,-3 1 0 15,2-1 1-15,-2 1-1 16,3 0 0-16,-4-1 0 16,2 1 0-16,-4 0 0 15,2 0 0-15,-3 0 0 16,0 1-1-16,1 0 1 0,-3 1-2 15,1 1 2-15,-5-2 0 16,4 2 0-16,-2 0-1 16,0 0 1-16,0 5-3 15,-7 3-30-15,-1 1-43 0,-9-4-86 16</inkml:trace>
  <inkml:trace contextRef="#ctx0" brushRef="#br0" timeOffset="99131.24">21378 11782 2 0,'-4'-3'31'0,"2"-1"-11"0,0 1 1 0,0-1-6 0,-1 1 3 16,1-1-11-16,0 2-2 16,1-2-4-16,1 2-1 15,-1 0 0-15,1-1 0 16,0 2 0-16,0-2 0 0,-1 3 0 15,0-2 0-15,1 1 0 16,-2-2 0-16,0 0 1 16,2 2 0-16,-2-1 2 15,0-1 7-15,0 0 0 16,0 2-1-16,2 0-5 16,-1 1-3-16,1-1 0 0,-1 1 0 15,1 0-2-15,0 0 1 16,0 0-2-16,0 0 1 15,0 1 1-15,0 3 0 16,0 0 0-16,0 3 0 0,2 0 1 16,4 0 0-16,0 1-1 15,-1 0 0-15,1 1 0 16,0-1 0-16,1-1 0 16,0-1 0-16,0 2 0 15,0-1 0-15,1-1 1 16,-1 0 0-16,1 4 1 0,1 0 0 15,0 0-1-15,2 3 3 16,0 4-2-16,2 0 1 16,2 4-1-16,1 3-1 15,0 3 0-15,3 4 0 16,2 2 1-16,1 1-2 0,0 0 1 16,2 2 0-16,-1-1 0 15,3 2 0-15,-3 0-1 16,3 1 0-16,1-1 0 15,-1 0 0-15,4-3 1 16,1 0 1-16,2-2 0 0,1-4 2 16,1-1-1-16,0-3-2 15,-1-1 2-15,-1-2 1 16,2 1 0-16,-2-1-1 16,1 0 0-16,-1 1-1 15,2-1 2-15,-3 3-3 16,1 0 0-16,1 1 0 0,-4 0 0 15,1-1 0-15,1 0 0 16,-2 0 0-16,1-4 2 16,1 3 5-16,1-2 0 15,1-1-3-15,0 1-1 16,-4 1 3-16,1-1-2 0,-2 0 0 16,-1 0-1-16,-1 0 1 15,-3-3 0-15,0-1-2 16,-2-2-2-16,-2-2-1 15,-3-1 1-15,0-4-1 16,-3-1-1-16,-1-4-5 0,-2-3-22 16,-7-7-47-16,-4-13-108 15</inkml:trace>
  <inkml:trace contextRef="#ctx0" brushRef="#br0" timeOffset="100263.91">22445 11310 31 0,'-5'4'9'0,"-2"-2"9"0,0 1 3 16,1-2-8-16,1 2-6 15,1 0-4-15,-1 0 4 16,2-1 0-16,-1 0-1 0,-2 2-3 16,2 1-1-16,-1 0-1 15,-2 2-1-15,1 3 0 16,-5 0 1-16,2 3-1 15,-2 4 1-15,-1 5 2 16,-1 5 1-16,-5 8-1 0,0 9-1 16,-2 10 0-16,-5 11-1 15,-3 6 0-15,-2 12 0 16,-3 8-1-16,-1 5 2 16,-3 5-1-16,-1 7 1 15,-2 1-1-15,3-3 1 0,-1-3 5 16,2-2 5-16,2-6 3 15,4-7-3-15,0-4-4 16,2-4 1-16,3-2 4 16,-2-5-4-16,4-6-2 15,0 0-2-15,2-3 0 0,-3-3-1 16,5-1-1-16,-2-4-3 16,2-1 0-16,4-3 1 15,-2-7-1-15,7-6 0 16,-2-4 0-16,3-8 0 15,3-7 0-15,1-4 0 0,2-5 0 16,2-6-1-16,1-3-10 16,0-2-43-16,0-8-16 15,0-14-7-15</inkml:trace>
  <inkml:trace contextRef="#ctx0" brushRef="#br0" timeOffset="101152.47">21360 11762 62 0,'0'0'2'0,"0"0"1"0,0 0 1 0,0 0-4 15,0 0 0-15,0 0 0 16,0 0 1-16,0 0-1 16,0 0 1-16,0 0 0 15,14 37 0-15,-5-22 0 16,3-3 1-16,1 5 2 0,3-1-1 16,2 1-1-16,3 1 0 15,0-1 0-15,1 4-1 16,4-2 2-16,-1 1 2 15,1 0-1-15,2 3 1 16,1 1-2-16,0 0-1 16,0 1-1-16,3 0 0 0,3 0 2 15,-1 2-2-15,6-1 3 16,1 2 1-16,1 3 2 16,-2 2-1-16,1 1 0 15,-2 3-3-15,-1 1-1 16,-2-1 3-16,0 0-1 0,2-1 7 15,-2-2 5-15,1-3-5 16,1-1 0-16,-2 0-6 16,0-2-2-16,-1 0 0 15,-1-3-1-15,-1 0-1 0,1-3 1 16,-1-1 2-16,1 0 1 16,0-3 3-16,-2-2-1 15,1 4-2-15,-2-6-2 16,-1 2 2-16,-3 1-5 15,-1-3 1-15,-3 0-1 0,-1 1 1 16,-3-4-1-16,-2-1 0 16,-4-3-2-16,-1-3-8 15,-3-4-18-15,-5 0-30 16,-4-10-13-16</inkml:trace>
  <inkml:trace contextRef="#ctx0" brushRef="#br0" timeOffset="102177.79">22238 11215 7 0,'0'0'16'0,"0"0"-1"0,1 50-1 16,-1-26-5-16,0 2-1 0,0 2-4 16,0 5 0-16,-5 2 1 15,-2 1-3-15,-1 4-1 16,-3 5 1-16,0 3 0 16,-2 5 0-16,0 2 1 15,-1 5 2-15,-2 4 3 16,1 3 1-16,-1 2 3 0,0 0-1 15,-1 4-4-15,0 1-2 16,1 1 2-16,-1 2 7 16,1 3-2-16,-2 2 0 15,0 5 1-15,-2 2-4 16,0 5-3-16,3 1 1 0,-2 3-4 16,2 0-2-16,2-9 1 15,3-6-1-15,0-11-2 16,3-8 1-16,1-10 0 15,1-8 2-15,-2-4-1 16,1-1 2-16,0-2 7 0,-3 0-5 16,2 0 1-16,0-1-5 15,1-1 1-15,0 0-1 16,2 1-1-16,1-5 0 16,1-2 1-16,0-2-1 15,1-5 0-15,1-6 1 0,-1-2-1 16,-1-3 1-16,0-5 3 15,2-1 1-15,1 0-4 16,-1-2 1-16,-2-2-2 16,2 1 0-16,2-3 0 15,-2 1-1-15,1 0-1 0,0-1-7 16,1 0-5-16,0 0-7 16,0-1-33-16,0 0-27 15</inkml:trace>
  <inkml:trace contextRef="#ctx0" brushRef="#br0" timeOffset="103929.41">21485 11944 102 0,'-3'-3'8'0,"-1"-1"2"0,2 2-4 0,0-1 0 0,2 3-4 16,-2-2-2-16,2 2 0 16,0 0-6-16,0 0 2 15,0 2 4-15,0 3 0 16,6 2 1-16,0 4-1 0,4 1 1 16,2 3 0-16,2 2-1 15,2 3 0-15,5 5 1 16,-2 0-1-16,2 3 0 15,1 3 0-15,3 1 0 16,0 1 0-16,2 2 0 16,2 2 1-16,1 0-1 0,3 1 1 15,5 2 1-15,2-3 0 16,5 1 0-16,1-4 0 16,1-2 1-16,2-1 1 15,0-3 1-15,0 4 3 16,-1 2-1-16,1 2 1 0,-4 3-1 15,-3 2-1-15,-1 2-2 16,-3-1-2-16,-3-1 1 16,-2-1-2-16,-2-6-1 15,-2-3 2-15,-1-6-2 16,-3-5 0-16,-4-8 0 0,-5-3-3 16,-3-9-13-16,-7-2-50 15</inkml:trace>
  <inkml:trace contextRef="#ctx0" brushRef="#br0" timeOffset="104868.33">22136 11475 2 0,'-7'40'17'0,"0"6"-3"0,-3 7-2 0,1 7-5 0,0 5 2 16,-5 7-4-16,-1 4-4 16,-2 5 2-16,1 6-2 15,-3 6-1-15,-4 8 1 16,-1 0-1-16,2 4 0 15,-4 2 1-15,1-1 1 0,0-2 10 16,5-5 3-16,-3 1-1 16,5-9 0-16,3-3-6 15,3-9-1-15,0-5-5 16,4-6 0-16,1-7-1 16,3-5-1-16,-3-8 0 0,3-7 1 15,-3-4-1-15,2-8 1 16,-3-7 0-16,2-2-1 15,3-3 1-15,-3-4-2 16,1-2-3-16,1-4-30 0,-2-5-21 16</inkml:trace>
  <inkml:trace contextRef="#ctx0" brushRef="#br0" timeOffset="107402.54">23676 11632 54 0,'2'-6'2'0,"1"1"-1"0,0-1 0 0,1 0 0 15,-1 0 0-15,-1 0 3 16,1 0 6-16,0 1 5 16,-1-1 3-16,2 1-4 0,-2 0-8 15,-1 2-3-15,1 1-1 16,1-1-2-16,-1 3 1 16,1 0-1-16,-2 0 0 15,2 0 1-15,-1 6-1 16,0 4 1-16,-1 2 3 0,0 4 4 15,1 1 2-15,0 3-2 16,0 1-3-16,1 2-2 16,0-1-1-16,2 1 0 15,0-3 0-15,0 2 1 16,1-2 0-16,-1 0-3 16,-1-1 2-16,1-2 1 0,-2 2 3 15,-1-2-1-15,0-3 5 16,-1 0-5-16,1-3-2 15,1 0 0-15,-3-3-3 16,1-1 1-16,-1 0-1 0,0-3 1 16,0 1-2-16,0-1 0 15,-8-2-8-15,2-1-49 16,-3-1-23-16</inkml:trace>
  <inkml:trace contextRef="#ctx0" brushRef="#br0" timeOffset="107695.74">23656 11919 117 0,'0'0'12'0,"0"0"-6"0,0 0-4 15,0 0 2-15,0 0 3 16,0 0 4-16,0 0 0 0,47 5-5 16,-38-1-3-16,2 0-2 15,1 1 1-15,0-1-2 16,2 2 0-16,-4-2 0 16,2-1 0-16,1-2 0 15,-1-1-12-15,0 0-35 0,-2 0-36 16</inkml:trace>
  <inkml:trace contextRef="#ctx0" brushRef="#br0" timeOffset="107872.51">23876 11832 159 0,'0'0'-5'0,"0"0"24"15,0 0-7-15,0 0-11 16,0 0-1-16,0 0 0 15,-21 42 0-15,16-22 0 0,1 2-7 16,1 3-24-16,-5-1-8 16,-3 5-61-16</inkml:trace>
  <inkml:trace contextRef="#ctx0" brushRef="#br0" timeOffset="108285.93">23396 12344 108 0,'0'0'-5'0,"0"0"9"15,0 0-3-15,0 0 7 16,0 40 1-16,0-20 1 15,2 1-4-15,4 1-2 16,1 0-3-16,1 0 0 16,-1-3-1-16,1-1 0 15,-3-3-1-15,1-5-4 0,0-1-12 16,-3-6-5-16,0-3-19 16</inkml:trace>
  <inkml:trace contextRef="#ctx0" brushRef="#br0" timeOffset="108819.2">23398 12330 119 0,'0'0'2'16,"0"0"7"-16,0 0 1 15,0 0 3-15,41-41 4 16,-27 35-4-16,-1 2-4 15,-1 4-3-15,0 0-3 0,0 0-1 16,-1 4 1-16,-4 6-1 16,-1 6 0-16,-3 2-2 15,-3 2 1-15,0 2-2 16,0 0 2-16,-6-2-1 16,-3 1 1-16,-1-6-2 15,-1 0 0-15,2-5 3 16,-1 0-2-16,6-7 1 0,-2 1 0 15,4-1-1-15,2-3 0 16,0 0-10-16,0 0-5 16,8 0 15-16,-2 0 1 15,4-3 0-15,-3-1 0 0,2 4 5 16,2 0-2-16,-3 0-1 16,1 0 0-16,1 2-2 15,-1 5 1-15,-1 2-1 16,-2 0-1-16,-1 1 0 15,-4 0 0-15,-1-1-1 0,0 0 0 16,-1 0 2-16,-10-2 1 16,-1 2-2-16,-2-1 3 15,-2-1-2-15,0 0-1 16,-3 1 1-16,3-2-1 16,1-1-1-16,0-1-3 15,3-3-21-15,2-1-31 0,2 0-13 16</inkml:trace>
  <inkml:trace contextRef="#ctx0" brushRef="#br0" timeOffset="109288.62">23681 12391 129 0,'0'0'3'0,"0"0"0"0,0 0 8 15,0 0 6-15,0 0-2 16,0 0-6-16,0 0-3 16,0 0 6-16,0 0-4 0,0 0-5 15,32-30 0-15,-31 21-1 16,-1 1-1-16,0 0-1 15,0 1 1-15,0 0-1 16,-4 3-1-16,-1 1-2 0,-1 3 5 16,-2 0-6-16,-2 0 8 15,1 7-4-15,-1 4 0 16,-1 3 1-16,2 3-1 16,-1 2 1-16,2-1 0 15,4 2-1-15,0-2 0 0,2 0 1 16,2-4 1-16,0-3 0 15,0-1 4-15,6-1-1 16,2-4 2-16,2-2-1 16,3 0 0-16,2-3-1 15,2 0-5-15,6 0 4 16,-1-6-3-16,2-4-13 0,-2-6-104 16</inkml:trace>
  <inkml:trace contextRef="#ctx0" brushRef="#br0" timeOffset="112222.13">23518 12972 41 0,'0'0'44'0,"0"0"-25"0,0 0 3 0,0 0-9 0,0 0-5 16,0 0-3-16,1-38 0 16,-1 32-1-16,0 0 8 15,0 2 2-15,0 1 1 16,-1 2-4-16,-4 1-6 15,-2 0-2-15,1 0 0 0,-2 0-3 16,2 7 3-16,-4 2-2 16,4 2 0-16,-2 3 1 15,3 3-2-15,-1 3 0 16,2 0 1-16,1 1 1 16,3-1 0-16,0-2-1 0,0 1 1 15,2-2 2-15,5 0-2 16,2-4 1-16,2 0 0 15,3-5-1-15,1 2-1 16,1-6-1-16,3-2 1 16,4-2-1-16,1 0-1 15,1-6-12-15,-2-4-18 16,1-3-30-16,0-3 11 0,-5-2 17 16,-2 1 25-16,-1-2 9 15,-7 0 1-15,0 2 12 16,-4-3 8-16,1 6-3 0,-6-2 2 15,0 3 1-15,0 1 4 16,0 3-2-16,-2 0-2 16,-6 3-6-16,0 3-12 15,-1 1-2-15,-2 2 0 16,-1 0-1-16,0 2-1 16,0 6 0-16,3 4 0 0,-1 2 1 15,0 2-1-15,4 1 1 16,3 1-1-16,-3-1 0 15,5 0 0-15,0-3 1 16,1-1-1-16,0-2 2 16,2-2 1-16,6-3-3 15,-1-1 1-15,5-5 0 0,-3 0-2 16,1 0 1-16,2-2 0 16,-2-6 0-16,-1-3 1 15,0-2 0-15,-2-1-1 16,-2 1 1-16,-3-1-1 15,0 2 1-15,-2 0 0 0,0 3-1 16,0 3 2-16,0 2 3 16,0 1-1-16,0 3-1 15,0 0-4-15,0 2 2 16,0 5-2-16,0 0 1 16,5 3 0-16,0 0 1 15,2-1-1-15,2-1 0 0,0-4-2 16,5 2-12-16,-1-4-11 15,2-2-8-15,1 0-64 16</inkml:trace>
  <inkml:trace contextRef="#ctx0" brushRef="#br0" timeOffset="112655.43">23916 12930 92 0,'0'0'37'0,"0"0"-20"0,0 0 13 0,0 0-8 0,0 0-12 16,0 0-3-16,0 0-7 16,0 0 1-16,0 0-1 15,0 0 0-15,0 0 1 0,0 0 0 16,-22 46 0-16,22-33 1 16,0-2-1-16,4-2 0 15,0 0 0-15,1-4 1 16,1 1-1-16,-1-3 0 15,1-3 0-15,-2 0-1 16,0 0 0-16,1-3 2 0,-2-7-1 16,0 0 3-16,-1-3-2 15,0 1-2-15,-2-3 1 16,0 3 0-16,0 0 0 16,0 4 0-16,0 3 6 15,0 0-1-15,0 3 3 0,0 2-8 16,1 0-4-16,2 3-1 15,-1 4 7-15,3 3-2 16,-1 0 1-16,2 0-2 16,0 1 0-16,1-2 0 15,1-1-11-15,-1-3-19 0,1-3-39 16,-2-2-7-16</inkml:trace>
  <inkml:trace contextRef="#ctx0" brushRef="#br0" timeOffset="112961.63">24066 12680 107 0,'0'0'15'15,"0"0"22"-15,0 0-14 0,0 0-20 0,0 0-3 16,0 0 0-16,0 0 1 16,4 49 0-16,2-25 0 0,-2 0 1 15,1 1 0-15,1-1-1 16,-3 0 1-16,0-5-1 16,0-1-1-16,0-1 2 15,-1-4-2-15,-2 0 0 16,0-3 0-16,0-2-10 15,0-5-63-15</inkml:trace>
  <inkml:trace contextRef="#ctx0" brushRef="#br0" timeOffset="113259.96">24040 12887 176 0,'0'0'2'16,"0"0"0"-16,0 0-3 15,0 0 2-15,0 0 2 16,0 0-3-16,43-30 0 0,-27 24 0 16,-1-1 1-16,3 2-3 15,-3-4-2-15,1 4 11 16,-1 2-3-16,0 1-2 16,-4 2-1-16,-1 0-1 15,-1 7-1-15,-3 3 2 16,-1 0 7-16,-1 2-8 15,-1 0 2-15,0-3-2 0,-1 2 1 16,0-2-1-16,1-4 0 16,1-2-45-16,-1-3-42 15</inkml:trace>
  <inkml:trace contextRef="#ctx0" brushRef="#br0" timeOffset="113423.87">24289 12690 214 0,'0'0'-6'16,"0"0"22"-16,0 0-12 15,0 0-4-15,0 0-5 16,0 0-35-16,0 0 2 16,-26 36-1-16,26-20-15 15</inkml:trace>
  <inkml:trace contextRef="#ctx0" brushRef="#br0" timeOffset="114835.34">24447 12773 102 0,'0'0'18'0,"0"0"14"15,0 0-1-15,0 0-13 16,0 0-5-16,0 0-5 15,0 0-5-15,0 0-2 0,-27-27-1 16,17 33 0-16,0 4 1 16,-1 6 3-16,3 2-4 15,1-2 0-15,1 2 1 16,4-1 1-16,2-3-2 16,0-2 1-16,0-3-1 0,0-1 1 15,1-3-1-15,3 0 0 16,3-4-2-16,-2-1-1 15,1 0 3-15,-1 0 0 16,1-4 0-16,1-3 1 16,-2-3 1-16,3-3-1 15,-5 3 0-15,2-4-1 0,-2 0 1 16,2 0-1-16,-4 1 0 16,1 1 0-16,0 1 0 15,0 4 1-15,2 1-1 16,-4 2 0-16,3 1 1 15,-1 2-1-15,0 1 0 0,4 0 0 16,-3 0-1-16,3 0 0 16,1 4-1-16,-1 3 2 15,2 3 1-15,-2 1-1 16,1 1 0-16,-1-2 1 16,1 1 0-16,-2-2-1 0,-1-1 1 15,1 2 0-15,-2-6-2 16,0 1 2-16,-2-2-1 15,0-1 0-15,-1 0 0 16,0-2 0-16,0 0 0 0,0 0 2 16,0 0 0-16,0-5-2 15,0-2 1-15,0-3-1 16,0-2 0-16,0-1-1 16,0 0 0-16,3-1 0 15,-1 1 1-15,1 0 0 16,0 2 0-16,0 2-1 0,1 2 1 15,0 0-2-15,1 3 2 16,0 1 1-16,1 0-1 16,-1 3 0-16,3 0 0 15,0 0 0-15,-2 0-1 16,-1 10-2-16,1 0 3 0,0 2 1 16,0 1-1-16,-4-1 2 15,2 2-1-15,0-4 0 16,1-1 0-16,-1-4-1 15,1 1 1-15,0-2 0 16,0-1 0-16,1-3 1 16,-1 0-4-16,1 0 2 0,2-1 3 15,-1-8 0-15,0-1 1 16,0-3 0-16,1-2 1 16,-3-2-3-16,1-2 0 15,-1-1 0-15,-1 1-1 16,-1-3 0-16,0 3-1 0,1 1 2 15,-3 2-2-15,-1 1 0 16,0 5 0-16,0 3 0 16,0 0 0-16,0 4-3 15,-2 0 0-15,-1 3 2 16,0 0-2-16,-2 0-3 0,2 2 4 16,0 3 2-16,1 4 1 15,0 0-1-15,0 1 1 16,2 1-1-16,0-1 1 15,0 0-1-15,0-2 2 16,4-1-1-16,1 2 1 0,-1-4-2 16,3-2 0-16,0 2 0 15,0-1 1-15,-1 0 1 16,1 0-1-16,4 2 1 16,-4 0-2-16,-1 1 1 0,-1 0-1 15,1-1 1-15,0 2-1 16,-4 0-1-16,-1-2 0 15,0 0 1-15,-1 1 0 16,0-1-1-16,0-2 1 16,-4 1 2-16,-4 1 1 15,1-3-2-15,-1 2 0 16,1-1-1-16,-3-3 0 0,4 2 0 16,1-3 1-16,3 0 0 15,2 0 1-15,0 0-4 16,0 0-24-16,4-3-10 15,5 0 2-15,1 0-9 0,-1 0 5 16,0 2 1-16,0 1 24 16,-4 0 14-16,-3 0 6 15,0 0 19-15,-2 0 17 16,0 0 17-16,0 0-14 16,0 0-21-16,0 0-16 15,0 0-8-15,2 1-1 16,0 5-1-16,0-6-46 0,-2 0-79 15</inkml:trace>
  <inkml:trace contextRef="#ctx0" brushRef="#br0" timeOffset="115703.37">24800 12100 99 0,'0'-10'0'0,"0"0"8"0,0 2-4 0,1 0-1 0,6 0-1 16,3 1-1-16,1 2 3 15,2 1-1-15,1 2 2 16,0 0 4-16,0 2-5 0,0 0-2 15,-2 3-1-15,-1 9 0 16,0 2 0-16,-2 4-1 16,-2 3 0-16,1 3 1 15,-2 1 2-15,-2 0-1 16,2-2 2-16,-3 3-1 16,1-5 2-16,2 0 2 15,-2-4-3-15,2 0 0 0,1-4-1 16,-1 0 0-16,3-5 1 15,0-1-2-15,-2-4-1 16,0 0 1-16,0-3 1 16,-1 0-3-16,-3 0 0 0,-1 0 3 15,-2 0 0-15,0 0 6 16,-2 6-9-16,-7 4-3 16,-1 6 3-16,-1 2-4 15,-2 5 6-15,1 2-1 0,2 3 0 16,2 1 0-16,1-2-1 15,4 1 0-15,2-2 1 16,1-1-1-16,0-2 0 16,4 0 0-16,6-2 1 15,1-2 0-15,-1-2 0 16,3 1-1-16,-2-2 1 0,0-2 0 16,0 1-1-16,-3-1 0 15,0-2 0-15,-2 0 1 16,1-2-1-16,-6-2 0 15,-1 1 0-15,0-1 0 16,0-2-1-16,-4 2 2 0,-5-1 5 16,-4 5 1-1,-2-1-1-15,-1 0-1 0,-4 2-3 16,0 1 2-16,1-1-2 16,0 0-1-16,2 1-1 0,-1-1-1 15,2 2-1-15,0-4-46 16,3-4-35-16</inkml:trace>
  <inkml:trace contextRef="#ctx0" brushRef="#br0" timeOffset="116237.78">23676 13503 134 0,'0'0'8'0,"0"0"2"0,0 0-8 0,0 0-3 16,42-1 8-16,-19-5-2 16,6-1 0-16,4-2-1 15,3 0 0-15,2-1-2 16,5-5 1-16,3 1-1 15,4 0-1-15,3-6 0 0,3 2-1 16,4-1 1-16,-1-3 0 16,2-1 0-16,1-1 9 15,0-2 5-15,0 1-5 16,-2-1-6-16,-3 2-2 0,-3 4 1 16,-3 0-3-16,-9 5 0 15,-3 3 0-15,-4 2 1 16,-3 3-1-16,-6 3-1 15,-5 2-1-15,-6 2-12 16,-5 0-39-16,-6 0-26 16</inkml:trace>
  <inkml:trace contextRef="#ctx0" brushRef="#br0" timeOffset="116713.68">23911 13585 73 0,'0'0'3'0,"69"-26"16"0,-27 7 6 16,6 2-3-16,5-4-6 16,3-1 0-16,2 0-1 15,3-1 2-15,-2 2-1 16,0-2-2-16,-3 6-7 0,-3 0-3 16,-2 3-3-16,-3 1 0 15,-4 6-1-15,-6 0 0 16,-4 3-1-16,-6-1-19 15,-7 1-88-15</inkml:trace>
  <inkml:trace contextRef="#ctx0" brushRef="#br0" timeOffset="122705.35">24738 12053 102 0,'0'-1'5'0,"0"-5"12"0,0 2-3 15,0-2-8-15,5 2-4 16,3-6-1-16,-1 3 1 0,5 0 1 16,1-2 7-16,1 2-4 15,1 0-3-15,0 4-3 16,1-4-1-16,1 5 2 15,-1 1-1-15,-1 1 0 16,1 0 0-16,-2 0 0 0,1 7 0 16,-3 1-1-16,-2 3-2 15,-2 2-2-15,-2 1 4 16,-4 1 3-16,-1 1-2 16,-1 1 0-16,0 0 2 15,0-1-2-15,0 1 1 16,-1 0-1-16,-3 1 4 0,0 2-2 15,0 0 0-15,1 3 1 16,0-3-1-16,3 0 1 16,0-2-1-16,0-1 0 15,6-1 0-15,0-3 1 16,1-5-2-16,1-1 2 0,0-3-3 16,0-2 3-16,-2-2 4 15,1 0 4-15,-4 0-1 16,2-6-1-16,-4 2-3 15,-1 0 0-15,0 1-1 16,0 0 0-16,-1 2-1 0,-6 1-1 16,0 0-3-16,1 0 0 15,0 8-2-15,-2 5 4 16,5 2-2-16,-1 6 0 16,2 1 0-16,2 6 0 15,0 2 0-15,0 1 0 0,0 1 0 16,6 0 0-16,2-3 0 15,2-1-2-15,2-1 1 16,3-1 2-16,-1-1 1 16,-2-2-2-16,0 1 0 15,-2-1 0-15,-1-3 0 16,-3-2 0-16,-2 1 0 0,-2-3 0 16,-2 0 0-16,0-1 0 15,-9 3 0-15,-6-1-5 16,-3-3-35-16,-6-2-56 0</inkml:trace>
  <inkml:trace contextRef="#ctx0" brushRef="#br0" timeOffset="138422.54">14076 14292 56 0,'0'0'18'0,"0"0"3"0,0 0-7 0,0 0-6 15,0 0-1-15,0 0-1 0,0 0 1 16,0 0-2-16,0 0 0 15,0 0-2-15,0 0-3 16,-24 0 1-16,21 0-1 16,1 0 0-16,-2 0 1 15,2 0-1-15,0 0 1 0,1 0 0 16,0-3 0-16,0 0-1 16,1-4 2-16,0 0-1 15,0-1 1-15,0-1-2 16,1-1 5-16,7 1-5 15,-2-1 0-15,4 2 11 0,1-4-8 16,2 4-2-16,3 1 1 16,-3 0-4-16,3 2 2 15,-1 1 2-15,0 3 0 16,-2 1-1-16,0 0-1 16,-2 0 1-16,-4 1-1 15,2 6 0-15,-4 0-1 0,1 2 0 16,-2 2 3-16,0-1-1 15,1 0 1-15,-3 0 1 16,4-3-2-16,0 0 1 16,1-2-1-16,1-3-2 15,4 1 4-15,-3-3-1 16,4 0 2-16,0-6-2 0,-1-5 1 16,3 1-1-16,-2-5-1 15,0-1 0-15,-3 0 0 16,-3-1 0-16,1 3 0 15,-4 0-1-15,-2 0 1 0,-2 2 0 16,0 5 0-16,0 0 2 16,0 3-3-16,-2 1 1 15,-2 2-2-15,4 1 3 16,-2 0-11-16,0 1 4 16,2 5 3-16,0 4 2 0,0 0 1 15,0 1-1-15,0 2 0 16,0 1 1-16,0 2-2 15,4-1 2-15,2 2-1 16,2 0 0-16,-2-1 0 16,3-1 1-16,1 1-1 15,-3 0 0-15,-1-2 0 0,-2 1 0 16,-3-2 0-16,-1 2 0 16,0-1 0-16,-3 0-6 15,-8 0 7-15,-3-1-2 16,-3 1 2-16,-2-1-1 0,-3-2 2 15,-1 1-2-15,-1-2 1 16,0-2-1-16,1-1 3 16,0 0 1-16,4-2 1 15,1-1 0-15,5-1-3 16,2-2-2-16,3 0-1 16,5-1-15-16,3-2-72 0</inkml:trace>
  <inkml:trace contextRef="#ctx0" brushRef="#br0" timeOffset="138857.82">14684 14147 70 0,'0'0'20'0,"-1"0"5"0,1 0-13 16,0 0-1-16,0 0 4 16,0 0 7-16,1 0-10 0,3 0-1 15,3 0 2-15,1 0-5 16,0-2-1-16,1-2 2 16,2 1-2-16,3-1-4 15,-1 0-1-15,3 1-1 0,-1-1 0 16,2 1 0-16,-2 1-1 15,-1 2-10-15,-2-2-45 16,-2 1-64-16</inkml:trace>
  <inkml:trace contextRef="#ctx0" brushRef="#br0" timeOffset="139060.46">14762 14255 154 0,'0'0'19'16,"0"0"6"-16,0 0-13 0,0 0 14 16,0 0-17-16,0 0-3 15,0 0-6-15,45-3 4 16,-24-1-3-16,-1 2-2 16,6-2-18-16,-3-2-38 0,0-1-30 15</inkml:trace>
  <inkml:trace contextRef="#ctx0" brushRef="#br0" timeOffset="139861.2">15192 13995 115 0,'0'0'0'0,"0"0"7"15,0 0-3-15,0 0 0 16,0 0-2-16,0 0-5 15,0 0 6-15,0 0-3 16,0 0 1-16,-13 18 0 16,10-8 2-16,1 0 1 15,0 1 1-15,-2 2-2 0,4-2-1 16,0 0 0-16,0-3-1 16,2 2 0-16,4-4 1 15,1 0-1-15,1-4 2 16,4 1 1-16,-5-3 5 0,2 0 6 15,2 0-6-15,-4-4-5 16,1-3 3-16,-1-1-3 16,0-1 0-16,-2 0 1 15,1-2 2-15,-4 2-2 16,-1 0-1-16,0 1-2 16,0 1 0-16,-1 0 1 15,0 3 1-15,0 1-2 0,0 2-1 16,0 1-1-16,3 0-2 15,2 0 2-15,1 0-1 16,2 3 1-16,0 3-1 16,1 0 1-16,1 1 0 15,1 0 1-15,0-1-2 0,1 0 1 16,1-1 0-16,0-1 0 16,0-3 0-16,1-1 0 15,-3 0 0-15,0 0 0 16,1 0 1-16,-1-6 0 0,-3-1 3 15,-2-2 3-15,2 1 1 16,-6-2 2-16,-2-3 1 16,0 3-4-16,0-1 0 15,0-1-3-15,-4 1-3 16,-2 0 1-16,0 2-1 16,0 1-1-16,0 1-1 0,1 2 0 15,-2 2 1-15,4 3-2 16,-1 0-9-16,-1 0-14 15,2 7-7-15,2 1-17 16,1-1-16-16,0-2-46 16</inkml:trace>
  <inkml:trace contextRef="#ctx0" brushRef="#br0" timeOffset="140517.87">15683 13969 41 0,'0'0'15'0,"0"0"-9"0,0 0 5 0,0 0 3 16,0 0-7-16,0 0-2 16,0 0-4-16,-34 37 3 15,28-30 1-15,2-1 1 0,0 1 1 16,1 0-2-16,1 0 1 15,2 0-2-15,0 1-2 16,0 1-1-16,0-1 0 16,1 0 0-16,4 2 1 15,4-2-1-15,-4 0 0 16,4-3 1-16,-3 2 1 0,2-4 1 16,0 0 12-16,-1-3 3 15,2 0-7-15,2 0-5 16,-2 0-1-16,2-6 0 15,0-1-3-15,1-1 0 0,-3 0 1 16,-1-1-1-16,-1 0-1 16,0 0 3-16,-6 0 1 15,1 0-1-15,-2-1 2 16,0 2 0-16,0-2-2 16,-2 1-2-16,-4-1-3 15,-2 2 5-15,1-1-6 0,0 2 2 16,-4 3 2-16,4 1-6 15,-4 3 4-15,0 0-2 16,0 4 0-16,-1 8 0 16,1 0-5-16,0 1-31 15,0 0-35-15,0-6-28 16</inkml:trace>
  <inkml:trace contextRef="#ctx0" brushRef="#br0" timeOffset="141094.49">16016 13868 64 0,'0'0'15'0,"0"0"0"0,0 0-12 0,0 0-1 0,0 0 7 16,0 0 17-16,0 0-5 15,0 0-5-15,38-2-3 16,-24-3-7-16,1-2 4 0,2 0-2 16,3-3 0-16,1 0 1 15,2 1-3-15,-2-2 1 16,0 0-4-16,1 0-2 16,-1 2 1-16,-5 2-2 15,0 1 0-15,-5 2-1 0,-1 3-1 16,-6 0-24-16,-4 1-41 15,0-1-29-15</inkml:trace>
  <inkml:trace contextRef="#ctx0" brushRef="#br0" timeOffset="141398.92">16100 13739 157 0,'0'0'11'15,"0"0"32"-15,0 0-23 16,0 0-14-16,0 0-9 16,0 0 3-16,0 0 0 0,0 0 0 15,-3 40 1-15,3-26-1 16,0 2 1-16,0 2-1 15,0 0 0-15,0 0 0 16,3-1 0-16,2 1 1 16,2-2-2-16,3-3-4 15,-2 0-24-15,2-5-28 16,3-1-17-16</inkml:trace>
  <inkml:trace contextRef="#ctx0" brushRef="#br0" timeOffset="142166.84">16474 13620 124 0,'0'0'0'0,"0"0"8"0,0 0-5 15,0 0 1-15,0 0 2 16,0 0-4-16,0 0-3 16,0 0 2-16,0 0-1 15,-3 1 0-15,3 6 1 16,0 2-1-16,2-1 1 0,0 2-1 15,2 0 1-15,0 0-1 16,-1 0 0-16,4 0 1 16,-3-3-2-16,1-1 2 15,1-1-1-15,1-3 2 16,2-1 4-16,-1-1 5 16,1 0 1-16,3 0-5 0,-3-3-1 15,0-5-3-15,1 1-1 16,0-2 0-16,-4-1-1 15,1 2 0-15,-3 1 1 16,0-2 0-16,-2 2-1 16,-1 3 1-16,-1 0 0 0,0 1 1 15,0 0-1-15,0 3 1 16,0 0 1-16,0 0-7 16,0 0-1-16,0 4 2 15,0 3 2-15,1-1 1 16,5 1-1-16,0 0 0 0,3-1-1 15,3-2 0-15,-1-1 1 16,3-1 0-16,1-2-2 16,1 0 4-16,-1 0 0 15,2-1 3-15,-4-6-2 16,0 0 0-16,-2 0 6 0,-2-3-3 16,-5 2 3-16,-1-2 3 15,-2 0-5-15,-1-1-2 16,0 2 1-16,0-5-4 15,-5 2-1-15,0 2 0 16,-1-1 2-16,-1 1-2 0,-1 0-2 16,2 5 0-16,0 0 2 15,1 4-8-15,-1 1-7 16,2 0-23-16,2 1-20 16,0 5-11-16</inkml:trace>
  <inkml:trace contextRef="#ctx0" brushRef="#br0" timeOffset="142600.1">16967 13553 60 0,'0'0'12'0,"0"0"20"0,0 0-8 0,0 0-13 16,0 0-6-16,0 0-1 15,0 0-2-15,0 0-1 16,0 0 0-16,0 0 1 16,0 0 4-16,0 0 2 0,12 43-1 15,-11-33-2-15,2 0 1 16,-1 1-3-16,0 0 1 16,0 2-1-16,0 0-1 15,0-2-2-15,-1-1 1 16,3 3-1-16,2 0 0 15,-3-2 0-15,0-1-4 0,3-3-61 16</inkml:trace>
  <inkml:trace contextRef="#ctx0" brushRef="#br0" timeOffset="143825.48">17254 13383 29 0,'0'0'4'0,"0"0"4"0,0 0 7 0,0 0 1 0,0 0 3 0,0 0 1 15,0 0-3-15,0 0-5 16,0 0-2-16,0 0-5 15,-29-15-2-15,29 9-4 16,0 0 2-16,0 0 0 0,1 0-2 16,7 1 4-16,0-1 3 15,2 0 5-15,4-1-5 16,-1 1-2-16,1 1 6 16,1-1-5-16,1 5-2 0,-2-1 0 15,0 2-3-15,-1 0 0 16,0 0 1-16,0 6-1 15,-2 3 0-15,-3 0 0 16,2 3 1-16,-3-1-2 16,-1 3 3-16,-2 0-2 15,-1-1-1-15,-1 0 1 16,-2-2-1-16,0-1 5 0,0 0-4 16,0-3-1-16,-3-1 1 15,-2-3 1-15,2 0-1 16,1-2 0-16,-2-1 1 15,2 0 0-15,0 0 2 16,2-1 2-16,0-4-4 0,0 0 2 16,0-2 0-16,0 0-2 15,0 0 2-15,0-2-3 16,2-1 1-16,4 0-1 16,-2-1-1-16,3 2 2 15,0-1 0-15,-2-1-2 0,3-2 2 16,-3 3-1-16,3-1 4 15,-2-2 3-15,0 5-4 16,-1-2 0-16,-1 2 1 16,0-3-1-16,-2 3-2 15,1 0-1-15,0-1 2 0,-1 0-2 16,-2 1 0-16,2-1 0 16,-2 2 0-16,0 1 1 15,0 1-1-15,0 2 1 16,0 0 1-16,0 1-3 0,0 2 3 15,0 0-3-15,0 0 0 16,0 0-8-16,0 0-6 16,0 0 11-16,0 0 4 15,0 3 0-15,0 3 0 16,-2 0 0-16,0 2 1 16,-1 2-1-16,2 0 0 0,-1-1 0 15,0 3 0-15,0-3 0 16,0 2 0-16,2-1 1 15,-1 0-1-15,1-1 1 16,0 1-1-16,0-2 0 16,0 1 0-16,0-2 0 15,3 1 1-15,1-1-1 0,-1-1 1 16,1 1 0-16,1-1-1 16,0-1 0-16,0 0 0 15,2-1 0-15,0 0 2 16,1-1-5-16,0-3 3 0,-1 2 5 15,4-2-2-15,0 0 0 16,-3 0 1-16,3 0 1 16,-1-3-1-16,1-3 0 15,-3 0 1-15,2 1-2 16,-1 0 0-16,2-1-2 0,-2-2 0 16,2 4 0-16,3 0-1 15,-1-2-2-15,-2-4-25 16,-2-2-79-16</inkml:trace>
  <inkml:trace contextRef="#ctx0" brushRef="#br0" timeOffset="145592.44">15372 14309 77 0,'0'0'6'0,"0"0"-4"0,0 0 0 0,0 0 1 16,0 0 2-16,0 0-1 16,0 0 4-16,39-6-1 15,-30 3-1-15,4-3-1 16,1 1-2-16,3-4-1 15,-1 2-2-15,1-1 2 0,2-2-1 16,-1 1 0-16,0-1 2 16,-2 3 7-16,3-1-3 15,-3 0-4-15,0 1-2 16,0 3 0-16,-3 0-1 16,0 1 0-16,-4 3 0 0,-2-3-2 15,-1 3-3-15,0 0-2 16,-2 0-9-16,-2 0-7 15,0 0-16-15</inkml:trace>
  <inkml:trace contextRef="#ctx0" brushRef="#br0" timeOffset="146004.87">15476 14356 57 0,'0'0'13'0,"0"0"18"0,0 0-8 0,0 0-3 16,0 0-11-16,0 0-5 16,0 0-3-16,0 0 4 0,0 0 2 15,0 0 3-15,31-16 1 16,-20 10-1-16,0 3-2 16,5-2-3-16,-3-1-2 15,3 2-2-15,-1-1 0 16,2 1 1-16,0-1-1 15,1 1-1-15,-3 3 0 16,1-2 1-16,-3 2-1 0,2 0-2 16,-3-2-42-16,0-3-110 15</inkml:trace>
  <inkml:trace contextRef="#ctx0" brushRef="#br0" timeOffset="146609.23">16564 13969 45 0,'0'0'13'0,"0"0"14"0,0 0-4 0,0 0-3 0,0 0 2 15,0 0 2-15,0 0-15 16,0 0-5-16,0 0-1 16,0 0-1-16,0 0 2 15,11-10-2-15,-1 7 0 16,1-1-1-16,3 0 0 0,1 1-1 16,0-1 1-16,1-1-1 15,-1 1 0-15,-2-1 0 16,-1 1 0-16,2 0 0 15,-2 3-1-15,-2-3-10 0,1 2-2 16,-7 1-54-16</inkml:trace>
  <inkml:trace contextRef="#ctx0" brushRef="#br0" timeOffset="146907.95">16650 13990 91 0,'0'0'17'16,"0"0"11"-16,0 0-7 16,39-21-11-16,-28 15-5 15,3 1-3-15,-1-1-1 16,1 2 0-16,-3 0-1 0,0-2 1 15,2 0 2-15,-1 1 0 16,1 1-2-16,-2-1-1 16,0 2 1-16,1 0-1 15,-2 2-3-15,-1-2-25 16,-1 2-14-16,-4-2-46 16</inkml:trace>
  <inkml:trace contextRef="#ctx0" brushRef="#br0" timeOffset="147845.84">5233 14613 201 0,'0'0'-135'0,"-3"-63"161"0,-3 35-14 0,0 1-3 15,2-3-7-15,2-1-2 16,2-3-2-16,0-1-11 15,0-3-5-15,0 1-29 0</inkml:trace>
  <inkml:trace contextRef="#ctx0" brushRef="#br0" timeOffset="150163.74">4476 15171 135 0,'-4'1'14'0,"4"-1"2"0,0 0-9 0,0 0-11 0,10 0 6 16,3 0-1-16,5-1 0 0,6-5-1 16,3-2 0-16,7-4 0 15,8-1 0-15,7-5-1 16,5-5 1-16,8-4 4 16,6-3-4-16,8-6 1 15,7-4-1-15,5-3 0 0,10-4 1 16,8-5 0-16,9-4 0 15,10-6 4-15,8-4 1 16,9-5 0-16,9-7-2 16,10-4 0-16,6-1-2 0,10-6 1 15,7-3 3-15,10-5-2 16,5-4-4-16,8-1 2 16,8-6-2-16,5-3 1 15,7-2-1-15,6-4 1 16,5-2 0-16,6-4-2 0,5-4 2 15,3 2 0-15,6-7-2 16,3 2 2-16,1-4 0 16,3 2-1-16,4-2 0 15,5 1 1-15,-1-4-1 16,4-2 2-16,7-2 7 16,-1-2-3-16,5 0 3 0,5-5-6 15,3-1 5-15,4 3-1 16,-2-5-3-16,2-1 5 15,4-5-9-15,-3 0 1 16,1 1-1-16,1-2 1 16,3 5 2-16,4-3-3 0,-3 3 0 15,5-3-1-15,-3 0 2 16,1 0 0-16,-1-5-1 16,-5 5 1-16,-1 0-3 15,-1 1 4-15,-4 5 0 16,-3-1-2-16,-4 6 4 0,-1-1-4 15,-6 5 0-15,-5 1 4 16,-7 6-4-16,-2 2 3 16,-10 7-2-16,-8 3 3 15,-7 4 4-15,-8 7-1 16,-6 4 4-16,-11 3 0 0,-5 4-2 16,-13 3-1-16,-10 8-1 15,-14 5-2-15,-14 5 2 16,-17 8 1-16,-18 7 4 15,-15 6-3-15,-12 7 3 16,-17 8-4-16,-14 6-5 0,-12 10-2 16,-11 6 0-16,-8 7-2 15,-14 8-2-15,-14 6-37 16,-12 0-44-16,-24 13-97 16</inkml:trace>
  <inkml:trace contextRef="#ctx0" brushRef="#br0" timeOffset="151324.39">5112 15618 294 0,'0'0'7'0,"0"0"-2"0,10-6-9 0,13-5 1 16,9-6 5-16,9-4-1 15,9-6 0-15,6-9-2 16,11-6 0-16,7-9 2 0,8-8 0 15,8-7-2-15,10-8 2 16,6-7 1-16,10-9-2 16,7-4 0-16,9-11 0 15,8-7 0-15,10-3 1 16,9-7-2-16,11-6 1 0,9-5 0 16,9-6 0-16,10-6 1 15,12-6-1-15,7-6-1 16,11-8 1-16,9-6 1 15,9-2-1-15,9-9 0 16,6-4 0-16,7-8 0 0,8-4 0 16,5-3 1-16,5-3-2 15,9-5 2-15,4 2 0 16,8 0-2-16,3-2 2 16,6-4-2-16,3-1 2 0,4-1-1 15,5-4 0 1,-2 6 1-16,2-4-2 0,-3 4 2 15,1 4-1-15,-8-1 1 16,-2 0-1-16,0-2 0 16,2 4 0-16,-1-1 1 15,-3 0 0-15,-3 3 0 16,-2 4 1-16,-3-2 2 0,2 2 4 16,-10 6 1-16,1 4-1 15,-6 3 3-15,-3 9 4 16,-7 3-4-16,-13 6 0 15,-5 8-4-15,-14 4 2 16,-10 11-3-16,-11 6-2 0,-14 10 3 16,-12 10-3-16,-14 11-3 15,-17 10-1-15,-15 10 1 16,-17 13-1-16,-20 14-4 16,-22 10-7-16,-24 14-40 15,-22 14 6-15,-29 14-36 0,-24 9-114 16</inkml:trace>
  <inkml:trace contextRef="#ctx0" brushRef="#br0" timeOffset="152301.69">3655 13914 297 0,'-12'0'-33'0,"8"-3"43"0,4-10-10 0,16-1 1 0,15-4-1 15,11-5-1-15,14-7 3 16,15-5-2-16,10-4 0 16,15-3 2-16,9-4-1 0,11-3 0 15,10-3-1-15,10-2 0 16,9-2 1-16,12-4-2 16,8-4 2-16,14-7 0 15,15-4-3-15,10-8 3 16,15-6-2-16,11-8 1 0,12-1 1 15,14-7 0-15,11-3 2 16,14-4 1-16,8-4-3 16,12-5-2-16,15-4 2 15,9-4 0-15,8-4 1 16,14-3-2-16,13 0 1 0,6-2-1 16,12 0 1-16,9 3-1 15,11-1 2-15,7 1-2 16,6 0 0-16,11-1 0 15,5-3 0-15,3-1 2 0,7 0-3 16,5-1 2-16,2 3 2 16,2 1 0-1,4 3 5-15,1 2-1 0,-2 3-2 16,-4 2 0-16,-2 0-2 16,-8 3 1-16,-10 2-1 15,-4 0 1-15,-8 2-2 0,-9 2 4 16,-10 3 5-16,-9 5-6 15,-9 2 3-15,-16 4-5 16,-13 5 1-16,-12 8-5 16,-13 7 2-16,-25 5-1 0,-16 7-2 15,-21 10-1-15,-30 8-6 16,-26 7-5-16,-30 10-9 16,-34 7-16-16,-34 9-44 15</inkml:trace>
  <inkml:trace contextRef="#ctx0" brushRef="#br0" timeOffset="153304.54">4050 13888 262 0,'25'-30'-44'0,"3"-2"44"0,9-4 6 0,9 1 1 16,9-2 5 0,13-1-5-16,6-1-2 0,11-1-1 15,13-4 1-15,10-1-5 16,8 1 1-16,10-2 0 15,14 1 0-15,12-2 1 16,9 0-1-16,17-4-1 0,10-3 0 16,14-5 1-16,16-3-1 15,13-6 0-15,18-5 1 16,12-3-1-16,20-2 0 16,12-4 0-16,13-6 2 15,18-3-2-15,11-3 1 16,16-7-2-16,15-5 1 0,17-2 4 15,11-4-1-15,10-2 1 16,18-4 2-16,12 2-4 16,11-2-3-16,13-2 2 0,9 2 0 15,5-1 2 1,8-1-3-16,3 1 2 0,6 0 1 16,1 0 0-16,3 0 0 15,-1 1 0-15,-4 0 1 16,-4 1 0-16,-6 5 1 15,-9 4 2-15,-7 3 4 16,-14 7-4-16,-12 7-2 0,-9 5 0 16,-17 6-4-16,-15 7 0 15,-22 8-1-15,-17 7-1 16,-21 7-5-16,-30 10-9 16,-29 7-9-16,-31 5-17 0,-34 2-74 15</inkml:trace>
  <inkml:trace contextRef="#ctx0" brushRef="#br0" timeOffset="153922.99">23064 8967 134 0,'0'0'24'0,"0"0"10"0,0 0-1 0,-11-43-8 0,5 35-9 16,4 2 2-16,-2-1 1 15,2 4-4-15,-1 3-6 16,1 0-3-16,0 7-6 15,-3 11 0-15,2 7-1 16,-1 6 0-16,0 1 1 16,4 2 0-16,0-2-1 15,0-1-6-15,0-4-9 0,0-4-10 16,0-3-13-16,0-8-51 16,0-7-31-16</inkml:trace>
  <inkml:trace contextRef="#ctx0" brushRef="#br0" timeOffset="154309.99">22976 8929 120 0,'0'0'-19'0,"0"0"35"16,-42-29-3-16,23 29 3 16,1 2-5-16,-1 13 0 15,-1 11-5-15,2 7-4 16,0 9-1-16,3 7 1 15,5 3-2-15,5 3 0 0,4-2 1 16,1-2-1-16,7-5 0 16,7-7 0-1,7-5 0-15,4-10 0 0,6-8-1 16,6-13 5-16,3-3 13 16,5-8 1-16,3-14 2 0,-3-8 0 15,-1-7-8-15,-2-5-3 16,-7-4 4-16,-4-6 3 15,-9-5-2-15,-9 0-2 16,-7-1 0-16,-6 1-5 16,-11 5 1-16,-10 9-1 15,-8 8-1-15,-10 10-5 0,-7 6-4 16,-5 8-5-16,-4 5-17 16,0 1-12-16,-4-2-37 15,6-4-58-15</inkml:trace>
  <inkml:trace contextRef="#ctx0" brushRef="#br0" timeOffset="154871.03">23174 7139 51 0,'0'0'61'0,"0"0"-52"0,0 0 12 0,0 0 10 15,0 0-3-15,0 0-10 16,0 0-9-16,0 0-9 16,0 0 0-16,0 0 1 15,35-17-1-15,-27 13 0 16,4 1 0-16,2 1 0 16,2 0 2-16,0 2-2 0,2 0 0 15,-3 0 0-15,-2 4 0 16,0 6 1-16,-8 4-2 15,-4 3-2-15,-1 3 0 16,-6 1 0-16,-8 2 12 0,-1-3-8 16,-2-1 4-16,3-1 2 15,0-5 3-15,5-2 0 16,2-4-4-16,3-1 0 16,3-3 1-16,1-2-6 15,0-1-2-15,9 0 0 16,5 0 3-16,5-1 2 0,7-12-2 15,2 0-1-15,3-4-2 16,-2-3-37-16,-3 0-48 16,-6-4-65-16</inkml:trace>
  <inkml:trace contextRef="#ctx0" brushRef="#br0" timeOffset="155241.26">23418 7010 122 0,'0'0'-8'0,"-54"-29"20"15,25 20 10-15,-5 4-11 16,-1 5-5-16,-2 0-3 0,1 9 2 16,0 8 7-16,0 4-7 15,3 8-4-15,2 6 1 16,0 5-2-16,6 5 0 16,3 1 0-16,7-1 0 15,5 3 0-15,7-5 0 0,3-6 2 16,10-4 1-16,6-8-3 15,10-3-3-15,1-10 4 16,5-5 5-16,3-7 10 16,1 0 3-16,5-14-3 15,-2-7-4-15,1-5-3 16,0-5-2-16,-5-6 3 0,-4-7 4 16,-8 0 0-16,-7-3-3 15,-8-2-2-15,-8 2 0 16,0 1-6-16,-13 4-2 15,-4 3-1-15,-8 5-8 16,0 6-25-16,-2-2-17 0,1-4-75 16</inkml:trace>
  <inkml:trace contextRef="#ctx0" brushRef="#br0" timeOffset="155790.46">23596 5573 158 0,'0'0'5'0,"0"0"5"0,0 0 8 0,22-37-1 16,-15 32-8-16,4 1-5 15,-2 3-2-15,3-1 1 16,7 2-2-16,-4 0 0 0,2 2-1 16,-3 4 0-16,-2 5 0 15,-5 0-1-15,-5 2-2 16,-2 0 2-16,-1 1 0 15,-7 1 1-15,-4-1 6 16,1 1 1-16,1-4-5 16,3-1 1-16,4-1-1 0,0-2-1 15,3 0-3-15,1-3 3 16,10 2-5-16,1-3 5 16,4 0 2-16,1-1-1 15,0 1 1-15,-4-1-3 16,-3 1 1-16,-3-1-1 0,-4 0 1 15,-3-1 2-15,0 1 7 16,-3 1 11-16,-9 1-12 16,-2 3-4-16,-5 0-10 15,-4 2 2-15,4-1-25 16,-4-2-21-16,6-5-41 16,3-1-22-16</inkml:trace>
  <inkml:trace contextRef="#ctx0" brushRef="#br0" timeOffset="156167.37">23652 5432 97 0,'0'0'5'0,"-56"-4"12"0,28 4 0 0,-5 1-5 0,2 12-3 16,0 4-1-16,1 3-5 15,5 5 1-15,1 5-3 16,7 6 2-16,6 3-2 16,6 4 1-16,5 2-1 15,1-2 1-15,13-4-2 16,7-5-2-16,8-6 2 0,5-10 2 16,5-6 2-16,1-8 5 15,4-4 6-15,1 0 4 16,3-14 3-16,-3-6-5 15,0-8-1-15,-6-6 7 0,-5-7 0 16,-9-4-6-16,-7-3 1 16,-11-2-1-16,-7 2-8 15,-7 3-7-15,-22 4-8 16,-21 5-36-16,-18 6-33 16,-21 3-162-16</inkml:trace>
  <inkml:trace contextRef="#ctx0" brushRef="#br0" timeOffset="156651.51">21331 4477 239 0,'0'0'-31'0,"0"0"34"0,0 0-5 16,0 0 2-16,0 0 0 16,0 0 0-16,7 39 4 0,-7-19-3 15,0 4 0-15,-2 0-3 16,-3 2 2-16,1-6 1 16,-1-2 0-16,3-5 2 15,2-5 1-15,0-2 0 16,0-2-1-16,8-2 0 0,5-2 3 15,7 0 3-15,6-6-1 16,4-5 1-16,4-1-8 16,3-5 0-16,-4 0-1 15,-1 3-12-15,-7-3-41 16,-8 0-51-16</inkml:trace>
  <inkml:trace contextRef="#ctx0" brushRef="#br0" timeOffset="156863.9">21408 4442 274 0,'0'0'-19'0,"0"0"31"16,0 0-3-16,0 0-6 16,-36 44-1-16,36-18 1 15,0 5-2-15,0 6-2 16,10 1 1-16,2 2 0 0,1 0-1 15,3-3-6-15,0-2-17 16,2-8-27-16,-1-8-46 16</inkml:trace>
  <inkml:trace contextRef="#ctx0" brushRef="#br0" timeOffset="157255.84">21327 4276 86 0,'-55'0'4'0,"0"4"6"16,0 9 9-16,4 8-2 15,3 8-3-15,3 6-3 16,7 9-1-16,3 7-4 0,8 7-3 15,9 2 0-15,6-2 0 16,11-5-1-16,1-8-2 16,14-11-2-16,12-8 12 15,6-12-5-15,5-8-4 0,8-6 6 16,6-7 8-16,5-14 1 16,-2-8-2-16,1-9-2 15,-3-2-2-15,-8-7 5 16,-9-4 2-16,-6 1-4 0,-10 3-3 15,-7 5-7-15,-7 5-1 16,-5 9-2-16,0 11-12 16,-12 8-26-16,-5 9-42 15</inkml:trace>
  <inkml:trace contextRef="#ctx0" brushRef="#br0" timeOffset="157675.32">22645 4661 165 0,'0'0'-2'0,"0"0"16"0,0 0 8 0,0 0-5 15,0 0-11-15,0 0-6 16,0 0-1-16,0 0 1 16,0 0 1-16,0 0-1 0,38 28 0 15,-22-19 0-15,4-2 2 16,3 1 1-16,-2-1 1 15,2-1 1-15,-2 0-2 16,-3 5-1-16,-5-2-1 0,-6 2 1 16,-6 1 2-16,-1 4 0 15,-12 3-4-15,-10 2 0 16,-6 6-2-16,-7-3-17 16,-1-4-52-16,-2-6-72 15</inkml:trace>
  <inkml:trace contextRef="#ctx0" brushRef="#br0" timeOffset="158151.71">22713 4559 184 0,'25'-42'-8'0,"-2"0"34"16,0 4 0-16,-7 3-16 15,-2 4-3-15,-6 1-4 16,-6 3-3-16,-2 2 1 15,-19 3-2-15,-8 4-7 16,-8 5 2-16,-9 6 0 0,-9 7 2 16,0 0 4-16,-3 10 0 15,1 10 0-15,-1 6-1 16,4 6 1-16,3 6 1 16,5 7-4-16,5 10 6 15,7 3-2-15,12 9-2 16,6 2 2-16,10 2-2 0,4-1 1 15,14-5-1-15,12-6-4 16,10-7-4-16,4-9 2 16,6-9 6-16,5-7 0 15,4-9 0-15,2-6 8 0,4-8 8 16,5-4-4-16,3-1 2 16,4-15 1-16,2-7-3 15,0-7-1-15,-1-7-2 16,-7-11 2-16,-8-4 5 15,-10-8 2-15,-9-1-9 0,-16-4 3 16,-8 2-1-16,-15 1-4 16,-4 6-3-16,-24 8-3 15,-21 11-11-15,-25 10-37 16,-25 11-61-16</inkml:trace>
  <inkml:trace contextRef="#ctx0" brushRef="#br0" timeOffset="160932.09">23470 3651 1 0,'0'0'20'0,"0"0"0"0,0 0 2 0,0 0-2 16,29-37-8-16,-20 29-5 15,3-2-2-15,2 2-1 16,1 0-1-16,2 1-1 16,-1-2 4-16,2 2 0 15,4 0 1-15,-2 2-1 0,4 0-1 16,-2 4-4-16,2 1 1 16,-1 0-2-16,1 4 0 15,-4 6-1-15,0 4-1 16,-2-1-3-16,1 3 4 15,0 2 2-15,-4 5-2 16,-3-1 1-16,0 4 1 16,-3 5-1-16,1 4 0 0,-7 4 0 15,1 3 0-15,-4 3 1 16,0 2-2-16,0 1 2 16,-1 3 2-16,-5 0-1 0,-1 5 0 15,1 0 2-15,-1 3-2 16,1-4 2-16,3 5 2 15,-1-3-4-15,4-1 2 16,0 1-2-16,0-3 0 16,9-3-1-16,5-1 0 0,7-5-1 15,-1-3 1-15,4-4-1 16,4-3 0-16,2-3 1 16,-1-2-2-16,1-2 0 15,1-3 3-15,-6 0-3 16,-2-4 2-16,-5 0-1 15,-1 1 1-15,-10-1-1 0,-3 0 0 16,-4 2 0-16,0 1 2 16,-6 6-1-16,-6 4 0 15,-5 7-1-15,-2 3 0 16,-1 10 2-16,0 4-2 16,0 9 0-16,2 5 1 0,2 4-1 15,4 2 0 1,3 1 0-16,4 4 0 0,5 2 0 15,0-3 1-15,0 4 1 16,2 3 0-16,6 4 2 16,2 1-1-16,2 0 1 15,2 4 1-15,2 0 0 0,2 1-2 16,-1 0 2-16,0 2-1 16,5 1-2-16,-2-4 0 15,2-3-2-15,-1-1 2 16,4-5-2-16,-1-3 1 0,-2-1 1 15,1-3-1-15,1 3 0 16,1-5 0-16,-7-2-1 16,2 0 0-16,0-4 1 15,-6-2-1-15,-1-4 0 16,-2-5 0-16,-2-1 1 16,-2-5 0-16,0-5-1 0,-1-3 2 15,-5-3 0-15,1-3 2 16,-2-4-1-16,0-5-1 15,0-3 1-15,-9-2-1 16,-6-4 4-16,-5-1-2 16,-6-4 4-16,-10 0-3 0,-6 2-3 15,-12 0-1-15,-9 2-1 16,-13 3 1-16,-11 6-2 16,-15 1-4-16,-15 4-34 15,-19-5-127-15</inkml:trace>
  <inkml:trace contextRef="#ctx0" brushRef="#br0" timeOffset="167644.85">14255 14821 82 0,'0'0'13'0,"0"0"11"0,0 0-14 0,0 0 2 16,0 0-2-16,0 0-6 0,0 0 0 15,0 0 4-15,0 0 2 16,0 0 2-16,0 0 3 16,0 0-3-16,0 0-9 15,0 0-3-15,0 0-2 16,0 3 3-16,0 4-1 0,4 2-1 16,1 2 1-16,0 1 0 15,1 0 0-15,1 4 0 16,-2-2 0-16,4 2 0 15,2 1 0-15,0-1 1 16,0-1-1-16,4 2 1 16,3-3-1-16,0-1 3 0,3 3-3 15,0-5 0-15,5 3 0 16,0-5 1-16,-1-2-1 16,2-1 2-16,-2-2-1 15,-1-3 5-15,0 1 1 16,-1-2-4-16,-4 0 0 0,0 0-1 15,-1 0-1-15,-1 0-1 16,-2 0 0-16,0-2 0 16,-1 1-1-16,-2-2-12 15,-5-3-45-15,0 1-39 16</inkml:trace>
  <inkml:trace contextRef="#ctx0" brushRef="#br0" timeOffset="167849.24">14745 14989 53 0,'0'0'91'0,"0"0"-67"0,0 0 8 15,0 0-20-15,0 0-10 16,0 0 0-16,0 0 0 16,0 0-1-16,0 0-1 15,42 19-2-15,-32 0 3 16,-2 2 3-16,-3 5-8 0,-5 1-23 15,0 1-29-15,0-5-33 16</inkml:trace>
  <inkml:trace contextRef="#ctx0" brushRef="#br0" timeOffset="168618.63">15126 14905 88 0,'0'0'13'0,"0"0"32"16,0 0 2-16,0 0-22 16,0 0-7-16,0 0-5 15,0 0-9-15,0 0-4 16,0 0 0-16,-19 13-1 15,19 3 2-15,0 2-1 0,4 1 0 16,3-1 0-16,0 2 1 16,4-3-1-16,-2-1 0 15,-2-4 1-15,3 0-1 16,2-2 1-16,-3-3-2 16,2-3 0-16,2-2 1 0,-1-2-1 15,2 0 0-15,-2-3 2 16,0-7 1-16,-1-3-2 15,-1-2 2-15,0 0-1 16,-1-3 0-16,-5 1-1 16,-1 2 2-16,-2 3-1 15,-1 3-1-15,0 3 2 0,0 2-2 16,0 4 1-16,0 0-1 16,0 0-1-16,5 4-1 15,-1 3 2-15,3 3 0 16,1 0 0-16,2 0-1 0,-2-1 1 15,3-4-2-15,1 0 2 16,0-5-1-16,-1 0 0 16,2 0 0-16,-1-5 3 15,-1-5-3-15,-1-1 3 16,0-3 6-16,-5 0 0 0,-1 0 1 16,-4-1 6-16,0 1-2 15,-2 1-2-15,-7 2-3 16,-3 0-8-16,-1 1 0 15,2 4-1-15,-3 0-2 16,3 6-31-16,0-3-24 0,2 2-63 16</inkml:trace>
  <inkml:trace contextRef="#ctx0" brushRef="#br0" timeOffset="169356.7">15464 14729 148 0,'0'0'3'0,"0"0"14"0,0 0-7 0,0 0 1 0,0 0-8 16,0 0-3-16,0 0 1 16,0 0 1-16,0 0-1 15,0 0 1-15,21 52-1 16,-11-36 1-16,2 1-1 15,-1 0 0-15,-2 0 0 0,2-1-1 16,0-2 0-16,-4 0 0 16,2-1 0-16,-2-3 1 15,-3-1-1-15,0-4 0 16,-2 0 1-16,1-3-1 0,-3-1 2 16,0-1 0-1,0 0 6-15,0-1-2 16,-5-6-5-16,1-1 0 0,-2-2 0 15,2 0-1-15,0 0 5 16,2-1 1-16,2 1 0 16,0 0-1-16,5 1-2 15,6-1-3-15,0 3 1 0,5 0 0 16,-2 4-1-16,2 2 0 16,-4 1 1-16,-1 0-1 15,1 0 0-15,-5 3-1 16,1 4 1-16,-1 1-1 15,0-1 2-15,-2 2 0 0,3-2 0 16,-5-1-1-16,4-1 2 16,-1-2-2-16,-2 1 0 15,3-4 0-15,-2 0 0 16,1 0-1-16,1-1 2 16,0-6 0-16,0-1-1 15,-2-1 3-15,0-2-3 0,-1-1 2 16,-2-1-2-16,-1 3 0 15,-1 0 1-15,0 2 1 16,0 1 2-16,0 2 4 16,-1 3-2-16,-1 0 0 0,2 2 2 15,0 0-6-15,0 0-5 16,0 6 3-16,0 1 0 16,2 3 1-16,6 0 1 15,-1-1 0-15,2-1-3 16,4 1 0-16,0-4-2 0,4 0-3 15,0-4-8-15,3-1-13 16,-2 0-83-16</inkml:trace>
  <inkml:trace contextRef="#ctx0" brushRef="#br0" timeOffset="169506.84">15943 14618 172 0,'0'0'-1'0,"0"0"10"0,0 0-9 0,-38-17-5 16,31 17-32-16,2 3-7 0,3 4-42 15</inkml:trace>
  <inkml:trace contextRef="#ctx0" brushRef="#br0" timeOffset="169842.39">16128 14698 111 0,'0'0'-1'0,"0"0"5"0,0 0 2 16,0 0-5-16,0 0-1 15,0 0-1-15,-39 7 3 16,26 1 1-16,3 1 7 15,-4 1-3-15,5 3-2 0,-1-2-1 16,5 2 0-16,0-1 1 16,4 0-2-16,1-3 2 15,1 0 2-15,9-2 2 16,1-2-4-16,3-2 2 16,1-3 0-16,2 0 2 15,3 0-3-15,5-6-2 0,-1-3-4 16,4-2 0-16,0-3-24 15,-3-3-61-15</inkml:trace>
  <inkml:trace contextRef="#ctx0" brushRef="#br0" timeOffset="170311.11">16247 14513 107 0,'0'0'1'15,"0"0"13"-15,0 0-3 0,-41-3-4 16,37 7-2-16,2 4-4 16,2 3 0-16,0 3 0 15,1 2 2-15,8 0 1 16,3-1 0-16,1 5-1 16,1-4 1-16,-1-1-2 15,-1 1 0-15,-5-2-1 0,3-2-1 16,-5-1 1-16,1 0-1 15,-3-1 1-15,-3-1-1 16,0-4 0-16,0 0 0 16,0-4 2-16,0-1 14 0,-3 0 16 15,1-3-14-15,-2-7-6 16,2-1-7-16,2-3-2 16,0-5-2-16,0 2 1 15,1 0-1-15,6 1 1 16,1 2-2-16,1 3-1 15,1 1 4-15,2 3-2 0,0 4 1 16,3 2-2-16,0 1 2 16,-1 1-2-16,-3 9 0 15,-1 2 0-15,0 3-3 16,-3 1 1-16,1 2-3 16,-3 2-9-16,-1 0-12 0,-2 0-47 15,2-8-27-15</inkml:trace>
  <inkml:trace contextRef="#ctx0" brushRef="#br0" timeOffset="170736.81">16622 14587 210 0,'0'0'-1'0,"0"0"5"0,0 0-4 0,0 0 1 0,0 0-1 16,0 0 0-16,0 0-2 15,0 0 2-15,0 0 1 16,0 0-2-16,7-8 3 16,-3 20-1-16,1 1 0 15,4-1-2-15,-4-1 0 16,3-1-4-16,-2-6-1 0,2 2 1 16,-2-5 3-16,1-1-1 15,-3 0 2-15,0-4 4 16,1-4 3-16,0-3 3 15,-2 0 0-15,3-2 0 16,-2-1-1-16,1 1 3 16,3 2-6-16,-1-2-4 0,1 3-1 15,2 2 5-15,2 2-2 16,-2 2 0-16,2 2-3 16,2 2 1-16,-1 0-1 15,1 3 0-15,-4 8-1 16,-1 2 1-16,-4 4-11 0,-3-1-21 15,-2-2-13-15,0-1-17 16,-3-7-52-16</inkml:trace>
  <inkml:trace contextRef="#ctx0" brushRef="#br0" timeOffset="170873.41">16647 14434 253 0,'0'0'3'0,"0"0"5"0,-29-39-8 0,27 31-10 0,2 2-56 16,0-2-105-16</inkml:trace>
  <inkml:trace contextRef="#ctx0" brushRef="#br0" timeOffset="171430.12">17138 14390 94 0,'0'0'17'0,"0"0"17"16,0 0-9-16,0 0-15 15,0 0-2-15,0 0-5 0,-33-37-2 16,37 28-3-16,7 2 1 16,2 1 1-16,4 1 2 15,1 3 0-15,-1 2 3 16,1 0-5-16,-2 3 0 16,4 4 0-16,-5 3 0 0,0 3 0 15,-2-2 0-15,0-2-2 16,-6 1-1-16,0-3-2 15,-3-1 0-15,-2-2-2 16,-2-1 5-16,0-2 3 16,0-1 0-16,0 0 2 0,-6-3 3 15,3-4 0-15,-1-4 4 16,4-1-2-16,0-3-2 16,0-1 1-16,1-2-3 15,7 1 9-15,3 1-10 16,-2 2-2-16,2 1 0 0,3 3 6 15,-1 4-5-15,4 2 0 16,1 4 0-16,-1 0-2 16,1 2 1-16,1 7-1 15,-1 3 1-15,-2-1-2 16,0 2 0-16,1 1-14 16,-3-3-23-16,-5-3-14 0,2-3-6 15</inkml:trace>
  <inkml:trace contextRef="#ctx0" brushRef="#br0" timeOffset="172121.08">17619 14260 109 0,'0'0'30'0,"0"0"14"0,0 0-27 0,0 0-12 0,0 0-2 15,14-37-3-15,-8 30 0 16,2-1 0-16,1-2 0 0,2 1 0 15,-1-2 0-15,-1-2 1 16,0 3-1-16,-5 2 0 16,-1-1 1-16,-1 3 0 15,-2 1 3-15,0 1 16 16,-4 2-4-16,-1 2-8 0,-5 0-3 16,2 4 0-16,0 5-4 15,-1 5 0-15,2 0 0 16,4 2-1-16,3 0 2 15,0-2 0-15,0 0-1 16,10 0-1-16,3-5-7 16,2-1 1-16,5-2-10 15,3-3-9-15,3-3-9 0,4 0-11 16,-1-9 11-16,3-3 8 16,-3-3 14-16,0-3 13 15,-3-2 3-15,-1 0 14 0,-5-1-1 16,-3 2 5-16,-3 2 2 15,-7 4 7-15,-4 2-7 16,-3 1 5-16,0 5-7 16,-8 2-12-16,-6 3-9 15,-1 0 4-15,-4 3-4 0,1 8-1 16,-1 3 1-16,-3 0-1 16,6 3 0-16,2 0 1 15,4-4-1-15,5 0 0 16,3-2-1-16,2-4-3 15,2-1-5-15,5-3-3 16,6-3 11-16,0 0-1 0,0 0-3 16,3-9 4-16,-3-1 1 15,0-1 2-15,-3-2 0 16,-1 3 0-16,-2 3 2 16,-3 1 8-16,1 2-4 15,-3 3-3-15,-2 1-4 0,2 0-1 16,0 0-1-16,1 3-2 15,1 4-3-15,1 1-12 16,-1-2-17-16,3-2-23 16,-4-4-4-16</inkml:trace>
  <inkml:trace contextRef="#ctx0" brushRef="#br0" timeOffset="172433.85">18077 14076 192 0,'0'0'4'0,"0"0"29"0,0 0-22 0,17-37-6 16,-7 31-2-16,-3 2-3 16,5 2 1-16,0 2-1 15,-1 0 1-15,3 0-1 16,-3 9-1-16,1 1 0 16,-1 1-3-16,-3 1-12 0,-3-1-7 15,2-1-2-15,-5-3 2 16,-2-3 12-16,0-2 6 15,0-2 30-15,-2 0 20 16,-6-2-16-16,2-6-7 16,-2-1 1-16,3-3-5 15,-2-1-8-15,6 0-6 0,1-3-1 16,0-1-3-16,12-1-1 16,4-4-6-16,6 0-44 15,1-6-73-15</inkml:trace>
  <inkml:trace contextRef="#ctx0" brushRef="#br0" timeOffset="172721.06">18681 13550 59 0,'0'0'2'0,"0"0"0"16,-18 35 10-16,13-16 8 0,-3 4-7 16,5 1 0-16,2 0-1 15,1 3-6-15,0 0-1 16,2-1-2-16,6-1-1 16,-3 1-1-16,3-3 0 15,0-1-1-15,-2-2-2 16,-1-3-11-16,-1-5-22 0,-2-4-55 15</inkml:trace>
  <inkml:trace contextRef="#ctx0" brushRef="#br0" timeOffset="173137.98">18529 13857 171 0,'0'0'0'16,"0"0"12"-16,0 0-9 15,0 0-11-15,0 0 8 0,37-37-2 16,-11 27 0-16,1 0 3 16,0-1-1-16,1-2 1 15,-1 2-2-15,-2-1 3 16,-1 2-1-16,-3 0 0 16,-5 3 0-16,-3 3 4 15,-4 1 3-15,-3 3-1 16,-5 0-5-16,-1 10 5 15,0 2 3-15,0 2-5 0,0 0-3 16,0-1 0-16,0-2-1 16,0-1 2-16,3-4 2 15,2-2-5-15,6-3 2 0,-2-1 7 16,2-1 2 0,2-9 2-16,-1-3-1 0,1-2 6 15,-2-1-3-15,-7-1 2 16,-2 0-5-16,-2 1-1 15,0 2-2-15,-8 1-7 0,-9 6-10 16,-3 7 1-16,-5 0-20 16,-7 13-17-16,-3 8-7 15,-4 5-39-15</inkml:trace>
  <inkml:trace contextRef="#ctx0" brushRef="#br0" timeOffset="173550.31">17071 15073 186 0,'0'0'0'0,"0"0"1"0,0 0-2 0,-13 38-1 16,13-24-2-16,2 2 3 16,4-2 1-16,2 2 1 0,-1-1-1 15,1-1 0-15,-3-1 0 16,-1 0 0-16,0-2-26 16,-4-1-13-16,0-2-4 15</inkml:trace>
  <inkml:trace contextRef="#ctx0" brushRef="#br0" timeOffset="173963.91">17027 15131 121 0,'0'0'1'15,"-2"-54"3"-15,2 31 9 16,9 2-10-16,4 4-1 0,0 8-2 16,3 4 0-16,-2 3 0 15,2 2 1-15,0 2 1 16,1 8 2-16,0 1 0 15,0 0-1-15,-1-1-1 16,1-2-1-16,2-3 0 0,-2-5 0 16,2 0-1-16,-1-1 2 15,1-11-2-15,-2-3 2 16,1-5 16-16,-3 0-1 16,-3-3-5-16,-3 3 0 15,-3 0-2-15,-3 5 2 0,-3 2-3 16,0 3 4-16,0 5 2 15,-5 3-6-15,-3 2-4 16,-1 3-2-16,1 10-1 16,-3 6-1-16,2 7 1 15,0 1-1-15,1 4 0 16,3 0-1-16,2-3 1 0,3-1-1 16,0-5 0-16,5-1-1 15,9-5-2-15,1-2-8 16,4-4-18-16,3-4-29 15,4-6-27-15</inkml:trace>
  <inkml:trace contextRef="#ctx0" brushRef="#br0" timeOffset="174212.41">17578 14998 152 0,'0'0'3'0,"0"0"46"0,-6-44-16 0,-3 35-20 16,2 5-5-16,-3 2-2 15,1 2-6-15,-1 2 3 16,-1 9-2-16,2 3 1 16,0 3-2-16,3 2 2 15,4-1-2-15,2 1 0 0,0-4 2 16,3-1-2-16,7-3 0 16,3-4-3-16,1-4-6 15,3-3-3-15,4 0-12 16,-3-3-17-16,-1-9-22 15,-1-5-34-15</inkml:trace>
  <inkml:trace contextRef="#ctx0" brushRef="#br0" timeOffset="174404.45">17661 14922 183 0,'0'0'13'16,"0"0"22"-16,0 0-1 0,0 0-18 15,0 0-13-15,0 0-5 16,0 0 2-16,0 0 1 15,23-13-1-15,-6 19 1 16,1-1 0-16,1 1-1 16,0 0 0-16,1-2-3 0,0-2-12 15,-1-1-23-15,-2-1-33 16,-1 0-28-16</inkml:trace>
  <inkml:trace contextRef="#ctx0" brushRef="#br0" timeOffset="174574.31">17800 14847 224 0,'0'0'10'0,"0"0"18"15,-52 3-20-15,39 8-7 0,-3 6-1 16,5 3 0 0,-1 3 0-16,2 2 0 0,5 2-2 15,1 2-11-15,0-4-30 16,2-5-54-16</inkml:trace>
  <inkml:trace contextRef="#ctx0" brushRef="#br0" timeOffset="174887.83">18175 14752 201 0,'0'0'-2'16,"0"0"-7"-16,0 0 9 15,0 0-7-15,0 0-1 16,17 42 7-16,-13-29 2 15,2 1 0-15,-3 2-1 0,1-2 1 16,3 0-1-16,-3-1 0 16,0 0-14-16,1-3-35 15,-3-3-1-15</inkml:trace>
  <inkml:trace contextRef="#ctx0" brushRef="#br0" timeOffset="175261.17">18227 14894 54 0,'0'0'5'0,"0"0"-1"16,-30-46-1-16,20 29-3 15,-1 0 5-15,0 0 7 16,1 3 15-16,3 1-11 16,-1 3 10-16,4 0-8 15,3 3 0-15,1 0-8 0,0 1-8 16,0 1-4-16,0-1 3 16,4 2-2-16,3-2 1 15,-1 2 0-15,2-3-2 16,-1 2-4-16,1-2 4 0,0 0 3 15,-1-1 0-15,1-1-1 16,-2 2 1-16,0-1 0 16,2 0 0-16,-3 1 8 15,1 0 3-15,1 0-3 16,3 3-4-16,0 0-1 16,-1 2 1-16,1 2-2 15,0 0-2-15,-3 6-2 0,-1 5 1 16,-5 3 0-16,-1 2-1 15,0 4-3-15,-8 0 0 16,-6 1 4-16,-5-1-15 16,-3 0-21-16,2-6-29 15,1-4-47-15</inkml:trace>
  <inkml:trace contextRef="#ctx0" brushRef="#br0" timeOffset="175621.28">18398 14581 264 0,'0'0'0'0,"0"0"0"0,0 0-5 0,0 0-2 16,0 0 5-16,-14 40 0 0,5-20 2 16,2 0 1-16,0-2 0 15,5-2-1-15,2-3 1 16,0-2 0-16,6-4-2 15,5-4-5-15,3-3 2 16,4 0 2-16,-2-6 1 0,2-5 1 16,-3-5-1-16,0 1 4 15,-3-4 4-15,-3 1 3 16,-6-1 2-16,-3 1 2 16,0-1 1-16,-5 4 3 15,-9-1-10-15,-1 3-2 16,-4 6-5-16,-1 3-1 0,-1 4-1 15,0 6-4-15,1 10-11 16,3 2-14-16,3 2-14 16,4-5-59-16</inkml:trace>
  <inkml:trace contextRef="#ctx0" brushRef="#br0" timeOffset="175871.08">18646 14500 179 0,'0'0'-9'0,"0"0"15"15,0 0 6-15,0 0-7 16,0 0 0-16,0 0-5 16,0 0 1-16,-41 48 3 15,32-28 2-15,3-1-3 0,5 1 0 16,1-6 0-16,0 2 2 15,9-6-2-15,7-3-5 16,0-7-7-16,3 0-26 16,-1-7-33-16</inkml:trace>
  <inkml:trace contextRef="#ctx0" brushRef="#br0" timeOffset="176014.77">18600 14384 227 0,'0'0'-66'0,"0"0"64"15,0 0-46-15</inkml:trace>
  <inkml:trace contextRef="#ctx0" brushRef="#br0" timeOffset="176519.47">18734 14514 244 0,'0'0'3'15,"0"0"-1"-15,0 0-4 16,0 0 3-16,0 0-10 15,6-42-1-15,-1 35 3 16,2 1 4-16,1 3 1 0,2-1 1 16,1 3 3-16,2 1-2 15,1 0 4-15,0 0-4 16,1 8 0-16,-1 2-1 0,-1 3-17 16,-5 0-20-16,-3 0 11 15,-2-2 18-15,-3-1 7 16,0-3 2-16,0-3 0 15,-7-1 7-15,0-3 11 16,-3 0 1-16,4 0-4 16,-3-4-8-16,3-4-1 0,-1-3-4 15,3-1 1-15,4-3 1 16,0 0-2-16,0 0 0 16,6 0 0-16,3 1 3 15,2 4-2-15,3 1-4 16,-1 4 3-16,2 2 1 15,0 3-2-15,4 0 0 0,-1 0-1 16,-1 5 0-16,-1 2 0 16,-1 2-2-16,-3-1-32 15,0-3-26-15,-8-3 4 16</inkml:trace>
  <inkml:trace contextRef="#ctx0" brushRef="#br0" timeOffset="177002.52">18961 14160 122 0,'0'0'-6'0,"0"0"18"0,0 0 9 16,0 0-5-16,0 0-6 15,0 0-10-15,0 0 0 16,0 0 1-16,0 0 1 0,0 0 2 15,31 54 0-15,-21-25-1 16,4 1-2-16,-3-1 0 16,0 0-1-16,-1-6 1 15,1 1-1-15,-1-4 0 16,-5-6 1-16,2-4-2 16,-4-3 2-16,-1-2-1 0,-1-3 2 15,-1-2 1-15,0 0 25 16,1-4 3-16,1-4-24 15,2-2-5-15,1-3 0 0,4 0-1 16,-2 2 5-16,3-1-6 16,-1 3 0-16,3 1 2 15,1 3-2-15,1 2 3 16,3 3-2-16,-1 0 0 16,-1 0-1-16,1 6 1 15,-3 5-1-15,-1 0-1 16,-5 3 1-16,-3-1 0 0,-4 0-3 15,0 1-2-15,-9 0-2 16,-5-3-9-16,-1-2-23 16,-5-4-20-16,1-4-19 15</inkml:trace>
  <inkml:trace contextRef="#ctx0" brushRef="#br0" timeOffset="177132.08">19090 14273 252 0,'0'0'-8'0,"40"-47"8"0,-5 19 1 0,10 2-2 16,4-1-11-16,1-2-109 15</inkml:trace>
  <inkml:trace contextRef="#ctx0" brushRef="#br0" timeOffset="178441.02">14608 15222 91 0,'0'0'3'0,"0"0"0"0,0 0 3 0,0 0 2 16,-38 19 2-16,34-15-6 16,1 0-3-16,2 1 0 15,1 0-1-15,0 2-1 0,0 3 1 16,0 1 0-16,0 3 0 15,1 1 0-15,6 5 0 16,0 1 1-16,4 6-1 16,3 1 0-16,6 5 0 15,4 2 1-15,4 5-2 16,7 4 2-16,5 0-3 0,6 2-11 16,6-1 4-16,2-1 7 15,7-4 0-15,4-3 2 16,5-5 0-16,5-3 7 15,1-5 2-15,8-3 7 16,8-3-3-16,-3-2 0 0,5 1-6 16,3 1-2-16,5 0-3 15,-1 0-1-15,-2-1 1 16,5-2 1-16,-4-1 9 16,1-4 14-16,-2-6-7 0,1-1-5 15,-3-3-1-15,-2 0-7 16,0-7-2-16,-3-4-1 15,-6-4-1-15,-9 1-2 16,-7-2 1-16,-7-2-1 16,-9 2 1-16,-11 1-1 15,-6 1 0-15,-8 2 1 0,-7 6-1 16,-5 1 0-16,-4 3 0 16,-8 2-2-16,-3 0-34 15,-2 0-59-15,-8 2 31 16</inkml:trace>
  <inkml:trace contextRef="#ctx0" brushRef="#br0" timeOffset="178733.15">17287 15723 180 0,'0'0'5'0,"0"0"-1"0,43 0 13 0,-25 7-1 16,1 8-2-16,3 6 0 15,-1 7-8-15,0 8-3 16,-2 11 4-16,-8 12-6 0,-7 15-3 15,-4 9 2-15,-20 7-33 16,-16 4-117-16</inkml:trace>
  <inkml:trace contextRef="#ctx0" brushRef="#br0" timeOffset="181432.11">18694 16122 21 0,'2'-5'23'0,"-2"0"0"0,2 0 2 0,-2 0 2 15,0 2 3-15,0 1 3 16,0-1-10-16,0 0-10 16,0 0-2-16,0 2-3 15,0-2-6-15,0 3-1 16,-2-3-1-16,2 3 1 15,0-1-1-15,-2-1 1 0,2 1-1 16,-2 0 0-16,1 0 0 16,0 0 0-16,-1 0-1 15,1 0 1-15,-1 1-1 0,0 0-2 16,-4 0 2-16,0 0 1 16,-4 1 0-16,0 4 0 15,-1 1 0-15,-2 4 1 16,0 0-1-16,-3 1 1 15,3 3-1-15,-1 1 1 0,4 0 0 16,1 2-1-16,4 2 0 16,2-2 1-16,3 0 0 15,0-2-1-15,2-2 1 16,8-2-1-16,0-2 0 16,4-3-2-16,4-3 4 15,0-2-2-15,-1-1 0 0,2 0 1 16,0 0 3-16,-4-4-2 15,-2-2-1-15,0 3 0 16,-6-1-1-16,-1 1 1 16,-4 2-1-16,-2-1 3 0,0 2 9 15,-1 0-8-15,-8 0-7 16,0 8 3-16,-3 1 0 16,-1 4-1-16,1 0 2 15,-1 2 0-15,3 0-1 16,2 0 0-16,0 2 0 0,5-2 1 15,1 0 0-15,2 0-1 16,0-3 2 0,4-2-1-16,5-1-1 0,1-2-1 15,3-3 1-15,5-4-2 16,-1 0 1-16,3 0 4 16,2-7-22-16,1-6-66 0,-3-4-85 15</inkml:trace>
  <inkml:trace contextRef="#ctx0" brushRef="#br0" timeOffset="181842.8">18886 16238 211 0,'0'0'7'0,"0"0"2"0,0 0 7 0,0 0-7 16,0 0-2-16,0 0-2 0,0 0-1 15,0 0-3-15,0 0-3 16,0 0 4-16,0 0-1 16,6-18-1-16,7 27 0 15,2-1 1-15,3 2-1 16,0 0 0-16,-5 1 0 16,3-2 1-16,-6 1-2 0,-1-3 1 15,1 1 0-15,-7 0-1 16,-1-1-4-16,-1-2-4 15,-1-1 3-15,0-2 1 16,-1 0 4-16,-4-2 6 16,-4 0-2-16,4 0 7 0,-3-6 4 15,3-3-1-15,-3-2 2 16,5-2-1-16,2-1-2 16,1-2-9-16,0-2 2 15,5-2-4-15,10 2-2 16,6-1-2-16,1 5-22 0,2-3-26 15,2 3-51-15</inkml:trace>
  <inkml:trace contextRef="#ctx0" brushRef="#br0" timeOffset="182275.67">19251 16152 158 0,'0'0'55'15,"0"0"-52"-15,0 0 8 16,0 0 4-16,0 0 1 0,0 0-7 16,0 0-4-16,0 0-1 15,0 0-1-15,-8-10-2 16,16 10 0-16,4 0-1 16,0 5-1-16,1 3 1 0,1 2 0 15,1 1-1-15,-3 3-6 16,-2-2-6-16,0 1 3 15,-3 1 5-15,-2-3 3 16,-3-2 0-16,-2-2 0 16,0 1 0-16,-4-2-3 15,-6-2-2-15,-1-2 2 0,0-2 7 16,1 0 2-16,0 0 10 16,3-9 13-16,-1-2-5 15,4-3-5-15,0-3-4 16,4-3-5-16,0-2-1 15,2-2-5-15,8-1-1 0,4 3-1 16,5 1-1-16,2 2-7 16,3 3-22-16,0 4-12 15,-1 4-15-15,-1 2-20 16,0 2-11-16</inkml:trace>
  <inkml:trace contextRef="#ctx0" brushRef="#br0" timeOffset="182895.59">19554 16041 60 0,'0'0'18'15,"0"0"10"-15,0 0-9 16,3 37 0-16,-3-25-4 16,0 2 3-16,0-1 1 15,0 0-12-15,0-1-2 0,0-3-1 16,0-1-1-16,4-1-1 16,0-4-1-16,2 0 2 15,2-3-1-15,-3 0 0 16,1 0 5-16,0-6-1 0,2-2 8 15,-4-2 1-15,-1-4 0 16,-1 0-6-16,-2-1-3 16,0-1-1-1,0-1-1-15,-7-1 0 0,-3 3-1 16,1-1 0-16,1 4-1 16,-2 1 0-16,4 5 1 0,-1 1-1 15,4 2-2-15,2 1 0 16,-1 2-2-16,2 0-4 15,0 0-5-15,0 2 3 16,2 2 3-16,2 0-3 16,3-1 4-16,0 0 3 0,2-3-1 15,-4 0 2-15,3 0 1 16,0 0 0-16,-1 0 0 16,0 0 0-16,1 0 0 15,1 0-1-15,-3 0 1 16,3 0-2-16,-3 6 0 0,1 2-1 15,1 5 2-15,0 1 0 16,-3 1 2-16,4 2-1 16,0-2 0-16,-2-1-1 15,3-1 1-15,-1-1 0 16,0-5 1-16,2 0-2 16,-3-4 0-16,3-3 0 0,-2 0 5 15,1 0 5-15,-2-4 6 16,0-5 0-16,-4-3 1 15,-1 0 7-15,1-1-2 16,-2-1-13-16,0-2-6 16,-2 0-3-16,3 1-4 0,-1-2-36 15,0-2-28-15,3-2-143 16</inkml:trace>
  <inkml:trace contextRef="#ctx0" brushRef="#br0" timeOffset="183394.49">20516 15465 192 0,'0'0'-6'0,"0"0"13"0,-15-43 1 0,5 30-7 15,-1 3-3-15,0 2 3 16,-1 1 1-16,-3 4 5 16,1 0 1-16,1 3-1 15,2 0-5-15,-2 4-2 0,2 6 0 16,2 5 0-16,-1 3 0 15,2 2 0-15,3 1 0 16,1 2 0-16,2 1 0 16,2 2 0-16,0-1 1 15,2 2-1-15,5 2 1 0,3 2 1 16,4 0-2-16,-4 2 0 16,2-1 1-16,1-2 2 15,-2 0-2-15,0-3 0 16,-4 0-1-16,0-2 0 15,-4-3 0-15,-3 1 1 0,0-2 0 16,0 0-1-16,-5-1 0 16,-3-4 0-16,-4-2-12 15,0-4-57-15,-3-9-69 16</inkml:trace>
  <inkml:trace contextRef="#ctx0" brushRef="#br0" timeOffset="183957.87">20174 15888 274 0,'0'0'-7'0,"0"0"5"16,0 0 1-16,49-26-6 16,-24 18 11-16,2 1-3 15,6-2-1-15,-1 1 2 0,5 0-2 16,-4-3 0-16,3 2 0 15,-4-2 0-15,3 0 0 16,-6 0-17-16,-6 1-9 16,-2 0 18-16,-6 0 7 15,-3 4 1-15,-4-1 2 16,-4 4 3-16,-2 0 15 0,-2 3 7 16,0 0-8-16,0 0-11 15,0 0-8-15,-1 5 0 16,-2 3 1-16,1 6-1 15,-1 0 1-15,2 2 1 16,1 1-2-16,0-4 1 16,4 3 0-16,3-5-1 15,3-1 0-15,2-3-1 0,1-3 0 16,1-3-2-16,-1-1 2 16,2 0 2-16,-1-5 2 15,-1-2-3-15,-2-6 1 16,-1 2 0-16,-1-2 1 0,-3 0 0 15,1-1 0-15,-4 0 2 16,0 5-2-16,-2 2 2 16,-1 0 1-16,0 3 1 15,0 3-2-15,0 1-2 16,1 0-4-16,4 2-6 0,-2 7 2 16,3 1 0-16,2 1-9 15,2 2-19-15,-1-2-11 16,3-4-37-16,-1-4-33 15</inkml:trace>
  <inkml:trace contextRef="#ctx0" brushRef="#br0" timeOffset="184377.67">20940 15746 62 0,'0'0'155'0,"0"0"-133"0,0 0 0 0,7-40-19 0,-1 34-1 16,-2 1 0-16,2 1-2 15,0 4 0-15,-3 0 0 16,3 0-2-16,-1 9 0 16,0 3 2-16,1 1 0 15,-3 2 2-15,0 1-1 16,-2-2-4-16,0 0-13 0,-1-2 0 16,0-4 5-16,0-1 5 15,-3-3 4-15,0-3 2 16,-4-1 3-16,1 0 2 15,3-5 3-15,-1-2 5 16,1-6-3-16,1-1-5 0,2 0-4 16,0-2 5-16,0-1 0 15,3 2-4-15,5-1 0 16,4 1-1-16,1 3 0 16,1 4-1-16,2 1 1 15,2 4-2-15,-1 3 1 0,1 0 0 16,-2 0-1-16,-2 10 0 15,-1 1-14-15,0 2-6 16,-6 1-6-16,2-1-18 16,0-2 2-16,-2-4-11 15</inkml:trace>
  <inkml:trace contextRef="#ctx0" brushRef="#br0" timeOffset="184883.76">21321 15628 120 0,'0'0'9'0,"0"0"42"0,0 0-14 0,4-38-22 0,-4 36-9 15,-8 2-8-15,2 0-3 16,-4 2 0-16,-3 9 5 16,3 0 1-16,1 4-1 0,-2 0 1 15,4 4-1-15,3-4 1 16,4 0 1-16,0 0-2 15,1-5 1-15,9 0 1 16,4-5-2-16,1-3 2 16,7-2 0-16,-1 0-3 0,4-4 3 15,0-7-4-15,2-2-6 16,0-4-8-16,-4 1-8 16,1-5-12-16,-5 1 9 15,0-4 2-15,-6 0 10 16,-5-2-1-16,1 2 9 15,-5-4 10-15,-2 1 6 0,-2-1 17 16,0 4-1-16,0 0 3 16,0 6 11-16,0 6-10 15,-2 4-13-15,-1 5-9 16,-1 3-1-16,-1 0-5 16,1 11-1-16,-1 5 0 0,1 7 0 15,1 2 1-15,2 1-1 16,1 1 1-16,0 0 0 15,0-3-1-15,3 0 1 16,3-2 0-16,-2-1-2 0,1-3-15 16,-5-2-31-16,0-2-34 15</inkml:trace>
  <inkml:trace contextRef="#ctx0" brushRef="#br0" timeOffset="185153.25">21421 15572 205 0,'0'0'-4'0,"0"0"1"0,13-38 0 15,-2 27-6-15,7 0 8 16,1-1 0-16,0 1 2 0,2 1 6 16,1 3 13-16,-2 1-3 15,2 6-7-15,-6 0-7 16,-2 6-1-16,-2 5-3 15,-4 6 0-15,-4-1 3 16,-4 2 1-16,0 0-2 0,0-2 0 16,0-1 0-16,0 0-6 15,0-5-16-15,0-3-41 16,0-6-71-16</inkml:trace>
  <inkml:trace contextRef="#ctx0" brushRef="#br0" timeOffset="185915.06">21853 15455 301 0,'0'0'6'0,"0"0"-3"16,0 0 2-16,0 0-5 16,0 0-11-16,0 0-1 15,0 0-5-15,-48-30 8 16,31 30 7-16,-1 4 2 15,0 5-2-15,2 2 4 0,-4 1-2 16,3 2 0-16,2 0 0 16,2 4 0-16,2-1 0 15,6-2-2-15,1 0-2 16,4-1 1-16,0-4 1 16,0-2-1-16,6-3-2 15,4-1 4-15,1-1 0 0,2-3 0 16,3 0 2-16,-1 0 0 15,1-3-1-15,-3-4 0 16,-2 0 1-16,-1-1 1 16,-1-2-1-16,-2 1 6 15,-1-4 2-15,-3 3-3 0,3-1 0 16,-1 1-2-16,-1 2-2 16,5 1-1-16,-4 0-1 15,3 2-1-15,0 4 1 16,2-1 0-16,-1 2-1 15,0 0 0-15,3 3 1 0,-1 4-1 16,0 3 0-16,0 2 0 16,-2-1-1-16,0 0-7 15,-4 2-6-15,1 1-2 16,-5-3-5-16,-1-2-5 16,0-2 7-16,0-1 14 0,-7-2 2 15,0-4 6-15,0 0-1 16,0 0 1-16,1-7 3 15,2-2 9-15,2-1 2 16,2-5-2-16,0 1-1 16,2-2-1-16,8-1-1 0,1-3-2 15,5 3-5-15,0-2 0 16,6-1-2-16,1 2-2 16,4 3 0-16,1 2 1 15,1 3-1-15,2 4 2 16,1 2 0-16,-1 4 3 15,-1 0-4-15,-1 7 1 16,-3 10-1-16,-3 7-1 0,-8 5-3 16,-6 8 4-16,-9 4 4 15,-10 11-4-15,-18 7 0 16,-17 13-1-16,-24 11-8 16,-21 8-63-16</inkml:trace>
  <inkml:trace contextRef="#ctx0" brushRef="#br0" timeOffset="195901.16">19823 16697 20 0,'2'-1'2'0,"-2"0"-1"0,2 1 4 15,-2 0 1-15,0 0-1 0,0 0 4 16,0 0 5-16,0 0 11 15,0 0 8-15,0 0-1 16,0 0-8-16,0 0-11 16,0 0-6-16,0-2-3 15,0 2 2-15,0 0 3 0,0 0-1 16,0 0 3-16,0 0-1 16,0 0 2-16,0 0-2 15,0 0-4-15,0 0 0 16,0 0-2-16,0 0-2 15,0 0-2-15,0 0-2 0,0 0 0 16,0 4 1-16,0 1 0 16,0 2 0-16,1 0 1 15,0 0 1-15,1 0 0 16,-1 3 0-16,1-3 1 16,-1 2-2-16,0-1 1 0,1 1-1 15,-2 1-1-15,0-2 2 16,2 2 1-16,-1 0-1 15,1 1 2-15,2-2-2 16,1 2-1-16,-1-1 2 16,1-1 0-16,1-1-1 0,-1-2 1 15,4 3 0-15,-3-5-2 16,1 1-1-16,0-3 0 16,2 1 1-16,-4-3 0 15,3 0 1-15,-2 0 2 16,3 0-1-16,-1-2 1 15,-1-3-1-15,1-2 0 0,-2-2-1 16,2 2 0-16,-5 0 2 16,2-2-2-16,0 2 0 15,-1 0 0-15,-1-3-1 16,2 2 1-16,-1 1-1 0,1-1 0 16,-1-1 0-16,2-1 0 15,-1 0 0-15,-1 1 0 16,1-1 0-16,-3 3 0 15,1 0 0-15,-1 0 0 16,-1 1 1-16,-1 1-1 16,1 2 0-16,-1-2 0 15,0 1 0-15,0 1 0 0,0 2 0 16,0-2 0-16,0-1 0 16,2 4 0-16,-2-2 0 15,0 2 0-15,0-1 0 16,0 1 0-16,0 0 0 0,0 0-1 15,0 0 1-15,0 0 0 16,0 0 0-16,0 0 0 16,0 0 0-16,0 0-1 15,2 0 1-15,-2 0-2 0,0 0-1 16,2 1 0-16,-1 5 3 16,2 0 3-16,-1 2-3 15,3 2 0-15,-1 4 0 16,0-2 2-16,2 2-2 15,-2 2 0-15,3 0 1 0,-2 2 0 16,2 0-1 0,0 3 0-16,1-1 0 0,-1 3 0 15,2 0 0-15,-5 1 0 16,2 0 0-16,-1-1 1 16,-1-1-1-16,-1 0-2 15,-1 0 2-15,1-3 0 0,-3 1 1 16,0-2-3-16,0-1 2 15,0-1 2-15,-3-2-2 16,-3-1-2-16,1-2-1 16,-5-2 4-16,-1 0-1 15,-1-2-1-15,-1-2 4 0,-1-2-2 16,1-3 0-16,-1 0 1 16,3-1 3-16,2-8 5 15,-2-2 1-15,3-4-2 16,3 0-2-16,2-3-2 15,1 0 5-15,0-2-7 0,2 2 9 16,0 1-10-16,6 1-3 16,6 0-1-16,5 2-3 15,3-3-19-15,1 0-29 16,3-4-71-16</inkml:trace>
  <inkml:trace contextRef="#ctx0" brushRef="#br0" timeOffset="197032.41">20586 16608 36 0,'-3'-3'92'0,"0"0"-70"0,3 1 3 0,-3 0-12 0,2 1-6 15,1-1-3-15,0 1-1 16,0 1-2-16,-1 0 0 16,1 0-2-16,0 0 0 15,0 0 1-15,0 6-1 16,0 1 2-16,0 4 0 0,0-1 1 16,0 3-1-16,1-2-1 15,5 2 3-15,-1-3-3 16,2 0 1-16,-2-2 1 15,1-1 1-15,1-1-1 16,2-2 3-16,-2-1-2 0,1 1-2 16,-1-2 0-16,2-2 3 15,-1 0 1-15,2 0 1 16,0 0 0-16,2-6-2 16,-3 2 0-16,1-3-1 15,0 0 2-15,-3-2-1 16,0-1 0-16,1 2 1 0,-2-3-2 15,-1 0-1-15,0 1 0 16,-2-1-1-16,-1 1 0 16,0 0 1-16,-2 3-1 0,1-1 0 15,-1 2-1-15,0 2 1 16,0 2-1-16,0 1 0 16,0 0 0-16,0 1 0 15,1 0-3-15,-1 0-6 16,3 0 1-16,1 5 6 15,-3 2 1-15,3 6 1 16,0 1 4-16,2 0-6 0,-1 6 6 16,4 0-2-16,-2 3-2 15,1 1 1-15,1 0-1 16,1 2 1-16,-1-2-1 16,1-1 1-16,-4-1-1 15,3 0 1-15,-4-2 1 0,0 1-1 16,-1 0-3-16,-4 0 2 15,1-2 1-15,-1 1-4 16,0-3 4-16,0-2 1 16,-1-3-2-16,-5-2-1 15,-2-3 0-15,-1-3 0 0,-1 0 2 16,1-4-1-16,0 0 3 16,-2 0 8-16,4-4 7 15,-2-4 0-15,3-5-7 16,-3-2 3-16,4 0 1 15,0-3-3-15,2 2 0 0,1-1-6 16,2 1-4-16,0 2-2 16,0 1 0-16,0 0-2 15,10-1-15-15,-1-1-24 16,1-1-24-16,1-3-83 16</inkml:trace>
  <inkml:trace contextRef="#ctx0" brushRef="#br0" timeOffset="197816.72">20607 16374 82 0,'0'0'28'0,"-3"0"2"0,3 0-2 0,-1 0-14 16,1 0-11-16,0 0-2 15,0 0 1-15,0 0-2 0,0 0 1 16,0 0-1-16,0 0 0 15,0 0 1-15,0 0-1 16,0 0 1-16,0 0 0 16,0 0-1-16,0 0 9 15,0 0 12-15,0 0-4 0,0-2-5 16,0-1-7-16,0-2 0 16,1-2 0-16,2 2-1 15,-3-2 0-15,2 0-1 16,-2 0-1-16,1 1 1 15,1-1 3-15,-2 0-3 16,2 0-1-16,1 0-2 0,-1 1 0 16,0-1 0-16,0 2 0 15,0 0 1-15,-2 1-1 16,2 1 0-16,-1-1 1 16,1 2-2-16,-1 0 2 0,0 0-1 15,3 1-1-15,-4 1 1 16,2 0 0-16,-1 0 0 15,1 0 0-15,2 0-1 16,3 0 0-16,-2 3 1 16,3 5-1-16,-1-2 1 15,3 2 2-15,0 2-2 0,3 0 1 16,-3 0-1-16,3 1 0 16,-1-2-1-16,-2 3-18 15,-1-4-37-15,-6-2-62 16</inkml:trace>
  <inkml:trace contextRef="#ctx0" brushRef="#br0" timeOffset="198833.08">20567 16425 9 0,'0'0'43'0,"0"0"-7"0,0 0-4 0,0 0-3 0,0 0-8 16,0 0-12-16,0 0-3 15,0 0-4-15,0 0-2 16,0 0 0-16,0 0 0 15,0 0 0-15,0 0 0 0,0 0 1 16,2 0 0-16,-2 0 1 16,0 0 6-16,0 0 4 15,0 0 0-15,0 0 1 16,0 0-6-16,0 0-2 16,0 0-4-16,0 0 0 0,0 0 1 15,0 0 0-15,0 0 5 16,1 0 0-16,-1 0 1 15,0 0-4-15,0-1 0 16,0-1-2-16,1-1-2 16,0-1 2-16,1-2-2 15,0 2 0-15,-1-2 1 0,2 1 0 16,-3-1-1-16,2 0 1 16,-2-1-1-16,1 1 0 15,2-1 0-15,-1-1 0 16,0 1 0-16,0-2 0 15,0 2 0-15,0 1 0 16,0-1 0-16,-1 0-1 16,1 0 1-16,0 3 0 0,0 0 0 15,0 1 0-15,-2 0 1 16,2 0-1-16,-2 0-1 16,1 2 1-16,0-1 0 15,0 2 0-15,0-1-1 0,3 1 1 16,-4 0-3-16,1 0 2 15,2 0 0-15,-3 0-1 16,4 0 0-16,-4 0 1 16,3 0 0-16,-1 0 1 15,0 0-1-15,2 0 2 0,-2 0-2 16,-1 1 2-16,1 1-1 16,0-2-1-16,-1 1 1 15,2-1 1-15,0 2-1 16,-1-1 0-16,-1-1 0 0,2 3 0 15,0-2 0-15,1 1 1 16,-2 1-1-16,2-1-1 16,1 1 2-16,1 0-1 15,0-1 0-15,1 1 0 16,3 1 0-16,-3 0 0 16,4-1 0-16,-2 2 0 0,3 0 1 15,1-1-2-15,0 3 1 16,0-3-31-16,-2-1-110 15</inkml:trace>
  <inkml:trace contextRef="#ctx0" brushRef="#br0" timeOffset="202299.34">20319 16845 53 0,'0'0'13'0,"-4"0"-7"0,3 0-3 0,0 0-2 15,-1 2 0-15,0-2 3 16,1 1 5-16,1-1 10 16,-3 0-1-16,1 0 2 15,1 0-1-15,0 0-8 0,1 0-5 16,-1 0-2-16,0 0-3 15,0 0-1-15,0 0 1 16,0 0-1-16,0 0 0 16,1 0 1-16,-1 0-1 0,1 0 2 15,0 0 6-15,0 0-2 16,0 0 0-16,0 0-4 16,0 0-2-16,-2 0 2 15,2 0-2-15,0 0 1 16,0 0 0-16,0 0 2 15,0 0 1-15,0 0 2 0,0 0-1 16,0 0-3-16,0 0-3 16,0 0 0-16,0 0 0 15,0 0 1-15,0 0 1 16,2 0 0-16,-1 0-1 16,1 0 1-16,2 0 4 0,0 0 3 15,2 0-3-15,2 0-2 16,-3 0 0-16,3 0-1 15,0 0-1-15,2-1-2 16,-3-1 2-16,2-1 0 16,0 2 0-16,-1-2-1 0,0 0 0 15,-1 1 1-15,2 0 0 16,-1-1 1-16,-2 0 1 16,1 2-2-16,1-1-1 15,0 0 1-15,-2 0-1 16,1 1 0-16,-2-1 1 0,-1 0-2 15,1 2 2-15,-2-2-1 16,0 1 0-16,0-1 1 16,1 1 0-16,-2 0 0 15,1 0-1-15,1 1 1 16,-1-1-1-16,-1 1 0 0,0 0 0 16,-1 0 0-16,0-2 0 15,-1 2 0-15,0 0 0 16,0 0 0-16,0 0-1 15,0 0 2-15,0 0-3 16,0 0 0-16,0 0-5 0,0 0-2 16,0 2-8-16,0 1 10 15,0 0-3-15,-2 0 4 16,-2 1 2-16,-3-3 4 16,2 3 0-16,-3-2 1 15,0 1 2-15,0-2 1 16,0 2 0-16,0 0 1 0,0 0-4 15,0 0 1-15,-2-1-2 16,1 1 1-16,-2 0 0 16,1 1 0-16,-1-1 0 15,-1-1 5-15,0 2-1 0,0-3-2 16,-1 2-1-16,0 1-1 16,0-1-1-16,-1 0 1 15,0 0-1-15,3 0 0 16,0 1 0-16,0-3 0 15,2 1 2-15,2 1-2 0,-1-1 0 16,0-1 1-16,2 1-1 16,2-2 0-16,1 2 2 15,-1-2-2-15,1 1 0 16,2-1 0-16,0 0 1 16,0 0-1-16,1 0 2 0,0 0-1 15,0 0-2-15,0 0 1 16,0 0 1-16,0 0-4 15,0 0 3-15,0 0 0 16,2 0 1-16,1 0 0 16,2 0 0-16,0 0-1 15,-1 0 0-15,3 0 1 0,0 0-2 16,0 0 0-16,1 0 1 16,0-1 0-16,2-1 1 15,1 0-1-15,-3 0 1 16,4 0 0-16,-1-1-1 15,3 1 1-15,-5-4-1 0,2 4 0 16,0-1 0-16,0-1 1 16,-3 2-1-16,3-1 2 15,-3 0-2-15,-1 0 1 16,2 1-1-16,0 0 0 0,-4-1 2 16,3-1-1-1,-1 1 1-15,2 2-2 0,-4-1 1 16,3 0 0-16,-2 0-2 15,-1 1 2-15,0-1-1 16,0 1 0-16,-3 0 0 16,0 1 0-16,0 0 0 0,-2 0 1 15,0 0 0-15,0 0 0 16,0 0 0-16,0 0-1 16,0 0 0-16,0 0 3 15,0 0-6-15,-6 0 2 16,0 1 0-16,-2 2-1 0,-1-2 0 15,-2 2 0-15,-1 0 0 16,0-2-2-16,-2 2 2 16,2-1 2-16,-2-1 0 15,1 0 1-15,1 1-3 16,-1-1 2-16,3-1 0 0,0 2 0 16,0-2 0-16,3 1 1 15,-1 0-1-15,1-1-1 16,0 2-3-16,4-1-2 15,-1-1-2-15,0 0-3 16,2 2 7-16,2-1 2 0,-2-1-4 16,2 0-6-16,0 2-1 15,0-1 6-15,0-1 1 16,0 0 4-16,0 0 1 16,0 0 1-16,3 0 4 15,4 0 8-15,-1 0 0 0,5 0-4 16,-1-3-3-16,3 2-2 15,-3-2-3-15,2 1 1 16,1 0-1-16,0 0 0 16,-2 1 0-16,0-2 2 15,-1 2-2-15,0-1 0 0,-1 1 0 16,-2-1 0-16,1 2 1 16,1-1-1-16,-3-1 0 15,2 1 0-15,-1 1 0 16,-1-3 0-16,2 3 1 15,-3-1-1-15,1-1 2 16,0 2 0-16,0-2 0 0,-4 0-2 16,1 2 0-16,0 0 0 15,-3 0 0-15,1 0-2 16,-1 0-13-16,0 0-24 16,-2 0-11-16,-5 0 3 15</inkml:trace>
  <inkml:trace contextRef="#ctx0" brushRef="#br0" timeOffset="202719.49">20265 16868 124 0,'-2'0'11'0,"2"0"-2"0,0 0-6 0,0 0-2 16,0 0-2-16,4 0 6 0,1 0 8 15,4 0-1-15,0 0-1 16,0 0-1-16,2 0 0 15,1-3-2-15,1 0 0 16,2-1-1-16,-2 1-1 16,1-1-2-16,-1 1-1 15,-1-1 0-15,-2 1-1 16,-1 0-2-16,1 3 1 0,-5-1-1 16,1 1 1-16,-2 0-1 15,1 0 1-15,-3 0-1 16,2 0-1-16,-4 0-2 0,0 0-23 15,0 0-70-15</inkml:trace>
  <inkml:trace contextRef="#ctx0" brushRef="#br0" timeOffset="209043.73">3429 16636 54 0,'-3'0'7'0,"1"0"11"0,0 0-1 0,0 0-3 0,2 0 3 15,-2 0 1-15,2 0-1 16,-1-4-3-16,1 1-3 15,0-2-2-15,0 0-5 16,0-1-1-16,5 0-2 16,2-1 0-16,4-1-1 0,0 0 0 15,3 2 1-15,-1 1-2 16,0 0 1-16,3 4 0 16,0 1 0-16,-5 0 0 15,2 0-1-15,-5 7 0 16,0 7 0-16,-4 3-8 0,-3 3 5 15,-1 3-10 1,0 1-12-16,-5-3 7 0,-3-1 8 16,0-3 6-16,0-3 4 15,1-4 1-15,0-5 1 16,2-3 0-16,1-2 7 16,2 0 2-16,2-7-6 0,0-3-3 15,0-4-1-15,2-1 0 16,7-1 1-16,-2-1 0 15,4 0-1-15,0 0 0 16,-2 1 0-16,2 2 0 16,1 0 0-16,-3-2 0 0,1 5 1 15,-3 1-1-15,0-2 0 16,0 1 0-16,-5 4 0 16,2 0 0-16,-2 0 0 15,-2 1 1-15,0 1-1 16,0 2 2-16,0 0-2 0,0 1 0 15,0 0 0-15,0 1 0 16,0 1 2-16,0 0 0 16,0 0-3-16,0 0 2 15,0 0-2-15,0 0 1 0,0 0-1 16,0 0 1-16,0 0 0 16,0 0 0-16,0 0 0 15,0 0 1-15,0 0 2 16,0 0-2-16,-2 0 0 15,2 1-1-15,0 4 0 0,0-1 1 16,0 2-1-16,0 0 0 16,0 1 1-16,0 0 0 15,-2 0 2-15,2 3-2 16,-2-1 1-16,0 0 0 0,2 0 1 16,-2 2 1-1,1-1-2-15,0 0 1 0,1 0 1 16,0-3-3-16,0 1 3 15,0-2-1-15,0 2-1 16,0-3-1-16,4 0-1 16,0 2 2-16,2-3-1 15,1 0-1-15,1 0 2 0,2-1-1 16,1-3-5-16,1 0-23 16,-1 0-25-16</inkml:trace>
  <inkml:trace contextRef="#ctx0" brushRef="#br0" timeOffset="209301.01">3791 16658 70 0,'0'0'39'0,"0"0"-38"0,0 0 2 0,0 0 1 0,4 47 1 0,-2-29 0 15,0 5-3-15,0 1-1 16,2 6 3-16,0 0-3 16,-2 1-1-16,2-6-25 15</inkml:trace>
  <inkml:trace contextRef="#ctx0" brushRef="#br0" timeOffset="210881.15">4197 16322 11 0,'0'1'13'0,"2"2"3"0,-2-1-3 0,0 1-2 0,0 0 1 16,0 4-1-16,0 0-2 15,0 0-5-15,0 5-1 16,0-1 0-16,0 2-2 16,0 3 0-16,0 1 0 15,0 2 0-15,0 5-1 16,0-1 0-16,0 3 1 0,3 1-1 16,2 2 1-16,-1 1-1 15,1 0 0-15,1 6 0 16,0-2 0-16,2 6 1 15,-1-1-1-15,1 3 1 16,1 3 0-16,0 0-1 0,0 2 0 16,0 1 1-16,1-1-1 15,0 3 1-15,-1 0 1 16,3 1-2-16,-4 4 1 16,3 1-1-16,-1 1 0 15,-1 0 0-15,-1-2 1 0,-1-4-1 16,0-4 0-16,-2-4 0 15,1-2 1-15,-2-3 3 16,-2-3-1-16,1-2 2 16,1-1-3-16,-2-1 1 15,1-2-2-15,-3 0 0 0,0-1 0 16,0 2 1-16,0-4-1 16,0-4 1-16,0-3 9 15,0-2 7-15,0-6-4 16,0-1-6-16,0-5-3 15,0-1 0-15,0-1-3 0,0-1-1 16,0-2-1-16,0 0-2 16,0 0-27-16,0-4-49 15</inkml:trace>
  <inkml:trace contextRef="#ctx0" brushRef="#br0" timeOffset="212066.51">4560 16310 84 0,'0'0'7'0,"0"0"10"0,0 0-3 0,0 0 4 0,0 0 3 15,0 0-5-15,0 0-7 16,0 0-4-16,0 0-1 15,0 0-1-15,0 0-3 16,0 0 1-16,0 0-1 0,-25 41 1 16,25-30-1-16,2-1 1 15,3 0-1-15,0 1 0 16,1-3 0-16,-1 0 1 16,1-3-2-16,1-1 2 15,0 0 0-15,0-3 0 0,1-1 0 16,-4 0 0-16,4 0-1 15,-2 0 2-15,-3-1 1 16,1-6 0-16,0 0-1 16,-2 0 3-16,0-2-3 15,-1 1-1-15,4-1 0 16,-3-1 0-16,-2 0 1 0,2 2-2 16,0-1 1-16,-2 2 1 15,0 1-2-15,0 3 3 16,0-1-1-16,0 1 0 15,0 1 0-15,0 2 0 16,0 0-2-16,0 0-1 0,0 0-1 16,3 0 1-16,1 0 0 15,-2 4 1-15,2 1-1 16,0 0 0-16,1 2 1 16,0 4 0-16,-1-1 0 15,1 3 0-15,-3 0 1 0,2 1-1 16,-1 2 1-16,1-1-1 15,-2 4 1-15,0-1-1 16,1 2 0-16,-3-1 1 16,0-2-1-16,0-2 0 15,0 2 0-15,0-3 0 0,0-2 0 16,-3-2 0-16,-1 1 1 16,0-4-1-16,-1-3 3 15,-1-1-2-15,1-1 4 16,-2-2 0-16,1 0 5 15,1 0-4-15,1-2 0 0,-1-3-2 16,-1-1-1-16,4-1-2 16,-4 0-1-16,6-2 1 15,0 3-1-15,0-1 1 16,0-1-2-16,10 2 2 16,1-2-2-16,5-1-9 0,-3-2-30 15,0-1-70-15</inkml:trace>
  <inkml:trace contextRef="#ctx0" brushRef="#br0" timeOffset="213135.78">3586 17087 61 0,'0'0'15'0,"0"0"-10"0,0 0-2 0,0 0-3 0,0 0-1 15,0-2-4-15,0 1 2 16,0-2 3-16,0 1 0 15,0 1 1-15,0 0-1 16,0-1 0-16,0 1-1 16,0 1-4-16,0 0 2 15,0 0 5-15,0-2-1 0,0 2 2 16,0 0 3-16,0 0-2 16,0 0-2-16,0 0-1 15,0 0-1-15,0 0 1 16,0 0-1-16,0 0 0 15,0 0 1-15,0-2 10 0,0 2 15 16,0 0 9-16,0 0-2 16,-3 0-21-16,2 0-5 15,0 0-5-15,0 0-1 16,1 0-1-16,0 0 1 0,-2 0-1 16,2 0 1-16,0 0-1 15,0 0 0-15,0 0 0 16,0 0-1-16,-2 0 2 15,0 5-2-15,2 1 2 16,-2 4 0-16,0 0 0 16,0 3 1-16,2 2-1 15,-1 0 0-15,1 2-1 0,-2 2 1 16,2-1 0-16,0 3 0 16,-2 0 0-16,0-1 0 15,0 0 0-15,-2-1 2 16,0-1 4-16,2-3 3 0,-2-2-6 15,2 0 0-15,0-3-2 16,2-3 0-16,0 0-1 16,0-6-1-16,8-3-31 15,2-21-104-15</inkml:trace>
  <inkml:trace contextRef="#ctx0" brushRef="#br0" timeOffset="214225.08">4624 16963 6 0,'0'0'50'0,"-2"2"-31"0,0-1-5 0,-2 0-6 0,1-1-2 16,1 0 3-16,-2 2 6 16,0-2 5-16,-1 0-1 0,2 0 0 15,1 0-9-15,0 0-3 16,0 0-4-16,-2 0 1 15,4 0-2-15,0-3-2 16,0-1 0-16,0 0 0 16,0-2 1-16,1 1 1 15,6-1-2-15,-2 0 0 0,4 0 0 16,2 0 0-16,-3 2 1 16,4 0-1-16,-3 1 0 15,0 3-1-15,2 0 1 16,-2 0 0-16,-2 0-2 0,1 0 0 15,-1 7-3-15,0 3 0 16,-3 1 3-16,-3 1 2 16,-1 3 0-16,0 1-2 15,0-2 2-15,-3-2 0 16,-3-1 2-16,-1 2-2 0,2-5 0 16,-2-1 0-16,3-1 2 15,2 0-1-15,-2-2-1 16,1 0 1-16,2-2 0 15,0-2-1-15,1 2 1 0,0-2 0 16,0 0-1-16,0 0-2 16,0 0 2-16,5 0 0 15,3 0 1-15,1-4 3 16,7-1-4-16,-3-3 5 16,5-1-3-16,1-3 0 15,0-2 0-15,4 2-2 16,-1-2 2-16,-2 2-2 15,0 2-2-15,-4 3-38 0,-3 2-47 16</inkml:trace>
  <inkml:trace contextRef="#ctx0" brushRef="#br0" timeOffset="-214220.82">3663 17585 1 0,'0'0'3'0,"0"0"14"0,0 0 0 0,0 0 3 16,0 0-1-16,0 0 3 15,0 0-2-15,0 0 1 16,0 0-4-16,0 0 0 16,0 0-6-16,0 0-6 0,0 0-2 15,-35-23 2-15,33 23-5 16,-2 0 0-16,1 0 1 16,1 0 0-16,-1 0-1 15,-1 1-1-15,1 1 2 16,1 0-1-16,-2-1 1 0,2-1 1 15,-2 0 1-15,1 0 3 16,1 0 1-16,0 0-1 16,0 0 0-16,-3-1-3 15,4-3-1-15,1-1 0 16,-2 2-2-16,2-4 0 0,0 2 1 16,0-1-2-16,3-1 3 15,6 0-3-15,-3 0 2 16,5-1-2-16,-4 1 2 15,5 0-2-15,-2 3 1 16,-1 0 0-16,3 0 0 16,-5 2-1-16,3 2 1 0,-2 0-4 15,-2 3-2-15,-1 5 0 16,-1 2 1-16,0 2 2 16,-4-1-2-16,0 6 4 15,0 0-3-15,0 0 3 16,-6 2-2-16,-1 1 1 0,-2-3 2 15,0 1 1-15,0-1-1 16,-1-1 1-16,2-5-1 16,1 0-2-16,1-2 5 15,2-3-2-15,1-3 0 0,2-1-1 16,1-2-1-16,0 0 2 16,0 0-1-16,1 0-1 15,6 0 1-15,2 0 0 16,0 0 1-16,2 0 1 15,2-2-2-15,3-1 3 16,-1-1-3-16,0 0 1 16,4 1-1-16,1-1 1 0,1 3 0 15,0-3-1-15,2 1-13 16,-5-5-82-16</inkml:trace>
  <inkml:trace contextRef="#ctx0" brushRef="#br0" timeOffset="-213516.24">4714 17324 11 0,'0'0'22'0,"0"0"-4"0,0 0-9 0,6 41-3 0,-4-25-5 16,-1 1 2-16,-1 0-2 16,2-2-1-16,-2-2 1 15,0-2 3-15,0-2 9 16,0-2 0-16,0-4-1 0,0 1-5 16,0-4-4-16,0 3 0 15,3-3-2-15,-1 0 1 16,2 0 6-16,3 0 7 15,1-3-1-15,2-1-3 16,1-2-4-16,0 1-3 16,5-3 2-16,-3 0 2 0,1-1-1 15,-1 1-4-15,1-1-1 16,-1 1-1-16,-2-1 0 16,2 2-1-16,-4 2 0 15,3 0 0-15,-5 1 1 16,-1 1-2-16,0 1-3 0,-5-1-55 15,-1-2-79-15</inkml:trace>
  <inkml:trace contextRef="#ctx0" brushRef="#br0" timeOffset="-213329.73">4872 17269 267 0,'0'0'4'0,"0"0"3"0,0 0-7 16,0 0-2-16,0 0 2 16,-8 51 0-16,8-26 1 15,6 5 0-15,-2 7-1 16,2 0-2-16,-4 1-37 16,-2-1-52-16</inkml:trace>
  <inkml:trace contextRef="#ctx0" brushRef="#br0" timeOffset="-212482.97">3697 18040 50 0,'0'0'31'0,"0"0"-3"0,0 0-2 0,0 0 7 0,0 0-1 16,0 0-10-16,-38-12-12 15,38 4-2-15,0 3-5 0,0-2 3 16,0 0-3-16,5-1-1 16,3 1-2-16,0 0 1 15,2 0-1-15,1 1 0 16,-1 0 0-16,1 4 0 16,0 0 0-16,0 0 0 0,0 2 0 15,-2 0-1-15,1 0-1 16,-2 5 0-16,-2 3 1 15,-1 5 0-15,-3-1 1 16,-2 2-1-16,0 0 1 16,0 1 0-16,-2-3-2 15,0-4 4-15,-2 1-2 0,3-4 1 16,1-2-1-16,0-3 1 16,0 0-1-16,0 0-1 15,0 0-3-15,5 0 4 0,1 0 1 16,2 0-1-16,-2 2 2 15,1 1-2-15,1 2 0 16,0 1-3-16,-2 0 4 16,-2 1-1-16,-1 1 0 15,-3 0 2-15,0 1-2 16,0 1 0-16,-7 1 2 16,-5 0 0-16,-1 1 1 0,-3 1 0 15,1-3 1-15,-3 2-1 16,0-1 2-16,2-3 3 15,1-2-1-15,2-2-2 16,4-1-3-16,2-3 0 0,7 0-1 16,0-6-5-16,2-9-51 15,7-8-72-15</inkml:trace>
  <inkml:trace contextRef="#ctx0" brushRef="#br0" timeOffset="-211693.43">4826 17861 75 0,'0'0'10'0,"0"0"14"0,0 0-6 0,0 0 2 16,0 0-7-16,0 0 3 15,0 0 3-15,0 0-13 0,0 0-5 16,0 0-1-16,0 0 0 16,0 0 1-16,0 0-1 15,-25 38 0-15,25-32 0 16,0-2 1-16,0 0-1 16,2-1 1-16,2 1-2 0,1-2 2 15,2-1-1-15,-2-1 0 16,3 0-1-16,-1 0 3 15,0 0 2-15,4-1-1 16,-4-2 0-16,2 0-1 16,0 0-1-16,-3 0-1 0,1 3 0 15,-1 0 0-15,-1 0 2 16,0 0-5-16,0 2 1 16,-1 2 2-16,0 3 3 15,-4-1-1-15,2 1-1 16,-2 0 0-16,0 3 3 0,0-3 0 15,-2 5 2-15,-5 0-3 16,1-2 2-16,-3 4-1 16,2-4-2-16,-2 3-1 15,1-3-1-15,0-1 0 16,2-4 0-16,1-2 0 16,1-3-2-16,2 0-17 0,-3-6-77 15</inkml:trace>
  <inkml:trace contextRef="#ctx0" brushRef="#br0" timeOffset="-211503.45">4790 17838 236 0,'0'0'9'0,"0"0"-2"0,0 0-5 0,0 0 1 16,15-40-1-16,4 23 0 15,0-1-1-15,4-8-8 16,0-1-46-16,-1-7-82 16</inkml:trace>
  <inkml:trace contextRef="#ctx0" brushRef="#br0" timeOffset="-210740.48">5081 16077 24 0,'0'0'27'0,"0"0"-16"0,0 0 4 0,0 0-1 0,0 0 10 15,0 0-4-15,0 0-3 16,0 0-6-16,0 0-8 15,0 0-3-15,-9-9 0 16,9 19 0-16,0 3 0 0,2 6 1 16,4 2-1-16,1 4 1 15,3 5 1-15,1 3-1 16,3 4 0-16,0 7 0 16,0 3 1-16,2 7-1 15,-1 4-1-15,-1 3 0 16,1 6 1-16,-1 2 0 15,-1 4-1-15,-1 0 1 0,0 3-1 16,0 0 3-16,1 0-2 16,-2-1 3-16,0 3 1 15,1 2 1-15,-3 5-1 16,4 4 4-16,-4 4-2 0,0-1-1 16,0-4-3-16,2-5-2 15,-6-10 1-15,1-7-1 16,-1-11 2-16,-1-11-1 15,1-10-1-15,-1-6 0 16,-2-10 1-16,0-5-2 0,1-8 1 16,-3-5-22-16,0-12-98 15</inkml:trace>
  <inkml:trace contextRef="#ctx0" brushRef="#br0" timeOffset="-209942.11">3154 17019 103 0,'0'0'4'0,"0"0"21"0,0 0-2 16,0 0-8-16,0 0-7 15,0 0-2-15,0 0-1 0,0 0-1 16,0 0-5-16,0 0-1 16,0 0 3-16,0 0-1 15,5-3 0-15,14 0 1 16,4 0 0-16,6-1-1 0,4-3 2 16,5 1-4-16,1-3 4 15,3-2-2-15,2 0 1 16,2 1-2-16,5-1 2 15,0-1 1-15,3 2-2 16,4-1-2-16,0-1 1 0,5 0 2 16,2-3 1-16,3 1-2 15,4 1 1-15,2-2 0 16,2 1 1-16,3-2 0 16,2 0-1-16,0-2 0 15,0-1 1-15,1-2 0 16,-1-2-1-16,-3-2 4 0,-2 2 4 15,-4-4 2-15,-2 6 0 16,-6 0-2-16,-6 5 0 16,-9 0-6-16,-4 6-1 15,-7 3 0-15,-7 6-2 16,-4 1 2-16,-8 0-4 0,0 3 0 16,-11 1-20-16,-5-4-118 15</inkml:trace>
  <inkml:trace contextRef="#ctx0" brushRef="#br0" timeOffset="-207730.66">7545 17092 92 0,'0'0'7'0,"0"0"18"0,0 0-10 0,0 0-5 16,0 0-7-16,0 0 2 15,0 0 3-15,-6-38 4 0,6 32 1 16,2-1-2-16,1 2-6 16,3-1-3-16,2 0-1 15,2 1-1-15,-3 0 0 16,2 3-1-16,2 0 2 16,-2 2-2-16,-2 0 1 15,2 0-3-15,-2 1 1 0,1 6 2 16,-4-1 1-16,3 3 0 15,-2-1 0-15,-3 0-1 16,3 1 2-16,-3-2 0 16,2 0-1-16,-2 0-1 15,-1-3 0-15,1-2 0 0,2 0 1 16,0-2 0-16,0 0-1 16,2 0 0-16,-2-2 3 15,2-4-2-15,1-3 0 16,-2 0 0-16,2-1-1 15,-3 0 3-15,-1-1-2 16,1 0 0-16,-2 0 1 0,-2 0 0 16,0 1 1-16,0 0 0 15,0 2-2-15,0 2 3 16,0 2-2-16,0 1 0 16,0 1 2-16,0 2-3 15,0 0-2-15,0 0-3 0,4 0 3 16,-1 0 0-16,6 0-1 15,-3 6 2-15,3 1-1 16,-2 1 2-16,0 3-2 16,2 0 0-16,-3 4 1 0,-3 0 0 15,3 5 0-15,-4 0 1 16,2 1-1-16,-2 0 0 16,-2 3-1-16,0-2 2 15,0-1-2-15,0 2 1 16,0-2 0-16,-4-1 0 0,-2-1 0 15,-3-1 0-15,-1 0 1 16,0-1-1-16,1-4-1 16,-4-1 2-16,1-5 0 15,0-2-1-15,0-3 4 16,0-2 2-16,2 0 0 16,-4-2 3-16,3-5-3 0,0-1-1 15,-1-2-2-15,1-1-2 16,3 0 0-16,-1 0-1 15,4 4 0-15,3 0 0 16,2 0 0-16,0 1-5 0,4 0-17 16,8-3-35-16,1-4-91 15</inkml:trace>
  <inkml:trace contextRef="#ctx0" brushRef="#br0" timeOffset="-207141.6">8012 17083 108 0,'0'0'36'0,"0"0"-6"0,0 0-25 16,0 0-4-16,0 0-1 15,0 0 2-15,0 0-2 0,3 0 1 16,2 0 2-16,-1 0 3 16,3 0 1-16,-3 0-1 15,5-2-2-15,-2 1-1 16,2 0-2-16,-2-1 0 16,3 2-1-16,0-2 0 0,-3 2 1 15,3 0-1-15,-4 0 0 16,2 0-2-16,-2 0-13 15,-1 0-21-15,-1 5-17 16,-4 0-48-16</inkml:trace>
  <inkml:trace contextRef="#ctx0" brushRef="#br0" timeOffset="-206906.84">8062 17209 132 0,'0'0'5'0,"0"0"-5"16,0 0 1-16,0 0 1 15,0 0-1-15,0 0 0 16,0 0 4-16,0 0 5 16,0 0 6-16,38 10 0 0,-29-9-7 15,3 1-6-15,1-1-3 16,2-1 1-16,-2 0-5 15,1 0-77-15</inkml:trace>
  <inkml:trace contextRef="#ctx0" brushRef="#br0" timeOffset="-205782.12">8471 16962 92 0,'0'0'11'0,"0"0"0"0,0 0-1 15,0 0-9-15,0 0-1 16,0 0 1-16,0 0 0 0,0 0 9 16,0 0 14-16,0 0 4 15,0 0-6-15,-11 0-5 16,11-2-7-16,0 2-3 16,-2 0-4-16,2 0-3 15,0 2-3-15,0 5 5 0,0 3-2 16,0 1 0-16,0 1 0 15,0 3 0-15,0-1 1 16,0-1-1-16,0 3 0 16,0-2 0-16,2 0 0 15,0 0 1-15,0 0-1 0,-2-1-1 16,3 0 2-16,1-3-1 16,-2 0-1-16,2-3 0 15,-1-1 1-15,2-2 0 16,-1-1-2-16,-1-2 1 15,1-1 1-15,0 0-2 0,0 0 2 16,-1 0 0-16,4 0 2 16,-3-5-3-16,-1 0-3 15,3-1 3-15,-2-2 0 16,-1 1 1-16,1 0 0 16,1-1 1-16,-1 0-2 15,-3-2 2-15,2 3-1 0,0 0 1 16,-1 0-1-16,0 2 0 15,-2 0 1-15,0 2-2 16,2-1 1-16,-2 3 1 0,0 0-1 16,0-1 0-16,1 0-1 15,-1 1 2-15,0-1-1 16,2 2 0-16,-2-2-1 16,2 2 1-16,0 0-1 15,0 0 0-15,0 0-4 16,-2 0-3-16,3 0-2 15,-3 0 6-15,0 0 4 0,0 0 0 16,0 0-1-16,0 2 2 16,0 1 0-16,0-1 0 15,0 1-2-15,1 0 2 16,-1-1-1-16,0 1 0 0,0 0 0 16,1-2 0-16,-1 2 0 15,0-1 0-15,1-1 0 16,0 2 1-16,0-3-9 15,1 0-77-15</inkml:trace>
  <inkml:trace contextRef="#ctx0" brushRef="#br0" timeOffset="-205009">8545 16893 124 0,'0'0'4'0,"0"0"12"0,0 0-7 0,0 0-2 16,0 0-5-16,0 0 1 15,0 0-1-15,0 0 1 16,-43-14-1-16,39 16-1 0,-3 5 1 15,-1 1 0-15,0 4 1 16,0-1-1-16,1 5-1 16,-1 1 0-16,2 1 0 15,-1 5-4-15,3-3 5 0,2 0 1 16,0-1-3-16,2-1 2 16,0 0-1-16,0-2 0 15,0-1 0-15,2 1 0 16,3-5 1-16,1 2-1 15,2-4 1-15,0-1-2 0,3-1 0 16,-4-3 0-16,4-1 1 16,0-1 0-16,0-2-1 15,3 0 1-15,-5 0 1 16,4-4-2-16,-2-2 2 16,-2-2 1-16,-1 0 0 15,-2 0 0-15,-2-2 1 0,-2 2 4 16,-1-3 2-16,-1 1-1 15,0-1 1-15,0 1-3 16,-1-1-2-16,-3-2-1 16,-3 0-3-16,0-1 1 0,-1-3 0 15,1 0 0-15,-2-1-2 16,-2 0 2-16,2 3 0 16,-2 0-1-16,-1 4 0 15,-1 1 1-15,2 3 0 16,4 5 0-16,0 1-3 0,3 1-4 15,4 1-9-15,0 5-46 16,0-3-42-16</inkml:trace>
  <inkml:trace contextRef="#ctx0" brushRef="#br0" timeOffset="-204711.09">8737 17093 237 0,'0'0'13'15,"0"0"21"-15,0 0-21 0,0 0-2 0,0 0-9 16,0 0-1-16,0 0-1 16,0 0-1-16,0 0-2 15,0 0-3-15,0 0-24 16,-11-32-26-16,20 19-60 0</inkml:trace>
  <inkml:trace contextRef="#ctx0" brushRef="#br0" timeOffset="-203961.02">8971 16912 112 0,'0'0'10'15,"0"0"-9"-15,0 0-1 16,0 0-1-16,0 0-2 16,0 0-4-16,0 0 3 15,-39 28 4-15,34-27 2 0,-2 0 5 16,3-1 8-16,-3 0 5 16,3 0 0-16,1-2-8 15,1-5-6-15,2-2-4 16,0 0-1-16,0-1-1 15,0 0 5-15,0 0-5 16,4-1 2-16,3 4 0 0,0 1-1 16,-3 0 1-16,3 3-1 15,2 3-1-15,-2 0 0 16,0 0-1-16,1 3-1 16,1 7 3-16,1 0-1 0,-2 5 1 15,-1-3 0-15,-1 6 1 16,0 2-2-16,-2 2 1 15,-4 0 1-15,0-2-2 16,0 3 1-16,-2-4 1 16,-6-1-1-16,-2-1 0 15,-1 0 1-15,-3 0-1 0,1-1 2 16,-4-2-3-16,1 0 1 16,1-3-1-16,2-3 1 15,-1-4-1-15,6-3 1 16,1-1-1-16,1-3-2 0,2-7 1 15,4-2-2-15,0 0 6 16,0 1-1-16,0-2 3 16,0 3 6-16,6 2-2 15,-2 2-6-15,1 0-1 16,1 2-3-16,4 1 2 16,-4 3-1-16,3 0 0 0,-1 0-1 15,4 2 0-15,-1 5 0 16,2 3 2-16,-1 2 1 15,1 1-2-15,1 3 1 16,-4 0-1-16,2 3 1 0,2 0 0 16,-1 2-4-16,1 0 6 15,1-2-6-15,1-5-27 16,1-5-39-16,-1-9-64 16</inkml:trace>
  <inkml:trace contextRef="#ctx0" brushRef="#br0" timeOffset="-203644.25">9325 17102 171 0,'0'0'8'0,"0"0"-7"0,0 0 8 0,38 2 6 16,-22-8-6-16,1 0-1 15,1 1 2-15,-2-1 4 16,2 0-3-16,2 1-5 16,-5 0-4-16,4 1-1 15,-2 1-1-15,1-1 0 0,-4 1 0 16,1 0-4-16,-3 1-26 15,-4-3-53-15,-1 1-65 16</inkml:trace>
  <inkml:trace contextRef="#ctx0" brushRef="#br0" timeOffset="-203397.86">9421 16952 278 0,'0'0'6'15,"0"0"11"-15,0 0-8 16,0 0-7-16,0 0-3 16,-23 50 1-16,23-25 0 15,0 2 1-15,0 3 0 0,2 1 1 16,6 2-2-16,-2 7-4 15,-1 5-19-15,-3-4-46 16</inkml:trace>
  <inkml:trace contextRef="#ctx0" brushRef="#br0" timeOffset="-202883.64">9852 16959 264 0,'0'0'-10'16,"0"0"13"-16,0 0-3 15,-42 3-1-15,31 7-7 16,0 4 4-16,0 1 4 15,1 2 0-15,2 2 0 16,3 0 0-16,3 2 0 16,2 0 1-16,0-1-1 0,0 0-1 15,2-2-5-15,3-2 5 16,5-5 1-16,2-2-1 16,-3-4-1-16,3-4-1 15,3-1 1-15,0 0 2 16,3-8 2-16,-3-2-2 0,1-4 3 15,-2-1-2-15,-1 0 0 16,-2-3 1-16,-6 1 10 16,0 0-1-16,-3-2 4 15,-2 1 2-15,0 0-2 16,-10 0-3-16,-2 1-5 16,-3 3-3-16,2 1 1 15,-3 4-2-15,1 3-1 0,2 4-1 16,-1 2-3-16,4 0-5 15,3 6-15-15,-1 4-23 16,6-1-34-16,2-2-55 16</inkml:trace>
  <inkml:trace contextRef="#ctx0" brushRef="#br0" timeOffset="-202551.15">10123 17070 276 0,'0'0'2'0,"0"0"5"0,0 0 1 15,0 0-3-15,0 0-2 0,0 0 0 16,-36-6 4-16,32 3 7 16,-1 0 1-16,3 0 0 15,0-1-6-15,1 1-6 16,1-1-2-16,0 1 1 16,0 0-6-16,0 0-12 0,2-1-21 15,6-3-25-15,-3-1-70 16</inkml:trace>
  <inkml:trace contextRef="#ctx0" brushRef="#br0" timeOffset="-201987.52">10266 16890 44 0,'0'0'51'0,"0"0"-4"0,0 0 6 0,0 0-22 16,0 0-10-16,0 0-7 15,0 0-6-15,0 0-3 16,0 0 1-16,-7-15 3 0,4 15-4 15,2 0-2-15,1 0-3 16,0 0 0-16,0 6-2 16,0 4 2-16,0 5 0 15,1 2 0-15,2 5 2 16,1 0-2-16,-1 3 0 0,4 0 0 16,-5-1 1-16,0 0-1 15,-2-1 1-15,2 0 1 16,-2-1-2-16,0 0 1 15,0-2-1-15,0-2 1 16,0 1 0-16,-2-2-1 16,2-3 0-16,0-3-19 0,0-7-30 15</inkml:trace>
  <inkml:trace contextRef="#ctx0" brushRef="#br0" timeOffset="-200139.72">10567 16970 121 0,'-2'0'3'0,"0"0"8"0,-1 0-7 0,2-4-3 0,1 0-1 16,0-2 7-16,0-1-3 15,0 0 8-15,1-2 1 16,6-1 0-16,-2 3-1 0,4-1-3 16,0 1-3-16,-2 2-4 15,1 2 1-15,2 2-1 16,-2 1-2-16,1 0 0 15,1 0 0-15,-2 6 0 0,1 4-1 16,-2 1 3-16,2 1-1 16,-3 0 0-16,1 3-1 15,-3-1-1-15,-3 1 2 16,0 0-1-16,-1 1 0 16,0-1 1-16,-2 0-1 15,-6-1-1-15,1-1-2 0,-1-3-6 16,0 0 5-16,1-3 4 15,1-1 1-15,2-3-1 16,0-3 1-16,0 0 0 16,2 0 0-16,0 0-5 15,2-6-4-15,0-1 5 0,0-3-1 16,0 1 4-16,0-3 0 16,0-1 1-16,4 0 1 15,1-1-1-15,0-1 0 16,0 0-1-16,3 0 0 15,-2-1 1-15,4-1-1 0,-3 1 0 16,1 1 0-16,2 1 0 16,-4 1 0-16,1-1 2 15,-1 2 3-15,-3 2 1 16,1 2-2-16,1-1-1 16,-3 2-2-16,-2 3-1 0,1 0 1 15,0-1-1-15,0 4 0 16,-1-3 0-16,0 2 1 15,0 1-1-15,0-1 0 16,0 2 0-16,0-1 1 16,0 1 1-16,0 0-5 15,0 0 1-15,0 0-6 0,0 0 7 16,0 4-1-16,0 3-1 16,0 0 1-16,-1 3 4 15,0 0-4-15,0 0 2 16,1 2 0-16,0 0 2 0,0 3-2 15,0-1 0 1,0 0 0-16,0 2 0 0,0-2 1 16,0-1-1-16,0-1 0 15,1 1 1-15,2-4 0 16,2 0 0-16,-1-1 1 16,1-1 0-16,1 0-1 0,2-2-1 15,0-2 2-15,-1 2 0 16,1-2 1-16,2-1 0 15,-2 1 1-15,1-2 0 16,-1 1-2-16,-1-2 1 16,1 0 0-16,-1 0 3 0,2 0 0 15,-2 0 3-15,1-3-5 16,1-1-2-16,-1 0 0 16,2-1-2-16,-5 0 3 15,3-1-3-15,0-1 0 0,0 3 0 16,1-3 1-16,-2 0-1 15,4 1-4-15,-2-3-36 16,-2-3-58-16</inkml:trace>
  <inkml:trace contextRef="#ctx0" brushRef="#br0" timeOffset="-195048.42">8020 16702 95 0,'-9'0'1'0,"2"0"2"0,0 0 8 0,-1 0-6 15,0-2 0-15,0 1 2 16,1 1 0-16,-5-1-2 15,2 1 1-15,1 0 4 0,-1 0 3 16,-3 0-6-16,2 0-4 16,0 0-2-16,2 0 0 15,-2 0-1-15,-3 0 0 16,3 0 0-16,-5 2 2 16,-1 0-4-16,-5 4 4 0,1-1-2 15,-3 1 0-15,-1-2 0 16,-1 3 0-16,2-1 0 15,2 1 1-15,-1-1-1 16,2-1-1-16,0 2 2 16,2-4-1-16,-2 3 1 0,3-1 5 15,3 1 4-15,-1 1-7 16,1 1-2-16,2 1-1 16,1 1 0-16,1 0 0 15,-1 3-1-15,3 0 1 16,3 0 0-16,-2 2 0 0,0 1 0 15,4 1 0-15,-3 0-1 16,3 3 2-16,-1 1-1 16,3 1 0-16,0 0 0 15,0 2 0-15,2 1 0 16,0 3 0-16,0 0 1 16,0 2-1-16,0 1 0 0,0 1 0 15,2-1 0-15,0 0 0 16,3-1 1-16,-3-3-1 15,0 0 0-15,2-3 1 16,-2-1 1-16,3-2-2 16,-1 0 0-16,0-2 0 0,4-2 1 15,-1 0-1-15,1 0 1 16,2-1 0-16,-1-1-1 16,3-1 0-16,3 1 1 15,2-4 0-15,1 2-1 16,1-5 1-16,4 0-1 0,0-1 1 15,-1-2-1-15,3 1 2 16,-3-3-2-16,4-1 0 16,0 2 2-16,1-2-2 15,4 1 4-15,-4-3-4 0,2 3 1 16,0-2-1-16,-2-1-1 16,-3 0 1-16,5 0-1 15,-2-1 3-15,4-3-2 16,0-2 1-16,0 2 0 15,3-1 0-15,-1 1-1 16,-1 1 0-16,1-1 0 0,-2-1 1 16,-1 2-1-16,4 0 0 15,-3 0 0-15,1-1 0 16,3 1 1-16,-1 0-1 16,3-2 0-16,1 2 0 15,0 0 2-15,-1 1-2 0,0-1 0 16,1 2 0-16,-2-1 0 15,2 0 0-15,0-1 0 16,4 1 0-16,3-3 0 16,-2 0 0-16,6-2 1 15,0-1-2-15,2-2 2 0,0 0-1 16,3-1 2-16,0-1 0 16,-2 0 0-16,-1 3 1 15,2 1-2-15,-1 2 0 16,-2 0-1-16,1 2 1 0,2 1-1 15,-2-1 1-15,-1 1-1 16,-1 1 0-16,-1 2 0 16,2 0 2-16,-5 0-2 15,4 0 0-15,-2 0 0 16,4 0 0-16,-1 0 0 16,0-7 1-16,2-4-1 15,0-2 1-15,-1-1 2 0,0 0 2 16,1-2 2-16,-1 3-1 15,-2 1 0-15,0 2-3 16,-1 1-1-16,1 1 0 16,-4 3-2-16,4-2 1 15,-3 3-1-15,-3-1-1 0,-2-1 2 16,-2 1-1-16,-3 1 1 16,-2-2-1-16,-3 2 1 15,0 0 3-15,-2 0 3 16,-2-2-1-16,0 0-4 15,-2 2-1-15,-1 0-1 16,-7-1 0-16,0 1 1 0,-4 0 0 16,-5 0 6-16,-2-1 10 15,-2 1 2-15,-4-1 12 16,0-1-5-16,0-3-14 16,0-1-7-16,0-5-3 0,-2-1 0 15,-5-2-2-15,2-5 0 16,1-1 0-16,0-3-2 15,1-3 1-15,1-5 0 16,0 0 1-16,0-3 0 16,-2-1 0-16,1-3 0 0,-2-1 0 15,1 0 0-15,-1 1-1 16,-1 1 0-16,-3 2 1 16,-3 3 1-16,0 2-5 15,-4 4 2-15,-2 2-2 16,-3 3-4-16,-1 4 4 15,-2 2 3-15,-3 2-1 0,0 5 2 16,0-1-6-16,0 3 3 16,-2 3 7-16,0 0-8 15,-2 1 6-15,0 3-3 16,0 0-3-16,-1 2 6 0,0-2 2 16,0 3-5-16,0-2 3 15,-2 1 0-15,1 0 0 16,-1-2 1-16,1 2-1 15,-5 1-2-15,2 0 0 16,-2 0 3-16,-4 0-3 0,-1 0 0 16,-3 0 1-16,0 0-1 15,0 0 0-15,-6 0-1 16,0 0 2-16,0 0-1 16,0 3 0-16,-2 0 0 15,3 2 1-15,-2-1-2 16,2 2 0-16,3 0-2 0,-3 0 1 15,4-1 2-15,-3 2 1 16,3 2-3-16,1-1 3 16,0-1 0-16,2 1 0 15,2 1-2-15,-1-3 2 16,3 1-1-16,0-1 1 0,1-1 1 16,2-2-2-16,3 0 0 15,-3 0 1-15,3 0-1 16,-2-2 0-16,-2 2 0 15,4 0 1-15,-3-2-1 16,5 2 0-16,-3-3 0 0,5 2 1 16,-1-1-2-16,2 0 1 15,0 0 1-15,0 1-1 16,-1 0 0-16,0 3 0 16,2-2 0-16,0 2 0 0,0 0-1 15,3-2 1-15,2 1 1 16,0 1-1-16,-1-1 0 15,4-1 0-15,0 1 1 16,-1-1-1-16,1 1 0 16,0 1 0-16,2 2 0 0,-2 1-1 15,2-1 1-15,0 2-1 16,2 0 1-16,1 1-1 16,1-1 0-16,6-1-5 15,3 1-28-15,4-5-22 16,1-4-45-16</inkml:trace>
  <inkml:trace contextRef="#ctx0" brushRef="#br0" timeOffset="-194316.27">8697 16202 104 0,'1'0'8'0,"-1"0"-7"0,0 0 0 0,2 0-1 16,-1 0 1-16,2 0-2 16,-1 0 1-16,0 0 0 15,0 0-1-15,0 0 1 0,1 0 0 16,1 4 0-16,0 2 0 15,-1 0 0-15,2 1 0 16,-1 1-1-16,0-1 0 16,1-1 1-16,-1 0 0 15,1-2 0-15,2 0 1 0,-3-2 0 16,1 0 0-16,1-2 0 16,-1 0 0-16,3 0 2 15,-1-2-2-15,2-6 6 16,4-6 1-16,1 0-3 15,1-7-1-15,4-5 0 16,5-4 2-16,3-5 3 0,2-3 0 16,5-5 1-16,2-3-1 15,6-2-1-15,7-3-2 16,5 1-2-16,5-2-4 16,0 3-1-16,1 0-16 15,-2 3-117-15</inkml:trace>
  <inkml:trace contextRef="#ctx0" brushRef="#br0" timeOffset="-187426.65">3143 17290 66 0,'-2'0'26'0,"1"0"5"0,-1 0-2 0,-2 0 6 15,2 0-19-15,2-2-6 0,-3 2-2 16,2 0-2-16,1 0-1 16,0 0-1-16,-1 0-2 15,1 0-1-15,0 0-1 16,0-1 0-16,0 1-1 16,0 0-1-16,0 0 3 0,0 0-1 15,0 0 0-15,0 0 0 16,2 1-1-16,3 4 1 15,-3-1 0-15,2 0 0 16,1 3 1-16,1 0-1 16,2-2 0-16,-2 0 1 0,1-1-1 15,-1-2 0-15,-1-2 0 16,2 0-3-16,-1 0 0 16,-1-2 6-16,1-5 0 15,2-1-1-15,0-4-1 16,-1 0 1-16,2-4-1 0,2 0 2 15,2-2-1-15,-2-2 1 16,1 0-1-16,1 1 0 16,1 0-1-16,-1 2 0 15,-2 1 0-15,3 2-1 16,-6 3 0-16,2 4-1 0,-1 2 0 16,-3 5-2-16,-4 0-28 15,0 6-44-15,-2 4 5 16</inkml:trace>
  <inkml:trace contextRef="#ctx0" brushRef="#br0" timeOffset="-186830.94">3123 17209 1 0,'0'0'2'0,"0"0"-1"0,0 0 1 0,0 0 1 16,0 0 12-16,0 0 6 15,0 0-7-15,0 0-1 0,4 42-1 16,-4-35-4-16,0-2 1 15,0 2-1-15,1-3-4 16,3 2-2-16,0-3 3 16,0 0 0-16,1-1 2 15,-1-2-3-15,4 0 1 0,0 0 2 16,-1 0 5-16,2-3 3 16,2-6-1-16,-2-3 3 15,1-1-5-15,2-2-6 16,1-2-4-16,-1-2 0 15,1 1 1-15,0-2-2 0,-1 0 4 16,-1 2-1-16,3-1-2 16,-3 2-2-16,0 1 0 15,3 2 0-15,-2 0-1 16,0 6-23-16,-3 1-29 0,-3 2-15 16</inkml:trace>
  <inkml:trace contextRef="#ctx0" brushRef="#br0" timeOffset="-186347.67">3020 17369 56 0,'0'0'7'0,"0"0"6"0,0 0-3 0,0 0-4 0,0 0 6 16,0 0 0-16,0 0 7 15,0 0 9-15,0 0 2 16,0 0-5-16,47-37-12 16,-30 18-8-16,6-4-3 15,4-4-2-15,2-4 0 0,2-8-49 16</inkml:trace>
  <inkml:trace contextRef="#ctx0" brushRef="#br0" timeOffset="-185251.11">3797 16661 87 0,'0'0'9'0,"0"0"4"0,0 0-1 15,0 0 3-15,0 0 2 16,0 0-4-16,0 0-8 15,0 0-6-15,0 0 2 0,0 0-1 16,0 0 0-16,0 0 1 16,-4 37-1-16,4-36 0 15,0 0 1-15,0-1 2 16,0 0 6-16,0 0 17 16,0 0-2-16,0 0-9 15,0 0-11-15,0-2-2 0,-2 0-1 16,2 1 1-16,-2 1-2 15,2 0 2-15,0 0-7 16,0 2-23-16,0 1-9 16,0-1-63-16</inkml:trace>
  <inkml:trace contextRef="#ctx0" brushRef="#br0" timeOffset="-181381.08">7429 17537 83 0,'-2'-2'3'0,"0"0"3"0,-1 0 2 0,1 2 1 0,1-1 6 15,0 1-4-15,-1-2 0 0,0 2 2 16,0 0-1-16,2 0-4 15,-5 0-1-15,3 0-3 16,-1 0-1-16,-1 0 0 16,-2 3-3-16,1 2 0 15,1 0 2-15,-3 2-2 0,0 0 0 16,0 0 0-16,1 3 0 16,-1-1 0-16,-2 2 0 15,2 2 0-15,-3-1-2 16,1 2 2-16,-1-1 0 15,1 2 0-15,1-1 0 0,-2 3 2 16,3-2-2-16,1 0-2 16,0 1 4-16,2-1-2 15,1 0 0-15,0 0 0 16,1 2 0-16,2-4 0 16,0 3 0-16,0-1 1 0,0-2 0 15,0-1 0-15,0 0 0 16,0-1 0-16,0-2-1 15,2 1 2-15,1-1-2 16,-1-1 1-16,-2 1-1 16,2-4 2-16,-1 1-2 15,1-2 1-15,0 0-1 0,0 0 1 16,-2-3 0-16,2 0 0 16,0 1 0-16,-1-1 0 15,1 0 1-15,2 2-2 16,-2-1 1-16,2-1-1 15,0 1 0-15,2-1 0 0,0-1 0 16,-1 0-16-16,-1 0-59 16</inkml:trace>
  <inkml:trace contextRef="#ctx0" brushRef="#br0" timeOffset="-181159.35">7336 17919 133 0,'0'0'4'0,"0"0"24"0,0 0-22 15,0 0-6-15,0 0 1 16,0 0-1-16,0 0 1 16,0 0-1-16,30 40 1 15,-22-25-1-15,-1 3 1 16,-1 0-2-16,-1-1-36 15,-1-3-67-15</inkml:trace>
  <inkml:trace contextRef="#ctx0" brushRef="#br0" timeOffset="-180228.45">7805 17899 42 0,'0'0'5'16,"0"0"-3"-16,0 0-1 16,0 0 0-16,0 0 5 15,0 0 13-15,0 0 0 16,0 0 0-16,0 0-1 15,-9-34-2-15,9 31-6 0,-3 2-2 16,2 1-1-16,1-2-1 16,0 2 0-16,0 0-5 15,0 0-2-15,0 0-1 16,0 0 1-16,0 3 4 16,0 4-1-16,0 1 0 15,0 1 1-15,0 1 1 0,0 0-2 16,0 0-1-16,4-3 0 15,0 3 0-15,0-1 1 16,2-2 0-16,0 0-1 16,3-3 2-16,-2 0-2 15,4-1 1-15,-2-1-1 0,1-2-1 16,1 0 1-16,-1-2 2 16,-1-5-2-16,0-1 3 15,0-2-2-15,0 0 1 16,-5 0-1-16,1-1 1 15,-2 2 1-15,1 0-1 0,-4 2 0 16,0 2 2-16,0 2-1 16,0 1 0-16,0 2 0 15,0 0-1-15,0 0-1 16,0 0-4-16,0 5 1 16,2 2 2-16,0 3-1 0,2 1 0 15,3 0 0-15,-2 6 2 16,6 1-2-16,-5 1 0 15,3 4 0-15,-1-3-2 16,-2 3 2-16,-3-3-1 16,-1-1-1-16,-2-4 2 0,0 0-2 15,0-1 3-15,-7-2-1 16,-5-1-6-16,0-1 12 16,-3-1-3-16,0-1-3 15,-3-1 1-15,1-1 1 16,-2-2-2-16,2-2 2 0,1-1 0 15,-1-1 1 1,2 0 1-16,5 0-3 0,0 0 0 16,6 0-1-16,2 0-1 15,2 0-19-15,0-5-84 16</inkml:trace>
  <inkml:trace contextRef="#ctx0" brushRef="#br0" timeOffset="-179794.56">8219 17933 138 0,'0'0'6'0,"0"0"-1"0,0 0 6 0,0 0 5 0,0 0-6 16,0 0-1-16,0 0 7 15,41-13-2-15,-31 12-4 16,-1-2-3-16,0 0-4 16,3 1-1-16,1 1-2 15,-1 1 0-15,2-1-4 0,-3 1-24 16,-1 0-51-16</inkml:trace>
  <inkml:trace contextRef="#ctx0" brushRef="#br0" timeOffset="-179609.78">8310 18077 236 0,'0'0'6'0,"0"0"-5"15,0 0-2-15,0 0 1 0,0 0 2 16,0 0-3-16,42 11-2 16,-23-11-23-16,3 0-33 15,-3 0-9-15</inkml:trace>
  <inkml:trace contextRef="#ctx0" brushRef="#br0" timeOffset="-179082.37">8721 17896 115 0,'0'0'7'15,"0"0"12"-15,0 0 1 16,0 0-3-16,0 0-13 15,0 0-4-15,0 0 0 0,0 0 1 16,-8 37 0-16,8-24-1 16,0 0 1-16,0 2-1 15,0 1 1-15,4-3-1 16,2-1 2-16,0 0-1 0,2-2 0 16,-1-4 0-16,1 1-1 15,2-2 1-15,1-2-1 16,-2-1 1-16,4-2 4 15,-2 0-10-15,0 0 10 16,1-8 1-16,-3-1-2 16,2-3-1-16,0-1-3 0,-2-1 4 15,-3 0 4-15,-3-3 4 16,-2 0 2-16,-1 1-4 16,0 2 1-16,-3-2-3 15,-4 4-3-15,-4 0 0 16,-3 2 0-16,1-1-5 0,-1 4 0 15,1 2 4-15,0 0-4 16,1 2 1-16,1 3-1 16,3 0-1-16,0 0-1 15,2 7 0-15,2 2-1 16,2 2-19-16,1 0-10 0,1-1-52 16</inkml:trace>
  <inkml:trace contextRef="#ctx0" brushRef="#br0" timeOffset="-178820.27">9065 17901 226 0,'0'0'6'0,"0"0"13"0,0 0-6 0,0 0-2 0,0 0-9 15,0 0-1-15,0 0-1 0,0 0 0 16,0 0-1-16,0 0-38 16,-10-2-52-16,18-5-10 15</inkml:trace>
  <inkml:trace contextRef="#ctx0" brushRef="#br0" timeOffset="-178197">9231 17815 92 0,'0'0'2'0,"0"0"-1"16,0 0-1-16,0 0 1 15,0 0 3-15,-38 4 16 16,33-4 6-16,-1 0 3 16,3 0 1-16,3-4-14 0,0 0-9 15,0-3-1-15,0 0-1 16,1 1-5-16,7-4 2 16,0 3-2-16,0 3 0 15,1-1 0-15,-1 0-7 16,2 3 11-16,-3 2-5 15,1 0 1-15,4 0 0 0,-3 6-3 16,2 4 0-16,0 6 3 16,0-2 4-16,-2 2-4 15,-1 2 0-15,0 3 0 16,-4 1 0-16,-4 2 0 16,0 4 1-16,0 2-1 0,-6 1-5 15,-6-2 3-15,-1-1-17 16,-2-7 5-16,-3-2 13 15,2-6 2-15,0-5 1 16,2-1-2-16,1-4 3 16,0-3 0-16,3 0 2 0,6-6-1 15,2-6-2-15,2-4-2 16,0 0 1-16,0-1-1 16,9-1 5-16,1 1-2 15,1 1-1-15,1 3 3 0,0 2-1 16,1 1 0-16,-1 4 0 15,1 2-2-15,1 4 0 16,-4 0-2-16,2 0 1 16,0 9 0-16,0 1-1 15,-3 1 0-15,1 0 1 16,0-1-6-16,-1-1-15 16,-1-5-23-16,2-1-31 0</inkml:trace>
  <inkml:trace contextRef="#ctx0" brushRef="#br0" timeOffset="-177886.98">9565 17915 180 0,'0'0'15'0,"0"0"15"0,0 0-19 16,0 0-4-16,0 0 0 15,0 0-4-15,0 0-1 0,0 0-1 16,50-16 1-16,-36 12 1 16,1 1 0-16,1-1-3 15,-2 1 1-15,2-3-1 16,0 3 1-16,1 1-1 15,-4 0-1-15,1-1-8 16,-3 0-30-16,-3-1-57 0</inkml:trace>
  <inkml:trace contextRef="#ctx0" brushRef="#br0" timeOffset="-177652.18">9698 17841 205 0,'0'0'9'0,"0"0"19"0,0 0-6 16,0 0-14-16,0 0-8 16,0 0-4-16,0 0 4 15,-9 52 1-15,12-25 0 16,7 6-1-16,-3 4-4 15,1 3-33-15,0-5-60 0</inkml:trace>
  <inkml:trace contextRef="#ctx0" brushRef="#br0" timeOffset="-177174.25">10107 17834 59 0,'0'0'126'0,"0"0"-124"16,0 0 1-16,0 0-2 15,-40 30-1-15,34-21 1 16,5 3-1-16,-1-2 1 0,2 1 1 15,0 3-2-15,3-1 1 16,3-1 1-16,1-1-2 16,4-1 0-16,-2-2 0 15,-1-1 1-15,1-3-1 16,3-3 1-16,-3-1 0 0,2 0 1 16,0-3 3-16,0-6 1 15,-3-2 1-15,2 0-4 16,-5-3 1-16,-1-1 9 15,-2 1 4-15,-2 0 1 16,0-2-2-16,-2 2-1 16,-7 0-3-16,-3 0-1 0,0 3-4 15,0 2-4-15,-1 2-4 16,2 3 3-16,-1 3 1 16,2 1-6-16,5 0 0 15,1 8-13-15,2 1-40 16,2-2-37-16</inkml:trace>
  <inkml:trace contextRef="#ctx0" brushRef="#br0" timeOffset="-176916.4">10346 17865 222 0,'0'0'16'0,"0"0"15"0,0 0-5 15,0 0-5-15,0 0-10 16,0 0-7-16,0 0-4 16,-37-4 1-16,37 4-1 0,0 0-10 15,0 0-43-15,6-2-7 16,0-3-26-16</inkml:trace>
  <inkml:trace contextRef="#ctx0" brushRef="#br0" timeOffset="-176602.16">10472 17734 120 0,'0'0'40'16,"0"0"21"-16,0 0-21 15,0 0-12-15,0 0-8 16,0 0-10-16,0 0-8 16,0 0-2-16,-24 14 2 0,23 3-1 15,1 3 0-15,0 1 0 16,0 0-1-16,1 1 1 15,5-2-1-15,0-1 0 16,1-1-3-16,-1-1-11 16,1-3-13-16,0-1-11 15,-4-3-52-15,1-6-29 0</inkml:trace>
  <inkml:trace contextRef="#ctx0" brushRef="#br0" timeOffset="-176193.71">10777 17749 147 0,'0'0'10'0,"0"0"-12"0,0 0-5 0,0 0 6 0,0 0-17 16,0 0 0-16,0 0 15 16,0 0 3-16,38 12 1 15,-34-8 4-15,4-2 5 0,-5 1-2 16,1 0-6-16,0-2-1 16,-2-1-6-16,0 0-49 15</inkml:trace>
  <inkml:trace contextRef="#ctx0" brushRef="#br0" timeOffset="-175874.19">10827 17573 210 0,'0'0'9'0,"0"0"33"16,0 0-26-16,0 0-10 15,0 0 0-15,-39-10-5 16,28 24 1-16,0 4 1 16,0 6 0-16,2 6-2 15,1 4 2-15,3 2-1 0,3-1-2 16,2 1 2-16,0-4-1 16,0-2 0-16,7-6 0 15,3-4 0-15,4-1-1 16,-1-7 0-16,1-2 0 15,3-4-1-15,0 0 1 0,0-6-7 16,1 0-9-16,-2-6-36 16,2-5-41-16</inkml:trace>
  <inkml:trace contextRef="#ctx0" brushRef="#br0" timeOffset="-175631.15">10963 17720 82 0,'0'0'26'0,"0"0"-20"16,0 0 7-16,0 0 0 0,0 0 0 15,0 0-3-15,0 0-1 16,0 0 5-16,0 0-1 16,-20 46-6-16,20-32 0 15,7 1-4-15,-3-2-1 16,1-2-1-16,1 1 1 15,-1 0-2-15,2-1-5 0,-2-4-25 16,-2-1-27-16,0-4-34 16</inkml:trace>
  <inkml:trace contextRef="#ctx0" brushRef="#br0" timeOffset="-175254.56">10997 17565 103 0,'0'0'116'0,"0"0"-109"0,0 0-2 16,0 0-2-16,0 0 2 15,0 0-2-15,45-27-1 16,-34 27-1-16,3 2 1 16,1 9-1-16,-1 3-1 15,1 6 1-15,0 3 0 16,-1 4-1-16,-1 1 1 0,-4 4-1 16,-2 3 2-16,-3-1-1 15,-3 3 0-15,-1-2-3 16,-1 5 2-16,-9-3 4 0,-2 2-2 15,1-4-2 1,-1-7-1-16,1-6-35 0,2-12-78 16</inkml:trace>
  <inkml:trace contextRef="#ctx0" brushRef="#br0" timeOffset="-174891.26">11461 17640 126 0,'0'0'102'0,"0"0"-95"0,0 0 10 16,0 0 3-16,0 0-7 15,36-21-10-15,-27 17-2 0,0 0-1 16,-1 1-1-16,3 0-4 15,-1 1-7-15,-1-2-24 16,-1 0-55-16</inkml:trace>
  <inkml:trace contextRef="#ctx0" brushRef="#br0" timeOffset="-174706.48">11546 17760 228 0,'0'0'8'0,"0"0"-17"16,0 0 11-16,0 0 0 15,0 0 3-15,0 0-6 16,0 0-21-16,43-1-41 16,-32-7-6-16</inkml:trace>
  <inkml:trace contextRef="#ctx0" brushRef="#br0" timeOffset="-174053.31">11846 17535 115 0,'0'0'43'0,"0"0"5"16,0 0-22-16,0 0-16 15,0 0-7-15,0 0-1 16,0 0-2-16,0 0 0 0,-11 0 0 16,11 3 0-16,0 2 0 15,0 0 1-15,0 5-1 16,0-3 0-16,0 2 1 15,0 1-1-15,0 0 0 16,0 1 0-16,0 0 0 0,0 0 0 16,2-2 1-16,5 3-2 15,-2-4-1-15,1 1-1 16,0-4 1-16,-2 2 1 16,4-3 0-16,-4-2 2 15,3 2-2-15,-3-4 2 0,1 0 2 16,2 0 1-16,-2 0-2 15,1 0 0-15,0 0 0 16,-3 0 2-16,3-2 2 16,-1-3-3-16,-2 1 1 15,1-4 0-15,0-1-2 0,-2-1 0 16,-1 1 3 0,0-2 5-16,0 1-2 0,-1-1-3 15,0-2-1-15,0 0 0 16,-2 1-1-16,-3 0 1 15,-3 1 4-15,0 0-6 0,-1 1 0 16,-2 1-1-16,-1 3-2 16,4 3 1-16,-1-1 0 15,0 3 0-15,2 1-3 16,0 0 2-16,1 0-9 16,-1 6-3-16,2 2-15 0,1 2-11 15,-1-1-35-15,2-4-38 16</inkml:trace>
  <inkml:trace contextRef="#ctx0" brushRef="#br0" timeOffset="-173773.57">12083 17555 295 0,'0'0'4'0,"0"0"0"0,0 0-3 0,0 0 0 0,0 0-1 15,0 0-1-15,0 0 0 16,0 0-5-16,0 0-13 15,0 0-34-15,0 0-44 16</inkml:trace>
  <inkml:trace contextRef="#ctx0" brushRef="#br0" timeOffset="-173049.48">12170 17425 122 0,'0'0'6'0,"0"0"7"16,0 0 5-16,0 0 1 0,0 0-6 16,0 0-4-16,0 0 4 15,0 0-3-15,36-27-2 16,-27 24-3-16,-3 2-3 16,3-1-1-16,-2 2-1 15,3 0 0-15,-2 0-1 0,1 0 0 16,0 3 3-16,-3 1-5 15,1 5 5-15,-4-1-3 16,-1 1 1-16,-1 2-2 16,-1-1 1-16,0 2 2 15,-3-1 0-15,-4 0 3 0,0-1-2 16,-3-3-3-16,4 0 4 16,0-1-2-16,3-3-1 15,1-2 0-15,1-1-1 16,1 0 0-16,0 0-4 15,0 0-2-15,4 0 12 16,2-1-2-16,0-2-1 0,4 1 0 16,-1 0-2-16,-2 2 0 15,3 0 0-15,-4 0 0 16,2 0-1-16,-3 2 0 16,1 4-2-16,-2 0 3 15,0 1 3-15,-2 2-8 0,-1-1 7 16,-1 3-2-16,0-2-1 15,0 1 3-15,-7 1 2 16,-4-1 0-16,0 0 3 16,-3 1 0-16,0-1 0 0,-3-1 2 15,2-2 5-15,-3 0-2 16,1 0-2-16,1-1-4 16,4-2-4-16,1-1-3 15,3-3-4-15,0 0-49 16,2-10-133-16</inkml:trace>
  <inkml:trace contextRef="#ctx0" brushRef="#br0" timeOffset="-170927.86">14021 17087 33 0,'0'-2'41'0,"-1"1"-4"0,1-2-2 0,-2 2 3 15,0 0-19-15,2 1-13 16,0-1-3-16,-2 1 0 0,2-1 0 16,-1 1-2-16,1 0 2 15,0 0 0-15,0 0-1 16,0 0-2-16,0 0 0 16,0 0-1-16,0 0-2 15,0 0 1-15,0 0 0 0,0 0 2 16,0 3 3-16,0 2-2 15,0 1-1-15,0-2 1 16,0 5-2-16,0-1-1 16,1 4 2-16,1 0 1 15,0 0 0-15,0 2-1 0,-1 0 2 16,3 2-2-16,-1-2 1 16,1 3 0-16,0 0 0 15,-1 1 0-15,3 2-1 16,-2 0 2-16,0 2-2 15,2-2 0-15,-4-1 0 16,1-3 1-16,-1-1-1 0,-1-4 2 16,0-1-1-16,0-3 0 15,-1-2 1-15,0 0 0 16,0-2-1-16,0 1 0 16,0-2 0-16,0-1-1 15,0 1-1-15,0-2-23 0,0 0-91 16</inkml:trace>
  <inkml:trace contextRef="#ctx0" brushRef="#br0" timeOffset="-169945.14">14343 17277 85 0,'0'0'21'0,"0"0"11"0,0 0-11 16,0 0-1-16,0 0-7 16,0 0-1-16,0 0-6 15,0 0 0-15,0 0 2 0,0 0-3 16,0 0 0-16,0 0-3 15,0 0-1-15,-25-3 0 16,25 3-1-16,0 0 1 16,0 0-2-16,0 0 0 15,0 0 1-15,0 0 0 16,0 0 0-16,4 0 1 0,2 0-1 16,4 0 0-16,-1 0 0 15,0 0 1-15,5 0-2 16,-2-4 2-16,3 4-2 15,4-3 2-15,-1-1 0 0,1 0 0 16,2-1 0-16,4 2 1 16,-2-2 4-16,1 0-2 15,2 0-1-15,1-1 1 16,0 1-1-16,-2 0-2 16,2 1 0-16,-4 0 0 0,3-2 0 15,-2 2 1-15,1 1 5 16,-2-1-3-16,-1-1-2 15,2 2-1-15,-3-1-1 16,-2 3 0-16,-1-1 0 16,-3 1 1-16,-3 0-1 0,-1-1 0 15,-3 2-1-15,-2 0-4 16,-1 0-15-16,-2 0-13 16,0-1-54-16,-3-4-27 15</inkml:trace>
  <inkml:trace contextRef="#ctx0" brushRef="#br0" timeOffset="-169518.12">14932 17108 106 0,'0'0'17'0,"0"0"20"0,0 0-12 0,0 0-9 0,0 0-4 16,0 0-8-16,0 0-3 16,0 0 0-16,0 0 1 15,0 0-1-15,0 0 2 0,19-3-2 16,-15 3 0-16,0 6 0 15,1-1 2-15,-1 1-2 16,0 1-1-16,-1 2 2 16,2-1-1-16,-3 2 1 15,0 0-1-15,-2 2 2 16,0 0 1-16,0 0-2 0,0 1-1 16,-8 1 0-16,2-1 1 15,-2 1-1-15,1 0-1 16,-3-1 1-16,0 1-1 15,1 1-4-15,-3-3-56 16,0-5-78-16</inkml:trace>
  <inkml:trace contextRef="#ctx0" brushRef="#br0" timeOffset="-167882.11">15189 17093 82 0,'-4'5'1'0,"-1"-1"0"0,2 2-1 0,3-2 0 0,-1 2 1 15,1 1-1-15,0 1 2 16,0 1 7-16,0 1 5 16,0 0-8-16,5 2-2 0,1 0-3 15,0 0 1 1,2-1-2-16,-1 0 2 0,1-1-1 16,-1 0 2-16,3-3 6 15,0-2 4-15,-1-1 6 16,1 0-4-16,1-3-4 15,1 1-4-15,-3-2-1 0,0 0-4 16,0 0 1-16,-2-2-2 16,0-5 2-16,-2 0 7 15,1 0-1-15,-4-3 1 16,1 0 4-16,-1 0-1 16,-2 0-4-16,0 0-2 0,0 0-4 15,0 2-1-15,0-2 1 16,0 0 1-16,0 0 2 15,-3 1-1-15,1 0-2 16,-3-3 0-16,1 4-1 16,0-1 0-16,-2 1 0 0,-2 0-1 15,0 1-3-15,1 2-1 16,-5 2 2-16,2 1 2 16,-1 1-1-16,1 1-1 15,1 0 1-15,-1 0 0 16,5 1 1-16,-3 4-7 0,5 2-17 15,2-1-7-15,-1 1-18 16,2-2-17-16,0-2-13 16</inkml:trace>
  <inkml:trace contextRef="#ctx0" brushRef="#br0" timeOffset="-167590.96">15478 17098 235 0,'0'0'20'0,"0"0"5"0,0 0-4 0,0 0 0 15,0 0-11-15,0 0-6 16,0 0-1-16,0 0-2 16,0 0-1-16,0 0-3 0,0 0-21 15,0 0-41-15,0 0-28 16,2-3-33-16</inkml:trace>
  <inkml:trace contextRef="#ctx0" brushRef="#br0" timeOffset="-166920.11">15587 17010 195 0,'0'0'20'15,"0"0"16"-15,0 0-23 16,0 0-3-16,0 0-6 16,0 0-4-16,0 0 3 0,0 0-2 15,12-27 1-15,-6 23 4 16,3-2-2-16,-1 3 0 16,2 0-1-16,1 1-2 15,-3 0-1-15,2 2 0 16,-1 0-1-16,-1 0 1 15,-1 6-2-15,-1 0 1 16,-2 2-2-16,0 1 0 0,-4 0 0 16,0 2-5-16,0 0 6 15,-2 0 1-15,-6-2-1 16,0 0 1-16,0-1 2 16,0-1-2-16,2-2 2 0,1-2 0 15,1-1-1-15,4 0 1 16,0-2-1-16,0 0-6 15,0 0 1-15,0 0 5 16,4 0 1-16,2 0 2 16,-1 0-2-16,0 0 1 0,1 0-1 15,1 2 0-15,-1 2-1 16,2 2 0-16,-3 0 0 16,3 1-1-16,-3 1 1 15,1 2 0-15,-1-1 2 16,-3-2-3-16,-1 1 1 0,-1-2 1 15,0 1-2-15,0 1 2 16,-3-3 2-16,-4-1 0 16,0 1 4-16,-3-3 0 15,3 2 3-15,-2-3 2 16,4 1-4-16,-1-2-1 0,3 0-6 16,-1 0 0-16,1 0-1 15,2-2-20-15,1-5-30 16,0-2-100-16</inkml:trace>
  <inkml:trace contextRef="#ctx0" brushRef="#br0" timeOffset="-166131.92">16054 17074 27 0,'0'0'20'0,"2"0"3"0,0 0-5 0,1 0 0 0,2 0 8 16,0 0 0-16,2 0-8 15,4 0-6-15,2-2-8 16,1 0 2-16,5-1-6 16,-1-1 2-16,1 2-2 15,4-1 2-15,0-1 0 0,-2 0 2 16,4 1-1-16,-4-1 12 16,2-1 2-16,-4 1-8 15,-1-1-5-15,-2-1-3 16,-2 2 1-16,-2 1-2 15,-2 0 0-15,-5 2-1 0,-1 0-3 16,-2 0-19-16,-2-1-63 16</inkml:trace>
  <inkml:trace contextRef="#ctx0" brushRef="#br0" timeOffset="-165786.81">16425 16936 104 0,'0'0'3'0,"0"0"0"15,0 0 10-15,0 0-1 16,35 23-1-16,-27-15-5 16,-2 0 5-16,-1 3 5 15,-1 0 0-15,-2 0-7 16,-1 1-3-16,-1 1-1 0,0-2-2 16,-3 3-5-16,-7-2 4 15,0 3 2-15,-1-2-13 16,0-2-19-16,-2-4-38 15</inkml:trace>
  <inkml:trace contextRef="#ctx0" brushRef="#br0" timeOffset="-164750.65">16697 16943 48 0,'0'0'30'0,"0"0"0"0,0 0-6 0,0 0-9 0,0 0-5 16,0 0-1-16,0 0 4 16,0 0 3-16,0 0-7 0,-28 4-2 15,28-5-1-15,0-2-2 16,0 1-4-16,0-1 1 15,2 0-2-15,3 0 1 16,-1-1 1-16,3 0-2 16,-2 2 2-16,3-1-1 0,1 1 1 15,0 0-2-15,-2 0 1 16,0 1 0-16,2 1 0 16,-5 0 0-16,1 0 1 15,1 0-1-15,-3 0 0 16,1 3 0-16,1 1-1 15,-1 2 0-15,-1 2 1 0,-1 1-3 16,-1 1 3-16,0 0 1 16,-1 1 1-16,0 3-2 15,0 0 2-15,0-2-6 16,0 2 9-16,-4-3-4 16,1-1 0-16,1 0 0 0,0-1-1 15,-2-2 1-15,1 0-1 16,3-1 1-16,-2-1-1 15,2-2 2-15,-1 0-2 16,-1 0 0-16,0-2 0 0,0 1 3 16,0-1 2-16,1-1-1 15,0 0 3-15,1 0-1 16,-1 0-3-16,0 0-1 16,1 0-1-16,-1 0-1 15,1 0 0-15,0 0 0 0,0 0 0 16,0 0-1-16,0 0-1 15,0 0 5-15,0 0-3 16,0 0-1-16,0 0-1 16,0 0 5-16,0 0-3 15,0 0 2-15,0 0-5 16,0 0-2-16,0 0 6 0,1 0-2 16,3 0 2-16,2-1 0 15,-3-2 0-15,6 0 1 16,-2 0 1-16,1-1 4 15,1 1 0-15,2 0-4 16,0-1-1-16,0 0-1 0,-2-1 0 16,0 1 0-16,0 1 7 15,-1-1 0-15,0 1 5 16,-2 0-1-16,1-1-2 16,-2 3-3-16,2-1-3 15,-3 1-2-15,-1 1-1 0,-1-1-1 16,2 1-1-16,-4 0 0 15,2 0-2-15,0 0-13 16,0 0-19-16,-1 0-22 16,-1 0-75-16</inkml:trace>
  <inkml:trace contextRef="#ctx0" brushRef="#br0" timeOffset="-163172.33">15139 16743 99 0,'0'-3'12'0,"0"-1"11"0,0 0-10 0,0 1 5 0,0 0-11 16,0 0-5-16,0 2-1 15,0-1-1-15,0 2 1 16,0 0-1-16,0 0-1 0,0 0 1 16,0 0-2-16,0 0 3 15,0 2 0-15,3 1 1 16,0 4-1-16,1 1 0 15,-2-1-1-15,2 0 1 16,1 0 1-16,-2 0-2 16,2-2 1-16,-1-1 0 0,1-1 1 15,-1-2 1-15,2-1 1 16,-1 0 2-16,2 0-2 16,-1 0 2-16,0-1 1 15,1-5 0-15,-2 1-4 16,4-1 0-16,-5-1-1 15,1-2 2-15,-1 4-1 0,-3-3 0 16,1 1 0-16,-1 2 0 16,-1 0 1-16,0 0-1 15,0 1-1-15,0 1-1 16,0 0-1-16,0 1 0 0,1 1 0 16,-1 1 0-16,0 0-1 15,0-1 1 1,0 1-1-16,0 0 0 0,0 0-1 15,1 0-2-15,2 0-1 16,0 4 5-16,-1 2 1 16,1 1-2-16,0 1 2 0,2 2 0 15,-3 1-2-15,1-1 1 16,3 3 0-16,-4-1 3 16,3 0-3-16,-4 1 1 15,1 0-1-15,-1-2 1 16,0 3 0-16,-1-2-2 0,0-1 1 15,0-1-2-15,-2 2 2 16,-1-3 0-16,-8-1 6 16,4 0 0-16,-4-1 0 15,-2 2 1-15,0-1 1 16,-1-1-3-16,0-1 0 0,1-1-4 16,4 0 0-16,2-1-1 15,3-4-1-15,1 0-12 16,2-1-51-16</inkml:trace>
  <inkml:trace contextRef="#ctx0" brushRef="#br0" timeOffset="-162511.08">15127 16620 122 0,'0'0'4'0,"0"0"7"0,0 0-1 0,0 0-3 0,0 0 4 15,0 0 13-15,0 0 3 16,0 0-4-16,0 0-7 15,0 0-4-15,0 0-8 16,0 0-3-16,0 0 1 16,0-7-2-16,0 5 1 15,0-2-2-15,0 1 1 0,0-3 1 16,0 2 0-16,0-2-1 16,0-1 0-16,0 3 0 15,0-1 2-15,1 0-3 16,2-1 2-16,0 2-2 0,0 1 1 15,-1-3 0-15,0 2-1 16,2 1 1-16,0 0 0 16,-1-1 0-16,0 4 0 15,0-1 1-15,1 1-1 16,0 0 0-16,-2 0 0 16,4 0 0-16,-2 4 3 0,3 2 5 15,1 1-2-15,4 0-2 16,2 3 0-16,3 0-2 15,6 0-2-15,1-2 0 0,3-5-10 16,-2-3-60 0</inkml:trace>
  <inkml:trace contextRef="#ctx0" brushRef="#br0" timeOffset="-161521.14">16435 16615 86 0,'0'0'36'0,"0"0"-34"0,0 0 1 0,0 0 0 15,0 0-1-15,0 0 3 16,0 0 25-16,0 0-6 16,0 0-17-16,0 0-2 0,0 0 1 15,0 0-3-15,0 0-1 16,13 14-1-16,-7-8 0 15,-2-4-3-15,4 1 0 16,-2-3-1-16,3 0 0 16,-1 0 3-16,0 0 2 0,1-2-5 15,-2-4 6-15,4-1-3 16,-5 1 1-16,1-1-2 16,-2 0 2-16,1-1-1 15,-1-1 1-15,-2 1 0 16,-2 2-1-16,1 0 1 15,-2 3 0-15,0 1-1 0,0 0 1 16,0 2 0-16,0 0 1 16,0 0-1-16,0 0-3 15,0 0 2-15,0 0 1 16,0 7-1-16,3 1 0 16,1 0 0-16,-1 5 1 0,5-3 0 15,-1 1 1-15,2-2-1 16,-2 2 0-16,0-1 0 15,0-2-1-15,-3-1 0 16,-2 2 1-16,0-5-1 16,-2 2-1-16,0-2 3 0,-2 1 11 15,-5 0 5-15,-2-2-1 16,-2 0-6-16,-1 0 2 16,-1 0 0-16,1-1-4 15,0 1-4-15,5-1-3 0,-1 0-2 16,5-2-4-16,-1 0-33 15,-1 0-110-15</inkml:trace>
  <inkml:trace contextRef="#ctx0" brushRef="#br0" timeOffset="-159577.14">17204 16959 213 0,'1'0'40'0,"0"0"-19"0,-1-1-14 0,1-2-6 16,2 0 1-16,-3 0-1 16,2 2-1-16,-2 0 1 15,2 0-1-15,1 1 0 16,1 0-3-16,0 0-22 16,2-1-66-16</inkml:trace>
  <inkml:trace contextRef="#ctx0" brushRef="#br0" timeOffset="-159400.2">17261 17116 264 0,'0'0'8'0,"0"0"-5"15,0 0 0-15,0 0-4 16,0 0 2-16,0 0-5 15,0 0-22-15,0 0-54 0</inkml:trace>
  <inkml:trace contextRef="#ctx0" brushRef="#br0" timeOffset="-158375.91">17550 16869 229 0,'0'0'8'0,"0"0"-2"0,0 0-5 0,0 0-2 16,0 0-3-16,0 0 1 15,0 0 4-15,0 0-1 16,6 37 2-16,-2-26-2 16,1 1 1-16,3-1 0 0,0-4 0 15,0 0 0-15,3-2-1 16,1-2-2-16,1-2 2 15,1-1 0-15,0 0-2 16,2-1 4-16,-2-5-2 0,-1 0 2 16,-1-1-3-16,-3 0 2 15,-3-3 0-15,-1 3 3 16,0-3-2-16,-5 0 1 16,0 2-2-16,0-4 0 15,0 3 0-15,0 1-1 16,0 0 1-16,0 2-1 15,-2 2-1-15,0 1-1 0,-1 2 1 16,1 1 0-16,1 0 1 16,0 0 0-16,1 5 1 15,0 4 0-15,0 2-1 16,0 1 1-16,0 3 0 16,0 1 0-16,3-1-1 0,3 2 1 15,-2-3-1-15,2 2 1 16,1-2 1-16,-1 1 1 15,0-3-3-15,-2-3 0 16,1 4 0-16,-3-5 0 0,0 1 0 16,-2-3 0-16,0 0 0 15,0 0-2-15,0-4-2 16,-6 3 10-16,-1-2 4 16,-4 0 0-16,-2 0 0 0,0-2-6 15,-1 2-1-15,1 0-2 16,0-2 0-16,4 2 0 15,3-3-2-15,2 0-1 16,4 0-22-16,0 0-37 16,0-7-114-16</inkml:trace>
  <inkml:trace contextRef="#ctx0" brushRef="#br0" timeOffset="-158086.5">17885 16928 149 0,'0'0'107'0,"0"0"-87"0,0 0-16 0,0 0 10 16,0 0 0-16,0 0-9 16,0 0-1-16,0 0-3 0,44-13-1 15,-31 11-2-15,2-2-12 16,0-1-38-16,0-3-61 16</inkml:trace>
  <inkml:trace contextRef="#ctx0" brushRef="#br0" timeOffset="-157451.49">18079 16781 122 0,'0'0'10'0,"0"0"6"16,0 0 22-16,0 0-2 15,0 0-10-15,0 0-18 16,0 0-7-16,0 0 0 0,0 9-1 16,2-1 3-16,2-1-2 15,2 1 1-15,0-1-1 16,1-3 1-16,-2 0 0 16,3-1 1-16,-2-3 2 15,2 2-2-15,0-2 2 16,1 0-4-16,-2 0 2 0,1 0-3 15,-1 0 0-15,-1-5 0 16,1-1 0-16,-1 1 1 16,-1-1-2-16,-1-1 2 15,0 0-1-15,-4 1 1 16,0 0-1-16,0 1 1 0,0 1 0 16,0 1-2-16,0 0-3 15,-2 3 5-15,-2 0-4 16,1 0 5-16,1 0 0 15,1 0 0-15,0 3-1 0,1 3 0 16,0 3 0 0,0 2 1-16,0 1-2 0,0 0 1 15,3 2 0-15,2-1-1 16,0-1 4-16,0 0-3 16,2 1 0-16,-3-2 0 15,-1 0 0-15,0-1-1 16,2 3 0-16,-5-2 1 0,2-2 0 15,-2 1-1-15,0-3-1 16,0 0 1-16,-4 0 0 16,-4 0 3-16,-3-3 1 15,1 1-4-15,-1-2 2 0,-1 1-3 16,-1-4-8 0,0 0-39-16,3-4-76 0</inkml:trace>
  <inkml:trace contextRef="#ctx0" brushRef="#br0" timeOffset="-156976.27">17994 16663 192 0,'0'0'3'0,"0"0"-3"0,0 0-3 0,0 0 4 16,0 0 1-16,0 0 1 15,0 0-5-15,0 0 9 16,0 0 15-16,0 0-3 15,0 0-11-15,0 0-6 0,35-38-2 16,-33 31 1-16,0 0-1 16,0-3 1-16,0 0-2 15,-2 2 2-15,0 1 0 16,0 1-1-16,0 1 4 0,0 1 5 16,0 0 2-1,0 4 2-15,0-2-6 0,0 1-4 16,0 1-1-16,2 0-2 15,3 0-1-15,3 3 0 16,4 5 0-16,3 1 4 16,2 5-3-16,4 2 0 0,-1-2-29 15,3-1-38-15,-3-1-97 16</inkml:trace>
  <inkml:trace contextRef="#ctx0" brushRef="#br0" timeOffset="-156204.49">17402 17511 64 0,'0'0'110'0,"0"0"-58"0,0 0-11 0,0 0-13 15,0 0-11-15,0 0-3 16,0 0 1-16,0 0-3 0,0 0-9 15,0 0-3-15,0 0 3 16,0 0 1-16,0 0-4 16,19-14 0-16,-6 8 0 15,3 1-10-15,0-4-17 16,3 2-17-16,-4 0-49 16</inkml:trace>
  <inkml:trace contextRef="#ctx0" brushRef="#br0" timeOffset="-156029.5">17479 17602 267 0,'0'0'4'16,"0"0"-4"-16,0 0 1 15,0 0-2-15,0 0-1 0,38 7 3 16,-21-11-24-16,3-7-45 15,1-4-105-15</inkml:trace>
  <inkml:trace contextRef="#ctx0" brushRef="#br0" timeOffset="-155323.92">17818 17416 102 0,'0'0'34'0,"0"0"-30"0,0 0 1 0,42-28-4 16,-26 21 1-16,-2 3 0 15,-2 2 8-15,1 1 5 16,-1 1 3-16,-5 0-6 16,0 0-6-16,-2 7-5 15,1 0 1-15,-4 3-5 0,-2 1-4 16,0 3 1-16,0 0 6 15,0 2-7-15,0 1 6 16,-2 0-22-16,-2 0-2 16,0-1-4-16,1-3 7 15,-2-2 16-15,1-2 7 0,2-4 3 16,0-2 12-16,1-2 12 16,1-1 6-16,0 0 3 15,0 0-20-15,0 0 0 16,0 0-1-16,0 0-2 0,1 0-5 15,3-1-7-15,3-2-1 16,-1 3 3-16,3-3 9 16,0 1-4-16,2 0-7 15,1-1-2-15,2 0 0 16,0 2-1-16,2-2-14 16,-2 0-26-16,-1-4-71 0</inkml:trace>
  <inkml:trace contextRef="#ctx0" brushRef="#br0" timeOffset="-155067.78">18123 17445 209 0,'0'0'18'0,"0"0"-11"0,0 0 2 0,0 0 2 0,0 0-1 16,0 0-5-16,37-8 1 15,-26 4-2-15,1 2-2 16,5-1-2-16,-1-2-1 16,3-2-3-16,2 0-41 0,-2-4-70 15</inkml:trace>
  <inkml:trace contextRef="#ctx0" brushRef="#br0" timeOffset="-154591.97">18400 17267 189 0,'0'0'35'0,"0"0"-11"16,0 0-13-16,0 0-6 15,0 0-5-15,0 0 0 16,0 0 1-16,0 0 1 16,-24 31-3-16,21-17 2 0,2 2 0 15,0-1 0-15,1 0-1 16,0-1-5-16,1-3-8 16,6-2 1-16,-1-2 8 15,3-3 1-15,-1-1 2 16,1-1 1-16,3-2 0 15,0 0 3-15,-2-2 1 0,1-3-2 16,0-1 0-16,-1-1 1 16,-4 0 2-16,2-2 2 15,-5 2 3-15,-1-3 1 16,0 3 5-16,-2-1 1 16,0-1-1-16,0 0-4 0,-2-1 0 15,-3-1-6-15,-4 3-2 16,2 0-1-16,-1 0 2 15,-1 1 0-15,1 4-8 16,-1 2 0-16,1 1-4 16,-2 0-7-16,0 0-7 0,3 1-13 15,-1 5-8-15,2-2-29 16,2-1-44-16</inkml:trace>
  <inkml:trace contextRef="#ctx0" brushRef="#br0" timeOffset="-154399.71">18524 17267 271 0,'0'0'23'0,"0"0"-18"0,0 0-3 0,0 0-10 15,0 0-24-15,0 0-70 16</inkml:trace>
  <inkml:trace contextRef="#ctx0" brushRef="#br0" timeOffset="-153943.58">18614 17175 151 0,'0'0'14'0,"0"0"-21"16,0 0 9-16,0 0-1 15,0 0 12-15,0 0 18 16,34-35-5-16,-28 30 1 0,-1 1-8 16,3 0-5-16,-3 1-7 15,4 1-4-15,-4 2-2 16,3 0-1-16,-3 0 0 15,2 0 0-15,-3 0-5 16,-1 3-2-16,-1 5-12 0,-2 0-1 16,0 0 6-16,0 1 5 15,0 0 0-15,-2-1 2 16,-1 0 1-16,0-1 6 16,0-1-1-16,3-2 0 15,0 0-5-15,0-2 1 0,0 0 4 16,0-1 5-16,3 0 3 15,0 1 6-15,0-1 2 16,1 5-6-16,0-3-5 16,0 2 2-16,-3 0 0 15,0 3 0-15,-1-1-3 0,0 4-1 16,-4 4-2-16,-9 2 0 16,-11-2-27-16,-4 0-104 15</inkml:trace>
  <inkml:trace contextRef="#ctx0" brushRef="#br0" timeOffset="-151133.22">14231 18122 81 0,'-7'4'18'0,"-1"-4"-16"0,5 0 1 0,1 0-1 0,-1 0-4 16,0-7 1-16,3 3 0 16,-1-2 3-16,1-1 5 15,0 0 7-15,0 0 3 16,0 0 4-16,0 0-2 16,1 1-8-16,2-1-2 0,0 1-1 15,1 2-4-15,-2 0-1 16,3-2-1-16,-3 3 1 15,0-1-1-15,1 1 0 16,-2 0 3-16,2-1 3 0,1 3-2 16,-2-2-3-16,2 3-2 15,-1-2 0-15,2 1-1 16,-1 1 1-16,-1 0-1 16,1 0 1-16,2 0-1 15,-2 0 2-15,-1 0-1 16,2 1 0-16,-2 4 0 0,-1-1 1 15,1 2 0-15,0 1-1 16,-1 0-1-16,0 1 0 16,-2 0 2-16,0 3-2 15,0 0-2-15,0 2 4 16,0 0-2-16,-2 2 1 0,-4 1-1 16,4 1 1-16,-1 1-1 15,-1 1 0-15,-1-2-2 16,1 0-5-16,-1-3 5 15,1 1 1-15,-1-3 1 16,1-2 0-16,-3-1 1 0,0-2-1 16,1-3 0-16,1 0 1 15,-3-3-1-15,3 1 0 16,0-2 0-16,0 0 1 16,2 0-1-16,0-2-1 15,1-2-1-15,-2-1-2 0,3-1 2 16,0-1-1-16,1 1-1 15,0 0 2-15,0-1 0 16,0 0 2-16,0 0-1 16,0 3 1-16,0-2-1 15,2 2 2-15,0-2-1 16,0 2 0-16,2 1 0 0,-3 0 0 16,2-1 1-16,0 1 1 15,2-1 1-15,-1 3-1 16,-1 0 1-16,1-1-2 15,2 2-1-15,-2 0 1 16,3 0 1-16,0 0 1 0,2 0 1 16,-3 4 2-16,3-1-4 15,1 1 1-15,-3 1 2 16,2 0 0-16,0-1 0 16,-1 2 1-16,-1-2-1 15,0 2-3-15,2-2-1 0,-2 3 0 16,1-2-1-16,-1-1 0 15,3-1-2-15,-2-3-41 16,-1-3-94-16</inkml:trace>
  <inkml:trace contextRef="#ctx0" brushRef="#br0" timeOffset="-150182.79">14683 18142 87 0,'-1'1'2'0,"-3"-1"-2"0,1 0-1 0,1 0 0 15,-1 0 3-15,1 0 6 16,2 0 19-16,-2 0 11 0,0 0-2 16,0 0-18-16,2 0-6 15,-2 0-6-15,2 0-4 16,0 0 0-16,0 0-3 15,0 0 0-15,0 0 0 16,0 0 1-16,4 0 0 0,1 0 0 16,4 0-1-16,1 0 1 15,3 0 3-15,4-3 1 16,1-2 0-16,1-1 1 16,4 0 0-16,2-1-1 15,-4 0 5-15,3 1 1 16,0-2-2-16,-3 4-2 0,0-2-3 15,-2 2-1-15,1 1-2 16,-3 2 1-16,-3-2-1 16,-1 1 0-16,-2 2 0 15,1-2 1-15,-3 2-1 16,1-1 0-16,-2 1 0 0,-2 0-2 16,-1 0-18-16,-3-4-35 15,-2 0-63-15</inkml:trace>
  <inkml:trace contextRef="#ctx0" brushRef="#br0" timeOffset="-149931.28">15018 17974 151 0,'0'0'2'0,"0"0"5"0,0 0 26 0,0 0-7 16,0 0-10-16,40-4 0 16,-32 4-3-16,-1 10-6 15,0 1 0-15,-2 4-5 0,-1 2 0 16,0 3-3-16,-4 2 1 16,0 1-12-16,-2 3-13 15,-11-2-21-15,-5 1-58 16</inkml:trace>
  <inkml:trace contextRef="#ctx0" brushRef="#br0" timeOffset="-147779.3">8543 18410 151 0,'0'0'27'0,"0"0"0"0,0 0-21 0,0 0-2 15,2 0 5-15,3-1 5 16,3-5-8-16,-1 0-1 0,3 1-2 16,2-2-1-16,1 0-2 15,1-2 1-15,-1 1-2 16,1-1-19-16,-3-1-53 15,0 0-64-15</inkml:trace>
  <inkml:trace contextRef="#ctx0" brushRef="#br0" timeOffset="-147597.58">8652 18544 253 0,'0'0'3'15,"0"0"-1"-15,0 0-1 16,0 0 1-16,-8 37-4 16,16-34 1-16,3-3-3 15,5 0-19-15,-1-5-24 16,3-11-47-16</inkml:trace>
  <inkml:trace contextRef="#ctx0" brushRef="#br0" timeOffset="-147189.89">8936 18354 199 0,'0'0'19'16,"0"0"-16"-16,0 0-2 16,0 0-1-16,-32 49 0 0,23-26-1 15,5 0 1-15,0 4 0 16,4 1 1-16,0-1 0 15,0 0-1-15,7-4 1 16,4-5-1-16,3-2 0 16,1-8 0-16,3-5-1 15,1-3 1-15,-2 0 0 16,5-7 0-16,-4-6 0 0,0-2 1 16,-1-2-1-16,-3-2 1 15,-4-1 5-15,-3 2 7 16,-3-2 1-16,-4 0 2 15,0 3 1-15,-2 1 0 0,-10-1-1 16,-1 3-6-16,-4 0-3 16,2 6 0-16,-3 2-5 15,0 4-1-15,5 2 0 16,2 0-3-16,3 7-6 16,4 2-18-16,4 3-29 15,0-4-44-15</inkml:trace>
  <inkml:trace contextRef="#ctx0" brushRef="#br0" timeOffset="-147006.14">9262 18447 333 0,'0'0'6'0,"0"0"-3"0,0 0-4 0,0 0 1 0,0 0-1 0,0 0-31 16,0 0-37-16,0 0-85 16</inkml:trace>
  <inkml:trace contextRef="#ctx0" brushRef="#br0" timeOffset="-146437.59">9415 18366 208 0,'0'0'20'15,"0"0"16"-15,0 0-23 16,0 0-10-16,0 0-1 16,0 0-1-16,19-44-1 15,-5 37 0-15,-4 2 1 0,2 0-2 16,0 5 2 0,0 0-1-16,0 0 0 0,-1 8 0 15,-3 5 0-15,0 3 0 16,-3 6-2-16,-2 0 1 15,-3 2-5-15,0 3-8 16,0 0-6-16,-6-1 3 0,-8-1-9 16,1-2-4-16,-1-2 21 15,-1-6 9-15,-1-4 3 16,3-4 25-16,2-4 8 16,0-3-10-16,6 0-12 15,1-3-8-15,4-4-3 0,0-2 1 16,0 0-3-16,2 1 0 15,5 0 1-15,4 2-1 16,2 2 1-16,0 1 2 16,1 3-3-16,1 0 1 15,1 0-1-15,-1 4 0 0,0 2 1 16,2 4-2-16,-1-3 0 16,-1-1-6-16,-3-3-30 15,1-3-77-15</inkml:trace>
  <inkml:trace contextRef="#ctx0" brushRef="#br0" timeOffset="-146183.43">9759 18451 264 0,'0'0'11'0,"0"0"-6"0,0 0 3 16,0 0-4-16,0 0 1 15,0 0-5-15,0 0 5 16,0 0 1-16,49-17 2 16,-31 12-5-16,4-1-2 15,1 1 0-15,1-1-1 0,2-1 0 16,-1 0 0-16,0 0-11 16,-3-1-25-16,-2-1-32 15,-4-1-76-15</inkml:trace>
  <inkml:trace contextRef="#ctx0" brushRef="#br0" timeOffset="-145967.33">9922 18295 301 0,'0'0'5'15,"0"0"5"-15,0 0 1 16,0 0-7-16,0 0-4 15,0 0-1-15,-28 40 1 16,28-19 0-16,1 3 0 0,8 2 0 16,-2 1 0-1,4 0-7-15,4-4-30 0,-1-5-34 16,1-3-71-16</inkml:trace>
  <inkml:trace contextRef="#ctx0" brushRef="#br0" timeOffset="-145568.71">10256 18322 204 0,'0'0'-22'0,"0"0"22"15,0 0 0-15,-26 43-2 16,19-25-2-16,3 1 3 15,0 1 2-15,4-5 0 16,0 1 0-16,2-3-1 0,7-6 1 16,6-3-2-16,0-4-2 15,4 0-2-15,-1-7 0 16,0-7 5-16,-1 2 1 16,-1-3 13-16,-5 1 14 15,-2-2-7-15,0 3-2 16,-7 0-3-16,-2 1-4 0,0-1 7 15,0 0-5-15,-8 0-5 16,-2 1-2-16,-3 2 1 16,0 1-1-16,-1 2-3 15,-1 3-4-15,3 1 1 16,1 3-4-16,1 0-8 0,4 4-21 16,2 2-26-16,1 0-59 15</inkml:trace>
  <inkml:trace contextRef="#ctx0" brushRef="#br0" timeOffset="-145349.7">10465 18331 318 0,'0'0'13'0,"0"0"10"0,0 0 5 0,0 0-18 0,0 0-10 16,0 0-3-16,0 0-10 0,0 0-18 15,0 0-31-15,-27-4-71 16</inkml:trace>
  <inkml:trace contextRef="#ctx0" brushRef="#br0" timeOffset="-145120.91">10638 18226 324 0,'0'0'8'0,"0"0"-2"16,0 0-4-16,0 0-2 15,0 0-6-15,0 0-1 16,0 0 5-16,-12 51 1 15,9-34 2-15,3 2-6 16,0-1-12-16,0 0-12 16,0-1-23-16,4-5-53 0</inkml:trace>
  <inkml:trace contextRef="#ctx0" brushRef="#br0" timeOffset="-144913.24">10765 18244 135 0,'0'0'-1'15,"0"0"0"-15,0 0-3 16,0 0-14-16,25 40-93 15</inkml:trace>
  <inkml:trace contextRef="#ctx0" brushRef="#br0" timeOffset="-144615.67">11355 18183 317 0,'0'0'-1'15,"0"0"-7"-15,0 0-9 0,0 0 1 16,0 0-16-16,39-20-18 16,-23 10-22-16,-2 0-39 15</inkml:trace>
  <inkml:trace contextRef="#ctx0" brushRef="#br0" timeOffset="-144444.62">11466 18255 319 0,'0'0'4'0,"0"0"-23"0,0 0-4 16,0 0 0-16,0 0-13 16,41 6-36-16,-26-13-33 15</inkml:trace>
  <inkml:trace contextRef="#ctx0" brushRef="#br0" timeOffset="-144237.52">11742 18116 231 0,'0'0'35'0,"0"0"-33"15,0 0-5-15,0 0 0 0,4 50-12 16,-4-29-11-16,-5-2 9 15,3 1 8-15,2-5 3 16,0-1 1-16,7-3-3 16,0-3-11-16,3-1-8 0,1-5-40 15</inkml:trace>
  <inkml:trace contextRef="#ctx0" brushRef="#br0" timeOffset="-144095.96">11809 18277 1 0,'0'0'59'16,"0"0"-8"-16,0 0-7 15,26-48 20-15,-26 36-17 16,0-1-14-16,-1 2-6 0,-8 1-5 15,-1 3-6-15,-4-1-5 16,-1 3-9-16,-1 5 0 16,1 0-5-16,0 2-12 15,3 9-11-15,3-4-28 16,-1 0-34-16</inkml:trace>
  <inkml:trace contextRef="#ctx0" brushRef="#br0" timeOffset="-143909.95">11921 18140 369 0,'0'0'18'16,"0"0"-12"-16,0 0-5 15,0 0-3-15,0 0-15 0,0 0-32 16,0 0-42-16,0 0-71 15</inkml:trace>
  <inkml:trace contextRef="#ctx0" brushRef="#br0" timeOffset="-143597.2">12083 18051 232 0,'0'0'-26'0,"0"0"5"16,0 0 20-16,0 0 1 15,-3 44-1-15,1-33 0 16,2 1 2-16,0-2 0 16,0-3 0-16,2-4 0 15,3 0 0-15,2-2 1 0,-1-1 4 16,1 0 11-16,-2 0 8 15,2-4-4-15,-3 1 1 16,1-1 3-16,-1 4-11 16,2-2-10-16,-1 2-4 15,2 2-3-15,-1 5-28 0,-1 0-60 16</inkml:trace>
  <inkml:trace contextRef="#ctx0" brushRef="#br0" timeOffset="-138404.22">22331 16899 56 0,'0'-5'1'0,"0"2"8"0,0-1 22 0,0 2 4 0,0-4 0 15,-1 5-4-15,-1-2-7 0,-1 2-9 16,1-1-9-16,1 2-6 16,0-2 1-16,0 2-2 15,1-1 2-15,-1 1-1 16,0-1 0-16,1 0 1 16,-1 1 3-16,1-2 3 0,0 2 2 15,0 0-7-15,0 0-1 16,0 0-2-16,0 0 1 15,0 0-2-15,0 4 1 16,0 2 1-16,0 4 0 16,0 1-2-16,0 2 2 15,0 1 0-15,0 3 2 0,1-1-2 16,2 1 0 0,1 0 1-16,2-5-1 0,5 0 1 15,-3-2-1-15,3-1 2 16,1-4-2-16,0-2 1 15,0-1-2-15,0-2 2 16,-1 0-1-16,0 0 0 0,2 0 1 16,-1-5-1-16,1-2 2 15,0-4-2-15,-1 2 0 16,-3-2 2-16,0-2-1 16,-1 1-1-16,-1 0 0 0,-2-1 0 15,-1 1 0-15,-3-1 1 16,0 1 1-16,-1 1 0 15,0 0 2-15,0-1 0 16,0 5-2-16,0 0-2 16,0 3 1-16,0 1-1 15,0 2 0-15,0 1-1 0,0 0-1 16,0 0-6-16,0 4 6 16,0 3 0-16,0 3 3 15,0 3-1-15,0 1 0 16,2 0 0-16,1 3 1 15,-1 1-2-15,2-2 2 0,-1 1-1 16,3 0 0-16,-1-1 0 16,-2-1 0-16,1-1 1 15,0-1-1-15,0-1 0 16,-1-1 0-16,-1-2 0 0,0-1 0 16,1 1 0-16,-1-2 0 15,-2 0 1-15,0-1-1 16,0 0-2-16,-3-1 0 15,-3 1 4-15,-3-2 0 16,0 0 4-16,-3-1 3 16,1 1 2-16,-2 0-1 15,0-1-4-15,0 0 2 0,-1-1-6 16,1-1 0-16,-1 2-1 16,5-2 0-16,-1 0-1 15,2 1 0-15,2-2 0 16,5 0-2-16,1 0-19 0,0-4-36 15,1-8-95-15</inkml:trace>
  <inkml:trace contextRef="#ctx0" brushRef="#br0" timeOffset="-137912.33">22811 16947 119 0,'-3'0'4'0,"2"0"9"0,0 0-7 15,0 0 7-15,1 0 19 16,0 0 0-16,0 0-14 15,0 0-4-15,0 0-1 0,0 0-8 16,1 0 0-16,5 0 0 16,1-1-1-16,3-2-2 15,1 0 4-15,0-1 2 16,3 0-2-16,-3 0-2 16,4-1-2-16,-2 1-2 0,0 2 0 15,1 0 0-15,2-2-6 16,-2-1-30-16,-5-2-54 15</inkml:trace>
  <inkml:trace contextRef="#ctx0" brushRef="#br0" timeOffset="-137008.43">23066 16715 104 0,'0'0'36'0,"0"0"-35"15,0 0-1-15,0 0 0 16,0 0 1-16,0 0 3 15,0 0 8-15,0 0 9 16,0 0-1-16,1 21-6 16,-1-13 1-16,0-1-6 0,3 3-6 15,-1-2-1-15,1 0 0 16,0 1-1-16,3-1 1 16,-1-1-2-16,0-2 0 15,1 0 1-15,1-1 0 16,1-2-1-16,1-1 3 0,1-1-1 15,2 0 1-15,2 0-1 16,0-1 1-16,0-5-1 16,-1 1-2-16,0-1 0 15,-1 0 0-15,0-3 0 16,-3 1 1-16,-2 0 1 0,0 0 3 16,-1-2 2-16,-3 2-3 15,-1-2-1-15,-2 0 2 16,0 0-1-16,0 3 2 15,0 0-1-15,0 1-3 16,-4 1 2-16,1 2-4 0,-2 1-1 16,1 2-1-16,2 0 0 15,0 0 0-15,1 0 0 16,-1 0 2-16,1 0 0 16,0 3-1-16,1 2 2 15,-1 1-2-15,1-1 1 16,0 3 0-16,0 1 0 0,0 2 0 15,0 3 1-15,0-1-1 16,0 0 0-16,1 3 0 16,4-1 0-16,1-1 0 15,1 2 1-15,0 1 0 16,1-3-1-16,-2 3 1 0,3 0-1 16,-3 0 1-16,1-1-1 15,-2 0 0-15,2-1 1 16,-5-2-1-16,2 4 1 15,-2-6-1-15,-1 1 0 16,-1-2 1-16,0-2 1 0,0-1 2 16,-1-1 0-16,-7-1 1 15,0 0 1-15,-1-1 0 16,-3-1-1-16,-1-1-3 16,-3 0-1-16,0-2 0 0,-3 0 0 15,3 0 0-15,0 0 0 16,-1 0 2-16,3-5-3 15,3-3 0-15,0-3-4 16,1-3-29-16,4-5-92 16</inkml:trace>
  <inkml:trace contextRef="#ctx0" brushRef="#br0" timeOffset="-136232.77">23003 16509 101 0,'0'0'40'0,"0"0"-14"0,0 0-18 0,0 0-1 16,0 0-3-16,0 0 0 0,0 0 4 15,0 0 2-15,0 0-1 16,0 0 1-16,0 0 0 16,0 0 5-16,0 0-2 15,0 0-6-15,9 0-2 16,-5-3-3-16,0-1-1 0,-1-1 0 16,1 1 0-1,1-2 2-15,-2 1 0 0,1-2-1 16,0 1 1-16,-2-1 1 15,-1 1-2-15,0-1 2 16,1 1-3-16,-2-1 0 16,0 1 0-16,0 1-1 0,0-1 1 15,0 3 0-15,0-1-1 16,0 1 0-16,0 0 0 16,1 1 0-16,1 0 0 15,0 2 0-15,1-1-1 16,-1 1 1-16,1-2-1 0,1 2 1 15,0 0 0-15,-2 0-1 16,1 0 0-16,-1 0 1 16,3 0 0-16,-1 0 0 15,-1 3 0-15,1 0 1 16,2 1 0-16,-3 2 0 0,2-2 1 16,3 3 0-16,-3 1 0 15,4 1 1-15,1 0-2 16,-2 2 1-16,4-1-1 15,-2 0 0-15,3-1 0 16,-2-1 0-16,1 1-1 16,1-1 1-16,-2-2-3 15,1-3-18-15,-2-3-63 0</inkml:trace>
  <inkml:trace contextRef="#ctx0" brushRef="#br0" timeOffset="-133216.86">22682 17422 130 0,'-1'1'2'0,"1"1"6"0,0 1 18 0,0-1 4 0,0-1-4 16,0 0-6-16,0 0-4 16,0-1 0-16,0 2-2 15,0-2-8-15,0 1-3 16,0-1-3-16,0 0 1 16,1 0-2-16,3 0 2 15,-2 0 0-15,1 0-2 0,-1 0 2 16,0 0 2-16,2-3 0 15,-4-1 1-15,2-3 5 16,1 0-2-16,-1-2-1 16,2-1-5-16,1 0-1 15,-2-1 0-15,0 1-1 0,0-1-5 16,-2 0-3-16,2 3 3 16,-3 2 5-16,0 0 0 15,0 1 1-15,0 2 0 16,0 1 0-16,0 1 0 0,0 0 1 15,0 1-2-15,0 0 1 16,0 0-1-16,0 0 0 16,0 0-2-16,0 0-1 15,0 0 3-15,0 4 1 16,3 3 0-16,0 2 1 16,0 0 1-16,3 0 0 15,-2 3 1-15,2-4 0 0,1 1 3 16,-1-2-1-16,2 0-1 15,-2-3-1-15,0 1 2 16,0-1-3-16,0-1-1 16,2-2 0-16,-1-1 0 0,2 0-12 15,-2 0-17-15,2-10-44 16,-5-1-154-16</inkml:trace>
  <inkml:trace contextRef="#ctx0" brushRef="#br0" timeOffset="-132974">22704 17180 237 0,'0'0'29'0,"0"0"-10"0,0 0 5 0,0 0-17 16,0 0-8-16,0 0-5 0,0 0-27 15,0 0-21-15,0 0-106 16</inkml:trace>
  <inkml:trace contextRef="#ctx0" brushRef="#br0" timeOffset="-131941.95">23432 17202 53 0,'0'0'3'0,"0"0"-2"0,0 0 0 0,0 0 7 15,0 0 12-15,0 0 7 16,0 0 9-16,0 0-2 15,0 0 2-15,-2 17-12 16,0-16-11-16,1 2-7 0,1-3-4 16,0 2-2-16,0-1 0 15,0 0 0-15,0-1 0 16,0 0 0-16,0 0 0 16,0 0 0-16,3 0 0 15,0 0 0-15,1 0 2 0,2 0 1 16,-2-2-3-16,2-3 5 15,0-2-4-15,-2 3 0 16,0-3 0-16,1 1 0 16,-2-2 0-16,2 1 0 0,-1-1 0 15,-1 0 0-15,-1-1 0 16,0-1-1-16,2 0 0 16,-2-1 0-16,0 2-1 15,-1-2 1-15,-1 3 0 16,0-1 0-16,1 4 0 15,-1 0 0-15,0 1 0 0,0 2 0 16,0 0-1-16,0 0 0 16,0 2 0-16,0 0 1 15,0 0-2-15,0 0-3 16,0 0-1-16,0 0-1 16,0 0 4-16,0 0 1 0,0 4 0 15,0 2 3-15,0-1-2 16,0 0 1-16,0 2 1 15,0-1-1-15,0 1 0 16,0-3 1-16,0 3-1 0,1-1 1 16,1-2-1-16,-1 2 1 15,1-1-1-15,-1 0 1 16,2-1-1-16,-1 2 1 16,-2-2 3-16,1 0 2 15,1 1 2-15,0-1 1 16,0-1 0-16,0 0-4 15,2-1-1-15,-2 0-3 0,1-1 1 16,-1-1 0-16,0 0-1 16,2 0 0-16,-3 0 0 15,2 0 0-15,-1 0 0 16,0 0-2-16,1 0-3 0,0-7-33 16,-1 1-20-16,0-2-96 15</inkml:trace>
  <inkml:trace contextRef="#ctx0" brushRef="#br0" timeOffset="-130825.89">23433 16923 119 0,'-1'0'28'0,"1"0"4"0,-1 0-2 0,1 0-8 16,0 0-8-16,0 0 3 16,0 0-3-16,0 0-2 15,0 0-3-15,0 0-4 16,0 0-2-16,0-1 0 0,0 1-1 16,0-2-1-16,0 2 0 15,0-1 0-15,0 1-1 16,0 0 0-16,0 0 0 15,0 0 2-15,0 0-2 16,-1 0 1-16,1 0-1 0,0 0 0 16,0 0 0-16,0 0 0 15,0 0 1-15,0 0 0 16,0 0 2-16,0 0 3 16,0 0 2-16,0 0-2 15,0 0 2-15,0 0-3 0,0 0-4 16,0 0 0-16,0 0-1 15,0 0-1-15,0 0-1 16,0 0 0-16,0 0 0 16,0 0-1-16,0 0-2 15,0 0 1-15,0 0-3 16,2 3-7-16,1-2-17 0,-1-1-31 16,1 0-95-16</inkml:trace>
  <inkml:trace contextRef="#ctx0" brushRef="#br0" timeOffset="-129205.97">22083 16865 56 0,'-6'10'10'0,"1"1"11"0,2-2 5 0,-2 2 0 15,1 2-2-15,1 1-4 16,1 2-3-16,0 1-3 16,-1 3-7-16,1-2 0 15,0 4-1-15,1-1-2 16,-1 2 0-16,2 0 4 16,0 2 3-16,0 2-2 0,0 0 2 15,1 0-1-15,6 0 1 16,3-2-4-16,2 0 0 15,1-3-2-15,2 0-1 16,2-4 1-16,3-1-1 16,1 0-2-16,3-4 0 0,3-6-2 15,3 0 0-15,4-7-3 16,0 0-49-16,3-8-115 16</inkml:trace>
  <inkml:trace contextRef="#ctx0" brushRef="#br0" timeOffset="-128301.02">23421 16473 85 0,'0'0'5'0,"0"0"16"0,0 0-9 16,0 0 3-16,0 0 7 16,0 0 3-16,0 0-7 0,0 0-7 15,0 0-2-15,0 0-5 16,0 0-2-16,0 0 1 16,20 2-1-16,-4 0-1 15,0 0 0-15,6 1-1 16,0 1 1-16,1 3-1 0,3 0 0 15,1 4 0-15,-1 0 0 16,2 1 0-16,1 4 0 16,-4 1 1-16,0 0 0 15,-1 4 1-15,-4-1 1 16,-1 7 1-16,-4-1-2 16,-2 2 0-16,-2 0 0 0,-3 1-1 15,-1-1 1-15,-4-1-2 16,1-1 2-16,-2-2-3 15,1-2 2-15,-3-3-1 16,0 1 2-16,0-2-1 16,-3-3-1-16,-3-2 2 0,1 2 0 15,0-6 2-15,-1 0 0 16,0-3 0-16,2 0 0 16,0-2-3-16,-2 1 0 15,1-3-3-15,1-2-48 0,-2 0-130 16</inkml:trace>
  <inkml:trace contextRef="#ctx0" brushRef="#br0" timeOffset="-123240.97">21786 17041 8 0,'0'2'49'0,"0"-2"-22"0,0 0 0 0,0 0 1 16,0 0 4-16,0 0-1 15,0 0-2-15,0 0-7 16,0 0-9-16,0 0-1 16,0 0-2-16,0 0-3 0,0 0-3 15,0 0-2-15,-3 0 0 16,1 1-2-16,1 1 1 15,-4 0-3-15,2 1 3 0,-1 1-2 16,-2 1 2-16,1 2-1 16,-3-2-1-16,-1 3 0 15,-1 0 1-15,-2-1 1 16,1 2 1-16,0-2-2 16,-1 1 1-16,0 0 0 15,0 0-1-15,2-1 1 16,0 0-1-16,-2 2 0 0,2-2 1 15,2-2-2-15,0 1-9 16,-1 0 11-16,4-2-2 16,1 0 1-16,0-1 8 15,0 1-9-15,1-2 1 0,-3 3-1 16,1-1-9-16,0 0 14 16,-1 1-4-16,1-2 1 15,-1 1 0-15,1-2 1 16,2-1-2-16,1 1 0 15,2-1 1-15,0-1-2 16,0 0 1-16,0 0 0 0,-2 0-2 16,2 0 2-16,0 0-1 15,0 0 1-15,0 0 0 16,0 0-1-16,0 0 1 16,0 0-2-16,0 3 0 0,0-2 2 15,4 2 0-15,-2 0 0 16,1-2-1-16,4 0 1 15,-5 0 0-15,3 1 0 16,1-1-1-16,0 0 1 16,2-1 1-16,-1 2-3 0,2-2 3 15,0 0 0-15,2 0-3 16,-2 0 1-16,1 0 5 16,0 0-3-16,-1-3 0 15,1 0 1-15,-1 0 0 16,0 0 1-16,0 0-2 0,1 1 0 15,1-1 0-15,0 1-1 16,0 0 0-16,0 1 0 16,-2 0 0-16,2-2 0 15,0 3 0-15,0-1 0 16,0-1 1-16,0 1-1 16,1 0 0-16,-2-1 0 15,0 2 0-15,-3-1 0 0,-1 1 0 16,0-2 0-16,-3 2 0 15,-1 0 1-15,-1 0-1 16,0 0 1-16,-1 0 0 0,0 0 3 16,0 0 3-16,0 0-1 15,0 0 0-15,0 0-4 16,0 0-1-16,0 0-1 16,0 0 0-16,0 0-1 15,0 0 1-15,0 0 0 16,0 0-1-16,0 0 0 0,0 0 1 15,0 0 0-15,0 0-1 16,-2 2 0-16,0 2 1 16,-1 0 0-16,1 0 1 15,-2 2-1-15,0 0 0 16,2-1 0-16,-2 3 0 0,1-1 0 16,-1 3 0-16,2-2 0 15,-2 3 0-15,1-1 1 16,-1 0-1-16,-1 2 0 15,2 0-1-15,-3 1 1 16,2 0 0-16,-1-1 0 0,0 0-1 16,0 1-8-16,1 0-1 15,1-2 3-15,0-1 2 16,0 1 4-16,0-1 0 16,0-1 1-16,-1 0 0 15,1-1 0-15,-1-1 1 16,1 0-1-16,-2 0 0 15,2 0 1-15,0 0-1 0,-1-1 2 16,1 0-1-16,0 2 0 16,1 1-1-16,1-1 0 15,-2 1 1-15,-1 0-1 0,1 0 0 16,0 0 1-16,2 1-1 16,-1-2 0-16,-2 1-1 15,4-5 0-15,-2 2 2 16,2-2-1-16,-2 0 1 15,2-1-1-15,0 0 1 0,0 0 0 16,0 0-1 0,0-1 0-16,0 0 0 0,0 1 0 15,0-2 0-15,0 1 0 16,0-1 1-16,0-1-2 16,0 0 2-16,2 0-1 15,4 0 1-15,-3 0 0 0,3 0 0 16,2 0-1-16,2 0 1 15,-3-3 0-15,1-1 1 16,2 0-2-16,-1 2 0 16,1-1 1-16,2 1-1 15,1-1 2-15,-1-1 4 0,1 0 0 16,0 0 1-16,0 2 2 16,-1-1-2-16,0 1-1 15,-1 1-2-15,-4-2 0 16,0 3-2-16,0-1-1 15,-2 1 0-15,-2 0 0 0,2 0-1 16,2 0 0-16,1-2-1 16,1-8-20-16,1-7-71 15</inkml:trace>
  <inkml:trace contextRef="#ctx0" brushRef="#br0" timeOffset="-121761.46">23685 16252 21 0,'-1'2'20'0,"-2"-2"0"0,0 1 0 16,1-1-4-16,0 1 6 15,0-1-5-15,0 0-1 0,0 0-2 16,0 0-4-16,2 1-4 15,-1 1-5-15,-2-1-1 16,1 1 1-16,1 2-2 16,-1-3 2-16,-1 2 0 15,2 0-1-15,-1-2 2 16,0 2-1-16,-3-1 1 0,2 0 0 16,-2-2 2-16,0 2 0 15,1-2-2-15,0 0-1 16,0 0 2-16,0 0 4 15,2 0 6-15,-1 0 0 16,3 0-5-16,-1-4-4 0,1 0-3 16,0-1 0-16,0 2 0 15,0-1 0-15,0 0-1 16,0-1 0-16,0 0-1 16,0 0 6-16,0-1 3 15,1 1-5-15,6-1 1 0,1 1-3 16,1 0-1-16,0 1-1 15,0 1-1-15,1 1 1 16,-2 0 1-16,0 2 1 16,-3 0 1-16,1 0 0 15,-1 0 1-15,0 0-2 0,-2 0 0 16,0 4-1-16,0-1-1 16,0 4 1-16,0-1 1 15,1 1-1-15,-3 0 1 16,3 0-1-16,-1 0 0 15,-1 0 1-15,-1 1-1 0,-1 0-1 16,0-1 1-16,0 2 0 16,0-1 0-16,0 2 0 15,-2-1 1-15,-2-1-1 16,0 2 0-16,-1-1 1 16,1-1 0-16,0 2-1 15,-1 0 1-15,1-3 1 0,-1 1-2 16,0-1 1-16,1 0 0 15,1 0 0-15,1 0-1 16,-4-2 1-16,4-2 0 16,0 1 0-16,1-1-1 15,1 0 1-15,-1-3 1 0,1 2-2 16,0-2 1-16,0 0 2 16,0 0-1-16,0 0 0 15,0 0-1-15,0 0 0 16,0 0-1-16,0 0 1 0,0 0 0 15,0 0-1-15,0 0 1 16,0 0-2-16,0 0 1 16,0 0 1-16,0 0-1 15,0 0 0-15,0 0 1 16,1 0 0-16,1 0-1 16,0-2 1-16,1 2-1 0,-1-3 2 15,0 2-2-15,0-1 0 16,1 1 1-16,1-2-1 15,0 1 0-15,1 0 0 16,0-2-1-16,0 1 1 16,1-1 0-16,1-1 1 0,1 1-1 15,-1 0 0-15,1-1 0 16,0 2 0-16,3-3 0 16,-3 3 0-16,1-1 0 15,2-1 0-15,-2 1 0 0,2-2 1 16,2 1-1-16,-2 0 1 15,0 0-1-15,2-1 1 16,-4 3-2-16,-1-1 2 16,0 1-1-16,-4 2 0 15,0-2 0-15,-2 2 1 0,0 0-1 16,1 1 1-16,-3-1 0 16,1 0 0-16,-1 1 0 15,0 0 0-15,0 0-1 16,0 0-1-16,1 0 0 0,-1 0-3 15,0 2-18 1,0 0-27-16,0 1-60 0</inkml:trace>
  <inkml:trace contextRef="#ctx0" brushRef="#br0" timeOffset="-120746.58">23605 16287 48 0,'0'0'46'0,"0"0"-43"0,0 0-1 0,-2 0-2 16,-1-1 0-16,1-1 0 15,-1-1 8-15,3 1 13 16,-2-1 6-16,0 0-2 0,1 0-10 15,1 0-6-15,0 2-8 16,0-3-1-16,1 1 0 16,3 0-2-16,2 1 0 15,2 0 1-15,-3 0 0 16,3-1 0-16,-1 3-1 0,3-2 4 16,0 1 1-16,-1 1 4 15,2 0-2-15,-1 0 0 16,0 0-2-16,0 0-2 15,-2 0-1-15,-2 5 0 16,0 0 0-16,-2 0 1 16,-1 2 0-16,-1 0 0 0,-2 1 0 15,1 1-1-15,-1 1 0 16,0 0 1-16,0 2-2 16,-3-1 0-16,-2 1-2 15,0-2 2-15,0 3-1 0,0-2 0 16,0 0-4-16,1-2 3 15,0 0 1-15,2-1 4 16,2-1-2-16,-2-1 1 16,0-1-1-16,2 1 0 15,0-5 1-15,0 1 0 16,0-2 0-16,0 0 0 16,0 0 4-16,0 0 5 0,4 0 0 15,-1 0 0-15,4 0 0 16,0-3-1-16,1-3 0 15,4 1 1-15,-1-1 1 16,4-1-1-16,1 0-4 0,2 0 0 16,-2 0-1-16,2 2 2 15,1-1-2-15,-2 1 0 16,-2 0-1-16,1 0-2 16,-3 1 1-16,-2 1-3 15,-2 2 0-15,-2-3 1 16,-2 4-1-16,0-2 1 0,-4 2-1 15,2 0 0-15,-1 0-1 16,0 0-1-16,0 0-14 16,-2 0-43-16,0-5-102 15</inkml:trace>
  <inkml:trace contextRef="#ctx0" brushRef="#br0" timeOffset="-118020.41">22195 17999 114 0,'0'0'39'15,"0"0"-24"-15,0 0-11 0,0 0-3 0,0 0 2 16,0 0-2-16,0 0-1 16,0 0-3-16,0 0 6 0,0 0 2 15,39-6-2-15,-28 1 2 16,1 0 5-16,3-2 0 16,1 0-3-16,0-2-2 15,4 2-3-15,2-3 5 16,0 3-2-16,3-3-2 15,2 0 3-15,2 0 1 0,4-1-3 16,-1-3 1-16,3 2-1 16,3-1 2-16,0 0 3 15,2 0 0-15,-2-2 1 16,2 4 0-16,-3-6-3 16,-1 3-2-16,1-1 4 0,-1-3-2 15,2 0 1-15,1 1-1 16,0-1-2-16,-1 1 1 15,1 0-1-15,-3 0 1 16,-1 3-3-16,-2 0-2 16,-3 0 0-16,0 4 0 0,-3 0 0 15,-2 1 0-15,-3 2-1 16,-2 0 0-16,-5 3 0 16,-1-2 0-16,-4 3-1 15,-4 2 1-15,0 0-2 16,-4 1-1-16,-2 0-10 0,0 0-20 15,-3 0-26-15,-10 5-26 16</inkml:trace>
  <inkml:trace contextRef="#ctx0" brushRef="#br0" timeOffset="-117558.96">22315 18015 72 0,'0'0'9'0,"0"0"17"0,42-17 5 0,-26 10 2 16,1 0 1-16,4-1-13 16,1-1-8-16,2 0 2 15,5-2-3-15,3 0-1 16,3-2 7-16,5 3 2 15,2-2-3-15,0-1-5 0,1 1-8 16,-1 0-2 0,-1 1-1-16,-3-1 0 0,-1 1-2 15,-1 0 1-15,-1 0 0 16,-2 3 0-16,1-2-2 16,-4 1-6-16,-1 1-20 15,-4-2-19-15,-5-2-74 0</inkml:trace>
  <inkml:trace contextRef="#ctx0" brushRef="#br0" timeOffset="-114824.11">5055 7557 34 0,'3'1'30'0,"-1"2"-25"0,-2 0 2 0,3 1 5 0,1-1 0 16,-3 3 0-16,3 2-2 15,-2-1-3-15,0 7-1 0,0-4-1 16,0 6-1-16,-1 0-1 16,1 1 0-16,0 0 2 15,-2 2 0-15,0 0 0 16,0 1-3-16,0-1 2 15,0 0-3-15,0 0 0 0,0-2 0 16,0 0 0-16,0-2 0 16,-4 0-1-16,3-4 1 15,-1 2-1-15,0-3 0 16,-2-3 1-16,2-2 0 16,0-1-1-16,2 0 0 15,-1-3 0-15,1 0 3 0,-2-1-2 16,2 0 0-16,-2 0-1 15,2 0 1-15,0 0 1 16,0 0 3-16,0 0-4 16,0-4-2-16,6 0 5 0,1-1-4 15,2 1 2-15,1 0-2 16,0 0 0-16,3 0-3 16,1 1 4-16,-1-1 5 15,1 1-5-15,1 0 4 16,1 0-2-16,-2 1-1 15,0 1 0-15,-1 1 0 0,-1 0-1 16,-2 0 0-16,-1 0 1 16,1 0-2-16,-2 0 0 15,-2 0 0-15,1 0 0 16,-3 0-3-16,-1 1-7 16,-3 1-38-16,1-2-11 0</inkml:trace>
  <inkml:trace contextRef="#ctx0" brushRef="#br0" timeOffset="-114496.06">5095 7763 109 0,'0'0'59'0,"0"0"-62"0,0 0 3 0,0 0 5 15,0 0 4-15,0 0 1 16,39-3 2-16,-28 0-1 0,1-1-5 16,3 1-1-16,-1 0-4 15,-1 0 0-15,0-1-1 16,-1 4 0-16,-3-4 1 15,1 4-1-15,-2-3 0 16,-2 2-1-16,-2-1-20 0,1-1-33 16,-5 0-40-16</inkml:trace>
  <inkml:trace contextRef="#ctx0" brushRef="#br0" timeOffset="-114255.59">5049 7571 215 0,'0'0'3'15,"0"0"-4"-15,0 0 0 16,40-19 7-16,-15 12-5 15,2 3 0-15,2 1-2 0,2 0-24 16,1-1-45-16,1 1-13 16</inkml:trace>
  <inkml:trace contextRef="#ctx0" brushRef="#br0" timeOffset="-113607.77">5369 7775 95 0,'0'0'16'0,"0"0"-1"16,0 0-1-16,0 0-5 16,47-37-5-16,-37 32 1 0,3 1-2 15,0 1-1-15,1 1 0 16,-1 2-2-16,-1 0 0 15,2 0 0-15,-3 7 0 16,-1 2 0-16,-1 1 1 0,-1 0 3 16,-2 4-3-16,-1-2-1 15,0 3-3-15,-3-1 1 16,-2 2 3-16,0-2 0 16,0-1 1-16,0-1-1 15,0-1-2-15,-2 0 1 16,-5-4 1-16,3-3-1 0,1 1 0 15,-1-2 2-15,-2-1 1 16,3-2 0-16,-1 0 1 16,-3 0-2-16,4 0 0 15,1-2 9-15,-2-5 2 16,1-1 0-16,2 0-1 0,0-4 0 16,1-2-2-16,-2 0 2 15,2-2-3-15,0-1-3 16,0 3 1-16,0-3-2 15,7 1-9-15,2 2 5 16,4 0-1-16,2 3-1 0,4 2-8 16,-2 2-21-16,2 1-38 15,-1 1-49-15</inkml:trace>
  <inkml:trace contextRef="#ctx0" brushRef="#br0" timeOffset="-112979.75">5708 7788 38 0,'0'0'45'0,"0"0"-36"0,0 0 8 0,0 0 0 0,0 0 2 16,0 0-4-16,39-31-1 16,-32 27-3-16,3 1-7 0,0 0 2 15,-1 1-3-15,3 1 0 16,0 1-2-16,-1 0 2 15,0 0-3-15,1 3 1 16,-2 4 2-16,1 0-2 16,-1 3 1-16,-3 2-2 15,-1 0 0-15,-2 1 1 0,-1-1-1 16,-3 0-1-16,0 0 1 16,0-2 3-16,0 0-2 15,-1 0-2-15,-3-2 1 16,-2 2 0-16,-1-4-1 15,1-1 3-15,0 0-2 0,0-1 1 16,-1-3 1-16,3-1 3 16,0 0 10-16,1 0 3 15,1-2-1-15,2-6-6 16,-2 0-4-16,2-5 0 16,0 0-4-16,0 1 0 15,0-3 1-15,2 1-2 0,1 0 0 16,1 1 2-16,0 0-2 15,1-1 1-15,3 4 0 16,0 0-3-16,3 3 0 16,5 4-3-16,1 1-17 15,1 0-41-15,-1-2-59 0</inkml:trace>
  <inkml:trace contextRef="#ctx0" brushRef="#br0" timeOffset="-112156.53">6180 7720 139 0,'0'0'5'0,"0"0"0"0,0 0-4 0,0 0 2 0,0 0 6 15,0 0 4-15,0 0-3 16,0 0 0-16,0 0-6 15,0 0-4-15,-35-5 1 16,27 10-1-16,2 4 1 16,1-2-1-16,1 4 0 0,2 2 0 15,0 1 1-15,0-3-1 16,2 2 1-16,0-1 0 16,0-3 1-16,2-3 2 15,2 0-4-15,1-5 2 0,3 2-3 16,-2-3 2-16,2 0 5 15,-3 0-1-15,3-4-2 16,-1-3-1-16,0 0 1 16,-1-2 1-16,1 2-2 15,-3-2 2-15,-1-2 0 16,1 1-1-16,-1-1 0 16,-3 0 0-16,0-2 0 0,0 4 4 15,0-1-5-15,0 0 1 16,-7 0-1-16,2-1-3 15,-2 3 2-15,1 0-2 16,0 0 6-16,0 0-4 0,4 3 0 16,-2-3 1-16,4 3-5 15,0-2 3-15,0 0-2 16,4 0-1-16,4 0 1 16,0 0 1-16,1-3 3 15,0 4-2-15,1 0 1 0,2 2-2 16,-3 1 1-16,3 2 1 15,-4 1-1-15,1 0 0 16,-1 1 1-16,0 5-2 16,-3 5 2-16,1 1-2 15,-2 1-1-15,-1 1 1 0,2 1 5 16,-3 1-4-16,0 1 0 16,-2 0 0-16,2-1 2 15,0-1-2-15,-1 1 0 16,3-2 0-16,0-2 1 15,-2-3-1-15,3 0 1 0,2-1 0 16,-2-5-1-16,1 0-2 16,1 0 1-16,4-3 1 15,-5 0 4-15,3 0 3 16,0-7 5-16,-2-1 3 16,2 0-4-16,-4 1-3 0,1 0-3 15,0 0-2-15,0 1-2 16,2-1-2-16,-3-4-11 15,1-3-113-15</inkml:trace>
  <inkml:trace contextRef="#ctx0" brushRef="#br0" timeOffset="-111393.17">7170 7213 130 0,'7'-11'2'0,"-1"-1"-1"0,-3-1-1 0,2 1 1 0,-5-1-1 16,0 0 1-16,0-1 3 15,-5 0 6-15,-2 0 14 16,-1 2-5-16,-2 1-7 15,1 0-4-15,-2 2-6 16,1 2-3-16,-2 1 1 0,3 3 2 16,-2 3 0-16,0 0-1 15,1 0-2-15,2 10 1 16,-4 3 0-16,2 7 0 16,1 1 0-16,1 5 0 15,2 5 0-15,1 3 0 0,5 3 1 16,0 4-1-1,0 2 1-15,0 1 1 0,7 6-1 16,1 1 0-16,0 1-1 16,-2 1 1-16,1-3 0 15,-2-2-1-15,2-7 2 0,-3-1-1 16,-4-5 0-16,0-2 1 16,0-2-1-16,0-1 1 15,-4-2-1-15,-4 0-1 16,2-2 0-16,-3 1 1 15,1-4-2-15,-2-3-6 16,1-9-70-16</inkml:trace>
  <inkml:trace contextRef="#ctx0" brushRef="#br0" timeOffset="-111052.31">6764 7686 145 0,'0'0'1'0,"0"0"2"16,0 0 1-16,40-16 9 0,-20 11 5 15,0-1 1-15,5 0-4 16,4 2-6-16,4 0-5 0,0 1-4 16,3 2 0-16,-2 1 0 15,0 0-19-15,-3 0-55 16</inkml:trace>
  <inkml:trace contextRef="#ctx0" brushRef="#br0" timeOffset="-110562.14">7302 7614 106 0,'0'0'2'16,"0"0"1"-16,-7 38 1 0,7-24 4 16,0 0-2-16,0 2-1 15,0-3 1-15,5-2-2 16,1-2 0-16,2-2 2 15,1-3 8-15,3-2 0 16,2-2-4-16,-1 0-2 0,3-2-3 16,2-5-1-16,0-2-3 15,-1-2 0-15,-2-2 0 16,-1-1-1-16,0 0 1 16,-3-2 0-16,-2 1-1 15,-2 0 1-15,0 2 1 16,-5 4 2-16,0 0 3 0,0 3 9 15,-2 5 2-15,0 1-2 16,0 0-10-16,0 1-9 16,0 9 8-16,0 0-7 15,0 6 4-15,0 0 0 16,0 2-2-16,5 0-3 0,4-2-17 16,0 0-29-16,2-4-27 15,-1-4-23-15</inkml:trace>
  <inkml:trace contextRef="#ctx0" brushRef="#br0" timeOffset="-110042.41">7687 7619 54 0,'0'0'126'0,"0"0"-118"0,0 0 7 0,0 0-3 0,0 0 5 15,0 0 0-15,0 0-13 16,0 0-6-16,0 0 2 16,4 0-1-16,-4 10 5 0,2 2-3 15,-2 0 0-15,1 0 0 16,-1-2-1-16,1-2 0 16,-1-1 0-16,0 0-2 15,0-1 0-15,0-3 1 16,0-2 1-16,0 1 1 15,0-2 0-15,0 0 1 0,0 0 1 16,0 0 4-16,0-6-8 16,0-1 5-16,0-6-4 15,5 0 1-15,1-1-3 16,2-3 2-16,1 0 1 16,3 1-1-16,2-1 5 0,-1 3-5 15,1 3 0-15,0 1 0 16,0 1 1-16,0 5 0 15,0 1 1-15,-1 3-1 16,-2 0-1-16,-1 3 1 16,-1 7-1-16,-1 0 1 0,-2 4 0 15,-1 1-1-15,-2 1-2 16,-3-1 1-16,0-1 1 16,0 1-1-16,0 0-3 15,-3-3-8-15,3 0-26 0,0-4-36 16,0-3-16-16</inkml:trace>
  <inkml:trace contextRef="#ctx0" brushRef="#br0" timeOffset="-109687.68">8156 7471 108 0,'0'0'8'0,"0"0"16"0,0 0-10 0,0 0-7 0,0 0-1 15,-38 5 1-15,24 2-2 16,1 4-1-16,-1 3-1 16,1 2-1-16,2 0 0 15,0 2-1-15,4 3 0 0,-1-1 2 16,3 2 1-16,0-4 0 15,3 2 1-15,2-3-1 16,0-3-1-16,0-1-1 16,7-2 3-16,2-3-5 15,6-3 1-15,1-1-2 0,5-4 1 16,2 0 0-16,4-2 0 16,-2-7-23-16,2-4-28 15,0-2-18-15</inkml:trace>
  <inkml:trace contextRef="#ctx0" brushRef="#br0" timeOffset="-109416.29">8335 7308 71 0,'0'0'69'16,"0"0"-57"-16,0 0 13 15,0 0-17-15,0 0-6 16,0 0 1-16,0 0 0 16,-41 51 2-16,39-24-3 0,-1 2 1 15,3 2-1-15,0 2 2 16,0-1-2-16,0-2-1 16,0 3 0-16,0-3-1 15,-1-2 0-15,-4-1-3 16,-5-3-44-16,0-5-45 15</inkml:trace>
  <inkml:trace contextRef="#ctx0" brushRef="#br0" timeOffset="-109132.92">8194 7586 139 0,'0'0'24'15,"0"0"-21"-15,37-30 5 16,-21 19 14-16,3 2-5 16,-2 3 1-16,0 0 0 0,2 6-9 15,-1 0-2-15,-1 0-3 16,-1 0-2-16,-2 7-1 16,-2 3 2-16,0 1-2 15,-5 1 0-15,0-1 1 16,-2 0-2-16,-3 2 1 15,0-1-4-15,-2-2 4 0,0-2-27 16,0-1-33-16,0-7-24 16</inkml:trace>
  <inkml:trace contextRef="#ctx0" brushRef="#br0" timeOffset="-108974.79">8483 7418 238 0,'0'0'12'0,"0"0"-3"16,0 0-7-16,0 0-10 0,0 0-70 15,0 0 39-15,0 0-8 16</inkml:trace>
  <inkml:trace contextRef="#ctx0" brushRef="#br0" timeOffset="-108391.17">8551 7503 109 0,'0'0'40'16,"0"0"-13"-16,0 0-16 15,0 0-2-15,0 0-2 16,0 0-7-16,0 0 5 0,-8 18-3 16,0-5-3-16,4 3 2 15,-2-1-1-15,2 2 0 16,4-1-2-16,0-2-6 15,0-1 1-15,0-2-2 16,0-1-1-16,4-3-2 0,-2-1 8 16,2 0-7-16,3-5 3 15,0-1 7-15,-2 0 0 16,3 0 6-16,-2-1 1 16,1-6 7-16,-3-1-1 15,2-1 2-15,-4 0 0 0,2-2-1 16,-2 1-3-16,3-2-3 15,-1 1-3-15,-1 0-1 16,4 1 0-16,-3 1-1 16,2 3-1-16,1-1 0 15,-2 2-1-15,6 0 0 0,-4 3 0 16,1 2 2-16,-1 0-2 16,1 0 0-16,-2 0 0 15,0 5 0-15,-3 2 0 16,-1 0-3-16,0 1 1 15,-2-1 1-15,0 0 2 0,0-3-2 16,-2 0 1 0,-1-1 1-16,1-3 0 0,0 0 5 15,2 0 11-15,0 0 1 16,0-7-7-16,0-3-3 16,2-1-8-16,5-2 1 0,3 2 0 15,0 2 1-15,3-1-3 16,-1 7 1-16,3 2 0 15,1 1-7-15,-1 0-28 16,2 0-85-16</inkml:trace>
  <inkml:trace contextRef="#ctx0" brushRef="#br0" timeOffset="-107907.68">9419 6781 75 0,'0'0'96'0,"0"0"-90"0,0 0 12 0,0 0-14 0,0 0-5 15,0 0-1-15,0 0-1 16,0 0 5-16,0 0 2 16,-38 20-1-16,26 4 0 15,1 8 2-15,-5 7-3 16,3 8 0-16,-2 11 0 0,-1 8-1 15,-4 6 0-15,0 7 0 16,-1 4 1-16,1 1-1 16,-3-2-1-16,-2-5 1 15,0-5-1-15,2-3 1 16,-2-7-1-16,2-8 0 0,5-9 1 16,2-5 1-16,2-4-1 15,1-2-1-15,1-4 0 16,1-3 0-16,3-9-23 15,3-11-137-15</inkml:trace>
  <inkml:trace contextRef="#ctx0" brushRef="#br0" timeOffset="-107501.56">9465 7233 208 0,'0'0'-9'0,"0"0"12"0,0 0 0 16,0 0-3-16,0 0-6 16,0 0 6-16,0 0 5 15,-17 53 2-15,8-25-5 16,-2 3-1-16,2-1 0 0,2 1 0 15,1-2-1-15,-1-4 1 16,6-4-1-16,1-5 1 16,0-2 3-16,0-4 2 15,3-3-3-15,8-2 1 16,-2-2-2-16,2-1 3 16,5-2 2-16,-1 0-2 0,4 0 5 15,1 0-2-15,-3 0-4 16,2 0-2-16,0 0-2 15,-3 0 1-15,-1 0 0 16,-1 0-3-16,1 0-28 16,-3 0-69-16</inkml:trace>
  <inkml:trace contextRef="#ctx0" brushRef="#br0" timeOffset="-107146.42">9733 7429 261 0,'0'0'-5'0,"0"0"5"16,0 0-2-16,0 0 2 15,0 0-1-15,-33 48 1 16,29-31 1-16,0 0 0 16,4 0 0-16,0-4 1 0,0-1-1 15,10-4-4-15,-1 0 1 16,3-6 0-16,-2-2 1 15,7 0 1-15,-4-2 5 16,3-9-3-16,-3 0 1 16,1-3 1-16,-6 1 6 0,-1-3 3 15,-3 2 4-15,-4-2-2 16,0 1-3-16,-2-1-5 16,-8 5-6-16,-3-1-1 15,-2 5 2-15,-5 3-3 16,2 4-4-16,0 0-13 0,0 11-21 15,5 1-9-15,2-1-43 16</inkml:trace>
  <inkml:trace contextRef="#ctx0" brushRef="#br0" timeOffset="-106726.48">10017 7352 186 0,'0'0'-2'0,"0"0"5"16,0 0 2-16,0 0 8 15,0 0-7-15,0 0-3 16,0 0-5-16,0 0 5 16,0 0-5-16,-42-24 2 15,29 34 3-15,-3 1-2 0,3 3 0 16,3-1-1-16,4 0 1 15,2 2-1-15,3-2 2 16,1-1 0-16,0-2-3 16,7 0 0-16,3-2 3 15,0 0-1-15,2 1 1 16,1-4-2-16,-2 2 3 0,0 0-1 16,-4 1-2-16,-2-2 1 15,-3 1-1-15,-2 0-1 16,0 0-1-16,-8 1 2 15,-4 1 3-15,-3 0 0 0,-2-1-2 16,-2 1 0-16,1-2-1 16,5-3 0-16,3-1-2 15,4-3-34-15,6-1-73 16</inkml:trace>
  <inkml:trace contextRef="#ctx0" brushRef="#br0" timeOffset="-106330.45">10208 7321 214 0,'0'0'36'0,"0"0"-32"0,0 0 3 0,0 0-2 16,0 0-6-16,0 0-2 15,0 0-5-15,0 0 3 16,-45-19-2-16,25 28 8 0,4 1-1 15,-2 1 0-15,3 2 2 16,1 0 0-16,3 1-2 16,5-1 1-16,3-2-1 15,3 1 1-15,0-4-1 16,7 0-6-16,1-3 6 16,4-1 0-16,1-1 4 0,1 1-1 15,-1-1 0 1,-2 0-1-16,-3 0 0 0,0 1-2 15,-3 2 1-15,-3 0-1 16,-2 1 0-16,0 2-4 16,-2 0 6-16,-10 4-2 15,-5 0 2-15,-2 2-1 0,-5 4-1 16,-3-2 0-16,0-5-28 16,1-3-154-16</inkml:trace>
  <inkml:trace contextRef="#ctx0" brushRef="#br0" timeOffset="-105782.58">10702 6597 241 0,'0'0'3'0,"0"0"1"0,0 0-3 15,0 0-3-15,0 0 2 16,-29 59 0-16,17-22 1 15,-1 12 0-15,-1 10 0 16,-3 8 0-16,-3 11 0 0,0 9 0 16,-3 2 0-16,-1 6 1 15,1 1-1-15,3-1 0 16,0-6 0-16,4-9 2 16,7-8-1-16,1-8-2 15,6-9 2-15,2-9-1 0,0-6-2 16,1-8-20-16,6-12-49 15</inkml:trace>
  <inkml:trace contextRef="#ctx0" brushRef="#br0" timeOffset="-105466.25">10977 7170 211 0,'0'0'-19'16,"0"0"33"-16,0 0-3 16,-48-14-1-16,36 14-5 0,0 2-3 15,-1 12-1-15,-1 4-1 16,-1 7 2-16,1 3 1 15,5 3-1-15,0-1 0 16,7 1-1-16,2-5 2 16,0-5-1-16,9-3-3 0,4-3 0 15,8-5-3-15,5-6-9 16,1-4-45-16</inkml:trace>
  <inkml:trace contextRef="#ctx0" brushRef="#br0" timeOffset="-105116.35">11249 7190 149 0,'0'0'115'15,"0"0"-104"-15,0 0-3 16,0 0-7-16,0 0-1 0,-47 12 0 16,31 6-1-16,1 2 2 15,-1 3 0-15,5-3-1 16,0-2 0-16,4-1 1 15,3-4-1-15,4-4 2 16,0-2 0-16,1-2-6 16,9-5-1-16,-1 0 3 0,2 0 0 15,3-3 5-15,-3-5 0 16,1-1-1-16,0-2 1 16,-5-2 1-16,-3 2 1 15,-2-2 3-15,-2 0 0 16,0 1-1-16,-6 0-6 0,-7 5-1 15,-1 3-3-15,-5 4-10 16,2 0-17-16,2 10-11 16,3-2-11-16,3-1-26 15</inkml:trace>
  <inkml:trace contextRef="#ctx0" brushRef="#br0" timeOffset="-104706.11">11469 7099 313 0,'0'0'-15'0,"0"0"19"16,0 0-3-16,0 0 0 16,0 0-3-16,0 0-3 15,0 0 3-15,-37-21 1 0,22 27 1 16,-4 4 0-16,2 2 1 15,1 0-1-15,3 4 0 16,2-1 2-16,4-1-2 16,3 2 0-16,4-2 0 15,0 0 0-15,2-1 0 16,7 0-5-16,2-3 2 0,2-2 2 16,1 1 1-16,1-2 0 15,-1 0 0-15,-3 0 1 16,-2-3-1-16,-5 1 1 15,-2 0-1-15,-2 0-1 16,0-1-5-16,-6 3 2 0,-7 0 3 16,-4 0 2-16,0 0-2 15,-3 0 0-15,2-1-11 16,3-2-16-16,2-4-21 16,5 0-47-16</inkml:trace>
  <inkml:trace contextRef="#ctx0" brushRef="#br0" timeOffset="-104411.29">11594 6957 192 0,'0'0'-2'0,"0"0"1"0,0 0 1 0,0 0 1 16,-33 54 0-16,25-31 0 16,2 4 0-16,3 1 2 15,-1 4-1-15,1-1 0 16,2 0 0-16,1 1-1 0,0-4 0 16,0-4 0-1,0-5-1-15,0-4 0 0,0-5-10 16,0-3-36-16,0-7-25 15</inkml:trace>
  <inkml:trace contextRef="#ctx0" brushRef="#br0" timeOffset="-104235.58">11490 7183 196 0,'0'0'2'0,"0"0"-2"0,36-9 0 15,-14 3 0-15,6 1 1 16,5-2 0-16,1 0-2 16,1 0-8-16,3-2-43 15,-1-2-37-15</inkml:trace>
  <inkml:trace contextRef="#ctx0" brushRef="#br0" timeOffset="-103843.29">12087 7014 199 0,'0'0'4'0,"0"0"5"0,0 0-9 0,0 0 0 15,0 0-1-15,0 0-61 16,0 0-28-16</inkml:trace>
  <inkml:trace contextRef="#ctx0" brushRef="#br0" timeOffset="-103666.77">12025 7184 267 0,'0'0'18'0,"0"0"-4"16,0 0-19-16,0 0 8 15,0 0-8-15,0 0-25 16,0 0-54-16,42-18-74 15</inkml:trace>
  <inkml:trace contextRef="#ctx0" brushRef="#br0" timeOffset="-101817.62">5557 8304 136 0,'0'0'2'0,"0"0"4"0,-52-27 3 0,36 24 3 0,1-3-7 15,3 2 2-15,1 1-5 16,5 1-2-16,0 1 1 16,5 1-1-16,1 0 0 15,0 0-15-15,9 2 9 0,9 3 4 16,2 1-1-16,9-1 1 16,7 0 2-16,5-2-2 15,9 0 1-15,4-2 4 16,6 1 3-16,7-2-3 15,3 0 2-15,6 0 2 0,7 0-3 16,5-2 2-16,4-6 1 16,7-2 1-16,4-2-4 15,6-1 0-15,5-1 0 16,7-1-1-16,6-2-1 16,4 0-1-16,4-2 0 15,4 2 1-15,8 2 0 0,-1-1-1 16,6 0 0-16,-3 3-1 15,4 1 1-15,5-2-1 16,-3-1 1-16,5 1 0 16,-3-3 4-16,5 0 5 0,0 1-4 15,1-5 1-15,2 1-4 16,1 0-1 0,3-2 0-16,1-1 1 0,2 1-3 15,-4 0 1-15,-5-1 0 16,-2 3 0-16,-5-1 0 15,-6-1 2-15,-6-1 3 0,-1 1 1 16,-7-2 1-16,-7 0-3 16,-6 0-3-16,-4 2 1 15,-9-2-3-15,-6 6 1 16,-8 1-2-16,-6 5 1 16,-7 4-9-16,-9-1-37 0,-6-1-106 15</inkml:trace>
  <inkml:trace contextRef="#ctx0" brushRef="#br0" timeOffset="-99083.62">13484 6881 76 0,'1'-6'2'0,"1"2"7"0,-1-2-1 0,0 2 5 0,-1-1 3 15,0 1-1-15,0-1 4 16,0-1 1-16,0 3 0 16,0-1-7-16,0 1-3 15,0 0-6-15,0 3-2 16,0 0-1-16,0 0-1 0,0 2 0 15,0 6 0-15,0 5 3 16,0 0-2-16,0 1-1 16,0 3 2-16,0-3-2 15,0 2 0-15,6-2 0 16,-2-3 0-16,6-1 0 16,-3 0-2-16,3-4 1 0,4-1 1 15,0-2 0-15,3-1 1 16,1-2-1-16,2 0 2 15,-3 0-2-15,2-3 0 16,-1-4 0-16,-2-2 0 0,2 2 1 16,-1-3 0-16,-1 0-1 15,-1-1 2-15,-1 0-2 16,-3-1 1-16,-4 2 0 16,0-2 0-16,-2 0 0 15,-2-1 0-15,-1 2 1 16,-1 1 1-16,-1-1-1 0,0 4-1 15,0 1 0-15,0 3 0 16,0 3-1-16,0 0-1 16,-1 0 1-16,-2 3 0 15,0 6 0-15,-3 3 1 0,0 2-1 16,2 2 0-16,2 2 0 16,0-2 0-16,2 1 0 15,0 2 0-15,0-1-1 16,6 1 1-16,0-1 0 15,2 2-1-15,1-1 2 16,-4-1-2-16,4-1 2 0,-4 0-1 16,-1-3 0-16,0-3 0 15,-2-2 1-15,-2-2-1 16,0 0 1-16,0-2 1 16,-4-1 4-16,-5 0 3 15,-3-1-2-15,-1 1-4 16,-7 0 0-16,0-1 1 0,-4 0-3 15,1 0 1-15,-1 0-1 16,-1-2 0-16,7 1 0 16,2-2 0-16,3 0 1 15,4 2-4-15,4-1 1 0,5-1-4 16,0 0-52-16,5-1-67 16</inkml:trace>
  <inkml:trace contextRef="#ctx0" brushRef="#br0" timeOffset="-98692.43">14005 6915 127 0,'0'0'32'0,"0"0"0"0,0 0-6 15,0 0 7-15,0 0-13 16,0 0-6-16,0 0-3 15,38-19-2-15,-29 15-3 0,6 1-3 16,0 0 0-16,6 2-1 16,-3-1 0-16,2 2-2 15,0 0 1-15,1 0-1 16,-2 0 0-16,2 0-5 16,0 0-20-16,0 0-22 0,0-4-63 15</inkml:trace>
  <inkml:trace contextRef="#ctx0" brushRef="#br0" timeOffset="-97994.71">14530 6709 123 0,'0'0'6'0,"0"0"25"0,0 0-16 15,0 0 8-15,0 0-20 16,0 0 2-16,0 0-2 16,0 0-1-16,-22 24 1 15,17-10-1-15,1 3 0 16,1 0 2-16,3 2-1 0,0-2-2 16,5-3 1-16,2 0-1 15,6-1-1-15,1-4 2 16,2-4-2-16,1 1 1 15,2-5 4-15,2-1-2 16,-1 0 1-16,3-3-1 0,-4-5-1 16,4 1 0-16,-5-3-1 15,-1-3 0-15,0 2 1 16,-8-2 0-16,2 1-1 16,-7 0 2-16,-1 1 0 15,1 2-3-15,-4 2 1 16,0 1-1-16,0 2 0 0,-6 4 3 15,1 0-2-15,-4 0-1 16,2 0 0-16,-3 7 0 16,2 3 1-16,0-1-1 15,3 2 0-15,1 1 0 16,3 0 0-16,1 1 0 0,0 0-2 16,5 1 3-16,1-1 0 15,6 1 0-15,-3 0-1 16,2-1 1-16,1-1-2 15,-1 1 4-15,-1-3-3 0,0 3 1 16,-3-2 0-16,-2-1 1 16,-2-1-1-16,-1 2 2 15,-2-1-1-15,0 0 3 16,-6 0-1-16,-3-1 1 16,-3 0-1-16,-5 0-1 15,-1-2 1-15,2 0-2 16,-2 2 2-16,3-2-3 0,-3-3-1 15,4 0 0-15,3 1-1 16,2-3-2-16,1 0-5 16,2-2-35-16,2-3-66 15</inkml:trace>
  <inkml:trace contextRef="#ctx0" brushRef="#br0" timeOffset="-97488.41">14530 6550 11 0,'0'0'111'0,"0"0"-105"0,0 0 27 16,0 0-22-16,0 0-6 0,0 0-2 15,0 0-1-15,0 0-1 16,0 0-1-16,0 0 10 16,0 0 9-16,0 0 3 15,1 0-1-15,7 0-7 16,-3-7-5-16,4-2-3 15,-4 1 0-15,1-3 1 0,-2-1-1 16,-2-1 0-16,-2 0-2 16,2 2 3-16,-2-2-3 15,0 2-2-15,0 2 2 16,0 1-2-16,0 4 1 16,0 1-1-16,0 3 0 0,0 0-2 15,0 0-2-15,1 4 0 16,8 6 1-16,0 4 1 15,2 3 0-15,5 3-1 16,1 1 0-16,2 2-7 16,2 0-15-16,-1-2-24 0,0-4-59 15</inkml:trace>
  <inkml:trace contextRef="#ctx0" brushRef="#br0" timeOffset="-97132.89">15072 6477 126 0,'0'0'3'0,"0"0"13"0,39 13-4 16,-25-3-4-16,0 4 1 0,1 1 0 16,3 3 3-16,-3 3 4 15,3 4-8-15,-2 4-2 16,0 1-3-16,-4 6 0 16,-1 3-2-16,-7 5 2 15,-4 2-1-15,0 1 0 0,-10 1-1 16,-8 0 0-16,-8 2-1 15,-7-2-1-15,-5 0 0 16,-8-2-11-16,-5-7-80 16</inkml:trace>
  <inkml:trace contextRef="#ctx0" brushRef="#br0" timeOffset="-96541.15">13495 6595 170 0,'0'0'0'0,"0"0"7"16,0 0 3-16,-37 0-6 0,21 11-3 16,-8 4-1-16,-3 6 1 0,-2 9 4 15,-3 11-3-15,-3 6 2 16,1 10 4-16,-1 4 2 15,3 6-4-15,5 1 0 16,7-1 2-16,9-4 0 16,11-3-4-16,0-9-2 0,19-4 1 15,13-9 0-15,8-5-1 16,9-7-2-16,7-4 1 16,6-6-1-16,5-6 2 15,8-6-2-15,3-4-15 16,5-4-53-16,6-15-55 15</inkml:trace>
  <inkml:trace contextRef="#ctx0" brushRef="#br0" timeOffset="-95900.64">15339 6273 60 0,'0'0'3'0,"0"0"1"0,0 0 6 16,0 0 5-16,0 0 7 16,0 0 0-16,0 0-1 0,0 0 2 15,0 0-3-15,0 0-5 16,-31-14-7-16,31 11-6 15,6 0-2-15,4 0 1 16,-3 2-1-16,4 1 2 0,0 0-2 16,0 0 1-16,-2 1 1 15,0 6-2-15,-3 2 0 16,-1 2-2-16,-5 0 2 16,0 1-2-16,0 5 0 15,-5-3 1-15,-6 2 2 0,0-1 1 16,-2-2-1-16,1 1 0 15,2-4 1-15,5 0-2 16,0-3 0-16,3-3 1 16,2-1-1-16,0-1 2 15,7-2 3-15,4 0 14 0,7 0-3 16,3 0-7-16,7-4-2 16,3-1-4-16,3 2-1 15,4 1 0-15,-2 2-2 16,-5 0 0-16,-4 1-7 15,-9 5-29-15,-9-2-92 0</inkml:trace>
  <inkml:trace contextRef="#ctx0" brushRef="#br0" timeOffset="-94725.97">12974 6709 205 0,'0'0'3'0,"0"0"1"0,0 0-4 0,-39 18 0 16,25-5 0-16,-6 1 0 0,-1 2 0 15,2 2 0-15,-4-2 0 16,-1 1 1-16,-1 0-1 15,1-3 0-15,-3 1 0 16,2-3 1-16,-1 0-1 0,1-2 1 16,3-2 0-16,-1-1-1 15,1-1 0-15,5 2 0 16,2-2 0-16,3 0-1 16,4-2 2-16,3 0-2 15,4-1 0-15,1 1-1 16,0-1 1-16,0 0-2 0,8 1 0 15,-1-3 4-15,4 1-2 16,2-2 2-16,3 0 5 16,5 2 0-16,-2-2 0 15,4 2-4-15,0-1 0 16,-2 1-2-16,-2 2 0 0,1 1 1 16,-3-1-1-16,-3 2 0 15,-1-1 0-15,-1 1 2 16,-4 1-2-16,1 3 0 15,-5 0 0-15,1-1 1 0,-5 2 1 16,0 2-1-16,0 0 0 16,0 2 1-16,-7-1-2 15,-3 2 1-15,-2 1-1 16,-5 0 0-16,-1 1 1 16,0-2-2-16,-3 1 2 15,1 0-1-15,1 0 1 0,0-2-2 16,2 1 1-16,1-1 0 15,0-2 0-15,5-1 0 16,2-2-1-16,1 0 1 16,4-1 1-16,2-1-1 15,2-3 0-15,0 1-1 16,0-1-1-16,8-2 1 0,2 0 0 16,2-2 2-16,4-1-1 15,2 0 4-15,1 0 7 16,1 0-4-16,3 0 3 15,-3-4-3-15,3 0-3 0,-1 1-3 16,-1 1 2-16,2 1-3 16,0 1 1-16,-2 0-2 15,0 0-10-15,-2 0-49 16</inkml:trace>
  <inkml:trace contextRef="#ctx0" brushRef="#br0" timeOffset="-93396.38">13320 7618 66 0,'18'-2'1'0,"1"-1"5"0,0-1-3 0,2 1-2 0,2-1 0 16,1 1-1-16,-4-1 1 16,4 0 4-16,1 1 0 15,2 0 2-15,1 0 0 16,2-1-1-16,2 0-3 0,2-1 1 15,5-2 0-15,-1 1 2 16,3-3 2-16,-3 0 2 16,6-1 7-16,-1 0-4 15,3-1-2-15,0 0-5 16,4-2-1-16,0 4-3 16,-1-3 0-16,2 1-1 0,1 1 0 15,-3 1-1-15,2-1 0 16,1 1 0-16,-4-1 0 15,0 0 1-15,-3 2-1 16,-1-2 1-16,-2 0 6 16,-2 1 1-16,2 0-2 15,-3 0-3-15,1 0-2 0,-1 1 1 16,-5 1-2-16,-4 0 0 16,-4 2 0-16,-5 0 1 15,-5 3 1-15,-7 0-4 16,-5 2 1-16,-3 0-19 0,-1 0-30 15,-3 0-4-15,-12 4 33 16</inkml:trace>
  <inkml:trace contextRef="#ctx0" brushRef="#br0" timeOffset="-92550.3">13332 7663 63 0,'0'0'15'0,"0"0"-5"0,0 0-7 16,0 0-2-16,0 0 2 16,0 0-1-16,0 0 0 15,0 0 1-15,38 0 6 0,-29 0 0 16,1 0-1-16,2-1-3 15,4 0-2-15,1-1-2 16,4-1 0-16,0 0-1 16,3-1 1-16,5 0 0 15,-1-2 3-15,4-1 1 0,1 1 6 16,2 1-3-16,1-3-1 16,3 2 2-16,-1-2-4 15,3 0-1-15,1 1-1 16,-2 0 0-16,1 1-1 15,-3-1-2-15,0 0 2 0,-1 1 0 16,1-2 2-16,-1 1-1 16,0-1 0-16,-1 1-2 15,-1 0 0-15,-1 0-1 16,0 0 1-16,-1-2-1 16,2 2-1-16,-3 0 2 0,0 0 0 15,0 1 1-15,-1 0 0 16,-2 0 1-16,-2 0-2 15,-2 2 0-15,0-2-1 16,-2 3 1-16,-4-1-1 16,-2 2 2-16,-1-1-2 0,-4-1 0 15,-2 2 0-15,-1 1 0 16,-3 0 1-16,-2 1-2 16,-1 0 1-16,-1 0-7 15,-2 0-33-15,0 0-24 16,-5 0-34-16</inkml:trace>
  <inkml:trace contextRef="#ctx0" brushRef="#br0" timeOffset="-91853.39">13366 7790 25 0,'0'0'16'0,"37"-12"-1"0,-14 5 4 0,-2 0-2 16,3 0-6-16,0 1 0 16,3 0-4-16,0-1-1 15,0 2-1-15,2-1-2 16,2 1 0-16,-3 0 5 16,3 2 3-16,-1-2 2 15,2 0-1-15,-1 1-1 0,-1-3 5 16,3 0-6-16,0 3-3 15,3-3-5-15,2-2 1 16,3 1-3-16,3-1 1 16,1-2 1-16,-1 1-2 15,-4-2 0-15,-1 4 1 0,-3-2-2 16,-1 1 2-16,-3 1-1 16,1 1 4-16,1-2-1 15,-1 2-1-15,1 2-1 16,-2-3 1-16,0 3-2 15,-3 0 0-15,-2 0 1 0,-4 0-1 16,-1 4 0-16,-6-3 0 16,0 2-1-16,-3 1-10 15,-2-2-22-15,0-1-37 16</inkml:trace>
  <inkml:trace contextRef="#ctx0" brushRef="#br0" timeOffset="-87622.01">13682 6193 74 0,'-3'0'-3'0,"1"-1"8"0,2-5-3 0,0-1-1 15,0-1-1-15,0-2 2 16,6 1-2-16,1-2 1 16,-1-2 0-16,1 2 4 0,0-1 6 15,2-1 6-15,-4 1 0 16,3-1-4-16,1-1 0 16,0 1-7-16,1-3-1 15,0 2-3-15,2 0 0 16,-3-2-1-16,2 2 1 0,2-3 4 15,-2 3 1-15,3-3 5 16,-1 1-1-16,2-1-3 16,-1 0-2-16,2 1 1 15,0 0-1-15,0 0 3 16,1 0-4-16,-4 3 0 16,-2-1 2-16,-1 4-2 0,-2 2-1 15,-1 1-2-15,-2 2-1 16,-1 3 0-16,-2 0-1 15,-1 2 0-15,-1 0-4 16,1 0-22-16,-1 0-17 16,0 0-11-16,0 4-1 0</inkml:trace>
  <inkml:trace contextRef="#ctx0" brushRef="#br0" timeOffset="-87400.37">13934 5646 158 0,'0'0'27'0,"0"0"4"0,0 0-19 0,0 0-5 0,0 0-1 16,0 0-5-16,39-25 0 15,-32 38 0-15,-2 5 0 16,-1 2 1-16,-4 3-15 15,0-1-39-15,0-3-27 16</inkml:trace>
  <inkml:trace contextRef="#ctx0" brushRef="#br0" timeOffset="-86717.49">14401 5350 61 0,'0'0'11'0,"0"0"11"16,0 0-5-16,0 0-1 16,0 0 3-16,0 0-8 15,0 0-5-15,0 0-1 16,0 0-3-16,-12-26-1 16,4 26-1-16,1 0 0 15,-1 0 1-15,-1 4-1 0,1 2 0 16,-1 3 1-16,3 1-1 15,-2 2 1-15,4-3-1 16,2 2 1-16,2-2 0 16,0-1-1-16,0 1 1 0,0-2-1 15,4 0 1-15,1 0-1 16,4-1 2-16,0 1 0 16,2-3-1-16,1 3 1 15,-1-1-2-15,1-1 1 16,0 1 0-16,-1 0 0 15,-1-1 0-15,1 1 0 0,-1 1 0 16,-3 0 0-16,1 1 2 16,-2 0 0-16,0-1-2 15,-4 0 1-15,1-1-2 16,-1 0 2-16,0-2-1 16,-2 2 0-16,0-2 2 0,0 1-3 15,-4 0 1-15,-3-1 1 16,-1 0-1-16,-2 2 0 15,1-2-1-15,-2 2 1 16,-2 0-1-16,5-1 0 16,2 1 0-16,0-2 0 0,2-1-3 15,3-3-29-15,1 0-30 16,0 0-52-16</inkml:trace>
  <inkml:trace contextRef="#ctx0" brushRef="#br0" timeOffset="-85604.57">14770 5243 29 0,'0'0'32'0,"0"0"-2"0,0 0-5 0,0 0-8 0,0 0-6 16,0 0 2-16,0 0-4 15,0 0-1-15,0 0-2 16,0 0 2-16,0 0 6 16,0 0-4-16,0 0-4 15,-12-7 0-15,11 6-3 0,0 0-1 16,1-1 0-16,-2 2-2 15,1 0 0-15,0-2 0 16,-2 1 0-16,1-1 0 16,-3 1 0-16,2 0 0 15,-2-1 0-15,-2 2 0 0,2 0 0 16,1 0 0-16,-3 0-2 16,1 0 1-16,-2 0-1 15,2 0-2-15,-5 0 1 16,1 3 3-16,2 3 0 15,-3 0 0-15,1-1 2 16,0 4-2-16,3-1 0 0,-3 2 0 16,4 0 0-16,0 1 0 15,3-2 0-15,1 0 0 16,2-1 0-16,0-1-2 16,0 0 2-16,0-2 0 15,2 0-1-15,3-1 1 16,2-1-1-16,-3 1 1 0,3-2 0 15,-2 2 1-15,1-1-1 16,2-3 0-16,-2 3 1 16,2-2-1-16,1-1 0 15,-1 2 2-15,0-1-1 0,0 2-1 16,2 0 1-16,1-2-1 16,-4 2 0-16,2 1 0 15,0-1 0-15,-2 0 0 16,1 1 0-16,-3 0 0 15,1 0 1-15,-1 0-1 0,-2 3 0 16,-1-2 1-16,0 0 0 16,-2-1 0-16,0 0 0 15,0-1-1-15,0 2 1 16,-3-1-1-16,-6 0 2 16,0 0-1-16,-3 1 1 15,-1 0-2-15,0-1 0 0,0-1 0 16,4 1 1-16,0-1-2 15,2-1 2-15,4-1-1 16,0 0-1-16,3-1-4 16,0 0-28-16,0 0-16 15,6 0 15-15,2-5-67 0</inkml:trace>
  <inkml:trace contextRef="#ctx0" brushRef="#br0" timeOffset="-84935.28">14910 5150 64 0,'0'0'7'0,"0"0"21"0,0 0-4 0,0 0 3 0,0 0 0 15,0 0-2-15,0 0-6 16,0 0-8-16,0 0-2 16,0 0-2-16,0 0-4 15,0 0-6-15,0 0 2 16,2-16 2-16,-2 24-1 0,2 2 0 15,-1 0 1-15,2 3-2 16,1-1 2-16,0 0-1 16,-2 2 0-16,1 2 0 15,-1-3 0-15,1 0 0 16,0 2 1-16,-1-4-1 16,1 0 0-16,-2-1 0 0,0-2 0 15,2-1 0-15,-2-1 0 16,0-2 0-16,1-1 1 15,-2-2-2-15,0 0 1 16,0 1 0-16,2-2-1 16,-2 0 1-16,0 0-1 0,2 0 1 15,0 0 2-15,1 0-2 16,1 0 0-16,0-2 2 16,1 0-1-16,2-1-1 15,-2 0 1-15,1 2-1 0,1-2 1 16,-1 0-1-16,2 0 1 15,0 0 0-15,1-1-1 16,-1 1 0-16,-1 2 0 16,0-2 1-16,-2 3-1 15,1-3 0-15,-3 2 0 0,2-2 0 16,-3 1 0-16,2-2-8 16,-4 3-20-16,0-4-50 15,0-1-45-15</inkml:trace>
  <inkml:trace contextRef="#ctx0" brushRef="#br0" timeOffset="-84623.27">14961 5189 108 0,'0'0'20'0,"0"0"18"0,0 0-30 0,0 0-2 16,0 0 5-16,0 0 2 15,0 0-2-15,0 0-3 0,0 0-3 16,0 0 1-16,41-17-3 16,-32 13-1-16,-2 0-1 15,1 1-1-15,1 1 1 16,-4-2-1-16,4 1 0 15,-4 0 1-15,3 1-5 0,-4-1-17 16,-1 0-11-16,2-1-24 16,-3 1-2-16</inkml:trace>
  <inkml:trace contextRef="#ctx0" brushRef="#br0" timeOffset="-84402.16">14998 5032 101 0,'0'0'2'0,"0"0"2"16,0 0 3-16,41-25-1 15,-27 20-1-15,-1 0-2 16,3 0-1-16,0 1-2 0,0 1 0 15,-3 0-39-15</inkml:trace>
  <inkml:trace contextRef="#ctx0" brushRef="#br0" timeOffset="-83693.54">14374 5824 61 0,'0'0'12'0,"0"0"2"0,0 0-2 0,0 0 2 15,0 0 7-15,0 0-4 16,0 0-9-16,0 0-6 16,0 0 2-16,38-29 1 15,-23 22 1-15,3-4 2 0,2 1-1 16,5-1 1-16,-1-2-1 15,5-1 1-15,0 0 2 16,1-2-3-16,3-1 1 16,0 1 4-16,-1-1-2 15,2 0-4-15,-3 3 1 16,1-1-4-16,1 0-1 0,-2 1-2 16,-2 0 1-16,1 1 2 15,-1-2-3-15,-1 3 1 16,1 1 0-16,-5-1-2 15,0 4 1-15,-4 1 1 0,-3 1-1 16,-3 1 0-16,-6 2-1 16,-1 2 1-16,-3 0-4 15,-2 1-6-15,-2 0-12 16,0 1-15-16,-3 7-6 16,-10-1-8-16,-4 4-60 15</inkml:trace>
  <inkml:trace contextRef="#ctx0" brushRef="#br0" timeOffset="-83363.4">14518 5827 81 0,'0'0'4'0,"66"-27"31"0,-28 8-2 15,4-2 4-15,4-3-5 0,0 1-13 16,4 2-8-16,-3-1 1 15,1 4-9-15,-5 1-1 16,-2 3-2-16,0 5 1 16,-3 1-19-16,-3 2-54 15,0-4-108-15</inkml:trace>
  <inkml:trace contextRef="#ctx0" brushRef="#br0" timeOffset="-80430.15">10208 8792 157 0,'3'0'4'0,"5"0"-3"0,0-2 7 0,4-4 8 0,1-1-4 15,1 1-5-15,0-1 1 16,3 0-4-16,1 0-2 16,2 0 1-16,0 1 0 15,1 0-2-15,1 1 0 0,-2 0-1 16,0 2 1-16,-2 2-2 16,-3 1-5-16,-4 0-13 15,-1 0-18-15,-4 0-31 16</inkml:trace>
  <inkml:trace contextRef="#ctx0" brushRef="#br0" timeOffset="-80202.15">10349 8906 187 0,'0'0'5'16,"0"0"5"-16,0 0-10 15,0 0-1-15,0 0 4 16,0 0 5-16,0 0 5 16,0 0-4-16,35 4-4 15,-17-8-4-15,2 0 1 0,4-2-1 16,4-1-15-16,0-3-48 16,0 0-57-16</inkml:trace>
  <inkml:trace contextRef="#ctx0" brushRef="#br0" timeOffset="-79063.55">11194 8409 73 0,'0'-2'46'0,"-1"-3"-44"0,0-1 2 0,1 3-3 16,0 0-1-16,0 2 1 15,0-1 2-15,0 2 3 16,0 0-3-16,0 0-3 15,0 1-1-15,0 7 2 16,0 5 8-16,0 2 4 16,-2 4-2-16,1 2-8 0,1 2-3 15,-1 1 1-15,0 0 0 16,1 3-1-16,0-1-1 16,-1-1-21-16,-1 0-12 15,-2-3-17-15</inkml:trace>
  <inkml:trace contextRef="#ctx0" brushRef="#br0" timeOffset="-78359.49">10753 8943 44 0,'0'0'9'0,"0"0"12"0,0 0-9 0,0 0-9 16,0 0-2-16,41-3 0 16,-32 2 0-16,1-1-1 15,0-1 2-15,2 2 3 0,2-3 2 16,6 0 6-16,-1-1-4 15,5-1 3-15,4 0-1 16,1 0-7-16,5-1 2 16,-1-1-1-16,6-1 2 15,-5 0 0-15,3 0 1 16,-1-2 5-16,-2 1 2 0,1-1-4 16,-1 1-6-16,-3 0 0 15,1 1-3-15,-6 0 1 16,1 1-1-16,-4 2-1 15,-1 1 1-15,-5 1-1 0,0 2 1 16,-4 1-3-16,-2 1-10 16,-6 0-12-16,-3 0-22 15,-2 1-33-15</inkml:trace>
  <inkml:trace contextRef="#ctx0" brushRef="#br0" timeOffset="-76004.48">10967 9224 45 0,'0'0'36'0,"0"0"-9"0,0 0-1 0,0 0-14 15,0 0-12-15,0 0 1 16,0 0 2-16,0 0-3 16,0 0 1-16,0 0 1 0,0 0 5 15,0 0 6-15,0 0-7 16,-6 0 4-16,3 0 4 16,2 0-5-16,1-2-6 15,0 1-2-15,0-2-1 16,0 1 1-16,0-1-1 0,0 0-4 15,0-2 9-15,0 0-11 16,1 1 13-16,4-2-10 16,-1 2-2-16,-1-3 7 15,6 0-1-15,-3 1 2 16,3 0-3-16,-3-1 1 16,2 1-3-16,1 1 2 0,-5 0 0 15,1 0 2-15,1-1-2 16,-2 2 0-16,0 0 0 15,2-1 1-15,-2 2 3 16,-1-1 0-16,3 1-3 16,-2-1 2-16,0 0-3 0,2 2 0 15,-2 1 0-15,-1-2 0 16,0 3 0-16,0 0 0 16,-1 0-2-16,-2 0 2 15,0 0-1-15,0 0 2 16,2 0 1-16,-1 0 1 0,-1 0-2 15,2 0 0-15,-1 3-1 16,0 0 0-16,1 1 0 16,1 0 1-16,-3 1-2 15,2 0 2-15,-2 3 0 16,2-1 2-16,0 0-2 16,-1 1 0-16,1-1-1 0,0 0-2 15,0 1 0-15,0 1 1 16,-2-2 0-16,0 1 5 15,0 0-4-15,0-1 1 16,0 0 0-16,0 2 1 16,0-2 2-16,0 1-3 0,0-1 0 15,0 1 0-15,0-3-2 16,0 1 2-16,-2 0 0 16,2-1 0-16,0-2-1 15,0 0-2-15,0 0 1 16,-2-3 4-16,2 0 0 0,0 0 1 15,0 0-3-15,0 0 1 16,0 0-2-16,0 0 2 16,0 0-1-16,0 0 0 15,0 0 0-15,0 0 0 16,0 0-2-16,0 0 7 0,0 0-4 16,0-3-2-16,0 0 2 15,0-2-3-15,0-1 2 16,0-1-2-16,0-2 1 15,0 1 3-15,0-1-7 16,4-1 6-16,-2 0-1 0,1-1-2 16,3 1 1-1,-1 0-3-15,0 0 7 0,-1 0-3 16,2 2-5-16,-3-1 9 16,1 3-5-16,0-1 1 15,-2 3-1-15,2-1 1 0,-2-1-1 16,0 3 1-16,0-1-2 15,0 1 2-15,-2-1-1 16,2 1 1-16,-1-1-2 16,2 2 1-16,2-4 0 15,-1 2-1-15,0 1 1 0,4-1-1 16,-4 0 1-16,1 1-1 16,1 0 1-16,-3 0-1 15,6 1 0-15,-5-1 1 16,1 1-1-16,1-1 1 0,-1 0-1 15,1 1 1-15,0 0 0 16,-2-1 0-16,2 3 0 16,-3-3 0-16,0 2 0 15,0 1-1-15,-1-1 1 16,0 1 0-16,0 0-1 16,1 0 1-16,0 0-1 15,1 0 2-15,-2 0-1 0,2 0 0 16,-2 0-1-16,3 0 1 15,-1 0-3-15,-1 1 2 16,1 0 5-16,-1 2-5 16,1-1 2-16,-1 1 0 15,0-1-3-15,0 0 2 0,-1 2 0 16,2-1-2-16,-4 0 4 16,2 1-4-16,-1-1 4 15,1 1-1-15,1 2-1 16,-1-2-1-16,0 3 1 15,0-2 1-15,-2 0-1 0,1 2 1 16,0-2-2-16,0 0 1 16,-1 1-6-16,1-2 13 15,0-1-6-15,0 1-2 16,-1 0-1-16,0 1 2 16,0-2 1-16,1 2-4 0,-1-2 6 15,0 2-1-15,0 0-1 16,0-1 0-16,0 1-1 15,2 0 0-15,-2 0 0 16,0 0 0-16,0 2 0 16,0-1-1-16,0 1-6 0,0 0 10 15,0 0-5-15,0 2 6 16,0-2-3-16,0-4-1 16,0 4 0-16,0-3 1 15,0 2-1-15,0-3 1 16,0 1 0-16,0 0-1 0,0 0 0 15,0-1 1-15,2 0 0 16,-2 1-1-16,0-1 2 16,0-3 2-16,0 0 0 15,0 0-1-15,0 0-1 16,0 0-2-16,0 2 1 16,0-2-1-16,0 1 1 0,0-1-1 15,0 0-1-15,0 1 0 16,2-1 1-16,-2 0 0 0,1 0-3 15,0 0-1 1,2 0-6-16,-1 0-15 0,-2 0-67 16</inkml:trace>
  <inkml:trace contextRef="#ctx0" brushRef="#br0" timeOffset="-73726.63">13848 6554 91 0,'-2'-1'4'0,"-2"-2"13"0,-1 0-8 0,-1 1 0 16,3 0 1-16,-3-1 2 16,2 1-3-16,-1-2 0 15,0 1-1-15,-1 0 0 16,3 1 4-16,-4-2-7 15,1 2 3-15,-1-1-3 0,0 0-2 16,-3 2 1-16,-1-1-1 16,1 2-1-16,-3 0-2 15,-5 0 1-15,2 0-1 16,-1 6-1-16,-1 0 1 0,0 1 1 16,0 1-1-1,2 0 0-15,0 0 0 0,-1 2 0 16,1-1 0-16,1-1 0 15,-1 2 0-15,2 1 0 16,-2 1 0-16,3-1 0 16,0-1-1-16,-1 4 1 15,-1-2 1-15,1 2-1 0,-1-1-1 16,-1 2 1-16,0 2 0 16,0 2 0-16,2-1 0 15,-1 3 0-15,2 2 0 16,0-3 0-16,4 1-1 15,0 2 1-15,0-2 0 0,4 1 0 16,1-1-1-16,-2 2 0 16,4 1 1-16,-1 0 0 15,-1 0 0-15,2 0 0 16,1-1 0-16,1-3-2 16,0-2-2-16,0-2 3 0,7-2-1 15,-2 0 1-15,5-1 2 16,2 3-1-16,-1-2 2 15,0 0 1-15,3 5-2 16,-2-2 0-16,1 1-1 0,-1-1 1 16,0 0-1-16,1 0 0 15,0-3 0-15,1 2 0 16,-1-3 0-16,1 1-1 16,1 0 0-16,-1-1-2 15,-1 1 3-15,0 0 0 16,3-1-1-16,-3 0 1 0,2 0 0 15,0-2 0-15,3 1-3 16,-1-1 2-16,2 0 2 16,1-1-1-16,0 0-1 15,0-1 3-15,2 2-1 16,-2-4-1-16,1 2 0 0,1-1 1 16,-3 1-2-1,0-1 2-15,1 4-1 0,-2-3-2 16,2 2-3-16,0-2 0 15,-2 0 3-15,4-2 1 16,-2-2 0-16,3-1-1 0,1-4 0 16,3 0-4-16,0 0 6 15,-2 0 0-15,3-2 0 16,-1-4-1-16,0 1 0 16,-1-4 0-16,0 2 5 15,-1 0-1-15,1-1-1 16,-2 0 0-16,3-2-1 0,0-1-1 15,0 1-1-15,4-1-4 16,-2-1-5-16,0 0 4 16,0 0 5-16,-1 2 1 15,-3-1 0-15,0 1 0 0,0-1 4 16,-4 2 2-16,1-1 4 16,-4 1-3-16,2 0 0 15,-3 1-1-15,-1 0-2 16,-2 2-3-16,-1-1 1 15,-2 2-2-15,-4 1 2 0,0 1-1 16,-2-1 0-16,1 2 1 16,-2-1-5-16,0 3-19 15,-1-1-21-15,1-1-32 16</inkml:trace>
  <inkml:trace contextRef="#ctx0" brushRef="#br0" timeOffset="-71267.43">12096 8422 63 0,'0'0'90'0,"0"0"-80"0,0 0 9 0,0 0 4 0,0 0-16 15,0 0-1-15,0 0-3 16,0 0-2-16,0 0 1 16,-39 15-1-16,31-9-2 15,-1 3 3-15,-1-1-1 0,0 2-1 16,-1 1 0-16,-2 2 0 16,-1 0-1-16,-1 1 2 15,-4 0-1-15,2 0 1 16,-3-1 0-16,0 0-1 15,2-2 0-15,0 1 2 0,0-4-2 16,4 1 1-16,0-2-1 16,1 1 0-16,1-1 0 15,2-1 2-15,-1 0-2 16,3-2 0-16,1 0 1 16,-1-1-2-16,4-1 2 15,0-1-1-15,2 0 1 0,1 1 0 16,1-1 2-16,0-1-5 15,0 0-5-15,0 2 5 16,7-1 1-16,-3-1 4 16,6 0-3-16,-1 0 0 15,2 0 1-15,1 2-1 0,-1-2 2 16,2 0-2-16,2 0 0 16,-2 0 0-16,2 0 0 15,-1 0 0-15,2 0 1 16,2 0-2-16,-4 0 2 0,1 0-1 15,-1 0 0-15,-3 0 0 16,1 0-1-16,-1 0-1 16,-1 0 4-16,2 0-2 15,-5 0 1-15,1 4-1 16,-3 0 1-16,2 3-1 16,-3-1 0-16,-1 1 0 15,-1 0-1-15,0 3-2 0,-2-1 2 16,0-1 1-16,0 4 1 15,0-4 3-15,-7 5-3 16,0-3 0-16,-2 1-3 0,-1 2 2 16,0-2-5-16,1-1 1 15,-1 0-2-15,2 0 0 16,1-1 3-16,3-2 3 16,-1 0-1-16,3-3 0 15,2 2-1-15,0-2-3 0,0-1-3 16,1 0-3-16,7-3 9 15,1 0-1-15,2 0 8 16,3 0 4-16,0-2 4 16,0-5 2-16,3 0-4 15,-2 3-1-15,1-1-3 0,-1-2-2 16,-1 3 0 0,-1 0 0-16,1 1-3 0,-1 0-7 15,-2 2 13-15,0 1-6 16,-1 0 4-16,-2 0-12 15,0 0-17-15,-2 0-30 16,-2 0-51-16</inkml:trace>
  <inkml:trace contextRef="#ctx0" brushRef="#br0" timeOffset="-70341.34">12671 8431 121 0,'0'0'8'0,"0"0"28"0,-3 0-21 16,3 0-2-16,0 2-8 15,-3 2-5-15,2 2 5 0,-1 1-3 16,1 3 1-16,0 1-2 16,1-1 0-16,0 2 0 15,1-1 1-15,6-2-1 16,1-2-1-16,2-2 4 0,-1-2-3 15,0-1 4-15,2-2-2 16,0 0 1-16,3 0-1 16,-1-5 0-16,1-2 0 15,-1-1 0-15,-2-2-2 16,3 2 0-16,-4-3 3 16,1 1-3-16,-1 2 1 0,-3-2-1 15,1 0 0-15,-4 0 1 16,2 3-1-16,-6 0 1 15,2-2 1-15,-2 2-1 16,0 2-1-16,0 0 2 16,0 1 0-16,0 3 0 0,-5 0-3 15,2 1 0-15,-1 0 2 16,0 1 0-16,-1 7-3 16,2 2 2-16,2 1-1 15,1 2-1-15,0 1 0 16,0 2 0-16,2-2 0 0,5 2-1 15,1 1 1-15,0-3 0 16,-2 0 1-16,1 0 0 16,-2-2 0-16,2-2 1 15,-5 0 0-15,0-3-1 16,-2 0 0-16,0 0 2 0,0-1-4 16,-4 0 4-16,-6 0 1 15,-1 0 4-15,-1 1-3 16,-4 0-3-16,-1 2-1 15,0-1 0-15,-2-1 1 16,2 1-1-16,1-4 0 16,3 1 0-16,1-3 0 15,6-1-1-15,3-1-7 0,3 0-19 16,0-5-81-16</inkml:trace>
  <inkml:trace contextRef="#ctx0" brushRef="#br0" timeOffset="-69942.11">13004 8471 161 0,'0'0'32'0,"0"0"-7"0,0 0-9 0,0 0-9 0,0 0 2 16,0 0-1-16,40-18-2 15,-29 12 1-15,2 1 2 16,-1 0-3-16,1 3-1 16,1-1-3-16,1 0-1 15,1 0 0-15,2-1-1 16,4 2 2-16,0-1-10 16,0-1-23-16,-1-1-41 0,1-1-60 15</inkml:trace>
  <inkml:trace contextRef="#ctx0" brushRef="#br0" timeOffset="-69265.04">13370 8293 163 0,'0'0'11'0,"0"0"7"0,0 0 9 16,0 0-4-16,0 0-12 15,0 0-6-15,0 0-2 16,-40 5-3-16,38 5-2 16,2 4 2-16,0-1 0 0,0 1-3 15,0 0 4-15,2-3 0 16,5-2-3-16,1-3 2 16,6-3 2-16,-1-2 4 15,3-1-1-15,-1 0-4 16,4-1 3-16,-1-8-3 0,-3 1 2 15,-4-3-3-15,3-2 2 16,-5 1-2-16,0-2 1 16,2 3 0-16,-6-4-1 15,3 4 1-15,-6-1 0 16,0 3 0-16,-2 0 2 16,0 4-1-16,0 0-1 15,0 4-1-15,0 0-3 0,-4 1 3 16,-1 0 1-16,1 0-2 15,0 5 2-15,-2 2 2 16,2 2-2-16,2 0-1 16,-2 3-1-16,4-1 1 0,0 2 0 15,0 0-1-15,0 4 1 16,0-3-1-16,2 2 1 16,0 1 0-16,1 1 0 15,4 0 0-15,-5 0 0 16,2 2 1-16,-3-4-2 15,2 0 1-15,-2 0 0 16,-1-2 0-16,0-2 0 0,0-1 0 16,0-1 1-16,-4-1-1 15,-1-2 0-15,-6 0 0 16,1-3 0-16,-1 0 4 16,0-1-2-16,0 0-1 0,-2-2 2 15,1-1-5-15,0 0 4 16,3 0-6-16,-1-7-17 15,2-4-64-15,1-3-90 16</inkml:trace>
  <inkml:trace contextRef="#ctx0" brushRef="#br0" timeOffset="-68732.51">13305 8186 37 0,'0'0'87'0,"0"0"-60"0,0 0 13 0,0 0-12 16,0 0-8-16,0 0-5 0,0 0-7 16,0 0-3-16,0 0-3 15,0 0 0-15,0 0 2 16,14-38-1-16,-14 33 0 16,0-2-1-16,1 0 1 15,-1 0 1-15,0 0-1 16,0-2-1-16,1 2 1 0,0 0 0 15,1-3-2-15,2 3 0 16,-2-1-1-16,0-1 1 16,2 3-1-16,1-1-1 15,-3 2 1-15,3 0 0 16,-2 1 0-16,1 0 0 0,0 2 1 16,-1 1-2-16,3 1 0 15,0 0 1-15,4 3-1 16,-2 5-2-16,2 2 2 15,3 3 2-15,0 0-1 16,1 1 1-16,-3 0-1 0,-1-1-1 16,2-3-17-16,-2 0-34 15,-2-6-74-15</inkml:trace>
  <inkml:trace contextRef="#ctx0" brushRef="#br0" timeOffset="-68383.31">13585 8028 99 0,'0'0'117'0,"0"0"-108"0,0 0 4 16,0 0 3-16,47-4-5 0,-29 4-4 15,4 7 0-15,1 4 0 16,2 1 1-16,0 3 0 16,-2 4-3-16,-3 1-2 15,-5 5 0-15,-3 2 1 16,-7 6-2-16,-4 5 1 16,-1 5-1-16,-10 1-5 0,-11 4-3 15,-10 3-14-15,-8-1-13 16,-4-2-55-16,-4-6-28 15</inkml:trace>
  <inkml:trace contextRef="#ctx0" brushRef="#br0" timeOffset="-67865.11">12369 8298 136 0,'0'0'-1'0,"0"0"18"0,-40 9 3 0,26-2-10 0,-2 3-5 16,1 2 4-16,-1 5-3 16,3 6 1-16,-3 4 3 15,2 5-2-15,6 5-3 16,2 4 0-16,4 3 0 0,2 2-4 16,4 1 1-16,7-4 2 15,7-3-3-15,1-3-1 16,6-5 0-16,2-5 0 15,4-3 1-15,3-5 1 16,4 1-1-16,7-4 1 0,1-5-3 16,6-8-35-16,2-3-36 15</inkml:trace>
  <inkml:trace contextRef="#ctx0" brushRef="#br0" timeOffset="-67117.09">13847 7997 85 0,'0'0'29'0,"0"0"-27"0,0 0 2 0,0 0-3 16,0 0 0-16,0 0-1 0,0 0 1 15,0 0-1-15,0 0 1 16,-39 1 11-16,37-2 11 16,0-2-3-16,0-1-1 15,2 2-6-15,0-3-6 16,0 1-2-16,1-1 0 15,7-2-1-15,-1 3 3 0,3-2-3 16,2 1-2-16,-3 2 1 16,0 0-1-16,4 0 0 15,-4 3-1-15,-2 0 0 16,1 0 0-16,-3 7-1 16,2 0-2-16,-3 2-6 0,-2 2-5 15,-1 0 5-15,-1 1 0 16,0-1 4-16,0 2 5 15,-3-1-2-15,-4 0-1 16,0-2 4-16,0 1-2 16,1-1 2-16,0-1-3 15,0-3-2-15,2-1-6 0,2-2-7 16,2-1 15-16,0-2-1 16,0 0-9-16,5 0 16 15,4-1 9-15,4-5 7 16,3-2-3-16,4-2-4 0,5 0-4 15,2-1-5-15,2 0-1 16,4 0-2-16,-2 2-8 16,0-1-29-16,-3 0-49 15</inkml:trace>
  <inkml:trace contextRef="#ctx0" brushRef="#br0" timeOffset="-65936.14">8171 9319 141 0,'0'-4'5'0,"0"0"7"0,-2 1 2 16,0 1-4-16,-2 0-3 16,1-1 0-16,1 1 5 0,0 0-1 15,2 0 5-15,-2 1-3 16,2 1 0-16,0 0-6 16,0 0-4-16,0 0-3 15,0 0-3-15,0 8 3 0,2 4-1 16,3 2 3-16,3 3-1 15,-1 4-2-15,0 0 1 16,-1 0-1-16,1 1 1 16,-3-1-1-16,-1 0 3 15,2-3-1-15,-1 3-1 16,0-4 2-16,0-3-3 0,1 0 1 16,-1-4-14-16,-1-1-42 15,2-5-38-15</inkml:trace>
  <inkml:trace contextRef="#ctx0" brushRef="#br0" timeOffset="-65204.51">8185 9311 171 0,'0'0'9'0,"0"0"-1"0,0 0-1 15,0 0-4-15,0 0-1 16,0 0-2-16,0 0 0 16,0 0-1-16,44-30 0 15,-36 36-5-15,1 2 4 16,1 4 1-16,2 0 2 15,-3 1 0-15,0 0-1 0,4 0 1 16,-2-2 0-16,-2 0-1 16,1-2 0-16,1-1 2 15,-3-2-4-15,-1 1 4 16,2-4-4-16,-5 0 1 16,0-2 1-16,1 1 1 0,-3-2-2 15,0 1 2-15,-2-1-1 16,1 0 2-16,-1 0-1 15,2 0 4-15,-1-7-3 16,3-2-2-16,-4 0 1 16,2-3 0-16,2-2-1 0,-3-2 1 15,2-2 1-15,2-1-1 16,-1-2 0-16,1 1 0 16,2 0 0-16,-1 2-1 15,1-1 0-15,-1 1 0 16,1 5 0-16,-2 2 1 15,0 1-1-15,-1 2-1 0,-2 3 2 16,0 2-1-16,-1 0 0 16,1 3 1-16,0 0-2 15,2 0 1-15,0 3 0 16,-1 7 0-16,4 0 3 0,-2 3 3 16,3 1-3-16,-1 0-1 15,4 2-1-15,-4 1 0 16,1 0-1-16,-1 1 0 15,0-2 2-15,0 4-1 16,-1-4 1-16,1-2-1 16,-3 2 0-16,2-2 0 0,0-2 0 15,0-2-1-15,1 0 0 16,-1-4-10-16,2-2-33 16,-1-4-46-16</inkml:trace>
  <inkml:trace contextRef="#ctx0" brushRef="#br0" timeOffset="-64626.02">8842 9063 135 0,'0'0'10'0,"0"0"3"0,0 0-10 0,0 0-3 0,0 0 2 16,0 0 0-16,0 0-2 16,-6-36 0-16,1 36 3 0,-3 0 4 15,0 0 0-15,-3 0-5 16,0 7-1-16,-2 1 3 15,0 2 2-15,-2 3 0 16,2 1-2-16,-1 0-1 16,2 3-2-16,3-2-1 15,2 0 1-15,2-2-1 0,3-1-1 16,2-1 0-16,0-1-2 16,2-2 3-16,6-2-1 15,2 1 2-15,1-1-3 16,1 1 3-16,-2-3 1 15,1 3 1-15,2-1-1 0,-1 1-2 16,-3 0 1-16,-1 0-1 16,0 0 1-16,-4-1 0 15,-2 1 2-15,0-3-1 16,-2 2 2-16,0 0 2 16,0 0 2-16,-3 1-2 0,-4 1-5 15,-2 2 7-15,-5 0-7 16,2 0 1-16,-1 0-2 15,5 0-1-15,-1-3-4 16,5-1-10-16,1-5-17 16,3-1-41-16</inkml:trace>
  <inkml:trace contextRef="#ctx0" brushRef="#br0" timeOffset="-64093.53">8956 8977 100 0,'0'0'4'0,"0"0"12"0,0 0-1 16,0 0-14-16,0 0-2 16,0 0 1-16,0 0 1 0,0 0 3 15,-4 41 7-15,4-24 0 16,0 3 0-16,2 0-5 16,0 1 3-16,0 2-4 15,-1-2 0-15,1-1-3 16,-1-1-1-16,2-2 1 0,-1-2-1 15,-2 0 0-15,2-3 0 16,0 1 1-16,1-3-1 16,0 1 1-16,1-4 1 15,-2-1 2-15,2-1-1 16,-1-1-1-16,3-3 0 0,-2 2-1 16,2-2 4-16,0-1-4 15,3 0 1-15,-3 0 0 16,1 0 1-16,1 0-2 15,0-4 0-15,0 1 0 16,2-1 0-16,-1-2-1 0,-2 2 0 16,3-3-1-16,-2 1-11 15,-2-1-31-15,-3 0-36 16,-1 0-41-16</inkml:trace>
  <inkml:trace contextRef="#ctx0" brushRef="#br0" timeOffset="-63825.13">8979 9142 103 0,'0'0'29'0,"0"0"-25"0,0 0-4 0,0 0 3 15,0 0 11-15,0 0-2 0,0 0-2 16,0 0 3-16,0 0-2 16,0 0-4-16,46-43-5 15,-32 33-1-15,-1 0 0 16,0 0-5-16,1-1-17 16,-1 2-27-16,-1-2 0 0</inkml:trace>
  <inkml:trace contextRef="#ctx0" brushRef="#br0" timeOffset="-63667.51">9052 8947 117 0,'0'0'10'16,"0"0"9"-16,0 0-18 15,0 0 3-15,47-28-4 16,-27 25-16-16,-2 2-37 0</inkml:trace>
  <inkml:trace contextRef="#ctx0" brushRef="#br0" timeOffset="-63204.92">8921 9515 82 0,'0'0'5'16,"0"0"15"-16,0 0-4 15,46-31-5-15,-32 21-3 16,-1 0 2-16,1 0 0 15,1-1 3-15,1 1-4 16,-3-1-3-16,3 2-4 16,-1-1 1-16,0 2-2 0,-1 2 1 15,-2 2-2-15,1 1-7 16,-6 3-16-16,-3 0-17 16,-4 0-4-16</inkml:trace>
  <inkml:trace contextRef="#ctx0" brushRef="#br0" timeOffset="-62912.26">8921 9613 109 0,'0'0'1'0,"0"0"-14"16,0 0 8-16,0 0 7 0,0 0-2 16,37-12 0-16,-21 3 1 15,-2-1 1-15,3-1 2 16,1 0 7-16,0 0 9 16,-3 1 5-16,2 2-16 0,0-1-5 15,-1 4-3-15,-3-1-1 16,-3 2-31-16,-4-2-39 15</inkml:trace>
  <inkml:trace contextRef="#ctx0" brushRef="#br0" timeOffset="-61723.4">8259 9829 39 0,'0'0'1'0,"0"0"4"0,0 0 1 0,40 7-1 15,-29-7-2-15,4 0-1 16,1 0-2-16,0 0 1 16,2 0 4-16,2 0 0 0,0 0-2 15,0-4-1-15,1-2-1 16,-2-1-1-16,0-1 0 15,3-2-1-15,-5-2 2 16,-2 1-2-16,0-2 5 0,-1 2-1 16,-1-3-1-16,-2 0 0 15,2-1-1-15,-4-2 0 16,-2-1 0-16,2-1-1 16,-2-3 0-16,-1 0 1 15,-4-2-1-15,-2 0-1 16,0-3-1-16,0-1-1 15,0-4 0-15,-4-2-4 0,1 0 3 16,1-4 2-16,1 2-1 16,0 1 2-16,-1 5 4 15,0-1 6-15,-4 8 9 16,0 0 6-16,0 3-2 0,-5-1-6 16,-1 1-7-16,-1 3 1 15,-3 0 2-15,1 0-5 16,-5-2-4-16,2 4-4 15,-5-1 14-15,1 2-11 16,-1 1-7-16,1 2 13 0,-2 4 2 16,1 1-7-16,-2 1-1 15,1 3 1-15,0 2-5 16,-1 0 7-16,0 7-3 16,-2 5-3-16,0 0 3 15,1 1-2-15,-3 4 0 16,2 2 0-16,1-1 0 0,3-1 0 15,0 4 0-15,6-3 0 16,-3 0 0-16,4 5 0 16,0 0-1-16,3 3 1 15,-3 0 0-15,3 5-1 0,1 0 0 16,3 1 0-16,3-1 1 16,2 0-1-16,4 2 0 15,0-2 1-15,0-1 0 16,6 1-2-16,5-1 1 15,3-3 1-15,3 1-3 0,0-1 2 16,5-1-1-16,-2-2-2 16,2 0 0-16,1-4 0 15,-2-4 2-15,2-3 1 16,-1-2-3-16,1-4 7 16,1-3 1-16,1-1 4 15,-2-3-5-15,2 0-2 16,1 0 0-16,-4 0 0 0,-2-6 0 15,-3 1-1-15,0-4 3 16,-6 4-2-16,0 0 3 16,-2-2-3-16,-4 3 1 15,2 0-2-15,-5 1-21 0,-2 1-68 16</inkml:trace>
  <inkml:trace contextRef="#ctx0" brushRef="#br0" timeOffset="-61025.08">8205 9887 59 0,'5'0'0'0,"-1"0"1"0,1 0 0 0,3 0 1 15,4 0 4-15,-1 0-1 16,5-4-1-16,-1-1 2 16,4-1 0-16,2-3-4 0,4 1 1 15,2-4 2-15,4-2 2 16,4-1-2-16,4-4-2 16,2 2-2-16,1-4 0 15,2 0-1-15,-1 1 2 16,3 0 6-16,-1 0 18 15,0 1-6-15,4-1-5 0,-3 3-1 16,2 0-4-16,0 0-1 16,-2 0-4-16,-2 3-3 15,-1-3 1-15,-3 3-3 16,-2 0 1-16,-5 1 1 0,-4 3 0 16,-4-1 1-16,-2 4-2 15,-8 1 0-15,-1 1 1 16,-3 3-1-16,0 0 0 15,-2-1-29-15,-6 2-55 16</inkml:trace>
  <inkml:trace contextRef="#ctx0" brushRef="#br0" timeOffset="-60769.13">8806 9728 124 0,'0'0'0'0,"54"-9"1"0,-21-3 1 0,5-1-1 0,-2-1-35 16</inkml:trace>
  <inkml:trace contextRef="#ctx0" brushRef="#br0" timeOffset="-58988.17">794 14452 47 0,'2'3'19'0,"-2"0"-19"0,0-3 1 15,0 0 1-15,0 0 14 16,0 0 14-16,0-6-21 0,0-1-5 15,0-2 2-15,0-2 5 16,0 1-6-16,0 2 0 16,-2-1 1-16,-3 2 0 15,1 3 3-15,-3 0 0 16,0 2 1-16,-2 2-5 16,1 0 5-16,0 0-11 0,-2 6 0 15,1 5-4-15,-3 3 0 16,3 2-2-16,-1 1 5 15,2 3 2-15,0-2 0 16,5-1 1-16,1 1-1 16,2-3 0-16,0 2 0 0,2-1-1 15,9-2 0-15,1 0-1 16,3-1 1-16,1-4 0 16,0 2 1-16,2-4-1 15,2 0 1-15,-3-1-1 16,0-2-2-16,0-1 3 15,-1-2-1-15,-3 2 1 0,1 0 1 16,-3 0 0-16,-2-1-1 16,0 2 2-16,-2 1 0 15,-3-1-1-15,-2 1 2 16,-2 2 0-16,0 0 5 16,0 4 3-16,-6 1-6 0,-1 0-2 15,-3 0-3-15,0 0 3 16,1 0-2-16,-3-4 0 15,2 2 0-15,3-3-1 16,-1 0 1-16,4-4-3 0,0 0-18 16,2-3-41-16,-1-1-60 15</inkml:trace>
  <inkml:trace contextRef="#ctx0" brushRef="#br0" timeOffset="-58372.94">1077 14270 95 0,'0'0'4'0,"0"0"1"0,0 0-5 0,0 0-5 15,0 0 3-15,0 0 2 16,0 0 2-16,-39-11 2 16,34 9 9-16,-2 2 3 15,2 0 1-15,-1 0-4 0,-1 0-7 16,1 3-3-16,-2 7-2 15,2 0-1-15,-1 4 0 16,1 3 0-16,0 1 0 16,2 0 0-16,2 0 0 15,2 1 0-15,0-2 0 0,0 0-1 16,8-3 1-16,0-2-1 16,3-4-1-16,1-1 0 15,1-1 1-15,3-2 3 16,-3-2 5-16,5 0-2 15,-5 0 2-15,3-1-6 16,-5 2 0-16,0 1 0 0,-3 1 0 16,0-1 1-16,-5 2 4 15,1 1-1-15,-4 1 3 16,0 0 2-16,0 4-3 16,0 0 1-16,-5 3-4 15,-3 1-3-15,0-1 1 0,0 2-2 16,1-4 0-16,-1-2 1 15,2-4-2-15,4-2 1 16,0-5-24-16,2-3-55 16,0-11-61-16</inkml:trace>
  <inkml:trace contextRef="#ctx0" brushRef="#br0" timeOffset="-57493.29">1236 14069 41 0,'0'0'7'0,"0"0"-4"0,0 0 10 0,0 0 12 16,0 0-10-16,0 0 0 0,0 0 2 15,0 0 4-15,0 0-6 16,0 0 0-16,0 0-4 16,-9-5-6-16,9 5-2 15,-2 0-1-15,0 0-1 16,0 0-1-16,2 0 1 16,0 0-1-16,0 0-1 0,0 0 1 15,0 4 0-15,0-1 1 16,0 2-1-16,2-1 1 15,2 2-1-15,1 1 0 16,-1 1 1-16,0 2-1 16,4 3 0-16,-2 1 1 0,-1 3-1 15,3 3 0-15,0 3 0 16,0 0 0-16,1-1 0 16,-3 1 0-16,4 1 0 15,-1-5 0-15,-5-1 0 16,3-4 0-16,-3-2 0 0,1-1 0 15,-3-4 0-15,1-1 1 16,-3-2 1-16,2-1 1 16,-2-1 9-16,0-2 12 15,0 0-7-15,0 0-7 16,0 0-1-16,0 0-6 0,0-4-6 16,-2-1 3-16,2-2 0 15,0 0 1-15,0-2-3 16,0 1 2-16,4-1-1 15,2 3 1-15,-1 1 0 0,1-1 0 16,2 2-1 0,0 2-1-16,1-2 2 0,-2 3-1 15,4-1 1-15,-2 2 0 16,0-1 0-16,0 1 0 16,0 0-1-16,-2 0 1 15,1 0 0-15,-1 0-2 0,0 3-3 16,-3 2 4-1,1 1-1-15,-1 1-15 0,-4 3 3 16,0 1-11-16,0 2-14 16,0 0-4-16,0-4-11 15</inkml:trace>
  <inkml:trace contextRef="#ctx0" brushRef="#br0" timeOffset="-57179.66">1269 14307 175 0,'0'0'15'0,"0"0"-1"0,0 0-5 0,0 0-5 16,3-38 1-16,4 29-3 15,-1 2 1-15,3 0-1 16,0 1 3-16,3-1-2 0,-4 0 0 15,3 2-2-15,1-1 0 16,-3 0-1-16,1 1 0 16,0-1 1-16,1 3-1 15,-5-1 0-15,4-1 0 0,-3 1 1 16,1-1-1-16,-1-1 0 16,0 0-3-16,0-1-17 15,-3 0-22-15,-2 0-31 16</inkml:trace>
  <inkml:trace contextRef="#ctx0" brushRef="#br0" timeOffset="-56896.95">1248 14053 24 0,'0'0'60'0,"0"0"-47"15,0 0 19-15,0 0-24 0,0 0 2 16,0 0-3-16,13-41 9 16,1 19-7-16,3-3 1 15,2-2 0-15,4-3-7 16,4 2-1-16,0 4 0 0,0 2-8 15,-2 4-72 1</inkml:trace>
  <inkml:trace contextRef="#ctx0" brushRef="#br0" timeOffset="-56147.35">979 15112 20 0,'0'0'122'0,"0"0"-111"0,0 0 9 0,0 0-16 16,0 0 2-16,7 50 3 16,-3-29-2-16,0 2-5 15,4 3-1-15,-2-1 1 16,-1 0 0-16,-1 0 2 16,1-1-3-16,2-1-1 15,-3 0 1-15,0 2-2 0,3 2 1 16,-2-4-10-16,1-2-7 15,1-4-32-15,-4-5-11 16</inkml:trace>
  <inkml:trace contextRef="#ctx0" brushRef="#br0" timeOffset="-55578.38">963 15172 117 0,'0'0'21'0,"0"0"-25"16,0 0 4-16,0 0 1 16,48-17 0-16,-33 17-1 0,3 0 1 15,2 10-1-15,-2 1 0 16,0 1 1-16,-1 1 0 15,-1-1 0-15,-2 1-1 16,0 0 0-16,-2-2 0 16,-5-1 0-16,3-1 0 0,-6-2 0 15,0-2 0-15,-2-3 0 16,-1-1 0-16,-1-1 0 16,0 0 6-16,0-8 14 15,0-5-19-15,0-3-2 16,0-3 5-16,0-4-4 0,-1-1-2 15,-1-3 1-15,2-2 1 16,0 0 0-16,0-3 0 16,0 2 0-16,0 1 0 15,0 4 0-15,2 4 0 16,3 6-4-16,-1 5 6 16,2 5-2-16,0 5 1 0,1 0-2 15,-1 7 3-15,2 7 5 16,0 5-4-16,1 3-1 15,-1 3-1-15,0 1 1 16,0 0-1-16,-3 3 0 16,1 1-1-16,-3-2 0 0,3 3 0 15,-3-1-2-15,2 4-7 16,1-2-9-16,-2-5-35 16,0-5 14-16</inkml:trace>
  <inkml:trace contextRef="#ctx0" brushRef="#br0" timeOffset="-54993.28">1527 14905 52 0,'0'0'2'0,"0"0"7"0,0 0 6 0,0 0-1 0,0 0 5 15,0 0 0-15,-38-25 6 0,31 23 0 16,0 2-9-16,-1 0-4 15,1 0-9-15,0 8 5 16,0 1-8-16,1 4-2 16,-1 4-1-16,3 2 2 15,-1 0 0-15,5 1 1 16,0-3 0-16,0-1-1 0,0-1 0 16,7-3 0-16,0-4 0 15,3 0-2-15,-1-3 0 16,3 1-1-16,-1-2 4 15,3-1 0-15,-4-1-2 16,-1 0 1-16,-2 0 1 0,2-2 1 16,-2 1-1-16,-3 2 2 15,1-1-2-15,-1 0 0 16,-1 4 0-16,-3-2 4 16,0 6 12-16,0-1-5 15,-3 3-2-15,-2 1-4 0,-1 1-3 16,0-1-2-16,-1 1 2 15,2-1-2-15,0-3-3 16,1 0-18-16,2-4-25 16,0-5-19-16,2-1-22 0</inkml:trace>
  <inkml:trace contextRef="#ctx0" brushRef="#br0" timeOffset="-54425.4">1596 14795 127 0,'0'0'1'0,"0"0"17"0,0 0 1 0,0 0-8 16,0 0-5-16,0 0-14 15,0 0 12-15,0 0-3 16,0 0-4-16,15 42 11 16,-7-25 0-16,-2-1-2 0,3 4-5 15,0-1 0-15,2 1 1 16,-4-1-2-16,1 2 0 16,0-4 1-16,-2-1-1 15,-1-5 0-15,-3-4 0 16,0 0 1-16,-2-3-1 0,2-4 1 15,-2 0 3-15,0 0 5 16,0 0 7-16,0 0-7 16,0-8-4-16,0 1-10 15,0 1 6-15,0-2-1 16,2-1 0-16,3 2 0 0,-3 1-2 16,5-1 2-16,-2 0 1 15,1 4 0-15,1-2 0 16,-1 2-1-16,2 0 2 15,0 2-1-15,1 0-1 16,-3-1 1-16,4 2 0 0,-1 0-1 16,-1 0 0-16,0 0 0 15,-2 0 2-15,1 0-3 16,-3 2-1-16,-1 0 3 16,1 1-12-16,-4-2-13 15,0 1-16-15,0-2-14 16,0 0-64-16</inkml:trace>
  <inkml:trace contextRef="#ctx0" brushRef="#br0" timeOffset="-54154.51">1668 14895 127 0,'0'0'5'0,"0"0"14"0,0 0-10 16,0 0-4-16,0 0 5 16,0 0 1-16,0 0-1 15,0 0 0-15,0 0-1 16,29-40-5-16,-18 32-1 16,-2-2-1-16,0 0-1 15,2 1 0-15,-4 0 0 0,0 0-5 16,-1 2-14-16,-4 1-13 15,-2 0-30-15</inkml:trace>
  <inkml:trace contextRef="#ctx0" brushRef="#br0" timeOffset="-53963.4">1636 14786 168 0,'0'0'22'0,"0"0"-20"15,0 0-9-15,0 0 10 16,0 0 1-16,29-48 3 16,-15 28-1-16,3-2-5 15,2 0 2-15,-4 0-13 16,1 0-57-16,-3 1-55 16</inkml:trace>
  <inkml:trace contextRef="#ctx0" brushRef="#br0" timeOffset="-53387.2">850 14963 90 0,'0'0'20'0,"0"0"-19"0,42-43 2 0,-19 24-1 0,3-1 1 15,6 0-2-15,1-2 0 16,5-1-1-16,0 0 0 16,3-4-1-16,1 0 1 15,2 0 4-15,4-3 2 16,1 2 0-16,0-1-3 0,0 1 2 16,-2 1-4-16,0 2 5 15,-5 1 2-15,-2 3 4 16,1 0-8-16,-3 5-2 15,-3-2-1-15,1 5 1 16,-5-1-23-16,-4-2-41 0</inkml:trace>
  <inkml:trace contextRef="#ctx0" brushRef="#br0" timeOffset="-52960.15">1696 13548 104 0,'0'0'2'0,"0"0"-5"0,0 0 2 0,0 0-2 0,0 0 20 15,19 49-7-15,-11-22 2 16,3 9-1-16,5 6-2 16,3 13-1-16,2 9 1 0,2 6-2 15,6 8-2-15,-2 3 0 16,2 1 1-16,0-3 0 15,-2-1-1-15,-1-1-3 16,1-1-1-16,-2 1 0 16,-3-2-1-16,-2-1 0 0,-2-3-4 15,-2-4-13-15,-3-5-13 16,-4-9-24-16,-3-9-53 16</inkml:trace>
  <inkml:trace contextRef="#ctx0" brushRef="#br0" timeOffset="-52333.22">1040 15892 85 0,'0'0'9'0,"0"0"-12"0,0 0 1 0,0 0 4 0,0 0 3 16,54-38 0-16,-31 18-5 15,4-3 3-15,5-2 1 16,1-2 5-16,6-3-1 16,3 0 1-16,5-4-2 15,2 1 1-15,5 0 2 16,2 0 1-16,0 0-3 0,1 0 0 15,3 3-4-15,1 1 1 16,-1 3-1-16,-3 1-2 16,-1 1 0-16,-1 2 1 15,-8 1 0-15,0-1-1 16,-5 0-5-16,-4-2-25 0,-7 2-36 16</inkml:trace>
  <inkml:trace contextRef="#ctx0" brushRef="#br0" timeOffset="-51223.15">1638 13512 85 0,'0'0'9'0,"0"0"9"0,-48 16-6 0,34-11-7 15,1 1 2-15,2-2-1 16,-1 1-6-16,-1 0 2 15,1-1-1-15,-3 3-1 16,-3 0 1-16,-2-1-1 16,-2 4 0-16,-3 4 0 15,-2-1 0-15,0 0 1 0,0 3-1 16,1 1 0-16,-1 1 0 16,0 2-1-16,-2 0 1 15,0 2 0-15,-4 1-2 16,-1 1-1-16,-1-1 2 0,-6 0 1 15,1 0 0-15,0-2 1 16,-1 0 2-16,3 0-3 16,1 2 1-16,3-2-1 15,-4 2 0-15,2-4-3 16,0-1 1-16,0 2-6 0,-1-4 2 16,1 2 6-16,1-2 0 15,0-1 0-15,0 0 0 16,5-1 0-16,-1-1 1 15,2-1 1-15,3 1 2 0,-1-1 5 16,2-1 2-16,0 3 8 16,3-1-12-16,4-2-4 15,2 1-2-15,3 2-1 16,2-1 0-16,4-1 0 16,3 1-1-16,2 1-1 15,2 1 0-15,0 0 0 16,0 2 2-16,4 4-1 0,2-1 1 15,4 7 0-15,1 3 0 16,2 4 0-16,3 4 0 16,2 4 0-16,0 5 1 15,0-1-1-15,-1 3 0 16,1-1 0-16,-2 0 1 0,4 1-1 16,-2 0-1-16,-3 1 1 15,2 4 1-15,0 1-1 16,-1 2 0-16,-1 4 0 15,-1 0 0-15,1 0 0 16,-1 1 0-16,-1-3 1 0,3-5-2 16,-2-3 1-16,2-5 0 15,1-4 0-15,1-2 0 16,-1-1 0-16,2-3 0 16,-2 0 0-16,1-3 0 15,-1-5-1-15,0-2 1 0,1-7 0 16,-3-4-1-16,3-7-1 15,2-5 4-15,3-3 3 16,4-6-5-16,8-16 0 16,3-6 5-16,9-11-8 15,3-8 6-15,1-7-21 0,0-6-42 16</inkml:trace>
  <inkml:trace contextRef="#ctx0" brushRef="#br0" timeOffset="-17421.64">8725 16208 8 0,'3'2'12'0,"-1"0"7"0,1 1-8 16,-1 1-2-16,2 0-4 0,-2 2 2 15,1 1-3-15,1-1-1 16,0-1-2-16,-3 0 1 16,3-2-1-16,1-1 1 15,0-2 4-15,5 0 12 16,4-11 16-16,6-12-4 0,13-10-10 16,10-15-10-16,15-14-6 15,11-16 2-15,11-17-31 16</inkml:trace>
  <inkml:trace contextRef="#ctx0" brushRef="#br0" timeOffset="-15544.34">20074 17472 39 0,'4'0'3'0,"2"0"4"0,-1 0 11 0,0 0 0 0,3-2-4 16,-3 1 1-16,3-1 5 16,4-2-2-16,-2 0-3 15,7-5-7-15,0-1-4 16,4 0-1-16,5-4-1 15,3-1-1-15,5-3 1 16,4 0-2-16,1-4 1 0,5 1-1 16,0 0 0-16,-1 1 0 15,0 0 0-15,-3 2 0 16,-2 4-1-16,-3-2 2 16,0 5-1-16,-4 1 0 15,-1 1 0-15,-3-1-1 0,1-1-39 16,-2-2-48-16</inkml:trace>
  <inkml:trace contextRef="#ctx0" brushRef="#br0" timeOffset="-14954.65">22468 17896 15 0,'0'0'4'0,"44"-8"0"0,-19 1 18 0,5-1-6 15,0 0 2-15,5-1 3 16,1 1 4-16,0-2-6 0,2 1-4 16,-4-1-2-16,2-1-7 15,0-3-2-15,-1-2-1 16,2-2-2-16,-3-4-26 16,-5-1-42-16</inkml:trace>
  <inkml:trace contextRef="#ctx0" brushRef="#br0" timeOffset="-13651.03">8737 16222 58 0,'0'0'11'0,"0"1"-9"0,0-1-4 0,0 0 0 0,0 2 1 15,0-1 1-15,0 0 1 16,0 1 1-16,0-1-2 16,0-1 2-16,0 0 0 15,0 2-1-15,2-1 1 0,-1-1-1 16,0 1-1-16,2 2 0 15,1 0 1-15,0-3-2 16,-1 3 1-16,6-2-1 16,-4 1 1-16,3-2 1 15,1 0 4-15,1-2 1 0,2-9 17 16,5-9 2-16,4-5-6 16,6-8-7-16,4-8-7 15,5-5-1-15,7-5-3 16,4-6 1-16,9-2 1 15,6-8 0-15,3-1-29 0</inkml:trace>
  <inkml:trace contextRef="#ctx0" brushRef="#br0" timeOffset="26619.11">15758 6892 17 0,'0'0'17'0,"0"0"6"0,0 0-5 16,0 0-7-16,0 0-1 15,0 0-4-15,0 0 6 16,-37-20 3-16,35 13-7 0,-1 1-3 16,2-1 7-16,1 4-4 15,0 1-5-15,0 2-3 16,0 0 0-16,0 2 0 15,4 8 0-15,1-1 2 16,0 6 2-16,0-2-3 16,2-3 0-16,-1 0 0 15,3-4-1-15,-1-2 1 0,-2-4 2 16,3 0 1-16,5-15 7 16,1-10 15-16,6-10-6 15,7-12-7-15,8-10 4 16,9-14-1-16,10-14-6 15,15-10-3-15,15-12-5 0,12-9-1 16,8-12-2-16,6-7-48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53:25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19310 10116 29 0,'0'-3'19'0,"1"3"-7"0,-1-1-5 15,0-1-2-15,0 2-4 16,0-2 1-16,0 2 5 16,0-1 3-16,0 0 1 0,0 1-3 15,0 0 1-15,0 0 1 16,0 0-2-16,0 0-5 16,0 0-2-16,0 0-1 15,0 0-1-15,0 0 1 16,0 0 0-16,0 0-1 0,0 1-2 15,4 4 3-15,-4 1 1 16,2 2-1-16,0-1 2 16,2 0-1-16,0 0-1 15,0 2 1-15,-1-2-1 0,1 1 2 16,2-1 0-16,-3 1-2 16,1-1 1-16,1 0 0 15,-2 0 0-15,-1-3-1 16,2 3 0-16,0-1 1 15,-2-2 0-15,2-1 2 0,0-3 1 16,4 3 0-16,-5-3 1 16,5 0 1-16,-3 0 0 15,3 0 2-15,0-8 1 16,3-3-3-16,2-3 0 16,3-3-3-16,4-3 0 15,-2-1-1-15,6-3 0 16,3-2 1-16,-1-2-1 0,6-2 4 15,1-1 1-15,3-2-1 16,0-1-1-16,-1-3-1 16,1 0-1-16,-2-1-1 15,-2 2 1-15,1-2 2 0,-1 4-3 16,-1 1 0-16,0 5 0 16,-4 1 0-16,-1 4 0 15,-3 3-1-15,-3 3 0 16,-3 4-1-16,-3 2 0 15,-3 4 0-15,-1 3 0 0,-4 2-1 16,-1 2-2-16,-4 0-10 16,-1 7-7-16,-1 8-15 15,-13 3-17-15,-4 3-24 16</inkml:trace>
  <inkml:trace contextRef="#ctx0" brushRef="#br0" timeOffset="306.52">19469 10085 2 0,'0'0'1'0,"0"0"-2"0,0 0-1 0</inkml:trace>
  <inkml:trace contextRef="#ctx0" brushRef="#br0" timeOffset="1045.14">19378 10122 39 0,'0'0'15'0,"0"0"0"0,0 0-5 15,0 0 1-15,0 0-4 16,0 0-7-16,0 0-1 15,0 0 2-15,-2 7-1 16,2-3 0-16,0 3 0 0,0-1 0 16,0 1 0-16,0 0 0 15,0 4 0-15,1-3 2 16,2 0-2-16,-1 1 0 16,3-1 0-16,-3-1 0 15,1-1 0-15,0 0 1 0,2-1 0 16,-3-2 1-16,0-1 2 15,1 0 1-15,-1 0-2 16,0-2 2-16,0 0 0 16,0 0-1-16,1 0 6 0,0 0 8 15,1 0-5 1,3-6-5-16,1-4 2 0,1-1-6 16,3-2 2-16,1-3-3 15,4-2 1-15,3-1-1 16,-1 0 0-16,4-3 0 15,1 1-1-15,-1-3 3 16,2 1 1-16,2-2 2 0,2-3 1 16,3 0-1-16,-3-3-4 15,2-2-2-15,-1-1 1 16,0 1-2-16,-1-1 1 16,1 2-1-16,-3-1 1 15,0 3-1-15,-1 3 0 16,-1 0 1-16,2 3 1 0,-2 1-2 15,1 1 0-15,-1 0 0 16,-5 1-1-16,0 4-1 16,-4-1 1-16,-3 5 0 15,-5 1 0-15,1 5-1 0,-3 3 1 16,0 4-3-16,-6 0-2 16,0 6-13-16,0 9-17 15,-13 4-21-15,-8 6-20 16</inkml:trace>
  <inkml:trace contextRef="#ctx0" brushRef="#br0" timeOffset="1766.23">19354 10115 33 0,'0'0'1'0,"0"0"5"0,0 0 4 15,0 0 1-15,0 0-2 16,0 0-3-16,0 0 0 0,0 0-2 16,0 0-2-16,0 0-1 15,0 0 0-15,0 0 1 16,33-10 1-16,-33 18-1 15,1 4 0-15,-1 0-1 16,0 0-1-16,2-1 2 16,-2 3 0-16,2-4-2 0,0 0 3 15,2-1-3-15,-1-1 1 16,1-2 1-16,2-2 1 16,-1-2 0-16,1-2 1 15,3 0 0-15,1-5-1 16,4-6 4-16,1-6 0 0,5-3-1 15,3-4-1-15,3-4 2 16,1-1-1-16,4-4 2 16,5 1 4-16,0-2 2 15,3-1-1-15,1-1-2 16,2 0-5-16,-2-1-3 0,2 2 0 16,-1-1-1-16,0 1-1 15,0 1-1-15,1 0 1 16,-2 2 0-16,-1 2-1 15,1-1 1-15,-5 3-1 16,-1 1 1-16,-4 3 1 0,-3 2 2 16,-4 5-3-16,-2 2 0 15,-1 6 0-15,-5 0-1 16,-6 0-1-16,-9-4-70 16</inkml:trace>
  <inkml:trace contextRef="#ctx0" brushRef="#br0" timeOffset="3919.36">9383 10480 38 0,'0'0'3'0,"0"0"0"0,0 0-1 0,0 0-1 0,0 0-1 15,0 0 1-15,0 0 2 16,0 0 2-16,0 0 0 0,0 0 1 16,0 0-3-16,0 0-2 15,-24 0-2-15,24 0-2 16,1 0-1-16,6 0 3 15,2 0 1-15,3-2 1 16,1-2 0-16,5-2 1 0,0-1 3 16,2-3 1-16,4 3 2 15,1-3 2-15,4 0-5 16,0-1-2-16,0 0 0 16,1 1-2-16,-1 1-2 15,-5 1-1-15,-2 2-20 0</inkml:trace>
  <inkml:trace contextRef="#ctx0" brushRef="#br0" timeOffset="4026.14">9591 10489 40 0,'0'0'42'0,"0"0"-66"16,0 0 5-16</inkml:trace>
  <inkml:trace contextRef="#ctx0" brushRef="#br0" timeOffset="9514.84">14586 8038 33 0,'0'-7'4'0,"0"1"12"0,0 1 2 0,0-1-7 0,0 0-1 15,0 1 1-15,-2 0-4 16,-2 2 2-16,0 0-3 16,1 0-2-16,0 0 0 15,1 1 0-15,0 0-3 16,-1 1 0-16,2 0-1 15,0 1 0-15,-1 0-2 0,0 0-3 16,-2 1-2-16,-3 4 5 16,2 3 3-16,-3 1 0 15,1 1 0-15,-3-2 1 16,0 5-1-16,0-2 3 16,-3 1-2-16,2 2-1 0,-2 0 0 15,-1 0-4-15,-1 2 7 16,-2 1-6-16,5 1 3 15,-2 2 2-15,1-1-3 16,1 3 2-16,-1 3-3 16,2 3 1-16,-3 3 1 15,2-1-17-15,-2 1 27 0,3 0-7 16,0 1-3-16,1-4 1 16,0 2-2-16,3 0 0 15,0 1 1-15,-1 3-1 0,2 0 1 16,0 3-1-16,-1 0 0 15,-4 1 1-15,4 1-1 16,-3-2 0-16,0 1 0 16,1 2 0-16,0-2 0 15,1 2 1-15,0 3-1 16,1-1 0-16,1 1 0 0,2 1 0 16,-3-2 0-16,0 1 1 15,2 1-1-15,1-1 0 16,0 2 0-16,-2-1 0 15,3 3 0-15,1-2 0 16,-1 1 0-16,3-3 0 16,-2-1 0-16,2 1 1 0,0-2-2 15,0 2 1-15,0 2 0 16,0 0 1-16,5-1-1 16,-5 2 0-16,2-1 0 15,0 2 0-15,-1-1 1 0,-1 3-1 16,1 1 0-16,-1 1 0 15,0-1 0-15,0 2 0 16,0 0 0-16,0 0 1 16,0 1-1-16,0-1 0 15,1 1 0-15,-1 0 1 16,0 0 0-16,0-3 0 0,0 2 1 16,0-2 0-16,0 1-1 15,1-1 1-15,4-2 1 16,-2 2-2-16,1-1 0 15,4 3 4-15,0-2-3 0,1 2 0 16,1-1 0-16,2-1-1 16,-3-3 2-16,0-3-2 15,4-4 0-15,-4-5 0 16,0-1-1-16,0-2 0 16,0-4 0-16,0 0 2 15,2-5-2-15,-2 4 1 0,-2-4 0 16,3 0 0-16,0-1 0 15,-3-3-1-15,1-1 1 16,1-2-1-16,0-3-1 16,-2-4 1-16,-1-1 2 0,-1 0 1 15,4 1-1 1,-4 1-2-16,1 2 1 0,1 0-1 16,-1 2 1-16,2 0 0 15,-2-2 0-15,-1-1 0 16,1-3-1-16,-2-1 1 15,1-4-2-15,0-1-1 0,1-1 4 16,-1 1 0-16,1-1-1 16,-1-1 1-16,4 0-1 15,-2 0 0-15,1 0 2 16,-1 0-2-16,2 0 1 16,0 0-2-16,0-4 0 15,1-1 3-15,0-1-3 0,-3 1 2 16,3-2-1-16,2 0 1 15,-3-2 0-15,1 0-1 16,1-2-1-16,-1 0 0 16,2 0 0-16,-3-1 1 15,0 1-1-15,2-2 1 0,-4 2-1 16,1 0 2-16,1-2-2 16,-1 0 1-16,0 2-1 15,-2-2 2-15,3 0-2 16,-2 0 0-16,2 0 0 0,-3-2 0 15,2-1 0-15,1-1 0 16,-2 2 1-16,3-5-1 16,-4 4 0-16,3-3 0 15,-1 1 0-15,-1 0 0 16,1-1 0-16,0-1 0 16,0 1 0-16,0 0-1 0,0 2 1 15,1 0-2-15,-2 1 2 16,-1 2-1-16,1-3 1 15,0 3 0-15,-3-2 0 16,-1-1 0-16,3 3-2 0,-2-3 4 16,-2-1-4-16,-1 2 4 15,1-1-2-15,-1 0 0 16,0 1 0-16,-1-1-2 16,0 0 2-16,0 3 0 15,0-3 0-15,0 0 0 16,0 0 0-16,0 0 0 0,0 0 0 15,1 1 0-15,0-1 0 16,2 0 0-16,-3 0 0 16,4-3 0-16,-4 1-1 15,3-5 1-15,-1 1 0 0,2-2 0 16,0 0 0-16,0-2 0 16,1 1 0-16,0-1 0 15,-2 0 0-15,-1 3 0 16,0 0-1-16,-2-2 1 15,0 2-2-15,0 0 1 16,0-2 2-16,0-1-1 0,0-4 0 16,0 0 0-16,0-2 0 15,0-1 0-15,0 0 0 16,0 1 0-16,2-1 1 16,0 2-2-16,-2 0 1 15,0 1 0-15,0-3 0 0,0 0 1 16,2-3 0-16,-2 0-1 15,0 2 1-15,1-2 0 16,2 1-1-16,-1-1 0 16,1 1 0-16,-1 1 0 15,1 1 0-15,0 0 0 0,-2 0 0 16,0 3 0-16,-1-2 0 16,2 3 0-16,-2 2 0 15,2-1 0-15,-2 1 0 16,2 0 0-16,0-1-1 15,0 1 0-15,-1-2 0 0,1-1 1 16,0-2 0-16,-1 2 0 16,2 0 0-16,-3-1 0 15,0 2 0-15,0 2 0 16,0-2 0-16,0 3 0 16,0-1 0-16,0-2 0 0,0 2-2 15,0-2-1-15,-3-2-1 16,1 1 1-16,-1 0 2 15,0 0 1-15,-1 1 0 16,-2 3 0-16,0 0 1 16,0 3-1-16,1 1 1 15,-3-1-1-15,3 4 0 16,-4-3 0-16,4 1 0 0,-2-1 0 16,2-1 1-16,-3-2-1 15,2 2 1-15,3-2 0 16,-5 2-1-16,3 0 3 0,-1 1-3 15,-1-1 2-15,2 2 1 16,-1-2-1-16,3 1 1 16,-1 0-2-16,0 0 2 15,0-1-2-15,2 3-1 16,-2-2 1-16,0 1-1 16,0 0 0-16,1 1 0 0,-2-2 0 15,2 2 1-15,0 1-1 16,-4-1 0-16,1 1 0 15,1 0 1-15,-3 3 1 16,0 0-2-16,0 1 1 16,1 1 0-16,0 0-1 0,-2 2 0 15,2-1 0-15,0 4 0 16,1-1 0-16,-1 1 1 16,0 0-1-16,-1 2 0 15,3 2 0-15,-3 0 3 0,0 3-3 16,1-3 0-16,1 4 1 15,-1-1 2-15,1-1-1 16,-1 2 1-16,2 1-1 16,1-2-1-16,-2 0 2 15,1 3-1-15,1-1-4 16,-4 1 1-16,4 0 2 0,-3 0-1 16,1 0 0-16,-4 0 0 15,4 1-1-15,-3 2 4 16,0 0-3-16,0 0 0 15,0 1 1-15,1-1 0 0,3-1 0 16,-4 2-1-16,3-1 0 16,3 1 0-16,-3 0-2 15,2 2-1-15,1-2-17 16,-3 0-32-16,1-4-38 16</inkml:trace>
  <inkml:trace contextRef="#ctx0" brushRef="#br0" timeOffset="10334.51">14420 7729 3 0,'2'2'8'0,"0"1"-2"0,1-1-2 16,0 2 2-16,-1 1 3 16,0 0 0-16,1-1-4 0,-1-1-2 15,2 1 0-15,0-1-2 16,-2 0 2-16,1 0-1 15,4-2 3-15,-5 2 1 16,1-3 2-16,3 0 2 16,-2 1 2-16,-1-1-4 0,1 0 1 15,0 0-4-15,1 0 2 16,-1-1 1-16,1-6 1 16,0-1-1-16,0-1-3 15,2-1-1-15,-1-3 0 16,2-1 0-16,1-2-1 0,-2-2-1 15,4-2 1-15,0-3-2 16,3 1 1-16,-1-2-1 16,0-1 0-16,1-2 0 15,-1 2 6-15,1-2-2 16,-1 0 3-16,3 0 0 16,1 3 1-16,-2-1-2 0,0 5-3 15,2 2-3-15,1 1-1 16,0 4 0-16,-3 2 0 15,1 3-1-15,-4 2-6 16,-5 0-54-16</inkml:trace>
  <inkml:trace contextRef="#ctx0" brushRef="#br0" timeOffset="13043.33">13862 6738 135 0,'0'0'-2'0,"0"0"13"0,0 0 10 0,0 0-7 16,0 0-10-16,0 0-8 15,0 0 3-15,0 0 0 16,4 36 1-16,5-15 0 0,2 1 0 16,1 2 1-16,2 2-1 15,-1-1 0-15,2-2 1 16,-4-2-1-16,0-1 0 16,-4-6-3-16,0-3-11 15,-5-3-19-15,-2-8-9 0</inkml:trace>
  <inkml:trace contextRef="#ctx0" brushRef="#br0" timeOffset="13705.38">13842 6806 78 0,'0'0'8'0,"0"0"5"15,0 0 0-15,-14-46-8 16,14 36 2-16,0-1-2 15,2-1 0-15,8 1-3 0,1-2 1 16,0 2 0-16,5-2 0 16,-1 2-2-16,1 1 0 15,0 1-1-15,1 2 0 16,-2 6 0-16,0 1-2 16,-1 0 1-16,-1 4 1 15,-1 5 0-15,-2 3-2 0,1 4 2 16,-6 2 0-16,-3 2-3 15,-2 3 3-15,0 1 6 16,-2 2-3-16,-5-1-1 16,-3-2-2-16,0-2 3 0,5-2-2 15,-3-5 0-15,2-3 1 16,4-5-2-16,-1-2 1 16,3-2-1-16,0-2 2 15,0 0-1-15,0 0-1 16,3-8 4-16,2 0-2 15,2-2-2-15,0-1 3 0,3 2-2 16,-3 1-1-16,2 1 0 16,-3 2 1-16,3 4-1 15,-1-1-1-15,-2 2-2 16,3 0 1-16,-2 0 1 0,2 0 2 16,-1 7-1-16,1-2-1 15,0 2 2-15,-2 0-1 16,0 4 0-16,-3-2 0 15,-1 2-1-15,-1-1 1 16,0 2 2-16,-2 2-1 16,0 0 1-16,-4-3 1 0,-3 3-1 15,-3-1 1-15,-2-3 2 16,1 0-2-16,-1 0 0 16,1 0 0-16,2-3-2 15,-3-1 2-15,4-2-3 16,2 1 2-16,3-3-4 0,-1-2-12 15,0 0-32-15,1 0-54 16</inkml:trace>
  <inkml:trace contextRef="#ctx0" brushRef="#br0" timeOffset="14000.57">14204 6726 115 0,'0'0'11'0,"0"0"9"0,0 0-17 0,0 0-3 16,0 0 0-16,0 0 2 15,9 51-1-15,-5-33 1 0,1-2-1 16,1 1 1-16,-3 0-2 15,3-4 1-15,0-3 0 16,-2 0-1-16,2-2 2 16,-3-5-1-16,2-3-2 15,0 0-19-15,-3-6-29 16</inkml:trace>
  <inkml:trace contextRef="#ctx0" brushRef="#br0" timeOffset="14167.94">14182 6554 209 0,'0'0'-37'0,"0"0"63"0,-33-38-12 15,27 31-1-15,4 2-12 16,0 1-1-16,2 4-5 16,0 0-32-16,7 0 0 15,4 4 3-15,-2 5 2 0</inkml:trace>
  <inkml:trace contextRef="#ctx0" brushRef="#br0" timeOffset="14669.04">14368 6642 132 0,'0'0'4'0,"0"0"-2"16,0 0 0-16,0 0 4 15,0 0-2-15,0 0-2 0,0 0 4 16,-3-38 1-16,-2 34 1 16,-1 3 2-16,1 1 0 15,0 0 1-15,0 3-7 16,2 9-6-16,1 2 5 16,-1 4-3-16,2 1 0 15,1-1 0-15,0 2 0 0,0-5 1 16,4-2-1-16,0-1 1 15,0-4 0-15,3-3 1 16,-2-4 1-16,1-1-2 16,-1 0-1-16,-1 0 0 15,1-10 1-15,-1-1 3 0,-1-3 1 16,-1-2-5-16,0 1 3 16,0 1-2-16,-2 3 1 15,0 4-1-15,0 1 0 16,2 3 2-16,0 2-3 0,2 1-2 15,0 0-3-15,4 0 0 16,-1 7 7-16,2-2 0 16,2 2-2-16,2-3-4 15,-1 2-1-15,1-5-5 16,0-1-6-16,1 0-19 16,1 0 6-16,1-11-2 0,-2-1-16 15,0-6 3 1</inkml:trace>
  <inkml:trace contextRef="#ctx0" brushRef="#br0" timeOffset="15037.81">14608 6449 3 0,'0'0'26'0,"0"-47"-16"0,0 27-7 0,0 5-1 16,-6 4-2-16,-1 2 3 16,-2 6 7-16,-2 1 4 15,2 2 7-15,0 0-5 16,-4 5-7-16,4 5-3 0,2 1-1 15,1 2-4-15,2 1 2 16,0 2-2-16,4-2-1 16,0 0 1-16,0 0-1 15,8-1 1-15,1-3 1 16,1-1 0-16,2-1-1 16,-1-4 1-16,1 3 2 15,1-2-1-15,-1-1-2 0,1 0 1 16,-3 0-1-16,-3-1 0 15,-1 1-1-15,-2-1-1 16,-2 1-2-16,-1 1 7 16,-1-1-1-16,0 2 0 0,0-2-1 15,-3 3 1-15,-3-1-3 16,0 0 0-16,1-1-3 16,-3-2-11-16,3-2-24 15,-5-1-56-15</inkml:trace>
  <inkml:trace contextRef="#ctx0" brushRef="#br0" timeOffset="15287.71">14558 6347 111 0,'0'0'3'16,"0"0"12"-16,0 0 5 15,0 0-10-15,0 0-6 16,0 0-6-16,0 0-8 15,0 0 8-15,0 0 7 16,-14 49-2-16,14-20 5 0,0 2-7 16,0 3 1-16,0 3 3 15,0 0-3-15,0 1-1 16,-1 5 1-16,-1 5-1 16,-6 10-1-16,-13 5 0 15,-16-2-135-15</inkml:trace>
  <inkml:trace contextRef="#ctx0" brushRef="#br0" timeOffset="17577.58">19809 12694 7 0,'0'0'20'0,"0"0"-3"0,0 0-8 0,0 0 1 16,0 0 4-16,0 0-3 16,0 0 1-16,0 0 1 15,0 0 1-15,0 0 1 0,0 0 3 16,0 0-5-16,-10 0-11 15,10 0-1-15,0 0-2 16,0 0 1-16,0 0 0 16,0 3-1-16,0 1 0 15,0-1 0-15,0 0 1 0,2 1 0 16,-1-1 0-16,1 0 0 16,0-1 0-16,1 1 1 15,-3 0-1-15,2-2 0 16,0 2 1-16,-2 0 0 15,2-1-1-15,-1-1 0 16,0 5 1-16,-1-3-1 0,2 1 1 16,-2 1-1-16,4-2 0 15,-4 0 1-15,2 3-1 16,1-3 1-16,1 1-1 16,-2-1 1-16,4-1-2 15,-3-1 1-15,2 0 0 16,1-1-2-16,-3 0 4 0,1 0-3 15,2 0 2-15,-1 0 0 16,2 0 1-16,1-7-1 16,2-3 0-16,3 1 0 15,0-5 1-15,6-3-2 16,2-3 2-16,2 0-2 0,3-5 1 16,6 0-1-16,0-3-5 15,3-4 12-15,2-2-7 16,3-2 6-16,2-4 4 0,2-1-2 15,4 0 0-15,1 1-1 16,0 2 0 0,2 2-3-16,-6 4-1 0,2-1 0 15,-3 6-1-15,-1 0 1 16,-3 3-1-16,-3 1 1 16,-3 5-2-16,-5 1 2 0,-2 5-3 15,-6 3 2-15,-2 3-2 16,-4 3-2-16,-1 1 1 15,-6-2-6-15,-4-3-60 16</inkml:trace>
  <inkml:trace contextRef="#ctx0" brushRef="#br0" timeOffset="22626.03">19900 14059 60 0,'3'-4'19'0,"2"-1"5"16,-2 1-6-16,1-2-6 0,0 3-6 15,0-1-1-15,-1 1-2 16,-1 2 1-16,0-2 6 15,-1 3 1-15,2-3-4 0,-3 3-1 16,0 0-4-16,0 0 3 16,0 0 2-16,0 0-4 15,2 0-2-15,-2 0 0 16,2 0 0-16,1 6 2 0,0-2-1 16,1 2-1-16,-1-1 0 15,1 1-1-15,0-1 1 16,0 1-1-16,0-1 1 15,1 2 0-15,0-1 0 16,-2 1 0-16,2-2-1 16,0 1 0-16,-1-1 0 0,2 0 1 15,0-2-1-15,-2 0 0 16,1-2 1-16,0-1 1 16,1 0-1-16,3 0 3 15,2-3 7-15,0-5 3 16,6-2-10-16,2-4 5 0,3-2-8 15,0-4 1-15,2-3-1 16,3-1 0-16,-2-4-1 16,3-1 0-16,1-2 0 15,3-1 1-15,1 1-4 16,4-1 7-16,-2 1-3 0,0 2 2 16,-2 3-1-16,-1 1-1 15,-3 2-1-15,-3 2 1 16,-1 3-1-16,-3 2 0 15,-1 2 0-15,-3 4 0 16,-3 1 0-16,-4 4-1 16,-2 3-2-16,-5 2-22 0,-4 2-40 15,-1 8-8-15,-14 2-39 16</inkml:trace>
  <inkml:trace contextRef="#ctx0" brushRef="#br0" timeOffset="23280.84">19951 14043 29 0,'0'0'27'0,"0"0"7"0,0 0-10 16,0 0-2-16,0 0-11 16,0 0-11-16,0 0 1 15,0 0 0-15,0 0 0 16,0 0-1-16,0 0 0 0,0 0 0 16,35 28 1-16,-26-20-1 15,0-1 0-15,-1 0 0 16,0-2 0-16,0 0 1 15,0 0-1-15,2-2 0 16,-3-1 0-16,5-2-1 0,0 0 2 16,5-2 7-16,2-8 7 15,0-2 1-15,5-4-8 16,0-4-4-16,2 0-1 16,4-5 2-16,1-4-1 0,5-4 2 15,3-2 2-15,2-1-1 16,0 1 0-16,1-2-1 15,-3 4-1-15,-1 3 3 16,-1 3-2-16,-5-1 2 16,0 8-3-16,1 0-3 0,-2 5-1 15,-4 3-1-15,1 3 1 16,0 3-2-16,-2 3 0 16,-9-1-27-16,-9-1-89 15</inkml:trace>
  <inkml:trace contextRef="#ctx0" brushRef="#br0" timeOffset="25941.76">7763 15634 38 0,'0'0'6'0,"0"0"1"0,0 0-5 16,0 0-4-16,0 0 2 0,0 0 1 15,0 0-1-15,0 0 2 16,0 0 8-16,0 0 18 16,0 0-18-16,-3 7-6 15,1-4-2-15,0 2 0 16,0-2-2-16,-1 0 2 0,2-1 0 15,0 0 5-15,1-2 6 16,-2 0 4-16,2 0-3 16,0 0-9-16,0 0-3 15,0-5-2-15,0-4-1 16,4-2 1-16,3-1 0 0,2-2-1 16,3 0 1-16,-1 1 1 15,1 1-1-15,0 0 0 16,-1 6 1-16,1-1-1 15,-1 4 0-15,-1 3 0 16,2 0 0-16,-3 0-1 0,-2 9 0 16,4 2-1-16,-5 4 0 15,1 0 2-15,-3 4-1 16,3-2 2-16,-3 0-1 16,0 0 1-16,2-3 0 15,-2-1 1-15,1 1-2 0,3-3 0 16,-2-1 1-16,2-2-2 15,1-2 2-15,-2 0-2 16,4-5-1-16,0-1 2 16,0 0 0-16,-2-2 2 15,2-8-2-15,-2 0 1 16,1-3 1-16,-2-1 1 0,-2-2 0 16,1 2 3-16,-3-2 0 15,0-2 1-15,0 2-5 16,-2 0 0-16,-2 0-1 15,0 2-1-15,2 2 0 16,-2 1 1-16,0 2-1 0,0 2 1 16,0 0-1-16,0 3 0 15,0 1 1-15,0-1-1 16,0 2-1-16,0-1 1 16,2 1 0-16,1 1-1 15,1 1-1-15,-2 0-5 0,0 0 0 16,0 0 5-16,-1 0-1 15,1 0 3-15,1 1 0 16,-1 3 1-16,0 2 0 16,0-1 1-16,-2 2-1 15,2 3 0-15,-2 0 1 0,1 0 0 16,0 3 0-16,1 0-1 16,1 1 1-16,-1 0-2 15,0 0 0-15,0 2 0 16,0 2 0-16,-1 0 0 15,1 3 0-15,0 0 0 0,-2 2 1 16,0 0-1-16,0 1 0 16,0 1 0-16,0 0 1 15,0 0-3-15,-4 2 2 16,-1-2 1-16,-1 3-2 16,-1 0 1-16,-4 0 0 0,2-1 0 15,-4 0 1-15,-4 0-1 16,2-1 0-16,-1-2 0 15,-1-3 0-15,-5 0 0 16,5-4 1-16,0-6-1 16,-2-3 0-16,4-4 0 15,-1 0 2-15,3-4 0 0,0-2 4 16,2-7 5-16,0-4 2 16,1-1-4-16,-1-4 1 15,1-1-2-15,0-1-1 16,-1 0-1-16,-1-1-4 15,2 3 1-15,-1 2-2 0,-1 2 0 16,3 0 0-16,-2 1 0 16,2 4 0-16,2 1-1 15,1 2 0-15,2 0 0 16,2 2 0-16,2 4 0 0,0 0 0 16,0 0-7-16,0 0-12 15,8 2 1-15,-2 3-18 16,4 1-28-16,-1-5-63 15</inkml:trace>
  <inkml:trace contextRef="#ctx0" brushRef="#br0" timeOffset="26813.54">8471 15723 51 0,'0'3'5'0,"2"-3"0"0,-2 0 3 0,2 3-1 0,1-3 0 16,1 1 0-16,1-1 3 16,-1 0 3-16,1 0 2 15,1 0 1-15,-2 0 1 16,6 0-4-16,-5 0-5 15,3 0-1-15,-1 0 2 0,2 0-5 16,0 0-1-16,-3 0-2 16,3 0 2-16,-2 0-2 15,2-1 0-15,-4 1 0 16,3 0-1-16,-3 0 1 16,4 0 0-16,-4 0-1 0,1 0 0 15,-2 2-1-15,-1 3-21 16,-1 1-29-16,-2-2-15 15</inkml:trace>
  <inkml:trace contextRef="#ctx0" brushRef="#br0" timeOffset="27205.28">8464 16014 37 0,'0'0'17'0,"0"0"6"0,0 0-1 0,0 0-1 0,0 0-1 16,0 0 1-16,0 0-9 16,40-7-3-16,-30 4-1 0,1-1 1 15,-1-1-2-15,2 2 0 16,-3-1-4-16,2 2-1 16,-2 2-1-16,0 0 1 15,-3 0-1-15,3 0 0 16,-3 1 0-16,0 6-1 15,-2 3-9-15,-1-1-40 0,-1 1-40 16</inkml:trace>
  <inkml:trace contextRef="#ctx0" brushRef="#br0" timeOffset="41853.55">18744 4234 101 0,'2'-4'2'0,"-2"-1"11"0,0 2 9 0,0-1 2 0,0 2-3 16,0-2-3-16,0 3-7 15,0-1 0-15,0 2-2 16,0 0-1-16,0 0-5 16,0 0-2-16,0 0-1 0,-2 9 1 15,-2 2-1-15,1 5 2 16,-2 2-2-16,2 1 0 15,0 2 0-15,3-1 0 16,0-2-2-16,0 1 2 0,0-2-1 16,0-3 1-16,3 0 0 15,2-1-1-15,2-2 1 16,0-4-1-16,0 2 1 16,1-2 0-16,-2-3 0 15,2 1-1-15,-1-4 1 16,1-1-1-16,1 0-1 15,1 0 5-15,0-1-2 0,2-5-1 16,-3-3 2-16,0-1 2 16,2-1-4-16,-4 0 1 15,1-1 0-15,-3-2-1 16,1 3 1-16,-3-2 0 0,-1 1 0 16,-1 1 0-16,-1 1 0 15,0 5 3-15,0 0 1 16,0 1-5-16,0 4 0 15,0 0 0-15,0 0 0 16,0 0-3-16,0 2-1 0,0 6 4 16,0 1 0-16,0 3 0 15,3-2 0-15,2 2 0 16,2-2-2-16,1-2 1 16,1-1 1-16,-1-2-2 15,2-1 0-15,0-3 2 16,-1-1 0-16,1 0 1 0,2 0 1 15,-2-3 3-15,1-6-1 16,2-2-1-16,-2-3-1 16,-1 0 0-16,0-4 0 15,-2-2 2-15,-1-3 0 16,-2 2 0-16,-1-2-1 0,-1 0 2 16,-3 4 2-16,0 3 1 15,0 2-3-15,0 1 1 16,0 6-4-16,-3 2-1 15,-1 3 0-15,1 2-3 16,-3 2-13-16,-1 8-25 16,1 6-19-16,-2-2-43 0</inkml:trace>
  <inkml:trace contextRef="#ctx0" brushRef="#br0" timeOffset="42517">19249 4356 74 0,'0'0'3'0,"0"0"-1"0,0 0 2 0,0 0 1 0,-38 28 2 16,31-20 1-16,-3 2 1 16,1 2-4-16,3 2 0 15,-2-3-2-15,3 3 5 0,2-1-2 16,1 0-3-16,2-3 0 15,0 3-1-15,0-5-1 16,0 1 0-16,4-1 0 16,1-1-2-16,4-4 4 0,-2 0 6 15,3-2 4-15,3-1 4 16,0 0 1-16,3-1-2 16,-1-5-10-16,3-1 0 15,-3-1-4-15,1-1 2 16,-3 1 1-16,-1-4-2 0,-1 3 1 15,-2-1-2 1,0 2 0-16,-6 0 1 0,-1-2 0 16,-1 3 2-16,-1 0 3 15,0 1-3-15,0-2 1 16,-3 2-3-16,-3-3 2 0,-3 3-3 16,0 1 1-16,-1-1-1 15,0 2-1-15,-1 1-1 16,-1-1 0-16,-1 4 0 15,2 0 0-15,-1 0 0 16,4 0-1-16,-2 3-2 16,0 1-3-16,4 0-5 15,1 3-4-15,0-1-7 0,3-2-14 16,1 1-21-16,1-4-15 16</inkml:trace>
  <inkml:trace contextRef="#ctx0" brushRef="#br0" timeOffset="42780.29">19492 4277 240 0,'0'0'-4'0,"0"0"24"0,0 0-7 0,0 0-4 0,0 0-7 16,0 0-1-16,0 0-11 16,0 0-49-16,0 0-58 15</inkml:trace>
  <inkml:trace contextRef="#ctx0" brushRef="#br0" timeOffset="44338.51">19573 4123 88 0,'0'0'6'0,"4"0"-4"0,-2 0 3 0,1-2 6 16,2-5-1-16,0 4-3 16,1-4-3-16,2 1 4 0,-3-3-1 15,3 1 0-15,-3 0 5 16,2-2-2-16,-3 0 2 15,1 2-3-15,-1 0-4 16,0 0 0-16,-3-2-3 16,0 4 2-16,0-1-3 15,0 0 1-15,-1 0 0 0,0 2 2 16,0 0-2-16,0 2-2 16,0 2 9-16,0-2-1 15,0 3-6-15,0 0 1 16,0 0-3-16,0 0 0 15,0 0-3-15,0 0-3 0,0 0 3 16,0 4 3-16,0 2 0 16,0 1-1-16,0 0 1 15,0 0 0-15,0 3 0 16,2-2 1-16,1 2-2 16,-1-1 2-16,2 1-2 15,-2 1 1-15,1 2 0 0,0-3 0 16,1 3 0-16,-1-1 1 15,0 1-2-15,2-1 1 16,-2-1 1-16,1 0-1 16,-1 1 0-16,-1-2 0 15,0-2 0-15,0-1 0 0,-1-1 0 16,0 1 1-16,1-3-2 16,-1 1 1-16,3-1 1 15,-2 0-2-15,0 0 0 16,0 1 1-16,-1 0-13 0,-1 1-29 15,0 1 4-15,0 0-1 16,-3 0-19-16</inkml:trace>
  <inkml:trace contextRef="#ctx0" brushRef="#br0" timeOffset="44644.58">19586 4348 138 0,'0'0'6'0,"0"0"2"0,0 0 6 0,0 0 5 0,0 0-3 16,47-8-1-16,-39 5-2 15,3 0-4-15,1 3-5 16,0-3-1-16,0 2-1 0,-3-1-1 15,1 1 0-15,-2 1 0 16,-3 0 0-16,2 0-1 16,-3 0 1-16,-1 0-1 15,0 0 0-15,0 0-7 16,-1 0-13-16,-2 0-23 0,2 0-25 16</inkml:trace>
  <inkml:trace contextRef="#ctx0" brushRef="#br0" timeOffset="46302.89">19782 3884 89 0,'-5'-17'-7'0,"1"1"15"0,-3 2 1 0,2 1-4 0,-2 1 0 16,-2 0 0-16,0 2 2 16,0 2 0-16,-2 3 1 0,1 1-4 15,-2 1 0-15,-1 3-3 16,1 0 1-16,-3 5-2 16,-1 5 1-16,-2 5-1 15,-1 4 1-15,-3 5 0 16,0 3 0-16,1 8-1 15,-2 4 2-15,2 6-1 0,1 7-1 16,3 6 1-16,2 2-1 16,4 0 0-16,9-2-1 15,2-5 0-15,2-6 0 16,17-8 1-16,4-7 5 16,6-5-2-16,5-6 19 0,3-7-2 15,3-7 1-15,0-7-2 16,1 0-4-16,-1-8-4 15,-1-8-3-15,-5-2-1 16,-3-5-1-16,-2-4-1 16,-6-2 6-16,-6-4 3 0,-3-7-1 15,-7-6-5-15,-7-2 2 16,0-2 3-16,-13-1-8 16,-12 4-4-16,-13 5-6 15,-18 8-17-15,-20 8-31 16,-20 8-88-16</inkml:trace>
  <inkml:trace contextRef="#ctx0" brushRef="#br0" timeOffset="47384.32">14424 7669 138 0,'0'-8'12'0,"0"1"24"0,0 2 2 0,0 1-13 0,-1-2-8 16,1 2-3-16,0 1-3 15,0-1-5-15,0-2-2 16,3-2-8-16,7-4 4 0,6-2-2 16,6-6 1-16,5-7-1 15,4-3-2-15,3-7-18 16,0-9-65-16</inkml:trace>
  <inkml:trace contextRef="#ctx0" brushRef="#br0" timeOffset="48204.53">18988 4831 51 0,'0'0'34'0,"0"0"-9"0,0 0-12 16,0 0 6-16,0 0-9 15,0 0 9-15,0 0-5 16,0 0 0-16,47-24-4 16,-28 15-6-16,1 0-1 0,2-3-1 15,1 3-1-15,0 0 1 16,0 0-2-16,2 2-13 15,-6 0-36-15,-2 2-11 16</inkml:trace>
  <inkml:trace contextRef="#ctx0" brushRef="#br0" timeOffset="48380.49">19110 4868 210 0,'0'0'12'0,"0"0"-18"16,34-10 9-16,-1-1 1 15,7-5 1-15,6-4-21 16,2-2-142-16</inkml:trace>
  <inkml:trace contextRef="#ctx0" brushRef="#br0" timeOffset="49380.49">14568 14509 77 0,'0'0'17'0,"0"0"-1"0,0 0-9 0,0 0-3 16,0 0 4-16,0 0-1 16,0 0 3-16,0 0 4 15,0 0-8-15,0 0-5 16,-29 30-1-16,29-25-1 0,2-2 0 16,4 1-3-16,5-3 1 15,1-1 5-15,0 0 13 16,1-5 2-16,5-2-1 15,-4-4-3-15,4 0-7 16,-1 0-2-16,1-1-1 0,-2 1-2 16,0 2-1-16,-5 0-14 15,0 4-23-15,-6 2-17 16,-5 0-3-16</inkml:trace>
  <inkml:trace contextRef="#ctx0" brushRef="#br0" timeOffset="49660.73">14543 14632 38 0,'0'0'33'0,"0"0"-25"16,0 0 14-16,44-21 4 15,-29 10 1-15,3-3-3 16,1 1 3-16,-2 0-9 0,3-1-9 16,-1 2-5-16,0 1-2 15,-2 4-2-15,-3 1 1 16,-3 2-1-16,-1 1-1 16,-2 3-27-16,-6 0-34 0,-2 0-20 15</inkml:trace>
  <inkml:trace contextRef="#ctx0" brushRef="#br0" timeOffset="49911.32">14626 14679 188 0,'0'0'-4'0,"0"0"-1"15,0 0 15-15,0 0 2 0,36-13 3 16,-20 5-2-16,1-2-4 16,1-2-3-16,3-1-2 15,-1 1-3-15,4 1 0 16,1-2 0-16,0 0 0 16,-2 2-9-16,1-6-61 0,-2 0-104 15</inkml:trace>
  <inkml:trace contextRef="#ctx0" brushRef="#br0" timeOffset="51308.42">20236 4087 81 0,'0'0'25'0,"0"0"13"0,0 0-6 0,0 0-10 0,0 0-1 0,0 0 0 16,0 0-5-16,0 0-8 15,0 0-8-15,0 0 0 16,22-30 1-16,-8 26 0 16,6 0-2-16,0-2 2 0,2 0 0 15,5-1-1-15,0 0 0 16,-2-3-1-16,0 3 2 16,1 0 0-16,-4 1-2 15,-5 2-4-15,-5 1-20 16,-2 1-28-16,-8 0-34 0</inkml:trace>
  <inkml:trace contextRef="#ctx0" brushRef="#br0" timeOffset="51587.79">20354 3939 162 0,'0'0'-23'0,"0"0"30"16,0 0-6-1,0 0-1-15,0 0 1 0,0 0 2 16,0 0 3-16,0 0 0 16,37 46 3-16,-34-29-4 15,0 0-2-15,2 1 0 16,-1-3-3-16,1-1 0 15,3-3 0-15,4-4-3 0,1-4-11 16,3-3-33-16</inkml:trace>
  <inkml:trace contextRef="#ctx0" brushRef="#br0" timeOffset="52239.16">20824 3790 115 0,'0'0'12'0,"0"0"13"16,0 0-2-16,0 0-3 16,0 0-4-16,0 0-1 15,0 0-9-15,0 0-2 0,-15-15-5 16,13 24 0-16,1 3 2 15,-1 3-1-15,0-2 0 16,2 2 1-16,0-1-1 16,0-3 0-16,0-1 1 15,0 0-2-15,5-6 1 16,0 1 0-16,2-3-1 0,2-2 2 16,0 0-2-16,3 0 3 15,-1 0-1-15,3-3 1 16,-2-4-2-16,0-1-2 15,-3-2 5-15,-1 0-3 16,-3 3 1-16,0 0-1 0,-3 1 1 16,-1 3 0-16,-1 0 5 15,0 3 0-15,0 0 0 16,0 0-6-16,0 0-3 16,0 6 3-16,2 1 0 15,0-1 0-15,4 1-1 16,1-1-1-16,4-2 1 0,0-4 0 15,4 0 1-15,-1 0 1 16,0-5 0-16,3-4 4 16,-1-1 2-16,-2-3 0 15,-2 0 1-15,-1 0 1 0,-5-1 4 16,0 0 1-16,-6 0-1 16,0-2-4-16,0 2-3 15,-6 3-3-15,-1-1-1 16,-5 4-1-16,3 2-1 15,-1 6-1-15,-2 0-3 16,1 0-10-16,0 10-17 0,4 1-15 16,1-1-37-16,2 0-70 15</inkml:trace>
  <inkml:trace contextRef="#ctx0" brushRef="#br0" timeOffset="52456.43">21250 3726 244 0,'0'0'-28'0,"0"0"39"0,0 0 0 0,0 0-7 16,0 0-2-16,0 0 1 16,0 0 0-16,0 0-1 15,35 37 0-15,-33-13-1 16,-1 2-1-16,-1 1 0 15,0 1-10-15,0-4-34 0,0-5-51 16</inkml:trace>
  <inkml:trace contextRef="#ctx0" brushRef="#br0" timeOffset="53099.65">21550 3573 199 0,'0'0'-24'0,"0"0"45"15,0 0-3-15,0 0-9 0,10-38-5 16,1 30 7-1,-2 0 5-15,3 2-6 0,2 1-7 16,2 2-3-16,2 1 1 16,0 2 0-16,0 0 0 15,2 3 0-15,-5 9-1 16,-1 0 0-16,-3 3 1 0,-3 1-1 16,-3-3-1-16,-2-3 1 15,-3 0 0-15,0-4 1 16,0 0 1-16,-1-5-1 15,-7 2 0-15,3-3 1 16,-2 0-1-16,2 0 0 0,-1 0 0 16,2-4 0-16,2-2-1 15,1-3 0-15,1 0 0 16,0-3-1-16,0-1-1 16,4-1-2-16,1-2-2 15,-1 1-2-15,0-1 1 0,-2 5 5 16,-1 1 1-16,-1 1 2 15,0 4-1-15,0 0 0 16,0 4 0-16,0 0 1 16,0 1-1-16,-1 0-1 15,0 0 1-15,-2 4 0 16,3 4 0-16,0 0 0 16,0 2 0-16,0 1-1 0,2 0 3 15,7 1 0-15,1 0-1 16,2 0 0-16,0-1 0 15,3-1 0-15,2 0-1 0,-1-2-5 16,-2-2-48 0,1-5-64-16</inkml:trace>
  <inkml:trace contextRef="#ctx0" brushRef="#br0" timeOffset="53261.6">22006 3530 203 0,'0'0'54'0,"0"0"-20"0,0 0-27 0,0 0-6 16,0 0-2-16,0 0 2 16,0 0 1-16,10 37-2 15,-4-17-2-15,1 1-5 0,2 2-38 16,-1-3-65-16</inkml:trace>
  <inkml:trace contextRef="#ctx0" brushRef="#br0" timeOffset="53603.42">22338 3341 87 0,'0'0'111'0,"0"0"-70"16,0 0-8-16,0 0-16 16,0 0-11-16,22-42-2 15,-6 32-4-15,5-1 4 16,2-1-8-16,4-1 6 0,3 1 0 15,4-1-1-15,0 4-12 16,-1-2-16-16,-3 1-39 16,-6 0-42-16</inkml:trace>
  <inkml:trace contextRef="#ctx0" brushRef="#br0" timeOffset="53847.41">22472 3121 166 0,'0'0'35'0,"0"0"-7"0,0 0-28 15,0 0 0-15,0 0 2 16,-5 40-2-16,5-23 0 16,0 3 0-16,3 1 0 15,3-1 0-15,0-3 1 16,1 2-1-16,3-5 0 0,0-3-1 15,4-2-12-15,3-5-26 16,4-4-16-16,1 0-12 16</inkml:trace>
  <inkml:trace contextRef="#ctx0" brushRef="#br0" timeOffset="54362.9">22792 3107 120 0,'0'0'-6'0,"0"0"18"16,0 0 10-16,0 0 2 15,0 0-8-15,0 0-3 16,0 0 3-16,0 0-10 16,-28-1-4-16,28 12-1 15,-1 3 0-15,1 0 0 0,0 0 0 16,1-1-1-16,5 0 0 15,0-4 0-15,3-2 0 16,-2-2 0-16,3 0 0 16,1-4 0-16,1-1 3 15,3 0 2-15,-2 0-2 0,1-7-1 16,-1 0-3-16,-2-3 2 16,-4 0 1-16,0 3-2 15,-2 0 3-15,-4 1-2 16,0 3 5-16,-1-1 11 15,0 4-6-15,0-1-3 0,0 1-8 16,1 0-2-16,0 0-1 16,2 0 2-16,1 0 1 15,4 0 0-15,1 0 0 16,2 0-2-16,3-5 3 16,-1-3-1-16,2-2 2 0,-2-3 1 15,-1-1 1-15,-3 1 5 16,-1-4 0-16,-3 0 2 15,-2 2-5-15,-1 0-3 16,-2 4-3-16,0 2-12 16,-6 7-17-16,-1 2-33 15,-1 0-63-15</inkml:trace>
  <inkml:trace contextRef="#ctx0" brushRef="#br0" timeOffset="54734.38">23116 3150 247 0,'0'0'1'0,"0"0"4"0,0 0 6 0,0 0-11 16,32-39 2-16,-22 32-2 0,0 1 1 15,0 2-2-15,0 4 0 16,-1 0 2-16,-1 0-1 15,-1 5-2-15,-4 9-9 16,-2 3 1-16,-1 1-1 0,-2 4 6 16,-7-1 0-16,-1-4 5 15,-2-1 0-15,3-5 1 16,0-3 1-16,5-2 2 16,1-3 4-16,1-2-1 15,2-1 4-15,0 0 0 0,2 0-2 16,9 0-5-16,6-7 0 15,8-1-4 1,2-2 5-16,6-2-5 0,3 0-21 16,-2-1-36-16,-1-1-34 15</inkml:trace>
  <inkml:trace contextRef="#ctx0" brushRef="#br0" timeOffset="55516.81">23376 2942 140 0,'0'0'-15'16,"0"0"34"-16,0 0 2 16,0 0-11-16,18-39 0 15,-4 34-4-15,4-2 2 0,0 3 2 16,1-2-1-16,2 3-1 15,-5 2-2-15,0 1 1 16,-3 0-4-16,-2 3-2 16,-2 5-1-16,-2 2 4 15,-2 0-2-15,-2 0-2 0,-1 0 1 16,-2 0-1-16,0-4 0 16,0-2 1-16,0-1 1 15,0-3 0-15,0 0 1 16,0 0 0-16,0 0 0 15,0-3-1-15,0-7 0 0,0-3-1 16,3-2 0-16,3-1 0 16,1-2 2-16,-2-1-2 15,1 1 0-15,-3 1 1 16,1 1-2-16,-1 3 1 16,-1 1-1-16,-1 4 1 15,0 3 2-15,-1 1 3 0,0 3 2 16,0 1-4-16,0 0-4 15,0 0-2-15,0 10 2 16,0 0 0-16,2 6 0 16,-1 1 0-16,4-1 0 15,2 2 0-15,0-1 0 0,3-1 0 16,0-1-8-16,-2-3-14 16,4-2-16-16,-2-2-31 15,-2-3 16-15,2-3 19 16,-2-2 19-16,0 0 16 15,-2-2 2-15,2-6 7 0,0 0 6 16,-2-2 4-16,1 1-4 16,-1-1 5-16,2 2 6 15,0 2-3-15,-1 2-6 16,4 1-6-16,-4 3 1 0,3 0-7 16,-1 0-5-16,-2 10 2 15,-4 1-2-15,-1 1 1 16,-2-2 0-16,0 1 0 15,0-4 2-15,-4-2 0 16,2-3 6-16,2-2 8 16,0 0 6-16,1 0-6 0,13-3-5 15,12-7-12 1,10-4-6-16,9-6-23 0,6-11-83 16</inkml:trace>
  <inkml:trace contextRef="#ctx0" brushRef="#br0" timeOffset="57193.99">19696 4537 27 0,'0'0'25'0,"0"0"-14"0,0 0-8 16,0 0-3-16,0 0 0 15,0 0 0-15,0 0 0 16,0 0-4-16,0 0-2 0,0 0 0 16,0 0-13-16,10 2 16 15,-10 2 3-15,0 0 0 16,-1 2-1-16,-2 0-6 15,-3-1-10-15</inkml:trace>
  <inkml:trace contextRef="#ctx0" brushRef="#br0" timeOffset="57428">19659 4608 17 0,'0'0'17'16,"0"0"-13"-16,0 0 4 15,0 0 18-15,0 0 1 0,0 0-3 16,0 0 1-16,0 0-6 15,-7-1-15-15,17-8-3 16,1-2 0-16,4-2 1 16,2-2 0-16,5-4 3 15,1-1 0-15,6 0-1 0,1-1-3 16,2-2 3-16,1 2-2 16,1 3-2-16,-6 3 0 15,0 3-14-15,-6 3-28 16,-6 5-14-16</inkml:trace>
  <inkml:trace contextRef="#ctx0" brushRef="#br0" timeOffset="57663.38">19689 4702 115 0,'0'0'0'0,"0"0"1"16,0 0 4-16,53-36 3 0,-30 17-2 15,3-3-4-15,1 0-1 16,2-1-1-16,3-1 1 16,-3 2-2-16,-1 1-12 15,-1 1-30-15</inkml:trace>
  <inkml:trace contextRef="#ctx0" brushRef="#br0" timeOffset="57905.2">19694 4684 168 0,'0'0'17'15,"0"0"9"-15,0 0-19 16,0 0-7-16,40-42 3 16,-11 18-1-16,6 0 0 0,-1-1-2 15,4-1 0-15,0 2 0 16,-3 5-10-16,-5 3-22 16,-7 3-26-16,-8 5-23 15</inkml:trace>
  <inkml:trace contextRef="#ctx0" brushRef="#br0" timeOffset="58104.1">19749 4689 154 0,'0'0'-22'16,"0"0"48"-16,0 0 11 16,0 0-9-16,0 0-28 15,0 0 2-15,0 0-4 16,44-48 4-16,-10 24 0 15,4-2-1-15,-2 1-6 16,-1 2-26-16,-4 3-19 0,-6 6 3 16,-8 1-19-16</inkml:trace>
  <inkml:trace contextRef="#ctx0" brushRef="#br0" timeOffset="58320.41">19763 4657 119 0,'0'0'6'0,"0"0"15"16,-42 7 17-16,41-7-9 16,1-9-16-16,11-5-13 15,6-6 0-15,10-4 0 16,7-6 1-16,3-1 0 0,4 1-1 16,-2 0-2-16,1 6-18 15,-6 3-7-15,-8 6-11 16,-6 7 4-16,-9 5-7 15,-11 3-25-15</inkml:trace>
  <inkml:trace contextRef="#ctx0" brushRef="#br0" timeOffset="58501.77">19736 4635 87 0,'0'0'12'16,"-39"13"21"-16,30-13 5 15,9 0 2-15,0-9-32 16,16-6-8-16,9-5 1 15,4-7 1-15,9-3-2 16,4 0 0-16,1-1-3 16,-1 4-19-16,-2 3-25 0,-10 7 6 15,-8 6-7-15,-12 6-12 16</inkml:trace>
  <inkml:trace contextRef="#ctx0" brushRef="#br0" timeOffset="58686.88">19738 4611 75 0,'0'0'8'16,"-50"20"28"-16,35-16 6 16,9-4 2-16,6 0-21 15,6-11-22-15,11-6-1 16,9-6 2-16,8-4-2 16,8-4 0-16,4-2-3 0,-1 3-17 15,-1 2-16-15,-5 4-7 16,-7 6 8-16,-9 6-7 15</inkml:trace>
  <inkml:trace contextRef="#ctx0" brushRef="#br0" timeOffset="58873.08">19771 4580 79 0,'0'0'6'15,"0"0"8"-15,-40 14 13 16,40-14 8-16,0-7-16 0,15-9-19 15,10-6 3-15,8-7-2 16,9-2 1-16,4 1-1 16,3 0-1-16,0 1-12 15,-4 4-33-15,-7 5-19 16</inkml:trace>
  <inkml:trace contextRef="#ctx0" brushRef="#br0" timeOffset="59007.2">19884 4513 144 0,'0'0'-21'0,"0"0"43"16,0 0 10-16,0 0-34 15,60-31 0-15,-2-2-16 16,13-9-28-16</inkml:trace>
  <inkml:trace contextRef="#ctx0" brushRef="#br0" timeOffset="59391.86">21848 3827 49 0,'0'0'24'0,"0"0"-9"16,0 0 3-16,0 0 1 16,0 0-4-16,0 0-1 15,0 0 10-15,0 0 4 0,-40-13 0 16,37 12-3-16,-1-2-2 15,4-1-7-15,1-2-11 16,11-1-7-16,8-2-2 16,5-2 4-16,8 0 2 15,5-2-8-15,-1 3-12 0,3 0-26 16,-7 4-33-16,-6 2 6 16</inkml:trace>
  <inkml:trace contextRef="#ctx0" brushRef="#br0" timeOffset="59577.41">21780 3956 67 0,'0'0'88'16,"0"0"-59"-16,0 0 1 16,0 0-32-16,0 0 3 0,41-32-2 15,-7 15 4-15,6-3-3 16,1 0-9-16,1 2-23 15,-6 3-17-15,-6 1-13 16</inkml:trace>
  <inkml:trace contextRef="#ctx0" brushRef="#br0" timeOffset="59770.06">21783 3953 149 0,'0'0'-20'0,"0"0"46"15,0 0 10-15,0 0-5 16,0 0-29-16,0 0-2 16,0 0 0-16,56-48 2 15,-13 28-2-15,3 1 0 16,-1 1-26-16,-5 1-42 16,-10 5-22-16</inkml:trace>
  <inkml:trace contextRef="#ctx0" brushRef="#br0" timeOffset="59933.32">21813 3952 122 0,'0'0'-5'15,"0"0"25"-15,-39 4 25 16,39-5-13-16,15-10-29 16,17-8-3-16,10-3-1 15,15-8 0-15,13-4-8 0,10-5-37 16,4 1-20-16</inkml:trace>
  <inkml:trace contextRef="#ctx0" brushRef="#br0" timeOffset="60254.36">23390 3348 241 0,'0'0'-28'0,"0"0"39"15,40-31-4-15,-15 17-7 16,9 0 3-16,5 1-3 16,5-3 1-16,0 4-7 15,2-1-27-15,-5 1-40 0,-5 1-39 16</inkml:trace>
  <inkml:trace contextRef="#ctx0" brushRef="#br0" timeOffset="60450.16">23493 3326 144 0,'0'0'-27'0,"0"0"39"16,0 0 9-16,0 0 12 16,0 0-36-16,0 0 9 15,0 0-6-15,65-20 1 0,-20 7 1 16,3 0-19-16,0 2-33 15,-2 0-22-15</inkml:trace>
  <inkml:trace contextRef="#ctx0" brushRef="#br0" timeOffset="60631.72">23489 3371 146 0,'0'0'14'0,"0"0"9"15,0 0 12-15,0 0-34 16,0 0-2-16,46-27-5 16,3 11-6-16,6-1-12 15,5-1-8-15,-2 0-20 16,-6 1-40-16</inkml:trace>
  <inkml:trace contextRef="#ctx0" brushRef="#br0" timeOffset="60823.14">23582 3337 171 0,'0'0'-33'16,"0"0"42"-16,0 0 24 16,0 0-30-16,0 0-4 15,74-31-1-15,-20 14 1 16,5 1-12-16,5-1-6 0,1 0-14 15,-1 0-42-15</inkml:trace>
  <inkml:trace contextRef="#ctx0" brushRef="#br0" timeOffset="61851.67">15697 7579 72 0,'0'0'-6'0,"0"0"6"0,0 0 1 16,0 0-1-16,0 0 0 0,0 0 2 15,0 0-1-15,0 0 1 16,0 0 1-16,0 0 7 16,0 0-1-16,0 0-1 15,0 0 1-15,31 36-3 16,-29-25 0-16,2-2-1 0,1-3 5 16,1-1-1-16,4-5-2 15,1 0 4-15,6-14 8 16,6-12 6-16,8-16-12 15,13-15-4-15,8-20-4 16,9-15-2-16,5-12-33 16,0-12-128-16</inkml:trace>
  <inkml:trace contextRef="#ctx0" brushRef="#br0" timeOffset="62318.1">17371 7288 95 0,'0'0'2'0,"0"0"0"15,0 0-2-15,0 0 3 0,0 0 5 0,0 0-1 16,0 0-1-16,0 0-3 16,0 0 3-16,0 0 7 15,51-58 14-15,-26 10-22 16,7-22 3-16,8-18-34 15,2-14-75-15</inkml:trace>
  <inkml:trace contextRef="#ctx0" brushRef="#br0" timeOffset="70461.42">14597 8142 14 0,'0'0'2'0,"0"0"-1"0,0 0 1 15,0 0-2-15,0 0 1 16,0-39-1-16,0 33 1 0,0 1-1 16,0-2 3-16,0 1 6 15,-2 2-6-15,-1 0-1 16,0 2-2-16,0 0 0 15,-3 0 0-15,-1 2 0 16,2 0 0-16,-2 0 0 16,1-1 2-16,0-1 3 0,0 1-1 15,-3 1 4-15,3 0-2 16,-6 0-2-16,2 0 0 16,-1 0-2-16,-1 0-1 15,1 4 0-15,-2 3 0 16,-1 0 0-16,1 0-1 0,1 2 1 15,-1-2-1-15,2 2 0 16,0 1 0-16,2-2 1 16,1 2-1-16,0 0 0 15,0 0 0-15,3 5 0 16,-3-3 2-16,3 2-4 0,-2 3 4 16,2 0-2-16,-3 0-2 15,3 1 4-15,-1 1-4 16,-1 1 4-16,4 1-5 15,-3 1 2-15,2 1 2 16,3-1-1-16,-1 4 1 0,-2-2-2 16,2 2 2-16,0 2-1 15,-4 2 0-15,0 2 0 16,-1 1 0-16,-1 1 0 16,-2 4 2-16,1-2-2 15,-1-1 0-15,0 2 0 0,1-1 1 16,-1-2-2-16,-2 4 2 15,1-2-2-15,0 2 1 16,-1 3 0-16,1-1 0 16,1 1 0-16,2-1 0 15,-1 1 0-15,1-1 1 0,3 4-2 16,0 0 2-16,1 4-1 16,2 3 0-16,2-1 0 15,0 1-1-15,0-1-1 16,0-3 1-16,0-3-1 15,6-3 2-15,-1 0 0 0,0-3 1 16,1-2-1-16,-1 2 1 16,-1-1 0-16,0-2 1 15,-2 3-1-15,2-1 1 16,-3 3-1-16,0 1 0 16,-1 2-1-16,0 2 1 15,0 0-1-15,0-1 1 0,0-1-1 16,0-2 0-16,0-2 1 15,-2-1 1-15,-2 1-1 16,0 1 1-16,-4 0-1 16,3 0 1-16,-4-2 0 15,1 0-1-15,2-2 1 0,2-2 2 16,-2 2 0-16,3-1 0 16,1 5-1-16,2 1-3 15,0 3 2-15,0-1-2 16,0-2 0-16,5-1 0 0,3-3 0 15,-1-3 0-15,3-5 0 16,0-1 0-16,1-3 0 16,0-1 2-16,1-1 0 15,1 2 2-15,-1 1 3 16,0 3-4-16,2 2 0 16,-3 4-2-16,0-1-1 0,-1 2 0 15,0 1 0-15,1-2 0 16,-2-2 0-16,-1-2 1 15,2-5-1-15,2-3 0 16,-3-4 4-16,1 0-2 0,4-2-1 16,-3-1 0-16,3 2 4 15,-1-1-2-15,0-2-2 16,1 1 2-16,-1-1 0 16,-1 0 0-16,-1-3 3 15,3 0 3-15,-1-2-6 16,-2 0 1-16,3 1-1 0,-3-2-1 15,2-2-1-15,-2-1 1 16,-2-1-2-16,4-4-2 16,-1-1 4-16,-1 0-2 15,4 0 1-15,-1-4 2 16,1-4 3-16,0-2-5 0,2-1 0 16,-2-3 2-16,1-1-2 15,-3-3 0-15,3-3 2 16,-3-4 3-16,3-3 1 15,-2-3 0-15,2-2-4 16,0-2-2-16,3 2 0 0,-2 0-1 16,-2 2 1-16,-1 1-1 15,1 4 0-15,-3-3 0 16,0 0 1-16,-1-2 1 16,0 0-2-16,2-2 0 15,-1-1 0-15,1 0 0 16,-1 1-2-16,0 3 0 0,-2 2-3 15,-3 1-2-15,1 4 4 16,-3 1 1-16,-1 1 1 16,1 1 1-16,-3-2 1 15,-1 2-1-15,1-2 0 16,0-1 1-16,-1-3-2 0,2 1 2 16,-1-5-2-16,0 0 1 15,1-2-1-15,-1-1 1 16,2-1 0-16,-2 1 0 15,2-1 0-15,-2-3 0 16,0 1 0-16,0-3 0 16,0 2 0-16,0-3 0 0,-2 2 0 15,0-1 0-15,0 2-1 16,0-1-11-16,0-2 0 16,-2-2 1-16,-1-2-1 15,1-5-3-15,1 1 1 16,0-2-5-16,1-1-11 0,-1 3-15 15,1-2 5-15,-1 1 30 16,1 1 6-16</inkml:trace>
  <inkml:trace contextRef="#ctx0" brushRef="#br0" timeOffset="70844.71">15002 9663 2 0,'-2'-45'38'0,"-1"-2"-14"0,1 0-3 0,0-3-6 0,0 2-4 0,0-3 0 0,1 0-4 15,-1 2-2-15,0 1-4 16,0 3 0-16,-5 0-1 15,3 0 1-15,1 0 1 16,-4-1 1-16,1 2 3 0,-3 2-2 16,-1 2 3-16,0 0-1 15,-6 2-4-15,-1 1 1 16,-1 1 1-16,0 2 11 16,-1 1-1-16,2 1 4 15,1 2-8-15,2 0-4 0,1 2-2 16,-3 1-3-16,5-2 0 15,-3 4 0-15,0-2 2 16,1 1-1-16,1-1 2 16,-1 0 0-16,0-1 0 0,0-1 1 15,0 1 0-15,0-2-2 16,2 3 1-16,-3-1 0 16,1 2-3-16,2 2 0 15,-3 3 0-15,1 2-1 16,-3 1 0-16,1 1 1 15,-7 5-1-15,3 3 0 16,-7 7-8-16,-5 2-9 0,-8 0-54 16</inkml:trace>
  <inkml:trace contextRef="#ctx0" brushRef="#br0" timeOffset="78091.71">19769 14057 40 0,'0'0'14'0,"0"0"-1"0,0 0-14 0,0 0 5 16,0 0-1-16,0 0-2 15,0 0 0-15,0 0-1 0,0 0-2 16,0 0-44-16</inkml:trace>
  <inkml:trace contextRef="#ctx0" brushRef="#br0" timeOffset="81987.92">8967 15672 15 0</inkml:trace>
  <inkml:trace contextRef="#ctx0" brushRef="#br0" timeOffset="82438.25">8967 15672 17 0,'0'-17'19'0,"0"14"-3"15,0 0 3-15,0-1-6 16,0 1-7-16,0-1-2 0,0 0-4 16,0 2 1-1,0-1-1-15,0 1 0 0,0 0 0 16,0 1 0-16,0 1 1 15,0 0 5-15,0 0 6 16,0 0 7-16,0 0-2 16,0 0-2-16,0 0-5 0,0 0 3 15,0 0-6-15,0 0-3 16,0 0-4-16,0 0-1 16,0 0 1-16,0 0 0 15,0 1 0-15,0 1 0 16,0 2 0-16,0-1 0 15,0 0 0-15,0 1 0 0,0 0-5 16,0 0 3-16,0-2 6 16,0 1-3-16,0-2-1 15,0 1 2-15,0-1-2 16,0 0 1-16,0-1-1 16,0 2 0-16,0-2-1 0,0 1-8 15,0 1-12-15,0-1-5 16,0-1-12-16,0 0-66 15</inkml:trace>
  <inkml:trace contextRef="#ctx0" brushRef="#br0" timeOffset="83690.44">8983 15706 61 0,'0'0'2'0,"0"0"10"0,0 0 7 0,0 0-7 0,0 0-1 16,0 0 4-16,0 0-2 15,0 0-4-15,0 0-4 16,0 0-9-16,0 0 3 15,0 0-3-15,0 0 3 0,0 0 0 16,0 36 3-16,0-15 0 16,0 2-5-16,2 1 6 15,0-3-3-15,1 3 2 16,1-2-1-16,0-2-1 16,-2-1 2-16,1-1-2 0,4-2 0 15,-5-4 0-15,1-1-2 16,3-4 4-16,-2-4-6 15,-1-2 4-15,1-1 2 16,1 0 1-16,-1-3-2 16,1-6 1-16,1-3-1 0,-1 1 2 15,3-5-3-15,-2 1 1 16,2-1 0-16,0 2 0 16,1 1 1-16,-1 3-2 15,-2 1 0-15,1 3 0 16,-1 1 0-16,2 3 0 0,-2 2-3 15,-1 0 1-15,3 0 2 16,-1 4-3-16,3 3 2 16,0 1-1-16,1 2 2 15,-1-3 0-15,0 1 0 16,1-1 0-16,-1-2-1 0,-2-2 0 16,1-1 1-1,1-2-2-15,-3 0 2 0,1-3 2 16,-2-7 6-16,2-2 1 15,-4-3 6-15,-1 0 0 16,-1-4-1-16,0 0 2 16,-2-1 0-16,0-1-2 0,0 1-2 15,-6 2-3-15,1 1-1 16,-5 3-2-16,0 1-2 16,3 4-2-16,-2 5-1 15,4 1-2-15,-1 3-12 16,3 3-30-16,1 6-48 0,0 2-28 15</inkml:trace>
  <inkml:trace contextRef="#ctx0" brushRef="#br0" timeOffset="84161.81">9444 15887 90 0,'0'0'9'0,"0"0"14"0,0 0-19 0,0 0 3 0,-23 36-11 16,17-18 4-16,3 1-4 15,-1 4 8-15,2-1-4 16,2 0 1-16,0 1-1 16,0-3 3-16,6-2-3 15,1-4-1-15,1-3 4 0,-1-5-3 16,4-3 6-16,-1-3 4 16,3-3 5-16,-2-8-1 15,-2-3 1-15,3-2-5 16,-2-3 0-16,-3 0-3 15,-3-1 2-15,-2 4 1 0,-2-2 2 16,0 1 2-16,0 3-5 16,-4 2-2-16,-5 2 1 15,-1 3-4-15,-2 3-2 16,-1 4-10-16,-5 0-24 16,2 9-33-16,-2 1-44 15</inkml:trace>
  <inkml:trace contextRef="#ctx0" brushRef="#br0" timeOffset="84509.64">9754 15811 141 0,'0'0'-18'0,"0"0"21"0,0 0 8 0,38-11 2 16,-24 4-1-16,1 0 1 15,3 0 2-15,-4 1-3 16,4 2-5-16,1 0-4 16,-3 2-2-16,0 2 0 0,0 0 1 15,-1 3-1-15,-1 4-58 16,-6-1 10-16</inkml:trace>
  <inkml:trace contextRef="#ctx0" brushRef="#br0" timeOffset="84759.48">9834 15716 242 0,'0'0'0'16,"0"0"0"-16,0 0 2 15,-13 38-7-15,13-18 0 16,0 6 5-16,0-1 1 0,0 4-4 16,2-2-4-16,3 3-15 15,1-3-21-15,-1-2-39 16</inkml:trace>
  <inkml:trace contextRef="#ctx0" brushRef="#br0" timeOffset="85371.42">10177 15573 183 0,'0'0'-1'0,"0"0"-3"16,0 0-2-16,0 0 4 16,0 0 2-16,0 0 2 15,-12 54-3-15,10-32 0 16,2 1 1-16,0 4-2 16,0-4 4-16,0 0-1 15,0-2 0-15,0-4-1 0,0-2 1 16,0-2-2-16,2-6-1 15,3-1-2-15,2-3 4 16,0-3 1-16,1 0 3 16,-1-3-1-16,4-6 0 15,0-4 0-15,-2 0 1 0,1-2-2 16,0 2 1-16,-3 2-2 16,1 4-1-16,0 2 0 15,-2 4 0-15,1 1-5 16,1 3 2-16,4 7 1 15,1 1 4-15,-1 1-2 16,1-1 0-16,-2-1-2 0,0-3 2 16,-1-4 2-16,0-3 1 15,2 0 7-15,-3-2 11 16,1-7 1-16,0-5-6 16,-5-2-3-16,3 0 0 15,-4-2 0-15,-4-2 1 0,0 0-6 16,0 3-3-1,0 2-3-15,0 0 0 0,0 5-1 16,-2 2 0-16,-2 2-2 16,4 3-8-16,-3 3-17 15,2 0-51-15,1 0-47 0</inkml:trace>
  <inkml:trace contextRef="#ctx0" brushRef="#br0" timeOffset="85569.49">10608 15783 225 0,'0'0'-3'0,"0"36"2"0,0-10 5 0,0 7-5 0,0 8-4 16,0 7 8-16,0-2-88 15,-3-2-38-15</inkml:trace>
  <inkml:trace contextRef="#ctx0" brushRef="#br0" timeOffset="86546.03">10912 15581 79 0,'0'0'3'0,"0"0"-3"0,0 0 2 0,0 0 4 16,0 0 5-16,0 0-2 16,0 0-2-16,0 0 3 15,0 0 4-15,-39 20 3 0,37-20-7 16,2 0 0-16,0 0-5 15,0 0-8-15,1-3 5 16,9-1-7-16,2 0 6 16,1 1-3-16,3 2 3 15,-1 1 0-15,2 0-1 0,2 5 1 16,-3 9-2-16,-3 3 2 16,-3 3 0-16,-4 4-4 15,-2-1-1-15,-4 3-4 16,0-4 10-16,-4 0-3 15,-6-7 5-15,1-2-3 0,3-4 1 16,0-5-1-16,-1-4 1 16,5 0-2-16,2-6-9 15,0-11-4-15,0-3 11 16,3-5-1-16,7-2 2 16,1-4 2-16,3 1-1 0,-1 1 0 15,3 2 0-15,-3 5 0 16,1 6 0-16,-4 3 0 15,-1 9 0-15,-1 4-1 16,-2 0-1-16,-3 7 2 16,1 7 0-16,-2 5 4 0,2 2 5 15,-1 1-5-15,3 0-2 16,1 2-2-16,2-3 1 16,0 0-2-16,0-3-11 15,2-3-14-15,2-5-17 16</inkml:trace>
  <inkml:trace contextRef="#ctx0" brushRef="#br0" timeOffset="86737.18">11305 15659 81 0,'0'0'70'0,"0"0"-50"0,0 0-8 0,0 0-20 15,0 0 1-15,0 0 11 16,0 61 6-16,0-26-5 15,0 4-2-15,-2 4-2 16,2-2 0-16,0 0-1 16,0-1-14-16,0-6-32 15,4-7-16-15</inkml:trace>
  <inkml:trace contextRef="#ctx0" brushRef="#br0" timeOffset="86994.63">11625 15691 204 0,'0'0'-3'0,"0"0"6"16,53-14 4-16,-29 9-6 15,3 1 0-15,1-2 0 16,0 5 0-16,2-3-1 0,-1 2-7 16,-2-1-31-16,-7 0-17 15,2-2-23-15</inkml:trace>
  <inkml:trace contextRef="#ctx0" brushRef="#br0" timeOffset="87206.72">11880 15550 250 0,'0'0'-15'0,"0"0"24"16,0 0-14-16,0 0-3 0,-23 39 6 16,18-13 5-16,1 7-4 15,0 3 1-15,2 6 1 16,-1 1-1-16,3-1-15 15,0-4-25-15,0-3-14 16,1-11-20-16</inkml:trace>
  <inkml:trace contextRef="#ctx0" brushRef="#br0" timeOffset="87697.73">12105 15576 198 0,'0'0'-15'16,"0"0"30"-16,0 0-7 0,0 0-9 15,0 0-12-15,0 0 8 16,-9 39 7-16,5-12 2 16,2 3-4-16,2-1 0 15,0-1-2-15,0-3 1 16,2-6-1-16,5-3 0 0,1-5-6 15,2-7 0-15,-1-4 1 16,2 0 11-16,3-10 0 16,-1-4-2-16,2-3 0 15,-2 1 1-15,-2 0-1 16,1 4 1-16,-3 5 3 16,2 1-2-16,1 6-4 0,0 0-1 15,2 0-1-15,1 7 1 16,0 0 0-16,-1 1 1 15,0-3 1-15,-2-2 0 16,-2-2 2-16,-3-1 12 16,2 0 13-16,-4-9 0 0,-1-4-11 15,-2-2 7-15,-2-4-7 16,0-1 0-16,-4-3-7 16,-3 3-7-16,1-3-2 15,0 5-5-15,2 2-24 16,2 2-13-16,0 6-11 0,2 5-18 15,0 3-55-15</inkml:trace>
  <inkml:trace contextRef="#ctx0" brushRef="#br0" timeOffset="88083.45">12480 15793 107 0,'0'0'5'0,"0"0"21"0,0 0 26 0,0 0-15 0,0 0-14 16,0 0-9-16,0 0-1 0,0 0-1 15,0 0-9-15,23-41-2 16,-18 36-1-16,6 1 0 16,-2 3-2-16,3 1-1 15,2 0-9-15,-2 5-3 0,1 8-8 16,-4 3 9-16,-4 2 4 15,-3 3-1-15,-2 1 6 16,0-2 0-16,-7 0 13 16,-2-2-9-16,-2-1 12 15,4-3 0-15,0-2-2 16,4-5 0-16,2 0-5 0,1-4-1 16,0-2-1-16,0-1-1 15,11 0-4-15,4-5 14 16,4-5-5-16,5-3-3 15,3-3-6-15,2-4-48 16,-1-2-40-16</inkml:trace>
  <inkml:trace contextRef="#ctx0" brushRef="#br0" timeOffset="88591.58">12861 15580 208 0,'0'0'4'0,"0"0"8"16,0 0-5-16,7-39-7 16,3 29 0-16,0-1 0 15,0 4 0-15,0 1 0 16,3 3 0-16,-2 3-5 0,-2 0 1 16,2 8-3-16,-1 6 2 15,0 1 3-15,-2 4 4 16,-2-2-1-16,-2 0-3 15,-1-3 3-15,-3-4-3 16,0-1-4-16,1-4 8 0,-1-3-2 16,0 1 7-16,0-2 10 15,0-1 7-15,1 0-7 16,-1-4-7-16,2-3-6 16,0-5-1-16,2-3 1 0,2-4-4 15,0-2 0 1,0-3-2-16,3 0-3 0,-4-1 2 15,2 1 1-15,-2 4-1 16,1 3-1-16,-2 6 2 16,-1 3 2-16,-1 3 0 15,2 5-2-15,-2 0-7 0,1 6 6 16,0 8 2-16,3 2 0 16,0 4 0-16,1 2 1 15,1-2 1-15,2 2-1 16,-1-4 0-16,3-1-1 15,-1-1-9-15,1-2-18 0,2-1-18 16,-3-5-16-16</inkml:trace>
  <inkml:trace contextRef="#ctx0" brushRef="#br0" timeOffset="88923.45">13247 15629 120 0,'0'0'32'0,"0"0"15"0,0 0-21 0,0 0-13 0,0 0 0 15,0 0-5-15,0 0-1 16,0 0-6-16,0 0-1 16,0 0-2-16,16-19 1 15,-9 19 1-15,2 4-3 0,2 4-1 16,0 1 1-16,-4 2-7 16,-4 2 7-16,-2 1-4 15,-1 3 1-15,-3 3 7 16,-7 0-4-16,-1 0 13 15,-3 0-7-15,-1-2 9 0,3-1-8 16,1-3 0-16,4-4 1 16,2-4-5-16,5 1 1 15,0-7-4-15,12 0-4 16,13-5 14-16,6-10-5 16,9-3-2-16,9-6-15 0,5-2-3 15,6-2-20-15,-1-1-32 16</inkml:trace>
  <inkml:trace contextRef="#ctx0" brushRef="#br0" timeOffset="90190.28">15214 15705 67 0,'-2'1'5'0,"1"2"-2"0,0 0 1 0,1 0 2 16,-2 0 0-16,2-1 2 0,0 0-3 15,-1-1 5-15,0-1 8 16,0 0 2-16,-1 3-11 15,-2-3-5-15,-1 0-4 16,2 0 1-16,-1 0 0 16,-1 0 0-16,0 0 2 0,2-3 1 15,-3-2 6-15,1-4 1 16,4 0 1-16,-1-5-4 16,2 0-5-16,0-1-3 15,2-4 4-15,8-1-4 16,0 0 1-16,7-2-1 15,2 0-2-15,2-5 9 0,5 0-5 16,6 0-2-16,0-2 0 16,5 1 0-16,1 2 0 15,5 2-2-15,3 3 4 16,2 3-6-16,1 4 4 16,4 2 2-16,3 2 0 0,1 5-2 15,4 2 0-15,1 2 1 16,2 1 1-16,0 0-1 15,0 1 2-15,-2 5 1 16,-4 2-2-16,-2-1 3 0,-3 2-2 16,-5-1 0-16,-5 1-1 15,-4-2-1-15,-6-1 0 16,-3-1 1-16,-8-2-2 16,-2 0 3-16,-4-2-2 15,-5 1 1-15,-7-2-3 16,-3 0-14-16,-1 0-15 0,-3 0-41 15</inkml:trace>
  <inkml:trace contextRef="#ctx0" brushRef="#br0" timeOffset="90411.73">16468 15262 147 0,'0'0'18'0,"0"0"27"0,0 0-17 0,0 0-16 16,0 0-8-16,0 0-5 15,43-36 2-15,-19 36 0 0,0 0 0 16,0 2-1-16,-1 11 1 16,-4 6 0-16,-3 7 0 15,-5 6 1-15,-5 5-6 16,-4 5-6-16,-2 0-9 16,0 1-24-16,0-6-21 15,0-6-20-15</inkml:trace>
  <inkml:trace contextRef="#ctx0" brushRef="#br0" timeOffset="91340.55">17418 15229 99 0,'0'0'10'0,"0"0"33"0,0 0-5 0,0 0-19 15,0 0-18-15,0 0-3 16,0 0-3-16,0 0 6 16,0 0 5-16,20 33-4 15,-11-16-1-15,0-1-1 16,1 2 0-16,3 0-1 15,-1-2 0-15,0-3 1 0,1-3-1 16,0-3 3-16,-1-2 1 16,1-5 7-16,3 0 5 15,-1 0-2-15,2-7-5 16,2-3-4-16,-3-1-3 0,2-4 1 16,-3 2-1-16,-1-1 0 15,-2-2 1-15,0 1 1 16,-3-3 0-16,0 4 0 15,0-2-1-15,-3 4-1 16,-1 0 0-16,-2 5-1 16,0 4 1-16,-2-1-1 0,-1 4 0 15,1 0-2-15,0 0-1 16,1 4-1-16,1 5 2 16,2 6 1-16,0 1-1 15,2 7 2-15,1 2-1 16,0 6 0-16,-1 2 0 0,0 4 0 15,0 1-3-15,-5-1 2 16,-2-3 4-16,0-4-2 16,0-3 0-16,-7-6-2 15,-2-2 4-15,-4 0 2 16,-5-1 2-16,-2-2-8 0,-4 1 8 16,-2 0-1-16,-2 0-3 15,0-3 1-15,0-3-3 16,3-4 2-16,3-4-1 15,2-3 1-15,4 0 0 16,4-4 0-16,4-5 0 0,-1-2-4 16,6-2 2-16,1 0 6 15,2 2-4-15,0-2-1 16,9 1-1-16,5-1 0 16,4 4 1-16,-1-1-1 15,4 3 0-15,2 0 0 16,2 3 0-16,2 0-2 0,3 0-24 15,3 1-12-15,2-2-29 16,2-2-36-16</inkml:trace>
  <inkml:trace contextRef="#ctx0" brushRef="#br0" timeOffset="91656.65">14258 15354 136 0</inkml:trace>
  <inkml:trace contextRef="#ctx0" brushRef="#br0" timeOffset="91849.2">18448 15522 176 0,'0'0'33'0,"0"0"-17"16,0 0-10-16,0 0-2 0,0 0-3 15,0 0-5-15,0 0 1 16,0 0 9-16,43 12-4 15,-24-12 1-15,5 0-4 16,2 0-14-16,3 0-43 0,-4-4-44 16</inkml:trace>
  <inkml:trace contextRef="#ctx0" brushRef="#br0" timeOffset="92603.94">19079 15287 10 0,'0'0'127'16,"0"0"-118"-16,0 0 17 15,0 0-5-15,0 0-2 16,0 0-7-16,0 0-8 16,0 0-7-16,-1-1 6 0,-3 9-3 15,2 4 6-15,1 2-5 16,0 2 1-16,1-1-2 16,0 2 1-16,0-1-1 15,0-2 0-15,1-1 0 0,4-2 1 16,0-4 3-16,-1 0-3 15,1-2 3-15,1-2-1 16,-3-1 0-16,2-2 0 16,3 0 4-16,-4 0-4 15,3 0 1-15,-3-1 0 16,1-5-1-16,2-1 1 0,-2-3 0 16,1 0 0-16,-3-1-2 15,2-2 0-15,0 4 1 16,-3 0-3-16,-1 3 1 15,1 3-1-15,-1 0 0 16,0 3-1-16,0 0-2 16,1 0-1-16,2 5-1 0,-1 4 3 15,2 1 1-15,2 3 1 16,1 0-1-16,1-2 0 16,3 1 1-16,0-4 0 15,-1-1 0-15,2-2 1 0,3-1 0 16,-3-3 0-16,3-1 1 15,-1 0 3-15,-3 0 2 16,-1-7 2-16,0 0-2 16,-1-1 0-16,-2 0-3 15,-3-2 3-15,-1 1-2 16,0-3 6-16,-4 1 5 0,0-3-5 16,0-1-4-16,0-1-2 15,-6 1-2-15,-1-2-2 16,0 1-2-16,1 4-12 15,-2-1-6-15,4 4-2 16,2 2-3-16,0 3-16 0,2-3-42 16,0 1-80-16</inkml:trace>
  <inkml:trace contextRef="#ctx0" brushRef="#br0" timeOffset="92987.38">19740 14945 107 0,'0'0'6'0,"0"0"7"0,0 0-2 0,0 0-4 15,0 0-4-15,0 0 0 16,0 0 2-16,0 0 2 16,0 0 6-16,-6 38-1 15,6-19-6-15,0 1-3 16,0 1-1-16,0 0-2 0,0-1 2 16,2-3 0-16,2-3 1 15,-4-1 1-15,2-3-1 16,0-3 2-16,-2 2-3 15,0-4 1-15,0 1-1 16,1-2 0-16,-1-2-5 16,0-1-24-16,0-1-29 0,0 0-10 15</inkml:trace>
  <inkml:trace contextRef="#ctx0" brushRef="#br0" timeOffset="93300.29">19582 15007 95 0,'0'0'20'15,"0"0"18"-15,0 0 1 16,0 0-9-16,0 0-7 0,0 0-9 16,22-41-8-16,-13 34-5 15,5-4 0-15,5 2-1 16,4-1 1-16,2-1-1 16,2 1-4-16,3 0-22 15,4 0-9-15,-6 3-40 16,-1 1-52-16</inkml:trace>
  <inkml:trace contextRef="#ctx0" brushRef="#br0" timeOffset="93719.75">19988 15124 174 0,'0'0'3'0,"0"0"18"15,0 0-4-15,0 0-9 16,37 14-3-16,-25-7 1 16,0 2 5-16,2-1 2 0,0 2 0 15,3 0-3-15,-2 0-3 16,3-2-3-16,-2 0-2 16,2-1-1-16,1-1 1 15,-1-1 0-15,-2-2 0 16,2 0 0-16,0-3-2 0,-3 0-8 15,1 0-16-15,-3 0-22 16,-2-7-40-16,-5-3-51 16</inkml:trace>
  <inkml:trace contextRef="#ctx0" brushRef="#br0" timeOffset="93932.25">20287 15004 232 0,'0'0'37'0,"0"0"-9"0,0 0-26 15,0 0 0-15,-55 46-2 16,32-12 4-16,-8 7-4 16,-2 6-2-16,1 2 3 15,-3 0-2-15,1 2 0 0,-4-4-17 16,-2-3-58-16</inkml:trace>
  <inkml:trace contextRef="#ctx0" brushRef="#br0" timeOffset="94496.47">18365 15412 208 0,'0'0'44'0,"0"0"-32"0,0 0-4 0,0 0 8 15,41-8-5-15,-16 1-6 16,8-2-4-16,5 2-1 16,6-2 1-16,4-3-1 15,0-3-37-15,-1 0-160 0</inkml:trace>
  <inkml:trace contextRef="#ctx0" brushRef="#br0" timeOffset="96306.49">18484 16206 97 0,'0'0'20'0,"0"0"12"0,0 0-7 0,0 0 2 0,0 0-4 16,0 0-2-16,0 0-5 16,0 0-1-16,7 0-2 15,-4-1-8-15,7-2-4 16,-3 1-1-16,5 0 0 0,1-1 0 16,1 0-5-16,3-1-13 15,1 2-22-15,-3-3-27 16,1 2-15-16</inkml:trace>
  <inkml:trace contextRef="#ctx0" brushRef="#br0" timeOffset="96482.86">18552 16354 251 0,'0'0'14'0,"0"0"-8"0,0 0-6 15,0 0 3-15,0 0-1 16,0 0-6-16,54 3-21 16,-30-6-26-16,2-10-63 15</inkml:trace>
  <inkml:trace contextRef="#ctx0" brushRef="#br0" timeOffset="98710.57">21065 15350 6 0,'-8'0'51'0,"1"0"-49"0,-2 0 5 0,2 0-2 0,-3 0-1 16,2 0 3-16,-1 0 0 16,-1 0 6-16,1 0 4 15,-1 0 0-15,2-2-1 0,-1 1-9 16,1 1-6-1,2 0 0-15,2 0-1 0,1 0 0 16,3 0-1-16,-2 0 0 16,0 0-1-16,2 0-4 15,-1 0 4-15,1 4 0 16,0 3 0-16,0 0 1 0,0 3 1 16,0 3-2-16,0 3 1 15,3 2 0-15,0 3 1 16,1 2 1-16,2 3 0 15,-1 2 1-15,-2 4-1 16,-2 2 6-16,0 2-2 0,0 3 0 16,0 1-2-16,1-1 2 15,0 1 1-15,3 2 0 16,-1-3-5-16,0 1 0 16,1 0 1-16,0 2-1 15,1-1-1-15,1 3 1 16,-1 3 2-16,3 0 4 0,-1 0-2 15,2 1 0-15,-3 1 0 16,2 2 5-16,0 1-4 16,-1-2-3-16,2 1-3 15,1-4 0-15,-3 1 2 16,3-2-4-16,-3-2 2 0,0-2-1 16,-1 2 2-16,-5 2 1 15,0-1 1-15,1 2-1 16,-3-3 2-16,0 1 1 15,0-5-2-15,0-1 1 16,0-7 0-16,0-2 6 0,0-3 0 16,0-1 0-16,0 1-5 15,0-5 3-15,0 1-3 16,0-2-3-16,5-3-1 16,0-2 0-16,3-4-6 15,1-5 16-15,7-6-13 0,1-1 7 16,5-8-6-16,3-13-15 15,4-8-3-15,5-10-33 16,-2-7-55-16</inkml:trace>
  <inkml:trace contextRef="#ctx0" brushRef="#br0" timeOffset="99543.2">21280 15509 102 0,'0'0'6'0,"0"0"-1"0,0 0-3 0,0 0 0 16,0 0 2-16,-38-3 1 16,28 3 10-16,0 0 6 15,1 0 1-15,0 1-6 16,0 1-10-16,3-1-3 16,3 1-3-16,0-2 1 0,2 0-1 15,1 0 6-15,0 0 0 16,7 0 1-16,6-3-5 15,2 0-2-15,3-1 0 16,0 1 1-16,1 3-2 0,-4 0 1 16,-1 0 0-16,-3 5-3 15,-3 4 0-15,-3 2-1 16,-3 2 0-16,-2 1-1 16,0-2 1-16,-2 2 5 15,-8-4 2-15,4 0-2 16,-2-2 0-16,3-5-3 0,0 0 3 15,2-3 0-15,2 0 0 16,1 0-7-16,0-4 10 16,0-6-6-16,9-3 3 15,-4 1-1-15,3-4 1 16,1-1 0-16,0 0 0 16,-1 0 0-16,-2 0 0 0,0 2 1 15,-2 5 1-15,-4 2 2 16,0 2 3-16,0 3 2 15,0 3 0-15,0 0-10 16,0 4-6-16,0 9-2 0,0 2 5 16,2 2 2-16,0 1 2 15,2 2-2-15,4-2 1 16,-1-1-2-16,6-2 2 16,1-1 0-16,2-4-13 15,3-4-39-15,-2-4-52 0</inkml:trace>
  <inkml:trace contextRef="#ctx0" brushRef="#br0" timeOffset="99721.63">21629 15551 175 0,'0'0'16'0,"0"0"7"0,0 0-12 0,0 0-10 15,0 0-6-15,0 0-8 16,0 0 14-16,0 0 6 15,0 50-6-15,0-27 1 0,0 2-2 16,0 2-31-16,3-2-56 16</inkml:trace>
  <inkml:trace contextRef="#ctx0" brushRef="#br0" timeOffset="100327.14">21320 16145 113 0,'0'0'3'16,"0"0"3"-16,0 0-2 16,0 0 0-16,33-40 5 0,-24 37 4 15,-1 2 0-15,2 1-5 16,-2 0-2-16,1 0-3 15,1 3-2-15,-3 5-2 16,0 5-1-16,-3 0 1 16,-1 4 2-16,-3 0-3 0,0-3-5 15,0 0 7-15,0-4 5 16,0-1-1-16,0-5 4 16,-2-1 7-16,2-3 1 15,0 0 4-15,0 0-7 16,0-9-9-16,2-3 5 0,4-3-6 15,-1-2-2-15,1-1 0 16,2-1 0-16,-2 1 0 16,0 2 3-16,-1 4-3 15,1 3 0-15,-2 3-1 16,0 3 0-16,2 3-2 16,-1 0-2-16,0 3 1 0,4 6 0 15,-1 2 2-15,1 1 1 16,2 1-4-16,3-1-26 15,-2-2-43-15,0-3-6 16</inkml:trace>
  <inkml:trace contextRef="#ctx0" brushRef="#br0" timeOffset="100611.77">21628 16154 129 0,'0'0'62'16,"0"0"-31"-16,0 0-14 15,0 0-6-15,25-39-6 0,-15 35-5 16,-2-2 0-16,0 5 1 15,0 1-2-15,1 0 0 16,-5 0-2-16,-1 10-4 16,-2 4-1-16,-1 3-2 0,0 2-12 15,-4 1 17 1,-5-2 8-16,2 0 4 0,1-5-7 16,2-3 3-16,2-3-1 15,2-5-1-15,0 0-7 16,12-2 15-16,2 0-3 15,5 0-2-15,5-4 0 16,3-1-4-16,0 0-1 0,0 1-45 16,-4 1-23-16,-4 3-47 15</inkml:trace>
  <inkml:trace contextRef="#ctx0" brushRef="#br0" timeOffset="100894.99">21611 16519 199 0,'0'0'6'0,"0"0"23"0,0 0-4 0,0 0-14 16,0 0-5-16,0 0-7 16,0 0-4-16,0 0 0 15,0 0 5-15,-14 15-1 16,19-2-14-16,-1-3-36 16,1 3-46-16</inkml:trace>
  <inkml:trace contextRef="#ctx0" brushRef="#br0" timeOffset="101084.57">21630 16879 63 0,'0'0'20'16,"0"43"-12"-16,0-22 4 16,0-1-2-16,0 3-1 15,-1-5-5-15,0-2-2 16,1 2-1-16,0-4-1 0,0 1-2 15,0-3-17-15,0 1-23 16</inkml:trace>
  <inkml:trace contextRef="#ctx0" brushRef="#br0" timeOffset="101223.59">21626 17204 47 0,'0'0'28'16,"0"0"0"-16,0 0-12 15,0 0-14-15,0 0-1 16,0 0-1-16,0 0-20 0,14 36-76 16</inkml:trace>
  <inkml:trace contextRef="#ctx0" brushRef="#br0" timeOffset="101756.77">21566 17325 196 0,'0'0'2'0,"0"0"0"0,0 0 2 16,0 0 3-16,0 0-2 15,1-39-4-15,6 33 0 16,-1 0 0-16,2 2-1 15,3 1-1-15,-1-3 2 0,0 5-2 16,0 0 0-16,1 1-1 16,-6 0-9-16,-1 4-8 15,0 6 0-15,-4 1 10 16,0 2 7-16,0-2 2 16,0 3 3-16,-5-4-1 15,0 0 0-15,2-4 1 16,-1-2 2-16,2-1-2 0,1-3 4 15,1 0 5-15,0 0-3 16,0-7-1-16,0-3 6 16,1-3-10-16,1 0 1 15,2-4 1-15,-2 3 0 0,0 0 0 16,0 1-2 0,0 2 0-16,-1 5 3 0,-1 2 0 15,1 1-3-15,0 3-3 16,1 0-8-16,-2 0 1 15,3 6 3-15,1 1 4 0,3 2 2 16,1 2-1 0,2-1-2-16,3-2-2 0,-2-2-16 15,5-2-33-15,-3-2-26 16,-2-2-25-16</inkml:trace>
  <inkml:trace contextRef="#ctx0" brushRef="#br0" timeOffset="102084">21773 17293 2 0,'0'0'74'0,"0"0"-3"0,0 0 16 0,0 0-49 0,0 0-17 0,0 0-13 0,0 0-3 16,0 0-3-16,0 0-1 16,16-41-1-16,-10 36 0 0,-1 0 0 15,3 3-2-15,-2-1 0 16,2 3 0-16,-3 0-2 16,0 0-1-16,-2 4-9 15,-1 4-2-15,-2 2 2 16,0 1 2-16,0-1 3 15,0-3 11-15,0-3-1 0,0 0 5 16,0-4-2-16,0 0-2 16,5 0-2-16,5-1 20 15,2-3-10-15,2-1-4 16,0 1 2-16,-2 3-5 16,-1 1-3-16,-4 0-1 0,-1 7-5 15,-6 6 4-15,0 5 4 16,-6 2 2-16,-5 3-12 15,-6-3-21-15,-1-5-39 16,-1-6-59-16</inkml:trace>
  <inkml:trace contextRef="#ctx0" brushRef="#br0" timeOffset="103066.57">21758 15279 47 0,'0'0'2'0,"0"0"0"0,47-23 0 0,-31 16 2 0,0-1 0 0,-1 3 5 16,-1-2 0-16,0 1 3 15,0-1 3-15,1 2-4 16,-1 0-3-16,0 1-5 16,0 1-2-16,-1 0 0 15,0 2-2-15,-3 1 2 0,0 0-1 16,-1 0-1-16,-1 4 0 15,0 5 0-15,2 2 1 16,-2 3 1-16,0 5-1 16,0 2-1-16,-1 3-1 0,-1 6 3 15,-4 1 5-15,0 3 1 16,0 3-1-16,-1 0-2 16,1 4 4-16,0-1-13 15,-2 1 12-15,2 0-8 16,-2 2 3-16,1-2-1 15,2 2 3-15,1 1 1 0,3 0-1 16,-1 0 0-16,3 2 0 16,-1 2-3-16,0 0 0 15,0 2 0-15,-3 0 1 16,0 1 3-16,0-2 1 0,-2 1 0 16,1-2-1-16,1 1-2 15,-2 0 1-15,0-2-2 16,1 3 1-16,1-3 1 15,-2 1 2-15,2-1 4 16,-3 0-2-16,-2 2-2 16,0 1 3-16,0 1 1 0,-2 0-5 15,-4-4 0-15,-2-1-1 16,1-5-3-16,-2-3 0 16,-2-4 0-16,-1-4-1 15,-2 0 0-15,-1-7-7 16,-4-2-16-16,-3-8-30 0,-11-8-56 15</inkml:trace>
  <inkml:trace contextRef="#ctx0" brushRef="#br0" timeOffset="103649.71">17670 16527 170 0,'9'0'18'0,"3"0"-18"0,3-7 1 0,2-1 1 16,2 0-22-16,1 1-35 16,-3 2-2-16</inkml:trace>
  <inkml:trace contextRef="#ctx0" brushRef="#br0" timeOffset="103769.62">17820 16607 155 0,'0'0'15'16,"0"0"-25"-16,53-15 13 16,-25-7-49-16</inkml:trace>
  <inkml:trace contextRef="#ctx0" brushRef="#br0" timeOffset="104436.23">18663 16124 33 0,'0'0'5'16,"0"0"-2"-16,0 0 16 16,0 0 6-16,0 0 1 15,0 0 9-15,0 0-6 16,0 0-8-16,-43-25-7 0,32 21-3 16,2 2-7-16,-2 0-3 15,-3-1 0-15,2 2-1 16,-3-2 0-16,0 0 0 15,-5 2 2-15,0-2-3 16,-3 3 2-16,1 0 4 0,-3 0 6 16,2 1-6-16,2 5-5 15,-1 4-2-15,6 1 1 16,-4 1-7-16,5 1 1 16,0 1 4-16,3-2 0 15,2 1 4-15,2-1-1 16,3 0 1-16,0-3-2 15,3 2 1-15,1-1-1 0,1 1 0 16,0 0 1-16,0 1-1 16,0 4 1-16,0 1 1 15,4 0-1-15,0 6 0 16,-2 4 0-16,-2 4-1 0,0 6 2 16,0 1 0-16,-8 5-1 15,0-1 2-15,-2 1-1 16,3-3 1-16,1-2-2 15,3-2 1-15,1-7-1 0,2-1 0 16,0-5-1-16,9-4-1 16,2-3 0-16,6-5 0 15,1-1 0-15,3-6 8 16,5-4-1-16,4 0 0 16,3-3 3-16,3-11-5 15,2-1-21-15,2-4-15 0,-5-2-53 16,-1-1 1-1</inkml:trace>
  <inkml:trace contextRef="#ctx0" brushRef="#br0" timeOffset="104973.82">18629 16540 72 0,'0'0'43'0,"0"0"-20"0,0 0 2 16,-42-26-12-16,35 21 0 15,2 0-3-15,1 1-3 0,0 1 8 16,2 3 2-16,1-1-2 16,0 1-10-16,1 0-6 15,0 3-6-15,0 7 1 16,0 3 3-16,0 2 3 16,0 4-3-16,0 1 2 0,0-2-2 15,3 0 0-15,2-3 1 16,0-1 0-16,4-4 1 15,-3-3 0-15,3-3-1 16,-2-3-3-16,2-1 2 16,-2 0 12-16,-1 0-5 0,-1-7 2 15,1 0-2-15,0-4 0 16,-2 2-1-16,0 2 0 16,-2-1-1-16,2 5-2 15,-1 1-1-15,1 2-4 16,0 0-3-16,1 4 3 15,2 3 5-15,-1 0 0 0,3 1 0 16,0-3-2-16,1-2 0 16,-1-1 0-16,2-2 3 15,-4 0 0-15,1 0 4 16,-2-3 7-16,-1-4 8 16,-3-1 0-16,1-1 1 0,-3-1-4 15,0 0-4-15,0-1 12 16,0 1-22-16,0 1-2 15,-3-2 0-15,1 5-3 16,2 1-31-16,0 0-19 0,0 1-89 16</inkml:trace>
  <inkml:trace contextRef="#ctx0" brushRef="#br0" timeOffset="105300.54">18915 16555 96 0,'0'0'6'0,"0"0"3"0,0 0 4 16,0 0 1-16,0 0 3 15,-13 50-6-15,8-30-2 16,2-2-5-16,3-2-1 0,0-1-2 16,0-4-1-16,8-3-4 15,1-3 9-15,2-4 0 16,1-1 1-16,-2 0 1 15,2-2 0-15,-6-5 0 0,-1-2 8 16,-1 0 15-16,-4-1 0 16,0-1-10-16,0-2-8 15,-7 0-5-15,1 2-5 16,-4-1 0-16,4 2-1 16,-2 5-3-16,3 1-6 15,-1 4-14-15,1 0-55 0,4 0-33 16</inkml:trace>
  <inkml:trace contextRef="#ctx0" brushRef="#br0" timeOffset="105869.7">19222 16443 161 0,'0'0'37'0,"0"0"0"0,0 0-30 0,0 0-9 15,0 0-12-15,0 0 5 16,0 0 17-16,0 39-6 15,0-21-2-15,-1 0 0 16,1-2 0-16,0 1 0 16,0-3 0-16,5-5 0 0,5-2-2 15,2-1-2-15,-1-3-4 16,3-3 6-16,-4 0 2 16,3-3 1-16,-3-4 0 15,-1-1 1-15,-1 0 1 16,0 1 3-16,-2 1-1 15,-1 3 0-15,1 2-4 0,2 1-5 16,-1 0-3-16,1 0-2 16,-1 4 4-16,2 2 0 15,-3-2 4-15,1 0 2 16,-4-1 3-16,0-1 3 16,-1-2 9-16,1 0 7 15,-1 0 2-15,1 0 3 0,-2-2-9 16,1-2 1-16,-1-3-10 15,-1-2-6-15,0 1-2 16,0-2 1-16,1-2-2 0,3 1-5 16,-1-2-22-16,5 2-19 15,0 0-80-15</inkml:trace>
  <inkml:trace contextRef="#ctx0" brushRef="#br0" timeOffset="106054.69">19569 16525 193 0,'0'0'-2'0,"0"0"4"0,0 0 8 0,0 0-2 0,1 45 0 16,-1-31-1-16,0 7-4 16,0-1-1-16,0 3-2 15,0-2 3-15,0-7-23 16,0-2-99-16</inkml:trace>
  <inkml:trace contextRef="#ctx0" brushRef="#br0" timeOffset="106305.73">19823 16440 248 0,'0'0'17'0,"0"0"-1"0,0 0-9 16,0 0-9-16,0 0 4 16,0 0-5-16,0 0-4 15,38-29-17-15,-18 20-44 16,4-1-52-16</inkml:trace>
  <inkml:trace contextRef="#ctx0" brushRef="#br0" timeOffset="106445.33">20129 16337 130 0,'0'0'9'16,"0"0"37"-16,0 0 9 0,0 0-33 16,0 0-16-16,0 0-6 15,0 0 0-15,13 0 0 16,-12 0-9-16,1 0-32 15,2-4-63-15</inkml:trace>
  <inkml:trace contextRef="#ctx0" brushRef="#br0" timeOffset="106900.74">20281 16206 150 0,'0'0'72'0,"0"0"-51"15,0 0 11-15,0 0-24 16,0 0-5-16,0 0-5 16,0 0-2-16,0 0 0 15,-25 28-1-15,21-10 5 16,-2 0-3-16,3-4 3 16,3 2-1-16,0-5 1 0,0 0-1 15,3-3 1-15,3-4-2 16,-1 0 2-16,3-4-3 15,-3 0 1-15,4 0 4 16,-2-4-1-16,-1-2 1 16,-1 0 0-16,0 1 0 0,1-1-2 15,-5 5 0-15,1 1-1 16,0 0-4-16,0 0-1 16,2 1 3-16,0 3 0 15,1 1 0-15,1-1-1 16,0-1 2-16,0-2 2 0,-1 1 0 15,-1-2 2-15,2 0 8 16,-3 0 2-16,2-2 5 16,-2-3-1-16,0-1-5 15,1-4-8-15,0 0 0 16,3-1-3-16,0-1-23 0,3 1-46 16,0 0-55-16</inkml:trace>
  <inkml:trace contextRef="#ctx0" brushRef="#br0" timeOffset="107313.92">20500 16313 121 0,'0'0'49'0,"0"0"3"0,0 0-17 0,0 0-18 0,0 0-5 16,0 0-4-16,0 0-3 15,0 0-1-15,0 0-3 16,0 0-1-16,7-26-1 16,-1 26-5-16,-3 0-1 15,0 7 1-15,3 3 3 0,-4 1-1 16,1 0-4-16,0 0 4 16,-2-3 1-16,-1-1 0 15,1-2 3-15,0-1 2 16,-1-4-2-16,1 0 3 15,2 0 1-15,-1-4 10 16,0-3-5-16,2-2 1 0,2-1-2 16,0-1 0-16,1 2-4 15,0-1-1-15,2 6-3 16,2 0-1-16,-4 4 0 16,2 0-3-16,2 0-3 0,-4 5 2 15,3 4 1-15,-4 2-3 16,2-2-36-16,-4-5-109 15</inkml:trace>
  <inkml:trace contextRef="#ctx0" brushRef="#br0" timeOffset="107883.01">20530 15877 63 0,'0'0'15'0,"0"0"3"0,0 0-2 0,44-12-1 16,-30 10-3-16,-3 0-6 15,0-1-3-15,0 2 0 0,-4 0 0 16,1 0 2-16,-5 1 2 16,1-1 6-16,0 1-2 15,1 0-8-15,-2 0 0 16,1 0-3-16,0 0 0 0,1 0-1 15,0 6-1-15,2 3-1 16,-1 3 0-16,0 6 4 16,1 5 1-16,2 1-2 15,-3 3 2-15,1 6-3 16,0 0-1-16,-1 3 0 0,1 0-1 16,0 0 2-16,-3-2-2 15,1-2 5-15,-1-1 0 16,-1-2 9-16,-1-5-4 15,-1-1 0-15,-1-2 3 16,0 1-3-16,-1-3-4 16,-4 0 2-16,-6-2-1 0,-3 1 1 15,-1-3-3-15,-9-3-38 16,-1-2-146-16</inkml:trace>
  <inkml:trace contextRef="#ctx0" brushRef="#br0" timeOffset="109818.11">18091 17856 178 0,'-7'2'9'15,"3"-2"22"-15,1 0-9 0,1 0-9 0,0 0-5 16,1 0-2-16,0 0 3 16,1 0-2-16,0 0-4 15,0 0-3-15,0 0 0 0,1-2 0 16,7-1 2-16,5-3-2 16,1-3 0-16,6 1 2 15,3-2-1-15,3 1-1 16,1-4-13-16,-3 0-39 15,-3 1-64-15</inkml:trace>
  <inkml:trace contextRef="#ctx0" brushRef="#br0" timeOffset="110000.04">18191 17998 249 0,'0'0'1'0,"0"0"-15"16,0 0 12-16,41 8 5 16,-10-18 1-16,4-6 0 15,6-5-18-15,1-6-105 16</inkml:trace>
  <inkml:trace contextRef="#ctx0" brushRef="#br0" timeOffset="111150.49">18878 17793 95 0,'0'0'20'0,"0"0"27"16,0 0-1-16,0 0-16 0,0 0-4 15,0 0-13-15,0 0-7 16,0 0-1-16,0 0-2 0,0 0-4 16,0 0-5-16,-27 5 7 15,26 5-7-15,1 4 13 16,-2 2-9-16,2 5 1 16,-2 2 1-16,2 1 1 15,0-1-2-15,0-3-3 16,0-2 4-16,2-4-1 0,3-2-1 15,4-5 0-15,-2-1 3 16,2-4 0-16,1-2-1 16,0 0 2-16,-1-4-1 15,1-4 2-15,0-4-2 16,-3 0 1-16,1-1 1 0,-3 1-2 16,2 0 1-16,-1 0 0 15,-2 5-1-15,0 1 0 16,1 2-1-16,-2 4 0 15,1 0-2-15,3 0-1 16,0 3-2-16,1 7 3 0,4-2 2 16,-1 5 0-16,0-3 0 15,1-2 0-15,-1-3 0 16,1-1 0-16,0-4 0 16,-1 0 0-16,-4-3 1 15,2-5 0-15,-2-3 2 0,-1-1 0 16,-4-1 3-16,1-1 2 15,-1 0-2-15,-1 0-2 16,0-2-2-16,-1 5 0 16,0-2-1-16,0 2 0 15,1 3 0-15,2 4-2 16,0 2-8-16,-1 0-26 0,1 2-44 16,3 0-80-16</inkml:trace>
  <inkml:trace contextRef="#ctx0" brushRef="#br0" timeOffset="111555.78">19318 17905 185 0,'0'0'2'16,"0"0"0"-16,0 0 2 0,0 0-1 0,0 0-4 15,0 0-2-15,0 0 3 16,0 0 1-16,-14 48 4 0,12-32-2 16,2 1-2-1,0 0-2-15,0 0 2 0,0-2-2 16,3-3 1-16,3-4-2 16,2-2 1-16,4-4-1 15,-5-2-2-15,4 0 4 16,1-8 4-16,-2-3 3 15,1-3 1-15,-1-2-3 0,-1-2 3 16,-2-1 0-16,-2 1 0 16,-1-1 4-16,-3 2 2 15,-1 0-2-15,0 4-5 16,0 1-1-16,-5 3-3 0,-4 3 0 16,1 2-3-16,-3 4 0 15,-1 0-21-15,-3 8-44 16,-1 1-55-16</inkml:trace>
  <inkml:trace contextRef="#ctx0" brushRef="#br0" timeOffset="115471.55">21106 15250 102 0,'-1'0'27'0,"-1"0"18"0,2-5-24 0,0-1-17 0,2 3-3 15,5-5 0-15,1 0 0 16,4 1 0-16,0 0 0 16,-3 1-2-16,3-1 1 15,2 2 0-15,-2-1 0 0,2 3 1 16,0 1 0-16,0 1-1 16,-2 1 0-16,0 0 1 15,0 3-1-15,-5 4 0 16,-1 0-2-16,-2 2-3 0,-3 1-4 15,-1 1-5-15,0-1 3 16,-3 0 9-16,-6-3 2 16,0 0 2-16,0-2-2 15,0-1 2-15,3-4-1 0,-1 0 2 16,1 0-1-16,3 0-2 16,0 0 0-16,2-6 1 15,1 0-1-15,0-2 2 16,0-1-5-16,0 1 5 15,7-2 1-15,1 0-2 16,-1 2-1-16,0 0 0 16,-1 1-2-16,0 2-9 0,-2-1 0 15,0 2 2-15,-3-1-1 16,1 4 8-16,-1-2 1 16,-1 2 2-16,1 1 2 15,-1 0 0-15,0 0-2 0,0 0-2 16,0 0-1-16,0 0-1 15,0 0-4-15,0 0-8 16,0 1-7-16,0 2-23 16</inkml:trace>
  <inkml:trace contextRef="#ctx0" brushRef="#br0" timeOffset="116084.49">21222 15168 101 0,'0'0'18'0,"0"0"18"0,0 0-9 0,0 0-9 16,0 0-2-16,0 0 0 15,0 0-1-15,0 0-5 16,0 0 1-16,0 0-11 16,-25-20-4-16,30 27-1 0,1 2 5 15,2 3 0-15,0 0 2 16,1 2-2-16,-2-1 1 15,0 0 1-15,-1-3-2 16,-2-1 1-16,-1-4-1 16,0-1 0-16,-3-3-3 15,0-1-9-15,0 0 10 0,0-2-15 16,-6-6 1-16,-2-2 11 16,-3-2 4-16,-1-2 1 15,1-1 2-15,-5 1 4 16,5-3 8-16,-1 4-1 15,2 1-2-15,5 3 0 0,-1 1-3 16,4 3-2-16,2 5-2 16,0 0-5-16,0 0-4 15,2 9 2-15,5 2 0 16,2 2 2-16,-1 2 1 16,1 1 1-16,-2 0 1 15,2-2-2-15,0-1 1 16,-4-5-1-16,1-2-4 0,-1-2-3 15,0-4-5-15,-2 0-4 16,-1-1 9-16,-1-8 9 0,-1-1-1 16,0-4-1-16,0 4 5 15,0-3 5-15,-2 2 2 16,0 0-1-16,0 4-3 16,2 2-4-16,0 5 0 15,0 0-5-15,0 6-2 16,1 12-2-16,3 6 0 0,1 9-8 15,-3 3-17-15,1 2-41 16</inkml:trace>
  <inkml:trace contextRef="#ctx0" brushRef="#br0" timeOffset="116907.24">19673 17848 270 0,'-6'0'9'0,"2"0"-4"0,3 0 10 0,-2 0-8 16,3 0-6-16,0-3-1 15,0 3-1-15,0 0 3 0,0 0-2 16,3-2-4-16,1 0-20 16,0-1-38-16,-1-6-62 15</inkml:trace>
  <inkml:trace contextRef="#ctx0" brushRef="#br0" timeOffset="117425.2">19868 17644 72 0,'0'0'19'0,"0"0"22"0,0 0 17 0,0 0-23 15,0 0-13-15,0 0-12 16,0 0-8-16,0 0 1 0,0 0-1 15,-3 35-4 1,1-16 5-16,0 2-2 0,0 3 0 16,1 2 0-16,0 2 0 15,1-2-1-15,0 0 0 16,0-2-1-16,0-1 1 16,0-3 0-16,8-3 1 15,0-5-4-15,1-5-29 0,1-7-76 16</inkml:trace>
  <inkml:trace contextRef="#ctx0" brushRef="#br0" timeOffset="117751.84">20185 17801 231 0,'0'0'3'0,"0"0"-10"16,0 0 8-16,0 0 3 15,36-7 1-15,-24 3 2 16,3-1 3-16,2 1-5 15,1 0 0-15,2-3-5 16,3 2 2-16,2-1-1 0,1-2 1 16,-1-1-1-16,-3-1-15 15,-2-2-47-15,-5 2-44 16</inkml:trace>
  <inkml:trace contextRef="#ctx0" brushRef="#br0" timeOffset="118008.69">20366 17627 244 0,'0'0'3'0,"0"0"21"16,0 0-1-16,0 0-20 15,0 0-8-15,0 0 1 16,0 0 0-16,-5 45 4 15,8-24 0-15,-1 2 1 16,1 2 0-16,-1-1 1 0,2 1-2 16,-1-4 1-16,2 0-1 15,2-2-14-15,0-9-43 16,2-6-54-16</inkml:trace>
  <inkml:trace contextRef="#ctx0" brushRef="#br0" timeOffset="118555.2">20623 17633 117 0,'0'0'0'0,"0"0"20"15,0 0 20-15,0 0-16 16,0 0-9-16,0 0-3 15,0 0-3-15,0 0-12 0,-4 20 11 16,3-3-3-16,1 0-3 16,0 0-2-16,0-1 0 15,7 1 0-15,0-3-1 16,2-4 1-16,3-1-1 16,0-5-4-16,0-2-3 15,1-2 11-15,-2 0-3 0,1-6 1 16,0-3 0-16,-2-2 0 15,1-2-4-15,-5 0 7 16,1 2-2-16,-5 3-1 16,-1 0 0-16,-1 1 1 0,0 4-1 15,0-1 2-15,0 4 4 16,0 0-1-16,0 0-6 16,0 0-5-16,1 0 2 15,2 0 3-15,4 0-3 16,-1 2 2-16,4-2-4 15,3 0 9-15,-2 0-2 0,2-4 0 16,1-1 1-16,-3-5 4 16,1 3 2-16,-4-1 3 15,-5-1 7-15,-1 2-1 16,-1-2 4-16,-1-1-11 16,0 2-7-16,0-1-1 0,0 0-3 15,0 1-7-15,0 0-30 16,0-1-68-16</inkml:trace>
  <inkml:trace contextRef="#ctx0" brushRef="#br0" timeOffset="118755.95">20988 17672 255 0,'0'0'-5'0,"0"0"-3"0,0 0 11 0,0 0 0 16,22 50-2-16,-18-31 0 16,1 1 0-16,0 0 0 15,-1 4 0-15,2-5-9 16,-1-2-60-16</inkml:trace>
  <inkml:trace contextRef="#ctx0" brushRef="#br0" timeOffset="119313.13">21245 17649 146 0,'0'0'14'0,"0"0"9"16,22-38 2-16,-13 28-11 16,0 0-7-16,2 4-4 15,-3 2 2-15,1 4-4 16,-1 0-4-16,1 5-3 16,-1 8 5-16,-2 4 5 0,1 2-2 15,-2 4 7-15,0 0-8 16,-1 1-4-16,-2-3-7 15,-1-4-8-15,1-2 13 16,-1-6 1-16,0-3 4 0,-1-3 0 16,1-3-1-16,0 0-2 15,3-3 25-15,-2-9-8 16,-1 0-6-16,1-5-3 16,1-2 0-16,-1-1 0 15,-1 0 1-15,0 2 4 16,1 1-2-16,-2 3 1 0,0 5-4 15,2 2 2-15,-2 2-6 16,0 3 0-16,0 2 0 16,0 0-4-16,0 4-13 15,0 7 19-15,1 4-1 0,2 3 0 16,4-1-2-16,0 0-1 16,4 0 0-16,2-4-1 15,2-3-14-15,2-3-35 16,0-4-34-16,-1-3-1 15</inkml:trace>
  <inkml:trace contextRef="#ctx0" brushRef="#br0" timeOffset="119516.16">21635 17670 113 0,'0'0'21'0,"0"0"37"0,0 0-11 0,0 0-14 15,0 0-7-15,0 0-11 16,0 0-9-16,0 0-12 15,0 0 3-15,0 0 11 16,7 16-3-16,-7 1-4 16,3 2 0-16,1 0-2 0,2-2 0 15,3-1-2-15,1-3-11 16,1-3-18-16,2-6-85 16</inkml:trace>
  <inkml:trace contextRef="#ctx0" brushRef="#br0" timeOffset="119787.65">21966 17665 234 0,'0'0'6'0,"0"0"2"16,0 0 3-16,0 0-3 15,0 0 5-15,0 0 2 16,0 0-2-16,0 0-10 15,23-27-2-15,-9 20-1 16,3 0 1-16,3-1-1 0,3-3 0 16,1 1 3-16,2 1-3 15,2-2 0-15,-1-1-3 16,0 2-8-16,-1-2-12 16,-2 2-15-16,-5-1-35 15,-3 1-13-15</inkml:trace>
  <inkml:trace contextRef="#ctx0" brushRef="#br0" timeOffset="119979.27">22195 17500 173 0,'0'0'19'0,"0"0"15"16,0 0-9-16,-41 27-15 15,38-16-7-15,-3 6-2 16,2 1-1-16,2 2 0 15,2 2-1-15,0-1 1 0,0-1 0 16,3-3-5-16,6-3-23 16,-1-4-66-16</inkml:trace>
  <inkml:trace contextRef="#ctx0" brushRef="#br0" timeOffset="120141.52">22540 17543 161 0,'0'0'37'0,"0"0"-32"16,52-24 14-16,-37 16-10 15,5-2-8-15,2 0 1 0,1-1-5 16,-3-3-44-16,1-3-92 16</inkml:trace>
  <inkml:trace contextRef="#ctx0" brushRef="#br0" timeOffset="120277.26">22939 17379 219 0,'0'0'5'0,"0"0"-10"16,0 0 5-16,0 0 2 0,0 0-46 16,0 0-52-16</inkml:trace>
  <inkml:trace contextRef="#ctx0" brushRef="#br0" timeOffset="120790.66">23095 17240 229 0,'0'0'9'15,"0"0"-9"-15,0 0 1 16,0 0-16-16,0 0 22 0,-9 37-4 15,0-16-3-15,5 3 0 16,1-1-2-16,1-1 1 16,2-3-1-16,0-2 1 15,9-4 0-15,4-6-7 16,0-4-5-16,2-3-1 0,1 0 5 16,1-1 5-16,-2-8 3 15,-1-2 1-15,-3-2 4 16,-2 3 13-16,-3-2 7 15,-1 3 1-15,-4 0-5 16,-1 2-5-16,1 5-7 0,-1 0-5 16,0 2-3-16,0 0-3 15,0 0-4-15,1 4 3 16,1 5 4-16,1-1-1 16,4 0 0-16,3 1 0 15,-1-3 0-15,4-3 0 16,3-3 2-16,1 0-1 15,0 0 1-15,1-3 0 0,-3-7 0 16,-2 3 0-16,-3-3 1 16,-2 0 2-16,-3-1 8 15,-3-1 8-15,0-1-5 16,-1 1-9-16,0-1-4 0,0 0-1 16,3 3-11-16,-4 2-42 15,0 3-90-15</inkml:trace>
  <inkml:trace contextRef="#ctx0" brushRef="#br0" timeOffset="121282.44">23431 17361 99 0,'0'0'1'0,"0"0"1"0,0 0 12 0,0 0 0 0,0 0 44 16,0 0-18-16,0 0-19 0,0 0 5 15,0 0-6-15,0 0-6 16,16-23-10-16,-12 15-1 16,2 2-3-16,-1 2 0 15,3-1 0-15,-1 5-3 0,2 0 2 16,-2 0-5-16,0 2-3 16,0 8-2-16,0 1-6 15,-3 2 4-15,0 1 0 16,0-2 1-16,-3-1 10 15,-1-3 4-15,2-1-1 0,-2-2 1 16,1-4-2-16,0-1 1 16,0 0-1-16,2 0-1 15,1-8 14-15,1-3-11 16,1-4-1-16,1-2 1 16,2 1 1-16,-1-1 6 15,1 4 5-15,-2 0-4 0,1 4-1 16,0 2-4-16,0 1-2 15,0 3-2-15,-1 3-1 16,2 0-2-16,-2 0-1 16,2 3 0-16,-1 6-1 15,0 0 5-15,0 2 1 0,-4 1-10 16,1-1-16-16,0-2-22 16,0-2-39-16,-1-3-49 15</inkml:trace>
  <inkml:trace contextRef="#ctx0" brushRef="#br0" timeOffset="121807.29">23793 17152 231 0,'0'0'17'0,"0"0"-12"0,0 0 1 0,0 0 1 0,37-41-6 15,-29 35 0-15,-1 5-1 16,0 1 1-16,-1 0-2 0,-2 0 1 16,0 1 2-16,1 8-3 15,-1 1 3-15,1 2 3 16,-1 1-4-16,-2 0 0 16,-1 1 0-16,0 0-1 15,-1-4-3-15,0 0 2 16,0-3 1-16,0-4 2 0,0 1-1 15,0-4 1-15,0 0 0 16,-1 0 1-16,1-2-4 16,0-7 10-16,0-2-7 15,0-3 0-15,3 0-1 16,0-2 2-16,1 0-2 0,0 3 1 16,-1-1-1-16,-1 3 3 15,0 0-1-15,1 5 3 16,-1 0-4-16,-2 3 1 15,0 0 1-15,0 3 1 0,0 0-3 16,0 0-5-16,0 0 3 16,0 10-1-16,0 0 1 15,3 4 0-15,2 2 0 16,2 1-3-16,2 2 2 16,3-1 1-16,5-2-6 15,-2-2-17-15,3-3-18 0,1-1-33 16,0-4-23-16</inkml:trace>
  <inkml:trace contextRef="#ctx0" brushRef="#br0" timeOffset="122170.47">24125 17246 120 0,'0'0'81'0,"0"0"-24"0,0 0-20 0,0 0-16 0,0 0-10 0,0 0-4 15,0 0-3-15,7-40-2 16,-4 31-1-16,4 2 0 15,1 0-1-15,3 0 0 0,2 4 0 16,-2 0-1-16,-1 3-1 16,0 0 0-16,0 0-2 15,-1 5 1-15,-4 3-8 16,1 2-14-16,-4 2-2 16,-1 0 7-16,-1-2 2 0,0-1 11 15,0-4 8-15,0 0 2 16,0-4-2-16,0 1 3 15,0-2 0-15,3 0 0 16,0 0 18-16,3 0-6 16,0 0 0-16,2 2-6 15,-1 1-7-15,-1 4-3 0,2 2-4 16,-4 5 0-16,-4 1 9 16,0 3-3-16,-2 0-16 15,-11-4-41-15,-3-2-104 16</inkml:trace>
  <inkml:trace contextRef="#ctx0" brushRef="#br0" timeOffset="123166.5">24316 17023 92 0,'0'0'21'0,"0"0"-24"0,0 0 8 0,0 0-3 0,0 0 0 16,0 0-2-16,0 0-2 15,0 0 2-15,0 0-1 16,0 0 1-16,0 0 3 16,0 0-1-16,0 0-1 0,19 35-1 15,-14-33-1-15,2-1 3 16,0-1-2-16,-1 0-2 15,1 0 0-15,1 0 0 16,-2-3 1-16,-1-3 2 0,2 0 7 16,-2-3 17-1,4-4-2-15,-1 1-5 0,4-3-5 16,2-2-5-16,2-3-2 16,3 0-2-16,2-3 0 15,1 0-1-15,2-2 4 16,1 0-1-16,2-1 0 15,0 2-2-15,-2-1-1 0,0 3 1 16,-1 2-2-16,-4 5 1 16,-4 2-3-16,-3 4 0 15,-6 2 0-15,-2 4 1 16,-4 2 0-16,-1 1 0 0,0 0-3 16,-3 1-9-16,-7 5-19 15,-5 1-77-15</inkml:trace>
  <inkml:trace contextRef="#ctx0" brushRef="#br0" timeOffset="123545.63">24295 16980 60 0,'0'0'17'0,"0"0"-3"0,0 0 10 0,0 0-6 0,0 0 10 16,0 0-4-16,0 0-7 16,0 0-11-16,0 0-3 15,0 0-1-15,-18 37-2 16,18-31 0-16,7-2 1 16,-2-1-4-16,3-3-12 15,-1 0-47-15,3-12-26 16</inkml:trace>
  <inkml:trace contextRef="#ctx0" brushRef="#br0" timeOffset="124761.72">22277 16088 4 0,'0'0'-2'0,"0"-1"0"0</inkml:trace>
  <inkml:trace contextRef="#ctx0" brushRef="#br0" timeOffset="125679.49">22277 16088 26 0,'-7'-1'31'16,"7"1"-15"-16,0 0-14 0,0 0 1 15,0 0-2-15,0 0 1 16,0 0 2-16,0-3 0 15,0 2 2-15,0-1-2 16,0 1-1-16,0-1-1 16,0 1 0-16,0 1 2 15,0 0 1-15,0 0 0 0,0 0 1 16,0 0 1-16,0 0-5 16,0 0-2-16,0 0-1 15,0 0-1-15,0 0 0 16,0 0 1-16,0 0 1 15,0 0 0-15,0 0 0 0,0 0 0 16,0 0 0-16,0 0 1 16,0 0 1-16,0 0-2 15,0 0 0-15,0 0 2 16,2 0-2-16,0 0 1 16,1 0-1-16,-1 0 0 15,-1 1 1-15,1 2-1 0,-2-1 1 16,0-1 1-16,0 2 0 15,2 0 2-15,-2 0-3 16,2-1 0-16,0 2-1 16,-1-1 0-16,0 0 0 0,1 0 1 15,-1 1-1-15,1-1 0 16,-1 1 0-16,0-1 0 16,1 0 0-16,0-1-1 15,-2-1 2-15,2 1 1 16,-1-1 1-16,2 0-1 0,1 1 0 15,0 0-2-15,-2-2 2 16,1 0 1-16,-1 0 0 16,2 0-3-16,0 0 1 15,-3 0 0-15,3-2 5 16,3-2 9-16,-2-4-1 0,3-2-4 16,-2 0-3-16,4-3-1 15,-1-1-2-15,3-4 2 16,3 1-1-16,2-4-2 15,2-2 3-15,2-3-2 16,3-1-1-16,2-1-1 16,1 0 1-16,2-2 0 0,0 0-3 15,2 0 1-15,0-1 1 16,-3 3-1-16,-1 2 1 16,-1 2-1-16,-6 1-1 15,0 3 1-15,-4 2-1 16,0 2 2-16,-4 0-2 0,0 5 1 15,-6 1-1-15,-1 2 1 16,-1 3-1-16,-4 1 1 16,0 1-1-16,0 3-1 15,0 0-3-15,0 0-9 16,0 0-3-16,0 0-6 0,-2 2 6 16,-2 3-2-16,2 0-10 15,-1 2-1-15,1-2 7 16,-3 1-17-16</inkml:trace>
  <inkml:trace contextRef="#ctx0" brushRef="#br0" timeOffset="128834.54">20471 14540 88 0,'-7'3'4'0,"0"-3"14"0,1 1 4 15,1-1-10-15,-3 2-9 16,2-1-3-16,-4 2 1 16,0-2-1-16,0 1 1 0,-4 2-1 15,1-2 2-15,-4 2 2 16,2-1 2-16,-2 1-1 15,-1 2-3-15,-2 1 0 16,-1 0-4-16,0 1 0 16,0-2 1-16,-3 1-1 15,-3-2 2-15,0 0 0 16,-5-1 0-16,-4 1 2 0,-1-2-2 16,-7 1 2-16,0 0-1 15,-2 2 1-15,-4 1-2 16,-3 1-2-16,-2 0 2 15,0 1 0-15,-1 0 0 16,0 1 2-16,3-2 1 0,2 2 6 16,0-1-1-16,3-1-3 15,-1 0-2-15,-1 1-2 16,-3-2-1-16,4 1-1 16,-5 0 2-16,-2 2-1 15,1 0 0-15,-3-2 0 0,-1 2 1 16,2-2 1-16,1 0 0 15,0 3-1-15,0-1 2 16,1 0-3-16,-2 0 1 16,-1 3-2-16,-2-2 1 0,2 1-2 15,1-3 0-15,1 0 2 16,-1 1 1-16,1-3 0 16,2-1 1-16,3-3-1 15,6 3 1-15,-2-2-1 16,5-3-1-16,1-1 1 15,0 3-1-15,1-2 0 0,1-1 0 16,3 2 0-16,-2 1 0 16,6-2-1-16,1 5 1 15,4-1 0-15,1 1 0 16,1 1 0-16,2 2-1 0,3 1 0 16,3 1-3-16,3 0 1 15,1 0-1-15,2-2 1 16,2 1 0-16,4 0 2 15,-2-1 0-15,3-1 1 16,0 2 0-16,-2 1 0 0,2 2-1 16,0 0 1-16,-3 1 0 15,3 3 0-15,-4 0 0 16,2 2 0-16,-2 1 0 16,3-2-1-16,-3 4 1 15,0 0 0-15,0 0 0 16,1 3 0-16,-3 2 0 0,-1 0 0 15,1 4 0-15,1-2 0 16,-2-1 0-16,2 0-1 16,2-5 0-16,-2 1 1 15,4-2-1-15,0 0-1 16,2 3 1-16,0-1-2 16,1 1 3-16,2-1-3 0,0-1 1 15,0 1-1-15,0-3-1 16,0 0 1-16,0-2 1 15,2-4 1-15,0 2 0 16,2-2 0-16,1-1-1 16,0-2 1-16,2 0-2 0,-1-3 2 15,3 1-2-15,-2-3-2 16,3-1 0-16,0-1 7 16,-1-1 1-16,1 0-2 15,2-2 3-15,-1 1-2 0,3-3 0 16,-1 3-2-16,3-3 1 15,1 2 2-15,4 0-2 16,0-2-1-16,2 1 2 16,4 0-1-16,0 0 0 15,2-1 1-15,0 0-2 16,3 0 0-16,4 0 0 0,2 0 0 16,2-3-2-16,2-2 4 15,1-2-1-15,1-1 0 16,-3 0-1-16,3 0 1 15,-2 0-1-15,3 1-1 0,2 1 1 16,-1-1 0-16,4 3 1 16,-1-1-1-16,0 2 2 15,1-1-2-15,-2-1 0 16,0 2 0-16,2-2 0 16,0 0 0-16,-1-2 0 15,1-1 1-15,-1 0 2 0,1-1-2 16,1 0 0-16,-4-4 1 15,5 1 0-15,-2-1 0 16,4 1-1-16,-2-3 0 16,1 2 1-16,-1-1-1 15,2 1 0-15,0-2 1 0,-2 3-1 16,2 1-1-16,-5-1 4 16,1-1-3-16,-1 2 1 15,-1 1-1-15,-1 0-1 16,2-2 0-16,-3 1 1 15,3 1-1-15,-6-2 0 0,0-1 1 16,-1 3-1-16,-1-1 1 16,1 1-1-16,-3 0 0 15,1-1 0-15,-2 2 0 16,-6 1 0-16,0-1 0 16,-4 2 0-16,-2 0 0 0,-1 1 1 15,-2 1 2-15,-2 0 2 16,2 2-4-16,2-1 1 15,-2 0-2-15,-1 1 1 16,4 0 0-16,-3-1-1 16,0 2 1-16,0 1-1 15,-3-2 0-15,-1 3 0 0,-3 0 0 16,0 0 0-16,-4 0 0 16,0 0 0-16,-5 0 0 15,1 0 1-15,-3 2-1 16,-2-1 0-16,1 0 0 15,-1-1 0-15,-2 0 0 0,-1 0 0 16,0 0 1-16,0 0 3 16,1 0-1-16,-1-1-2 15,0-3 0-15,1-5-1 16,0 1 1-16,0-4-1 16,-1-2 3-16,0 0 6 0,0-6 0 15,0 0 0-15,0-1-1 16,0-6-1-16,0 3-4 15,0-5-1-15,-3-1-1 16,1-2 1-16,-1-4-1 0,-4-2 0 16,2-2 1-1,-2-2-2-15,1-1 2 0,-4 3-1 16,2-1 0-16,0 4-1 16,3 0 1-16,-3 2-1 15,4-1 1-15,-2 1 0 16,2 2-1-16,1 2 0 15,-3 4 0-15,-1 1 0 0,2 5 0 16,-2 5 0-16,1 2-1 16,-1 4 1-16,3 2 1 15,-2 1-1-15,3 4 0 16,-1-1 0-16,3 1-2 16,-3 1 1-16,0-1 3 0,1 0-1 15,-1 1 1-15,-3 0 0 16,0 1-2-16,-8 1-5 15,-8 0 1-15,-15 0-17 16,-24 0-51-16</inkml:trace>
  <inkml:trace contextRef="#ctx0" brushRef="#br0" timeOffset="150727.51">1771 15256 45 0,'-10'0'8'0,"1"0"2"0,1 0-2 0,-2 0 3 0,0 0-3 16,3 0-3-16,0 0-1 16,-2 0 4-16,2-2 2 15,3-2 1-15,0 4-1 16,-1-3 0-16,3 3-5 16,-3-2-4-16,5 2 0 0,-2 0 1 15,0-2-2-15,0 2 0 16,1 0 0-16,1 0-2 15,-2 0 2-15,0 0-2 16,2 0 1-16,-2 0 0 0,0 0-1 16,2 4 0-16,-4-1 1 15,3 1-1-15,-1 2-1 16,0 0 1-16,-2 2 2 16,1 2-1-16,1 0 0 15,1 2 0-15,-1 0 0 16,0 1-4-16,2-1 3 0,-2 2 0 15,0 1 2-15,0 1 0 16,-1 4 0-16,1-2 0 16,0 2 1-16,2 0-1 15,-2 1 0-15,2-1 0 16,-2-1 1-16,2-1-1 0,0 2 1 16,-2-1-1-16,2 2 0 15,0 0 1-15,0 2-1 16,0-2 0-16,0 3 0 15,0 1-1-15,0 0 1 16,0 2 0-16,0 0 0 0,0 1 0 16,0-2 0-16,0 0 1 15,0-1-1-15,0 2 0 16,0-1 0-16,0 1 0 16,0 0 2-16,0 3-2 15,0-1 2-15,0 2-1 0,0 1-1 16,-3-1 1-16,0 2-1 15,-1-1 0-15,2 0 0 16,-3-1 0-16,1-1 0 16,0-1 0-16,-2-3-1 15,3 1 2-15,-2-3-1 0,3 1 0 16,-3-1 0-16,3-2 1 16,-2 0 1-16,2 0 0 15,-1 0-1-15,2-1 1 16,0 2-1-16,-1-2-1 15,2 2 1-15,0-2-1 0,0-2 0 16,0 0 0-16,0 1 0 16,0-1 0-16,0-1 0 15,0-2 0-15,2-2 0 16,-2 0 1-16,1-1-1 16,-1 0 2-16,0 1 1 0,0 0 2 15,0 0-2-15,0 3 2 16,0 0-4-16,1 2 0 15,0 1 2-15,1 1-2 16,0 0 0-16,0 1 0 16,0-1 1-16,0-3-1 15,-1 1 0-15,3-2 0 16,-2-3-1-16,-2 0 0 0,2-1 0 16,1-3 0-16,-3 0 1 15,2-3 0-15,0 0 2 16,5-1 0-16,0-3 3 15,6-3 1-15,3 0 3 16,6-2 3-16,5-12-6 0,4-4-14 16,3-11-56-16</inkml:trace>
  <inkml:trace contextRef="#ctx0" brushRef="#br0" timeOffset="152039.31">2363 15233 26 0,'6'-4'3'0,"-3"0"2"0,1-2 2 0,0 0-2 16,0 2 0-16,0 0 4 0,0-1 2 16,0 0-1-16,-1 1-6 15,3-1-2-15,0 1-1 16,4-2-1-16,-1 1 0 16,-1-1 0-16,4 0 1 15,-1 2-1-15,0-1 0 0,1 0 0 16,-2 1 0-16,1 1 0 15,1 1 1-15,-3-1 0 16,-1 2-1-16,2 1 0 16,-1 0 0-16,-3 0 0 0,1 0-1 15,0 5-1 1,0 2-1-16,-3 3 2 0,2 1 1 16,-3 2 3-16,1 1-2 15,-1 2-1-15,-1 2 0 16,0 1 1-16,-1 2 0 15,-1 3 0-15,0 2 2 0,0 3-1 16,0 3 1-16,0 0-3 16,-1 1 1-16,-1 1 1 15,-3 0-1-15,3 0-1 16,-3 0 3-16,-1 0-2 16,-1 2-1-16,3-1 1 0,-3 0-1 15,0 1 0-15,3-4 0 16,-2 2 1-16,3 0 0 15,-3-2 0-15,1 1 0 16,2 3 1-16,-1-1 0 16,2 2-1-16,-2 3 3 0,1-2-2 15,3 1 0-15,-2-4-1 16,2-1 0-16,0 0 0 16,0-4-1-16,0-1 1 15,4-1 0-15,3-1-1 16,0-1 2-16,4-1-2 15,-4 1 1-15,1-1 0 0,0 0 3 16,-2 1 0-16,-3 3 3 16,-1 0 1-16,-2-1 0 15,0-1 0-15,0 2-2 16,-2 0 2-16,-3-1 0 0,-2-1-1 16,0 0-3-16,-1 0-1 15,3 1-1-15,-1-2-1 16,-2-2 0-16,4-1 0 15,-2-5-1-15,3-1 1 16,-3-4-1-16,1-1 3 16,-2-4 5-16,0 2 3 0,-1 0-1 15,-1 0-4-15,-2 1-3 16,4-2 0-16,-4-2-1 16,2-1-13-16,2-6-54 15,1-15-98-15</inkml:trace>
  <inkml:trace contextRef="#ctx0" brushRef="#br0" timeOffset="153655.62">3085 15025 52 0,'-3'0'11'0,"1"-2"-7"0,0-2-1 0,0 0-2 16,-3-1 3-16,3 1 9 15,-2 0-1-15,-2 0-3 16,2 2-5-16,-2 1 0 15,-1-1-1-15,1 2-1 0,-4 0-1 16,4 0-1-16,-3 2 0 16,0 3 1-16,0 0-1 15,0 0 0-15,1 1 0 16,3 1-1-16,-4 1 1 0,4-2 0 16,-1 0-1-16,3 1 1 15,-1-1 0-15,2 0 0 16,2 0 0-16,0 1 0 15,0-1 0-15,0 2 0 16,0 1 0-16,0 1 0 16,0 2 0-16,0 2 1 0,-2 2-1 15,0 2 1-15,2 2 0 16,0 1 0-16,0 3-1 16,0-2 1-16,0 2-1 15,0-1 1-15,2 1-1 16,2-2 1-16,0 2-1 0,-3-4 0 15,3 2 0-15,-2-3 0 16,0 0 0-16,-2-1 0 16,0-1 0-16,0 1 0 15,0-3 0-15,2 2-1 0,-2 3 2 16,2-3-1-16,-2 3 1 16,2 0-1-16,1 0-1 15,0 1 2-15,1-1-1 16,-2 0-1-16,-1 0 2 15,3-2-1-15,-2 3 3 0,0-3-1 16,-2 1 0-16,2 1 0 16,-2 0 0-16,2 0 1 15,-2 1-2-15,0-1 0 16,1 0 0-16,3 1 0 16,-2-2 0-16,0-1 0 15,1 1 0-15,-1-2-1 0,-1 1 0 16,1 1 1-16,2-2-2 15,-4 0 2-15,0 0-1 16,2 1 1-16,-2-1 0 16,0-1 2-16,0 1 0 15,0 3 2-15,0-2-3 0,0 1-1 16,0-2 1-16,0-1-1 16,-2-1 0-16,2-1-1 15,-2 1 1-15,0 0-2 16,0-1 2-16,2 1-1 15,-1-1 0-15,-1 1 2 16,-1-2-2-16,3 0 1 16,-2 1 0-16,2-1-1 0,0-1 1 15,0 0 0-15,0 0-1 16,0-2 1-16,0-1-1 16,0 1 0-16,0 0 0 0,2 0 2 15,1 0-2-15,-1-1 0 16,-1-1 0-16,1 2 0 15,0 1 0-15,0-1 1 16,0 2-1-16,-2-1 1 16,2 2-1-16,0 0 0 0,-2 0 1 15,0 1-2-15,0 0 1 16,2-1 0-16,-2 1 1 16,0 1-1-16,0-3 1 15,0 1 0-15,3-2 0 16,-1 0 0-16,0-1-1 15,0-3 0-15,0 0 1 0,1 0 0 16,2-1 0-16,-1 1 3 16,1-1-2-16,3-2 1 15,4-1 1-15,-1 0 2 16,7-3-2-16,1 0-6 16,2-3-21-16,1-13-54 15</inkml:trace>
  <inkml:trace contextRef="#ctx0" brushRef="#br0" timeOffset="155488.31">3634 15042 38 0,'0'0'35'0,"0"0"-14"0,0 0-8 0,0 0-12 0,0 0-3 15,2 0 5-15,5-5-3 16,1 0 1-16,2-2 0 0,1-2-1 16,3 1 1-16,1-2 0 15,-1-2 0-15,3-1 1 16,-2 2-2-16,2-3 0 16,-3 4 1-16,-1 1-1 15,-2 1 0-15,0 2 0 0,-2 3 0 16,-2 0 0-16,4 2 0 15,-4 1 0-15,1 0 0 16,2 0-1-16,-5 3-1 16,3 4 2-16,-1 1-3 15,2 4 2-15,-5 0-1 16,3 3 0-16,-1 2-1 0,-1 1 2 16,-1 2-1-16,-2 4 1 15,-2 0 1-15,0 2 1 16,0 3 0-16,0 0 1 15,0 1-2-15,-4 1 0 0,-2 3 1 16,1 2 2-16,-1 1-1 16,-1 1 0-16,0 3 0 15,2-2-1-15,-1-1 0 16,-1 2 0-16,3-2 2 16,-3 2-2-16,2-2 0 15,-1 4 0-15,1-1 0 16,1-2 0-16,2 0 0 0,-2-6-1 15,1-1 1-15,2 1-1 16,-1-5 1-16,2 3-2 16,-2-1 2-16,2 0 0 15,0 1-1-15,0 3 2 16,0-1-2-16,0 4 3 0,0-1-2 16,0 0-1-16,0-6 1 15,0 2 0-15,2-7-2 16,1 2 2-16,2-3-2 15,1 2 1-15,-4-1 0 16,3 2 1-16,-1 0 0 0,1-1 0 16,-1 1 1-16,-1 0 3 15,1 1-3-15,-4-1 2 16,2 0-1-16,-1 0 1 16,0-2-3-16,0-1 1 0,-1-3-1 15,0-3 0-15,0-1 1 16,0-3-2-16,-2-2 3 15,-3-1 2-15,-5-1 8 16,-3 0 5-16,-3 1-10 16,-5 4-4-16,-10-4-6 0,-10-4-61 15</inkml:trace>
  <inkml:trace contextRef="#ctx0" brushRef="#br0" timeOffset="156739.6">1862 15320 75 0,'-2'0'6'0,"-1"0"9"0,-1-1-4 16,0 1 3-16,1-1-5 15,-1 1 0-15,2-2-4 0,-2 2 1 16,2 0 1-16,1 0 1 16,-1-2-1-16,2 2 1 15,0 0-1-15,0 0-6 16,0 0-4-16,0 0 1 16,0 5 1-16,0 3-1 15,0 2 1-15,0 1-1 0,0 2 0 16,0 1 0-16,0-1 0 15,2 3 2-15,-2-1 0 16,0 2-1-16,0-1 1 16,0 2-2-16,1-2 2 15,-1-2 2-15,4-2-2 0,0-5 1 16,0-2-1-16,1-2 1 16,-1-3-5-16,3 0 4 15,-2 0 6-15,-3-7 3 16,4 2-4-16,-3-3-2 15,1-2-1-15,-2 2 1 0,2-2-1 16,0 1-2-16,0-2 1 16,0 3-1-16,-1 0 1 15,3 3-1-15,-2 0 0 16,-1 3 0-16,4 2-1 0,-1 0-3 16,1 0-5-16,0 2 3 15,1 4 4-15,2 1 1 16,-2 2 0-16,1-2 1 15,-1-3 0-15,2 0 1 16,-1-2 0-16,-2-2 0 16,4 0 3-16,-2-2-1 15,-1-6-1-15,0-4 0 0,-2 0 1 16,-1-2 0-16,-3-1 0 16,0 0 1-16,-2 0 1 15,0 1 0-15,0-1 1 16,0 2-2-16,0 1-1 15,-2 3-2-15,-2 1 0 0,1 2 0 16,3 4-3-16,0 2-7 16,0 0-43-16,0 0-5 15,5 0 12-15</inkml:trace>
  <inkml:trace contextRef="#ctx0" brushRef="#br0" timeOffset="157141.48">2211 15363 16 0,'0'0'25'0,"0"0"-14"0,0 0 4 0,0 0-1 0,-29 44-6 15,25-32-3-15,3 2-3 16,1-1 1-16,0 0-1 16,0 0-1-16,0-5 0 15,7 0 2-15,-1-1-1 0,1-5 0 16,1 1 2-16,2-3 5 16,-1 0 7-16,0 0-2 15,0-7 1-15,-2-3-3 16,-1 0-1-16,-2-4-2 15,-1 1 2-15,-2 0 1 0,-1 2-3 16,0-2 0-16,-2 3-6 16,-4 2 0-16,-5 1-5 15,0 7-1-15,-7 0-3 16,-2 7-38-16,-2 7-31 16</inkml:trace>
  <inkml:trace contextRef="#ctx0" brushRef="#br0" timeOffset="158079.38">1867 15789 60 0,'0'0'2'0,"0"0"-1"0,0 0 0 16,0 0 1-16,0 0-2 0,0 0 0 15,0 0 0-15,0 0 0 16,0 0 0-16,0 0 8 16,0 0 12-16,4-27-3 15,-4 26 0-15,0-1 2 16,0 2-6-16,0-2-2 16,0 1-2-16,-2 1 0 0,2 0-5 15,0 0-1-15,0 0-8 16,0 0-10-16,0 6 7 15,0 4 3-15,0 4 1 16,0 4 4-16,0 0 1 0,0 0-2 16,0 0 0-16,4-1 1 15,-2-1-1-15,1-3-1 16,1-3 1-16,0-2-1 16,-1-3 2-16,2-1 1 15,-1-4 3-15,0 0 4 0,1 0 4 16,-1-2 0-1,0-5-3-15,4-4-5 0,-2 1 0 16,1-3-2-16,-1 4-1 16,-1-1 0-16,2 3-1 15,-2 2 0-15,3 3 0 0,-4 1-2 16,3 1-3-16,3 0 0 16,-2 0 2-16,1 0-1 15,1 1 3-15,0 1 0 16,-1 1 1-16,0-2 0 15,0-1 1-15,0 0 0 16,-3 0 1-16,1-6 3 0,0-2-2 16,-2-2 5-16,-1-2-1 15,-2 0 0-15,0 0 4 16,-2 1-1-16,0-2 1 16,0 2 0-16,-6 1-3 0,0-1-6 15,1 0 0-15,0 3-1 16,2 1-5-16,3 0-27 15,0 1-55-15,3 0-60 16</inkml:trace>
  <inkml:trace contextRef="#ctx0" brushRef="#br0" timeOffset="158284.37">2284 15686 180 0,'0'0'0'0,"0"0"-4"0,-25 40 1 0,19-19 3 0,2 2 0 16,2 4-2-16,2 0-1 16,0 3 2-16,0 0-7 0,0-2-31 15</inkml:trace>
  <inkml:trace contextRef="#ctx0" brushRef="#br0" timeOffset="158968.54">1873 16267 166 0,'0'0'0'0,"0"0"11"16,0 0 4-16,0 0-15 0,0 0 0 16,0 0-1-16,0 0 8 15,0 0-12-15,-37 9 1 16,36 2 0-16,1 0-3 16,0 2 2-16,0 0 3 15,5 0 1-15,1-1 1 16,1-1 0-16,0-2 1 0,2-3-1 15,-2-2 1-15,3-2 4 16,-2-2 2-16,0 0-1 16,1 0 0-16,-2-6-1 15,0-2-2-15,-2-2 1 16,1 0-2-16,-2 1-1 0,-1 1-1 16,1 2 0-16,0 0 0 15,-1 5-1-15,-1-1 0 16,3 2-4-16,-1 0-1 15,2 0-2-15,3 5 3 16,3-1 4-16,1 0 0 0,-1-2 2 16,1-1-1-16,0-1 1 15,-2 0 0-15,0-5 1 16,-2-4 5-16,-2-2 2 16,0-2 4-16,-3-3 1 15,-2 0 0-15,-1-1 0 0,-1-1-5 16,0-2-5-16,0 4 0 15,0-1-2-15,0 1-4 16,0 4-33-16,4 1-59 16</inkml:trace>
  <inkml:trace contextRef="#ctx0" brushRef="#br0" timeOffset="159380.63">2263 16238 144 0,'0'0'-20'0,"0"0"21"0,0 0-1 0,0 0 0 0,0 0 0 16,-37 14 0-16,37-14 7 0,0-2 5 15,2-8-5-15,8 0-5 16,-1-1 2-16,1-3-1 15,2 2-2-15,-1 3-1 16,1 3 0-16,-4 3 0 16,1 3-2-16,-3 0-4 0,2 8-3 15,-4 8 3-15,-4 2 3 16,0 2 4-16,0 2 1 16,0-1-1-16,0-1 1 15,-4-2 1-15,1-5-1 16,-1-1 2-16,3-4 1 15,1-4 0-15,0 1-4 0,3-5-1 16,8 0 10-16,2-5 4 16,6-3-4-16,2-5-5 15,2 1-4-15,-2-1-32 16,-1 1-35-16</inkml:trace>
  <inkml:trace contextRef="#ctx0" brushRef="#br0" timeOffset="159942.13">2034 16551 188 0,'0'0'7'0,"0"0"-7"0,0 0 0 0,0 0-2 0,0 0-6 15,0 37-6-15,0-27-12 16,0-3 1-16,0 1 4 15,4-3-18-15</inkml:trace>
  <inkml:trace contextRef="#ctx0" brushRef="#br0" timeOffset="160121.17">2074 16867 138 0,'0'0'7'0,"0"0"6"15,0 0-6-15,-26 45-4 16,21-34-1-16,2 2 0 16,-1-2-1-16,4-2-14 0,0-2-20 15,0-3-25-15</inkml:trace>
  <inkml:trace contextRef="#ctx0" brushRef="#br0" timeOffset="160854.41">1907 16888 154 0,'0'0'17'16,"0"0"12"-16,0 0-17 16,0 0-6-16,0 0-2 15,-42 29-5-15,37-13-1 16,0 3 1-16,1 1-1 0,4 1 1 16,0 0 0-16,0-1 2 15,6-3-1-15,2-1 0 16,-2-4 1-16,3-1-1 15,-3-3 0-15,2-1 1 16,0-3-1-16,-1-2 1 16,-1-2 0-16,2 0 2 0,-2 0 1 15,-1-7-1-15,-1-2-1 16,1-1 1-16,1 2-3 16,-4 1-3-16,3 1 3 15,0 3 0-15,-1 0-3 0,2 3 1 16,1 0-1-16,1 0 1 15,2 0-1-15,1 0 2 16,1 3 0-16,-3-2 2 16,1-1-2-16,2 0 1 15,-5 0 0-15,1 0-1 0,-1-4 1 16,-2-4 3-16,0-2 4 16,-1-3 2-16,-2-1 1 15,-2 0 5-15,0-2 1 16,0 0-7-16,0-1-5 15,-2 3-2-15,2 1-2 0,-2 2-9 16,2 1-41-16,0 4-79 16</inkml:trace>
  <inkml:trace contextRef="#ctx0" brushRef="#br0" timeOffset="161899.79">2173 17081 104 0,'-4'0'13'0,"-1"0"12"0,4 0-7 0,-1-3-13 16,2-1-3-16,0-2-1 16,0 2 1-16,0-2-1 15,0 3-2-15,0-1 1 0,2 3 0 16,4 1 0-16,0 0-4 16,1 0 1-16,1 5-2 15,2 4 1-15,-1 4 5 16,-1 1 1-16,-1 0-1 15,0-1-1-15,-2 1-3 0,-1-4 5 16,-2 0-5-16,-2-3 3 16,0 1 1-16,0-2 3 15,-2-3-2-15,-2 1 2 16,-1-2-2-16,0-2 2 16,1 0-1-16,1 0-2 15,1-9 4-15,2-5-3 0,0 0-1 16,0-6-4-16,2 3 6 15,7 0-3-15,1 3-1 16,-2 2 2-16,3 8-2 16,-1 3 1-16,1 1-2 15,-1 2-1-15,4 11 0 0,-1 6 4 16,1 2 2-16,-3 1-13 16,-2-5-105-16</inkml:trace>
  <inkml:trace contextRef="#ctx0" brushRef="#br0" timeOffset="162482.12">3237 15042 165 0,'0'0'6'0,"0"0"-11"0,0 0 1 0,-7 39 4 15,5-20 1-15,2 2-1 16,0 2 2-16,4 3-2 16,0 3 1-16,1 1-23 15</inkml:trace>
  <inkml:trace contextRef="#ctx0" brushRef="#br0" timeOffset="163265.29">3080 15691 123 0,'0'0'14'0,"0"0"24"16,0 0-20-16,0 0-8 16,0 0-1-16,0 0-5 15,-13-39-3-15,15 36-1 16,5-1-2-16,1 1 0 0,4 3-2 16,-1 0 0-16,0 0 2 15,1 0-2-15,-1 9 3 16,2-1-1-16,-4 2-2 15,-3 2 2-15,1 2-1 16,-5 0 2-16,-2 0 3 0,0-1-2 16,0 0 4-16,0-3-1 15,-6 0 0-15,1-3-2 16,1-3 0-16,2 0 1 16,0-2-1-16,2-2 1 15,0 0-5-15,0-9 3 16,2-3-4-16,4-4-4 15,3-4 5-15,1 0 1 0,-2-1 3 16,-1 1-1-16,1 3 1 16,0 0-1-16,-2 3 0 15,-1 1 1-15,1 1-1 16,-4 4 0-16,3 2 0 0,-3 2 0 16,-2 1 0-16,0 3-1 15,0 0-11-15,0 1-6 16,0 8 23-16,0 5 3 15,0 3-3-15,0 2 0 0,0 2-1 16,3-1-2-16,3 0 0 16,5-2 1-16,0 0 1 15,1-2-1-15,3-4-9 16,3-5-26-16,-3-7-37 16</inkml:trace>
  <inkml:trace contextRef="#ctx0" brushRef="#br0" timeOffset="163400.93">3453 15666 107 0,'0'0'109'0,"0"0"-112"0,0 46 0 0,-2-22 4 16,2 5-11-16,0 0-43 16,0-1-39-16</inkml:trace>
  <inkml:trace contextRef="#ctx0" brushRef="#br0" timeOffset="164076.25">3142 16240 33 0,'0'0'132'0,"0"0"-119"16,0 0 9-16,0 0-14 16,0 0-5-16,0 0-2 15,-8-41-1-15,8 35 0 16,4 1-1-16,3 1 0 16,-1 2-1-16,2 1-1 0,-2 1 1 15,1 0-1-15,1 2-1 16,2 8-1-16,-4 2 3 15,1 2-1-15,-3 0 2 16,-1 2 1-16,2-1 0 16,-5-2-3-16,0 0 3 15,0-5 1-15,0-2-2 16,0 0 2-16,0-3-1 0,0-3 3 16,0 0 9-16,0 0-5 15,0-7-2-15,0-2-4 16,0-4 3-16,0-4-4 0,2-3 1 15,2-2-1-15,0-1 0 16,1 0 0-16,-1 3 0 16,1 5 0-16,-1 3 0 15,-1 7 0-15,1 3-3 16,-2 2-2-16,1 0-5 16,1 9-3-16,1 6 8 0,1 1 1 15,2 3 3-15,2 2 3 16,-1-1 1-16,0-2-10 15,2-5-32-15,-2-2-34 16</inkml:trace>
  <inkml:trace contextRef="#ctx0" brushRef="#br0" timeOffset="164325.51">3382 16222 91 0,'0'0'6'0,"11"-38"6"0,-4 22 1 0,-2 2-1 0,3 2-2 0,-1 6-4 15,1 2-4-15,2 4-4 16,-4 0-6-16,1 4 6 16,-1 5 0-16,0 3-2 15,-2 0 0-15,-2 0 7 16,-2-3-1-16,2-1 4 0,-2-4 4 16,2 0-3-16,3-1-4 15,1-3 2-15,4 0 1 16,3-4 0-16,0-8 7 15,1-2-50-15,-3 0-78 16</inkml:trace>
  <inkml:trace contextRef="#ctx0" brushRef="#br0" timeOffset="164579.35">3308 16543 179 0,'0'0'71'0,"0"0"-64"15,0 0-11-15,0 0-4 16,0 0 5-16,-11 41-13 15,11-30-31-15,0 2-25 16</inkml:trace>
  <inkml:trace contextRef="#ctx0" brushRef="#br0" timeOffset="164730.69">3305 16859 193 0,'0'0'-5'15,"0"0"9"-15,-19 45-3 16,17-30 1-16,2 1-1 16,-2-2-19-16,2-1-37 0</inkml:trace>
  <inkml:trace contextRef="#ctx0" brushRef="#br0" timeOffset="165264.13">3197 17122 130 0,'0'0'12'0,"0"0"12"15,0 0-15-15,-3-37-4 16,8 24-1-16,1 3-1 15,4-1-2-15,-1 4 0 16,1 3-1-16,-1 2-2 16,1 2-2-16,0 0-3 15,-3 3 3-15,1 4 2 0,-2 3 0 16,0 0 2-16,-3 3-3 16,1 0 4-16,-2 1-1 15,0 0 0-15,0-1 5 16,-2-3-3-16,0 0-3 0,0-3 0 15,0-2-4-15,0-3 4 16,0-2 3-16,0 0 2 16,0-6 1-16,0-3-1 15,0-4-1-15,-2-1 0 16,0-2 2-16,0 0 2 16,0 0-5-16,-1 0 0 0,3 3 0 15,-2 1-1-15,0 1 5 16,2 4 8-16,-2 4 4 15,2 0-4-15,0 3-10 0,0 0-10 16,2 0 1-16,4 2-1 16,3 5 3-16,1 1 0 15,1 2-6-15,2-1-17 16,1-1-22-16,-3-5-19 16</inkml:trace>
  <inkml:trace contextRef="#ctx0" brushRef="#br0" timeOffset="165565.28">3440 17037 202 0,'0'0'9'0,"0"0"-4"0,0 0-3 0,0 0 1 0,0 0-3 16,0 0-2-16,0 0-3 15,0 0 1-15,0 0-4 16,0 0 1-16,11-13 3 15,-5 20 2-15,0 0 1 0,-2-1-1 16,-2-1-1-16,0-2 2 16,-2 0 1-16,0 0 3 15,0-3 15-15,0 0 18 16,0 0-21-16,0-3-2 16,0-2-6-16,2-2-6 15,5 0 0-15,0 1-2 0,5 0-25 16,0 5-30-16,2-2-29 15</inkml:trace>
  <inkml:trace contextRef="#ctx0" brushRef="#br0" timeOffset="166281.75">3824 17412 116 0,'0'0'4'0,"0"0"13"0,0 0-7 16,0 0-4-16,0 0 0 15,0 0 6-15,0 0 4 0,0 0-1 16,0 0-3-16,0 0-8 15,0 0-3-15,0 0-2 16,-13 0 2-16,18 0 2 16,3 0-1-16,2 0 0 15,3 0-1-15,0-3-1 0,3 2 1 16,-1-2 2-16,1 1-12 16,-1 2-51-16,-1 0-21 15</inkml:trace>
  <inkml:trace contextRef="#ctx0" brushRef="#br0" timeOffset="166481.29">3891 17568 99 0,'0'0'7'0,"0"0"10"15,0 0-7-15,0 0-11 0,0 0 2 16,0 0 4-16,0 0 5 15,45 7-3-15,-20-12-4 16,2 0 0-16,2-2 1 16,-1-3-20-16,-3-1-105 0</inkml:trace>
  <inkml:trace contextRef="#ctx0" brushRef="#br0" timeOffset="174699.27">18840 17012 23 0,'0'0'4'0,"0"0"-2"0,0 0 2 0,0 0-1 16,0 0 3-16,0 0 2 16,0 0 5-16,0 0-3 0,0 0-5 15,0 0-2-15,0 0 0 16,40 0 0-16,-29 0-2 15,2 0 0-15,-2-3-1 16,7 0 0-16,-2-2 1 16,3-1 0-16,3-2 0 15,4 1 2-15,0 0-2 0,4-3-1 16,0 3 1-16,2 0-1 16,2-2 0-16,2 0 2 15,-2-2-2-15,3 0 0 16,0 0 8-16,0-1 4 15,1-2-1-15,-2 3 5 0,0-2-8 16,2 3-3-16,1 0-3 16,2 0-1-16,1 2 0 15,1-1 1-15,-3-1-2 16,0 3 0-16,0-1 0 16,-2 2 0-16,1-1 0 0,1 1 0 15,3 0 0-15,-1-1 0 16,5-1 1-16,-4-2-1 15,1 1 1-15,-1-2 0 16,-2 0 1-16,-2 1-1 16,2-1 0-16,-2 2 1 0,-3-1 0 15,0 1 0-15,-3 1 0 16,-2 2-2-16,-6 2 2 16,-4 1-2-16,-6 2 1 15,-3 1-1-15,-2 0-1 0,-8 0-5 16,-2 7-28-1,-5 2 1-15,-12 0-28 16</inkml:trace>
  <inkml:trace contextRef="#ctx0" brushRef="#br0" timeOffset="175259.76">19242 17050 25 0,'0'0'12'0,"0"0"4"0,0 0 16 0,44-17-11 16,-26 11-6-16,3-2 2 15,5 0-4-15,3-2-2 16,4 2-2-16,2-2-3 15,3 0-4-15,2 0 1 16,3 1-3-16,2-2 1 0,4 0-1 16,3-2 1-16,2-1 1 15,2 0-1-15,5-3 3 16,3 0 0-16,1 0 0 16,4 0 2-16,1 0 0 15,2 1-5-15,1-1 1 0,0 0 2 16,-1 1 3-16,-1-1 0 15,-1 4 0-15,-5 0-3 16,-6 2 0-16,-7 1-2 16,-4 3-1-16,-8 0 1 15,-5 1-1-15,-8 2-3 0,-11-2-48 16,-13-2-118-16</inkml:trace>
  <inkml:trace contextRef="#ctx0" brushRef="#br0" timeOffset="178691.6">18953 17601 11 0,'0'0'1'0,"0"0"2"0,0 0 3 0,-49 15-1 16,36-9 0-16,0-1-1 15,2 0 5-15,-1-1 3 0,5 0 3 16,-4-2-2-16,5 2-2 16,-2-1-4-16,1 1-3 15,0-1-3-15,0 4 0 16,0-1-1-16,-2 2 1 16,2 2 0-16,-4 2 0 0,0 0 1 15,-1 4-1-15,-1 1 0 16,2 0 0-16,2 2 0 15,-2-1-1-15,4-1 2 16,2 0-2-16,2 0 0 16,2 0 0-16,-1 3-5 0,0 0 0 15,0 1 13-15,2-1-4 16,-1 2-3-16,1-1 1 16,0-5 1-16,5 1 2 15,1 0-3-15,3-2 0 16,1 2-1-16,-1-1 0 0,2-1 0 15,0-1 1-15,0 0-2 16,2-4 1-16,1 1 4 16,1-3 2-16,1 1-3 15,2-2-2-15,4 0-1 16,0 0 0-16,1-1 0 16,1 1 1-16,3 0-2 0,-2 2 0 15,0-1 1-15,0 1 0 16,-1-1 2-16,0 2-2 15,-2-3 1-15,2 2-1 16,2-2 1-16,0-3-1 0,1 0-1 16,0-1 6-16,2 0 3 15,3-1 3 1,0 0-2-16,2 0-5 0,2-1 0 16,-1 1-2-16,4-1-1 15,1 0 0-15,2-1-1 0,0 0 1 16,4 0-1-16,1 0-1 15,-4 0 0-15,0 0 0 16,-1 0 2-16,-1 0 10 16,2 0-3-16,-2-1-2 15,5-3-5-15,1-2-1 16,3 2 0-16,1-2 0 0,2-1 0 16,4 1-1-16,0 1 0 15,2 0 0-15,0 1 1 16,1 1-1-16,-2 3 0 15,1 0 2-15,-1 0-1 16,3 0-1-16,2-2 1 0,7-3 0 16,3 1-1-16,6-3 1 15,3 0-1-15,0-2 1 16,0 0 0-16,-2 0-1 16,0 0 0-16,-6-1 1 15,1 3 1-15,2-3 0 16,4 3 2-16,3 0-3 0,1 1 0 15,-1 1 0-15,0-1 0 16,-4 0-1-16,1-1 1 16,-4 3-1-16,4-2 3 0,4 1-1 15,1-2 0 1,0-2-2-16,3 3 1 0,-3-4-1 16,1-1 1-16,-3 1-1 15,-3-1 1-15,2-2-1 16,2 0 1-16,-1 0-1 15,-1-2 0-15,-4-1 0 0,-1-1 0 16,-3 0 1-16,-3-3-1 16,-5-1 0-16,0 0 0 15,-3-2 0-15,-3-2 0 16,-5 0 0-16,-4-3 1 16,-4-2-1-16,-6 0-1 0,-7-3 2 15,-4 1-1-15,-4-1 1 16,-7-3-1-16,0 1 1 15,-4 0 1-15,-5 0 3 16,-2 1-1-16,-3 2 1 16,-2-2 0-16,-4 2-2 0,0 2 2 15,-4 1 2-15,-6 0-1 16,0 2 4-16,-3 0-3 16,0 3 2-16,-4 0-4 15,1 1-2-15,-1-1-2 16,-4 0 0-16,0 1-1 15,-3 0-1-15,-1-1 0 0,-2 0 0 16,-4 0-1-16,2 4 2 16,-7-1-3-16,4 3 2 15,-1 1 5-15,-2 0-2 16,1 5-4-16,1 1 2 0,1 1 2 16,-1 1 0-16,0 1-2 15,3 3 3-15,1 1-3 16,-2 0-2-16,2 2 1 15,-2 1 0-15,1 1-1 16,-5 0 0-16,1 0 2 0,-5 3-1 16,0 5 0-16,0 1 4 15,-2 2-4-15,-1 1 1 16,-1 3 1-16,-3 0-2 16,-6 3-1-16,-2-1-2 15,-5 3-1-15,-2-2 0 0,-1-1 3 16,-4 3-1-16,-1-3 2 15,-2-1 1-15,-1 1-2 16,1-3 2-16,-5 3 0 16,-4-1 0-16,2 0 0 15,-2 0 0-15,0 4-2 0,-2-4 1 16,0 5-2-16,1-2 0 16,-1 2 2-16,1 0 0 15,-2-1 0-15,2 2 0 16,-1-1 1-16,1-3 0 15,-1 1-2-15,-2-4 4 0,0 1-2 16,3-3 0-16,0-1 0 16,-3-4 1-16,6 0-1 15,4-2 0-15,1-2 0 16,2 0 0-16,0-1-7 16,-1 3 14-16,-4-2-6 0,-1 3-1 15,0 0 0-15,-4 1 0 16,-1 0 0-16,2 1 2 15,2-1-1-15,1 2-1 16,-2 0 1-16,0 1 0 16,2 1 0-16,2 1-1 15,1 2 0-15,-1 1 0 0,3 3 0 16,4 3 0-16,1-1 0 16,5-1-2-16,3 4 1 15,3-4-2-15,3 2-16 16,6-5-25-16,1-5-36 15,1-8-49-15</inkml:trace>
  <inkml:trace contextRef="#ctx0" brushRef="#br0" timeOffset="181368.44">2253 17374 47 0,'0'0'12'0,"0"0"4"0,0 0-5 0,0 0-7 16,0 0 0-16,0 0 1 0,0 0-1 16,0 0 2-16,0 0 2 15,0 0-2-15,0 0-1 16,0 0 1-16,0 0-2 16,-36 8 0-16,36-8-6 15,0 0-1-15,0 0 1 16,0 0 3-16,2-3-1 0,3 1-1 15,2-3 2-15,2 1 0 16,2-2-1-16,5-4 0 16,1 1 1-16,4-2-1 15,4-1 1-15,3-2 0 16,4-1-1-16,3 2 0 0,3-2 1 16,0 3-1-16,1 1 1 15,-2 0-1-15,-1 2 0 16,-3 2 2-16,-1 2-2 15,-3 2 1-15,-2 2-1 16,-2 1 0-16,-4 0-1 0,0 0-11 16,-5 5-8-16,-5 1-6 15,-7 1-44-15</inkml:trace>
  <inkml:trace contextRef="#ctx0" brushRef="#br0" timeOffset="181787.62">2329 17458 82 0,'0'0'6'0,"0"0"-7"0,43-12 1 0,-21 11-1 0,1 1 1 16,3 0-2-16,3 0 1 15,7 0 0-15,0 2 0 16,2-2 2-16,2 0 0 15,1 0 0-15,1-4 1 16,0-6 0-16,1 0 2 16,-1-4 3-16,0 0-3 0,-3 0 0 15,-3 0-3-15,-1-1 1 16,-6 1 0-16,-2 3 0 16,-4 1-1-16,-8-1-7 15,-8 3-22-15</inkml:trace>
  <inkml:trace contextRef="#ctx0" brushRef="#br0" timeOffset="182122.47">2653 17599 56 0,'0'0'8'0,"39"-31"9"15,-17 14-10-15,9 1-1 16,4 0-4-16,4 0 1 16,3 0-2-16,0 3 1 15,4 1-1-15,0-1-1 0,1 4 1 16,-2-1-1-1,2 3 2-15,-1 3-2 0,-2-2 1 16,-2 2 0-16,-5 0 2 16,-5 1-2-16,-7-3-4 15,-5 1-17-15,-12-1-33 16</inkml:trace>
  <inkml:trace contextRef="#ctx0" brushRef="#br0" timeOffset="182407.52">2959 17554 117 0,'50'-30'4'0,"-2"2"-1"16,6 1 0-16,0 1-1 16,0 3-1-16,-1 1 2 15,-6 5-1-15,-2 2-1 0,-6 4-1 16,0 3 0-16,-8 5 1 16,-1 2-8-16,-7 1-20 15</inkml:trace>
  <inkml:trace contextRef="#ctx0" brushRef="#br0" timeOffset="183609.3">1792 14479 103 0,'0'0'6'0,"0"0"18"0,0 0 1 0,0 0-5 16,0 0-12-16,0 0-14 15,0 0-6-15,0 0 7 0,0 0 4 16,0 0 0-16,0 0 1 15,0 0-2-15,5 13 1 16,-2-5-3-16,-1 4 3 16,2-1 0-16,1 6 1 15,-1 2 0-15,2-1 0 16,1 3 1-16,-1-1 0 0,0-1-1 16,-2-1 1-16,0-2 1 15,1-5-1-15,-3 0-1 16,3-6 2-16,-3-2-2 15,3-3 5-15,-1 0 2 16,0-8 5-16,1-3-5 0,-1-2-5 16,4-2 1-16,0 0-1 15,1 2-2-15,-2 2 0 16,4 1 0-16,2 5 0 16,1 2-2-16,1 3-2 15,2 0-1-15,4 4-2 0,2 6 3 16,1-1 3-16,1 2 1 15,-1-5 1-15,-1-2 0 16,-1-3-1-16,-1-1 1 16,-6-1 3-16,-2-10 3 15,-1-4 6-15,-6-6 1 16,-2 0 1-16,-1-2-3 0,-3-2 1 16,-3 0-1-16,-7 0-2 15,-4 2 0-15,1 2-3 16,-5 2-1-16,4 2-4 15,-2 5-1-15,6 2 0 0,5 5-1 16,3 5 0-16,2 0-8 16,5 0-84-16,9 5 23 15</inkml:trace>
  <inkml:trace contextRef="#ctx0" brushRef="#br0" timeOffset="183979.7">2600 14295 127 0,'0'0'-5'0,"0"0"0"16,0 0 3-16,51 7 1 0,-31-3 2 16,1 0 0-16,0 0 2 0,4 2-2 15,2 0 0-15,-2-1 0 16,0 1-1-16,1 1 1 15,-2 0 1-15,-3 2 1 16,0-1 1-16,-4 1 0 0,-3-3-11 16,-6-2-22-16</inkml:trace>
  <inkml:trace contextRef="#ctx0" brushRef="#br0" timeOffset="184194.36">2861 14145 223 0,'0'0'6'0,"0"0"-3"0,0 0-8 16,0 0-5-16,-29 68 5 15,18-23 7-15,-1 13 1 16,1 7 1-16,1 5-11 15,-4-2-75-15</inkml:trace>
  <inkml:trace contextRef="#ctx0" brushRef="#br0" timeOffset="184556.2">2068 15016 134 0,'0'0'-2'0,"53"-34"0"16,-17 14 4-16,2-3 0 15,7-1-2-15,1-1 0 0,6-1 1 16,6-2 1-16,3-1 0 16,1-2 0-16,5 2-2 15,-2-2 1-15,-1 1-1 16,-1-1 0-16,-3 3 2 16,-5 2-1-16,-6 2 0 0,-9 6 0 15,-7 3 0-15,-12 4-12 16,-12 7-22-16</inkml:trace>
  <inkml:trace contextRef="#ctx0" brushRef="#br0" timeOffset="184891.79">2380 14955 155 0,'0'0'-3'0,"0"0"5"15,63-34 5-15,-29 14-3 16,8-3-1-16,8-5 2 0,3-4-2 16,5-3-1-16,2-3-1 15,1-1 0-15,1-2-1 16,-1 1 2-16,-3 2-1 15,-4 3 0-15,-6 4 1 16,-7 6-1-16,-11 8 0 16,-7 6 1-16,-9 6-1 0,-9 5-5 15,-5 2-35-15,-9 11 4 16,-14 4-31-16</inkml:trace>
  <inkml:trace contextRef="#ctx0" brushRef="#br0" timeOffset="185133.79">2378 15005 106 0,'0'0'1'0,"0"0"-4"15,68-34 8-15,-26 9-2 16,8-6-2-16,9-3 2 15,5-6 2-15,7-1-1 16,4-4-1-16,2-4 1 0,0 1-1 16,4-3 0-16,0 3-2 15,-1 1 1-15,-6 3-5 16,-7 1-38-16</inkml:trace>
  <inkml:trace contextRef="#ctx0" brushRef="#br0" timeOffset="187154.14">5356 17626 102 0,'0'0'23'0,"0"0"-18"0,0 0 9 0,0 0-7 16,0 0-12-16,0 0 3 15,0 0 2-15,6 43-2 0,-2-26 1 16,4 3-1-16,0 3 0 16,1 1 0-16,0-3 3 15,2 3-1-15,0-2 0 16,3-1 1-16,-1-3 0 15,0-1-1-15,1-5 1 0,-1-2 0 16,1-5-1-16,-5-2 2 16,0-3 0-16,0 0 0 15,-2-1 1-15,-1-8 0 16,0-2 5-16,2-1-3 16,-4 0-4-16,3 0 0 0,-1 4-1 15,1-1-1-15,0 6 0 16,2 1-1-16,2 2-4 15,1 0 3-15,3 0 1 16,1 3 1-16,1 4 1 16,1 0 1-16,-2 0-1 15,4-3 1-15,-5 0-1 0,-1-4 1 16,-1 0-1-16,-1 0 1 16,-4-4 3-16,-1-6 3 15,-5-4 7-15,-2-2 4 16,0-4 2-16,-4-1-2 0,-5-2-5 15,-5-1 0-15,1 1-3 16,-3 0-3-16,1 1-5 16,-1 3-1-16,3 3 0 15,2 1 1-15,0 4-2 16,8-1-4-16,1 0-23 0,2-1-42 16,0-3-50-16</inkml:trace>
  <inkml:trace contextRef="#ctx0" brushRef="#br0" timeOffset="187436.27">5796 17179 192 0,'0'0'-9'0,"0"0"13"0,0 0-1 16,0 0-3-16,0 0-3 0,0 0-1 15,0 0-3-15,-16 37 2 16,16-16-1-16,2 3 6 16,7 2 0-16,-2 1 0 15,4-3 1-15,0 3 0 16,-2-6 2-16,0 1-1 0,0-5 1 16,-2-2-2-16,-1-2-5 15,-1-4-9-15,-4-2-9 16,-1-6-7-16,0-1-34 15</inkml:trace>
  <inkml:trace contextRef="#ctx0" brushRef="#br0" timeOffset="187656.43">5695 17267 199 0,'0'0'-11'0,"0"0"21"16,0 0-2-16,0 0 0 15,-38-43-5-15,38 31 1 16,0-3-6-16,0-2 5 16,1-2-2-16,9-1-1 15,2-2 0-15,3 1 0 0,4 2 1 16,4 0-1-16,4 2-13 16,0 1-35-16,2 2-21 15</inkml:trace>
  <inkml:trace contextRef="#ctx0" brushRef="#br0" timeOffset="188005.32">6183 17409 110 0,'0'0'2'0,"0"0"16"15,0 0 10-15,0 0-12 16,0 0-3-16,0 0-8 16,0 0-6-16,0 0-2 15,0 0 2-15,44-19 0 16,-22 21 1-16,3 7 0 0,2-1 2 15,2 2 1-15,0-3 2 16,-2 0-2-16,1 0 1 16,-1-4-2-16,-2 1-6 15,0-4-15-15,-8 0-24 16,0 0-17-16</inkml:trace>
  <inkml:trace contextRef="#ctx0" brushRef="#br0" timeOffset="188217.13">6486 17234 115 0,'0'0'45'0,"0"0"-23"15,-45-24 7-15,34 24-14 16,3 0-9-16,0 17-7 16,0 12-1-16,3 10 1 15,-1 11 4-15,2 8-2 0,2 8 2 16,1 2-3-16,1 4-6 15,-3 2-25-15,1 1-30 16,-5-3-37-16</inkml:trace>
  <inkml:trace contextRef="#ctx0" brushRef="#br0" timeOffset="188488.75">6022 18177 67 0,'0'0'107'0,"0"0"-101"15,0 0-7-15,0 0 1 16,36-28-3-16,-12 10 7 16,2-4-4-16,5 1 0 15,6-3 4-15,1-2-2 0,4-1-1 16,1 1 0-16,-1-1-1 15,-2-2 1-15,1 2 1 16,-5 1-1-16,1 3 0 16,-6 2-6-16,-3 4-43 15,-2 6-21-15</inkml:trace>
  <inkml:trace contextRef="#ctx0" brushRef="#br0" timeOffset="188652.84">6482 18092 193 0,'0'0'10'0,"0"0"-2"16,0 0-14-16,24-47 9 15,8 0 5-15,11-18-7 16,13-14-3-16,12-14-25 16,10-10-32-16,5-7-22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56:53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3603 4402 8 0,'0'0'5'0,"0"0"-3"0,0 0 0 0,0 0 1 0,40 0-2 0,-28 0-1 15,1 0 1-15,1 0-1 16,1 0 1-16,1 0 0 15,-1 0-1-15,3 0 1 16,-2 0 0-16,4 0 0 16,-1-2 1-16,4-3 2 15,0 0-1-15,4-1 2 16,0 0-1-16,4-1 1 0,0 0-1 16,1-1 0-16,5 0-1 15,-1 1-1-15,-1 0 1 16,4 1-2-16,-3-1-1 15,0 0 2-15,3 2-2 0,-1-1 0 16,1 2 0-16,-1 1 1 16,0 0-1-16,1 1 0 15,0 1 0-15,-4 1 1 16,3-1 0-16,-2 1 1 16,3 0-1-16,1 0 1 0,2 0 0 15,1 0 0-15,1 0-1 16,0 1-1-16,4 2 1 15,-1 0-1-15,-3 0 0 16,4-2 1-16,1-1 0 16,2 3-1-16,-5-3 2 15,4 0 0-15,-1 0 1 0,2 0-1 16,3 0 1-16,0 0-1 16,1 0-1-16,1 0 1 15,-2 0 0-15,0 0 0 16,-1 0-1-16,1 0 0 0,2 0 0 15,-2 0 0-15,2-3 1 16,-1-1-1-16,-1 1 0 16,0-1 0-16,0-1 0 15,1 0 0-15,-1 0-1 16,2 1 0-16,-4 1 2 0,1 2-1 16,0-2 1-16,-3 1-1 15,1 1 1-15,0 0-1 16,-1-2 0-16,-1 0 0 15,2 2 0-15,1-2-1 16,-4 0 1-16,6 2-1 0,-2-2 2 16,1 0-2-16,1 0 1 15,0 2-1-15,0-2 1 16,-1 1-1-16,-1 1 1 16,2-2-1-16,-2 0 1 15,0 2-1-15,-2-2 0 16,-2 0 1-16,2-1-1 0,-1 1 2 15,2 0-2-15,-3-1 2 16,2 1 1-16,-4 2-2 16,0-2 0-16,1-1 0 15,-4 2 0-15,2-2 0 16,1 1-1-16,-1 0 1 0,-2 2-1 16,2-2 1-16,1 0-1 15,-1 2 1-15,-2 1-1 16,1-2 0-16,5 2 1 15,-5 0-1-15,4 0 0 0,-2 0 0 16,0 0 0-16,2 0 0 16,-1 0 0-16,3 0 1 15,0 0-1-15,2 0 0 16,0 0 0-16,-3 0 0 16,1 0 1-16,0 0-1 15,-1 0 0-15,3 0 0 0,-1 0 0 16,-1 0 0-16,3 2 0 15,-1-1 2-15,3-1-2 16,-3 2 0-16,2-1 0 16,-1-1 0-16,1 2 0 15,-4 0 1-15,2-2 0 0,2 0 1 16,-2 2 0-16,2-2 1 16,1 1-1-16,3-1 1 15,-2 0-2-15,3 2 1 16,1-1 0-16,-2-1 0 15,2 0 0-15,-4 0 0 16,0 0-1-16,1 0 1 0,0 0-2 16,-1 1 1-16,0-1-1 15,2 0 1-15,0 0-1 16,-2 0 0-16,2 0 0 16,0 1 0-16,-2 1 0 15,-2-2 0-15,-2 2 0 0,3-1 0 16,-1-1 0-16,2 2 0 15,2-1 0-15,0-1 0 16,0 3 0-16,2-2 0 16,0 3 0-16,-1 1 0 0,0-1 1 15,2 2-1-15,-3-1 0 16,1 1 0-16,3-3 1 16,-2 1 0-16,3 2 0 15,0-2 0-15,1 0 0 16,1-1-1-16,-1 0 0 0,2 1 0 15,1-1-1-15,0-3 1 16,-2 0 0-16,2 0 1 16,2 0-1-16,1 0 0 15,3 0 2-15,-2 0-2 16,3 0 1-16,2-2-1 16,3-2 2-16,-3 0-2 15,0 3 1-15,-3-3-1 0,-1 1 2 16,2 1-1-16,-3-2 0 15,0 3-1-15,0-1 1 16,0 1-1-16,-1-2 1 16,0 3 0-16,-1-1-1 15,-3 0 0-15,0 0 0 0,1 1 2 16,-2 0-4-16,0 0 4 16,3 1-2-16,0 4 0 15,1-1 1-15,0 2 0 16,1-2 0-16,-1 0 0 0,-3 0-1 15,0 0 1-15,-1 1-1 16,-2-2-1-16,1 1 2 16,-3-1-2-16,1 0 1 15,-1-2 0-15,1 3 1 16,-3-2-2-16,1 1 1 0,0 0 1 16,-1-1-1-16,-2 3 1 15,1-4-1-15,-1 3 0 16,-2-1 1-16,-1 1-1 15,2-1 0-15,-3-1 0 16,1-1 0-16,-1-1 0 0,0 2 1 16,0-1 2-1,-2-1 1-15,0 3-3 0,0-3 1 16,-3 1-1-16,0 1 0 16,-4-1 0-16,3 0-1 15,-5 1 2-15,2-2-2 0,0 1 0 16,4-1 1-16,0 0 1 15,3 0-2-15,-3 0 1 16,2 0 0-16,-3 0 0 16,2 0 0-16,-2 0 0 15,0 0-1-15,-5-4 0 16,1 0 1-16,-1-3-2 0,-2-2 1 16,1 2 0-16,1-1 0 15,1 0 1-15,1-3 0 16,1 1-1-16,2-1 1 15,-4 1 0-15,2-3 0 16,-1 0-1-16,1-1 1 0,0 1 2 16,2-2-2-16,-1-1 0 15,1-1 0-15,-2 0 1 16,2-3-2-16,-4 2 1 16,-1-4-1-16,1 3 0 15,-2-2 0-15,-2 0 0 16,1 0 0-16,-4-2 1 0,-2 3-1 15,-3-3 0-15,-3 1 0 16,-1-1 1-16,-3 0-1 16,-3-1 1-16,-1 0 0 15,-5 0 0-15,0 0 1 0,-5 0-1 16,2-2 1-16,-5-1-2 16,1 3 0-16,-4-3 1 15,0-1-1-15,2 1 1 16,-6 1-1-16,0-1 0 15,0-1 1-15,0 2 3 0,-8 2 3 16,2 2-4-16,-4 0-3 16,-2 1 1-16,-1 1 1 15,-2 3 0-15,-2 0-2 16,-1 1-1-16,-3 2-1 0,-2 0 0 16,0 1 7-16,-3 0-9 15,-1 2 11-15,1-1-10 16,-2 3 8-16,-1-2-7 15,-2 1 3-15,-2 2 1 16,1 0 0-16,-5-1-3 0,2 2 1 16,-3 0 1-16,-3 0 0 15,-1 2-1-15,-2-2-1 16,-6 2 1-16,0 2 1 16,0-3-1-16,-4 3 2 15,1-1-2-15,-3 1-2 16,0 0 2-16,-2-1 0 0,-1 2 2 15,1 0-2-15,0-1 0 16,-2 2 0-16,-3-2 0 16,1 3 0-16,-3 0 0 15,-2-2 0-15,-2 2 0 16,-2 0 0-16,-1 0 0 0,-1 0 0 16,-2 0 0-16,-1 0 0 15,0 0 0-15,-1 0 0 16,-2 0 0-16,1 0 0 15,-3 0 0-15,-1-1 0 16,1-1 0-16,-2 0 0 0,1 0 1 16,-3 1-2-16,0-1 2 15,-4 1-1-15,1 1 0 16,-5 0 0-16,2 0 1 16,2 0-1-16,-3 0-1 15,2 0 2-15,-5 0-1 0,3 0 0 16,-2 0-1-16,-2 0 2 15,1 0-1-15,3-1 2 16,-4 0-5-16,2 0 6 16,-2 1-3-16,0 0 1 15,-4 0-1-15,-4 0 0 16,4 0 1-16,-2 0-1 0,0 0 1 16,0 0-1-16,-3 0 2 15,0 0-2-15,0 0 2 16,-3 2-1-16,1 2-1 15,-1-1 1-15,0 2-1 16,0-3 0-16,1 2 1 0,-1-1-1 16,-1-1 1-16,-1 0 0 15,1-2-1-15,-1 3 0 16,-2-2 0-16,3-1 0 16,-1 0 2-16,1 0-2 0,-2 0 0 15,3 0 0-15,3 0 1 16,-2-2-2-16,1-1 2 15,-1 0-1-15,2-2 0 16,0 1 0-16,1 1 0 16,0-1 1-16,2-2-1 15,1 1-1-15,0-1 1 0,1-1 1 16,2 3-1-16,1-2 0 16,0-1 0-16,5 3 0 15,-2-3-2-15,-2 2 3 16,-1-3 0-16,3 2-1 15,0-1-1-15,1 0 2 0,1 1-1 16,3 1 0-16,2-1-1 16,-2 2 0-16,1 1 2 15,1-1-1-15,2 1 0 16,-3 1 0-16,4-1 0 16,-3 1 0-16,2 0 0 0,0 2 1 15,1-3-2-15,0 3 1 16,-1-1 0-16,4 0 0 15,-1 1 0-15,-3 0 1 16,2 0-2-16,1 0 1 16,-1 0 0-16,-4 0 0 0,4 0 0 15,1 0 0-15,1 0 0 16,1 0 0-16,-1 0 0 16,1 0-1-16,2 0 2 15,-1 0-1-15,-3 0 0 16,1 0 0-16,1 0 0 0,2 0 0 15,-1 0 0-15,1 0 0 16,-3 0 0-16,4-1 0 16,-4 1 0-16,0 0 0 15,-1 0 0-15,-1 0 0 16,4 1 0-16,0 3 0 0,4 1 0 16,-1-2-1-16,5 1 1 15,-1 1 0-15,1 1 0 16,2-1 1-16,-3 2-1 15,3 0 0-15,0 2 0 16,-1 1 0-16,1 1 0 0,2 2 0 16,-2 1 0-16,0 3 1 15,2 0-2-15,-1 0 1 16,1-1 0-16,0 2 0 16,0-2 0-16,2 1 0 15,3 0 0-15,-2 0-1 0,3 3 1 16,-2 3 0-16,1 0 0 15,-1 2 0-15,1 2 0 16,-4 3-2-16,3-2 4 16,1 5-4-16,-1 1 2 15,3 0-1-15,3 5 1 16,-1 2-1-16,6 3 1 0,0 4-1 16,8 4 0-16,1 4 2 15,7 4-2-15,7 2-2 16,12 6 2-16,12 3-6 15,8 1-15-15,26-3-38 0,15-8-52 16</inkml:trace>
  <inkml:trace contextRef="#ctx0" brushRef="#br0" timeOffset="1336.54">15356 4703 44 0,'0'0'4'0,"0"0"-7"0,0 0 2 0,1 0-2 16,0 2 3-16,-1 2 1 15,2 1 2-15,0 1 4 16,0 1-6-16,2 2-1 0,-1 2 1 16,3-2 1-16,1 3-2 15,0 0 1-15,2 0-1 16,2-1 1-16,-2-1 0 16,-1 0-1-16,1-3 0 0,1-2 0 15,-2-1 1-15,1-3 3 16,1-1 2-16,2 0 0 15,4-6 8-15,5-7 0 16,7-4-3-16,6-5-5 16,2-4-3-16,7-4-1 0,3-7 1 15,6-3 5 1,8-5-1-16,5-5-2 0,9-4-1 16,8-2 1-16,10-4-1 15,1-4-3-15,0-4-48 16</inkml:trace>
  <inkml:trace contextRef="#ctx0" brushRef="#br0" timeOffset="8102.05">5655 10981 6 0,'0'0'8'0,"0"0"3"0,0 0-2 15,-37 15-5-15,27-11-3 16,1 0 0-16,-1 0-1 16,0-4 0-16,1 4 1 15,1-2-1-15,0-1 1 0,1-1-1 16,-1 2 0-16,1 0 0 16,1 1 0-16,-2 0 0 15,2 1 0-15,1-1-1 16,1 1-1-16,0-1-15 15</inkml:trace>
  <inkml:trace contextRef="#ctx0" brushRef="#br0" timeOffset="10389.12">5465 10981 3 0,'2'-3'3'0,"1"0"-1"0,-3-1 6 0,2 1 2 15,0 0-1-15,0 2 1 0,0-3-3 16,-2 1-2-16,2 1-2 16,-1 1-1-16,3 1-1 15,-4-1-1-15,2-1 0 16,0 2 0-16,0 0 0 0,1 0 0 16,0 0-1-16,1 0 0 15,-2 0 1-15,2 3 0 16,-1 0 1-16,1 0 0 15,-2 1 0-15,0-1 1 16,1 1-1-16,-2 0 1 16,5 1-1-16,-4-2 1 15,3 1-2-15,1 0 1 16,0-3-2-16,4-1 3 0,-1 0-1 16,-1 0 1-16,1-3 0 15,3-6 4-15,-1-3 0 16,1-2 2-16,3-3-1 0,1-3 0 15,1-1 2-15,3-5 1 16,0 2-4-16,5-4 1 16,0-1-2-16,2-2-1 15,4 1 2-15,-2-1-1 16,0-2 4-16,2 2-3 0,-2 0 3 16,-4 2 2-16,-1 2-5 15,-4 3-1-15,-2 4-3 16,-5 5 0-16,0 6-1 15,0 2 1-15,-1 4 2 0,-2 3-3 16,-1 0-26 0,-5 0-51-16</inkml:trace>
  <inkml:trace contextRef="#ctx0" brushRef="#br0" timeOffset="12784.36">6621 10429 24 0,'-1'0'18'0,"1"0"-8"0,0 1-3 0,0 2-2 16,0 1-8-16,0 3 4 0,0 2-2 16,0 1 1-16,1 1 1 15,5-2-1-15,1 0 0 16,0-2 1-16,0-1 0 15,1-1 2-15,1-3 3 0,0 0 0 16,0-2 1-16,-1 0-2 16,2-2 5-16,1-11-3 15,3-5 7-15,-1-5 0 16,2-5 4-16,3-6-6 16,3-2 2-16,-2-3-1 15,2-3-2-15,-1 0-2 0,0 1 0 16,0 1-4-16,-1 3-1 15,0 7-1-15,1 3 0 16,-2 7 0-16,4 3 0 16,-1 4-14-16,-4 2-38 15,-3-2-75-15</inkml:trace>
  <inkml:trace contextRef="#ctx0" brushRef="#br0" timeOffset="14536.84">7800 9657 0 0,'2'0'1'0,"-2"0"-1"0,0 0 0 0,0 0 1 0,2 0-1 15,-2 0-1-15,1 0 3 16,0 0 2-16,0 0-1 16,2 0-2-16,-1 0 3 15,2 0-3-15,-2 0 5 0,3 0-4 16,-3 3 1-16,2-1 3 15,4-1-3-15,-4 3 1 16,0 1 0-16,1 1-2 16,1-1-1-16,-1 2 1 15,2 0 1-15,-2 0 2 16,1-1-1-16,0-2-2 0,-3 1 1 16,3-2-2-16,-1 0 3 15,0 0 0-15,-1-3-1 16,0 0 0-16,3 0 0 15,-3 0 7-15,4-7 5 16,0-3 1-16,3-4-2 16,3-1-4-16,-1-4-2 0,3-1-3 15,2-1-1-15,2-2 1 16,1-4-1-16,0 0-1 16,4 0 2-16,-3-3 0 15,1 2 0-15,-4 1 0 0,2 1-2 16,-4 2-1-16,-1 6 0 15,-3 2-1-15,-1 5-1 16,-1 1 2-16,0 4-1 16,-1 2 1-16,0 4-5 15,-1 0-29-15,-4-3-45 0</inkml:trace>
  <inkml:trace contextRef="#ctx0" brushRef="#br0" timeOffset="18440.99">10379 8483 52 0,'0'0'5'0,"0"0"4"0,0 0 2 0,0 0 0 16,0 0-2-16,0 0-2 16,0 0 0-16,-39 0-3 15,34 0-2-15,3 0-2 16,-3 0-1-16,5 0-8 0,0 0-16 16,-2 0-29-16</inkml:trace>
  <inkml:trace contextRef="#ctx0" brushRef="#br0" timeOffset="19544.84">10335 8569 49 0,'0'0'8'0,"0"0"1"15,0 0-3-15,0 0 0 0,0 0-1 16,0 0-1-16,0 0 0 16,0 0 1-16,0 13-2 15,0-10-2-15,0 0 0 16,0 1 0-16,0-3-1 15,0 4 0-15,0-2 1 0,0-1-1 16,0 1 0-16,0-1 1 16,0 0 1-16,0-2 4 15,0 1 4-15,0-1 3 16,0 0-6-16,0 0-2 16,0 0-1-16,0 0 4 15,0 1-4-15,0-1-2 0,0 0-2 16,0 0 0-16,0 0 0 15,0 0 1-15,0 0 0 16,0 0-1-16,0 0 1 16,0 1-2-16,0-1 1 15,0 2 0-15,0-2 0 0,0 1-1 16,0-1 1-16,0 2 0 16,0-1 1-16,0 0 0 15,-2 1 3-15,0-2 1 16,-4 4 3-16,3-4 2 0,0 2-3 15,1-2 2-15,0 0-2 16,-2 0 2-16,4 0-2 16,-1 0-2-16,0 0-2 15,1 0-2-15,0-2 3 16,0-2-1-16,0-2-2 16,0 0 0-16,6-1-1 15,-4-3 1-15,2 2 0 0,3-2-1 16,0 0 0-16,0-1 1 15,0 2 0-15,4-2-2 16,-2 1 2-16,-1 0-1 16,1 0 0-16,-2 3 1 0,-2 0-1 15,1 2 0 1,-4 1 0-16,0 0 0 0,1 3 0 16,-1-1 0-16,-2 0 0 15,2 1 0-15,1 1 0 0,-1 0 0 16,3-1-1-1,-1 1 1-15,-2 0 0 0,1 0-1 16,-1 0 1-16,0 0-1 16,0 0 1-16,0 0-2 15,0 0 1-15,-1 0 0 16,1 1 0-16,0 2-1 16,0 2-2-16,1 0 2 15,1 1 0-15,-3 1 0 0,2 0 1 16,0 0-1-16,1 3 0 15,-2-3-1-15,1 3 0 16,3 0 1-16,-4 0 0 0,3 1-1 16,-2 1 3-16,1-4-1 15,0 4 0-15,-1-2 1 16,0-1 1-16,2-1 0 16,-3 0 1-16,2-2 1 15,-2 1-2-15,2-3 1 0,-2 1-1 16,-2-1 2-16,2-1-2 15,-2 1 2-15,2-3 0 16,-2 1-1-16,1 0 1 16,2 0 1-16,2-2 1 15,-1 0-4-15,-1 0-38 16,2-2-71-16</inkml:trace>
  <inkml:trace contextRef="#ctx0" brushRef="#br0" timeOffset="20011.9">9419 8311 16 0,'2'-14'3'0,"0"2"0"0,0 1-1 0,0 1-2 0,-1 0 0 15,-1 3-1-15,0-1-2 16,0 0-6-16,0 3 1 16</inkml:trace>
  <inkml:trace contextRef="#ctx0" brushRef="#br0" timeOffset="21288.43">9379 8190 54 0,'0'0'15'16,"0"0"-7"-16,0 0-2 15,0 0-3-15,0 0 1 16,0 0 1-16,0 0 0 0,-20-10 1 16,15 9-3-16,-3 1 3 15,0-2 2-15,-1 2-3 16,-1 0 1-16,0 0 0 15,-3 0-6-15,2 0 6 16,-5 0-5-16,-1 3 1 16,0 3 0-16,-1-2-3 0,1 3 6 15,-3-1-2-15,4 1 0 16,0 0 7-16,3 0-2 16,-1 2-3-16,1-2-1 15,-1 3-3-15,3-1 0 16,-1 3 0-16,2-2-1 15,-1 3 0-15,0 0 0 0,-1 1 0 16,1-3 0-16,3 3 0 16,-4-1-1-16,4 0 1 15,1 0-1-15,0 1 0 16,-2 0 1-16,3-1-1 0,-1 1 2 16,0 3-1-16,-2 0 0 15,0 1 1-15,1 1-1 16,0-2 0-16,-1 2 1 15,2-1 0-15,1-1-3 16,2 2 2-16,-1-1 1 0,2 0-2 16,1 1 1-16,2-1 1 15,0 1-2-15,0-1 0 16,0 0-1-16,0 1 3 16,0-3-3-16,0 2 1 15,1-1 0-15,2-1 2 0,3 1-2 16,-2 0 2-16,-1 2 0 15,3-1-2-15,-2-1 2 16,1 0-1-16,2 0 1 16,-2 0-1-16,3 0 1 15,-3 2-1-15,3-2 0 0,-2 0 1 16,2 1-2-16,-3-2 1 16,3 1 0-16,0-3 0 15,0 0 0-15,0-2 0 16,1-1 1-16,3-4-1 15,-1 2 1-15,0-2 0 16,1-1 0-16,1-1 1 0,1 0 0 16,3 0 1-16,-1-3-2 15,-1 1 0-15,1-1 0 16,-1-2 1-16,2 0-1 16,2 0 0-16,-1 0 2 0,5 0-1 15,-4 0 0-15,6-3-1 16,-2-1 0-16,-1-2 0 15,0 0 0-15,-1 0-1 16,3-1 1-16,-3-1 0 16,-2-3-1-16,4 1 1 15,-3-1 1-15,2-2 0 0,1-4-1 16,1 0 1-16,-1 1-1 16,-1-2 1-16,0-1 0 15,1-2-2-15,-6 0 1 16,1-2 1-16,-3 2-1 0,-1-2 1 15,-2-1 1-15,-1 3 2 16,-4-4 0-16,-1 1-2 16,-1-1-1-16,-1-1 0 15,0-1-1-15,-4 0 0 16,0-1 1-16,0-2-1 16,0 2 1-16,0-2-2 0,-4 0 1 15,-2 0 0-15,1 1-1 16,-3-3 1-16,0 2-1 15,-1 0 0-15,-2 2 0 16,-4-2 1-16,1 5-1 16,-2 0 1-16,-4 3-1 0,0 0 1 15,-2 5 0-15,2-1 2 16,-4 2-3-16,1 2 1 16,0 1 0-16,1-1-1 15,0 4 1-15,-3-1 0 0,0 1 0 16,-2 0 0-16,-4 4 0 15,0 3 0-15,-3 1 0 16,-3 2-2-16,3 2 1 16,-3 11-1-16,5 6-2 15,1 2-32-15,-2 0-66 16</inkml:trace>
  <inkml:trace contextRef="#ctx0" brushRef="#br0" timeOffset="80976.71">10391 8571 0 0,'7'-11'0'0</inkml:trace>
  <inkml:trace contextRef="#ctx0" brushRef="#br0" timeOffset="82446.28">14970 9225 84 0,'0'0'1'0,"0"0"2"15,0 0-1-15,0 0-1 0,0 0-1 16,0 0 0-16,0 0 0 15,0 0 0-15,0-38 13 16,0 34 5-16,0 2 6 16,0 1-7-16,0 0-5 15,0 1-5-15,0 0-7 0,0 0-10 16,0 0 9-16,0 1 0 16,0 6 2-16,0 1 0 15,0 2 2-15,0 2 0 16,0 1-1-16,0 0 0 15,0 1-2-15,0-1 0 0,0-1 1 16,5 0 0-16,2-2-3 16,0-2-1-16,1-2 3 15,3-2 1-15,1-2 5 16,-2-2-1-16,3 0 0 16,0 0-2-16,1-2 2 0,1-5 0 15,-1-3-2-15,2-1-1 16,-2-1 2-16,0-2-3 15,-2-1 1-15,0-1-1 16,-2 0 1-16,-2 0-1 16,-2 1 0-16,-3 2 1 15,0 2-1-15,-3 2 1 0,0 2-2 16,0 2 5-16,0 3 1 16,-3 2-3-16,-2 0-3 15,1 7-1-15,-2 6 0 16,3 3 0-16,-1 2 0 15,2 4-2-15,2 2 1 0,0 1-2 16,0 2 3-16,6 4-1 16,1-2-1-16,2 1 3 15,0 0 0-15,-1-2 0 16,-1-3-2-16,-3-3 1 0,-1-1 1 16,0-4 0-1,-3-6 1-15,0-1-1 0,-5-1 0 16,-5-2 7-16,-7 0 9 15,-1-1-2-15,-9-2-6 16,0 2-2-16,-4-2-4 16,2-1 1-16,2 0-1 15,0-3 0-15,4 0 0 0,4 0 0 16,2 0-2-16,2-6-20 16,5-5-21-16,0-5-70 15</inkml:trace>
  <inkml:trace contextRef="#ctx0" brushRef="#br0" timeOffset="82971.13">14852 9018 100 0,'0'0'3'0,"0"0"1"0,0 0-2 0,0 0 4 0,0 0 1 15,0 0-2-15,0 0 0 16,36-46-2-16,-34 31 1 16,1-2 2-16,-1-3 11 15,0 0-4-15,-2-1 7 0,0 2-4 16,0-2-1-16,0 1-7 16,0 2-1-16,0 0-1 15,2 2-2-15,1 0 0 16,0 3-1-16,2 2 4 15,-1 2-5-15,2 5 0 0,2 3-2 16,-3 1-3-16,3 1-1 16,1 11-1-16,1 5 0 15,0 4-2-15,2 3 4 16,-1 7 4-16,2 2 3 16,3 4-2-16,1 3-1 15,0 2-17-15,3 1-27 0,-1-6-27 16,6-6-51-16</inkml:trace>
  <inkml:trace contextRef="#ctx0" brushRef="#br0" timeOffset="83271.61">15622 9187 66 0,'0'0'84'0,"0"0"-59"0,0 0 8 0,0 0-14 0,0 0-2 15,0 0 0-15,0 0-4 16,0 0-10-16,46-8-1 15,-26 5-1-15,2 1 0 16,1 0 0-16,0 2-12 0,-2 0-41 16,-2 0-60-16</inkml:trace>
  <inkml:trace contextRef="#ctx0" brushRef="#br0" timeOffset="83399">15724 9353 200 0,'0'0'21'0,"0"0"-7"16,0 0-17-16,47 7 7 16,-12-18-6-16,8-6-49 15</inkml:trace>
  <inkml:trace contextRef="#ctx0" brushRef="#br0" timeOffset="83981.36">16883 8856 82 0,'0'0'76'0,"0"0"-69"16,0 0 12-16,0 0-7 15,0 0-9-15,0 0-1 16,-27-42-1-16,23 30-1 15,0 2 1-15,0-4 0 0,-1 3-1 16,-1 1-1-16,-2 3-4 16,-2 2-5-16,-3 5-2 15,-3 0 2-15,0 3 9 16,-3 10-3-16,0 3 6 16,1 4 0-16,0 5-2 0,3 4 0 15,2 6 0-15,3 4-3 16,1 4 2-16,5 4 1 15,-1-1 2-15,5-1 2 16,0-1 1-16,5-1 0 16,0-5 2-16,5-1-1 0,-3-3-5 15,2-3 1-15,-3-3 1 16,-1-4-1-16,-2-3 0 16,-3-3-1-16,0-2 2 15,0 4 1-15,-11-2 1 16,-3-2-10-16,-2-3-41 0,-2-9-31 15</inkml:trace>
  <inkml:trace contextRef="#ctx0" brushRef="#br0" timeOffset="84257.03">16397 9321 202 0,'0'0'3'0,"0"0"-2"0,46-16 8 0,-19 6 3 15,4 0-2-15,8 3-5 16,8-3 0-16,5 2-2 0,5 3 1 15,5-2 1-15,-3-1-38 16,3-2-119-16</inkml:trace>
  <inkml:trace contextRef="#ctx0" brushRef="#br0" timeOffset="85298.98">17626 8518 54 0,'0'0'12'0,"0"0"0"0,0 0 0 0,0 0-2 0,0 0 0 15,-13-37-4-15,12 33 2 16,-1 1 2-16,0 0 1 15,0 1 4-15,1 0-1 16,-1 1-3-16,1 1-4 0,-1 0-4 16,-2 0-2-1,-2 1-5-15,-1 6 3 0,-1 3 2 16,-5 1-3-16,3 4 8 16,-3 1-6-16,-4 3-6 15,-2 5 4-15,1 4 10 16,-4 1-6-16,1 7-2 0,-1-1 0 15,1 2 1-15,1 1 0 16,3 2 1-16,1 1-2 16,1 2 3-16,1 3 0 15,3 2-1-15,2 1-1 16,5 1 1-16,4-2-3 16,0-1 4-16,5-1-2 0,10-4 1 15,5 1-3-15,5-3 0 16,6-3 8-16,3-1-4 15,4-4-1-15,4-4 2 16,7-5 0-16,3-3-1 16,4-6 2-16,3-1 1 15,1-6-1-15,-1 0-11 0,-4-7-69 16,-4 0-91-16</inkml:trace>
  <inkml:trace contextRef="#ctx0" brushRef="#br0" timeOffset="88033.25">18175 8772 19 0,'1'0'20'0,"1"0"-2"0,0 0-15 15,1 0-2-15,-1 0-1 16,0 0 0-16,0 0-3 15,-2 2-4-15,0-2-2 16,0 1 15-16,0-1 7 16,0 0 4-16,0 0 2 15,0 0-1-15,0 0 3 16,0 0-10-16,0 0-3 0,0 0-2 16,0 0-5-16,0 0-2 15,0 2-1-15,0-1 0 16,0 2-2-16,-2 1 3 15,-5 1 8-15,0 2-6 16,-3 0 4-16,-5 1-5 0,0 2 6 16,-7 2-3-16,-2-1-1 15,-1 4 1-15,-2-3 4 16,-3 3-3-16,2-2-1 16,0 0 3-16,1 1-3 15,1-1 1-15,3 1-2 0,4-1-2 16,2-3 0-1,5 1 0-15,5-5 0 0,3 0-2 16,4-2-1-16,0-3-5 16,4 1-1-16,9-2 22 15,3 0-9-15,3 0-1 0,3 0 2 16,4 0-2-16,-3-2-3 16,1 0 1-16,-1 0-1 15,3 2 0-15,-4 0 0 16,0 0 0-16,3 0 0 15,-6 0 0-15,0 2-1 0,-1 3 1 16,-5 1 0-16,1 0 0 16,-5 1 0-16,-2 1-2 15,-2 2-2-15,-4 1-2 16,-1 1 4-16,0 1 1 16,-9-1 7-16,-4 1-3 0,-1-2-1 15,-3 1-4-15,-1-1 6 16,1-1-4-16,1 2 0 15,2-3 1-15,0 1 0 16,4-3-2-16,3 1 1 16,1-1-1-16,3-3 1 15,2 2-2-15,1-2-2 0,0-2-2 16,0 0-1-16,7-1 15 16,3-1-4-16,3 0 2 15,7 0 0-15,-1 0 0 16,4-1-2-16,2-3-2 0,2 0 0 15,-2 1-2-15,1 0 3 16,1 0-2-16,-3 2 1 16,-1 1-1-16,-3-2-14 15,-6 1-79-15</inkml:trace>
  <inkml:trace contextRef="#ctx0" brushRef="#br0" timeOffset="88757.19">18571 8869 130 0,'0'0'6'0,"0"0"-9"0,0 0-4 16,0 0 1-16,0 0 5 0,0 0 3 16,-3 51-3-16,2-34 1 15,1 0 1-15,0 0 1 16,0-1 0-16,0-2 2 15,1 2 1-15,4-2-1 0,-2-3 0 16,6-1 0-16,-4-2-1 16,3-3 2-16,-1-2 2 15,4-3 3-15,-4 0-1 16,3 0 0-16,0-6 0 16,1-4-3-16,-4 0-1 15,1-5-2-15,-1 1-1 0,0-1 0 16,-3 4 1-16,-1-4-1 15,1 6-1-15,0 0-1 16,-3 2 1-16,1 3-2 16,0 3 2-16,-1 1-2 15,3 0-6-15,-2 0 0 16,1 5-2-16,0 4 5 0,2-1 0 16,0 2 4-16,1 1 0 15,3-2-1-15,0-2 2 16,0 0-1-16,3-1 1 15,-2-3 0-15,1-2 4 0,1-1-2 16,-1 0 4-16,0 0-1 16,1-8 3-16,0-2-1 15,-5-2 4-15,0-4 4 16,-2 0-3-16,-3-3-2 16,-2-4-3-16,0 2-2 15,0-3-6-15,0 4 1 16,-4 2 0-16,-1 2-2 0,-2 5 0 15,2 4-5-15,-2 4-11 16,1 1-23-16,-3-2-65 16</inkml:trace>
  <inkml:trace contextRef="#ctx0" brushRef="#br0" timeOffset="89089.19">19032 8585 84 0,'0'0'46'0,"0"0"-39"0,0 0-6 0,0 0-6 16,0 0-2-16,0 0 7 15,0 44 6-15,0-24-3 16,1 0-2-16,2 0 1 16,1 1-1-16,-1-4 0 0,1-1 0 15,-1-2 0-15,1-3 2 16,-2-2-1-16,-1-2 2 16,-1-2-1-16,0-2-3 15,0-3-22-15,0 0-19 16</inkml:trace>
  <inkml:trace contextRef="#ctx0" brushRef="#br0" timeOffset="89298.96">18885 8599 157 0,'0'0'9'0,"0"0"18"16,0 0-9-16,0 0-13 15,32-41-4-15,-15 34 0 16,3 0 0-16,-1 1 1 16,3 1-2-16,2 2 0 0,-1 1 1 15,0 1-5-15,0 1-40 16,-1 0-38-16</inkml:trace>
  <inkml:trace contextRef="#ctx0" brushRef="#br0" timeOffset="89681.21">19233 8742 61 0,'0'0'84'15,"0"0"-78"-15,0 0-3 16,0 0 1-16,0 0 0 16,42 9 0-16,-29-2 0 0,4 2 1 15,1-1 0-15,3 1 3 16,-1 1-4-16,1-2 0 15,-5 1-2-15,1-1 0 16,-2 0 1-16,-1 1-1 16,-3-3 1-16,0 1 0 0,-1-2-4 15,-3-1-21 1,-2-2-38-16,0-2-53 16</inkml:trace>
  <inkml:trace contextRef="#ctx0" brushRef="#br0" timeOffset="89957.29">19463 8684 38 0,'0'0'74'15,"0"0"-69"-15,0 0 15 16,0 0-16-16,-46 26-5 16,21-5 10-16,-4 2 8 15,-2 7 1-15,1 1-9 0,3 3-4 16,0 2-4-16,4 1 1 16,4 2-5-16,1-3-38 15,5-6-17-15</inkml:trace>
  <inkml:trace contextRef="#ctx0" brushRef="#br0" timeOffset="91313.42">19744 8743 52 0,'0'0'10'0,"0"0"7"0,0 0 3 0,0-1-9 15,0-1-1-15,0 2-2 16,0-2 2-16,0 1-8 16,0 1 5-16,0-2 4 15,0 2-1-15,0 0-1 16,0 0-2-16,0-1-7 0,2 1 1 16,3-3 0-16,4 2 1 15,2-3-1-15,3-1 1 16,-1 1-1-16,5-3 2 15,0 1-2-15,4-1 1 0,1 2-2 16,-1-3 0-16,3 3 1 16,-1 0 0-16,-2 1 0 15,-1 1-3-15,-3-1-11 16,-3 3-24-16,-3-1-6 16,-4-2-63-16</inkml:trace>
  <inkml:trace contextRef="#ctx0" brushRef="#br0" timeOffset="91589.95">19870 8589 114 0,'0'0'-5'0,"0"0"20"15,0 0-3-15,0 0-14 0,0 0 1 16,0 0 0-16,0 0 2 16,3 51 2-16,-2-31 0 15,4 2-1-15,-5 2 1 16,3-1-1-16,-1-1 0 0,2 1 1 16,2-3-1-1,0-3-4-15,4-4-24 0,-1-5-23 16</inkml:trace>
  <inkml:trace contextRef="#ctx0" brushRef="#br0" timeOffset="92273.34">20228 8506 72 0,'0'0'30'15,"0"0"-25"-15,0 0-3 16,0 0-2-16,0 0-1 0,0 0-1 16,0 0 2-16,0 0 2 15,0 0 0-15,13 48 1 16,-10-37 1-16,5 3 0 15,-3-4-1-15,3 2-1 16,-2-3 0-16,4 0 0 16,-3-2 1-16,0-3-1 0,3 1 0 15,-2-4-1-15,0-1 3 16,3 0 1-16,-3 0 2 16,3-7 2-16,-1-2-1 15,1-3-3-15,-2 0-2 16,0-2-2-16,-3 3 2 15,0-2-2-15,-3 2-1 0,-1 1 1 16,0 1-1-16,-2 2 3 16,0 3 2-16,0 0 0 15,0 2-3-15,0 2-2 16,0 0-1-16,0 0 0 0,0 6 1 16,0 2-3-16,0 1-4 15,2 2 9-15,4-2-2 16,1 2-1-16,2-4 1 15,0 2 2-15,2-4 2 16,2 1 2-16,-2-5-1 16,1 2 3-16,0-3-3 0,0 0 4 15,0 0 3-15,-5-7 6 16,1-3-2-16,-2-4-4 16,-1 0-1-16,0-2-6 15,-4 0-2-15,1 0-1 16,-2 1-2-16,0 1 2 15,0 3-2-15,0 4-2 0,0 0-12 16,-3 5-8-16,-4 2-27 16,3 0-44-16,1 0-8 15</inkml:trace>
  <inkml:trace contextRef="#ctx0" brushRef="#br0" timeOffset="92729.25">20754 8604 67 0,'0'0'4'0,"0"0"8"0,0 0-5 0,0 0-3 0,-41 16-3 15,33-10 3-15,0 4-1 16,3 0 3-16,3 1 2 16,-1 1 0-16,3-1-2 15,0 1 0-15,1-1 2 0,6-3-2 16,3-1 4-16,2-1 7 16,3-3 4-16,1-3-8 15,-1 0 2-15,3 0-4 16,3-6-4-16,-4-4 1 15,-1-1-2-15,-2-3 3 16,-4-2 2-16,0 0 1 0,-7-1-3 16,-3-1-2-16,0 0-4 15,-3 1-1-15,-9 2-1 16,-1 2-3-16,-3 2 5 16,-1 8-3-16,-1 0-3 15,1 3-3-15,2 0-13 0,0 8-14 16,3 2-30-16,1-2-15 15</inkml:trace>
  <inkml:trace contextRef="#ctx0" brushRef="#br0" timeOffset="93506.17">20636 8052 85 0,'0'0'4'0,"0"0"4"0,0 0-3 0,0 0-1 16,41-35-1-16,-30 31 2 16,4-1 2-16,1 3-2 15,4 0 1-15,2 1-4 16,5 1-1-16,0 0-1 16,2 0 2-16,0 0 3 0,1 1 3 15,1 3 0-15,0 2 0 16,0 1 2-16,0-1 0 15,1 3-3-15,-3 0-1 16,-2 0-5-16,-1 4 1 16,-3 1 0-16,-1 0 0 0,-3 2 1 15,2 1-1-15,-3 1-2 16,-3 3 2-16,0 1-1 16,-2 2-1-16,1 2 1 15,-4 2-1-15,-2 2 0 0,1 1 2 16,-3 2-2-16,1-1 2 15,-3 1-4-15,2 4 4 16,-4-3-3-16,-2 2 4 16,0 2-2-16,0-1 1 15,0 0 1-15,-2-2 2 16,-6-2-5-16,0-4 10 0,0-6-7 16,-3-3 4-16,0-4-1 15,2-3 0-15,-5-2-1 16,1-1 2-16,-5 0-3 15,0 3-1-15,-2 0 2 16,-7 1-3-16,0-9-45 0</inkml:trace>
  <inkml:trace contextRef="#ctx0" brushRef="#br0" timeOffset="95994.79">16582 9740 66 0,'-3'0'18'0,"3"0"2"0,0 0-7 0,0 0-1 15,0 0-5-15,0 0-6 16,0 0 0-16,2-2-2 15,4-1 1-15,1 1 0 0,3-1-1 16,-1-2 2-16,3 1-2 16,3 0 4-16,3-2 2 15,0 2-2-15,0-2-1 16,4 1-2-16,-2-1 3 16,-2 2-2-16,0-1 1 15,-5 2 0-15,1-1-1 0,-1 2 0 16,-2 0 0-16,-3 1-11 15,0-1-21-15,-3 1-39 16</inkml:trace>
  <inkml:trace contextRef="#ctx0" brushRef="#br0" timeOffset="96449.26">16604 9843 31 0,'0'0'6'0,"0"0"-3"0,0 0 5 16,0 0 0-16,0 0-2 0,0 0-2 15,0 0-1-15,0 0 2 16,0 0 3-16,41 2 1 16,-31-2 0-16,4-3-3 15,4-1-1-15,0-2 0 0,1 0 1 16,2-1-1-16,-3 0 1 15,4 1-3-15,-5-2 0 16,-1 2-1-16,-1-2 2 16,-1 2-1-16,-1 0 0 15,-3 2 0-15,1 1 1 16,-5 0-2-16,2 3 0 16,-4 0-1-16,-3 0-18 0,-1 0-27 15</inkml:trace>
  <inkml:trace contextRef="#ctx0" brushRef="#br0" timeOffset="96734.29">16622 9855 92 0,'0'0'3'15,"0"0"12"-15,0 0 0 16,0 0 2-16,0 0 0 0,0 0-19 16,0 0 8-16,0 0-4 15,52-26-2-15,-30 22 0 16,7-2 2-16,0 1-14 15,-4-1-52-15</inkml:trace>
  <inkml:trace contextRef="#ctx0" brushRef="#br0" timeOffset="97584.37">15891 10708 79 0,'0'0'12'0,"0"0"10"0,0 0-10 15,0 0-3-15,0 0-5 16,0 0-2-16,0 0-1 0,0 0 4 15,0 0-1-15,40-17 3 16,-26 11-3-16,-1 2 0 16,4-1 1-16,0 2-4 15,3-3 0-15,-1 2 0 0,0 2 0 16,1 1 1-16,-4-1 1 16,0 2-3-16,-3 0-19 15,-2 0-35-15</inkml:trace>
  <inkml:trace contextRef="#ctx0" brushRef="#br0" timeOffset="97750.64">16060 10812 81 0,'0'0'96'0,"0"0"-87"15,0 0-10-15,0 0-1 16,0 0 3-16,48 7 4 15,-21-14-1-15,4-2-15 16,2-5-62-16</inkml:trace>
  <inkml:trace contextRef="#ctx0" brushRef="#br0" timeOffset="106898.67">18467 9589 75 0,'0'0'2'0,"0"-3"0"0,0 3-2 0,0-1 0 16,0 1 0-16,0-2 2 15,2 2-4-15,4-1 1 0,-1 1-3 16,3 0 6-16,1-3-1 15,5 2 1-15,2-2 1 16,4 0-3-16,6 0 2 16,3-1 0-16,3 0-1 15,5 1-1-15,5-3 2 16,2 2-1-16,5-2 1 16,7-2-2-16,-1-1 2 0,6-2-5 15,4-2 0-15,4-1 5 16,1-2 3-16,3-1-1 15,4 0 0-15,2-3-1 16,4 2-1-16,2-1 0 0,-1 0-1 16,0 0-2-16,3 2 0 15,0-2 6-15,-2 2 4 16,-2 0-2-16,2 0 1 16,-2 0 1-16,-3 0-1 15,0 2-2-15,-8 2-2 16,-2 1-2-16,-8 1 1 0,-9 1-2 15,-4 3 1-15,-9 3 0 16,-7 1 0-16,-8 3-2 16,-12 0-24-16,-13 0-42 15</inkml:trace>
  <inkml:trace contextRef="#ctx0" brushRef="#br0" timeOffset="108214.02">17187 10380 41 0,'-1'0'8'0,"0"0"5"0,-1 0 3 0,2 0 1 15,-2 0-4-15,0 0 0 0,0 0 5 16,2-1 6-16,-2 0-13 16,1-1-3-16,0 2-3 15,1 0-2-15,0 0-1 16,0 0-3-16,0 0-1 15,0 0-4-15,0 0 8 0,5 0-1 16,2 2-1-16,2 0-1 16,2 1-1-16,0 1 5 15,3-1-3-15,-1 0 1 16,-1 0 0-16,1-2-1 16,-2 2 0-16,-3-1 1 15,0-1 0-15,-2 0 0 16,1-1-1-16,-5 3 0 0,2-3 1 15,-2 0-1-15,1 0 1 16,-3 1-1-16,3 1 0 16,-3-2 0-16,0 1 0 15,0-1-2-15,0 1-2 0,0 0 2 16,0 2 4-16,0 0-2 16,0 1 0-16,0-1 0 15,-3 1-1-15,-3 3 2 16,1 0-2-16,-4 2 2 15,1 1 0-15,-4 1 2 0,-1 0 1 16,-1 2-1-16,1 1-3 16,-3-1 1-16,5 1 1 15,-2 2-1-15,2-3 0 16,1 0 0-16,4-1 1 16,-3 1 0-16,5-2-10 0,1-3-25 15,3-3-22-15,0-5-49 16</inkml:trace>
  <inkml:trace contextRef="#ctx0" brushRef="#br0" timeOffset="108577.32">17414 10515 66 0,'0'0'7'0,"0"0"-2"0,0 0 2 0,0 0-3 0,0 0-3 15,0 0 0-15,-37 31 0 16,29-22-1-16,3 2 0 15,-4 1 5-15,2 0-2 16,-1 1-1-16,-1 1-1 0,1-1 0 16,-2 3 1-16,1-2-1 15,0 0 0-15,0-1 1 16,4 0 0-16,1-2 0 16,0-1-1-16,4-3-13 15,0-4-33-15</inkml:trace>
  <inkml:trace contextRef="#ctx0" brushRef="#br0" timeOffset="109275.31">17644 10367 15 0,'0'0'61'0,"0"0"-48"0,0 0 2 16,0 0-4-16,0 0-2 16,0 0-3-16,0 0-1 15,0 0-1-15,0 0-4 0,0 0 6 16,-9-12-5-16,5 12-2 16,-2 0 1-16,0 7-1 15,0-2 1-15,1 2-3 16,-2 1 3-16,0 0-1 15,2 2 0-15,0 1 0 0,2 1 0 16,-2-4 0-16,2 4 1 16,1-2 0-16,1 0-1 15,1-1 1-15,0 0-1 16,0 0 0-16,0 1 1 16,1-2 4-16,4 2-1 0,2-3-1 15,1 0 3-15,3 0-2 16,0 0 2-16,1-1 0 15,2-3 0-15,-1 0-3 16,1-3 2-16,-1 0-2 16,-1 0 2-16,1 0 2 15,-4-6 0-15,2-4 5 0,-2-3 3 16,-2-1 0-16,-1-1 3 16,-3-4-1-16,-3 2 2 15,0-4-7-15,-1 1-4 16,-11-3-2-16,-2 3-3 15,-4 0-3-15,-3 2-3 0,2 2 6 16,-4 5 0-16,0 1-21 16,1 1-42-16,1-2-79 15</inkml:trace>
  <inkml:trace contextRef="#ctx0" brushRef="#br0" timeOffset="110244.54">18187 9660 45 0,'-2'0'8'0,"1"0"5"0,1 0-7 16,-1 0-2-16,1 0 5 0,0 0 1 15,0 0-6-15,0 0-4 16,-2 0 0-16,1 2 0 15,0-1-7-15,-2-1-18 16</inkml:trace>
  <inkml:trace contextRef="#ctx0" brushRef="#br0" timeOffset="112114.6">16708 8490 24 0,'0'0'2'0,"0"0"1"0,0 0 2 0,-44 6 0 15,34-5 4-15,-1 2 2 16,-1 0-3-16,-1 1-1 16,1-1 1-16,-3 1-3 15,1 3 2-15,-3-1-2 0,-1 2-4 16,3 2 0-16,-2 3 0 15,0 0-1-15,-2 1 0 16,1 3 0-16,1 0 0 16,-3 1 0-16,2 1 0 15,-3 1 0-15,1 1 1 0,3-1-2 16,-2 1 2-16,3 1-1 16,0 0 0-16,3 0 0 15,1 0 0-15,1 3 0 16,2 0 1-16,-2 2-1 15,2 3 0-15,2-2 2 0,-1 4-4 16,2-1 2-16,1 0 2 16,2-1-2-16,0-2 1 15,1 2 0-15,0-1 0 16,2-2-1-16,0-1 0 16,0 0 0-16,0 1 0 0,0 0 0 15,0-1 0-15,2-1 0 16,3 2-1-16,3 0 1 15,-1 0 1-15,3-1-1 16,2-1 1-16,2-2 0 0,-1 1-1 16,3-3 1-16,-2-1 0 15,2-1-1-15,-1 1 1 16,-1-2-1-16,0-1 1 16,-2 0 0-16,1-2-1 15,-1 0 1-15,1-1-1 16,-2-1-1-16,-2-2-1 0,5 1 1 15,-1-2 1-15,2-2 7 16,3 2-4-16,-1-1-1 16,1-1 0-16,3-1 0 15,0 0-1-15,-2-1 1 16,0 0-1-16,0-5 0 0,-1-1 0 16,-1 0 1-16,0 0 5 15,1 0 3-15,-1-4 1 16,2-3-5-16,1-2-2 15,-3-1-1-15,1-1-1 16,-2-2 0-16,2 3-1 0,-3-3 0 16,-1-1 1-16,-1 2-2 15,1-1 1-15,-4 0 1 16,1 1 0-16,1-3 0 16,-1 4 0-16,1-4-1 15,-3 0 1-15,1 3-1 16,1-5 0-16,1 0 1 0,-1-1-1 15,1-2 0-15,-1-1 0 16,-2-1 2-16,2 1-5 16,-6-2 4-16,1 1-1 15,-2 0-1-15,-3 1 0 0,2-2 1 16,-1 2 0-16,2-2-1 16,0 2 0-16,-2 1 1 15,1-1-2-15,0 1 2 16,0 1-1-16,-1 0 0 15,-2 1-1-15,0 0 2 0,0 0-1 16,0-1 3-16,0 1 1 16,0-1 0-16,0-1-1 15,-2 2-3-15,-4-1 1 16,2 1 0-16,-1 1 0 16,-1 1 1-16,2-1 1 0,0 0-2 15,-1 0 0-15,1 0 0 16,0 1-1-16,-4-2 1 15,2 2 1-15,-2 1-1 16,-1-2 1-16,1 1 5 16,-3 0-3-16,1-1 0 0,-1 2 0 15,1-1-4-15,-1 0 2 16,-3 3-2-16,1 2 4 16,-1 3-2-16,-1 0-1 15,1 5 2-15,-1 3-3 16,-1 0 1-16,-1 1-12 0,0 7-37 15,1-2-69 1</inkml:trace>
  <inkml:trace contextRef="#ctx0" brushRef="#br0" timeOffset="113886.87">17018 10369 38 0,'-2'-2'9'0,"-3"-2"6"0,3 1-3 0,0 0-3 0,1 1-2 16,-1-1-1-16,0 1 0 16,2 0 1-16,-2 0-1 0,2-1 2 15,-1 2-4-15,0 1 2 16,1-3-1-16,0 3 2 15,0 0-4-15,0 0-4 0,0 0-1 16,0 0-2 0,0 0 0-16,0 0 3 0,1 0-1 15,4 0 1-15,1 1 0 16,4 2 1-16,-1 0-2 16,0 1 1-16,5-1 1 15,1-1 1-15,1 0-2 0,1-1 6 16,-1-1-5-16,-3 0 3 15,1 0-1-15,-1 0 0 16,-5 0-2-16,1 0 1 16,1 2-1-16,-4-2 0 15,2 0 2-15,-2 2-2 0,1-1 1 16,-3 1-1-16,-1-1 1 16,-1 0-1-16,2-1 1 15,-4 1-1-15,2-1 1 16,-2 0 0-16,0 0 2 15,0 0-1-15,0 0-1 16,0 0 2-16,0 0-2 0,0 0-1 16,1 0 0-16,-1 0 1 15,2 0-1-15,-2 0-1 16,1 0 1-16,0 0 0 16,-1 0 0-16,0 0 1 15,1 0 0-15,-1 0 3 0,0 0 2 16,0 0 1-16,0 0 3 15,0 0 0-15,0 0 0 16,0 0-8-16,0 1-2 16,0 0 0-16,0 3-1 0,0 2-2 15,-1 3 0-15,-1 2 2 16,-1 2 1-16,-1 3 0 16,0 1-1-16,0 2 1 15,-3-1 0-15,1 1-2 16,0 0 5-16,-2-2-3 15,3 0 2-15,-1 0-1 16,3-4-4-16,1-5-34 0,2-5-24 16</inkml:trace>
  <inkml:trace contextRef="#ctx0" brushRef="#br0" timeOffset="114919.1">18341 9558 23 0,'-2'0'3'0,"0"2"-3"0,2-1 2 0,-3-1 4 16,2 1 1-16,1-1-4 16,0 2 1-16,0-1 0 15,0-1 2-15,6 1 2 16,0 1 2-16,3-2-3 16,5 0 0-16,-1 0 0 0,5 0-5 15,2 0-1-15,3-2 0 16,5-2 1-16,4-1-1 15,2-1 2-15,3-3-1 16,6-1 0-16,-1 0 1 16,3-4 2-16,6 0-2 15,1-2 1-15,6 1-1 0,3-2 2 16,2 1 0-16,5-1 0 16,-1 1-1-16,4 1 0 15,-1-1-1-15,-2 1 1 16,2 0-2-16,-1 1-1 15,1 0 0-15,-2 0 1 0,-1 1-2 16,1-1 0-16,1 0 0 16,-3 1 1-16,-1 0 0 15,-2 2-1-15,-3-1 1 16,0 2-1-16,-5-1 2 16,-1 4-1-16,-4-2-1 0,-2 2 1 15,-4 0 0-15,-4 0 0 16,-5 1 0-16,-4 3-1 15,-4-2 1-15,-5 1-1 16,-6 1 0-16,-1 0 0 16,-4 2-2-16,-4-1-19 0,-3 2-10 15,-3 0 0-15,-1 0-36 16</inkml:trace>
  <inkml:trace contextRef="#ctx0" brushRef="#br0" timeOffset="115572.95">18779 9518 59 0,'0'0'8'0,"0"0"2"0,0 0 0 0,0 0-3 0,40-5-4 15,-22 3-1-15,-1-2 0 16,6 0 0-16,2-1 1 15,4-1-1-15,0 1-1 16,2-2 0-16,5-1-2 16,-2 2 2-16,5-3 0 0,3-1 1 15,3 2 4-15,4-2-2 16,1 0-1-16,2-1-1 16,4-2-1-16,4 1 0 15,-1-2 1-15,3-2-2 0,3 1 4 16,1-1 1-16,2-1 1 15,-1 0 4-15,2 0 0 16,-2 1 0-16,-4 1-5 16,-1 2-1-16,-7 4-3 15,-3 1 2-15,-9 1-1 0,-6 4-1 16,-5 3-6-16,-9 0-18 16,-10 0-26-16,-9 0-56 15</inkml:trace>
  <inkml:trace contextRef="#ctx0" brushRef="#br0" timeOffset="116584.25">18202 10372 63 0,'0'0'13'0,"0"0"3"0,0 0-2 0,0 0-6 15,0 0-1-15,0 0 2 16,0 0 0-16,0 0 1 0,0 0-5 16,0 0-1-16,0 0-1 15,0 0-3-15,0 0 0 16,-10-17 2-16,10 17-2 16,0 0-5-16,0 0 0 15,0 0 2-15,2 0 4 16,4 0 1-16,1 2-1 0,5 1 0 15,1-3 1-15,5 0 0 16,3 0 1-16,0 0 0 16,4 0-2-16,2 0 1 15,2-4 0-15,1 0-2 16,4-2 0-16,-2 2 1 16,3-2 0-16,-3-1 0 0,0 3 0 15,0-2 0-15,-3 2 0 16,-2-3 0-16,-4 5-1 15,-2-2 1-15,-2 1 0 0,-1 0-1 16,-3-1 1-16,-2 2 1 16,-1 1-1-16,-3-1 0 15,-1 1 0-15,-5 1 0 16,2 0-1-16,-5 0 0 16,0 0-8-16,0 0-21 0,-3 0-10 15,-8 0-8-15</inkml:trace>
  <inkml:trace contextRef="#ctx0" brushRef="#br0" timeOffset="116918.87">18752 10190 67 0,'0'0'7'0,"0"0"8"0,0 0 2 0,42-6-8 15,-28 6 3-15,-1 0-1 16,1 0 0-16,-1 2-1 16,-1 5-8-16,-4 3-2 15,1 2-3-15,-5 3 0 0,-1-1 5 16,-3 3 0-16,0-3 0 15,0 1 3-15,-6 1 4 16,-4-3-4-16,-3 3 1 16,-2-2-2-16,-2 2-5 0,2-5-23 15,1-1-26-15,4-6-18 16</inkml:trace>
  <inkml:trace contextRef="#ctx0" brushRef="#br0" timeOffset="118194.52">19443 10046 67 0,'0'0'4'0,"0"0"-4"0,0 0 0 0,0 0 2 0,0 0-1 16,0 0-1-16,0 0 2 15,0 0-1-15,0 0 8 16,0 0 5-16,0 0 0 15,0 0 0-15,29-11 4 16,-22 4-3-16,-3-3-2 0,0 0-1 16,-1 1-5-16,1 0 0 15,-1 0-1-15,-1-1 0 16,0-1-2-16,1 2-1 16,1-2 0-16,-2 3-2 15,-1-1 0-15,0-1-1 0,0 4 0 16,-1 2 1-16,2 1-1 15,-1 2-1-15,-1-1 0 16,0 1-1-16,0 1-4 16,0 0 0-16,0 0-2 15,0 0 6-15,1 1 1 0,-1 4-2 16,2 0-1-16,0 4 1 16,0-1 0-16,-1 2 0 15,1 0 0-15,1 2 1 16,2 0 0-16,-3 1 0 15,2 0-1-15,0 1 0 0,0 2 1 16,0 0 0-16,-1 0 4 16,-1 3-2-16,2-2 1 15,-2-1 0-15,-2 1 2 16,2-2-2-16,-2-1 1 16,0-1 1-16,0 0-1 0,0-3 2 15,0 1-1-15,1-1 0 16,-1 0 2-16,0-1 0 15,0-2 0-15,0 0 0 16,0 0-3-16,0-3-6 16,0 1-13-16,0-1-7 15,-1-3 5-15,-5 2 5 0,-1-2-1 16,1 1 2-16,0-2 8 16,-2 1 3-16,2-1 2 15,1 0 0-15,0 0 2 16,1 0 1-16,2 0 6 0,2 0 5 15,0 0 5-15,0 0 2 16,0 0-4-16,3 0-9 16,9 0-6-16,5-4 6 15,4 0-5-15,6-2 3 16,5 3-3-16,3 0-1 16,0-1-11-16,-3 0-84 15</inkml:trace>
  <inkml:trace contextRef="#ctx0" brushRef="#br0" timeOffset="119438.53">17404 11017 82 0,'-2'0'12'0,"0"0"7"0,0-2 4 0,1-1-2 0,0 2-2 15,0-2-8-15,0 3-5 16,0-1 0-16,0-1-3 16,1 2-1-16,-1 0-2 15,-1 0 0-15,-2 0-2 16,1 0 2-16,-2 3-2 15,-3 4 0-15,1 2 0 0,-2-1 4 16,-2 2-4-16,2-1 4 16,-2 0-2-16,-3 0 0 15,2 1 0-15,-1 0 0 16,0-3 0-16,-1 0 1 16,1 0 1-16,1 0-1 15,-2 2 0-15,2-3 0 0,1-1 0 16,0 1-1-16,0 0 0 15,-2-2 1-15,2 0-1 16,0-1 0-16,1 1 0 0,0-4 0 16,3 3 0-16,-1 0 0 15,4-2 0-15,-1 1 0 16,2-1 0-16,2 1 0 16,1 0-1-16,0-1-1 15,0 1 1-15,0 0 0 16,0 0 0-16,5 0 0 0,3 2 0 15,2-1 1-15,1 0 0 16,0 1 0-16,3 2 0 16,-3-2 0-16,2-1 0 15,-2 1-3-15,3 1 0 16,-1-2 2-16,2-1 1 16,1 1 1-16,-2-1 0 0,1-1 4 15,-1 0-2-15,-2-1-1 16,0 0-1-16,-1 0 1 15,-3 0 0-15,-2 0-2 16,-2 0 1-16,-1 0-1 0,-1 0 2 16,-1 0-1-16,2 2 0 15,-3-1 0-15,0 2-3 16,0 0-10-16,0-1-31 16,0-2-31-16</inkml:trace>
  <inkml:trace contextRef="#ctx0" brushRef="#br0" timeOffset="120121.67">17581 11089 24 0,'0'0'27'0,"0"0"5"0,0 0-9 0,0 0-9 15,0 0 1-15,0 0 8 16,0 0-6-16,0 0-6 15,0 0-7-15,0 0-2 16,0 0-4-16,0 0-1 16,-10-18-6-16,7 18-2 15,-4 4 15-15,3 1-2 0,-1 3-2 16,1 0 0-16,1 0-2 16,1 2-1-16,0-1 2 15,2 1-1-15,0 0-1 16,0-2 1-16,0 2 3 15,0 2-4-15,0-2 2 0,0-1 1 16,2 3-3-16,3-2 3 16,1 1-2-16,-2-2 1 15,2-1 1-15,3 1-1 16,-1-2 1-16,0-1 2 16,3-1 0-16,-1-2 2 0,1 0 0 15,-1-3 5 1,1 0 3-16,1 0 3 15,1-3-4-15,-1-4 2 0,-3-3-1 16,1 1 3-16,-2-2 3 16,-1 0-2-16,-3-3-4 15,-2 0 0-15,-2-2-3 0,0 0-1 16,0-4-5-16,-6 2 1 16,-3-1-2-16,-2 1-2 15,-3 2 0-15,2 3 0 16,-1 2-1-16,1 6-5 0,2 4-17 15,-1 1-36-15,2 0-39 16</inkml:trace>
  <inkml:trace contextRef="#ctx0" brushRef="#br0" timeOffset="120783.9">18252 11137 35 0,'0'0'2'0,"0"0"10"0,46 0 5 0,-28-1-1 0,5-2-6 16,-3 0 1-16,5 2-2 16,2-2 1-16,4 0-5 15,0 1 2-15,3 0-2 0,-1 0-2 16,2 2 1-16,-3-2 1 15,1 1 4-15,-1 1-2 16,-1-2 3-16,-1 0 0 16,2 0-1-16,-2 1-1 15,0 0-1-15,0-1-4 16,1 1-2-16,-2 0 1 0,0-2-2 16,-2 3 1-16,-2-2 0 15,-2 2-1-15,-2-1 2 16,-5 1-2-16,-2 0 0 15,-1 0 1-15,-2 0 0 16,-6 0 0-16,-2 0-2 0,-2 0-8 16,-1 1-27-16,0 1-15 15,-3-2 6-15</inkml:trace>
  <inkml:trace contextRef="#ctx0" brushRef="#br0" timeOffset="121088.7">19046 11032 54 0,'0'0'25'0,"0"0"-10"0,0 0 8 0,44-13-7 16,-31 13 0-16,0 0-5 0,-3 0-1 15,3 0-2-15,-5 2-3 16,-1 5-4-16,-2 1-5 16,1 2 1-16,-5 0 3 15,-1 2 0-15,0 2 3 16,-3 0 1-16,-7-2-9 16,-2 3 17-16,-2-1-19 15,1-2-24-15,1-4-21 0,4-1-49 16</inkml:trace>
  <inkml:trace contextRef="#ctx0" brushRef="#br0" timeOffset="122286.06">19673 10886 54 0,'0'0'27'0,"0"0"2"0,0 0 2 0,0 0 3 0,0 0-14 15,0 0-3-15,0 0-10 16,0 0-3-16,0 0-2 16,0 0-2-16,-16-28-4 15,12 28-4-15,0 0 11 16,-1 0-1-16,-3 0-2 0,3 2 0 16,-4 4 0-16,1 0 0 15,1 1-1-15,-3 1 1 16,3 2-1-16,-2 0 1 15,1 2 0-15,1 0-1 16,2 1 0-16,-1-3 0 0,3 3 0 16,1-4-2-16,0 2-2 15,2-1 4-15,0-2 1 16,0 2 1-16,0-2-2 16,0 1 1-16,0 0 0 15,4-1 0-15,-1-1-1 0,3 2 0 16,-1 1 0-16,2-2 0 15,1-1 1-15,1 1 1 16,-1 0 0-16,3 0-2 16,-1-3 3-16,2 2-2 15,-3-3-1-15,2 2 2 0,2-2 1 16,-1-2-1-16,1-1 3 16,1-1-1-16,-2 0 2 15,2 0 2-15,-1 0 0 16,1-2-2-16,-3-2-1 15,1-1-2-15,0-1 0 0,-2 0 1 16,-2 0-2-16,-1 0 0 16,0 1 2-16,-3 1 0 15,-1-2 4-15,-1 1 3 16,-1-2 1-16,0 2-3 16,1-3-1-16,0 1 0 0,-2 0-1 15,0-1-2 1,0 1-1-16,0 0-2 15,0 0 1-15,0-1-2 0,0-1 0 16,0 3 1-16,0-2 1 16,0-1 0-16,0 2 2 0,0 0-4 15,0 0 2-15,0 1-1 16,0 2 1-16,0-1-2 16,0 2-1-16,-2 0 1 15,0 0 1-15,0 0-1 16,0 1 0-16,0 0 0 15,1 0 0-15,-1-1 0 16,0 1 0-16,0 2 0 0,0-2-1 16,-1 2 1-16,0-3 0 15,1 3 0-15,-2-2 1 16,0 0 1-16,0 1-1 16,1-1 0-16,-3-1 1 0,2 0-1 15,-2 1 1-15,2 0-2 16,-1-2 1-16,1 3-1 15,0-1 1-15,0 1-1 16,1 1 0-16,-6 0 0 16,2 0-4-16,-6 4-23 0,-6 0-35 15,-3-4-66-15</inkml:trace>
  <inkml:trace contextRef="#ctx0" brushRef="#br0" timeOffset="124968.45">15916 12650 51 0,'0'0'13'0,"0"0"4"0,0 0-1 0,0 0-1 15,0 0 1-15,0 0 0 16,0 0 2-16,0 0-7 16,0 0-6-16,0 0 0 15,0 0-2-15,0 0-3 16,0 0-1-16,9-13 2 15,1 10 0-15,0 1-1 0,3 0-2 16,3 1 3-16,-3-1-1 16,3 2 1-16,0-1 0 15,0-1 1-15,1 1-1 16,-1 0-1-16,-1 1 1 16,-1 0 0-16,-3 0-1 0,-2 0-4 15,0 0-28-15,-8 1-21 16</inkml:trace>
  <inkml:trace contextRef="#ctx0" brushRef="#br0" timeOffset="125142.28">15956 12814 163 0,'0'0'8'0,"0"0"-8"16,0 0-1-16,0 0 1 0,0 0 6 15,38 5 4-15,-11-5-4 16,6 0 0-16,2-3-9 16,4-7-57-16</inkml:trace>
  <inkml:trace contextRef="#ctx0" brushRef="#br0" timeOffset="125846.35">17106 12316 58 0,'0'0'6'0,"0"0"1"0,0 0-6 0,0 0 9 15,0 0-6-15,-39-6 0 16,32 6 1-16,-3 0-1 16,1 0-2-16,2 5 0 0,2 2-1 15,-3 1-2-15,3 5 1 16,-2 1 0-16,2 3-1 15,-1 2 1-15,1 3-1 16,3 1 2-16,2 1 1 16,0 1 3-16,0 0-1 15,0 1 2-15,7-2-4 0,2 3 1 16,2-2-3-16,0 1 1 16,-1-1 2-16,1-1-2 15,-1 2 0-15,-3-2 2 16,0 2-1-16,-3-1 2 15,-3-1 1-15,-1 1-2 0,0-2 3 16,-1-1 4-16,-3-1-3 16,-5-1-4-16,0-1 1 15,1-4 2-15,-2 0-2 16,3-4 2-16,-1 0 0 16,-1-1-1-16,-1-4 0 15,2 1-1-15,1-4-21 0,-3-3-42 16,0 0-61-16</inkml:trace>
  <inkml:trace contextRef="#ctx0" brushRef="#br0" timeOffset="126123.43">16855 12786 122 0,'0'0'25'0,"0"0"-7"0,0 0-17 0,38-14 3 0,-20 10-2 16,6-2 2-1,5 3 6-15,1-1 5 0,5 1-5 16,2-1-7-16,2 2-1 15,2-2 1-15,-1-3-4 16,-1-3-56-16</inkml:trace>
  <inkml:trace contextRef="#ctx0" brushRef="#br0" timeOffset="126629.44">17933 12225 53 0,'0'0'9'15,"0"0"-8"-15,-45 13 0 16,30-7 1-16,0 1-1 16,-1 3 7-16,-1 1 0 15,0 3-3-15,0 1-2 0,-1 4 1 16,-1 4 0-16,0 1-2 15,-3 3 1-15,4 2 2 16,-4 2-2-16,3 0-1 16,2 0 0-16,-1 1 1 15,4 0 0-15,3 2-1 16,1-1 0-16,3-2 1 0,3 2 2 16,4-1-2-16,0-2 1 15,0 0 4-15,1-4 1 16,8-1-1-16,2-2 1 15,3-3 2-15,3-6-12 0,3-4-64 16,3-7-24-16</inkml:trace>
  <inkml:trace contextRef="#ctx0" brushRef="#br0" timeOffset="127409.29">17944 12590 83 0,'0'0'5'0,"0"0"-1"0,0 0 1 0,0 0 0 16,0 0-3-16,0 0-4 16,0 0 4-16,0 0 1 15,0 0-1-15,0 0-1 16,10 31 1-16,-10-20-1 0,0 0-1 16,0 1 1-16,0 0-2 15,0 1 2-15,0-1 0 16,2 0 0-16,1-1 0 15,3 0 1-15,-1-2 0 16,0 0 0-16,1-1 1 16,1-4 0-16,1 1 3 0,0-4 1 15,1 2 2-15,1-3 1 16,-1 0 0-16,1 0-4 16,1-6 3-16,0 0-2 15,0-3 3-15,-3-1 0 16,2-2 2-16,-3 2 2 0,-1 0-4 15,-1 2-6-15,-3-1 0 16,2 2-4-16,-2 3 1 16,-2 1 2-16,0 0-3 15,0 3 0-15,2 0-2 16,1 0-5-16,0 0 2 0,5 3-2 16,-3 4 5-16,5 2 1 15,2-2 2-15,1 3-1 16,1-3 0-16,-1-1 0 15,1-1 0-15,1-3 1 16,0-2 1-16,-1 0 0 0,1 0 0 16,-1-5 3-16,-2-3 7 15,1-2 3-15,-4-3 2 16,-4 2 0-16,1-4-2 16,-1 1-5-16,-3-1-1 15,-2-2-4-15,0 1-2 16,0 0-2-16,-2 2 0 0,-4 3-1 15,0-2-2-15,2 6 0 16,-1 3-3-16,1 1-11 16,0 3-24-16,0 0-25 15,1 0-39-15</inkml:trace>
  <inkml:trace contextRef="#ctx0" brushRef="#br0" timeOffset="128989.75">17821 12492 88 0,'0'0'34'0,"0"0"-7"0,0 0 1 16,0 0-3-16,0-1-5 15,0 1-8-15,-2-2-6 0,1 2-6 16,-3 0-1-16,-1 0 4 16,3 0-1-16,-1 5-1 15,-1 1-1-15,0 0 0 16,-1 0 2-16,1 1-2 16,-6 0-2-16,2 2 2 0,-1-1-1 15,-5 2 0 1,1-1 1-16,-1 2 1 0,-1 0-2 15,2 1 2-15,1-1 0 16,2-1-1-16,5 0 0 0,-2-3 0 16,6 2-2-16,1-2-1 15,0-3-2-15,4 3 1 16,4-2 1-16,3 1 6 16,3 0-2-16,1 3-1 15,-1-2 2-15,-1 3-2 16,0 1 0-16,-5 0 0 0,-2 2 0 15,-3 1-3-15,-3-1 0 16,0 3-1-16,-2-2-1 16,-5 0 3-16,0-1 2 15,2 0 1-15,1-2 0 16,2-1 1-16,2-1-1 16,0-2-2-16,8 0 1 0,6-1 2 15,9-5 6-15,8-1-2 16,3 0-11-16,6-7-27 15,5-9-48-15</inkml:trace>
  <inkml:trace contextRef="#ctx0" brushRef="#br0" timeOffset="129320.59">18494 12316 88 0,'0'0'34'0,"0"0"-16"0,0 0-23 0,0 0 3 16,0 0-1-16,0 0 0 15,0 0 3-15,13 44 0 16,-7-30 1-16,0 5 0 0,2-1 2 16,0 1 0-16,1-1 0 15,-4 1 0-15,4-4 1 16,-5-3-1-16,-1 0-11 16,0-6-10-16,-3-2-17 15</inkml:trace>
  <inkml:trace contextRef="#ctx0" brushRef="#br0" timeOffset="129513.66">18373 12382 250 0,'0'0'7'0,"0"0"10"15,0 0-13-15,-1-45-4 16,14 37 1-16,6-1-3 15,6 1 4-15,3 3-12 16,6 1-18-16,1 3-23 0,0 0-17 16</inkml:trace>
  <inkml:trace contextRef="#ctx0" brushRef="#br0" timeOffset="130060.09">18688 12619 153 0,'0'0'17'0,"0"0"6"0,0 0-15 16,0 0 2-16,42-5 1 15,-27 5-5-15,-1 0 0 0,4 3-4 16,0 4-1-16,0 2 0 16,2-1 1-16,-2 2-1 15,1 1 0-15,-1-1-16 16,-4-2-25-16,-1-3-21 0,-2-2-13 16</inkml:trace>
  <inkml:trace contextRef="#ctx0" brushRef="#br0" timeOffset="130260.49">18956 12552 228 0,'0'0'12'0,"0"0"-1"16,0 0-13-16,-45-9-2 15,30 18 0-15,-1 3 1 16,1 4 1-16,-2 4 3 0,4 3-2 15,-1 2 2-15,2 2-6 16,2 0-25-16,-1-3-40 16</inkml:trace>
  <inkml:trace contextRef="#ctx0" brushRef="#br0" timeOffset="130529.98">19150 12590 229 0,'0'0'-6'16,"0"0"4"-16,0 0 8 15,0 0-4-15,47-7 4 0,-30 4-1 16,2 0 3-16,2 2-4 15,3-2-3-15,2 2 1 16,-1-2-1-16,2 2 1 16,-6-1-10-16,0-2-31 15,-6 2-39-15</inkml:trace>
  <inkml:trace contextRef="#ctx0" brushRef="#br0" timeOffset="130787.39">19382 12469 276 0,'0'0'-10'16,"0"0"16"-16,0 0-9 16,0 0-1-16,0 0-5 15,0 0 3-15,0 0-2 0,-36 53 5 16,32-35 4-16,-2 4 0 15,4-1 1-15,2 0-1 16,0-1 3-16,0 0-4 16,6-3-8-16,4-1-15 0,5-8-26 15,-1-3-20-15</inkml:trace>
  <inkml:trace contextRef="#ctx0" brushRef="#br0" timeOffset="131405.74">19669 12482 103 0,'0'0'8'0,"0"0"15"16,0 0-12-16,0 0-16 15,0 0 2-15,0 0 1 16,0 0 0-16,0 0 2 16,14 35 0-16,-5-23 0 15,-1-2 1-15,-1-1 0 0,2 0 1 16,2-2-1-16,-3-1 0 16,2-3 0-16,1 0 11 15,-2-3 7-15,1 0-2 16,1 0-3-16,-3-1-1 0,-1-5 1 15,1-1-4 1,-2 1-6-16,0-2 0 0,-2 1-2 16,-2 1 0-16,0 0 2 15,-2 0 3-15,0 1 0 16,0 2 2-16,0 0-6 16,0 0-1-16,0 3-2 0,0 0-1 15,0 0-6-15,2 0-1 16,3 3 5-16,0 4 1 15,3-1 2-15,2-1 0 16,0 1-1-16,2-2 2 16,1-1 1-16,1-3 0 0,1 0 0 15,-2 0 0-15,1 0 0 16,-5-2 1-16,-1-4 1 16,0 0 10-16,-5-2 4 15,0-2 1-15,-2-1-3 16,-1 0-10-16,0 0-3 15,0 0-3-15,-4 3 0 0,-2 0-2 16,-3 5-4-16,-1 3-20 16,-3 0-31-16,1 0-49 15,3 0-16-15</inkml:trace>
  <inkml:trace contextRef="#ctx0" brushRef="#br0" timeOffset="131784.07">20076 12506 89 0,'0'0'1'0,"0"0"-1"0,0 0-1 0,0 0-2 16,0 0 16-16,0 0-3 15,0 0-5-15,0 0 0 0,0 0-1 16,3 44-2-16,-2-37 0 15,7 0 1-15,0-2 5 16,1-1-2-16,2-2 0 16,0-2 6-16,-2 0 9 15,0 0-3-15,0-5 0 0,-3-3 4 16,-1 2-1-16,-1-4-2 16,-2 0 2-16,-2 0-6 15,0-1-2-15,0-1-6 16,-2 1-2-16,-6 1-3 15,3 3-4-15,-6 1 1 16,0 4-1-16,0 2-6 0,-2 0-18 16,3 0-32-16,-1 1-16 15,6-1-39-15</inkml:trace>
  <inkml:trace contextRef="#ctx0" brushRef="#br0" timeOffset="132047.15">20298 12202 142 0,'0'0'9'0,"0"0"23"16,56-11-9-16,-32 11-5 15,0 0-4-15,-1 14-5 0,1 6-8 16,-2 8-1-16,-7 9 0 16,-7 10 1-16,-8 6 0 15,-18 7-3-15,-23 5-27 16,-22 0-42-16</inkml:trace>
  <inkml:trace contextRef="#ctx0" brushRef="#br0" timeOffset="134316.9">17146 12171 27 0,'0'0'6'0,"0"0"0"0,0 0 4 0,0 0-2 16,0 0 1-16,-44-17 3 16,38 14-3-16,0 0 0 15,1 1 3-15,-2 0 1 0,0 1-4 16,1-1-1-16,1 1-1 16,-3 1-4-16,1 0-1 15,-3 0-1-15,0 0-1 16,1 0 0-16,-3 0 0 15,1 0 0-15,-3 3 0 0,2 0 0 16,1-1 1 0,0 3-1-16,1-1 0 0,-1 0 1 15,-2 1-1-15,3 2 0 16,-2-2 1-16,2 2-2 16,-1-1 2-16,0 0-2 0,4-2 1 15,-2 3 0-15,1-1 0 16,0 1-4-16,-1 0 4 15,3 0 1-15,-5 2 0 16,2 0-2-16,2 0 2 16,-2 2-1-16,-1 1 0 0,4-1 0 15,-2 2 0-15,1 0 0 16,-1 1-1-16,2 0-1 16,-1 2 1-16,1 1 0 15,0 0 1-15,1 1-1 16,0 2 1-16,-1 1-1 0,1-1 1 15,-1 1 1-15,2 0-1 16,1-1-1-16,-2 1 1 16,1 0 0-16,0 0 0 15,1-1 0-15,1 3 0 16,-3-3 0-16,2 1 2 0,0-1-1 16,1 1 0-16,2-2 0 15,-2 0-1-15,2-1 1 16,0 2 0-16,0-3 0 15,0 0-1-15,0 0 1 16,2-2 0-16,2 1 2 0,0 1-3 16,1-3 1-16,0 3 0 15,3-1 0-15,-2 0 0 16,2-1 0-16,-1 1-1 16,3-2 1-16,-4 0 1 15,2-1-2-15,0-2 1 16,0 1-1-16,1-1 1 15,-2 0 2-15,1 1-2 0,0-1 0 16,3-2 1-16,-1 2-1 16,2-4 0-16,-1 3 0 15,0-3-2-15,2-3 5 0,-1 2 1 16,3-3 2-16,0-2 2 16,4 2-2-16,-4-3-3 15,2 0 0-15,1 0-1 16,1 0 0-16,-2 0-1 15,0-3-1-15,-2-1 1 0,-1 0-1 16,-1 1 0-16,0-1 1 16,-1-1-1-16,-1 0 2 15,0-1 0-15,-2 0-1 16,3-2 0-16,-1 0 0 16,1-1-1-16,0-1 2 15,-1-1-2-15,-2-1 0 0,2 1 0 16,-6 0 0-16,1 1 1 15,-1-1 5-15,-1-4 2 16,1 3-2-16,-2-3-3 16,0 1 0-16,0-2 0 15,-1 0-3-15,2-1 0 0,-4 2 0 16,1-2 0-16,-1 0-1 16,0 1 1-16,0-2-1 15,0-2 0-15,0-1 1 16,0-2-1-16,0 0 2 15,0-1-2-15,0 0 0 0,0 2 0 16,0-1 0-16,0 1 0 16,0 2 0-16,0 3-2 15,0 0 1-15,0 0 0 16,0 3 1-16,0-2 0 16,-1 2 0-16,-1-3 0 15,0 0 0-15,0 0 0 0,0-3 1 16,0 1-1-16,1 1 1 15,-1-2-1-15,0 4-1 16,-1 0 2-16,0 1-1 16,0 4-1-16,1-2 1 0,1 2 0 15,-1 2 0-15,0 2 0 16,2 0 0-16,-4 1 1 16,2 0 1-16,0 0 0 15,1 1 4-15,-1-2-1 16,-3 1 2-16,1 1-1 15,2-1 1-15,-1 1-5 0,-1 0 0 16,1 2-1-16,0-1 0 16,1 3-1-16,1-1 0 15,-1 2-1-15,2 0 0 16,0 0-10-16,0 2-26 0,0 2-38 16,0-4-47-16</inkml:trace>
  <inkml:trace contextRef="#ctx0" brushRef="#br0" timeOffset="137210.29">16156 13746 71 0,'0'0'26'0,"-1"0"-9"0,0 0-7 16,1 0-5-16,0 0-1 16,0 0-4-16,0 0 1 15,0 0-1-15,0 0-1 16,0 0 2-16,0 0 1 0,0 2 4 16,0-2 3-16,0 0-1 15,2 0 1-15,4 0 0 16,1 0 0-16,3 0-4 15,2 0 0-15,-3 0-2 16,3 0-2-16,1 0 3 16,-1 0-2-16,2 0-2 0,-1 0 2 15,1 0-1-15,-1 0 1 16,1 0-2-16,-1 0-2 16,0 0-17-16,-1 0-16 15,-5 0-8-15,1 0-60 16</inkml:trace>
  <inkml:trace contextRef="#ctx0" brushRef="#br0" timeOffset="137551.82">16171 13903 62 0,'0'0'42'0,"0"0"-43"0,0 0 1 0,0 0 1 0,0 0 2 15,0 0 0-15,0 0 0 16,0 0 11-16,37 9 5 15,-25-9 6-15,-1 0-10 16,3 0-10-16,1 0-3 16,1 0 1-16,0-1-3 15,2 1-21-15,-1 0-26 0,1 0-27 16</inkml:trace>
  <inkml:trace contextRef="#ctx0" brushRef="#br0" timeOffset="140461.9">18851 12890 42 0,'16'-3'4'0,"-5"0"-3"0,-6 3 0 0,-4 0-1 16,-1 0-19-16,-1 0-10 15,-7 3 30-15,-3 1 2 16</inkml:trace>
  <inkml:trace contextRef="#ctx0" brushRef="#br0" timeOffset="141189.35">18704 12932 10 0,'0'0'34'0,"0"0"-31"15,0 0 6-15,0 0 4 16,0 0 3-16,0 0-4 15,0 0-7-15,0 0-1 0,-16 5-2 16,16-5 0-16,0 1 0 16,0 0-1-16,3-1 1 15,4 0 3-15,1 0 1 16,2 0 0-16,2 0 4 16,2 0-2-16,1-2-4 0,0-1 0 15,0-1 0-15,2 1-1 16,-2 0-2-16,-1 1 1 15,1 1 0-15,-3 1 0 16,-1 0-2-16,-2 0 1 16,-1 0-1-16,-1 1-1 0,-2 5-1 15,-1 1-3-15,-4 3 0 16,0 0 4-16,0 2-1 16,-2 0 0-16,-6 1-3 15,-2 0 9-15,3-2-4 16,-5 2 0-16,1-3 0 15,3 1 1-15,-1-3 1 0,-1-1-1 16,4 1 1-16,1-1-1 16,2 0-1-16,0-2 1 15,2 0-1-15,1-1 1 16,0-1-2-16,0-1 4 16,0-1 2-16,5-1 2 0,2 0 3 15,0 0 4-15,3 0 1 16,0 0-3-16,4-1-2 15,-3-2-3-15,2 0-1 16,3 0-4-16,-3 2-2 16,1-1 1-16,-3 1 1 0,-2 0-2 15,0 1-4-15,-2 0-13 16,-3-2-13-16,-2 1-18 16,0-2-12-16</inkml:trace>
  <inkml:trace contextRef="#ctx0" brushRef="#br0" timeOffset="141445.41">18731 13046 66 0,'0'0'66'0,"0"0"-30"0,0 0-26 0,0 0-6 0,0 0 2 15,57-16-1-15,-26 9 0 16,3 0-3-16,6 3 1 16,1-3-8-16,1 0-85 15</inkml:trace>
  <inkml:trace contextRef="#ctx0" brushRef="#br0" timeOffset="142997.93">16812 13668 76 0,'0'0'7'0,"0"0"-1"0,0 0-3 0,0 0 1 15,0 0 1-15,0 0 4 16,-42 0-3-16,35 0-3 16,3 0-1-16,-1 0 0 15,2 0 0-15,2 0-1 16,0 0-1-16,1 0 0 0,0 0-1 15,0 0 1-15,0 0 0 16,0 0 0-16,0 0 2 16,1 0 1-16,5 0-1 15,-1 0 2-15,4 0-1 16,-2 0 2-16,5 0-3 0,1 0-1 16,2-3 0-16,0 0 0 15,0-1-1-15,1 1 1 16,-2-1 3-16,4 1 3 15,-5-1-2-15,1 0 2 16,-3 0 0-16,-1 0-1 16,1 0-3-16,-3 2-1 15,-1 0 0-15,1-1 0 0,-5 3-2 16,2-2 1-16,-3 1-1 16,0 1 2-16,0 0-2 15,-2 0 0-15,0 0-2 0,0 0 1 16,0 0-1-16,0 0 2 15,0 0 3-15,0 0-1 16,0 0 1-16,0 0-3 16,0 0 0-16,0 0 0 15,0 0 1-15,0 2-2 16,-2 1 1-16,-2 1 0 16,-1 1 0-16,2 1 0 0,-2 3 0 15,0-1-1-15,2 5 1 16,-3-4-1-16,1 3 1 15,0 1 0-15,0-1 0 16,0 0 1-16,2 1-2 0,-3 1 1 16,1-1-1-16,-3 3 1 15,2-1 0-15,0 2-2 16,-1-1 2-16,-1 2 0 16,2-1 0-16,-1 1 2 15,1-3-2-15,2-1 0 0,-1-2 0 16,0-2 0-16,3 0 0 15,-2-3 1-15,2-2-1 16,0 0 0-16,0-1 1 16,2-3-1-16,-1 1 1 15,0-2 0-15,1 0 1 16,-1 0 3-16,1 0 4 0,-2 0-4 16,2 0-2-16,0 0-1 15,0-5 1-15,0 1 2 16,0 0-3-16,0 0-1 15,2 0 0-15,3 1 0 16,3-1-1-16,1 0 0 0,1 0 0 16,1 1-1-16,3 1 0 15,-1-1 1-15,0 1 0 16,0 1-1-16,-2 1 1 16,-1 0 0-16,0 0-1 15,1 0 0-15,-3 0 0 0,-1 0 1 16,1 3-1-16,-1 0 1 15,2-1 0-15,-4 1 0 16,1-1 0-16,-1-2 0 16,-1 0 0-16,-1 0 0 0,1 0 2 15,-2 0 0-15,0 0 4 16,0 0 2-16,0 0-2 16,0-2 0-16,1-2-4 15,-1 1-1-15,0 2 0 16,1-2-3-16,1 0-14 15,1-1-19-15,-3 0-25 16,0-3-23-16</inkml:trace>
  <inkml:trace contextRef="#ctx0" brushRef="#br0" timeOffset="143585.4">16866 13783 38 0,'0'0'29'0,"0"0"-12"0,0 0-4 0,0 0 2 15,0 0-5-15,0 0-3 16,0 0-2-16,0 0-3 15,0 0-2-15,0 0 1 0,0 0-1 16,0 0 0 0,0 2 0-16,3-2 0 0,3 1 0 15,2-1 1-15,4 0 2 16,-1 0 2-16,3 0 1 16,-1 0 2-16,2-1 2 0,2-2-2 15,-2 0 2-15,1-1 1 16,-2 1-4-16,1 0 1 15,-2 0-3-15,2 0 0 16,-1-1 2-16,0 3-3 16,0-1-2-16,0 1-1 15,-2-1 0-15,-1 1-1 0,0 1 1 16,-4 0 0-16,-1 0-1 16,-3 0-3-16,-3 0-16 15,0 1-35-15,0-1-34 16</inkml:trace>
  <inkml:trace contextRef="#ctx0" brushRef="#br0" timeOffset="146036.04">13420 9242 135 0,'2'0'5'0,"0"-2"16"0,-2-3-8 0,2 1 5 15,-2 2-1-15,2-2 2 0,-2 3-4 16,0-2-4-16,0 2-1 16,0 0 0-16,0 1-5 15,0 0-5-15,0 0-4 16,0 5-4-16,0 4 5 16,0 4 1-16,0 2 4 15,0 2-2-15,3 0 0 0,-1-2 1 16,2-3-1-16,1-1 0 15,-3-2 1-15,-2-2-1 16,0 0 1-16,1-2 0 16,0-1-10-16,0-2-21 0,1-2-31 15,0 0-38-15</inkml:trace>
  <inkml:trace contextRef="#ctx0" brushRef="#br0" timeOffset="146760.81">13484 8994 88 0,'0'0'1'0,"0"0"1"0,0 0-1 0,0 0 1 0,-42-13 1 15,30 13-1-15,-1 0 1 0,-2 3 2 16,2 5-1-16,-2-2 2 15,0 4 2-15,-1 0-1 16,-2 5-4-16,1 1-1 16,2 2-1-16,-2 3 0 15,0-1-1-15,-1 2 0 0,3 1 1 16,-2 3-1-16,4-1 0 16,-1 2-1-16,1 0 1 15,1 4 0-15,6 1 0 16,-2-1-1-16,6 0 1 15,2 3 0-15,0-4 1 16,0 1-1-16,8-2 1 0,0-4-1 16,6 1 0-16,0-3-1 15,6-3 1-15,2-2 2 16,7-4-1-16,3-1 8 16,2-5 0-16,3-2-2 15,3-6 0-15,-2 0-2 0,0 0 1 16,0-7-2-16,0-6 0 15,-4 1-1-15,1-4 0 16,-3-3 2-16,2-2 17 16,-8-4-11-16,-2-2-4 15,-1-5 6-15,-8 0-1 0,-3-5 0 16,-7 0 1-16,-5-2-1 16,0 1 1-16,-3 0-2 15,-10 1 4-15,-2 1-8 16,-4 5-3-16,-2 3-1 15,0 6-3-15,-6 5-4 0,-5 9-12 16,-3 2-48 0,-11 6-122-16</inkml:trace>
  <inkml:trace contextRef="#ctx0" brushRef="#br0" timeOffset="147375.06">14123 10579 8 0,'0'0'-2'0</inkml:trace>
  <inkml:trace contextRef="#ctx0" brushRef="#br0" timeOffset="147857.26">13114 9306 132 0,'0'0'73'16,"0"0"-75"-1,41 9 0-15,-18-5 5 0,4-1 1 16,4-3 0-16,7 2 3 16,2-2 5-16,5 0-3 15,5 0-4-15,7 0 1 16,5-3-1-16,6-3-25 0,-1-2-87 15</inkml:trace>
  <inkml:trace contextRef="#ctx0" brushRef="#br0" timeOffset="148348.67">13840 10624 248 0,'0'0'3'0,"0"0"5"0,0 0 2 0,0 0-8 15,0 0-5-15,0 0-4 0,0 0 0 16,0 0 2-16,0 0-1 16,0 0 6-16,0 39 0 15,0-23 2-15,0-1 0 16,2 1-1-16,1-4 1 16,0 0-1-16,0-2-5 15,1-3-12-15,-1-3-17 0,0-4-27 16,0 0-38-16</inkml:trace>
  <inkml:trace contextRef="#ctx0" brushRef="#br0" timeOffset="148874.07">13707 10410 115 0,'0'0'21'16,"-46"-3"-15"-16,22 3 3 16,3 0-6-16,-1 10-2 0,0 4-2 15,3 5 0-15,-1 2 0 16,2 5-1-16,1 5 1 15,5-1 0-15,2 5 2 16,5 1-1-16,2 2 1 16,3 0-1-16,0 4 0 0,6 2 2 15,8 1-1 1,7-2 3-16,-1-1 0 0,9-6 0 16,4-6-4-16,3-9 0 15,4-4 2-15,3-7 3 16,4-6-2-16,-2-4 2 15,4 0 4-15,-3-8 3 0,1-5 0 16,-2-6 0-16,0-5 1 16,-7 0-1-16,-4-6 4 15,-5 0-5-15,-7-4 5 16,-11-1 2-16,-6-2-3 0,-5 0-6 16,-1-1-4-16,-14 1 0 15,-7-2-4-15,-4 6 0 16,-6 1-3-16,-6 7-3 15,-4 6-16-15,-6 6-41 16,-8 3-99-16</inkml:trace>
  <inkml:trace contextRef="#ctx0" brushRef="#br0" timeOffset="149942.13">14200 13040 126 0,'0'0'4'0,"0"0"11"0,0 0-8 0,0 0-5 16,0 0-1-16,0 0 5 15,0 0 12-15,-3-38 1 16,3 32-3-16,2 1-1 0,2-1-5 15,4 3-5-15,-2-3-1 16,3 2-4-16,2 3 0 16,1 1 1-16,0 0-1 15,3 0-1-15,-3 0-4 16,-1 1 0-16,1 6-2 16,-3 2 0-16,-5-1-2 0,-1 5 0 15,-3 0 1-15,0 4-2 16,-3-2 7-16,-9 2 0 15,-3 2 5-15,0-2-1 16,-1-1-1-16,1-2 1 16,3-1-1-16,1-5 0 15,2 0 1-15,5-2-1 0,0-3 0 16,1-1 1-16,1-1-1 16,2-1 2-16,0 0-1 15,0 0-1-15,0 0 2 16,2 0 3-16,3 0-2 15,4 0 1-15,-2-4 2 0,3 1-1 16,-1-2 0-16,1 3 0 16,1-1-3-16,2 2 1 15,-2-1-3-15,1 2 0 16,-3 0 0-16,2 0-10 16,0-3-20-16,-2-1-35 0</inkml:trace>
  <inkml:trace contextRef="#ctx0" brushRef="#br0" timeOffset="150691.12">14278 12808 16 0,'0'0'4'0,"0"0"0"0,0 0 3 0,-47-2 6 16,36 2 9-16,-4 0-5 15,1 0-6-15,-3 4-3 16,0 2 1-16,-5 0-1 0,1 1-4 16,-2 1-4-16,0 2 1 15,0 0 0-15,-2 0-1 16,2 5 1-16,-1-2 0 16,2 3 0-16,1 0 1 15,2 2 12-15,3 2-12 0,1 0-2 16,-1 4 0-16,5 2 0 15,0 1 0-15,1 4-1 16,4 0-2-16,2 2 7 16,2-1-3-16,2 0 1 15,0-2 0-15,8 1-1 16,6-4 1-16,0-1-1 0,4 0 1 16,3-3-1-16,4 1-2 15,2-3-2-15,2-2 6 16,3 1 2-16,3-6 0 15,1-1 1-15,3-2-1 0,0-5-1 16,-1-2-1-16,-2-4 0 16,1 0 0-16,0 0 4 15,-1-10-2-15,1-3 3 16,-3-1-1-16,1-3 3 16,-5-3 1-16,-2 0 0 15,-3-2 0-15,-9-1 2 0,-2 0-1 16,-6-1 6-16,-4-3-1 15,-4-3-13-15,0-2 1 16,-9-2 1-16,-1-1-2 16,-9 0-3-16,-1 1 0 15,-1 4-1-15,0 3-1 0,-2 6 0 16,-3 4-3-16,-1 5-28 16,-3 1-69-16</inkml:trace>
  <inkml:trace contextRef="#ctx0" brushRef="#br0" timeOffset="152157.54">14090 15581 58 0,'0'0'9'0,"0"0"-5"0,0 0 0 16,0 0 6-16,0 0 7 16,0-1 9-16,0-2-7 15,3 1-9-15,5 0-6 0,-2-1 0 16,3 1-2-16,3 0-1 15,-3-1 2-15,2 1-2 16,0 1-1-16,0 0 2 16,-2-1 0-16,0 2 4 15,0 0-2-15,0 0-3 0,0 4 0 16,-2 1-1-16,0 4 0 16,1-1 0-16,-2 2 1 15,-2 2-2-15,-2-2 1 16,-2 4-1-16,0-1 1 0,0 3 1 15,-6-2-1-15,-4 2-2 16,3-2-4-16,-1-1-2 16,3-3 3-16,0-2 3 15,1-4-4-15,3 1 0 16,1-4 0-16,0-1 0 16,0 0 7-16,5 0 2 15,3 0 0-15,0-4-1 0,1 2 1 16,0-1 3-16,2 3 0 15,-3 0-4-15,3 0-1 16,-1 3-1-16,-1 6 0 0,-3-1-1 16,2 1-1-16,-4 1 2 15,-2-3-2 1,-2 2 4-16,0-2-2 0,0-1 8 16,-4-1 5-16,-8 1-3 15,1-1-5-15,-1 0 2 16,-2 0-3-16,2-2-1 0,-1 0-1 15,4 0 0-15,0-1-2 16,2-2 2-16,0 0-6 16,5 0-10-16,0 0-24 15,0-2-23-15</inkml:trace>
  <inkml:trace contextRef="#ctx0" brushRef="#br0" timeOffset="153031.73">14222 15425 94 0,'0'0'9'0,"0"0"5"0,0 0-5 0,0 0-6 15,0 0 0-15,-38-37-1 0,27 33 2 16,1 1 5-16,0-1-3 15,0 2-4-15,-1 2 2 16,0 0-4-16,0 0 0 0,0 0 0 16,-3 0 0-16,1 6 0 15,0-3 0-15,-3 5 1 16,1-1 2-16,-3 3 4 16,2 0-1-16,-2 2-3 15,0 1 0-15,0 2-3 16,-2 2 0-16,3 0 1 0,-1 2 0 15,1 0-1-15,4 2 1 16,0 0-1-16,0 1 0 16,2 3 1-16,4 2 0 15,-2 1-1-15,4 2 0 0,0 1 1 16,2-1-1-16,3 4 0 16,0-3 1-16,0 0 0 15,1-1-1-15,8-3 0 16,-3 2-2-16,6-4 1 15,1-1 1-15,4-1-1 0,2 1 0 16,1 0 3-16,5-3 0 16,0-2-1-16,-1 0 0 15,3-5-1-15,2-3 1 16,0-1 5-16,2-4-3 16,0-2 9-16,1-4-3 0,-1 0 0 15,0-4-1-15,-1-8 3 16,0-2-3-16,0-3-1 15,-1-3-3-15,-2-2-1 16,2-4 2-16,-6 0-1 16,-2-1 3-16,-2-4 3 15,-4-1 1-15,-4-2 2 0,-2-1-2 16,-6-3-5-16,-2 1-1 16,-1-3-4-16,0 2-1 15,-3 1 1-15,-7 4-2 16,-3 0 1-16,-2 5-4 0,-2 4 2 15,-5 3 2-15,-2 4-2 16,-3 3-1-16,-4 6-6 16,-2 4-19-16,-5 3-54 15,-2-3-67-15</inkml:trace>
  <inkml:trace contextRef="#ctx0" brushRef="#br0" timeOffset="154342.04">16305 15611 86 0,'0'0'28'0,"0"0"-19"0,3 0-3 0,3 0 6 16,-2 0 0-16,1-1-4 0,3-1-2 15,-2 1 5-15,0-1 2 16,1 1-2-16,1-2-2 15,0 3-2-15,1-1-2 16,3 0-4-16,-2 1 1 16,1-1-2-16,0 1 1 0,1 0 0 15,-2 0 0-15,1 0 1 16,-3 0-2-16,0 0 0 16,-2 0-2-16,1 0-11 15,-4 3-25-15,0 0-21 16,-1-2-37-16</inkml:trace>
  <inkml:trace contextRef="#ctx0" brushRef="#br0" timeOffset="154635.62">16376 15737 119 0,'0'0'5'16,"0"0"16"-16,0 0 0 15,41 0 3-15,-28-1-10 0,-2-2-6 16,2 2-4-16,1-1-3 15,1 1 0-15,2 0 0 16,0-2-7-16,3-3-63 16</inkml:trace>
  <inkml:trace contextRef="#ctx0" brushRef="#br0" timeOffset="155723.09">17367 15312 135 0,'0'0'5'0,"0"0"2"0,0 0-5 16,0 0-2-16,0-42 1 16,0 32-1-16,0 4 0 15,-2-3 15-15,1 1 11 16,-1 0-7-16,0 1-12 0,-1 0-6 15,-1 1 0-15,-1 3-2 16,-1 1-5-16,-1 2-1 16,-3 0 3-16,0 0 2 15,-2 1 2-15,2 9-3 16,-4 1 6-16,3 4-4 0,-1 3 1 16,2 4 0-16,3 3 1 15,0 2-1-15,0 3-1 16,5 2 1-16,2 1-2 15,0 1 1-15,0-1-1 0,0-2 2 16,6 0 2-16,2-1-2 16,-2-1 0-16,1 0 0 15,-3 2 0-15,2-2 1 16,-2-1-1-16,-4-4 0 16,0-2 0-16,0-4 2 15,0-4-2-15,0-3 0 16,-7-5-18-16,0-3-61 0</inkml:trace>
  <inkml:trace contextRef="#ctx0" brushRef="#br0" timeOffset="155959.43">17062 15662 176 0,'0'0'-2'0,"0"0"3"0,0 0-1 16,54-44 1-16,-31 33-1 0,2 2 8 16,2 2 12-16,1 2 0 15,3 1-5-15,1 2-7 16,2-1-5-16,3 2-2 16,1 0 1-16,2-1-2 0,-2-3-27 15,2-2-49 1</inkml:trace>
  <inkml:trace contextRef="#ctx0" brushRef="#br0" timeOffset="156328.32">17946 15125 111 0,'0'0'22'0,"0"0"11"16,-43 2-20-16,29 7-9 16,-2 3-3-16,-1 4 0 0,-1 6-2 15,1 3 1-15,0 5-1 16,0 5 2-16,1 2 1 15,2 4-1-15,3-3 3 16,1 2 0-16,7-3-1 0,1-2-2 16,2-5 1-16,0-3 0 15,5-2 0-15,7-4 2 16,3-3-3-16,4-1-6 16,3-4-17-16,3-6-20 15,0-4-9-15</inkml:trace>
  <inkml:trace contextRef="#ctx0" brushRef="#br0" timeOffset="157033.39">18176 15432 37 0,'0'0'90'0,"0"0"-83"15,0 0 18-15,0 0-19 16,0 0 0-16,-41-13 2 0,37 13 2 16,-2 0-6-16,3 0-1 15,0 6-1-15,1 1-2 16,-2 2 1-16,3 2-1 16,0 2 1-16,1 0 0 15,0-1-1-15,0 4 1 0,0-3-2 16,2-1 1-16,2 1 0 15,2-3-1-15,2 2 1 16,-1-4 1-16,3-1-1 16,2-1 1-16,-1-2 1 15,3-1 0-15,1-3 1 16,1 0 0-16,-3 0-1 0,3 0 1 16,-3-3-2-16,-2-4-1 15,-2 0 4-15,-1 0-3 16,-3-2 0-16,0 2 3 15,-3-3 3-15,-1 3 2 16,-1 0 6-16,0 0-2 0,0 0 0 16,0 3-5-16,-1 1-4 15,1 0-3-15,-2 2-1 16,2 1 0-16,0 0-3 16,0 0-7-16,0 4 6 15,0 3 3-15,4 3 0 0,3-2 1 16,1 2 0-16,0 0 0 15,1-3 0-15,1 1 0 16,2-3 0-16,-1-2 1 16,-1 0-1-16,1-3 1 15,-1 0 0-15,0 0-1 0,-3-3 2 16,1-4 0-16,-3 0 9 16,-1-2 4-16,-1-2 3 15,-3-1-7-15,0 0-1 16,0-3-2-16,-4 0-3 15,-1-1-2-15,0 2-1 0,-3-2-2 16,3 4-1-16,-1 3-13 16,2-1-10-16,0 3-23 15,0 0-65-15</inkml:trace>
  <inkml:trace contextRef="#ctx0" brushRef="#br0" timeOffset="157355.6">18634 15111 171 0,'0'0'7'0,"0"0"-7"0,0 0-1 0,-7 36 0 16,4-21 0-16,1 5 0 15,1 0 0-15,1 3 1 16,0-3-2-16,0 1 1 0,0 0 1 16,0-2 1-16,0-2 0 15,0-1 0-15,0-1-2 16,2-6-29-16,-1-4-13 15</inkml:trace>
  <inkml:trace contextRef="#ctx0" brushRef="#br0" timeOffset="157629.75">18453 15144 79 0,'0'0'7'0,"0"0"19"16,0 0-2-16,0 0 13 15,41-39-7-15,-29 32-14 16,-1 0-8-16,3 0-4 15,1 4-4-15,4-3 1 0,3 1-11 16,-2-1-61-16</inkml:trace>
  <inkml:trace contextRef="#ctx0" brushRef="#br0" timeOffset="157985.78">18824 15338 173 0,'0'0'66'15,"0"0"-60"-15,0 0-7 0,0 0 2 16,0 0-1-16,0 0-1 16,40 30 0-16,-29-19-1 15,2 1 2-15,1 1 0 16,1 2 0-16,2-1 1 16,-2 1-1-16,1-1 1 0,-1 0 0 15,-2-2-2-15,-2 0-16 16,1-2-23-16,-3-4-13 15,-1-2 1-15</inkml:trace>
  <inkml:trace contextRef="#ctx0" brushRef="#br0" timeOffset="158220.09">19038 15344 218 0,'0'0'14'0,"0"0"9"16,0 0-14-16,0 0-9 16,0 0-5-16,-38-6 2 15,27 22 0-15,-4 3 0 16,1 3 1-16,-2 5 3 16,-2 3-1-16,1 0 1 0,3 0 1 15,1-2-4-15,1-2-38 16,2-6-55-16</inkml:trace>
  <inkml:trace contextRef="#ctx0" brushRef="#br0" timeOffset="158552.13">19228 15439 214 0,'0'0'8'0,"0"0"-1"15,41-3 3-15,-22-4-5 16,1 3-2-16,3-2-1 15,-3 3-1-15,2-1 1 16,-3 3 0-16,0-2-2 0,0 3 1 16,-1 0-1-16,-5 0 0 15,-1 0-8-15,-1-1-30 16,-3-2-39-16</inkml:trace>
  <inkml:trace contextRef="#ctx0" brushRef="#br0" timeOffset="158825.53">19430 15304 113 0,'0'0'22'0,"0"0"-5"16,0 0-14-16,0 0 10 15,0 0 4-15,-24 35-6 0,19-16-4 16,-1 2 0-16,1 2-3 16,2 2-2-16,-2 0 0 15,1-1 3-15,4-1-2 16,0-3-5-16,0-3-10 16,7-6-17-16,0-1-16 15,4-7-12-15</inkml:trace>
  <inkml:trace contextRef="#ctx0" brushRef="#br0" timeOffset="159515.5">19705 15257 83 0,'0'0'6'0,"0"0"-4"16,0 0 11-16,0 0-1 16,0 0 5-16,0 0-9 15,0 0-8-15,0 0 1 16,0 3 3-16,-1 7-1 16,0 1-1-16,1 2-1 0,0 1 0 15,0 1 0-15,0-1-1 16,4 0 0-16,2 1 0 15,-1-2 3-15,4-1-1 16,-3-2 0-16,3-2 2 16,-2-3-3-16,3-3 3 0,-3 0 1 15,1-2 3-15,0 0 2 16,-1-3 3-16,-2-3-3 16,0-2-5-16,-1-2-3 15,-1 1-1-15,0-1 1 16,-1-2 0-16,-2 2 6 0,2-1-3 15,-2 3-2-15,0 0-2 16,0 3 1-16,0 1-2 16,0 2 1-16,0 1-2 15,2 1-2-15,0 0-4 16,0 0 1-16,4 7 4 16,-1 0 1-16,5 1 1 0,-1 0 0 15,2 1 1-15,1-4-1 16,2 2 2-16,-1-4-2 15,0 0 0-15,0-3 0 16,0 0 1-16,-1 0 3 0,-3 0 1 16,-1-3 3-16,0-1-1 15,-3-3 7-15,-2 0 9 16,-2-1 1-16,-1 0-6 16,0-2-4-16,0 1-3 15,0-2-3-15,-5 0 3 16,1 2-7-16,-2-2-3 15,1 4-1-15,4 2-7 0,-1 2-19 16,0 2-10-16,2 1-50 16,0 0-68-16</inkml:trace>
  <inkml:trace contextRef="#ctx0" brushRef="#br0" timeOffset="159953.51">20186 15314 14 0,'0'0'48'0,"0"0"-10"0,0 0-9 16,0 0 17-16,0 0-11 0,0 0-20 15,0 0-5-15,0 0-7 16,-38 7-3-16,32 3-1 15,1-1 1-15,2 2 0 16,0 0-2-16,2 0 2 16,1-2-1-16,0 0 3 0,2-2 0 15,2-3 0-15,2 1 1 16,0-3 1-16,2-2 0 16,-1 0 1-16,1 0 1 15,-3-5 1-15,1-1 4 16,-1-2 3-16,-2-1 2 0,-2 0 0 15,-1-1-2-15,0-1-3 16,0-1-3-16,-1 0-2 16,-4 3-3-16,-3-2-3 15,2 4 1-15,2 0-1 16,-2 1-5-16,2 5-12 16,1-1-15-16,0-1-45 15,1-2-69-15</inkml:trace>
  <inkml:trace contextRef="#ctx0" brushRef="#br0" timeOffset="160538.38">20440 14875 90 0,'0'0'10'0,"0"0"11"0,39 9-4 16,-24-5-8-16,-2 3-2 15,-1 2 0-15,3-1-3 0,-2 2 1 16,1 2 5-16,-1 0 3 15,-1 1-4-15,-1 3-5 16,1 0-1-16,-3 2-2 16,-1 0 0-16,-2 1-1 15,1 1 1-15,-2 0 1 16,1 1 1-16,-4 0 1 16,-2 0-3-16,0 2 1 0,0 0-2 15,0 1 2-15,-11 0 1 16,0 2 3-16,-7 0-1 15,0 2 4-15,-7 0-2 16,-7 2-1-16,-4 1-1 0,-8 1 0 16,-5 0 1-16,-6-2-22 15,-3-5-118-15</inkml:trace>
  <inkml:trace contextRef="#ctx0" brushRef="#br0" timeOffset="163709.18">16508 16580 77 0,'-2'0'14'0,"0"0"3"0,1 0-6 0,1 0-4 15,0 0-1-15,0 0-2 16,0 0 0-16,0 0 4 15,0 0-1-15,0 0-2 0,0 0-3 16,0 0-3-16,0 0 1 16,0 0 1-16,0 0 0 15,3 0-1-15,1 0 0 16,1-2 2-16,2 1-2 16,-2-2 0-16,3 2 1 0,-1 0 5 15,2-3 6-15,2 3 0 16,-2-2 1-16,2 0-5 15,0 3-1-15,0-4-4 16,-1 4-2-16,1 0 0 16,-1 0-1-16,2 0 2 0,-4 0-2 15,2 0 0-15,1 2 0 16,-4 2 0-16,2 0-8 16,-1-1-26-16,-2 1-23 15,-4-1-24-15</inkml:trace>
  <inkml:trace contextRef="#ctx0" brushRef="#br0" timeOffset="163860.81">16598 16681 99 0,'0'0'22'0,"0"0"-24"15,0 0 2-15,0 0 1 16,0 0 1-16,57-6-8 15,-31-6-34-15</inkml:trace>
  <inkml:trace contextRef="#ctx0" brushRef="#br0" timeOffset="164430.54">17199 16004 81 0,'0'0'3'0,"0"0"-3"0,0 0-8 0,0 0 7 16,0 0 0-16,0 0 2 16,0 0 5-16,0 0 5 15,0 0 5-15,0 0-1 16,11 0-5-16,-4-4-4 15,4 1 1-15,0-1-5 0,0 1-1 16,0 0 0-16,1 2-1 16,-1 1 1-16,1-2-1 15,-2 2 0-15,1 0-13 16,-2 0-13-16,-2 0-13 16</inkml:trace>
  <inkml:trace contextRef="#ctx0" brushRef="#br0" timeOffset="164622.06">17186 16084 155 0,'0'0'17'0,"0"0"-3"15,0 0-16-15,0 0 6 16,0 0-2-16,0 0 1 15,56-11 0-15,-30 1-6 0,2-5-91 16</inkml:trace>
  <inkml:trace contextRef="#ctx0" brushRef="#br0" timeOffset="167823.54">17561 16510 120 0,'-2'0'4'0,"0"0"11"0,1 0 1 0,1 0-6 16,0 0-5-16,0-1-1 16,0 1 0-16,0-2-2 15,3 2 0-15,6 0-2 16,0 0 0-16,1 0 1 15,4 0-1-15,0 0 0 0,6 0 0 16,-2 0-1-16,6 0 1 16,-2 0 1-16,4-2-1 15,1-1 2-15,-1-2-1 16,1 1 0-16,0-1 0 16,-1 0-1-16,-5 1 1 0,-2 0-1 15,-3 1 1-15,-3 0 0 16,-6 1-1-16,0 1 0 15,-4 1 0-15,-2 0-1 16,0 0-1-16,-1 0 1 16,0 0 9-16,0 0 3 0,0 0-3 15,-1 1-1-15,-2 1-4 16,0 2 1-16,-4 0 0 16,2 2 0-16,-1 1-1 15,-1 0-3-15,-4 3 1 16,2 3-1-16,0-2 1 15,-5 2-1-15,1 3 0 0,1-2 1 16,-3 0 0-16,0 2 0 16,-3-1-1-16,2 1 0 15,0-2 1-15,3 0-2 16,1-2-1-16,4-1-4 16,1-2-11-16,5-5-24 0,2-3-29 15</inkml:trace>
  <inkml:trace contextRef="#ctx0" brushRef="#br0" timeOffset="168137.05">18010 16554 139 0,'0'0'23'0,"0"0"-7"0,0 0-14 15,0 0-2-15,0 0 0 0,-24 36-1 16,13-21 0-16,-2 2 1 16,-1 2 4-16,-2 1 2 15,-1-1 4-15,-4 3-5 16,2-2 0-16,2 0-3 15,-3-3-1-15,7-2 0 0,4-1-1 16,2-8-36-16,5-4-59 16</inkml:trace>
  <inkml:trace contextRef="#ctx0" brushRef="#br0" timeOffset="168664.21">18219 16430 165 0,'0'0'-4'15,"0"0"3"-15,0 0 2 16,0 0-1-16,0 0-3 0,-39 3 3 15,34 4-1-15,0 2 3 16,1 4 5-16,1-2 2 16,2 4-6-16,1 1-1 15,0-2 0-15,0 1 0 16,0-1 1-16,3-2-2 0,2-1-2 16,1-3 0-16,2-2-1 15,0-2 0-15,2-4-1 16,4 0 3-16,-3 0 0 15,4-1-4-15,-1-6-4 16,-1-1 4-16,1-1 2 0,-5 0 2 16,0-2 1-16,0 1 0 15,-5-1 6-15,-1 0 9 16,-2 0 6-16,-1 1 5 16,0 0-1-16,-1 0-9 15,-4 0-2-15,-5 1-5 16,1 1-3-16,-1-1 0 15,-1 1-4-15,0 4 0 0,0 0-3 16,1 2-1-16,1 2-1 16,-1 0-15-16,3 3-18 15,-1 3-23-15,4 2-28 16</inkml:trace>
  <inkml:trace contextRef="#ctx0" brushRef="#br0" timeOffset="168900.64">18415 16434 232 0,'0'0'15'0,"0"0"4"0,0 0-5 0,0 0-3 0,0 0-8 15,0 0-2-15,0 0-1 16,0 0-16-16,0 0-49 16,0 0 10-16,15-5-14 15</inkml:trace>
  <inkml:trace contextRef="#ctx0" brushRef="#br0" timeOffset="169438.21">18635 16331 87 0,'0'0'13'0,"0"0"-2"16,0 0 1-16,0 0-7 15,0 0-4-15,0 0-1 16,-35 23 0-16,29-15 0 16,4 2 1-16,0-3-1 15,1 0 2-15,1 0 1 16,0-1 3-16,0 0 2 0,0-2 4 16,0 1 0-16,0-3 0 15,3 1-4-15,5 0 2 16,-3-3-2-16,6 1-3 15,0 0 0-15,-3 0-3 0,3-1 2 16,-1 1 1-16,-1-1 0 16,-1 3-1-16,0-1 0 15,-4 1 0-15,1 1-1 16,-1 1-2-16,-2 1 1 0,0-3 0 16,-2 7-1-16,0-3 2 15,0-1 0-15,0 2-1 16,0-1-2-16,-7-1 3 15,1 0 3-15,-2 1 0 16,-2-2 2-16,1 0-4 16,-3-1 1-16,0 0-1 15,1-1-3-15,2-2-1 0,-1 1-6 16,2-2-37-16,1 0-36 16,1-7-79-16</inkml:trace>
  <inkml:trace contextRef="#ctx0" brushRef="#br0" timeOffset="169681.15">18617 16338 76 0,'0'0'14'0,"0"0"11"0,0 0 11 15,0 0-1-15,0 0-10 16,0 0-13-16,43-23-8 0,-31 19-2 16,3-1 1-16,4 0 1 15,3 1-2-15,7-2-2 16,1-4-9-16,5-4-85 16</inkml:trace>
  <inkml:trace contextRef="#ctx0" brushRef="#br0" timeOffset="171176.3">19717 16279 97 0,'0'0'12'0,"0"0"-12"0,0 0 0 0,0 0 1 15,0 0-1-15,0 0 2 16,0 0 2-16,0 0 1 0,0 0-3 15,0 0-1-15,0 0 1 16,0 0-1-16,0 0 1 16,7 11 2-16,-2-11-2 15,0-3 0-15,3-3 0 16,-3-1 0-16,4 0-2 0,-4-3 1 16,1 0-1-16,0 1 2 15,-2-2-2-15,1 1 0 16,-2-2 2-16,-3 0 7 15,1 3 7-15,-1 0 0 16,0 0-5-16,0 1-5 0,0 1 2 16,0-2-1-16,0 3-2 15,0-1-4-15,0 0 0 16,0 0-1-16,0 0 0 16,0 3 1-16,0-1-1 0,0 0 1 15,0 2-1-15,0 0 0 16,0 3 0-16,0-1 1 15,0 1 2-15,0 0 0 16,0 0-4-16,0 0-2 16,0 0 0-16,0 0-1 15,0 0 2-15,0 0 1 0,0 0-1 16,2 0 1-16,-1 0 1 16,0 0 0-16,1 1 0 15,-2 2-1-15,1 3 0 16,0-1-4-16,1 1 4 15,-2 1 2-15,0 3 1 16,2-1 1-16,-2 2 0 0,3 0 1 16,-2 2-2-16,1 0 1 15,0 0 0-15,1 1-3 16,-1 0 4-16,0 0 0 16,-2-1-2-16,2 1 0 15,-1-2 2-15,0-1-3 0,0 0 2 16,0-2 0-16,-1 1-1 15,0-2 1-15,1 0 0 16,-1-1 0-16,0 0 0 16,0 0 0-16,0 0-5 15,0-1-13-15,0-1-25 0,-1 0-1 16,-2-1-36-16</inkml:trace>
  <inkml:trace contextRef="#ctx0" brushRef="#br0" timeOffset="171403.09">19772 16401 129 0,'0'0'16'0,"0"0"-11"0,0 0-3 0,0 0 0 16,0 0 2-16,0 0 6 0,0 0 0 15,0 0-6-15,0 0-1 16,0 0 5-16,0 0 5 15,0 0-4-15,48-17 2 0,-30 11-2 16,3 0-7 0,2-1 0-16,0-1-2 0,0-2-62 15</inkml:trace>
  <inkml:trace contextRef="#ctx0" brushRef="#br0" timeOffset="173040.34">18001 17031 90 0,'0'0'25'0,"0"0"-11"0,0 0-4 0,0 2 8 0,0-2 3 16,0 0-10-16,0 1-8 16,0 0 1-16,0-1-2 15,0 2-1-15,0-1-1 0,0 2 1 16,0-1-2-16,-1 1 2 16,0-1-1-16,0 1 0 15,-1-2 0-15,2 3 1 16,-4-2-1-16,0 2 1 15,0 1 0-15,1-2-1 16,-5 4 1-16,3-3-1 16,-6 3 0-16,2 0 1 0,0 0-2 15,-5 0 1-15,1 0-1 16,-3 2 1-16,-2-2-3 16,0 1-2-16,0 0 0 15,-1-1 4-15,0-1 2 0,2 0 0 16,-1 0 4-16,2 0 0 15,-1-2-1-15,3 3 2 16,0-4 1-16,2 1-1 16,0-1-3-16,5 1-1 15,-2-2 1-15,5 0 0 16,-1 0-2-16,1-2-1 16,2 2-2-16,2-1-6 0,0-1 3 15,-1 0 2-15,1 0 2 16,0 0 0-16,0 0-2 15,0 2 0-15,0-1-1 0,0 0-4 16,0 1 6-16,3-1 1 16,3-1 2-16,0 2-1 15,0-1 0-15,2-1 0 16,-1 1 2-16,3 0-2 16,0 0 1-16,1 0 1 0,3-1 0 15,-1 2 3-15,3-1-1 16,0-1 1-16,1 3-1 15,2 1-3-15,-1 0 0 16,0 2 0-16,1 1-1 16,-1 2 2-16,-2 1 0 0,2-2-2 15,0 2 1-15,-3 0 1 16,1-3-1-16,-3 2 2 16,0-2 0-16,-1-1-1 15,-2-1 1-15,-1 0-1 16,1-3 1-16,-4 1 1 15,1-3-3-15,-4 3 1 0,1-3-1 16,1 1 1-16,-1-1-1 16,-1 0-2-16,0 0-26 15,0 0-44-15</inkml:trace>
  <inkml:trace contextRef="#ctx0" brushRef="#br0" timeOffset="173785.64">18304 17152 95 0,'0'0'60'0,"0"0"-32"0,0 0-13 15,0 0-11-15,0 0-4 16,0 0 1-16,0 0-2 15,0 0 1-15,0 0 6 16,0 0 2-16,0 0 3 0,0 0-7 16,0 0-4-16,-37 4 0 15,34 1 0-15,0 1 0 16,0 1 0-16,-1 2 0 16,1 0 0-16,0 1 0 15,1 1-2-15,1 3 2 16,1-4 0-16,0 2 2 15,0-2-2-15,0 1 0 0,0-3 0 16,0 1 0-16,5-2 0 16,1 0-5-16,-2-3-3 15,2-1 4-15,1 1 3 0,3-4 4 16,-3 0-3-16,1 0 3 16,2 0-1-16,-1-4 0 15,2 0-3-15,2-3 0 16,-6 0-4-16,2-2 3 15,-1 1 5-15,-2-2-2 16,-2 1 0-16,0 0 3 0,-4 0 2 16,0-2 8-16,0 1 7 15,0 0-5-15,0 0-4 16,-6 1-2-16,-2-1-3 16,-1 1-1-16,-1 1-2 15,1 3 0-15,-3-1-1 0,1 3 1 16,0 0-3-16,1 2-2 15,3 1-3-15,0 0 2 16,1 0 0-16,4 0-1 16,0 1-19-16,2 3-20 0,0-1-12 15,0-3-43-15</inkml:trace>
  <inkml:trace contextRef="#ctx0" brushRef="#br0" timeOffset="174071.04">18523 17140 217 0,'0'0'34'0,"0"0"-23"0,0 0 2 0,0 0-7 0,0 0-4 15,0 0-2-15,0 0 1 16,0 0-5-16,0 0-34 16,0 0-16-16,0 0-10 15</inkml:trace>
  <inkml:trace contextRef="#ctx0" brushRef="#br0" timeOffset="174642.78">18659 17051 153 0,'0'0'-5'0,"0"0"-9"16,0 0 3-16,0 0 5 16,0 0 6-16,0 0 3 15,0 0 6-15,0 0 9 0,-14 21-3 16,11-16-5-1,1-1-7-15,2 3-1 0,-3-3 0 16,3 2-1-16,0 0 1 16,0-1-1-16,0 1 1 15,0-2-2-15,5 1 1 0,-2-4-1 16,1 3 3-16,1-2 1 16,-1 0 4-16,1 0-1 15,1-1-1-15,2 0-3 16,0 0-2-16,-3 2 0 15,3-2 2-15,1 2-2 16,-1 0 0-16,0 0 0 0,-4 1-1 16,1 0 1-16,0 0 0 15,-3 2-2-15,-2-1 1 16,0 1 5-16,0 0 3 16,0 0-2-16,-2 1 1 0,-5-1-1 15,0 1 1 1,-1-2-4-16,-1 1-1 0,1-2 0 15,1-1 0-15,1 0-4 16,2-2-16-16,-1-1-33 16,1 0-35-16</inkml:trace>
  <inkml:trace contextRef="#ctx0" brushRef="#br0" timeOffset="174832.36">18674 17064 201 0,'0'0'11'0,"0"0"6"0,0 0-5 0,0 0-6 16,42-27-3-16,-18 17-1 0,5-1-6 15,5-5-65-15</inkml:trace>
  <inkml:trace contextRef="#ctx0" brushRef="#br0" timeOffset="175848.16">19854 16975 117 0,'0'0'0'0,"0"0"2"0,0 0-1 15,0 0 0-15,0 0 11 0,0 0 17 16,0 0 8-16,0 0-5 16,0 0-9-16,0 0-12 15,-35 12-8-15,31-9-2 16,0 1 0-16,-1-1-1 15,1 2 0-15,0 1 0 0,-4-2 0 16,3 2 0-16,-2-1 1 16,1 2-1-16,0 0-1 15,1-1 1-15,2 1 0 16,1-1 1-16,-3 0-2 16,5 0 2-16,0 1-2 15,0-1 1-15,0 0 0 0,0-1 0 16,0 1 0-16,5 0 0 15,-3-1 1-15,2 0-2 16,0 0 0-16,2 0 1 16,-1 0 2-16,3-1 1 15,-3 1-2-15,3-1 0 0,-2 2-1 16,3-2 1-16,1 2 0 16,-2-2-2-16,1 1 2 15,3-2 0-15,-1 0 1 16,0-1-1-16,0-2 0 0,-1 0 0 15,0 0 0-15,0 0 3 16,0 0-3-16,-1 0 1 16,-1 0-2-16,0-3 2 15,0-2-1-15,0-1 1 16,-1 0-2-16,0-1 2 16,1 0 1-16,-4-1-3 15,1 0 2-15,2-2 0 0,-4 0 0 16,1 0 2-16,0 2 1 15,0-2 3-15,-4 0 5 16,1 1 5-16,-1-1 0 16,0 0-2-16,0 2-2 15,-3-2-5-15,-3 0 5 0,1 0-11 16,-6 2 4-16,0 0-3 16,-2 0-4-16,-5 4-5 15,-7 2-7-15,-5 2-19 16,-10 0-38-16,-14 0-71 0</inkml:trace>
  <inkml:trace contextRef="#ctx0" brushRef="#br0" timeOffset="178328.01">6106 15269 82 0,'0'0'17'0,"0"0"-1"0,0 0 1 0,0 0 13 0,0 0-9 15,0 0 0-15,0 0-11 16,0 0-5-16,0 0-2 15,-38-3-3-15,34 10 0 16,-2 3 0-16,1 0 0 16,-2 1 0-16,2 3 0 0,-1 1-1 15,-1 0-1-15,-1 2 0 16,0 2 2-16,-1-1 1 16,1 2-1-16,-2-3 1 15,1 2 1-15,-1-4-2 16,-2 0 1-16,1-3-1 0,1-2 0 15,3-4 0-15,-1 1 0 16,4-3 1-16,0-2-1 16,2-1 1-16,2-1 0 15,0 0-5-15,4 0 4 16,2-1 2-16,6-4-1 16,-1 0-1-16,2-2 0 0,3-1 0 15,-1-1 0-15,1 1 0 16,-1 0 0-16,4-2 1 15,-1 0-2-15,0 0 2 16,0 2-2-16,-1 0 2 16,-1 1-1-16,-5 3 0 0,1 1 0 15,-4 2 1-15,-3 1-1 16,-1 0-1-16,-2 0-3 16,-2 0-32-16,0 4-16 15,0-4-29-15</inkml:trace>
  <inkml:trace contextRef="#ctx0" brushRef="#br0" timeOffset="178747.31">6122 15249 127 0,'0'0'9'0,"0"0"17"0,0 0-20 0,0 0 5 16,0 0-5-16,0 0-3 16,0 0-2-16,0 0 0 15,-37 3-1-15,34 4 1 0,-4 3 0 16,3 0-1-16,3 2 0 15,-3 1 0-15,4 3 0 16,-2 1 0-16,2 1 0 16,0 0 0-16,0 1 0 15,0 1-1-15,0 0 1 16,0-2 0-16,0 1 1 0,0-1-1 16,-2 0 0-16,-3-1 0 15,-1-2 3-15,-2 2-3 16,0-5 3-16,1 2-3 15,-2-3 0-15,2-3-32 0,-1-3-50 16</inkml:trace>
  <inkml:trace contextRef="#ctx0" brushRef="#br0" timeOffset="179756.93">6127 14972 110 0,'0'0'10'0,"0"0"4"0,0 0-12 16,0 0 7-16,0 0-4 15,-45-26 4-15,31 26-3 16,3 0 0-16,-5 0-4 0,4 0-1 16,-2 2 2-16,0 5-2 15,1-3 1-15,-3 3 1 16,-2 2 1-16,0-1-3 15,0 2-2-15,1 1 0 16,-1-2 7-16,2 5-5 16,1-2 2-16,2 3-1 0,1-5-1 15,1 3 0-15,2 1 0 16,-3-1-1-16,6-1 0 16,-3 3 0-16,3-1 1 15,0 3-2-15,0 0 0 0,-1 0 1 16,3 3 0-16,-3 2 0 15,2 2 0-15,-1 0 1 16,1 3-1-16,1 1 0 16,0 3 0-16,-1-2 0 15,3-1-1-15,0 2 4 0,2-5-2 16,0 0-3-16,0-3 3 16,0-2-3-16,5-1 3 15,1-1-1-15,0 1 0 16,3-2 0-16,-2 0-1 15,2-1-1-15,2-1 2 0,-1-1 0 16,0 1 0-16,2-3 0 16,3 1 1-16,-2-1 1 15,3 0 0-15,0 0 0 16,2-2 0-16,0-2 0 16,2 1 0-16,0-2 1 0,0-3-2 15,0 0 2-15,1-4 0 16,-2 0-1-16,2 0 0 15,3 0 0-15,-1-4-1 16,-2-3 1-16,4-2 1 16,2-1-2-16,-2-1-1 15,2-2 1-15,-1-1-1 16,-1 0 1-16,-2-3-2 0,-1 0 3 16,0 1-1-16,-4-1-1 15,-2 0 1-15,-3 1 0 16,0-2 0-16,-1 0 1 15,-3-2-1-15,1 1 2 0,0-5-2 16,-3-2 1-16,1-5 1 16,-3-1 5-16,2-5-1 15,-5-2 2-15,0-1-3 16,-2-1 2-16,0 1-1 16,0 2 4-16,-4 1-1 0,-6 2 0 15,-3 1-4-15,-1 3-2 16,-3 3-2-16,-5 4-2 15,1 7-1-15,-5 4-7 16,-7 5-20-16,-4 1-61 0</inkml:trace>
  <inkml:trace contextRef="#ctx0" brushRef="#br0" timeOffset="180941.21">8087 15312 84 0,'0'0'6'0,"0"0"16"0,40 0-2 0,-31 0-4 16,3 2-11-16,-2 4-3 15,-1 1 0-15,-2 0-1 0,-2 3-6 16,-1 0-12-16,-2 1-20 16,-2-1-37-16</inkml:trace>
  <inkml:trace contextRef="#ctx0" brushRef="#br0" timeOffset="181182.86">8096 15504 71 0,'0'0'24'0,"0"0"-9"15,0 0-1-15,0 0 1 16,0 0 8-16,0 0-8 15,0 0-9-15,0 0 11 16,-7 12 0-16,13-12-3 16,5 0-6-16,1 0-5 0,3 3-2 15,2-2 3-15,2 1-6 16,1-2-50-16,-2 0-108 16</inkml:trace>
  <inkml:trace contextRef="#ctx0" brushRef="#br0" timeOffset="181808.98">8802 15121 112 0,'0'0'2'0,"0"0"3"0,0 0-2 0,0 0 0 0,0 0 1 0,0 0 4 15,-34-37 3-15,23 34 2 16,2-1-3-16,-2 1-5 0,-1 3 1 16,2 0 2-16,1 0-7 15,0 1 0-15,-2 8-2 16,2 1 1-16,2 3-3 15,0 1-2-15,0 5 0 16,3 0 2-16,-2 4 2 0,4 3-1 16,1 2-2-1,1 2 1-15,0 1 3 0,1 5-2 16,7-1 2-16,-3 2 0 16,6 0-1-16,-5 0 1 15,1-3 1-15,-2 0-1 16,1 0-1-16,-4-4 1 0,1-3 0 15,-2-3 1-15,-1 0 1 16,0-1 4-16,0-3-1 16,0 0-2-16,-4-3 0 15,-2-1 0-15,1-1-1 16,-4-3-5-16,3-5-32 0,-3-4-67 16</inkml:trace>
  <inkml:trace contextRef="#ctx0" brushRef="#br0" timeOffset="182073.76">8516 15607 185 0,'0'0'31'0,"0"0"3"0,0 0-19 16,0 0-5-16,0 0-6 16,0 0-3-16,0 0 0 15,45-9 1-15,-23 9-2 0,5 0 1 16,4 0 0-16,-1-3-3 16,3-2-40-16,0-5-69 15</inkml:trace>
  <inkml:trace contextRef="#ctx0" brushRef="#br0" timeOffset="182572.92">9233 14980 110 0,'0'0'5'16,"0"0"28"-16,0 0-1 15,0 0-12-15,0 0-12 0,0 0-5 16,-42-11-1-16,31 24-5 16,1 0 4-16,2 5-2 15,-4 6 0-15,-1 3 2 16,-1 5-1-16,1 4-2 0,-1 4 3 16,1 4 0-16,0 6 0 15,0 0-1-15,4 4 1 16,0-2-1-16,1-2 0 15,5-3 1-15,3-5-1 16,0-3 1-16,2-5 1 0,10-3 0 16,1-3 1-16,5-5-1 15,1 1 2-15,3-3 0 16,2-3-4-16,2-6-16 16,1-6-46-16,1-6-34 15</inkml:trace>
  <inkml:trace contextRef="#ctx0" brushRef="#br0" timeOffset="183211.22">9430 15424 45 0,'0'0'15'0,"0"0"-13"0,0 0 8 16,0 0 2-16,0 46-2 16,0-29-2-16,0 3 1 0,4-1 3 15,-1-1-1-15,1 1-1 16,-1-1-6-16,3-4 0 15,-1 2-1-15,5-5 0 16,0-2 1-16,-1-6 0 16,2 0 1-16,2-3 1 15,0 0 0-15,1-3-1 16,-1-6-2-16,-1-1-1 0,-3 0 1 16,0-1 0-16,-1 0 1 15,-1 2 3-15,-5 1-4 16,1 3 2-16,-1 1 4 15,-2 1 2-15,0 3-4 0,0 0-4 16,0 0-8-16,2 3 4 16,2 4 0-16,-1 1 1 15,5 1 1-15,2-3-2 16,-3 0 1-16,3-1 1 16,2-3-1-16,-1-2 3 15,-2 0 5-15,4 0 6 0,-4-6 5 16,-3-1 1-16,1-2-2 15,-4 0 2-15,-1-1-4 16,-2-2 2-16,0 2 3 16,0-1-6-16,-9-3-5 15,0 1-4-15,-4-2-4 16,1 3-1-16,0-1 0 0,0 0-4 16,3 5-22-16,3-1-26 15,1-1-13-15,3 0-107 16</inkml:trace>
  <inkml:trace contextRef="#ctx0" brushRef="#br0" timeOffset="183518.01">9790 15165 82 0,'0'0'18'0,"0"0"33"0,0 0-13 0,0 0-17 0,0 0-15 15,0 0-5-15,0 0-1 16,0 0 0-16,-25 46 1 16,25-27 2-16,0 1-1 15,0 2-2-15,0-1 1 16,0-1 0-16,2-2 0 0,0-1 1 15,0 0 1-15,0-5 0 16,2-2-6-16,0-6-28 16,-2-4-55-16</inkml:trace>
  <inkml:trace contextRef="#ctx0" brushRef="#br0" timeOffset="183723.38">9685 15213 173 0,'0'0'30'0,"0"0"-2"16,0 0-6-16,0 0-3 15,0 0-2-15,-27-41-7 16,30 31-5-16,10 0-3 16,9-1 0-16,2 2-2 15,6-2-20-15,3 0-46 0,-2 1-59 16</inkml:trace>
  <inkml:trace contextRef="#ctx0" brushRef="#br0" timeOffset="184201.94">10094 15459 48 0,'0'0'144'0,"0"0"-127"0,0 0 3 15,0 0-13-15,0 0-5 16,0 0-2-16,0 0-1 15,0 0 4-15,0 0 5 0,48 0-2 16,-31 0 2-16,5 0-3 16,-3 0-2-16,6 0-1 15,-2 0 1-15,-5-1-1 16,6-2-1-16,-6 0-7 16,-4 0-25-16,-1-3-40 0,-2-3-62 15</inkml:trace>
  <inkml:trace contextRef="#ctx0" brushRef="#br0" timeOffset="184443.52">10210 15345 244 0,'0'0'3'16,"0"0"6"-16,0 0 7 15,0 0-5-15,0 0-10 0,0 0-4 16,-36 42 1-16,32-18 2 16,1 3 0-16,1 4 2 15,0 0-1-15,2 3 0 16,0 4 1-16,0 1-5 0,0-3-31 16,4-7-102-16</inkml:trace>
  <inkml:trace contextRef="#ctx0" brushRef="#br0" timeOffset="184854.74">10490 15294 160 0,'0'0'-2'0,"0"0"2"16,0 0-7-16,0 0-12 0,0 0 8 16,0 0 9-16,0 0-3 15,0 0 3-15,0 0 3 16,21-18 0-16,-21 23 4 15,0 1 2-15,3 1-4 0,-3 0 1 16,1 0-2-16,0 1-1 16,0 0 0-16,1-1-1 15,0 0 0-15,-2-1 1 16,2-2-1-16,-2-1 0 16,2 0 1-16,-2-3 5 15,2 0 2-15,-1 0-2 0,1 0 0 16,0 0-18-16,0-9-64 15</inkml:trace>
  <inkml:trace contextRef="#ctx0" brushRef="#br0" timeOffset="185511.38">9960 15504 67 0,'0'0'5'0,"0"0"8"0,0 0-3 0,0 0-1 0,0 0 1 16,0 0 11-16,0 0 4 15,0 0-5-15,-38-38 2 16,35 35-3-16,1 2-6 15,0-2-6-15,0 2-4 16,2 1 1-16,0 0 0 16,0 0-5-16,0 0-5 0,8 3 3 15,6 5 1-15,2 1 3 16,8 2 1-16,3 0 2 16,3 2-3-16,1-2 0 15,2 2 0-15,0 1 0 16,-3-1-1-16,-3 0 1 15,0 0 0-15,-3 1 0 0,-2-4-11 16,-6-2-29-16,-3-5-39 16</inkml:trace>
  <inkml:trace contextRef="#ctx0" brushRef="#br0" timeOffset="185838.18">10228 15272 121 0,'0'0'3'0,"0"0"23"0,-42 27-1 0,25-7-10 16,-2 8-7-16,-2 7-6 15,-3 5-1-15,2 7-1 0,-3 3 1 16,-1 0 0-16,2-1 0 16,4 1 0-16,3-6-2 15,-1-6-29-15,7-11-83 16</inkml:trace>
  <inkml:trace contextRef="#ctx0" brushRef="#br0" timeOffset="186301.05">10581 15384 121 0,'0'0'16'0,"0"0"25"16,0 0-19-16,0 0-3 0,0 0-6 15,42-5-5-15,-27 3 1 0,0 0-3 16,5 2 1-16,-1-1-3 15,4 1-2-15,0 0 0 16,1 0-1-16,0 0 0 16,1-1 1-16,-2 0-2 0,-1-1-5 15,-6 0-22-15,1-1-27 16,-6 0-35-16</inkml:trace>
  <inkml:trace contextRef="#ctx0" brushRef="#br0" timeOffset="186531.79">10784 15257 241 0,'0'0'4'16,"0"0"8"-16,0 0-10 15,0 0-4-15,-29 40 2 16,22-16 2-16,3 5 3 15,-1 3-2-15,4 4-1 16,1-2 0-16,0 0 2 16,0-4-7-16,4-2-29 15,2-8-61-15</inkml:trace>
  <inkml:trace contextRef="#ctx0" brushRef="#br0" timeOffset="187207.25">11104 15144 155 0,'0'0'6'0,"0"0"25"16,0 0-25-16,0 0-4 0,0 0 0 16,0 0 6-16,-18 44-3 15,18-30 1-15,0 3-2 16,0 0-1-16,0 1 0 16,2 1-2-16,3 1 1 15,2-3-1-15,-1 0 0 16,-1-3-1-16,3-1 1 0,-3-4-1 15,2 0 1-15,2-4 0 16,-3-1 0-16,3-3 1 16,-2-1 0-16,2 0 3 15,-2 0-1-15,1-3-2 0,2-6 1 16,-4-1 0-16,-1-2 0 16,-1 1-2-16,0 0 1 15,-3 1-1-15,1 2 1 16,-2 4 4-16,0 0-1 15,0 3-3-15,1 1-2 16,3 0-5-16,-2 2-2 0,3 10 3 16,1 0 2-16,3 4 1 15,3 1 1-15,1-1 0 16,2-3 0-16,-1-2-3 16,0-4 6-16,-1-3-1 0,-1-2 6 15,-2-2 3-15,-3 0 9 16,1-2 0-16,-5-6 4 15,1-1 1-15,-3-1 3 16,-1 0-6-16,0-4-5 16,0 1-7-16,-3-1-6 0,-2-3-3 15,-2 3 0-15,1 1-3 16,-1 2-14-16,2 4-25 16,-1 4-8-16,1 3-12 15,1 0-66-15</inkml:trace>
  <inkml:trace contextRef="#ctx0" brushRef="#br0" timeOffset="187590.05">11522 15270 66 0,'0'0'6'0,"0"0"10"0,0 0-4 0,0 43 4 0,0-23 1 16,0 1-8-16,0 0-3 16,0 1-2-16,0 0 2 0,2-5-4 15,5-1 1-15,2-2 0 16,-1-7 3-16,5-1 0 16,0-5 1-16,2-1 4 15,5-4 4-15,-2-6-1 16,0-5 3-16,2-2 9 0,-5-1-1 15,-1-1-7-15,-7 1 2 16,-3 0 4-16,-4 1 7 16,0 0-2-16,-8 4-12 15,-7 1-8-15,0 4-2 16,-8 5-8-16,-2 3-2 0,0 0-11 16,0 9-20-16,-2 2-16 15,5-2-3-15,6-4-55 16</inkml:trace>
  <inkml:trace contextRef="#ctx0" brushRef="#br0" timeOffset="187830.31">11618 14976 195 0,'0'0'1'0,"15"-42"16"0,-6 26 4 15,0 3-3-15,1 3 4 16,2 6-7-16,5 4-7 16,0 0-4-16,2 7-3 15,3 13-4-15,-3 8 1 0,-1 9 2 16,-7 7 0-16,-9 9-2 16,-3 5-15-16,-22 3-35 15,-13-1-62-15</inkml:trace>
  <inkml:trace contextRef="#ctx0" brushRef="#br0" timeOffset="189090.63">8665 14871 71 0,'0'0'28'0,"0"0"-21"0,0 0 7 0,0 0-7 16,0 0-2-16,-44-20-1 16,33 16 4-16,-1-2 5 15,-1 3 0-15,-1-1-3 16,1 1-3-16,-2 2-3 16,-1 1-2-16,0 0 0 15,-2 0-1-15,2 1-2 0,-1 6-1 16,1 1 0-16,-1 0 3 15,1 1-2-15,2-1 1 16,0 4-1-16,1 0 1 16,3 1 1-16,-4 1-2 0,1 5 1 15,-1 1 0-15,1 2 0 16,-3 4 1-16,3 1-2 16,-1 0 1-16,1 1-1 15,0 2 0-15,3-1 0 16,1 0 2-16,3 4-2 0,0-2 0 15,2 3 2-15,2-2-1 16,2 0-1-16,-2 2 1 16,2-1-2-16,0-2 1 15,0 0 1-15,4 1 0 16,2 0 1-16,2 0-1 0,-1-1 0 16,1 1 1-16,4 0-2 15,1 1 1-15,-1-2 0 16,1 0-1-16,3-1 0 15,0-1-1-15,1-3 2 16,3-2 2-16,-1-1 1 16,5-2 0-16,-2-1-1 0,7 0 1 15,0-1-1-15,2-1 1 16,0-5-1-16,1-3 0 16,1-5 0-16,-2-3-3 15,-2-2 1-15,3-5 1 16,-3-7 1-16,-2-4 1 0,0 0 1 15,-4-2-3-15,-1-2 1 16,-6 2 0-16,0-3 1 16,-5-2-1-16,-1-1 2 15,-4-4-2-15,2-1 0 16,-6-5-2-16,0-2 1 0,-1-3 2 16,1-4-3-16,-2 0 5 15,0-7-4-15,0-2-1 16,0-3 1-16,0-2-1 15,0-2 8-15,0 1 3 0,-7 4-5 16,-5 3 5-16,-3 3 4 16,-6 2-4-16,-3 5-4 15,-5 4-1-15,-7 4-3 16,-2 5-2-16,-6 7-3 16,-3 6 1-16,-3 6-2 15,-3 7-18-15,-3 2-59 0,-4 0-122 16</inkml:trace>
  <inkml:trace contextRef="#ctx0" brushRef="#br0" timeOffset="192269.74">7937 16614 69 0,'0'0'26'0,"0"0"-7"0,0 0-1 16,0 0 0-16,0 0 4 16,0 0-5-16,0 0-5 15,0 0-4-15,0 0-4 16,2 0-1-16,0 0-2 0,1 0 1 16,3 0 2-16,-1 0-3 15,6-2 1-15,-2-1-2 16,5 1 1-16,-3 0 0 15,4-2-1-15,-1 1 0 16,1 0 0-16,-3 2-1 0,-3-1-34 16,-1 1-72-16</inkml:trace>
  <inkml:trace contextRef="#ctx0" brushRef="#br0" timeOffset="192425.65">8024 16710 166 0,'0'0'4'0,"0"0"-9"16,0 0 0-16,0 0 10 15,40-5 1-15,-13-5-5 0,2-5-3 16,0-2-92-16</inkml:trace>
  <inkml:trace contextRef="#ctx0" brushRef="#br0" timeOffset="195641.94">10015 16419 33 0,'0'0'2'0,"-2"0"3"0,2 0 2 0,0 0 2 0,0 0-2 15,0 0 2-15,0 3 5 16,0-3 1-16,0 0 5 16,0 0 12-16,0 0-2 15,0 0-17-15,0 0-9 0,0 0-2 16,0 0-2-16,0 0 0 15,0 0 1-15,-2 0-1 16,2 0 1-16,0 0 1 16,0 0 0-16,0 0 1 15,0 0-1-15,0 0-1 0,0 0 0 16,0 0 0-16,0 0-1 16,0 0 1-16,0 0-1 15,0 0 1-15,0 0-1 16,0 0 3-16,0 0-1 15,0 0-3-15,0 0 0 0,0 0 4 16,0 0-3-16,2 0 1 16,0 0 0-16,0 0 1 15,-1 0 1-15,0 0 1 16,2 0-3-16,0 0 0 16,-1-3-1-16,2 3 0 0,1-1 1 15,1-2-1-15,0 0 0 16,2 0 0-16,-2 2 0 15,1-2 1-15,-2 0-1 16,4 2 0-16,-4-2 0 0,1 0 0 16,0 1 1-16,1 0-1 15,1-1 2-15,2 1 0 16,-1 0-2-16,3-1 1 16,1 1-1-16,-1 0 2 15,3 0-2-15,0 1 1 16,3-1-2-16,-3 2 1 15,3 0 0-15,-4 0 0 0,2 0-2 16,-1 0-9-16,-1 0-53 16,-2 0-20-16</inkml:trace>
  <inkml:trace contextRef="#ctx0" brushRef="#br0" timeOffset="196472.38">10517 16261 38 0,'0'0'68'0,"0"0"-59"0,0 0 2 16,0 0 0-16,0 0-4 15,0 0-7-15,0 0 0 0,0 0 5 16,0 0-1-16,0 0-2 15,0 0 2-15,0 0-3 16,0 0 2-16,31-14 6 16,-27 7 7-16,1-3-4 0,-1 2-4 15,0-2 3-15,0 0-5 16,-3 1-4-16,1 0 0 16,-1 0 0-16,-1 0-1 15,0 1 1-15,0 1-2 16,0-2 3-16,0 3-3 15,0 0 1-15,0 1-1 0,0-1 0 16,0 4 0 0,0 0 0-16,0 1 0 0,0 1 0 15,0 0-1-15,0 0-2 16,0 0 0-16,4 1 1 16,-2 6 1-16,0 2 1 0,0 2 1 15,1-1 1-15,1 4-2 16,0 1 1-16,0-3-1 15,1 3 0-15,0-1 0 16,0 0 2-16,-1-3-2 16,0-1 0-16,-2 2 1 0,2-4-1 15,-1 2 0-15,-1-3 0 16,0 0 0-16,0 1-1 16,-2 0-5-16,2-3-10 15,-2 1-18-15,0 0-14 16,0 3 2-16</inkml:trace>
  <inkml:trace contextRef="#ctx0" brushRef="#br0" timeOffset="196637.26">10584 16392 12 0,'0'0'96'0,"0"0"-88"0,0 0 2 0,0 0 16 0,0 0-11 16,0 0-10-16,50-6-3 15,-29 2 1-15,1-1-2 16,3 0 0-16,-3-2-3 0,0 3-59 16</inkml:trace>
  <inkml:trace contextRef="#ctx0" brushRef="#br0" timeOffset="198346.01">10503 17095 12 0,'4'0'21'0,"-2"0"7"0,3 0-7 0,-2 0-6 15,1 0-5-15,0 0 2 16,-1-3 2-16,3-1-2 15,-2-1-5-15,-1 0 3 0,1-1 3 16,1-1 5-16,-3 2-2 16,0-3-4-16,-2 3-5 15,1-4 0-15,-1 2-4 16,0-4-2-16,0 4 0 16,0-2-1-16,0 2 1 0,0 0-1 15,0-1 0-15,0 1 0 16,0 2 1-16,0 2 0 15,0 1-1-15,0 0 0 16,0 1 0-16,0 1 0 0,0 0-1 16,0 0-2-1,1 0 0-15,1 0 3 0,0 5 0 16,1 1 0-16,1 4 1 16,-2 0 0-16,2 3-1 15,2 1 1-15,-2 3-1 16,3 1 1-16,-3 2-1 15,-1 0 0-15,-1 3 1 16,2-3-4-16,-2-2 0 0,3 1 5 16,-4-4-1-16,1-3-1 15,2-1 1-15,-2 0-1 16,-2-1 0-16,0-1 1 16,0 0-2-16,0 0-15 0,0-3-12 15,0 1-14 1,0-1 4-16,0-2-10 0</inkml:trace>
  <inkml:trace contextRef="#ctx0" brushRef="#br0" timeOffset="198715.79">10561 17329 81 0,'0'0'15'0,"0"0"5"0,0 0-10 0,0 0 3 15,0 0 1-15,0 0 3 16,0 0-12-16,0 0 2 16,0 0 9-16,0 0-13 15,-7 1 0-15,7-1 4 0,0 0-1 16,3 0-1-16,3 0-3 16,-2 0 0-16,2 0 0 15,4-1 1-15,-1-1 4 16,-1 0 2-16,3 1-1 15,1-1 1-15,-1-2 2 16,1 1 2-16,-1 1-6 0,1-1-3 16,-1 1-1-16,1-1-2 15,2 2-1-15,-3-2 1 16,0 3-1-16,3 0 0 16,-5 0 0-16,2 0-3 15,0-1-31-15,-6-1-12 0,-1-2-83 16</inkml:trace>
  <inkml:trace contextRef="#ctx0" brushRef="#br0" timeOffset="-213436.59">16604 8535 75 0,'0'0'2'0,"0"0"10"0,0 0 2 0,0 0-5 16,0 0-4-16,0 0 2 15,0 0 1-15,0 0 0 16,0 0-2-16,0 0-4 16,0 0-2-16,0 0 10 15,0 0-5-15,-4-14 0 0,8 13-1 16,1-1-2-16,2 1 0 16,-1-1-1-16,-3 2-1 15,1 0 1-15,0 0 0 16,0 0 0-16,0 2 2 0,4 2-2 15,1 0-1-15,0-1 0 16,4 1 0-16,0-1 0 16,2 1 0-16,-1 0 0 15,-1 0 1-15,-1 0-1 16,-3-1 0-16,-1 3 0 16,0-1 0-16,-1 2 0 0,-1-1 0 15,-1 1-1-15,4 1 2 16,-4 2-1-16,3-2 0 15,-1 1 0-15,3 0 1 16,-2 0-1-16,-1 0-1 16,3 1 1-16,-3 0 0 0,1-1 1 15,-1 2-1-15,0-1 0 16,-1 3-2-16,2-2 2 16,-3 2 2-16,1 0-2 15,1 0 0-15,2-1 0 16,0 1 0-16,0 1 1 0,1-2-1 15,0 1 0-15,-3 1 0 16,1-3 1-16,0 3-1 16,-2-2 0-16,-1 2 0 15,1 0 0-15,-2 0 0 16,0 0 0-16,2 2-1 0,-2 1 3 16,-1 0-3-16,1 3 2 15,0-1-1-15,-2 3 2 16,1-3-2-16,0-1 0 15,3-1 0-15,-3 0 0 16,0-1 0-16,0-2 0 0,-2 3 1 16,-1-1-1-16,0 1 0 15,0 3 0-15,-1 2 4 16,-5 0-2-16,-3 3-1 16,3 1 0-16,-4 1 1 15,3-2-2-15,-3 0 0 16,1 0 1-16,1-4-1 0,-1 1-1 15,1-1 3-15,1-1-1 16,-2 3-1-16,-1-2-2 16,1-1 4-16,-2 0-2 15,-1-2 0-15,1-1 0 16,1-1 0-16,-2 0 0 16,0-1 3-16,0-3-2 0,1 2-2 15,0-1 2-15,-1-1 0 16,1-1 1-16,-2 0-2 15,-1-1-1-15,1-2 3 16,-3 2-1-16,-2-3 0 0,-1 0-2 16,0 0 2-16,0 1-2 15,0-4 1-15,0 0 1 16,-1-1-1-16,3-3 0 16,2 0 0-16,-4 0 0 15,3 0 1-15,-3 0-1 16,-1 0 0-16,2 0 1 0,0 0-1 15,-3 1 0-15,2-1 0 16,-3 0 1-16,4 0-1 16,-4 0 0-16,3 0 1 15,-1 0-1-15,3-3 2 16,3-4-1-16,0-3 2 0,3 0 0 16,3-1 0-16,-4-2 2 15,4-1-3-15,-1 0-2 16,0-1 0-16,2-3-2 15,-1 2 3-15,1-2-3 0,-1 1 3 16,1-1-1-16,2 0-1 16,0 0 2-16,-1-2-3 15,3-3-1-15,0 1 4 16,-1-5-1-16,1 1 0 16,1-1-1-16,0 0 2 15,0-1 1-15,0 2-1 0,-2 1-1 16,2 0 0-16,1 4 1 15,0 0-1-15,0 1 0 16,1 2 0-16,0 2 1 16,0-2-2-16,0 0 2 0,0-1-1 15,1-3-1-15,5-3 1 16,0-1 1-16,0-2 2 16,2-1 0-16,-2 1-1 15,1 2 0-15,-4 2-1 16,3 1 0-16,-4 3 0 15,0 3-1-15,2-1 0 0,-1 2 0 16,0-1 1-16,1 2-1 16,1-2 1-16,1-2-1 15,1-1 1-15,3 0 0 16,0-3 0-16,-1 1 0 16,1-2-1-16,0 2 1 0,1 3-1 15,-3 0 1-15,2 4 0 16,-4-1-1-16,2 5 0 15,1-1 0-15,0 1 2 16,1 0-5-16,4-1 3 16,-1 3 0-16,1-2-1 0,-1 0 2 15,1 2-2-15,1-2 3 16,-2 3-3-16,1-1 2 16,0 2-2-16,2 0 1 15,1 1 0-15,3 2 0 16,1 0-1-16,0 1 1 15,0 0 0-15,2 1 0 16,-1 0 1-16,-4 2-2 0,0 0 1 16,1 0 0-16,-3 0 0 15,0 4 0-15,0 2 0 0,-1-1 0 16,1 1 0 0,-1 3 0-16,1-1-2 0,-3-1 1 15,3 3 1-15,-3 1 0 16,1-2 0-16,1 5 0 15,-1 0-2-15,-1 1 1 16,-1 2 1-16,-3 1-1 16,0-1 0-16,-1 3 0 0,0-2 1 15,0 3-1-15,-1 0 2 16,1 0 0-16,1 2-1 16,-1-1 0-16,2 1 0 15,-3-2 1-15,0 1-2 0,0-1 2 16,-1-1-2-16,-2 0-1 15,1 2 3-15,0-2-1 16,-2 3 0-16,1 1 1 16,-3 2-2-16,0 1 1 15,-1 3 0-15,0-2-1 0,0 2-4 16,-2 1 10-16,-3-2-10 16,-2-2 5-16,2-2 2 15,1 1-4-15,-2-4 4 16,4 1-3-16,-1-2 1 15,1 2 0-15,0-1 0 16,-3 1 0-16,3 2 0 0,-3 0 0 16,-1 3 0-16,-1 1 0 15,-4-3-2-15,0 2 2 16,0-4 1-16,1-1-2 16,-3-2 3-16,2-1-1 15,0 0-2-15,1-2 2 0,0 0-1 16,0 0 0-16,0-1 0 15,3 0 0-15,-5-1 0 16,2-1 1-16,1-5-2 16,-3 3 2-16,3-6 1 15,-4 0-6-15,0-2 8 0,0 0-3 16,-2 0-1-16,0-1 1 16,-3 0-1-16,-4-1 0 15,0-2-2-15,-1 2-2 16,0-3-1-16,0 0-4 15,2 0 8-15,0 0 2 0,3-4-1 16,-1-2 2-16,1 0-2 16,3-1 0-16,-1 0 1 15,3-3-1-15,0 2 0 16,0-1 0-16,2-1-1 16,0-1 2-16,1-2-2 0,1-1-1 15,2-2 4-15,-3-1-4 16,4 0 0-16,-2-1 2 15,3-2 2-15,-2 1-2 16,2-2-1-16,-1 1 1 16,1-4 0-16,-1 1 0 0,0-1-1 15,0-2 1 1,0 1 0-16,1-1 1 0,1 1 2 16,-2 1-2-16,3-3 4 15,0 4-3-15,1-2-1 16,-2 2 0-16,4 0 0 15,0 1 0-15,-1 0 0 0,1 2-1 16,0 0 0-16,0-2 1 16,0-1-2-16,0 0 1 15,0-1 1-15,0-2-1 16,1-1 0-16,3 3-1 0,1 0 1 16,-3 1 1-16,1 2 1 15,1 1-1-15,-2 0-1 16,1-1 0-16,0 3-1 15,2-4 1-15,1 1 1 16,4 1-1-16,-3-3 0 0,3 0 0 16,0-2-1-16,-1 3 1 15,2-1 0-15,0 4 0 16,-2-1 0-16,-2 2 0 16,1 2 0-16,1-1 0 15,0 3 0-15,0 0-3 16,3 2 1-16,3 1 2 0,-1-1-1 15,3 1 1-15,2 0 0 16,3 2 0-16,-1-2 0 16,3 4 1-16,0-2-1 15,-1 4-3-15,-2-1 4 16,0 3-1-16,-4 2 0 0,0 1 0 16,-1 0 0-16,-3 0 0 15,-1 1 0-15,1 2 0 16,-1 4 0-16,2-1 0 15,-1 0 0-15,0 1 0 16,3 1 0-16,-3 1 0 0,3 2 0 16,-1 2 0-16,2 0 0 15,-2 2 0-15,1 0-1 16,-4 0 2-16,2 2-1 16,-2 1-1-16,1-2 1 0,-2 4 0 15,0 0 0 1,-1 1-2-16,-1 2 5 0,1 1-4 15,0 0 0-15,-1 0 2 16,0 0-2-16,2-1 3 16,-5 1-2-16,1-2-1 15,-1 2 1-15,-1 1-1 0,-1 1 2 16,0 1-2-16,-1 1 2 16,0 1-1-16,-1-2 1 15,-2 1-3-15,0-4 4 16,0 2-3-16,0-5 2 15,0 2-1-15,0-2 0 0,-5 0 0 16,-1-2-1-16,1 4 0 16,-1-5 2-16,-1 4-1 15,-1 0-2-15,-2 0 1 16,1 2 2-16,-2 0-1 16,-1-1-2-16,2 1 3 0,-1-1 0 15,1-2 0-15,-1 1-1 16,-2-2-1-16,0 0 2 15,1-1-1-15,-1-2 1 16,0 1-1-16,-2-2 1 16,1 1-2-16,-2-3 1 15,1 2 1-15,0-2-2 0,-2 0 0 16,-1-1 3-16,0-1-2 16,-3 1-2-16,1 0 5 15,1 0-5-15,-4-2 0 16,1-1 0-16,2 0-1 15,0-3 2-15,-1-1 4 0,4-1-2 16,-1-3 0-16,3 0 1 16,0-2-2-16,3 0 2 15,0 0-2-15,3 0 0 16,1-4-6-16,1-8-35 0,-2-8-64 16</inkml:trace>
  <inkml:trace contextRef="#ctx0" brushRef="#br0" timeOffset="-211308.49">17006 12201 42 0,'-2'0'11'0,"2"0"-2"0,-2-3 1 0,2-1-3 16,0 0 3-16,0-1 0 15,-2 0-1-15,-1 0 7 16,0 1-3-16,0-3 1 0,-2 4 0 16,-1-1-7-16,1 1-4 15,-3 0-2-15,1 0 0 16,-1 2 2-16,-1-2-5 16,1 3 1-16,-2-3 3 15,-1 2-1-15,3 0 1 16,-3-1 0-16,-1 1 1 0,2-1 0 15,3 1 3-15,-3 1-1 16,4-1-2-16,-1 1-1 16,3 0 0-16,-3 0-1 15,3 0-1-15,-4 0-1 16,2 2 1-16,-1 3 0 16,-1-1 0-16,-1 0 0 0,2 3 0 15,-3-1 0-15,0 0 0 16,3 2 0-16,-3 0 0 15,1 0 0-15,1 2-3 16,-3 0 4-16,1 1-1 0,2 0 0 16,-2 1-1-16,1 0 2 15,2 4-2-15,-4-2 1 16,6 0-2-16,-3 2 2 16,3-2-1-16,-1 2 0 15,2-2 2-15,2 0-2 16,0 1 1-16,-1 0 0 0,2 2 0 15,-1-1 0-15,-1 2-1 16,1 1 1-16,-2-1-4 16,0 2 6-16,-1 1-2 15,2 1 0-15,-3-4 1 0,2 3-2 16,1-1 2-16,-2-1-1 16,3-1 0-16,1-1 0 15,1 0 0-15,0 2 0 16,0-2 0-16,0 0 0 15,0 1 0-15,2 1 0 16,4-1 0-16,-3 1 0 0,2-1 1 16,0 2-2-16,0-3 1 15,4 0 0-15,-3-1-1 16,3-1 1-16,-1-2-3 16,3 0 1-16,-1 0 0 0,-1-2 2 15,-1 2 0-15,2-2 0 16,-2 1 0-16,2-1 1 15,-1 0-2-15,0-1 1 16,1 0-1-16,0 0-2 16,-1-1 0-16,0-1 3 15,3 1-1-15,-2-1 2 0,2 2-1 16,-3-1 0-16,1-1 0 16,2 2 0-16,-3 0 0 15,-1 1 1-15,1-2-1 16,3-1 0-16,-3 2 0 0,2-2-2 15,3-1-3-15,-2-2 4 16,2 0 0 0,0-4 1-16,0-1 2 0,1 0-8 15,5 0 2-15,-3-7 10 16,0-5-4-16,3-2 0 16,-1 0-3-16,0-1 3 0,0-2-2 15,-2 1 1-15,-2 0-1 16,1-1 0-16,-3 2 2 15,-1 1-1-15,-2 1-1 16,-3 0 0-16,2 1 1 16,-4 2 0-16,1-1 0 0,-2-2 2 15,1 2-1-15,1-2-1 16,0 0 0-16,2-4 2 16,-3 0 1-16,1-1 0 15,-2-2 1-15,1 0-1 16,-2-3 0-16,-1 3 3 15,-2-2-3-15,0 0 2 0,0 1-1 16,0 0 0-16,0-1-1 16,-3 1-3-16,-2 0 1 15,1 0-1-15,-1-1 0 16,0 0 0-16,0-1 0 0,-2-4 0 16,0-1 0-16,0-2-1 15,1-3 0-15,-2 2 1 16,0-2 0-16,-1 2 2 15,-4 0-1-15,-3 2 2 16,-1 4 2-16,-3 0 1 0,-1 4-4 16,0 3 1-16,-1 3-3 15,3 3 1-15,3 3-4 16,0 9-19-16,-1 0-32 16,-3 0-62-16</inkml:trace>
  <inkml:trace contextRef="#ctx0" brushRef="#br0" timeOffset="-207425.17">19995 9886 74 0,'-2'0'5'0,"1"0"8"0,-1 0-9 0,2 0-1 16,0 0-3-16,0 0 0 16,0 0 0-16,0 0 4 15,0 0 0-15,-2 0 0 16,2-1 6-16,-3-1 2 16,1 1 15-16,0-1-13 0,1 1-3 15,-1 1-3-15,2 0-3 16,0 0-5-16,0 0-3 15,0 0-2-15,0 0 2 16,0 0 2-16,0 0 1 16,0 0-3-16,0 0-1 15,0 0 4-15,0 0 0 0,0 0 1 16,0 0 1-16,0 0-1 16,0 0 1-16,0 0-2 15,0 0 0-15,0 0-2 16,0 0-4-16,1 0 8 15,2 0-1-15,0 0-2 0,2 0 2 16,-2 0-1-16,2 0-2 16,3 0 3-16,-3 0-3 15,3 0 2-15,-3 0 1 16,4 0 0-16,-5 0-1 16,1 0 0-16,-1 3 1 0,-1 1-1 15,0 0 2-15,-1-1-1 16,-1 3-1-16,1-2 1 15,-2 1 2-15,0 0-3 16,0 1 1-16,2 1 0 16,-1 0-1-16,1 0-1 15,-1 0 2-15,1 1-1 0,-2 0 1 16,1 0-1-16,-1 1 0 16,0-1 0-16,0 1-1 15,0-1 2-15,-3 1 0 16,-1 1-1-16,0 1 0 15,0 0 1-15,2-1-1 0,0 2 0 16,1-1 0-16,-1 2 0 16,2 1 0-16,0-1 0 15,-2 1 0-15,2 3 0 16,0-1-1-16,0 1 2 16,0 0-3-16,0 1 3 0,0-2-1 15,0-2 0-15,4-1-2 16,0-2 2-16,3-2-2 15,0-5 2-15,2 0-3 16,-2-3-1-16,2 1 2 16,2-2 2-16,-3 0 0 0,-1 0-1 15,-2 0 0-15,-1 0-1 16,-1-2-1-16,-3 1 0 16,0 1 1-16,0 0-11 15,-4 0 5-15,-4 0-3 16,0 0 1-16,-1 5 7 0,-1 2 3 15,-1 0 2-15,2 4-2 16,1 1 0-16,1 0 0 16,3 3 0-16,1 2 0 15,1 1 0-15,2 3 0 16,-2 4 1-16,2 1-1 0,0 3 2 16,0 2 0-16,2-1-1 15,3 1 0-15,3 2 1 16,0-2-1-16,1-1 0 15,-1 1 0-15,0-5-1 16,0 0 1-16,-3-2 0 0,-3-3 0 16,-2-1 2-16,0-1 6 15,-13 1-1-15,-8 5-4 16,-11 1-4-16,-9 3-2 16,-7-2-30-16,-8-4-59 15</inkml:trace>
  <inkml:trace contextRef="#ctx0" brushRef="#br0" timeOffset="-206587.2">16466 9961 120 0,'2'0'1'0,"0"-3"5"0,0 0 0 16,2-1-3-16,1 1-3 15,-2 2 1-15,2-2 0 0,3 2-1 16,-2-2 0 0,4-1 0-16,4-1-2 0,2-2 1 15,5-2 1-15,1-2-1 16,4 0 1-16,0-3 4 15,3-2-2-15,0 2 2 16,2 0-1-16,-4 0-1 0,-4 4-1 16,-1 1-1-16,-7 5-11 15,-6 1-34-15</inkml:trace>
  <inkml:trace contextRef="#ctx0" brushRef="#br0" timeOffset="-205356.04">19882 9860 72 0,'0'0'5'0,"0"0"1"16,0 0-4-16,0 0 0 0,0 0 5 16,0 0 0-16,0 0 8 15,0 0 1-15,39-35-2 16,-34 33-8-16,0 2-5 0,2 0 0 16,1 0-1-16,-1 6 3 15,1 1-3-15,-3 5-2 16,4-2 4-16,-4 2-2 15,3 4 1-15,-4-2-2 16,1 3 1-16,2 2 0 16,-5 2 0-16,0 0 1 0,-1 2 1 15,0 4-1-15,-1-3 1 16,0 3 2-16,0 0-1 16,0-1 0-16,0-2-2 15,0-2 0-15,0-3-1 16,1-5 1-16,1-4-1 0,2-3-1 15,-1-2-1-15,1-3 3 16,0-2 4-16,1 2-2 16,-4-1-1-16,-1 1-2 15,0 2-4-15,0 2-4 16,-1 2 4-16,-10 2 9 0,2 3-4 16,0 2-1-16,-2 3 1 15,2 1-1-15,3 4 1 16,3 4-1-16,-1 2 0 15,2 3 1-15,2 4-2 0,0-1 1 16,0 1 1-16,6-2-2 16,1-2 0-16,4-2 0 15,2-1 2-15,0-1 1 16,1 2 1-16,-1 1 0 16,-2 3-1-16,1 0 1 0,-5 3-2 15,-2 0 0-15,-2 0 0 16,-3 0-2-16,-6-1 6 15,-7-2-4-15,-5-2 1 16,-3-3-12-16,-1-4-27 16,0-8-40-16</inkml:trace>
  <inkml:trace contextRef="#ctx0" brushRef="#br0" timeOffset="-204722.4">20867 10380 151 0,'0'0'-17'0,"0"0"24"0,0 0 7 0,0 0 2 16,8-37 1-16,-8 32 1 15,0 0 2-15,-4 3-8 16,-2 0-7-16,-2 2-3 15,-1 0 1-15,-1 0 0 16,-2 10-2-16,-1 4-2 0,-2 7 1 16,5 2-1-16,-2 6 0 15,6-1 0-15,2 2 0 16,4-1 1-16,0-3 0 16,2-3 0-16,8-2 0 15,3-5-3-15,3-5 2 16,1-4 0-16,4-5-1 0,1-2 3 15,1-1 3-15,1-11 0 16,2-4-1-16,-1-5-19 16,-7-1-55-16,0-4-12 15</inkml:trace>
  <inkml:trace contextRef="#ctx0" brushRef="#br0" timeOffset="-204395.09">20991 9971 87 0,'0'0'43'15,"0"0"-23"-15,0 0-5 0,0 0-18 16,0 0 4-16,-8 44 1 15,8-17 1-15,3 2 1 16,3 3 1-16,1 4 0 16,3-2-2-16,-2 0-1 15,1-3-2-15,-1 0 1 0,1-1-2 16,0-3 2 0,-2 0 0-16,0 0-1 0,-1 0 0 15,1 0 1-15,-2-1-1 16,1-6-19-16,-1-4-38 15</inkml:trace>
  <inkml:trace contextRef="#ctx0" brushRef="#br0" timeOffset="-203890.49">21331 10322 112 0,'0'0'3'0,"0"0"16"16,0 0 4-16,0 0-8 0,0 0-2 15,0 0-7-15,0 0 2 16,0 0-8-16,-35-14 0 16,24 22-1-16,2 2 1 15,2 2 0-15,-4 1 0 16,4 3 0-16,1-3 0 15,1 4 0-15,3-2 0 0,2-1 0 16,0-1 0-16,0-2 0 16,4-1-2-16,4-5-2 15,0-2 2-15,3-1-2 16,-2-2 3-16,1 0 2 16,3-9 1-16,-3-5 0 0,-1 1 4 15,1-4-2-15,0 0 1 16,-3 0-1-16,-1 3-2 15,-2 0 0-15,-2 5 0 16,-1 2 1-16,-1 3 5 16,0 4 2-16,0 0-3 0,0 0-7 15,0 4-1-15,0 6 4 16,0 1-1-16,2 2-1 16,4-1-2-16,2-1-6 15,2-2-7-15,2-1-7 16,1-4-11-16,1-2-8 0,1-2-2 15</inkml:trace>
  <inkml:trace contextRef="#ctx0" brushRef="#br0" timeOffset="-203475.21">21640 10180 107 0,'0'0'9'0,"0"0"13"0,0 0-6 0,0 0-8 16,0 0-5-16,-38-9-2 16,22 19-1-16,1 3 0 0,-1 3 1 15,2-1 2-15,3 0-2 16,2 0 0-16,2-2-1 16,4 0 1-16,1-5-2 15,2 2 1-15,0-4-1 0,2 0 2 16,7-1 1-16,1-2 1 15,6 1 6-15,-2-2-4 16,2 1 0-16,-1-2-3 16,0 2 0-16,-3 0-1 15,-2-2-1-15,2 3 1 16,-9-1 1-16,1 0 0 16,-2 1-2-16,-2-1 3 0,0 0 0 15,0 1 7-15,-7 1-1 16,-7 0-8-16,-1 1 1 15,-2-2-4-15,1 2-5 16,2-3-16-16,5-3-9 0,3 0-16 16,5-6-52-16</inkml:trace>
  <inkml:trace contextRef="#ctx0" brushRef="#br0" timeOffset="-203000.84">21824 10160 89 0,'0'0'11'0,"0"0"12"0,25-50 6 15,-23 38-9-15,-1 0 0 16,-1 4-1-16,0-1-7 16,-1 4-9-16,-5 2 0 15,-3 0-1-15,0 3 3 16,-3 0-3-16,2 10-3 15,-3 3 0-15,-1 2 0 0,2-1 0 16,2 4 2-16,3-3-2 16,1-1 1-16,4 0 0 15,2-4-2-15,0-1 1 16,4-2-4-16,6 1 1 16,1-3 0-16,1-1 3 0,2 0-1 15,2 2 3-15,0-2 1 16,-1-1-1-16,1 4 1 15,-3 1-1-15,1-2-1 16,-3 2 1-16,-3 0-1 16,0-1 0-16,-4-1 1 15,-2-2-1-15,-2 0 1 0,0 1 1 16,-3-1 12-16,-6 0-6 16,-3 0-4-16,-3 1-2 15,0-1-1-15,2 0 0 16,-1 0-1-16,1-2-1 15,4-1-17-15,5-1-27 0,3 0-23 16</inkml:trace>
  <inkml:trace contextRef="#ctx0" brushRef="#br0" timeOffset="-202744.5">22003 10132 115 0,'0'0'24'0,"0"0"-17"0,0 0-3 0,0 0 9 15,0 0-2-15,0 0-2 16,0 0-2-16,0 0-1 16,0 0-4-16,0 0 3 15,29 41-3-15,-25-28 2 0,0-1-2 16,-2 1-1-16,1-3-1 15,-1-1-20-15,0-8-25 16,-1-1-35-16</inkml:trace>
  <inkml:trace contextRef="#ctx0" brushRef="#br0" timeOffset="-202593.91">21984 10012 224 0,'0'0'-19'0,"0"0"30"16,0 0-3-16,0 0-8 16,0 0-75-16,0 0-39 15</inkml:trace>
  <inkml:trace contextRef="#ctx0" brushRef="#br0" timeOffset="-201557.42">22144 9740 84 0,'0'0'-18'15,"0"0"25"-15,0 0 4 16,0 0-5-16,0 0-4 16,34-37 1-16,-22 35-1 0,-4 2-2 15,2 0 2-15,1 0-2 16,-2 6 1-16,1 6 1 15,1 2 3-15,-1 7 0 16,-3 3-1-16,1 6-1 16,0 5 3-16,-2 2-2 15,-1 4 4-15,-1 1-1 0,2 2-1 16,-3 0-4-16,2 1 3 16,-1-2 0-16,-2-1 3 15,-1-2 1-15,0-3 0 16,0 1-4-16,0-6 0 15,0 0-4-15,1-3 1 0,-2 2-1 16,1-4 0-16,2 2 0 16,-1-4 0-16,-1-1 0 15,3-5-1-15,1-3 0 16,0-3 2-16,1-5-1 16,0-3-2-16,-1-1 3 0,1-4 4 15,0 0 10-15,-2-2 3 16,2-10 0-16,-1-2-7 15,0-6-5-15,0 0-2 16,-1-4-2-16,-2 1 1 16,0-2-3-16,-2 1 1 15,0 0-1-15,0 1 0 0,0 1-2 16,-5 3 0-16,-5 0-2 16,-1 3-3-16,-2 2 0 15,-4 0-1-15,-1 0 3 16,2 1 5-16,0 0 0 15,1 2 0-15,3-2 0 0,1 0-2 16,3 1 0-16,3 0-1 16,3-2-2-16,-1 3 0 15,3-1 1-15,0 0 1 16,3 0 1-16,4 1 1 16,2-1-7-16,3 1 4 0,2-2-2 15,2 3 0-15,3-2 5 16,0 0 1-16,0-1-2 15,2 2-1-15,0 1 3 16,-2-1-1-16,-2 2 1 16,-1 0-2-16,0 1 1 0,-2 5 0 15,-3 0 1-15,0 1-1 16,-5 2 0-16,1 0 0 16,-3 0-1-16,0 2-1 15,0 4-1-15,-2 3 3 16,-1 2 0-16,1 2 2 0,2 0 1 15,0 1-2-15,1-1 0 16,0-1 1-16,1-2-2 16,0-2 0-16,1-3 0 15,0 1-2-15,2-3 1 16,-2-2-2-16,2-1-27 0,2-1-42 16</inkml:trace>
  <inkml:trace contextRef="#ctx0" brushRef="#br0" timeOffset="-201375.06">22547 9824 172 0,'0'0'-11'0,"0"0"43"0,0 0-7 0,0 0-20 0,-37-22-4 16,36 22-4-16,-1 0-38 15,2 8-5-15,0-3 3 16</inkml:trace>
  <inkml:trace contextRef="#ctx0" brushRef="#br0" timeOffset="-201077.28">22772 9812 79 0,'0'0'41'0,"0"0"-17"0,0 0 7 16,0 0-6-16,0 0-15 15,0 0-7-15,0 0 5 16,0 0-8-16,-46 14 0 16,33 6-2-16,-1 3 5 15,1 1-3-15,2 0 1 0,4-1-1 16,4 0 1-16,3-5-1 15,0-2 0-15,1-3-1 16,8-2-1-16,4-4-2 16,1-3 3-16,4-4-7 15,4 0-5-15,-3-3-24 0,2-8-22 16</inkml:trace>
  <inkml:trace contextRef="#ctx0" brushRef="#br0" timeOffset="-200614.83">22880 9867 72 0,'0'0'37'0,"0"0"-6"16,0 0-20-16,0 0 0 15,3-38-7-15,1 35-2 16,2 1-2-16,1 1-1 16,1 1 1-16,-1 0 1 0,1 0 2 15,-1 8-3-15,1 3 1 16,1 2 1-16,-6 1 3 15,3 3-8-15,-3 0 4 16,-1-1 1-16,-2 1 2 16,0-3-3-16,-4-1-2 0,-4-3-2 15,0-2-1-15,1-4 11 16,-1-2-4-16,0-2 1 16,2 0-1-16,4-1 6 15,1-7-8-15,1-3-3 16,0-1 6-16,7 0-4 15,4 0 0-15,-1 1-2 0,2 2 0 16,0 2 1-16,-1 3 11 16,1 3-2-16,3 1 0 15,-2 0 0-15,5 0-5 16,1 1-1-16,2 5 0 16,0-2-1-16,3-1 0 0,-6 1-1 15,4-1-7-15,-3-3-16 16,-4 0-15-16,-1 0 2 15,-3-3 17-15,-1-6 5 16,-3 0-7-16,0-4-17 16</inkml:trace>
  <inkml:trace contextRef="#ctx0" brushRef="#br0" timeOffset="-200336.37">23209 9626 106 0,'0'0'26'0,"0"0"7"0,0 0 0 0,0 0-14 0,0 0-8 16,0 0 1-16,0 0-3 15,0 0-9-15,0 0-4 0,0 0 3 16,-4-10 4-16,11 29 0 16,0 3-1-16,1 1-2 15,3 2 0-15,-5 0 2 16,1 0-2-16,-2-5 0 15,-1 0 1-15,1-1 0 16,-4-4-4-16,0-2-7 16,-1-3-16-16,0-2-9 0,0-5-19 15,-2-3-35-15</inkml:trace>
  <inkml:trace contextRef="#ctx0" brushRef="#br0" timeOffset="-200047.34">23176 9781 145 0,'0'0'-4'0,"0"0"20"15,0 0-12-15,0 0-3 0,0 0 2 16,39-34-3-16,-18 27 1 16,-1 0-1-16,2 2 0 15,-2 5 1-15,0 0 5 16,-4 0 1-16,-2 0 4 15,-1 9-4-15,-6 1-3 16,1-2 0-16,-3 2 1 16,-3-1-4-16,-1 1 2 0,-1-2-1 15,0 1 2-15,0 0-2 16,0-4 1-16,0 3-4 16,0-5-35-16,0-3-31 15</inkml:trace>
  <inkml:trace contextRef="#ctx0" brushRef="#br0" timeOffset="-199930.74">23368 9640 106 0,'0'0'-20'16,"0"0"25"-16,0 0-11 16,0 0-51-16</inkml:trace>
  <inkml:trace contextRef="#ctx0" brushRef="#br0" timeOffset="-199468.59">23534 9666 122 0,'0'0'-6'0,"0"0"24"15,0 0 0-15,0 0-4 16,0 0-9-16,0 0-4 15,0 0-3-15,-17-14 2 16,6 24 0-16,2 2-2 16,-1 4 1-16,1 1 1 15,3-2 0-15,0 1-1 0,4 1 1 16,1-4 0-16,1-3-1 16,0 1-1-16,0-5-8 15,4-2-8-15,2-4 3 16,2 0 7-16,1 0 8 15,1-4 1-15,-2-6-1 0,0-1 1 16,0-2 0-16,0 0 1 16,-1-4 3-16,1 3-3 15,0-2-1-15,0 1 2 16,1 1-1-16,1 2 2 16,-5 2 1-16,3 2 3 0,0 3 0 15,1 1 3-15,2 3 2 16,4 1-4-16,-2 0 2 15,4 3-4-15,0 9-3 16,-1 7-4-16,-3 8 3 16,-1 4-5-16,-9 3-35 0,-3 0-61 15</inkml:trace>
  <inkml:trace contextRef="#ctx0" brushRef="#br0" timeOffset="-198365.01">19912 9903 74 0,'0'0'3'0,"0"0"12"0,0 0 12 0,0 0-12 16,-7-40-5-16,7 35-5 15,0 0 1-15,0 2 0 0,0 1 0 16,0-1-3-16,5 1-2 16,-1 1-1-16,3 1 0 15,1 0 0-15,1 0 0 16,1 1 0-16,-2 7 0 0,1 2-1 15,1 2-1-15,-3 1 4 16,1 1-2-16,-4 3 1 16,4-1-1-16,-6 1 1 15,1 0-1-15,-3 0 0 16,0 0 0-16,0 3 1 16,0-1-1-16,-1-1 2 0,-3 3 0 15,-4 0-4-15,2-2 7 16,0-2-6-16,1 0 4 15,0-4-2-15,3-3-1 16,1-2 1-16,1-3-3 16,0-1-1-16,0-3 1 15,0-1-1-15,0 0 0 0,0 0 2 16,1 2 4-16,0-1-2 16,0 2-1-16,2 2-1 15,-3 3 0-15,0 3 2 16,0 3-1-16,0 3 2 15,0 3-2-15,0 1 1 0,0 2-1 16,0 1 0-16,2 3 0 16,1 0 0-16,5 2 0 15,-2 2 1-15,4-1-1 16,-1 2 1-16,0 0-1 0,3-2 1 16,-2-1-1-16,-3-3 1 15,1-5-1 1,-5 0 0-16,-3-2 3 0,0-2-2 15,-7 2-3-15,-9 2 3 16,-6-2 1-16,-5-1-64 16</inkml:trace>
  <inkml:trace contextRef="#ctx0" brushRef="#br0" timeOffset="-197483.03">21076 10785 63 0,'16'0'3'0,"-2"-4"8"0,7-2 3 16,2 0-5-16,2 0-3 15,2-2-3-15,0 2 2 0,3-5 3 16,4 1-1-16,3-1 9 15,3-2 4-15,4 0-7 16,6-2-4-16,1-1-5 16,5 0 0-16,1 0-1 15,4-4-2-15,7 1 0 0,2-2 0 16,6-4-1-16,3 1 0 16,6-1 0-16,0-1 1 15,2-2 3-15,0 4 2 16,2-3 1-16,3 1 2 0,-3-1-1 15,1-1-1-15,2 2 2 16,0-1-2-16,-3 0-4 16,-5-1-1-16,-5 1-2 15,-1 1 1-15,-4 2-1 16,-6 2 2-16,-4 3-2 16,-4 2 1-16,-6 1 0 0,-6 3 0 15,-6 2 0-15,-9 1 0 16,-4 5-1-16,-5 0-4 15,-7 1-9-15,-4 4-11 16,-4 0-9-16,-6 0-23 16,-3 0-1-16</inkml:trace>
  <inkml:trace contextRef="#ctx0" brushRef="#br0" timeOffset="-195840.01">20653 16273 21 0,'0'0'49'0,"0"0"-40"0,-52-36 0 0,34 26-3 16,2 2-5-16,-4 1-4 0,2 1-5 15,-4 2-5-15,2 3 13 16,1 1 4-16,1 0 4 16,2 0-4-16,2-1-5 15,4-4-35-15</inkml:trace>
  <inkml:trace contextRef="#ctx0" brushRef="#br0" timeOffset="-194523.11">20323 16017 86 0,'0'0'2'0,"0"0"9"0,0 0 3 16,0 0-3-16,0 0 3 16,0 0-7-16,0 0 0 15,0 0 7-15,0 0 0 16,0 0-3-16,-12-38-13 15,13 34 1-15,8 1 1 0,-2-2 0 16,4 0 0-16,1-1 0 16,2 4 0-16,2-2-1 15,-2-1 1-15,2 3-2 16,1-2 4-16,-3 4-3 16,1 0 1-16,-5 0 1 0,0 0-1 15,-1 0 0-15,-4 0 0 16,2 4 0-16,-1 2 1 15,1 0 0-15,-4-1 0 16,2 4-1-16,1-1 1 16,-2 2-1-16,-4 0 1 15,1 2-1-15,1 1 6 0,-2 2-6 16,0-1 0-16,0 3 0 16,-3 2 5-16,-1-1-5 15,-3 4 2-15,2-1-1 16,-1 3 2-16,2-3-2 0,1 4-1 15,-2-3 1-15,1 2-1 16,2-1 0-16,1 1 0 16,0-1 0-16,1-2 0 15,0-1-1-15,0-2 1 16,0-2 0-16,0-1 0 16,4-3 0-16,5-1 1 0,-4-2 0 15,3-2-2-15,-3 0 1 16,4-2 3-16,-2-1 0 15,-1-3 4-15,-2 1-5 16,0-1 4-16,-2-1-1 16,2 1-3-16,-4-1 0 0,0 2 4 15,0-2 1-15,0 1-4 16,0 2-1-16,0 0-2 16,0 3 5-16,0 2-5 15,-5 4 0-15,3 2 2 16,0 1-2-16,0 4 1 15,1-2-1-15,1 6-1 0,0-2 1 16,0 2 0-16,0 0 0 16,0 0-2-16,0 0 2 15,1 1 0-15,1 0 0 16,2 1 0-16,1 0 0 0,-1 4 0 16,0-1 0-16,1 3 0 15,-2 1 0-15,1-1 0 16,0-3 0-16,0-1 0 15,-1-1 0-15,-1-2 0 16,-1-4 0-16,-1 1 0 0,0 0 1 16,-2-1 1-1,-8 4 0-15,-2-2-1 0,-4 0 1 16,-2 0 0-16,-3-2-1 16,-1-5-1-16,1-5 1 15,-1-1-2-15,-1-8-10 16,0-1-63-16,0-13-55 0</inkml:trace>
  <inkml:trace contextRef="#ctx0" brushRef="#br0" timeOffset="-193276.95">20250 15949 17 0,'-4'2'65'0,"-1"-1"-61"0,3-1 2 0,1 0-1 16,-1 0-3-16,2 0-2 16,-2 0 0-16,0 0 4 15,2 0 12-15,-1 0 1 16,1 0 1-16,0 0-12 16,0 0-12-16,0-3 9 0,5-3-5 15,1-1-7-15,2 2-2 16,-1-1 5-16,1-1 5 15,1 1-1-15,0 1 2 16,0 0 3-16,-2 1 5 16,2-2 3-16,-1 2-6 0,0 2 3 15,0 0-4-15,-1 0-2 16,0 2 1-16,-2 0-1 16,-1 0 0-16,2 5 1 15,-3 3-2-15,-1 1 4 16,1 2-2-16,1 3-1 0,-2 2-1 15,0-2 0-15,-1 6-1 16,2-2 1-16,-2 2-1 16,-1 2 1-16,0 0-3 15,0 1 3-15,0 1 0 16,0 0 0-16,0 0 4 0,-2-1-5 16,1-2 0-16,1-1 1 15,0-3-1-15,0-4 0 16,0 0 0-16,5-4-1 15,1-4 1-15,-1 1-2 16,4-5-1-16,-3-1 8 0,2 0-1 16,-1 0 5-16,2 0-1 15,-3-4-3-15,0-2-1 16,-3 2-1-16,-1 0 1 16,-1-1-2-16,-1 3 1 15,0 0 1-15,0 2 2 16,-5 0-11-16,0 0-2 0,-5 7 1 15,0 2 1-15,3 2 3 16,-1 5 0-16,-2 2 1 16,5 2-2-16,3 4-4 15,-3 1-2-15,3 2 4 16,2 0 3-16,0 1-2 0,0-3 2 16,0 1 1-16,5-2 0 15,-1 0 1-15,2-4 0 16,3 4 1-16,-1-1 0 15,-2-1 0-15,4 1 0 0,-5-1 0 16,3 1 1-16,-1-1-2 16,-1 1 1-16,2-2 1 15,-2 3-1-15,-2-1 0 16,0 1 0-16,-1 4 1 16,-1-1-1-16,0-1-1 15,-2 1 1-15,0-1-1 0,0-4 1 16,0 1-1-16,0-2 0 15,0 2 2-15,0 0-2 16,0 0 0-16,0-2 0 16,-2 2 0-16,-2-5 0 15,0-2 0-15,1-1 1 0,-3-3 0 16,-1-2 0-16,0-2 0 16,-2 1 0-16,-4-2-1 15,-1 0-10-15,-3-4-48 16,-4-3-43-16</inkml:trace>
  <inkml:trace contextRef="#ctx0" brushRef="#br0" timeOffset="-191206.4">18354 16737 100 0,'0'0'8'0,"0"0"17"0,0 0-12 0,0 0-6 15,0 0-2-15,-2 0-6 16,2 0-2-16,-3 0 7 15,2 0-11-15,-1 3 4 0,1 0 4 16,1-1-5-16,0 0-6 16,-1 0 5-16,1 0 2 15,0-1 0-15,0 1 2 16,0-2-3-16,0 0 1 16,0 2 3-16,0-2-1 15,0 1-5-15,0 1 13 0,0-2-6 16,0 1 2-16,0-1-3 15,0 0 1-15,0 0 0 16,0 0 0-16,0 0 0 16,2 0 4-16,2 0-2 0,2 0 0 15,3 0 2-15,-1-3 1 16,1 0-4-16,3 0 1 16,2-1-2-16,-1 0 1 15,3-2-1-15,-1 1 1 16,2-2-2-16,0 1 0 15,1-1 1-15,-2 0 0 0,0 1 0 16,-3 0-1-16,1 3 1 16,-2-1-2-16,-2 1-7 15,-5 1-14-15,-2 0-19 16</inkml:trace>
  <inkml:trace contextRef="#ctx0" brushRef="#br0" timeOffset="-190901.13">18354 16805 90 0,'0'0'9'0,"40"-24"17"0,-17 11-10 0,2-1-7 15,2 0-5-15,-2 0-3 16,0 1 2-16,-2 2-2 16,-1 2-1-16,1 2 1 0,-7 0 1 15,0 1-16-15,-3 1-22 16,-3 0-24-16</inkml:trace>
  <inkml:trace contextRef="#ctx0" brushRef="#br0" timeOffset="-190616.86">18386 16794 100 0,'0'0'0'0,"0"0"3"15,0 0 3-15,0 0-5 0,51-28 0 16,-37 19 0-16,0 1-2 16,0-1 0-16,0 2 0 15,0 0 1-15,-2 0 2 16,2 1-2-16,-1-1 1 15,1 1 0-15,-3 1-1 0,-2 0-11 16,0 0-43-16</inkml:trace>
  <inkml:trace contextRef="#ctx0" brushRef="#br0" timeOffset="-190359.75">18368 16825 60 0,'0'0'6'16,"0"0"1"-16,0 0 2 16,0 0-5-16,43-31-3 15,-25 17 0-15,3 0-1 16,-2-1 1-16,5 0-2 15,0-1 2-15,0 2-1 0,-1-1 0 16,0 3-8-16,-8 1-45 16</inkml:trace>
  <inkml:trace contextRef="#ctx0" brushRef="#br0" timeOffset="-186824.69">18381 16751 35 0,'0'-1'38'0,"0"0"-21"0,-5 1 1 16,2 0-4-16,1 0-6 16,0 0-2-16,1 0-4 0,1 0-1 15,0 0-3-15,0 0-6 16,0 0 9-16,5-2-1 16,3 2-1-16,3-3 1 15,3-1 0-15,3-2 4 16,2-1 0-16,3-1 3 15,5-2 2-15,1 0-1 0,2-3-1 16,1 2 0-16,5-1-4 16,-3 3-2-16,1-2 3 15,-3 3-3-15,-3-2-26 16,0 0-46-16</inkml:trace>
  <inkml:trace contextRef="#ctx0" brushRef="#br0" timeOffset="-185931.69">21330 16280 89 0,'0'0'10'0,"0"0"15"0,0 0 6 0,0 0 7 15,0 0-7-15,0 0 2 16,0 0-12-16,0 0-6 15,0 0-6-15,0 0-6 16,0 0-1-16,0 0 0 16,-32-23-2-16,20 23-3 15,1 0 9-15,-1 10-5 0,-3 4-2 16,1 6-1-16,0 6 4 16,2 1-3-16,3 5 2 15,4-2-2-15,4 1-1 16,1-1 1-16,4-3-1 15,10-5 0-15,1-4 1 16,3-1-7-16,3-6 5 0,3-5 3 16,4-4-4-16,2-2 4 15,3-3-4-15,2-9-3 16,2-6-23-16,-1-5-41 16,-4-2-35-16</inkml:trace>
  <inkml:trace contextRef="#ctx0" brushRef="#br0" timeOffset="-185635.38">21634 15993 97 0,'0'0'19'16,"0"0"19"-16,-42-14-13 15,32 12-9-15,1 2-6 16,-2 0-2-16,4 10-5 0,0 7-4 15,0 5 1-15,0 6 0 16,3 9 2-16,0 3 0 16,2 1 2-16,2-1 0 15,0 0-3-15,3-2-3 16,6-4 3-16,3-4-1 16,0-2 0-16,3-1-1 0,-2-2 0 15,2 0-3-15,-1-5-17 16,3-5-9-16,-2-4-26 15,3-9 8-15</inkml:trace>
  <inkml:trace contextRef="#ctx0" brushRef="#br0" timeOffset="-185215.65">21853 16338 208 0,'0'0'-10'16,"0"0"31"-16,0 0-3 0,0 0-7 15,0 0-7-15,-44-38-6 16,31 36 2-16,0 2 1 16,0 0 4-16,0 6-5 15,0 5 5-15,1 2-8 16,2 3 3-16,0 2 3 0,7 0-5 16,0-1 0-16,3 0-3 15,0-5-5-15,7 0-3 16,5-5-4-16,-1-3 5 15,2-2 10-15,3-2 3 16,-1 0-7-16,1-8 8 0,-1-2 1 16,0-4 0-16,-2 0 4 15,-1 0 3-15,-2-2 3 16,-4 3-4-16,-1 1 0 16,-3 2-1-16,-2 1 3 15,0 5 4-15,0 2 1 16,0 0-8-16,0 2-7 0,0 0-5 15,-2 4-2-15,2 3 1 16,0 4-7-16,2-1-5 16,7 0-31-16,5-5-9 15,6-3-14-15</inkml:trace>
  <inkml:trace contextRef="#ctx0" brushRef="#br0" timeOffset="-184860.52">22151 16254 185 0,'0'0'5'0,"0"0"21"0,2-41-3 16,-3 33-6-16,-6 2-5 15,-2 2-8-15,-5 4-6 16,1 0 6-16,0 1-2 16,-1 9-2-16,2 3 6 0,1 1-5 15,3 0-3-15,3-1-3 16,4 0-7-16,1-3 2 15,0-2-1-15,2 1 2 16,9-3-2-16,1 1 10 16,2-2-2-16,2-1 6 15,0 1-4-15,1-1 4 0,-1 2-3 16,-2-2 1-16,-7 2 0 16,1-2-1-16,-5 0 1 15,-3 2-2-15,0-2 2 16,-2 0 13-16,-6 1-7 15,-3 0-1-15,0 0-8 0,-2-2-15 16,2-2-38-16,2-1-59 16</inkml:trace>
  <inkml:trace contextRef="#ctx0" brushRef="#br0" timeOffset="-184427.23">22335 16199 91 0,'0'0'-2'0,"0"0"8"16,0 0 8-16,16-43 13 0,-16 38 13 15,0-1-8-15,-7 3-16 16,-2 2-9-16,0 1 2 16,0 0-4-16,-2 0-3 15,2 7 1-15,1 1-5 0,0 2-7 16,2 3-1-1,3-2 8-15,3 0 1 0,0-2-2 16,0 3-8-16,8-4-3 16,3-2 11-16,1 0 0 15,3-1 2-15,-2 0 5 16,1 0 0-16,-1 0-1 0,0 2 1 16,-5-1-1-16,0 0 0 15,-4 3-1-15,2-3-2 16,-6 2-1-16,0-1 3 15,0 0-1-15,0 0 4 16,-8-1 1-16,0 0-4 0,-1-2 10 16,-1 0-10-16,3-1 2 15,0-2-3-15,3-1 0 16,2 0-5-16,2-4-25 16,0-4-43-16,2-5-41 15</inkml:trace>
  <inkml:trace contextRef="#ctx0" brushRef="#br0" timeOffset="-184226.67">22472 16195 126 0,'0'0'2'0,"0"0"6"0,0 0 2 0,0 0 1 16,0 0 6-16,0 0 0 15,0 0 4-15,0 0-6 16,24 42-10-16,-21-32-3 15,2 2-1-15,0-1 1 16,0-4-8-16,1 0-24 0,0-4-24 16,-1-3-17-16</inkml:trace>
  <inkml:trace contextRef="#ctx0" brushRef="#br0" timeOffset="-184063.28">22482 16075 274 0,'0'0'-17'16,"0"0"38"-16,0 0-10 0,-28-39-12 15,28 33-11-15,0-1-46 16,6 1-36-16,4 0-17 16</inkml:trace>
  <inkml:trace contextRef="#ctx0" brushRef="#br0" timeOffset="-183352.05">22726 15828 182 0,'0'0'-16'0,"0"0"25"0,0 0-2 16,0 0-6-16,23-38 0 15,-20 37-2-15,0 1 1 16,-1 0-3-16,1 5 2 16,0 8 1-16,-1 4 1 15,1 6 7-15,-3 5 0 0,0 8-3 16,0 3-1-16,0 4-3 16,0 4-2-16,0 2 2 15,0 0-2-15,0 1-2 16,0-4 1-16,0-3 6 0,0-2-2 15,0-4 1-15,2-2 0 16,0-6 1-16,2-1-1 16,0-3 5-16,1-4-4 15,0-5 3-15,2-5-3 16,1-1-3-16,-1-3 1 16,-1-3 3-16,0-4-3 0,-1 0-2 15,-1 0 9-15,-1-3-3 16,-1-8 5-16,0-2-7 15,-2-4-1-15,0-1 0 16,-2-3-2-16,-6-1 0 16,0-2-3-16,-3 2 0 15,-2 0-1-15,0-2 1 0,0 3 1 16,1-1-2-16,1 2 2 16,4 1 2-16,0 0-1 15,5-1-3-15,2 3-7 16,0-1-1-16,3 2 14 15,8 0-3-15,2 4-1 0,2-1 1 16,1 4-1-16,4 0 1 16,-1 4 0-16,2 4-1 15,-4 1 2-15,0 1-3 16,-1 13 1-16,-1 2 0 0,-2 4 1 16,-1 3 0-16,-1-2-1 15,0 4 3-15,-3-5-2 16,0 0 2-16,3-3 0 15,-6-4-1-15,3-1 0 0,-2-3-5 16,1-5-23-16,2-4-40 16,-1 0-22-16</inkml:trace>
  <inkml:trace contextRef="#ctx0" brushRef="#br0" timeOffset="-183186.84">23033 16000 219 0,'0'0'15'0,"0"0"10"16,-22-44-10-16,19 38-12 0,1 1-2 15,2 5-2-15,0 0-20 0,0 0-29 16,3 4-15-16,1 2 1 16</inkml:trace>
  <inkml:trace contextRef="#ctx0" brushRef="#br0" timeOffset="-181792.68">11082 16043 139 0,'0'0'-6'0,"0"0"31"0,0 0 5 0,0 0-9 16,0 0-13-16,-38-32-4 16,32 25 0-16,2 0 2 15,2 0-3-15,2 3 0 0,0-3-2 16,0-2-1-16,4 2 1 16,8-1-3-16,1-2 4 15,4 1-1-15,1-1-3 16,3 3 2-16,2 3 1 15,-4 1-1-15,0 3 0 16,1 0 0-16,-3 6 1 16,-2 9-2-16,-3 4-1 0,-3 8 1 15,-1 1 3-15,-5 8-1 16,-2 1-1-16,-1 5 1 16,0 1 0-16,-7 1 0 0,-4 1-1 15,2 2 1 1,-2 1 0-16,-1-2-1 0,1 4 0 15,2-1 0-15,2 0 1 16,3-4-2-16,4-4 0 16,0-4-1-16,0-6-4 15,2-8-3-15,3-3 1 0,4-8 4 16,-5-3-2-16,0-3-2 16,-1-5-2-16,-1 0 9 15,0 0-2-15,-2-1 3 16,0 0 9-16,0 0 9 0,0 0-12 15,0 7 0-15,0 4 1 16,0 5-7-16,0 5 0 16,0 11 0-16,0 6 0 15,0 5-1-15,0 3 1 16,6 1 0-16,4 1 0 16,-3-2 0-16,2-1 0 15,2-2 0-15,-5-2-2 0,-1-1 2 16,-2-3 0-16,-3-2 0 15,0-3 2-15,-5-2 2 16,-6-4-1-16,-5-3 2 16,-2-3 0-16,-2-1 1 0,-2-5 1 15,1-3 0-15,0-4-5 16,2-2 0-16,4-5 0 16,3 0-12-16,3-12-42 15,5-9-46-15</inkml:trace>
  <inkml:trace contextRef="#ctx0" brushRef="#br0" timeOffset="-181308.11">11642 16770 126 0,'0'0'10'0,"0"0"8"0,0 0-7 0,0 0-5 0,0 0-1 15,0 0 9-15,0 0-1 16,0 0-2-16,-41-36 2 16,36 35-8-16,-1 1-3 15,2 0-1-15,2 4 1 16,-2 10 3-16,1 5-7 0,1 2 0 16,2 6 2-16,0 0 1 15,0 2-2-15,0-4 0 16,5-1 0-16,2-2 0 15,4-5 1-15,0-4 0 0,3-2 0 16,-3-4 0-16,4-5 2 16,3-2-2-16,-2-1 2 15,3-13 1-15,2-4 2 16,-2-6-23-16,0-6-41 16,-1-4-10-16</inkml:trace>
  <inkml:trace contextRef="#ctx0" brushRef="#br0" timeOffset="-181045.6">11844 16337 103 0,'0'0'8'16,"0"0"11"-16,0 0 5 16,0 0 5-16,0 0-12 15,0 0-12-15,0 0 1 16,0 0-2-16,0 0-7 15,-39 38 5-15,39-4-1 0,-2 6 2 16,2 1 2-16,0 3-2 16,3-1-2-16,6 0-1 15,-2-1-1-15,3-2 3 16,4-2-2-16,-3-1-5 16,3-3-28-16,-1-8-40 0,0-8-44 15</inkml:trace>
  <inkml:trace contextRef="#ctx0" brushRef="#br0" timeOffset="-180618.36">12043 16730 206 0,'0'0'2'16,"0"0"18"-16,-2-42 1 16,-3 32-13-16,-3 1-1 15,-2 6-4-15,1 2-4 16,0 1-1-16,-4 3 2 0,2 9-3 15,4 6-2-15,-4 3 13 16,6 2-8-16,0-1 0 16,4 2 0-16,1-1 0 15,0-4-2-15,0-4-1 16,4-2 1-16,2-3-2 16,4-6-2-16,-2-1-5 0,3-3 6 15,1 0 6-15,-1-10-1 16,0-3 2-16,-2-4-5 15,0 0 4-15,-5 0 4 16,-1 1-2-16,1 1 8 16,-4 7-3-16,0 0 1 0,0 5 0 15,0 3-3-15,0 0-5 16,0 5-8-16,0 6 5 16,0 3 4-16,2 5-2 15,4-1-6-15,4 1-4 0,1-1-7 16,3-4-8-16,1 1-9 15,2-7-15-15,-1-5 10 16,5-3-29-16</inkml:trace>
  <inkml:trace contextRef="#ctx0" brushRef="#br0" timeOffset="-180270.88">12240 16831 39 0,'0'0'23'0,"17"-50"16"16,-15 23-10-16,0-2 6 0,-2 3-10 15,0 2-9-15,-6 3-5 16,-3 4-1-16,0 5 2 15,2 5 0-15,-3 2-7 16,3 4-5-16,-1 1-3 0,2 3 4 16,-1 9 0-16,1 4-1 15,1 3 2-15,3 2-1 16,2 1-1-16,0-2 0 16,0 0-2-16,7-2 0 15,2-4 0-15,5 0-1 0,-1-4-2 16,1-3 4-16,-1 0 1 15,-1-2 2-15,0-1 1 16,-3-1-1-16,-5 0 2 16,-1-2-2-16,0 2 1 15,-3 0 0-15,0 1-1 16,0 0 8-16,-3 3-1 0,-4 2-6 16,-2 0 1-16,-3 6-6 15,0-2-3-15,2-2-25 16,1 2-45-16,1-6-16 15</inkml:trace>
  <inkml:trace contextRef="#ctx0" brushRef="#br0" timeOffset="-179856.07">12409 16629 70 0,'0'0'3'0,"0"0"9"0,0 0 0 16,0 0 4-16,0 0 3 0,0 0-2 15,0 0 0-15,0 0-12 16,0 0-1-16,0 0-5 16,-35 20 1-16,33-4 0 15,1-1-6-15,1 0 11 16,0-1-5-16,0-1-1 15,1-2 0-15,5 0-2 0,0-3 3 16,1-1-1-16,1 0 1 16,2-3 0-16,-3 0 1 15,2-1 2-15,-2 1 2 16,1 0-2-16,-4-1-2 16,1 2 1-16,-1 0-2 0,-4 1 1 15,0 1 1-15,0 0-2 16,0 3 7-16,-6 2-9 15,-1 2 11-15,-3-1-10 16,2-1-19-16,-2-1-24 16,3-6-39-16</inkml:trace>
  <inkml:trace contextRef="#ctx0" brushRef="#br0" timeOffset="-179643.98">12481 16691 188 0,'0'0'13'16,"0"0"-1"-16,0 0-13 15,0 0-2-15,0 0 0 16,0 0 14-16,0 0-10 16,14 46 3-16,-10-31-2 0,2 1-1 15,0-1-5-15,2-4-24 16,-5-5-37-16,1-5-48 15</inkml:trace>
  <inkml:trace contextRef="#ctx0" brushRef="#br0" timeOffset="-178783.1">12554 16352 147 0,'0'0'13'16,"0"0"14"-16,0 0-12 0,7-39-11 16,-4 33-2-16,0 3-1 15,2 0-1-15,-1 3-1 16,1 0 1-16,2 6-6 16,-2 9 6-16,3 4 6 15,2 8 1-15,0 6-3 0,1 6-4 16,3 7 2-16,-3 5-2 15,0 4 0-15,-2 4 0 16,0 0 1-16,-3 1-1 16,1-5 1-16,-2-5 0 0,0-5 0 15,1-9-1-15,-3-5 2 16,3-10-2-16,-1-6 1 16,2-3-1-16,0-6-2 15,1-4-1-15,-3-2-2 16,4 0 8-16,-3-3 0 0,3-10 0 15,-2-3 8-15,2-2-6 16,-3-5 0-16,1 0-3 16,-5-4 1-16,-1 2 1 15,-1-1-2-15,0 1 3 16,-3-1-4-16,-6 5 0 16,0 1-3-16,-2 6-7 0,-2 1-1 15,1 3-4-15,-1 3 1 16,0 3 9-16,4-2-1 15,2 2 6-15,1 1 1 16,2-1-2-16,4-2-6 16,0-1 5-16,0-1-2 0,2-2 5 15,8 1 2-15,-1-4 0 16,3 0-1-16,-1-1 3 16,1 4-5-16,1-3 1 15,-1 5-1-15,0-1 0 16,-1 5 2-16,-6 4 2 0,3 0-2 15,-3 6-2-15,-2 7 2 16,1 2 3-16,-2 3 0 16,0 0-3-16,-2-2 0 15,2 0 0-15,0-4-1 16,1-1-2-16,1-4 0 0,0-2-12 16,2-3-14-16,2-2-16 15,1-4-7-15,0-13-11 16</inkml:trace>
  <inkml:trace contextRef="#ctx0" brushRef="#br0" timeOffset="-177282.58">20721 12140 107 0,'-2'0'7'0,"2"0"-1"0,0 0-10 0,0 0 7 15,0 0-2-15,0 0 1 16,0 0-1-16,0 0 1 16,0 0 3-16,0 0 0 15,0 0-3-15,0 0-3 16,0 1-1-16,3-1 0 16,2 0 4-16,3 0 5 0,3 0-1 15,-2 0-1-15,0 0 0 16,3 0 0-16,0 2 0 15,-1 2-1-15,2 2-1 16,0 1-1-16,4 0 0 16,-4 4-1-16,1 1 2 0,-1 2-2 15,-4 1 0-15,0 2 1 16,-5 2 0-16,-1 1 0 16,-3 1 3-16,0 1-1 15,0 0-2-15,-6 2 1 16,-4 1 3-16,-1 0-1 0,-2 1-3 15,-1 1 2-15,0-2-3 16,1 2 0-16,2 1 0 16,2 2 0-16,1-2-1 15,4 1 0-15,3 3 0 16,1-4 0-16,0 2-1 0,9-3 2 16,-1-3-2-16,3-5-1 15,2-1 2-15,0-5-3 16,0-2 3-16,1-3-1 15,-4-2 2-15,0-2 2 0,-4-1-1 16,-3-1-2 0,-1 0 2-16,-2 1 0 0,0 0-2 15,0 3 1-15,-7 1 6 16,-4 4-4-16,0 3-3 16,-2 3 0-16,-1 6 1 15,1 0-1-15,-1 5-1 0,4 4 1 16,2-2-1-16,2 2 1 15,4 1 0-15,2-1-2 16,0-2 0-16,1 1 0 16,6-1 2-16,0 1 0 15,2-1 0-15,2 2 2 0,-4 2-2 16,1 1 1-16,1 1-1 16,-2 2 0-16,0 0 1 15,-1-1 0-15,-1-1 1 16,-1-2-1-16,-2 0 0 15,-2-5 0-15,0-1 0 16,0-3 1-16,-8-2 0 0,-3-2-1 16,-4-1 5-16,-2-4 2 15,-3-2-5-15,-6 0 0 16,-2-2-2-16,1-2 0 16,-2-3 0-16,3 0 0 15,-1-4-4-15,1-3-26 0,3-6-56 16</inkml:trace>
  <inkml:trace contextRef="#ctx0" brushRef="#br0" timeOffset="-176162.62">20642 12170 89 0,'10'-9'3'0,"-3"2"7"0,3 1 1 16,1 2-3-16,1 0-3 0,-1 1 3 16,0 2-6-16,1 1 0 15,1 0-1-15,-1 0-1 16,1 4 1-16,1 3-1 15,-1 4 0-15,0 2 1 16,-2 1-1-16,-1 2-3 0,-1 2 5 16,-4 2-4-16,0 0 5 15,-4 4-2-15,-1-1 4 16,0 3 2-16,0 2-2 16,-5-1-2-16,-2 3 0 15,-1-3-1-15,1 3 1 0,-2-4-1 16,2-1-1-16,-4-3 0 15,2 0 0-15,2-1 1 16,-4-2 1-16,6 0 5 16,-2 1-4-16,3-1-3 15,2 1 1-15,2 1-2 16,0-1 0-16,0-2 1 0,6 2-1 16,4-2-1-16,3 0 4 15,0-4-2-15,1-1 0 16,1-2 2-16,0-4-3 15,-2-1 9-15,0-3-3 0,0-2 2 16,-4-1-5-16,-3 2 3 16,-1-2-3-16,-2 0-1 15,-2 2 0-15,-1 1 1 16,0 6-3-16,0 2 4 16,-9 6-1-16,-1 6 2 15,-3 5-5-15,-2 4 2 0,1 2-2 16,0 2 2-16,2 3-2 15,1 1 0-15,3-1-2 16,2-2 4-16,3 0-2 16,1-3-2-16,2 0 2 15,0-2 0-15,0-1 0 0,4 0 0 16,5 2 0-16,-1 1 2 16,0 0-2-16,2 0 0 15,-4 0 1-15,3 3-1 16,-4-3 2-16,0 0-2 15,-1-1 0-15,-2-3 0 0,-1-3 0 16,-1-2 0-16,0-3 0 16,-4-2 3-16,-6-5 1 15,-4 1 1-15,-3-2-1 16,-5 0-2-16,-5 0-1 16,-6 3 0-16,-7 0-9 15,-4-7-117-15,-5-4 7 0</inkml:trace>
  <inkml:trace contextRef="#ctx0" brushRef="#br0" timeOffset="-167417.44">21554 12923 8 0,'0'0'3'0,"0"0"-3"0,0 0-3 0,0 0-5 15</inkml:trace>
  <inkml:trace contextRef="#ctx0" brushRef="#br0" timeOffset="-167124.2">21519 12862 15 0,'-4'-12'19'15,"1"-1"4"-15,-2 2 1 16,1 1-5-16,0 1 5 16,-1 2-8-16,1 1-8 0,0 2-5 15,0-1-2-15,2 2-1 16,0 0 0-16,0-1 0 16,0 1 0-16,-2 0 0 15,2 1 0-15,0 1 2 16,0 0 3-16,1 1 1 0,-1 0 0 15,-1 0 1-15,3 1-5 16,-1 8-2-16,1 5 0 16,0 3 3-16,0 4 2 15,0 2 5-15,4 0-6 16,0 2-1-16,2-3 0 16,2-1-2-16,-1-3 0 0,0-2-1 15,-1-2 1-15,0-3-1 16,0-3 0-16,-2-4-10 15,-2-1-26-15,-2-3-23 16</inkml:trace>
  <inkml:trace contextRef="#ctx0" brushRef="#br0" timeOffset="-166643.71">21394 12783 100 0,'0'0'-10'15,"0"0"24"-15,11-40 2 16,1 29-6-16,3 0-3 16,3 1-4-16,2 1 1 15,2 1-1-15,0 1 0 16,1 2-2-16,2 1 2 0,-1 3 0 16,-4 1-3-16,-3 0 1 15,0 0-1-15,-7 5 2 16,-2 1-2-16,-3 4-1 15,-5 3 2-15,0-2-2 16,0 4 4-16,-5 0 1 0,-4-1-3 16,-4 0 2-16,-1-1-2 15,-1-1 0-15,-3-5-1 16,3 1 0-16,1-3 1 16,3-3-1-16,2 1 1 15,2-3 0-15,6 0-1 0,1 0 1 16,0 0 5-16,0 0-12 15,1 0 8-15,8 2 2 16,1 1-1-16,1 1 0 16,2 1 0-16,0 1 1 15,1 0 0-15,-1 0-1 0,0 2-1 16,2-1-1-16,-3-1 0 16,3-1 1-16,-1 0-1 15,3-2 0-15,-1-2 0 16,2-1-26-16,-3 0-55 15</inkml:trace>
  <inkml:trace contextRef="#ctx0" brushRef="#br0" timeOffset="-166238.47">21797 12814 12 0,'0'0'82'0,"0"0"-80"0,0 0-3 0,0 0 2 0,0 0 0 16,0 0 2-16,0 0 3 16,0 0 4-16,0 0 4 15,44 5-4-15,-31-14-1 0,-1-1-4 16,2-4-2-16,-2 0-2 16,-3 0 0-16,-4-2 0 15,0 3 2-15,-5 1 2 16,0 3 16-16,-1 1-1 15,-6 2-10-15,-3 4-2 0,1 2 6 16,-1 0-10-16,-1 8-2 16,2 6-2-16,3 2-2 15,-3 4 1-15,7 1 2 16,2 1-3-16,0-1 1 16,3-2 0-16,8-1 0 15,1-5 1-15,4 0-2 0,2-6 0 16,3-1-2-16,5-6-5 15,1 0-9-15,1-3-13 16,0-11-20-16,3-3-9 16</inkml:trace>
  <inkml:trace contextRef="#ctx0" brushRef="#br0" timeOffset="-165754.79">22188 12730 20 0,'0'0'6'0,"33"-52"13"16,-24 31-3-16,-4 1-1 15,-3 4-1-15,-2 5 7 16,-1 2 5-16,-8 5-6 15,-4 3-6-15,-2 1-7 0,-1 0 1 16,-1 11-6-16,0 3 1 16,1 2-2-16,2 4 5 15,5-2-5-15,3-1 0 16,4-1-1-16,2-3 1 16,0-2-4-16,7-6 1 0,2-3 1 15,4-2 4-15,1 0-5 16,4-9 4-16,-3-4 1 15,0 0 0-15,1-4 1 16,-1 2-1-16,-3 2 0 0,0 1-1 16,-7 2-1-16,1 5 0 15,-4 0 0-15,-1 4 3 16,-1 1 7-16,0 0-10 16,0 6-4-16,0 5 5 15,2 4 3-15,2 2-4 16,3 2 0-16,3 4-1 0,2 1 0 15,2 0-1-15,0 0 2 16,1-1 0-16,-2 2-1 16,-2-5 1-16,-2 0-1 15,-3-3 0-15,-3-3 0 16,-3 0 0-16,0-1 1 16,-3 0 0-16,-5-3 2 0,-6-1-1 15,-1-1-2-15,-3-4-1 16,1-1-3-16,3-3-27 15,0 0-21-15,2-14-8 16</inkml:trace>
  <inkml:trace contextRef="#ctx0" brushRef="#br0" timeOffset="-165384.67">22467 12566 121 0,'0'0'9'0,"0"0"3"0,0 0-5 15,42-22-2-15,-34 22-1 0,2 0 1 16,-1 9 0-16,-1 0 1 16,2 4-3-16,0 1 2 15,-2 1-3-15,0-2-1 16,-1-2 1-16,-2-2-1 15,-3-2 0-15,-1-1-2 0,-1-5-3 16,0-1 30-16,-3 0 1 16,-6-1-10-16,2-9 1 15,-2-1-7-15,1-4-2 16,1-2-6-16,4-1 0 16,3-4-4-16,0-2-3 0,2 2 28 15,10 0-35 1,3 4-16-16,0 2-25 0,-2 5-20 15,0 5-6-15</inkml:trace>
  <inkml:trace contextRef="#ctx0" brushRef="#br0" timeOffset="-165057.83">22715 12573 127 0,'0'0'3'0,"0"0"6"0,0 0 19 15,0 0-7-15,0 0-10 16,0 0-7-16,0 0-1 16,40-41 0-16,-38 28-1 15,-1 0 0-15,-1-1 2 16,0 4 4-16,0 0 1 16,0 5-1-16,-3 3-1 0,-3 2-3 15,1 0 1-15,-4 13-5 16,2 1 1-16,-1 6-3 15,3-2 3-15,3 2-2 16,2-2 1-16,0-3-1 0,2-1 0 16,5-2 0-1,4-4-2-15,3-1-8 0,1-3-14 16,1-4-24-16,1 0-9 16,1 0-27-16</inkml:trace>
  <inkml:trace contextRef="#ctx0" brushRef="#br0" timeOffset="-164708.4">22947 12394 52 0,'0'0'2'0,"0"0"20"16,0 0 1-16,-11-37-5 0,3 37-7 16,-2 3-3-16,-1 8-5 15,-1 4-2-15,-1 3 3 16,3 3 2-16,0 1 2 15,4-2-4-15,5-3-1 16,1-3-2-16,0-2-2 0,5-3 3 16,7-2-1-16,-1-4 2 15,2 1-4-15,2-2 7 16,0-2 3-16,-1 0-2 16,-2 1-1-16,0 1-2 15,-2-1-2-15,-6 2 0 16,-3-2 1-16,-1 3-2 0,0 2 1 15,-5 0 9-15,-6-3-7 16,-2 5-5-16,1-1-3 16,2-2-14-16,2-3-10 15,2-2-11-15,6 0-24 0</inkml:trace>
  <inkml:trace contextRef="#ctx0" brushRef="#br0" timeOffset="-164073.36">23132 12316 100 0,'0'0'-13'16,"12"-37"17"-16,-11 24-1 15,-1 2-1-15,0 5 1 16,-1 5 1-16,-8 1-5 16,0 0 9-16,-2 6-3 15,-5 6-3-15,1 5 2 0,-3 2-2 16,4 2-1-16,1 0 0 15,4-1 0-15,4-1 0 16,4-4 0-16,1-2-2 16,2-3 2-16,7-4 1 15,3-1-2-15,3-4 12 0,3 0-2 16,-3 0 0-16,3-1-4 16,-3 2-2-16,-1 1-1 15,-1 1-1-15,-2 3-1 16,-1 2 1-16,-3-1 0 15,-3 2 0-15,-2-1 0 0,-2 0 1 16,0 1 6-16,-2-1-6 16,-6-1 4-16,-3 1-3 15,-2-2-3-15,1 0 0 16,-2-1-1-16,4-3 1 16,2-1 0-16,2-2-1 0,4 0 1 15,2-4-7-15,1-8 4 16,10-1 2-16,2-4 0 15,2-3-5-15,2 1-6 16,0-1 2-16,1 3 4 16,-2 2 2-16,-3 2 5 0,1 3 3 15,-3 3 4-15,-1 2-3 16,1 3-1-16,-1 2 0 16,-1 0-3-16,0 4 0 15,-2 7-1-15,0 2 3 16,1 1-2-16,-4-1-2 15,4 1 3-15,-3 1-1 0,-1-2-1 16,2-2-1-16,-1-1 1 16,1-2-1-16,0-2 0 15,1-3-12-15,-1-3-36 16,0 0-30-16</inkml:trace>
  <inkml:trace contextRef="#ctx0" brushRef="#br0" timeOffset="-163918.4">23370 12266 121 0,'0'0'21'0,"0"0"-1"0,-9-38-14 0,9 32-3 16,-2 3-3-16,1 3-1 16,-2 0-47-16,2 3 4 15,-1 5-34-15</inkml:trace>
  <inkml:trace contextRef="#ctx0" brushRef="#br0" timeOffset="-163106.74">23502 12352 123 0,'0'0'-2'15,"0"0"14"-15,0 0-5 16,0 0-5-16,0 0 3 0,12-40-2 16,-12 38 5-16,-8 1-1 15,1 1 6-15,-1 0-11 16,1 7-3-16,-4 6 0 16,1 2 2-16,2 3-2 15,0 0 1-15,4 0-1 0,0 0 1 16,4-2 0-16,0-4-1 15,0-1-1-15,4-4-1 16,2-1 4-16,2-3-2 16,1 0 1-16,0-3-1 15,2 0-2-15,0 0 4 16,-2-5-1-16,1-2-3 0,-2-3 6 16,-1-1 1-16,-2 0-2 15,-1-2 1-15,-1 0 0 16,-1 2 0-16,0-2 0 15,0 0-2-15,2 3 0 16,-2 0 1-16,1 2 4 0,2 2 0 16,0 0-5-16,2 1-1 15,0 2 0-15,0 2 0 16,0 1 0-16,1 0 1 16,1 0 0-16,0 1-1 15,0 6 1-15,2 0-1 0,-2 2-1 16,-2-1 1-16,2 4 0 15,-4-2-2-15,1 0 3 16,-3-1-1-16,-1 0-1 16,0-1 2-16,-2-2-2 15,0-3-1-15,0 1 2 0,0-3 4 16,0-1 0-16,0 0-1 16,-2 0-2-16,-1-1 1 15,1-5-4-15,2-2 3 16,0-3-5-16,0-1 6 15,0 1-2-15,1-2-1 16,5 0-1-16,3-1 3 0,3 3-2 16,0-1 2-16,2 2-1 15,1 0 4-15,3 2-3 16,-2 1 3-16,4 1 0 16,-4 5 1-16,3 0 2 0,0 1-2 15,-4 4-2-15,0 10-1 16,-3 4 2-16,-3 9-3 15,-2 9 1-15,-7 5-3 16,-7 7-16-16,-22 9-43 16,-14 4-93-16</inkml:trace>
  <inkml:trace contextRef="#ctx0" brushRef="#br0" timeOffset="-119135.1">17118 13452 107 0,'0'0'1'0,"0"0"2"0,0 0-3 0,-1 1-1 16,-2 1-8-16,1-2 7 15,-3 3-1-15,0-3 2 16,1 1 5-16,0-1-4 16,2 0 0-16,0 0 0 15,1 0-4-15,-1 0-3 0,0-1 2 16,0-4 3-16,0 0 3 15,-2 2 2-15,1-1 2 16,-4-2 2-16,2 1-2 16,-5 0 1-16,-1 2-2 0,1-1-1 15,-3 0 3-15,-1 1-2 16,1 2-1-16,-1-1 2 16,-1 2-3-16,1 0-2 15,1 0 1-15,2 0 0 16,-3 3 0-16,3 1-2 15,-1 2 1-15,2 0 1 16,1 1-1-16,-5 0 1 0,2 2-1 16,-1 2 3-16,-2-1 0 15,-2 2-1-15,-4 1 3 16,1 0-3-16,0 1 1 16,0 0-1-16,-1 1 0 0,3-3-1 15,1 1 2-15,2 0-3 16,-3 0 0-16,3 2 0 15,1-3 0-15,1-1 0 16,0 5 0-16,3-2 0 16,-1-1 0-16,0 3 1 0,1-1 0 15,2 2 2-15,-1 2-1 16,2 0 1-16,0 1-1 16,3 3 0-16,-2-3 1 15,2 0 0-15,2 1-1 16,0 0 2-16,0-1-2 0,2 1 3 15,0-2-2-15,-3-2 0 16,2 2 2-16,1-2-1 16,-2-2 1-16,2 1 1 15,-1-2-3-15,1 1 1 16,0-3-3-16,0 3 2 16,0-2-2-16,7 0-3 0,-2 0 0 15,6 0 2-15,-4-2 4 16,3 1-3-16,2 0 0 15,-1-3-1-15,-2 1 0 16,5-2-1-16,-1 4 3 16,2-4-3-16,1 3 3 0,2-1-3 15,0-1 2-15,4 1-3 16,-2-2 3-16,2 1-1 16,3-2-1-16,-3 0 0 15,2-2 0-15,0-1-1 16,-2-2-1-16,3 0-1 0,0-2 4 15,1 0 4-15,3-6-1 16,-2-1-1-16,2-4 1 16,2-2-2-16,3-3 1 15,-3 1-1-15,-2-1 1 16,-2-4 0-16,-1 2-1 0,-3-4 1 16,-2 0-2-16,0-4 1 15,-2-1-1-15,-1-4 1 16,-1-6 0-16,-1-3 0 15,-5-1 0-15,-2-4 0 16,-3-1 1-16,-3 2-2 0,-3 3 4 16,0 1-4-16,-12 2 3 15,-3 4 1-15,-3 0 4 16,-7 2-2-16,-6 4-3 16,-5 2-5-16,-6 5 1 15,-8 7-8-15,-5 5-7 0,-4 8-17 16,-4 1-10-16,-3 8-14 15,-1 4-27-15</inkml:trace>
  <inkml:trace contextRef="#ctx0" brushRef="#br0" timeOffset="-103905.36">18619 14053 151 0,'0'4'4'0,"0"2"-2"0,0 0-2 15,0 2 0-15,4 1 0 0,3-1 0 16,-1 1 0-16,3 1 2 16,-2 0 0-16,0 0 2 15,1 0-2-15,-1 0 1 16,2 1-3-16,-2 0 1 16,1 0-1-16,0-2-3 0,-2 2-13 15,-3-1-16-15,-1 0-7 16</inkml:trace>
  <inkml:trace contextRef="#ctx0" brushRef="#br0" timeOffset="-103621.33">18629 14334 205 0,'0'0'9'0,"0"0"9"15,0 0-11-15,0 0-8 16,0 0-2-16,0 0 2 16,0 0 6-16,0 0 5 15,21-11-1-15,-11 2 0 16,1-2-7-16,3 1 0 16,-3-3 1-16,0 2-2 0,1-3 0 15,-1 2-1-15,0 1-1 16,-2 0-2-16,-1-1-10 15,-1 5-15-15,-4-1-32 16,-3 0-26-16</inkml:trace>
  <inkml:trace contextRef="#ctx0" brushRef="#br0" timeOffset="-103400.64">18517 14111 192 0,'0'0'-14'0,"0"0"38"15,0 0-3-15,0 0-15 16,0 0-4-16,0 0 3 0,0-45-4 16,11 34 0-16,5-1 0 15,2-2-2-15,1-2-59 16,2-1-67-16</inkml:trace>
  <inkml:trace contextRef="#ctx0" brushRef="#br0" timeOffset="-102774.58">18915 13998 94 0,'0'0'3'16,"0"0"1"-16,0 0 9 15,-47 46 6-15,39-30-2 16,-1 1-5-16,6 0-1 15,3 0-2-15,0-2-5 16,0-1-1-16,6-4-2 0,5-2-1 16,1-4 0-16,2-2 1 15,0-2 3-15,3-2 1 16,0-8 4-16,2-2-1 16,-3-4-3-16,0-4-2 15,-3 0-2-15,0-3 0 16,-2-2 0-16,-5-2 0 0,-1-2-1 15,-3 0-10-15,-2-1-14 16,0 0-11-16,-6 3-1 16,-3 3 16-16,-2 0 19 15,-5 5 5-15,3 1 15 0,-3 5 14 16,3 2 6-16,-1 2-15 16,3 2-3-16,0 3 0 15,4 1-6-15,2 0-4 16,2 3-4-16,3 0-1 15,0 0-5-15,0 0-1 16,0 7-1-16,0 7 2 0,6 2 0 16,3 3-1-16,4 5 0 15,0-1 0-15,2 1 0 16,0-2 0-16,1 1 0 16,0-3-1-16,1-1-1 15,-4-4-9-15,3-2-15 0,-3-5-30 16,-2-5-32-16</inkml:trace>
  <inkml:trace contextRef="#ctx0" brushRef="#br0" timeOffset="-102418.77">19166 13915 3 0,'0'0'158'0,"0"0"-158"0,0 0-4 0,0 0 1 16,0 0 3-16,0 0 0 0,0 0 7 16,0 0-2-16,0 0 3 15,0 0 2-15,29-46 5 16,-27 33-4-16,1 0-3 16,-3 2-4-16,0 2-2 15,0 2 0-15,0 4 3 0,-3 3 2 16,-2 0 12-16,-1 1-12 15,0 9-6-15,-1 6 0 16,0 1 0-16,4 2-1 16,0 0 1-16,3 0-1 0,0-5 0 15,3-2-1-15,5-4 0 16,5-2-1-16,0-5-4 16,3-1-17-16,1 0-13 15,-1-10-49-15</inkml:trace>
  <inkml:trace contextRef="#ctx0" brushRef="#br0" timeOffset="-102012.58">19323 13809 226 0,'0'0'11'0,"0"0"7"0,0 0-9 16,0 0-8-16,0 0-1 15,0 0 2-15,0 0-1 16,0 0-1-16,0 0-1 15,24-11 2-15,-13 16 0 16,-4 3-1-16,1 1 0 16,1 1-1-16,-3 0-2 0,0-2-7 15,-2 1-3-15,-2-2 5 16,-2-2 5-16,0-3 3 16,0 1 0-16,0-3 1 15,-4 0 2-15,0 0 0 0,2-6 1 16,0-6-4-16,2-1-1 15,0-4-2-15,0 0 1 16,3 1 7-16,4 1-4 16,-3 3-2-16,3 1 9 15,1 4-2-15,2 1 0 16,1 0-3-16,0 4-2 0,3 1 0 16,2 1 0-16,-4 0-3 15,0 2-8-15,1 6-10 16,-3 0-6-16,-2 0-25 15,-4-2-3-15</inkml:trace>
  <inkml:trace contextRef="#ctx0" brushRef="#br0" timeOffset="-101741.16">19528 13506 217 0,'0'0'32'0,"0"0"-22"0,0 0-4 0,0 0-7 0,0 0 1 16,0 0 0-16,15 46 1 16,-6-26-1-16,-2 1 0 15,1 0 0-15,2-2 0 16,-3 1 0-16,1-3-8 15,-2-2-17-15,2 1-11 0,-7-3-13 16,-1-5-12-16</inkml:trace>
  <inkml:trace contextRef="#ctx0" brushRef="#br0" timeOffset="-101415.56">19515 13668 216 0,'0'0'-15'0,"0"0"12"0,0 0 6 15,37-40 2-15,-24 30 0 16,1-1-3-16,1 1-1 16,1 2-1-16,-2 2 0 15,0 2 2-15,-2 2-2 0,0 2 1 16,-5 0 0-16,0 7-1 15,-3 6 7-15,-4 4-6 16,0-1 1-16,0 2 1 16,0-1-3-16,0-3 1 15,0-2 1-15,8-2-4 16,-2-6 2-16,5-4 0 16,2 0-4-16,1-3 0 0,0-12-46 15,-1-2-58-15</inkml:trace>
  <inkml:trace contextRef="#ctx0" brushRef="#br0" timeOffset="-101243.62">19654 13462 223 0,'0'0'8'0,"0"0"-3"16,0 0-4-16,0 0-3 15,0 0-37-15,0 0-28 16,0 0-2-16</inkml:trace>
  <inkml:trace contextRef="#ctx0" brushRef="#br0" timeOffset="-100940.95">19709 13269 198 0,'0'0'8'0,"0"0"14"15,0 0 12-15,0 0-16 16,0 0-7-16,0 0-4 16,0 0-6-16,0 0-2 15,-15-7 1-15,23 24 3 0,0 4-2 16,2 6 0-16,2 0-1 15,0 6 0-15,2-2-1 16,-1 1 2-16,-2-2-1 16,3-1-1-16,-4-3-11 0,4-2-14 15,-2-6-19 1,-2-4-26-16,2-5-13 0</inkml:trace>
  <inkml:trace contextRef="#ctx0" brushRef="#br0" timeOffset="-100575.61">19908 13482 272 0,'0'0'7'15,"0"0"-5"-15,0 0-4 16,0 0 2-16,0 0 0 16,16 50 0-16,-9-36 1 15,2-1-1-15,-1-3-1 0,-2-2 0 16,1-3 0-16,-3-3 0 15,2-2-1-15,0 0-2 16,-3-4 1-16,1-6 7 16,2-4 2-16,-3-3-2 0,1 0 0 15,1 1-1-15,-3 3 0 16,0 3 3-16,-1 6 3 16,1 2 2-16,0 2-6 15,0 0-6-15,4 8 3 16,-1 5 1-16,4 5 2 15,-2 1-4-15,2 3 0 0,1 1-1 16,2-2 0-16,-5 1 0 16,3-2-2-16,-5 1-17 15,-2-1-11-15,-3-2-16 16,0-7-71-16</inkml:trace>
  <inkml:trace contextRef="#ctx0" brushRef="#br0" timeOffset="-100340.47">19838 13366 261 0,'0'0'11'0,"0"0"-2"0,12-42-8 0,3 26 2 0,4 1-3 16,2-1 3-16,2 1-3 16,2 3-6-16,-1 3-24 15,-7 1-61-15</inkml:trace>
  <inkml:trace contextRef="#ctx0" brushRef="#br0" timeOffset="-98809.72">18642 14540 66 0,'0'0'33'0,"0"0"-29"0,0 0 9 16,0 0-2-16,0 0 1 16,0 0 0-16,0 0 2 0,0 0-8 15,0 0-10-15,0 0 10 16,-2 7 3-16,14-12-3 16,3-3-3-16,4 1-1 15,5-2 1-15,-2-2-1 16,11-3-2-16,1 0 1 0,5 0-2 15,5-6 3-15,5 1-1 16,0-2 0-16,5-3 0 16,2-1-1-16,6-1 0 15,-1-2 0-15,1 2-8 16,-1-2-3-16,3 1 3 16,-3 1 0-16,1-4 6 0,-1 3 1 15,3 0 1-15,-2 0 0 16,1 0 2-16,-2-1-1 15,-3-1-1-15,-2 1 0 16,-2 0 2-16,-8-2-2 16,-2 2-2-16,-6 0 4 0,-4 3 7 15,-2 1 1-15,-5-2-1 16,-4 4-3-16,-2-3-4 16,-2 3 0-16,-3-3 0 15,-2-2 0-15,-2-3-1 16,-3-1 1-16,0-6-1 0,-3-4 0 15,1-2 1-15,-2-2 1 16,0 0 0-16,-1 1 0 16,-2 0 3-16,-2 4 0 15,0 4-3-15,0 4-2 16,-10 3 4-16,-4 4 5 0,-2 3-1 16,0 1-2-16,-6 3-1 15,-1 1 7-15,1 1-6 16,-4 0-1-16,3 1 0 15,-2 1-2-15,1 2-1 16,-1-1-1-16,-4 2 1 16,0 1-1-16,-2 1 1 0,-2 3-3 15,1 1 0-15,-3 4 0 16,-2 1 0-16,1 0 0 16,-2 5 0-16,-1 4 0 15,-3 5 0-15,0 0 0 0,-2 3 0 16,-1 2-3-16,0 1 3 15,1 1-1-15,1 3 0 16,-2 0 1-16,-2 4-1 16,-2 0-1-16,-1 2 1 15,-4-2 1-15,-1 2 0 16,0-3 0-16,-1 1 1 0,2-1-1 16,-3-1 0-16,1 1 0 15,2 3 0-15,2-2 0 16,1 0 1-16,0-1-1 15,2 0 0-15,1-1 0 16,-1-1 1-16,0 0-1 0,-2 0-1 16,4 2 1-16,0 0 1 15,2 3-2-15,-2 0 0 16,2 1-2-16,1-1 3 16,4-2 1-16,2 0-1 15,4-3 0-15,5 0 0 0,3-2 1 16,3 0-1-16,6 1 0 15,2-1 0-15,2-2 0 16,3 2 0-16,4 1 0 16,0 2 0-16,3 3 0 15,2 4-1-15,1 0 1 0,0 2 1 16,0-1-2-16,0 2 1 16,4-5 0-16,4 0 0 15,2 0 0-15,0-1 0 16,2-4 0-16,4-2-1 15,1-3 2-15,2-3-1 0,5-3-1 16,1-1 0-16,4-5 0 16,3-5-3-16,7-4 0 15,3 0 2-15,8-12-1 16,-1-6-4-16,4-9-26 16,-1-4-76-16</inkml:trace>
  <inkml:trace contextRef="#ctx0" brushRef="#br0" timeOffset="-97898.85">17583 14516 27 0,'0'4'7'0,"-2"-1"10"0,2 0 3 16,-2 0-3-16,2-1-3 0,0-1 4 16,0 0 3-16,0-1-1 15,0 0 3-15,0 0-2 16,5 0 5-16,7-10-4 16,5-13-7-16,14-12-7 15,16-19-6-15,15-18 2 0,14-17-5 16,11-20-67-16</inkml:trace>
  <inkml:trace contextRef="#ctx0" brushRef="#br0" timeOffset="-94933.29">21076 15347 63 0,'0'1'21'0,"0"-1"-8"0,0 0-11 0,3 0 9 0,2 0 15 16,3-4 10-16,5-6-10 15,7-4-12-15,6-5-7 16,7-5 0-16,6-6-4 0,7-4-1 15,6-4-2-15,8-9 0 16,9-5 1-16,1-8 1 16,12-4-2-16,3-2 0 15,9-7 1-15,3-1-4 16,1 1-29-16,1 3-31 0,-4 3-33 16</inkml:trace>
  <inkml:trace contextRef="#ctx0" brushRef="#br0" timeOffset="-93933.63">11526 16217 66 0,'0'0'0'0,"0"0"1"16,0 0 3-16,0 0 0 0,0 0 9 15,0 0 1-15,0 0 1 16,0 0 0-16,-11 38-5 0,11-34-6 16,0 3-3-16,0-3-1 15,2 3 1-15,3-3-1 16,1-2-2-16,4-2 0 15,-1 0 2-15,5-10 2 16,1-13 9-16,7-8 3 0,7-13-7 16,5-13-5-16,12-10 3 15,10-8-4-15,9-11-1 16,9-7 1-16,8-9-20 16,5-12-142-16</inkml:trace>
  <inkml:trace contextRef="#ctx0" brushRef="#br0" timeOffset="-87352.77">14653 12011 81 0,'0'0'9'0,"0"0"-5"0,0 0-1 16,0 0-1-16,0 0-2 15,20-39 0-15,-19 35 0 16,-1 3 0-16,0-1 3 0,0 2 1 16,0 0-3-16,0 0 0 15,0 0-6-15,0 0 5 16,-2 0 5-16,-4 0 2 15,-2 0 11-15,1 0 3 16,-5 0 2-16,-1 0-8 0,-2 0-8 16,-3 0-5-16,-2 0-1 15,2 6 0-15,-6 2-1 16,-3-1 0-16,0 1 0 16,-1 2 0-16,-1 0 0 15,-2-2 1-15,0 3-1 16,0-1 1-16,0 0-1 0,3 1 0 15,-3-2 0-15,2 1 1 16,-3-3 1-16,1 2-2 16,0-1 1-16,-3 2 1 15,1 0-1-15,2 0 0 16,-2 0 0-16,3 1 0 0,1 2 0 16,3-1-1-16,2-1 0 15,1 2 0-15,0 1 0 16,0-3 0-16,4 1 0 15,-3-1 0-15,3 1 0 0,-1-2 0 16,3-1 1-16,2 1 0 16,-1 3-1-16,3 0 3 15,-1 1-2-15,2 3-1 16,0 3 0-16,-3 5 0 16,1 4 0-16,-2 2 0 0,2 2 0 15,-2 2 2-15,-1 1 2 16,3 2 2-16,-3-2-4 15,3 3 1-15,2 0-1 16,1 1-1-16,2-1-1 16,-1-2 1-16,3 2-1 15,-3 0 0-15,2 1 0 16,1 4 0-16,-3 2 0 0,4 3 1 16,-4 2-1-16,3 3 0 15,-1 0 1-15,0 0-1 16,3-4 2-16,-1-3-2 15,-1-2 0-15,2-2 0 0,-1-3 0 16,1-2 1-16,1-1 1 16,-1-7-1-16,2 4 2 15,2-4-2-15,-1-2-1 16,2 3 1-16,0 1-1 16,0 1 1-16,0 0 0 0,0 0-2 15,0 1 2-15,0-1-1 16,0-1 0-16,0-2 0 15,0 0-1-15,5-4 1 16,1 0-1-16,0-1 0 16,3-1 0-16,-1 0 4 0,2-1-3 15,-1-1 2-15,0 1 0 16,1-3-2-16,2 1-4 16,0-1 3-16,1-1 3 15,-2-1-1-15,0-1-1 16,0 2-1-16,1-1 2 0,-1-1-4 15,0 0 6-15,3 0-5 16,-1 0 0-16,3-1 1 16,-1 0 2-16,1-1-1 15,1 1 3-15,4 1-2 16,-1 0-4-16,2-2 5 0,-1 0-4 16,4 0 1-16,-1-3 0 15,-3-1 1-15,4 0-2 16,0-2 2-16,-2 2 0 15,1-2 2-15,1 0-1 0,2 2-2 16,2-3 1-16,2 5 1 16,2 0 0-16,3 0 0 15,0 1 1-15,3-1-2 16,-2 1 0-16,-1-1 0 16,1 0 2-16,-1-1-2 15,1-1 0-15,0 0-2 0,3 1 4 16,0-2-5-16,1 2 2 15,1-4 2-15,0 3-1 16,0-2-4-16,-1-2 2 16,1-1 3-16,-1 1-1 15,0 0 1-15,1 0-1 0,-2 0 1 16,0 0 0-16,0-1 1 16,-3-1 2-16,1 0-12 15,0-4 21-15,1-1-12 16,0 0 0-16,-1 0 0 15,1-2 5-15,0-4-3 0,1 1-1 16,-2 1-1-16,-2 1 2 16,1-4-2-16,4 3 1 15,-1-1-1-15,0 0-1 16,3 1 1-16,-1-2-1 16,0-1 0-16,1 3 0 0,-3-2 1 15,1 2-2-15,0-2 2 16,0 1-1-16,1 0 0 15,4 2 0-15,0-1 0 16,2-2 1-16,1 2-1 16,-2-1 0-16,2-1 0 0,0-1 0 15,1-2 1-15,3 1-1 16,-2-1-1-16,0-1 2 16,2 2-5-16,-1-2 6 15,0-3-4-15,2 4 1 16,2-1-1-16,-4-1 5 15,5 0-3-15,-1-1 1 0,0 3-1 16,2 0 1-16,0 0 0 16,0 0-1-16,2 2 0 15,-2 1-1-15,-1 0 0 16,-1 0 0-16,-1 2 0 16,-2-2 1-16,2 3 0 0,-1-2 0 15,1 2 0-15,-2-2 0 16,1 0 1-16,4 2-1 15,-1-1 1-15,-1 1-2 16,0 1 2-16,-3 1-1 16,1 1 0-16,1 0-5 15,-3-1 5-15,1 1 0 0,0-3 0 16,4 0-1-16,-5 2 1 16,3-2 0-16,3 0 1 15,-2 0-1-15,2-1 1 16,-2 1-1-16,1 0 0 0,3-4 0 15,2 1-2-15,-4-3-7 16,8-2-5-16,0 0 5 16,-1 1 7-16,0-1 1 15,0 0 1-15,-1-1 1 16,-1 2 4-16,-1-2 2 16,-1 0-3-16,1-2-1 0,0 1-2 15,1-1-1-15,-1-1 1 16,1 0 0-16,-1 0-1 15,-1 0 0-15,-2 1 0 16,1 0 3-16,-2 0 3 16,0 0-2-16,1 1-3 0,-1-3 1 15,4 1-1-15,-2 0-1 16,3 0 0-16,-1-2 0 16,2 1 0-16,-1 3 1 15,1-1-1-15,-2-1 0 16,0 3 0-16,1 1 1 0,-3-1-1 15,3 2 0-15,-2 0 1 16,3-1 0-16,-1 1-1 16,2 1 1-16,1-2-1 15,-1 1-2-15,1 0 2 0,-1-1-10 16,1-2 10-16,-5 0 1 16,4-1-1-16,-1-1 2 15,0-1 2-15,1 3-3 16,1 0 0-16,3 2 1 15,0-2-1-15,1 2-1 0,1 0 0 16,-1 1 1-16,-1 1-1 16,-2-1 0-16,0 3-1 15,-1 1 2-15,-3 1 1 16,3-1 2-16,-2 0-1 16,1 0 1-16,0-1-2 15,-1-1 0-15,1 1-1 0,-3-3-1 16,1 0 0-16,-4 0 2 15,-1-1-2-15,-2 1 0 16,0-2 3-16,-4 1 5 16,1 2 1-16,-2 0-4 15,-2 0-1-15,0-1-2 0,-4 0-1 16,1 3-1-16,-5-3 0 16,2 3 0-16,-3-3 1 15,-2 1-2-15,-3 0 2 16,-1 0 0-16,1-2-2 15,-5-1 1-15,1 1 1 0,-2 2-1 16,0-2 0-16,-4 1 0 16,0 0 0-16,-1-1-1 15,-2-2 1-15,0 0 0 16,1-1-1-16,-3-3-1 16,2-3-4-16,-3 0 0 0,-2-4-2 15,3 0 3-15,-5-3 0 16,-2-1 1-16,-1-4 4 15,0-3 0-15,-2-1 1 16,0-3-1-16,1-3 1 16,0-2-1-16,-2-1 2 15,3 0-5-15,-1-1-4 0,-1-1-3 16,-4 0 1-16,0-1 5 16,-1 2 2-16,-4-1 2 15,-1 0 0-15,0 1 1 16,0 1 0-16,-4-3 1 15,-4 2-1-15,-1-2 0 0,1-1-2 16,1 1-1-16,0 0 1 16,0 1-5-16,2 1-3 15,-1 0 1-15,0 2 0 16,0 1 1-16,-5 0 6 16,0 5 5-16,-5 2 11 0,0 4 0 15,-4 3-2-15,0 1-2 16,-1 2-9-16,-1 2-1 15,0-1-3-15,-4 1-2 16,1-1 4-16,-1 1-4 0,-2 2 4 16,-2-1 4-16,-1 4-5 15,0 1 1-15,-4 1 1 16,1 5-2-16,-3 0 1 16,-4 0 0-16,0 4 0 15,-2-1 0-15,-5 3 2 0,-2 1-2 16,-2 1 2-16,-2 1 0 15,-4 3-2-15,-1 0 0 16,-3 0 1-16,1 0-2 16,-2 5 1-16,-2 1 0 15,-1-2 0-15,-1 2 0 16,-3-2 0-16,-3 1 0 0,-2-1 0 16,-2-1 1-16,1 2-1 15,-2-3 0-15,0 3 0 16,1-2 0-16,-2 0 0 15,0 1 0-15,0 1 0 16,-1-1 0-16,-5-1 0 0,-2 3 1 16,0-1-1-16,0 1 0 15,-4 2 2-15,3-1 0 16,-3 2 0-16,5-1-1 16,-4-1 0-16,2 2-1 15,0-2 0-15,3 0 0 0,-1 0 0 16,1-2-1-16,-1 0 1 15,2-1 1-15,-1 0-1 16,-1 0 0-16,0-2 0 16,3 1 0-16,3-1 0 15,1-2 2-15,3 0-2 0,0 0 0 16,2 0 1-16,-1-4-2 16,-2-1 1-16,-2-1 0 15,-2 1 0-15,1-1 1 16,0 2 0-16,-3 0-1 15,3 1 0-15,0 0 0 16,-2 0 1-16,2-1-2 16,-3 4 2-16,1-3-2 0,2 0 1 15,0 2 1-15,-1 1-1 16,-1-1 1-16,-1 1-1 16,2 0 5-16,-3 0-3 15,-3 2-1-15,3 4 2 0,1 4-3 16,2-3 0-16,-1 0 0 15,0 3 0-15,0-3 0 16,0 2 1-16,-2 1 0 16,0-2 0-16,-2 2 1 15,3 1-2-15,1-1 2 0,-1 0-1 16,0-1 0-16,1-1-1 16,3-2 0-16,-1 1 0 15,-1-3 1-15,1-1-1 16,2-2 1-16,0 0 4 15,2-1-1-15,-4 1-1 0,1-1-1 16,1 3-1-16,0-1-1 16,-2 0 0-16,2 2 0 15,4-2 0-15,3-1 1 16,2 1-2-16,3-1 2 16,2-1-1-16,2 0 0 0,2 0 2 15,-2 0-1-15,1 2 0 16,0 0 1-16,3 1-1 15,0 1 0-15,0 1-1 16,5-1 0-16,-3 2 0 16,2-2 1-16,5 0-1 0,-2 1 0 15,-1 0 0-15,2 1 0 16,-2-1 0-16,2 1 1 16,-3-1-1-16,1 1 1 15,0-1 0-15,2-1-1 16,0 2 1-16,-2 1-1 15,4-1 0-15,-1-1 0 0,4 4 0 16,2-1 0-16,-3 2 0 16,1 3 0-16,0 1-1 15,-3 2 2-15,2 0-2 16,-1 2 1-16,0 2 0 16,3-2 0-16,4 4 0 0,-1-1-1 15,0 2 1-15,1 1 0 16,-1 0 0-16,1-1 0 15,3 2 0-15,1-1 0 16,3 1-1-16,1-1 2 16,6 0-1-16,1 1 0 0,3-1 0 15,0 2 0-15,3-2-1 16,0 2 1-16,0 0-1 16,1 0 1-16,3 1 0 15,-3 0-1-15,1 4 1 0,3 0-1 16,1 2 0-16,0 3 1 15,3 2 0-15,-1 2 0 16,-1-2 0-16,0 2 0 16,5-3-2-16,-3 0 2 15,4 1-1-15,2-1 1 16,3 3-3-16,1 3 2 0,0 1 0 16,0 1 0-16,5 0 0 15,5-2-2-15,0 1 1 16,1-1-1-16,1-1-1 15,0-2 3-15,3 1-1 16,0-1 3-16,-2 0-1 0,3-2 1 16,-1-1-2-16,1 1 2 15,-2-2-2-15,4-2-1 16,0 0 0-16,1-1 3 16,-2-1-3-16,0 1 1 15,1-2 2-15,-1 1-1 16,24 27-2-16,-22-31 2 15,3 0-1-15,4-3 0 16,-1 1 1-16,2 1 0 16,2 1 0-16,2 1 1 15,-1 3 0-15,5-2-2 16,-4 3 0-16,5-2 1 0,-2 2 0 16,3-1-3-16,1 0 6 15,1 2-3-15,5-2-3 16,1 2 3-16,0 2-3 15,6-2 4-15,2 3-2 0,6 0 0 16,7-2-5-16,6-2-27 16,0-9-81-16</inkml:trace>
  <inkml:trace contextRef="#ctx0" brushRef="#br0" timeOffset="-85958.23">14696 14919 78 0,'4'-3'1'0,"1"1"7"0,-1-1 5 0,1 0-3 16,3-1-4-16,-1 1-3 15,3 0-1-15,2 0 1 0,2 2-1 16,0 1 0-16,3 0 2 15,1 0-2-15,2 0 0 16,3 0 1-16,0 0-2 16,1 3-1-16,2 1 0 15,1-3 1-15,1 2-1 0,1-3 3 16,6 0 0-16,-1 0 0 16,6 0-1-16,0 0 0 15,5 0-2-15,-2-3 1 16,3-1-1-16,-2-2 0 15,3 1 0-15,0 0 0 0,2-2 0 16,2 2 0-16,1-1 0 16,-2-1 0-16,2 0 2 15,1 0-2-15,1-2-2 16,-1 1 4-16,3-2-2 16,-3 3 0-16,-1-1 0 0,0 0 0 15,-2 1 1-15,0 0-1 16,0 1 0-16,0 3 0 15,2-1 0-15,-3 2 0 16,2 0 0-16,-2-1 0 16,1 1 0-16,1 1-3 0,0-1 3 15,3 0 0-15,1 0 2 16,0-1-2-16,3 1-2 16,0-4 2-16,0 3 0 15,2-4 2-15,1-1-2 16,-2 2 0-16,5-3 0 0,-1 1 0 15,2-1 0-15,2-1 1 16,3 2 1-16,5-1-4 16,2 2 4-16,4 0-4 15,-3 1-23-15,-1 2-33 16</inkml:trace>
  <inkml:trace contextRef="#ctx0" brushRef="#br0" timeOffset="-64754.29">17375 16037 223 0,'-13'0'0'0,"2"-6"5"0,-2-1 3 0,6 2 4 0,0 0 4 16,0 0-8-16,2 0 4 15,3 1 2-15,1 1-7 0,1 1-5 16,0-1-4-16,13-2 2 16,0 0 2-16,7-4-2 0,5 1 0 15,4-3 1 1,4-4-4-16,2-1 2 0,2-1 2 16,-1-1-1-1,0 0 1-15,-1-1 0 0,-4 2-9 16,-4 2-14-16,-4 3-17 15,-8 5-34-15,-9 3-23 16</inkml:trace>
  <inkml:trace contextRef="#ctx0" brushRef="#br0" timeOffset="-64555.3">17291 16129 77 0,'0'0'111'15,"0"0"-101"-15,0 0 21 16,0 0-2-16,0 0-31 16,0 0-3-16,0 0 6 15,65-35 6-15,-3 2-4 16,13-8-1-16,16-6 0 0,7-1-19 16,3-8-129-16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5:57:26.2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10440 12823 52 0,'0'0'-16'0,"0"0"-20"0</inkml:trace>
  <inkml:trace contextRef="#ctx0" brushRef="#br0" timeOffset="4234.03">10239 12903 74 0,'0'0'-2'16,"0"0"2"-16,0 0 2 0,45-26 1 15,-34 20 1-15,0 1 0 16,-2 1 0-16,-1 1 4 15,2 1-1-15,-4-1 2 16,3 3-3-16,-2 0-2 16,1 0-1-16,2 0 0 15,-3 0 1-15,4 0-1 0,0 0 2 16,0 5 1-16,5-3-1 16,-1 1-2-16,3-1 2 15,2-1-3-15,-1-1 1 16,3 0-2-16,-3 0 1 15,2 0 1-15,-1 0 2 16,0 0 4-16,0-1-1 0,3-1 0 16,-1-1-3-16,3 1 1 15,4-1-3-15,1 0 0 16,2 1-2-16,0-2 1 16,0 3 0-16,2 1-1 0,-3-2-1 15,4 2 1-15,-2 0-1 16,0 0 1-16,1 0-1 15,0 0 0-15,1 0 0 16,1-1-1-16,-3-2 2 16,6 0-1-16,-4-2 1 15,3 0 0-15,2-2 0 0,3 3 2 16,0-2-1-16,2 3-1 16,-1-1 0-16,2 1-1 15,-2 3 0-15,2-3 1 16,-1 2-1-16,2-1 0 15,2 1 0-15,-2 1 1 0,2-1-1 16,0 0 1-16,0 0-1 16,-3-1 1-16,0-2-1 15,1-1 1-15,-2 1-1 16,2-2 1-16,-3 2 1 0,0 0 4 16,-3 1-2-16,0 0-1 15,0 0-1-15,0 1 0 16,0 0-1-16,2 0 1 15,-2-1-2-15,0 1 1 16,-1-1-1-16,-2 0 1 16,-1 0-1-16,-2 0 0 0,2-1 1 15,0-2-1-15,0 2-1 16,-1-2 1-16,-1 2 0 16,1 0 1-16,-4-3-1 15,1 4 0-15,-4-1 0 16,0-1 1-16,-2 0-1 15,-2-1 0-15,-2 2 1 0,-2-1-1 16,-3 1 0-16,-3-1 0 16,-3-1 1-16,-3-1-1 15,-4-1 2-15,-1-1 8 16,1-2-3-16,-1-1-3 0,-3-5 0 16,1 3-2-16,-2-2 0 15,1-4-1-15,-1-1-1 16,0-2 0-16,0-1-1 15,0-2 1-15,0-1 0 16,-1-1 0-16,-4 1 1 16,-4-1-2-16,4-1 2 0,-4 1-1 15,1 2 0-15,-2 1 0 16,2-2-1-16,-1 4 3 16,-1 0-2-16,2 2 0 15,1-1 0-15,-3 0-1 16,1 1 1-16,1-1-1 0,-2 1-1 15,-1 0 0-15,1 2 2 16,-1 1 0-16,-1 1-2 16,-1 3 4-16,-1 1-4 15,1 3 1-15,0 0 4 16,-3 4-3-16,1-1 0 0,-3-1 0 16,0 5 1-16,0-1-1 15,-2 0 1-15,0 0-2 16,-2 3 1-16,-1-2 0 15,0 3 0-15,-4 0-4 16,2 0 8-16,-3 0-3 0,0 0 1 16,1 0-2-16,-2 0 1 15,0 0 0-15,-3 0-1 16,0 0 1-16,-1 0-2 16,-4 0 2-16,1 0-2 0,-3 0 2 15,-1 0-1-15,0 0 0 16,-5 0 0-16,-3 0 1 15,2 3-1-15,-4 1 0 16,0-2 0-16,0 2 0 0,-1-1 0 16,2 0 0-1,-5 0 0-15,3 1 1 0,-5 0-1 16,0 2 0-16,-4 1 0 16,0 1 0-16,1 1 0 15,-1 2 0-15,-2 2 0 16,3 1 0-16,-1-1 0 0,3 3 0 15,-1-2 0-15,3 0 0 16,-1-1 1-16,0-2-2 16,0-1 1-16,3-3 1 15,-1 0-1-15,-1-2 0 16,1-1 0-16,2-3 0 16,1-1 0-16,-1 0 1 0,2 0-1 15,2 0 0-15,2-1 0 16,1-2 0-16,2-1 1 15,0-1-1-15,1 1-1 16,2-1 4-16,0 1-2 16,6-1 2-16,-2 2 0 0,5-1-1 15,-2 1 0-15,2-1 0 16,1 1 0-16,-1 2 2 16,-1-1-4-16,1 2 0 15,0 0 0-15,2 0 0 0,0 0 1 16,-2 0-1-16,4 0 0 15,-1 0 1-15,1 0-1 16,2 0-1-16,-2 0 2 16,0-1 0-16,-2-2 0 15,2 0 0-15,0 0-1 16,-2 3 1-16,-2-4 0 0,1 4-1 16,1 0 1-16,0-2 0 15,-4 1-2-15,1 0 1 16,-1-1 0-16,-2 1 1 15,-1-1-1-15,-2-2 0 16,1 1 0-16,-3-1 0 0,3-2 0 16,-1-1 0-16,-3 0 0 15,3-1-1-15,-4-2 2 16,-1 1-1-16,-4-1 1 16,0 2-1-16,-3-1 0 15,-2 2 1-15,0 0-3 0,-3-1 3 16,-1-1 0-16,2 2-2 15,-4 0 2-15,2 0-2 16,1-2 1-16,-3 2 0 16,1 0 1-16,1-1-1 15,-4 2 1-15,2 0-3 0,-3 0 3 16,-1 1-1-16,0-1 0 16,1 1 0-16,-2 0 1 15,1 1-2-15,-1-2 1 16,-2 3 1-16,3-1-1 15,-3-1 0-15,-1 2 0 16,1-2 0-16,-1 1-1 0,1 1 2 16,-1-1-2-16,1 0 1 15,2 2 0-15,1-3 1 16,-1 0-2-16,1 2 1 16,1-1 0-16,-2 0 0 0,1 0 0 15,-3 1 0-15,0 0 0 16,1-1 0-16,-4 1 0 15,3 0 0-15,-2 0 0 16,3-1 0-16,-5 4 0 16,2 0 0-16,-3 0 1 15,3 0-2-15,-4 0 1 0,-1 0 0 16,0 3 0-16,-1 0 0 16,2 1 0-16,-3 1 0 15,4 0 0-15,-1-2 0 16,1 1 0-16,1-2 0 15,0-1 0-15,0-1 0 0,-1 0 0 16,3 0 0-16,-2 0 0 16,0-2 1-16,-1 2-1 15,-1-1 0-15,-1 1-1 16,0 0 2-16,1 0-1 16,0 0 0-16,-3 2-1 15,3 1 1-15,1 0 0 0,-2 0 1 16,3 0-2-16,0-1 1 15,0 2 0-15,2-3 0 16,-1 1 0-16,-1 1 0 16,3-2 0-16,1 0 0 15,-2 1 0-15,2-1 0 0,-1-1 0 16,2 0 0-16,1 0 0 16,-2 1 0-16,3-1 0 15,-3 1 0-15,3 0-1 16,1-1 2-16,-3 0-1 0,5 0 0 15,-1 0 0-15,0 0-1 16,2 0 2-16,4 2-1 16,-2 0 0-16,2 0 0 15,3-1 0-15,0 3 0 16,1-1 0-16,1 3 0 0,2-2 0 16,0 2-1-16,5-2 1 15,2 3 0-15,4-2 1 16,2 0-2-16,6 3 1 15,-1 0 0-15,2 0 0 0,4 2 0 16,0 0 0 0,4 4-1-16,1-2 0 0,3 5 0 15,1 1 0-15,3 3 0 16,1 1-2-16,4 4 2 16,1 2 0-16,3 0-3 15,2 4 2-15,0 0 1 16,0 1 0-16,0 1 0 0,2 1-1 15,5 4 2-15,1-1-1 16,2 3 1-16,-1 1 0 16,5-1-1-16,-1 0 0 15,0-3 0-15,3-1-1 0,2-3 2 16,-3-3 0-16,1-1-1 16,0-1 1-16,2-1 0 15,-3-2-1-15,3-1-1 16,0-1 1-16,0-4-1 15,-3 0 0-15,4 0 3 16,1-3-1-16,-3-1-1 0,2-2 1 16,0-3 0-16,1 2-1 15,-1-3 0-15,0-1 0 16,4-1-2-16,0-1 3 16,1-1 1-16,0-1 1 15,3 1-5-15,0-1 3 0,0 0 3 16,2-2-2-16,2 2-1 15,0-1-1-15,3 0 2 16,1 0-2-16,3-1 1 16,3 1 1-16,-1-2-1 15,5 0-1-15,-2 0 1 0,3-2 0 16,1 0-3-16,3 0 6 16,0 0-2-16,2 0-1 15,0 0 1-15,-1-3-3 16,-1 0 3-16,3 3-1 15,0 0 0-15,-1 0 1 0,4 0-1 16,-5 0 0-16,5 0 1 16,-2 2-1-16,-1 2 0 15,2-1 0-15,2-1 0 16,-1 2 1-16,2-2-2 16,-2 1 1-16,2 1 0 0,-1-2 0 15,3 0 0-15,0 0 0 16,-2-1 0-16,4 1 0 15,-2 0 0-15,1-2 0 16,1 1 0-16,1 0 1 16,-3 0-1-16,3-1 0 15,-1 0-2-15,2 0 2 0,-1 0 0 16,3 0 1-16,-1 0-1 16,2-3 1-16,-1 3-1 15,1-2 0-15,1 0 0 16,1 2 0-16,-2 0 0 15,2 0 0-15,-2-1 1 0,3 1-1 16,-3 0-1-16,4 0 2 16,0 0-2-16,4 0 2 15,-2 0-1-15,0 0 0 16,2 0-1-16,-1 0 2 16,4 0-1-16,-4 0 0 0,4 0 0 15,-4-3 0-15,4 0 0 16,0 2 0-16,-2-2 0 15,0 0 0-15,1 1 0 16,2 0 0-16,2-1 0 16,-2 0 0-16,-2 2 0 0,4 1 0 15,-3-2 0-15,1 1 0 16,-2 1 0-16,0 0 0 16,-4 0 0-16,6 0 0 15,-4 0 0-15,0 0-1 16,1 0 1-16,4 0 0 0,-2 0 1 15,-1 0-1-15,2 0 0 16,-2 0-1-16,0 0 2 16,2 0-2-16,-1-3 1 15,2-1 0-15,1 0 0 16,0-1 0-16,2 1 0 0,-1-2 0 16,-2 2 0-16,3-2 0 15,0 1 0-15,-1-1 0 16,1 0 0-16,0 2 1 15,1-2-1-15,1 1 1 16,-1 1-1-16,-3-1 0 0,2 1 0 16,0 0 0-16,-1 0 0 15,0 2 0-15,1-2 0 16,0 0 0-16,-1 1 0 16,-1 1 0-16,1-1 0 15,-4 1 0-15,1 0 0 16,-4 1 0-16,2-1 1 0,-2 1-1 15,-2-1 0-15,2 1 1 16,-4-2-1-16,-1 2 0 16,0-2 0-16,-1 0 0 15,-1 2-1-15,1-1 2 0,1 0-1 16,-1 0 1 0,-2 2-1-16,1-1 0 0,-2-1 0 15,-4 2 0-15,-1 0 0 16,-2-1 0-16,-1 1 0 15,-4-2 1-15,1 2-2 16,-2 0 2-16,-1 0-1 0,-2 0 0 16,-2 0 1-16,-4 0 0 15,-4 0-1-15,-1 3 0 16,-9 2 2-16,-2 0-2 16,-3 1 0-16,-4 1 1 15,-4-1 0-15,1 2 0 0,-2 5 1 16,0 1 0-16,1 2-1 15,-3-4-20-15,-3-11-79 16</inkml:trace>
  <inkml:trace contextRef="#ctx0" brushRef="#br0" timeOffset="5600.73">13603 12390 66 0,'-2'0'5'0,"2"0"13"0,-1 0-8 0,1 0-3 0,0 0-3 16,0 0-4-16,0 0 0 15,0 0 0-15,0 0 0 16,0 0 0-16,0 0 0 15,3 3 0-15,-1-2-1 0,0 3 1 16,0-1-1-16,1 4 3 16,1 0 0-16,0 1 0 15,1 1 0-15,2-1 1 16,-2 0-3-16,3 2 1 16,-1-4-1-16,4-2 0 0,-4-1 2 15,2-3 3-15,2 0 4 16,2 0 4-16,-2-6 0 15,5-4-3-15,0-2-5 16,3-3 0-16,2-1-3 0,1-3 0 16,3-4 1-16,4-3 3 15,2-2 0-15,1-2-1 16,8-1 1-16,-2-2-1 16,6-1-1-16,1-3 0 15,2-4 2-15,3 1-1 16,3-2 1-16,0-1-3 15,1-1 2-15,4 4 1 0,-2 0-1 16,-1 4-1-16,-1 1 1 16,-2 3-1-16,-8 3-1 15,-3 4-1-15,-5 3-1 16,-5 6 0-16,-6 4 0 0,-7 5 1 16,-2 4-1-16,-4 3-1 15,-7 0 0-15,0 9-9 16,-5 6-30-16,-10 4-12 15,-11 5-34-15</inkml:trace>
  <inkml:trace contextRef="#ctx0" brushRef="#br0" timeOffset="6420.16">13563 12339 47 0,'0'0'6'0,"0"0"8"0,0 0 1 0,0 0-1 0,0 0-3 15,0 0-3-15,0 0-2 16,0 0-2-16,0 0-1 16,0 0-2-16,0 0 3 15,0 0-3-15,-6 7-2 16,6-3 5-16,0 0-3 15,0 3-1-15,0-1-1 0,0 1 2 16,6 2 0-16,-4-1 1 16,3 2 1-16,1 0-1 15,-2 0-1-15,1-3-1 16,4-2-1-16,0-1 3 16,-2-4-1-16,5 0 1 0,4-2 7 15,5-10 5-15,3-4-2 16,3-5-6-16,4-3 0 15,2-3-3-15,0-2-1 16,4-2 3-16,1-2 3 16,4-2 1-16,3-5-5 15,6 1 1-15,1-6-2 0,2 0-1 16,-1-2 0-16,1 0 1 16,1 3-2-16,-2 1 1 15,1 2-1-15,-1 1 0 16,-2 3 0-16,-4 2 0 15,-4 2 1-15,-6 5-1 0,-7 6 0 16,-6 5 1-16,-6 6-1 16,-4 4 0-16,-4 4-1 15,-8 3-14-15,-2 3-32 16,-1 7-25-16,-13 1-57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04:09.5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11466 4747 33 0,'0'0'33'0,"0"0"-14"0,0 0-5 0,0 0-9 15,0 0 1-15,0 0 0 16,0 0-2-16,0 0-2 0,0 0 0 16,0 0-1-16,0-1 1 15,0 0-1-15,0-1 0 16,0 2 2-16,0 0-1 15,-1 0 4-15,0 0 2 0,1 0-1 16,0 0-5-16,0 0-6 16,0 0-2-16,0 0 1 15,0 0 3-15,1 0-2 16,5 6 1-16,-2-2 3 16,1 2 0-16,-1-2 1 15,0 3-1-15,1-3 1 0,-1 1-1 16,3-4 0-16,-4 1 1 15,3-2 0-15,0 0-2 16,3 0 0-16,-1-2 3 16,2-8 5-16,3-1 3 15,3-5-3-15,3-1-2 0,1-4 1 16,6-5-1-16,3-1 0 16,0-4-2-16,7-4-1 15,-2-1-1-15,1 2 0 16,2-1 1-16,-2 2-1 15,-3 3 0-15,-1 2 2 0,-5 2-1 16,-1 3 1-16,-3 2-3 16,-3 5-1-16,-6 5-19 15,-5 7-26-15,-8 4-17 16</inkml:trace>
  <inkml:trace contextRef="#ctx0" brushRef="#br0" timeOffset="763.24">11301 4716 45 0,'0'0'31'0,"0"0"-21"0,0 0 0 0,0 0-2 16,0 0-4-16,0 0-4 0,0 0 2 16,0 0-2-16,0 0 0 15,0 0-2-15,0 0 1 16,0 0 0-16,0 0-2 15,6-7 1-15,-2 7 0 16,2 0 2-16,-2 0-2 0,1 0-1 16,1 5-1-16,0 1 1 15,-1 0 1-15,4 0 2 16,-4 0 1-16,3-1-1 16,-5-1 1-16,3-1-1 0,-1-1 0 15,-2-2-1-15,3 0-3 16,-2 0 4-16,5-5 20 15,1-10 2-15,7-4-2 16,8-12-7-16,10-12-4 16,10-12-3-16,14-13-3 15,16-17-2-15,12-15 1 16,12-12 0-16,11-12-35 0</inkml:trace>
  <inkml:trace contextRef="#ctx0" brushRef="#br0" timeOffset="2782">10680 6213 103 0,'0'0'8'0,"0"0"6"0,0 0-2 0,0 0-5 0,0 0-5 16,0 0 1-16,0 0 0 16,0 0 3-16,0 0-3 15,0 0-9-15,-5-17 2 0,13 17 1 16,9 0-1-16,2-1 1 16,4 1 1-16,4-2 0 15,4 1 2-15,3 1-5 16,4-2 10-16,2 2-3 15,5 0 0-15,3 0-2 16,6 0 0-16,0 0 3 0,4 0-2 16,4 0 2-16,5-1 0 15,4-2-1-15,4 0 0 16,1-1 1-16,3 0-1 16,2 0-1-16,-4 1 3 0,-6 1-2 15,1 1 2-15,-5 1-2 16,-4 0 0-16,-3 0 0 15,-7 1 0-15,-3 5-1 16,-3 0 1-16,-7-1-1 16,-6 1 2-16,-4 0 1 0,-7 1-1 15,-8 0 0 1,-5 0-13-16,-10 0-25 0,0 3-8 16,-21-2-16-16</inkml:trace>
  <inkml:trace contextRef="#ctx0" brushRef="#br0" timeOffset="3179.55">10977 6315 91 0,'0'0'-2'0,"0"0"12"0,0 0-9 0,36-34 2 0,-5 24 3 16,5-1-3-16,5 3-1 15,9-1-2-15,4 1 2 16,6 0 2-16,7 3-3 0,2 0 1 15,7-2-2-15,1 3 1 16,5 1-1-16,0-1 0 16,-3 1 0-16,1 0 4 15,-2 2 0-15,2-2 0 16,-1 2 0-16,-2-1 1 0,0 1-1 16,-3-1 2-16,-2-2-2 15,-8-3-33-15,-3-3-92 16</inkml:trace>
  <inkml:trace contextRef="#ctx0" brushRef="#br0" timeOffset="3537.4">13303 5550 112 0,'0'0'-3'0,"0"0"27"0,0 0-3 0,0 0-9 0,52-54 2 15,-19 25-2-15,12-9-1 16,15-6-4-16,15-7-4 16,18-7-1-16,14-10 0 15,14-12-32-15</inkml:trace>
  <inkml:trace contextRef="#ctx0" brushRef="#br0" timeOffset="10629.78">19281 10985 50 0,'0'0'12'0,"0"0"-8"0,0 2-9 0,0-1 6 15,0 2-1-15,0-2 0 16,0 3 0-16,1-2 1 15,1 1 0-15,2 1 1 16,-2-1 1-16,4 3-2 0,0-2 0 16,-2 0-1-16,3-1 0 15,0-2-1-15,4-1 3 16,-2 0 7-16,7 0 5 16,-1-8 5-16,6-6-1 15,3-6-4-15,6-6-3 0,5-4-2 16,7-4 3-16,6-4 1 15,5-3 0-15,6-1-2 16,6-3-2-16,4 0-2 16,3-2-3-16,3 0 0 15,1 0-1-15,-3 2-11 16,-10 2-60-16</inkml:trace>
  <inkml:trace contextRef="#ctx0" brushRef="#br0" timeOffset="12566.63">17014 12792 90 0,'10'0'-1'15,"2"0"1"-15,6 0 1 0,4 0 3 0,2-2 1 0,0 1 2 16,6-2-1-16,1 1 5 0,1 1-2 16,5 1-1-16,4 0 0 15,3 0-4-15,3 0-2 16,1 2-1-16,3 4 1 15,-3-1-2-15,2-1 1 16,-1-1 0-16,0-1 0 0,-2 0 2 16,0-2 1-16,-4 0 0 15,-5 0 0-15,-4 0 4 16,-3-1-1-16,-4-2-2 16,-2 0-2-16,-2 1-1 15,-2 0-1-15,1-1 1 0,-5 2 0 16,2-2-27-16,-3-6-42 15</inkml:trace>
  <inkml:trace contextRef="#ctx0" brushRef="#br0" timeOffset="12971.84">18534 12282 72 0,'0'0'23'0,"0"0"-8"0,0 0-13 0,0 0-2 0,0 0-1 0,0 0-1 16,0 0-3-16,0 0 5 15,0 0 2-15,18 37 0 16,-15-27-1-16,2 0-1 16,0-2 1-16,3-2 0 15,4-5 1-15,1-1 0 16,3 0 3-16,2-11 0 0,8-6 3 16,8-9-1-16,11-6 1 15,10-8-2-15,13-10 1 16,16-7-2-16,14-9-3 15,13-7 1-15,14-6-2 0,14-9-1 16,11-3-5-16,10-3-42 16</inkml:trace>
  <inkml:trace contextRef="#ctx0" brushRef="#br0" timeOffset="18035.37">11604 13545 90 0,'0'0'9'0,"0"0"-11"0,0 0 2 0,-37-36 2 16,25 29-2-16,1 1 0 15,-2 3 0-15,-1-1 0 16,-1 4 0-16,1 0 0 16,-3 0 0-16,0 0 1 15,3 0-1-15,0 6 1 0,3 1-1 16,-1 0-1-16,3 0 1 16,3 2 0-16,1-1 1 15,3 2-1-15,2-1 0 16,0-1 0-16,0 2-1 15,3 0 0-15,7 0 1 0,1 1 0 16,3-1-2-16,1 0 2 16,3-1-1-16,5 1 0 15,-1-2 1-15,1 2 2 16,3 0 0-16,1-3 0 16,-2 2 0-16,2 1 1 15,4-2-1-15,-1 1 0 0,5-1-1 16,-1 1 1-16,4-2-1 15,3-1 1-15,0-1 1 16,1-1-1-16,-2-2 0 16,3 1 0-16,-1-2-1 15,6 0 1-15,-2 0-1 0,6-1 2 16,2 0-2-16,-1 0 0 16,3 0 1-16,2 0 0 15,-2-2 0-15,1-1 0 16,0 0 0-16,-1-1-1 15,0-1 0-15,0-1 0 16,2 1 2-16,2 0 1 0,0-1-1 16,3 2 0-16,2-2-1 15,0 2 1-15,4-1-2 16,3-1 0-16,-6 1 2 0,2 0-3 16,2 0 1-16,1 1-2 15,2 2 2-15,-1 0 0 16,4-1-1-16,2 3 1 15,4 0 0-15,0-3 0 16,-2 3 0-16,3-3 0 16,0 1 0-16,3-1 1 0,1-3 2 15,0 3-1-15,5 3-1 16,1 0-1-16,0 0 0 16,-2 3 0-16,-2 4-1 15,3 0 0-15,0 2 0 16,-3 1 1-16,5 1-1 0,0 2 0 15,0 1 0-15,-1-1 0 16,2 3 0-16,5-2 0 16,-2-3 2-16,4-2-1 15,4-1 1-15,4-4-1 16,-3-3 2-16,3-1-2 16,1 0 0-16,-1-1 1 0,0-6 0 15,1 0 0-15,-1-3 0 16,-5 3 1-16,2-3 1 15,-2 0 0-15,-2-3-1 16,-4-1 2-16,1 0 1 16,-6-3 1-16,-5-1-1 0,-5-2 1 15,-5-2 0-15,-7 1-3 16,-3-2-1-16,-9 2 0 16,-6-2-1-16,-5-1-1 15,-9 4 2-15,-7-2 5 16,-6-1 6-16,-6 1-3 0,-4-2 1 15,-5-1-2-15,-7 2-3 16,-2-4-1-16,-3-1-2 16,0-2-3-16,-10-3 0 15,-8 1-2-15,-2 0 0 16,-4 0 0-16,-5 1-1 0,-1 3 1 16,-6 2 2-16,-3 1 0 15,2 4-4-15,-5 1 2 16,-3 0-4-16,2 3 0 15,-1-1 3-15,-3-1 0 0,-2 2 0 16,2-1 3-16,-7-1-10 16,0 1 14-16,-1 1-2 15,-3 0-3-15,-2 5 0 16,1 3 0-16,-5 1-3 16,1 5 3-16,-1 2 0 15,-1 1-1-15,-1 0-1 0,1 0 0 16,-2 4 1-16,1-1 0 15,-1 1 0-15,1-1 0 16,0 0 1-16,0-2-2 16,0 0 2-16,1 1-1 15,0 0 1-15,-4-1 2 0,2 2-2 16,-3 0 1-16,3 0-1 16,-4-1 1-16,0 1-1 15,0 2 1-15,-1-1 0 16,0 0-2-16,-2 3 1 15,-1 0 1-15,-2-1-1 0,1 1 0 16,-2 0 0-16,4 0 1 16,-5 0-1-16,2 2 0 15,0-1 0-15,2-2 1 16,-1 1-1-16,2-1 0 16,3-3 1-16,-1-2-1 15,3 1-1-15,0-2 2 0,0 0-1 16,-1 0 0-16,1-3 0 15,2 0 0-15,0-1 0 16,-3 1 0-16,0-1 0 16,-1 2 1-16,-7 2-1 0,2 0-1 15,-9 0 2-15,-4 0 0 16,1 0-1-16,2 3 0 16,-3 1 0-16,-2 2 0 15,0-2 0-15,-1 1 0 16,-1 0 0-16,-2 1 0 15,2-2 0-15,-1-1 1 0,0 0-2 16,1-1 1-16,1 0-3 16,0-2 5-16,0 3-2 15,-2-2 1-15,3 1-1 16,-1-1 0-16,3-1 1 16,-1 0-1-16,3 0 0 15,0 0 0-15,1 0 3 0,0-1-3 16,-1-3 2-16,-2 1-2 15,3 1 1-15,-1 2 0 16,-3 0 0-16,3 0-1 16,0 0 0-16,-2 0 0 0,-1 0 1 15,1 1-1-15,-1 1 0 16,1 1 1-16,-1 0-1 16,1-2 0-16,0 2 0 15,2 0-1-15,-4-2 2 16,1 2-1-16,3-3-1 0,0 0 2 15,1 0-1-15,2 0 0 16,1 0 0-16,2-4 0 16,-1-2 0-16,-1 2 0 15,1-2 0-15,3 0 0 16,-1 0 0-16,-1 0 1 16,1 0-1-16,-1-1 0 0,1 0 0 15,-2 0 0-15,0 0 0 16,1 0 1-16,-2-1-1 15,4-1 0-15,-3 1 0 16,-1 0 0-16,0-2 0 16,3 0 0-16,-1 2 0 0,-4-1-1 15,3 0 2-15,-1 2-1 16,2-1 0-16,1 1 1 16,-3 1-1-16,2 0 0 15,-1 2 0-15,0 1-1 16,-2-1 2-16,4 4-1 0,-2-1-1 15,6 1 1-15,-3 0 1 16,-1 0-2-16,4 0 1 16,0 0 1-16,0 4-2 15,0-1 2-15,0 1-1 16,2-3-1-16,2 2 0 0,3-2 2 16,0-1-1-16,4 0 1 15,-1 0-1-15,3 0 0 16,0 0 0-16,-2 0 0 15,4 0 0-15,2 2 0 16,-1 1 0-16,2-2 0 0,1 4 0 16,3-1 0-16,-2 1 0 15,3 1-1-15,-2 1 2 16,1 3-1-16,-2-1-1 16,2 2 1-16,-1 0 0 0,1-1 1 15,2 2-2-15,1 1 1 16,-1-1 0-16,0 1 0 15,4 3 0-15,-1 1-1 16,2 0 1-16,2 2 0 16,1 2 0-16,1 1 0 15,2 2 0-15,4 0 0 0,-2 2 0 16,5 1 0-16,3 0-1 16,6 1 1-16,4 0 0 15,1 0-1-15,6 2 0 16,2-2 0-16,4 0 1 15,4-2-1-15,4 2-1 0,0-2 2 16,0 3-1 0,6 0 1-16,3 1 0 0,5-1 0 15,1 0-3-15,3 0 2 16,0-1 1-16,4-2-1 16,3 2 0-16,0-4 1 0,4-1-1 15,0 0 1-15,2-1-1 16,-1-3 1-16,3-2 0 15,0 0 0-15,0-1 0 16,3-1 0-16,2-1 1 16,3-1-1-16,-1 1 0 0,0-1 0 15,1 0 0-15,-1-2 1 16,2 1-1-16,1 0-1 16,1-4 1-16,3 0 1 15,0-1 0-15,2-1 0 16,2-2 3-16,-1 2-4 0,0-2 0 15,2-1 0-15,2-1 1 16,0 0-1-16,2-2 1 16,2 0-1-16,-3 0 1 15,1 0-1-15,1 0 1 16,1 0 0-16,-2-3-1 16,2 2 0-16,-3-2 1 0,3 3-2 15,-1-2 1-15,3 1 1 16,-2 0-2-16,2 1 2 15,-2 0-1-15,1 0 0 16,-1 0 0-16,-1 0 0 16,0 1 0-16,-1 3 0 0,2 2 0 15,0-1 0-15,2 0 0 16,-1 0 0-16,3-1 0 16,1-1-1-16,3-2 2 15,-1 3-1-15,2-4 0 0,0 3 0 16,1-3 0-16,-3 3 0 15,2-2 0-15,1 1 0 16,1-1 0-16,-1-1 0 16,1 0 0-16,1 0 1 15,1 0-1-15,0 0-1 16,1 0 1-16,-3-3 1 0,3-1-1 16,-1 1-1-16,1-3 1 15,6 0-1-15,-4 0 2 16,4-3 0-16,0 2-3 15,-1-1 3-15,2 2 0 16,-2-1-1-16,-2 0 1 0,6 1-1 16,-1-2 0-16,3-1 0 15,0-1 0-15,0 0 1 16,1 0-2-16,0 3 2 16,-2-1-1-16,-6 0 0 15,0 3 0-15,-2 0 0 0,1 1 0 16,-2 0 0-16,4 0 0 15,2-1 0-15,-1 2 0 16,3-1 0-16,-1 2 0 16,-2 0 0-16,-2 1 0 0,2 1 0 15,-3 0 0 1,0 0 0-16,0 0 0 0,4 0-1 16,0 0 1-16,-3 0 0 15,2 0 0-15,-4 0 1 16,4 0-1-16,-6 1 0 15,3-1 0-15,-1 3 0 0,-2-2 0 16,4 2 0-16,-3-1 0 16,1-1 0-16,0-1 0 15,-1 1 1-15,1-1-2 16,2 0 1-16,-5 0 0 16,4 0 1-16,0 0-2 0,0 0 1 15,0-1 1-15,-2-1-1 16,2 0 0-16,-2-1 0 15,-2 0 0-15,4 3 0 16,-2-1 0-16,-2-1-1 16,2 1 2-16,0 1-1 0,1 0 0 15,2 0 0-15,-2 0 0 16,-1 0 0-16,1 0 0 16,1 0 0-16,0 0 0 15,-1 0 0-15,-1 0 0 16,4 3 0-16,-2 1 0 15,4-3 0-15,-3 3 0 0,4-2 0 16,2 1 0-16,6-2 0 16,-1 1 0-16,1 2 0 15,6-2 0-15,3 3 0 16,0 1 0-16,0 1 1 16,3 0-4-16,-8-4-46 0,-6-3-171 15</inkml:trace>
  <inkml:trace contextRef="#ctx0" brushRef="#br0" timeOffset="18697.22">18877 13173 24 0,'-4'-5'0'0,"0"1"-10"0</inkml:trace>
  <inkml:trace contextRef="#ctx0" brushRef="#br0" timeOffset="19096.21">18809 13141 33 0,'0'0'14'0,"0"0"-11"16,0 0 4-1,0 0-1-15,0 0-5 0,0 0 1 16,0 0-2-16,0 0 1 15,10 9 4-15,-8-6-3 16,1 1 0-16,1 0 0 16,3 0 2-16,1 2-2 15,1-2 0-15,3-1-1 0,1-2 0 16,2-1 1-16,3 0 2 16,6-8 5-16,8-12 9 15,9-7 5-15,13-10 3 16,16-7 0-16,16-10-11 15,12-10-9-15,16-4-4 0,13-6 0 16,7-8-8-16,3-12-95 16</inkml:trace>
  <inkml:trace contextRef="#ctx0" brushRef="#br0" timeOffset="20341.54">18732 13222 9 0,'5'-4'13'0,"-5"1"-2"0,3 0-8 0,-3 2 0 16,1 1 8-16,0-2 10 0,-1 2-11 15,2 0-9-15,-1-1 0 16,0 1-1-16,3 0 0 16,-2 0-2-16,0 0 0 15,0 0 4-15,1 3-1 16,1-3 0-16,3 0 1 0,2 0 0 16,0-2 3-16,9-7 4 15,4-6 0-15,12-6 1 16,8-6-1-16,12-6-1 15,9-5-3-15,12-2-3 16,8-8-2-16,-5-8-20 0</inkml:trace>
  <inkml:trace contextRef="#ctx0" brushRef="#br0" timeOffset="21772.8">16034 12812 51 0,'0'0'22'0,"0"0"-18"0,0 0 5 0,-35-19-1 0,24 11-2 16,1 0-3-16,-2 0 2 15,0 1-3-15,-2 0 2 16,-2-2 1-16,1 4 1 0,-2 1-1 15,-1 1 1-15,-2 1-2 16,1 2-3-16,0 0 0 16,-2 0-1-16,-3 0 2 15,0 0 19-15,3 0-19 16,-6 2-1-16,0-1-1 0,-2 3 0 16,0-2 2-16,-3 0-2 15,0 1 0-15,0-1 0 16,-1 0 0-16,2 1-2 15,1 0 2-15,-1 0 2 16,-2 3-2-16,4 0 1 16,-1 1-1-16,-3 0 0 0,1 4 0 15,1-1 0-15,0 0 0 16,-2 3 0-16,3 0 0 16,2-1-1-16,0 1 1 15,2 0 0-15,-1 3-2 16,5-1 2-16,-3-1-1 0,0 2 2 15,1 1-2-15,3-3 2 16,-1 1-1-16,2-1 0 16,3 0-1-16,1 1 1 15,1 0-1-15,2 0 0 16,1 4 1-16,2-2 0 0,1-1 0 16,3 2 0-16,0-2 0 15,3-1 0-15,1 2 0 16,-1 0 0-16,3 0 0 15,0 3-3-15,0-4 1 0,0 1 1 16,0-2 0 0,0 0 0-16,0-2 1 0,0 0 0 15,0-2-2-15,0 0 1 16,0 0 0-16,3 1 1 16,1-1 0-16,3 3-1 15,-3 0 1-15,3 2 0 0,2-2 1 16,-4 3-1-16,4 0 1 15,-1-2-1-15,2 1 0 16,-1-1 0-16,3-1-1 16,2-3 1-16,1 2-1 15,4 2 0-15,3-4 0 16,2 0 2-16,3 1-1 0,0-3 1 16,2 1 0-16,2-1-1 15,3-1 0-15,2-1 1 16,2-1 0-16,0-2-1 15,0-1 0-15,1-3 0 16,2 2 2-16,0-2-1 0,2 0-1 16,5 0 2-16,1 0 0 15,6 0-1-15,6 0 1 16,4 0-2-16,7-9-5 16,4-4-52-16</inkml:trace>
  <inkml:trace contextRef="#ctx0" brushRef="#br0" timeOffset="80380.28">9975 15839 129 0,'0'1'-2'0,"0"0"17"0,0 6-21 16,3 2 6-16,0 6 1 16,2 5-1-16,3 4 1 15,-2 4 1-15,0 1-1 0,1 4 3 16,-2-2-2-16,0 0-1 15,-1-2 1-15,-2-2-1 16,-2-6-1-16,0 0 0 16,0-4 0-16,0-4-2 0,0-3-12 15,-2-4-13-15,-3-6-15 16</inkml:trace>
  <inkml:trace contextRef="#ctx0" brushRef="#br0" timeOffset="81028.1">10000 15844 25 0,'0'0'1'0,"0"0"1"16,0-38-1-16,0 26 3 15,0 2 7-15,0 0 15 16,2 2 1-16,0 5-4 15,1-3-9-15,3 3-10 16,4 3-3-16,3 0-1 0,1 0 0 16,5 3 3-1,0 6 0-15,4 5 0 0,4 0-2 16,-2 3 0-16,0-1-1 16,1 1 0-16,-1-3 0 15,-5 2 1-15,0-2-1 16,-4 0 1-16,-1-2-1 15,-3-3 1-15,1 1-1 0,-6 0 0 16,0-4 0-16,-3-1 0 16,0-3-1-16,-4 1 2 15,3-3 0-15,-3 0 7 16,0-9-2-16,0-3-6 0,0-7-3 16,2-2 4-16,-1-5 0 15,3-1-3-15,4-3 4 16,-3-2-2-16,6 1 5 15,0 1-3-15,0 1 0 16,3 1 0-16,-1 4-1 16,1 6-1-16,-1 3 0 0,-3 5 1 15,3 5-2-15,-2 5-1 16,3 0 1-16,0 6 5 16,2 8 0-16,-2 4-4 15,4 3 1-15,-5 4 1 16,0 2 1-16,1-1 3 0,-1 3-2 15,1-1-3-15,-5-2 0 16,1 0 0-16,2-3 0 16,-5-1 0-16,3-2 0 15,0-1-1-15,-1 3 2 16,-1-2-5-16,1-2-41 16,-1-8 13-16,-2-8-97 0</inkml:trace>
  <inkml:trace contextRef="#ctx0" brushRef="#br0" timeOffset="81377.23">10804 15563 100 0,'0'0'-5'0,"0"0"9"0,11-50-3 0,-8 41 0 0,4 1 0 16,-3 7 1-16,0 1 1 15,3 5-1-15,-2 11 5 16,4 5 2-16,0 5-1 16,0 5-1-16,1 6 1 15,2 1-3-15,-5 1 2 16,3 0-1-16,0-3 3 0,-1-1 0 16,1-4-3-16,2-6-1 15,1-4 0-15,1-4 1 16,1-4 1-16,4-5-3 15,4-5 6-15,4-3 2 16,6 0-4-16,7-8-3 0,6-4-3 16,8-2 5-16,8 0-7 15,5-6-8-15,7-4-75 16</inkml:trace>
  <inkml:trace contextRef="#ctx0" brushRef="#br0" timeOffset="82002.87">13573 15176 124 0,'0'0'105'0,"0"0"-94"0,0 0-1 0,0 0-6 16,0 0-1-16,0 0-2 0,0 0 2 16,0 0-6-16,0 0 6 15,0 0-6-15,0 0 4 16,9 54-1-16,5-27 2 15,0 0-1-15,-2-3-1 16,0 2 2-16,-3-3-2 16,-3 1 0-16,-2-4-9 0,-3-2-6 15,-1-1-41-15,0-9-17 16</inkml:trace>
  <inkml:trace contextRef="#ctx0" brushRef="#br0" timeOffset="82364.73">13599 15134 134 0,'0'0'5'16,"0"0"5"-16,37-43-6 16,-21 33-2-16,6 5 0 15,1 3-1-15,0 2 1 16,0 2 8-16,2 8 7 15,0 1-5-15,0 2-2 16,-1 1-2-16,-4 0 1 0,0 2-4 16,-5 2-2-16,-1 2 0 15,-3 1-5-15,-6 3 5 16,-3 1 3-16,-2 3-1 16,0 1 4-16,-9 2 0 15,-4 0-2-15,-7 0-2 0,1-2-2 16,-2-1-1-16,-2-2-1 15,-2-2 0-15,2-4 2 16,2-2-3-16,1-3-7 16,4-5-14-16,3-8-32 0,6-2-56 15</inkml:trace>
  <inkml:trace contextRef="#ctx0" brushRef="#br0" timeOffset="82820.77">14160 14982 60 0,'0'0'-1'0,"0"0"13"0,0 0 1 16,0 0 3-16,0 0 3 15,0 0-10-15,0 0-10 16,0 0 13-16,0 0-3 16,8 45-4-16,-8-21 1 0,2 5-2 15,2-1 3-15,2 1 5 16,1-2-1-16,-1 0-5 16,0-2-3-16,0-4 4 15,2-1 1-15,-3-4-1 16,3-2 0-16,0-1-1 15,2-5-1-15,1 0-2 0,2-4 3 16,3-4 1-16,3 0 4 16,2-2-1-16,7-10 0 15,3-3-1-15,6-3-1 16,4-1-2-16,-1-3-2 0,4-1-2 16,2 2-1-16,0 2-1 15,-3 0 0-15,-1 3-2 16,-8 3-25-16,-11 3-49 15,-13 6-100-15</inkml:trace>
  <inkml:trace contextRef="#ctx0" brushRef="#br0" timeOffset="83674.48">10663 16293 64 0,'0'0'18'0,"0"0"9"0,0 0 3 0,0 0-1 16,0 0 4-16,0 0-16 16,0 0-13-16,0 0-7 15,0 0 7-15,0 0-3 0,8 44-1 16,1-20 1-16,3 3-1 16,2 7 1-16,0 0-1 15,1 6 0-15,-1 2-1 16,1 0 2-16,-1 0 0 0,-3-5-1 15,2 1 1-15,-4-6-1 16,0-2 1-16,1-2-1 16,-2-2 0-16,0-2 2 15,2-4-2-15,-4-2 0 16,1 0 0-16,0-3 0 0,2 0 0 16,-5 0-6-16,1-3-1 15,-3 0-65 1,-2-5-18-16</inkml:trace>
  <inkml:trace contextRef="#ctx0" brushRef="#br0" timeOffset="83968.14">10755 16940 91 0,'0'0'22'16,"0"0"-20"-16,0 0 4 15,0 0 2-15,43-4 0 16,-30 4-3-16,-2 0 3 0,2 0-3 16,-1 0 0-16,2 0-2 15,-1 0-1-15,3 0-1 16,-1 0 0-16,1-4-1 15,1-5 0-15,-1-2-5 16,-2-3-36-16,0-3-27 16</inkml:trace>
  <inkml:trace contextRef="#ctx0" brushRef="#br0" timeOffset="84101.85">11013 16800 100 0,'0'0'11'16,"0"0"45"-16,0 0-6 15,0 0-22-15,0 0-16 0,0 0-13 16,-43 18 2-16,36 6 0 15,2 6 2-15,2 7-6 16,2 3-18-16,1 4-31 16,0-2-48-16</inkml:trace>
  <inkml:trace contextRef="#ctx0" brushRef="#br0" timeOffset="84991.19">10704 17564 79 0,'0'0'9'0,"0"0"12"0,0 0 2 0,0 0-4 15,-41-23-4-15,33 23-6 16,3-1 5-16,-1 1-5 16,-2 1-6-16,4 11-2 0,2 5-1 15,2 6 1-15,0 6 5 16,4 4-3-16,10 2 0 16,-1-2 1-16,5-3 1 15,3-5 2-15,-2-3-3 16,-1-7 0-16,2-3-1 0,-2-7-2 15,-1-2-1-15,0-3 2 16,1-6-3-16,-3-12 1 16,1-6 3-16,-5-7-34 15,0-8-75-15</inkml:trace>
  <inkml:trace contextRef="#ctx0" brushRef="#br0" timeOffset="85289.98">10757 17276 102 0,'0'0'5'0,"0"0"2"15,-2 54 7-15,10-26 8 16,5 4-4-16,3 1 0 15,3 3-5-15,-1-2 0 16,0 0-3-16,0 0-3 16,-1-7 0-16,-1 2-4 0,-3-4-2 15,3-2 1-15,-2-5 0 16,1-2-1-16,1-4 1 16,0-6-13-16,-1-6-55 15,-4 0-31-15</inkml:trace>
  <inkml:trace contextRef="#ctx0" brushRef="#br0" timeOffset="85667.36">11088 17562 254 0,'0'0'26'16,"0"0"-3"-16,0 0-10 16,0 0-14-16,0 0-3 0,0 0-1 15,0 0 4-15,0 0 2 16,14 41 0-16,-8-29-1 15,3-1 1-15,-3-2 0 16,4-4 0-16,-1-1 0 16,-3-3 1-16,3-1-4 0,-2 0 0 15,0-5 2-15,-2-2 0 16,1-2-1-16,-2 0-9 16,-2-3 17-16,-1 0-4 15,-1-2 0-15,0 2-2 16,0-2 0-16,0 4-1 0,0 4 2 15,0 2 0-15,0 3 2 16,0 1-2-16,0 0-5 16,0 1 3-16,0 8-1 15,7-1 0-15,0 4 2 16,5-2 0-16,0-1-8 0,3-2-9 16,-1-5-17-16,-5-2-25 15,-1 0-40-15</inkml:trace>
  <inkml:trace contextRef="#ctx0" brushRef="#br0" timeOffset="85825.47">11042 17337 227 0,'0'0'9'0,"0"0"-3"0,0 0-13 0,-37-2-95 0</inkml:trace>
  <inkml:trace contextRef="#ctx0" brushRef="#br0" timeOffset="86384.24">11444 17524 83 0,'0'0'8'16,"0"0"38"-16,0 0 17 15,0 0-32-15,0 0-10 16,0 0-8-16,0 0 0 16,0 0-6-16,-10-1 0 15,10 1-5-15,0 0-3 0,0 0-2 16,6 5 3-16,4 4 0 16,1 2 0-16,3 2 0 15,-1 0 1-15,-1-1-1 16,-1-3 0-16,-3 1 0 0,1 0 0 15,-2-6-1-15,-2-1-9 16,-1-1 0-16,-2-2 4 16,-2 0-10-16,0-12 21 15,0-6-1-15,0-4-2 16,-2-5-2-16,0-1 3 16,2 1-3-16,0 3-1 0,0 5 1 15,0 5 3-15,5 6-3 16,3 6 0-16,0 2 0 15,2 0 0-15,1 6 0 16,3 5 0-16,-1 4 5 0,-1 0-6 16,1 2-1-16,0-1-7 15,-2-2-21-15,-1-4-20 16,-2-4-32-16</inkml:trace>
  <inkml:trace contextRef="#ctx0" brushRef="#br0" timeOffset="86570.41">11736 17429 258 0,'0'0'17'0,"0"0"-10"0,0 0-12 0,0 0 6 16,0 0-15-16,0 0 4 0,0 0 10 16,17 41 0-16,-11-25 0 15,-2-3 1-15,2-2-11 16,2-4-20-16,-3-4-20 15,-1-3-16-15</inkml:trace>
  <inkml:trace contextRef="#ctx0" brushRef="#br0" timeOffset="86699.75">11732 17355 112 0,'0'0'18'16,"-33"-51"7"-16,20 30-4 15,0 5-9-15,7 3-9 16,0 6-5-16,4 3-1 0,2 2-30 15,0 2-89-15</inkml:trace>
  <inkml:trace contextRef="#ctx0" brushRef="#br0" timeOffset="86977.11">11875 17285 124 0,'0'0'5'16,"0"0"7"-16,0 0 13 15,0 0 1-15,0 0-13 0,0 0-5 16,0 0 6-16,14-33 3 16,-19 33-5-16,-3 0-2 15,3 9-5-15,-4 4-2 16,6 6-3-16,1 3 2 16,2 0-1-16,0 0 1 15,2-2 0-15,8-4-1 0,0-3 2 16,5-6 1-16,6-6-1 15,4-1-4-15,6-11-1 16,7-15 2-16,7-11-14 16,2-14-72-16</inkml:trace>
  <inkml:trace contextRef="#ctx0" brushRef="#br0" timeOffset="88072.9">14199 15541 38 0,'0'0'34'0,"0"0"-31"0,0 0 3 0,0 0-1 16,0 0 8-16,0 0-5 15,0 0 0-15,0 0 11 0,3 40 1 16,-3-31 1-16,1 2-1 16,0 3-6-16,3 2-7 15,1 2-1-15,0 5-5 16,3 1 0-16,-1 5-1 15,2 2 0-15,0 0 1 16,-2 0-1-16,3 2 0 0,-3-3 1 16,0-2-1-16,-2 1 0 15,1-4 0-15,-3 1 1 16,3-2-1-16,-3 0 1 16,1-4-1-16,0 0 1 15,-1-3-1-15,-1-4 0 0,0-2-3 16,-2-2-20-16,0-5-41 15,0-4-36-15</inkml:trace>
  <inkml:trace contextRef="#ctx0" brushRef="#br0" timeOffset="88357.73">14155 16115 140 0,'0'0'12'0,"0"0"-9"15,0 0-1-15,0 0-2 16,0 0 1-16,0 0 0 16,0 0-1-16,40 12 2 15,-33-10 2-15,4 0-2 0,-2 1 3 16,2-1-4-16,3 0 0 15,0-2 0-15,5 0 0 16,-2 0 0-16,4 0-3 16,-3-6-31-16,1-1-17 15</inkml:trace>
  <inkml:trace contextRef="#ctx0" brushRef="#br0" timeOffset="88544.01">14470 15958 115 0,'0'0'17'0,"0"0"17"16,0 0-5-16,0 0-20 15,0 0-8-15,0 0-4 16,0 0-1-16,0 0 1 16,-27 53-3-16,23-14 6 0,-1 9-11 15,-3 6-43-15</inkml:trace>
  <inkml:trace contextRef="#ctx0" brushRef="#br0" timeOffset="90806.34">13882 16794 59 0,'2'-4'2'0,"-2"-1"0"0,0 1 1 0,0 0-3 15,0 1 0-15,0 2-4 16,0-2 3-16,0 3 1 0,0 0 1 16,0 0 1-16,0-1 0 15,0 0-5-15,0 1-25 16,0 0-1-16</inkml:trace>
  <inkml:trace contextRef="#ctx0" brushRef="#br0" timeOffset="91368.15">13882 16794 27 0,'0'0'31'0,"0"0"-7"0,0 0-7 15,0 0-6-15,-4-37-5 16,1 36 0-16,2-1-2 16,0 2 2-16,1-2-2 15,0 2-1-15,0 0-3 0,0 2-4 16,0 6 2-16,0 4 3 15,1 4 1-15,5 2 4 16,1 4-3-16,1 0-2 16,1 1 0-16,-1 3 0 15,2-1 0-15,-2 3-1 0,1-2 0 16,-1 0 0-16,-2-2 1 16,1-3-1-16,0 0 1 15,-4-5-1-15,1 1 0 16,-2-6 0-16,0 0 0 15,-2-3 1-15,0-3 0 0,0-3 1 16,0-2 5-16,0 0 14 16,-2-1-4-16,-4-9-7 15,1-6-7-15,-3-4-3 16,2-5 5-16,-2-2-4 16,1-4-1-16,-2-4 2 0,4-1-1 15,-2-3-1-15,4 1-1 16,2 1-1-16,1 4 2 15,0 2-3-15,0 8 4 16,0 3-1-16,0 5-1 16,3 2 2-16,1 3 0 15,2 4 2-15,4 3-2 0,-3 3-1 16,5 2-4-16,3 13 0 16,0 8 7-16,3 4-2 15,1 3 4-15,-2 4-4 16,0 0 0-16,1-2 0 15,-5-3 0-15,1 0-1 0,-1-5 1 16,-2-1-1-16,-2-3 0 16,-2-1 0-16,-5 1-23 15,-2-4-47-15</inkml:trace>
  <inkml:trace contextRef="#ctx0" brushRef="#br0" timeOffset="91539.56">13974 17058 212 0,'0'0'5'0,"0"0"20"0,0 0-16 0,-18-38-8 0,22 22-3 15,9-2 5-15,3-2-2 16,4-1 0-16,5 0-9 16,0 2-24-16,-3-2-35 15,3-1-9-15</inkml:trace>
  <inkml:trace contextRef="#ctx0" brushRef="#br0" timeOffset="91745.35">14208 16761 179 0,'0'0'31'0,"0"0"-22"0,0 0-7 16,0 0-5-16,11 47 4 16,-2-21 2-16,0 2-2 15,0 1 0-15,2-1 0 16,0 3-1-16,1-2 1 15,-1 0-1-15,-4 0 0 16,2-1 0-16,-4-2-3 0,1-5-10 16,-4-2-25-16,-2-8-25 15,0-8-32-15</inkml:trace>
  <inkml:trace contextRef="#ctx0" brushRef="#br0" timeOffset="92023.1">14245 16875 122 0,'0'0'-7'16,"-8"-45"24"-16,6 23 6 15,2 2-1-15,0 2-8 0,0 4-9 16,0 2-3-16,7 1-2 16,-1 3 0-16,2 3 0 15,2 2 0-15,2 3 0 16,-3 0-2-16,2 6-3 15,2 8 0-15,-4 3-5 0,-2 2 4 16,0 2 1-16,-5 2 3 16,-2 0 0-16,0 1-1 15,-2-1 2-15,-7-2-16 16,2-4-8-16,1-2 5 16,3-12-23-16</inkml:trace>
  <inkml:trace contextRef="#ctx0" brushRef="#br0" timeOffset="92727.16">14416 16655 104 0,'0'0'2'0,"0"0"8"15,0 0 2-15,0 0-11 16,0 0-4-16,0 0-1 0,0 0 6 15,0 47-1-15,0-26 7 16,0 0-2-16,2-2 2 16,3-3-5-16,2-4 0 15,-1-1-2-15,3-5 3 16,-3-1 1-16,4-4-3 16,-3-1 0-16,1 0 1 0,1-3 0 15,-3-7-1-15,2-1 1 16,-3-3 2-16,-3-1-2 15,0-2 0-15,-2-1 0 16,0 0 1-16,-5 0-2 16,-7 1-2-16,0 3 0 0,-1 3 1 15,-1 1 2-15,2 4 3 16,2 3-1-16,0 1-5 16,3 0 2-16,3 2 0 15,3 0-1-15,1-1-6 16,0-3-37-16,8-2 38 0,0-4 2 15,5-2 2-15,0-2-2 16,0-1 1-16,-1-4-3 16,1 2-6-16,-6 0 11 15,1-3-1-15,-5 3 0 16,0 0 2-16,-2 1 2 16,-1 2 6-16,0 3-4 0,0 2 3 15,0 2 9-15,-2 3 5 16,0 3-8-16,0 1-12 15,2 0-3-15,0 7-8 16,0 11 4-16,4 5 3 0,6 5 3 16,2 7-1-16,1 1 1 15,1 0-1-15,-1-1-1 16,1-4 2-16,-1-1-2 16,1-5 1-16,-1-6 0 15,-2-3 2-15,1-5-3 0,-2-4-2 16,1-6-3-16,-1-1-9 15,-2-5 5-15,2-9-2 16,-1-6-9-16,-5-5-24 16,-4-6-45-16</inkml:trace>
  <inkml:trace contextRef="#ctx0" brushRef="#br0" timeOffset="93050.78">14633 16290 67 0,'0'0'17'0,"0"0"-7"0,0 0 5 0,0 0-2 16,0 0-1-16,0 0-1 15,0 0-2-15,0 0-11 16,0 0-2-16,0 0 3 16,0 0 4-16,-11 30 6 15,18 0-1-15,3 4 3 0,2 1 0 16,-1 2-2-16,5-3-4 15,-3 0-3-15,3-3 1 16,-3-2-2-16,1-5 0 16,-1-3 0-16,0-2 0 15,3-2 0-15,-3-6 1 0,-1 1-2 16,1-3-1-16,1-6-8 16,-1-3-26-16,-2 0 1 15,2-5 1-15,-3-11-7 16</inkml:trace>
  <inkml:trace contextRef="#ctx0" brushRef="#br0" timeOffset="93375.18">14915 16513 112 0,'0'0'10'0,"0"0"22"16,0 0 2-16,0 0-11 16,0 0-20-16,0 0-6 0,0 0 4 15,0 0-1-15,3 48 1 16,5-28 1-16,-3 0 0 15,3-3-2-15,0-4 2 16,2-1 0-16,-4-4-1 16,2-3 1-16,1-2-1 0,-2-3 1 15,1 0-2-15,-3 0 2 16,1-8-3-16,0-3 7 16,-4-5 1-16,-2-1 1 15,0-3-1-15,0-2-1 16,-3-2-3-16,-6 3 0 15,0 2-1-15,-4 2 0 0,1 6 2 16,-1 5-5-16,-5 6 2 16,2 2-13-16,-3 13-34 15,0 6-32-15,-1 0-13 16</inkml:trace>
  <inkml:trace contextRef="#ctx0" brushRef="#br0" timeOffset="94079.54">15169 15793 107 0,'0'0'1'0,"0"0"0"0,0 0-1 0,0 0-5 0,0 0 3 15,0 0 1-15,0 0 3 16,-2 52 7-16,1-22 1 15,-2 9 3-15,3 7-1 0,0 11-4 16,0 9 0-16,0 7-4 16,0 9 0-16,0 8 0 15,0 10 1-15,-1 8 1 16,-3 10-2-16,-3 4-1 16,1 1 2-16,0 1-5 0,1-1 2 15,2-2-1-15,-1-7 0 16,3-2-1-16,1-4-2 15,0-10-16-15,-1-16-45 16</inkml:trace>
  <inkml:trace contextRef="#ctx0" brushRef="#br0" timeOffset="95637.5">15314 16409 9 0,'0'-4'36'0,"0"-2"-28"0,0 2 12 0,0-1-3 15,0 1-7-15,0 0 0 16,0 3 5-16,0-1 6 16,0 1-6-16,0 1-4 15,0 0-8-15,2 0-2 0,8 4 5 16,1 5 2-16,5 2 0 15,1 3-7-15,3 0 2 16,2 1-2-16,1-1 0 16,0-1-1-16,2-3 0 15,-1-4-4-15,-2-4-29 0,1-2-12 16,-1 0-40-16</inkml:trace>
  <inkml:trace contextRef="#ctx0" brushRef="#br0" timeOffset="95843.85">15675 16350 86 0,'0'0'4'16,"0"0"15"-16,0-43 6 16,-5 36-4-16,-3 1 8 15,0 3-8-15,-1 3-3 16,-2 2-10-16,-2 11-5 16,2 8 0-16,0 7-5 0,1 9 5 15,2 5 0-15,3 8-1 16,3 3-1-16,2 2-2 15,0 4-8-15,0-5-32 16,6-7-22-16,3-9-3 16</inkml:trace>
  <inkml:trace contextRef="#ctx0" brushRef="#br0" timeOffset="96291.82">15868 16392 129 0,'0'0'9'0,"0"0"26"16,-26-41-6-16,11 35-15 16,2 2-5-16,-3 4-3 0,2 0-5 15,-1 7-2-15,2 7 10 16,1 5-10-16,1 5 5 15,4 3-2-15,1 1 0 16,3 0-1-16,3-3-1 0,0-5 0 16,5-6-1-16,3-4-3 15,3-4 0-15,1-5-4 16,1-1 0-16,0-3 2 16,3-10 4-16,-3-4 2 15,3-3 1-15,-5-4 0 16,3 0 0-16,-5 2 0 0,-1 4 1 15,0 4 0-15,-4 4 6 16,-1 5 2-16,-1 4 0 16,2 1-8-16,0 0-2 15,1 5 3-15,4 2-3 16,-2 3 1-16,4-3-1 0,2 0-7 16,1-5-20-16,2-2-29 15,-2 0-10-15</inkml:trace>
  <inkml:trace contextRef="#ctx0" brushRef="#br0" timeOffset="96591.51">16078 16284 104 0,'0'0'0'15,"0"0"20"-15,0-46 18 16,-3 38-8-16,-4 4-8 16,-1 4-8-16,0 0-6 0,-1 3-6 15,-1 8 0-15,2 3 2 16,-1 2-3-16,5-2 3 15,2 3-4-15,2-1 1 16,0-3-1-16,2-2 1 16,7 0-1-16,3 2 1 15,0-3 0-15,1 1-1 0,-1-2 0 16,-1 2 1-16,-3-1-1 16,0-2 0-16,-5-1 0 15,-2 0 1-15,-1 0-2 16,0 0 0-16,-1-1 1 15,-4-1-1-15,-5-5-28 0,-1 0-47 16,1-3-65-16</inkml:trace>
  <inkml:trace contextRef="#ctx0" brushRef="#br0" timeOffset="97045.86">16048 15993 179 0,'0'0'-25'16,"0"0"63"-16,0 0-12 16,0 0-20-16,0 0-12 0,0 0 4 15,14 38 7-15,-5-8-5 16,3 7 3-16,2-1-1 16,1 2 0-16,1-4-1 15,1-3-1-15,0-4 2 16,-2-4-2-16,-1-6 0 15,-1 1 0-15,-1-6 0 0,-3-3 0 16,1-3 3-16,0-3-3 16,-4-3-2-16,0 0 1 15,1-4 1-15,-2-10 3 16,4-2-1-16,-4-4-2 16,1 1-1-16,-1-1 2 0,1 4 0 15,-1 2 2-15,-2 4 1 16,3 3 0-16,-2 3-3 15,1 2-1-15,1 2 0 16,2 0 0-16,2 0 0 16,-1 6-1-16,2 2 4 15,0 2-4-15,1 0 3 0,1 0-3 16,-2-1-3-16,3-1-12 16,-3-2-14-16,-2-4-18 15,3-2-1-15,-1 0-53 16</inkml:trace>
  <inkml:trace contextRef="#ctx0" brushRef="#br0" timeOffset="97338.15">16537 16155 101 0,'0'0'12'0,"0"0"47"0,0 0-17 0,0 0-28 0,0 0-10 16,0 0-1-16,0 0-4 15,0 0 3-15,0 0 0 16,-7 50-1-16,7-38-1 15,1-4 0-15,5-4-3 16,-1-3-1-16,4-1 3 0,-4 0 1 16,1-4 0-16,-2-5 4 15,-1-2 0-15,-1 0 1 16,-2-3 5-16,0 1 1 16,-4-3 1-16,-4 4-5 15,0-1-3-15,-4 4-3 0,2 3-5 16,-1 6 3-16,3 0-14 15,-2 12-29-15,1 2-52 16,1-1-33-16</inkml:trace>
  <inkml:trace contextRef="#ctx0" brushRef="#br0" timeOffset="97836.31">16731 16039 56 0,'0'0'0'0,"0"0"1"16,0 0 3-16,0 0 32 15,0 0-25-15,0 0-3 16,0 0 2-16,-23 45-2 16,17-22-3-16,6 0-4 0,0-2 0 15,0-3-1-15,0-4 0 16,6-4-3-16,2-5 2 15,-1-5 2-15,2 0 1 16,2-7 2-16,0-5 5 16,-3-5 3-16,3-1-4 15,-1-4-3-15,-5-1 0 0,0-4-2 16,-1-2-2-16,-4-4 0 16,0-1 0-16,-5-3-1 15,-2 0 1-15,-4 0-1 16,-2 3 0-16,1 4 1 15,1 3-1-15,-2 7 1 0,2 4 0 16,-1 7-1-16,0 6 2 16,1 3 2-16,1 3-2 15,1 11-2-15,3 6 2 16,2 6-2-16,4 3 1 16,0 3 0-16,4 2-1 0,7-2 1 15,5 1 1-15,1-2-2 16,3-2-2-16,0-1-9 15,-2-4-32-15,-1-5 2 16,-1-8-20-16</inkml:trace>
  <inkml:trace contextRef="#ctx0" brushRef="#br0" timeOffset="98256.18">16924 15919 135 0,'0'0'2'0,"0"0"22"0,0-41-8 16,0 31-7-16,0 0 3 15,1 3 0-15,3 3-6 16,2 2-4-16,3 2-2 0,2 0 1 16,1 3 1-16,3 7-2 15,-2 4 2-15,-1 5-3 16,1-1 0-16,-7 2 1 15,-1 1 0-15,-5 1-4 16,0 0 5-16,0-2-3 16,-8 0-2-16,-4-3 2 0,1-3 3 15,0-4-2-15,-3-5-1 16,3-5-3-16,1 0-3 16,2-7 1-16,2-5-4 15,4 2 10-15,2-1 5 16,0 2 7-16,4 1 0 0,10 5-7 15,5 0-1-15,4 3-1 16,5 0 0-16,4 0-1 16,0 10 1-16,-1 0-1 15,0 5-4-15,-6 3-36 16,-3 3-32-16</inkml:trace>
  <inkml:trace contextRef="#ctx0" brushRef="#br0" timeOffset="100981.88">7052 17049 46 0,'0'0'4'0,"0"0"2"0,0 1-5 15,0-1-1-15,0 0 1 0,0 0 0 16,0 0 2-16,0 1 13 16,0-1 3-16,0 3-12 15,0 1-3-15,2 3-1 16,4 3-1-16,4 3-1 0,-3 3 0 16,3 2-1-16,0 0 1 15,-3 0-1-15,3 0 1 16,-3 1 1-16,2-1-1 15,-2 1-1-15,-1-2 1 16,3-3-2-16,-3 0 1 0,0-5-6 16,-2-5-26-16</inkml:trace>
  <inkml:trace contextRef="#ctx0" brushRef="#br0" timeOffset="101265.01">7130 17109 114 0,'0'0'3'15,"0"0"-3"-15,0 0-3 16,0 0-8-16,0 0 7 0,0 0 4 16,0 0 9-16,0 0 16 15,0 0 2-15,-2-17-14 16,-1 19-12-16,1 6 3 15,-3 2-5-15,1 6-1 0,-2 0 3 16,-3 2-2-16,-1 3 2 16,0 0 0-16,-1 2-2 15,-3 0-10-15,3 0-20 16,-1-6-9-16,1-5-39 16</inkml:trace>
  <inkml:trace contextRef="#ctx0" brushRef="#br0" timeOffset="101473.89">7010 17247 52 0,'0'0'9'0,"0"0"5"15,0 0-1-15,42-45-5 16,-31 36-5-16,4 2-2 0,-2 0 1 16,1 3 2-16,0 1-2 15,0 0-1-15,-1 2 2 16,1 1-1-16,-1 0-1 15,-2 0-1-15,2 0 1 0,-4 2-2 16,-3 1-1-16,-3 0-26 16</inkml:trace>
  <inkml:trace contextRef="#ctx0" brushRef="#br0" timeOffset="101765.18">7077 17191 102 0,'0'0'4'15,"0"0"0"-15,0 0-2 16,0 0 0-16,0 0-1 15,41-9-1-15,-28 9 1 0,0 0 0 16,3 0-1-16,-3 1 0 16,2 3 2-16,-2 1-2 15,0-1 0-15,-1-1 0 16,-1 0-11-16,-4-3-27 0</inkml:trace>
  <inkml:trace contextRef="#ctx0" brushRef="#br0" timeOffset="102100.23">7131 17236 110 0,'0'0'5'0,"0"0"-3"16,0 0 0-16,0 0-2 15,0 0 1-15,0 0-1 16,29 41 1-16,-19-32-1 15,-1-1 0-15,0 0 0 16,2 0-1-16,-2-5-16 0,-3-3-30 16</inkml:trace>
  <inkml:trace contextRef="#ctx0" brushRef="#br0" timeOffset="102404.87">7083 17263 1 0,'0'0'123'15,"0"0"-123"-15,0 0 1 0,0 0 0 16,45 7 0-16,-32-3 0 16,0-4-1-16,3 2 0 15,-5-2 0-15,3 0 1 16,-1 0-1-16,-4 0-2 16,0 0-22-16,-7 0-65 0</inkml:trace>
  <inkml:trace contextRef="#ctx0" brushRef="#br0" timeOffset="102632.74">7121 17304 115 0,'0'0'7'0,"0"0"-6"16,0 0-1-16,0 0 1 15,0 0 0-15,0 0 0 0,0 0 1 16,36 37 0-16,-25-33 1 16,0-2-2-16,1-1 0 15,-2-1-1-15,-1 0-1 16,1-4-30-16</inkml:trace>
  <inkml:trace contextRef="#ctx0" brushRef="#br0" timeOffset="103152.54">7074 16854 41 0,'0'0'-3'0,"0"0"3"0,0 0-12 0</inkml:trace>
  <inkml:trace contextRef="#ctx0" brushRef="#br0" timeOffset="104212.47">6989 16867 31 0,'0'0'25'0,"0"0"-11"16,0 0-9-16,-44 18-2 16,34-13-2-16,1 0-1 15,3-1 2-15,-2 3-2 16,2-1-2-16,-2-1 4 16,3 1-1-16,-3 1-1 0,3 1 1 15,-5 1 2-15,4 0 0 16,-2 0 2-16,3 1 0 15,0 2-2-15,-2-2-2 16,3 1-1-16,2 0 0 16,-3 0 1-16,3-1-1 15,-2 0 0-15,4 0 0 0,-2 0 0 16,-1 1 2-16,2 0-2 16,0-1 0-16,1 2 0 15,0-1 0-15,0-1 1 16,0 0-1-16,0 1 0 15,0-1 0-15,0 0 0 0,0 1 1 16,5 1-1-16,-3-1 0 16,0 2 0-16,-2 1 0 15,2 0 1-15,-1 1 1 16,0-1 3-16,2-1 3 16,1 2-5-16,0-1 0 0,0-1-1 15,4 0-1-15,1 0 0 16,-1-2-1-16,4 2 1 15,-1-3-1-15,0 0 1 16,3 1 0-16,-1-2 1 16,1 1 0-16,-1 0 2 0,2-1-2 15,3 2 0-15,-1-2-1 16,0 3 0-16,3-2-1 16,-3 0 0-16,0 1 1 15,0-1-1-15,-3-2 0 16,-1 0 1-16,-3 0 0 0,2-1 2 15,-1-3 3-15,-1-1 5 16,-1 0-2-16,1-1-1 16,2-2-4-16,-3 0-7 15,1 0 7-15,2 0-2 16,1-2-2-16,-1-4 1 16,1-1-2-16,-2-1 1 15,1-2 0-15,1-1 0 0,-1-2 0 16,1-1 2-16,-1-1-1 15,2 0 0-15,-2-1 0 16,1-1-1-16,0 1 1 0,-2-2-1 16,-1 1 1-16,-1-2-1 15,1-2 0-15,0 1 0 16,-3 0 0-16,1-1 1 16,-2-2-1-16,0 2 0 15,-2-2 0-15,0 1 0 0,-3 0 2 16,1-2-2-16,0 4 2 15,-2-1 19-15,0 1-15 16,0 0-4-16,0 3-2 16,0-1 1-16,-5-1 0 15,1 2-2-15,-6 0 2 16,0 0 0-16,1 3-1 0,-5 0 0 16,3-1 0-16,-5 4 1 15,1 0-1-15,-1 1 1 16,-1 0 2-16,1 1-1 15,0 2 1-15,-2-3-1 16,3 3-1-16,-2-1 0 0,1-1 0 16,-1 1-1-16,0 1 1 15,1 1-2-15,0 3-2 16,0 0 2-16,1 3 2 16,-3 0-1-16,2 0-2 15,1 6 2-15,-3 5-1 0,3 1 0 16,0 3 0-16,3 5-5 15,3 1-22-15,1-3-30 16,2-5-23-16</inkml:trace>
  <inkml:trace contextRef="#ctx0" brushRef="#br0" timeOffset="106995.22">7504 17328 41 0,'0'0'0'0,"0"0"-3"0,0 0-12 0</inkml:trace>
  <inkml:trace contextRef="#ctx0" brushRef="#br0" timeOffset="107078.83">7504 17328 9 0,'0'0'50'0,"0"0"-13"15,0 0-10-15,0 0-8 16,0 0-14-16,15-8-11 15,-5 3-9-15,3-4-65 16</inkml:trace>
  <inkml:trace contextRef="#ctx0" brushRef="#br0" timeOffset="111392.49">10928 17202 71 0,'-3'0'3'0,"-1"0"2"0,0 0-1 0,2 0-3 16,-1 0 1-16,2 0 3 15,-1 0 5-15,0 0 4 16,2 0 0-16,-2 0-5 15,2 0-7-15,-3 0-1 0,2 0-1 16,0 0 0-16,-1 0 0 16,0 0 0-16,0 0 0 15,0 0 1-15,-4 0-1 16,2 0 0-16,-3 0 0 16,1 0 2-16,-1 0-2 15,-1 0-2-15,-2 0 2 0,0 0 0 16,1 0 0-16,-3 0-1 15,-1 3 1-15,-1 1 1 16,1 2-1-16,-3-1 2 16,3 4-1-16,-3-1 0 15,3 0-1-15,-2 1 0 0,1 3 0 16,3-2 0-16,-3 1 0 16,1 0 0-16,1-1 0 15,-1 2 0-15,1 0 0 16,0 1 1-16,3 0-1 0,-2 1 0 15,-1 2 0-15,1-1 0 16,1 1 0-16,-2-2 0 16,3 2 0-16,-1-2 0 15,0 0 1-15,3-1-1 16,0-2 1-16,3 2 0 16,-3-3-1-16,3 3 1 0,1 1-1 15,1 0 0-15,0 1 0 16,2 0 0-16,0 2 1 15,0 0-1-15,0 2 0 16,0-1 0-16,0-1 1 16,0 4-1-16,2-2 0 0,1 1 0 15,3 0 0-15,1-5 0 16,-2 1 1-16,1-4-1 16,0-1 1-16,1 0 1 15,1-1-1-15,0 3-1 16,1-2 1-16,3 3-2 0,-3-2 2 15,3 1-1-15,0-3-1 16,1 1 2-16,1-1-2 16,-3-2 2-16,2 1-2 15,-1-2 2-15,-1 1-1 16,3 1 0-16,0-1 0 16,3 2 1-16,0-1-1 0,-1 0 0 15,0-1 0-15,1 2 0 16,1-3 0-16,0-1-1 15,-4-2 0-15,3 0 0 16,-2 0 3-16,2-2-2 16,-2 2 2-16,3-4-2 0,-3 3 1 15,3-3-2-15,1 3 2 16,0-2-1-16,2-1 0 16,-2 0 0-16,-2 0 0 15,3 0-1-15,-2 0 0 0,0 0 0 16,0-2 1-16,-1-1 0 15,2-2 1-15,0 2-1 16,-1-1 1-16,3 1-2 16,1-1 2-16,2 0-1 15,1-2 0-15,2 2 0 16,0-3 0-16,0 3-1 0,-1-1 1 16,3 0-1-1,-2-1 2-15,2-1 0 0,-2 1-3 16,2 0 4-16,-5-2-2 15,1-1 4-15,-1 1-4 16,-3-1 1-16,-1 0-1 0,-1 0 0 16,2 0 1-16,-2-1 0 15,2 3 2-15,0-1 0 16,1-1-2-16,0-1 1 16,0 1-1-16,3 0-1 15,-2 0 0-15,-1-2 1 0,2 3-1 16,-1-2 0-16,-2-2 1 15,0 1-1-15,-1-2 2 16,3-1 0-16,-5-3 3 16,4-2-3-16,-4 2 2 15,2-1-3-15,0-2 1 0,-3 0-1 16,4-1 0-16,-3 1 0 16,0-4-1-16,2 2 1 15,-2-2 0-15,0 0 0 16,2 1-1-16,-3-1 0 15,-2 0 1-15,-2 0-1 0,1-3 1 16,-2 0-1-16,-1 0 2 16,-3-1-2-16,0-1 1 15,-4 1 1-15,1 2 0 16,-3-1 2-16,-2 3 0 16,0 0 0-16,0 3 0 15,-2-1-1-15,-5 1 1 0,1 3-2 16,-4-1-1-16,-2-1 0 15,1-1-1-15,-3 2 1 16,0 1 0-16,-2-2-1 16,-3 4 1-16,-3 2 1 15,1 0 1-15,-1 3-2 0,-2 1-3 16,1 3 2-16,0 0 2 16,1 0 1-16,0 2-3 15,0 3 0-15,1 0-2 16,1 2 1-16,0 0-1 15,-3 0 0-15,4 0 1 0,-2 1-1 16,-3 2 2-16,4 0 0 16,-2 0 0-16,1-2 1 15,0 1-1-15,0 1 1 16,1-3-1-16,2 1 0 0,0 0 1 16,-3-1-1-16,4 2 0 15,-5 0 0-15,4-1 2 16,-6 1-4-16,1 0 4 15,0 1-2-15,-4 1-2 16,1 2 2-16,-1 1 2 16,0 1-2-16,-1 2 1 0,7 0-1 15,4 3-1-15,3 1-2 16,7-5-53-16,3-6-53 16</inkml:trace>
  <inkml:trace contextRef="#ctx0" brushRef="#br0" timeOffset="113633.28">14107 16317 61 0,'-16'-2'5'0,"-1"-2"17"0,2 2-4 0,-1-1-4 15,-2 1-1-15,0-1-1 16,2 3-3-16,-3-1-2 0,2 1-1 15,1 0-2-15,-1 0-1 16,-2 0-2-16,1 0 0 16,1 4-1-16,-3 3 0 15,0 2-1-15,-3 1 1 0,2 1-1 16,-3 3 0 0,-1 0 1-16,2 1-1 0,1 0 1 15,-1 4 0-15,3-3-1 16,-1 5 0-16,2 0-1 15,1 2 2-15,-1 2-1 16,2 2 0-16,2 2 2 16,1 3-1-16,3 0 0 0,-2 3 0 15,6-1 0-15,0 4 0 16,5 1 0-16,0 1 1 16,2 2-2-16,0 3 1 15,0 0 0-15,7-1-4 0,4-2-7 16,5-2 1-16,4-1 4 15,1-3 3-15,7 0 3 16,5 1-3-16,0 0-2 16,8 1 2-16,-3-1-9 15,4 1 9-15,-1-2-5 16,1-3 4-16,0-4 4 0,2-2 1 16,-1-3 5-16,5-1 4 15,-3-2-3-15,6 1-1 16,0-4-2-16,2-1 0 15,4 0-1-15,1-4 2 16,0-3 0-16,1-6 0 16,-2-4 4-16,-3 0 4 0,2 0 3 15,-2-4-3-15,3-6-3 16,2 0-3-16,1 3 2 16,-1-4-2-16,5 2-5 15,-1 0 0-15,0 1-2 0,1-1 1 16,-3-3-1-16,-1 3 1 15,0-1 0-15,-4 0 0 16,0 1 3-16,1-3-2 16,0 1 0-16,3-3-1 15,-2-3 0-15,1-2 3 16,3-3 3-16,-1-3-2 0,3 1 2 16,-2-2-2-16,2-2-1 15,0 0 1-15,-1-1-1 16,1 1-1-16,-2-1-1 15,1-2 0-15,-4 3-1 0,1-2 0 16,-2 0-1-16,-2-1 2 16,0-2-1-16,0 2 1 15,-2-3 1-15,-1-3 1 16,-6 0-2-16,2 2 0 16,-4-2 1-16,-2 0-1 0,-3 0 1 15,-3 1 0-15,-5-2-2 16,-3 1 1-16,-5-3 1 15,-7-1 0-15,-3 3 2 16,-4-3 1-16,-2 2 3 16,-3 2-1-16,-3 3 1 15,-2 2 1-15,0 0-3 0,0 2-4 16,-2-1-1-16,0 0 0 16,-4-3-1-16,1-2-1 15,4 1-1-15,-3-3 1 0,2 1-1 16,0-2 0-16,-1 4 1 15,1-1-1-15,-3 2 0 16,0 2 1-16,-3 1 0 16,0 0 0-16,-2 2-2 15,-3 1-1-15,0 0 1 16,-4 4-3-16,0 1 1 16,-7 5 0-16,0-1 0 0,-4 1-2 15,1 1 3-15,-3 1 1 16,-1 1 4-16,1 0 2 15,-3 1-3-15,1 1 0 16,3 2 0-16,-2 0-1 0,-3 2-1 16,4-1 2-16,-1 5-3 15,0-1 0-15,-2 4 2 16,2 1-2-16,-1 1 1 16,-1 0-1-16,2 0 1 15,-1 6 0-15,-3 1 1 0,3 0-2 16,-5 0 2-16,1 2 2 15,-1 0-2 1,-1 1-3-16,-1 3-4 0,0-3-3 16,1 3 1-16,0 1-2 15,-2 0 4-15,0-1-1 16,0 1 8-16,0-1 1 0,2 0-1 16,0-2 0-16,2 1 0 15,4 0 0-15,-1-1 0 16,4 0 0-16,2 0 0 15,0 0-2-15,0 1-4 16,0-1-2-16,-1-1 2 16,-1 0 4-16,1 0 3 0,0 0-1 15,2-3 0-15,3 2 0 16,0 0 0-16,-1-3 0 16,3 4 0-16,1-2 0 15,0-1 0-15,-2 0 1 16,2-1-1-16,-2 0 0 15,1 1 0-15,0-1-1 0,2 0 2 16,-1-2 1-16,4 0-1 16,-4-1 2-16,4 1-1 15,0 2-1-15,1-3 0 0,0 2 0 16,1-1-1-16,-2 1 1 16,3-1 1-16,0 1-2 15,1-1 1-15,2 0-1 16,0-2 0-16,1 2 1 15,1-3-1-15,2 2 0 0,0 1 0 16,1 0 0-16,1 1-1 16,2 0-3-16,-3 2-6 15,2 2-22-15,0-2-31 16,-1-3-9-16</inkml:trace>
  <inkml:trace contextRef="#ctx0" brushRef="#br0" timeOffset="115035.6">7016 17270 117 0,'0'0'4'0,"-2"0"15"0,2 0-5 0,0-3-8 16,0 2-1-16,0-2-4 16,0 1 1-16,0 1-2 15,4 1 0-15,0 0 0 16,5 0 0-16,1 0 0 0,-2 3 2 15,4 1-1-15,2-1 0 16,-1-3-1-16,3 0 1 16,-3 0-1-16,2 0 0 15,-2 0 0-15,0 0 0 16,-1 0 1-16,-3 0-1 16,-2-1-1-16,2-1-2 0,-7 2-54 15</inkml:trace>
  <inkml:trace contextRef="#ctx0" brushRef="#br0" timeOffset="115271.25">7110 17162 115 0,'0'0'4'0,"0"0"7"16,0 0-2-16,0 0-7 15,0 0-4-15,0 0 1 16,-9 42 2-16,9-16-1 16,4 5 0-16,1 3 1 15,1 1-2-15,-1-1-6 16,-1-3-17-16,1-4-21 0</inkml:trace>
  <inkml:trace contextRef="#ctx0" brushRef="#br0" timeOffset="115619.45">7079 17264 119 0,'0'0'-11'16,"0"0"26"-16,0 0 1 16,0 0 0-16,0 0-8 15,0 0-8-15,0 0 0 16,0 0 0-16,0 0 0 0,35-6 2 15,-19 6-2 1,0 0 0-16,4 0 0 0,-3-2 0 16,2 0-7-16,-1-2-19 15,-5-3-18-15</inkml:trace>
  <inkml:trace contextRef="#ctx0" brushRef="#br0" timeOffset="115803.93">7158 17219 115 0,'0'0'4'0,"0"0"-4"15,0 0 0-15,10 37-13 16,1-27-37-16</inkml:trace>
  <inkml:trace contextRef="#ctx0" brushRef="#br0" timeOffset="116437.12">7409 17602 52 0,'0'0'-52'0</inkml:trace>
  <inkml:trace contextRef="#ctx0" brushRef="#br0" timeOffset="116593.69">7483 17673 66 0,'0'0'7'16,"0"0"-17"-16,0 0-19 16</inkml:trace>
  <inkml:trace contextRef="#ctx0" brushRef="#br0" timeOffset="116764.41">7758 17906 76 0,'0'0'0'0,"0"0"1"16,40 43-1-16,-26-28-29 0</inkml:trace>
  <inkml:trace contextRef="#ctx0" brushRef="#br0" timeOffset="116934.25">7982 18035 0 0,'0'0'37'16,"0"0"-23"-16,0 0 11 16,0 0-14-16,0 0-7 15,0 0-3-15,0 0 1 0,33 37-2 16,-26-32-16-16</inkml:trace>
  <inkml:trace contextRef="#ctx0" brushRef="#br0" timeOffset="117333.06">7343 17543 153 0,'0'0'13'0,"0"0"6"16,0 0-12-16,0 0-6 15,0 0-5-15,0 0-7 16,0 0-4-16,0 0-2 15,0 0 3-15,17 41-11 16,-6-35-15-16</inkml:trace>
  <inkml:trace contextRef="#ctx0" brushRef="#br0" timeOffset="117490.65">7550 17738 128 0,'0'0'9'15,"0"0"-6"-15,0 0-1 16,0 0 0-16,0 0-2 16,39 38-3-16,-28-33-18 15,3-1-35-15</inkml:trace>
  <inkml:trace contextRef="#ctx0" brushRef="#br0" timeOffset="117652.73">7958 17990 86 0,'0'0'2'0,"0"0"0"16,41 40-1-16,-23-29-1 0,0-1-1 16,0-1-20-16</inkml:trace>
  <inkml:trace contextRef="#ctx0" brushRef="#br0" timeOffset="117831.31">8549 18119 112 0,'0'0'5'0,"47"19"0"16,-22-9-3-16,-2 0-2 0,3 0 0 15,-2 2-14-15,-1-2-38 16</inkml:trace>
  <inkml:trace contextRef="#ctx0" brushRef="#br0" timeOffset="118031.67">9267 18261 100 0,'0'0'-10'0,"60"12"17"16,-33-8-1-16,0 0-3 16,0 3-2-16,-3 0-1 15,5 3 0-15,-2 4 0 16,2-1-8-16,2 2-12 16,-2-1 12-16,0-2-34 15</inkml:trace>
  <inkml:trace contextRef="#ctx0" brushRef="#br0" timeOffset="118216.29">10158 18365 99 0,'0'0'1'0,"50"-6"9"16,-30 6 9-16,2 0 0 15,1 0-2-15,-1 0-8 16,2 0-5-16,1 4-3 15,2 0 0-15,2 1-1 0,0-1-14 16,0 1-67-16</inkml:trace>
  <inkml:trace contextRef="#ctx0" brushRef="#br0" timeOffset="118401.33">10968 18367 152 0,'0'0'-15'15,"49"1"24"-15,-27-1 6 16,2 0-5-16,-1 0-8 16,0 0-1-16,-1 0 0 15,2 4-1-15,-1 0-2 0,3 0-14 16,1 1-7-16,1-2-4 16,1-3-35-16</inkml:trace>
  <inkml:trace contextRef="#ctx0" brushRef="#br0" timeOffset="118572.68">11705 18330 162 0,'0'0'6'0,"48"5"18"16,-22-2-1-16,-2 1-15 0,3-1-7 16,2 0 0-16,0-2-1 15,2 1-1-15,3-2-8 16,0 0-18-16,4-3-31 15,-2-8-2-15</inkml:trace>
  <inkml:trace contextRef="#ctx0" brushRef="#br0" timeOffset="118748.68">12447 18170 128 0,'0'0'31'0,"0"0"-18"16,0 0 13-16,0 0-16 15,0 0-5-15,0 0-3 16,34 7 0-16,-25-4-4 16,-1 0-18-16,2-3-14 15,4-3-7-15,1-11-70 16</inkml:trace>
  <inkml:trace contextRef="#ctx0" brushRef="#br0" timeOffset="118963.98">13105 17970 14 0,'0'0'19'16,"0"0"-8"-16,0 0-7 15,48-28-4-15,-34 19 1 16,-1 2-23-16</inkml:trace>
  <inkml:trace contextRef="#ctx0" brushRef="#br0" timeOffset="119027.55">13218 17903 4 0,'0'0'15'0,"0"0"1"0,48-27-10 16,-30 16-3-16,1 0-3 16,0-1-7-16</inkml:trace>
  <inkml:trace contextRef="#ctx0" brushRef="#br0" timeOffset="119239.5">13447 17805 34 0,'0'0'19'0,"0"0"13"0,0 0-7 16,0 0 0-16,0 0-2 15,37-15 11-15,-36 11 2 16,1-1-2-16,0 0-1 16,2-1-7-16,1 1-10 15,2-1-12-15,1 0-1 0,1 0-3 16,1-3 0-16,3 1 0 15,0 1-3-15,5-3-6 16,0 1-4-16,-2 0-4 16,4-3-23-16,-1 1-26 15,0-2-39-15</inkml:trace>
  <inkml:trace contextRef="#ctx0" brushRef="#br0" timeOffset="119395.23">13794 17609 90 0,'0'0'11'0,"0"0"21"15,0 0 15-15,0 0-9 16,0 0-7-16,0 0-12 16,0 0-13-16,0 0-5 15,3-1 0-15,-1-3-6 16,0-2-15-16,-1-4-66 16</inkml:trace>
  <inkml:trace contextRef="#ctx0" brushRef="#br0" timeOffset="119591.19">13927 17452 214 0,'0'0'-18'0,"0"0"17"16,0 0 2-16,0 0-4 15,0 0-3-15,0 0-14 16,0 0 16-16,0 0 6 0,-5 22-4 15,3-21-34-15,2-1-38 16</inkml:trace>
  <inkml:trace contextRef="#ctx0" brushRef="#br0" timeOffset="123559.73">13807 17666 109 0,'0'-1'3'0,"0"-2"9"0,0-3 6 0,0 3-6 0,0-2 6 16,0-1 1-16,0 2-4 15,4-2-9-15,-2 2-4 16,1-2-2-16,2 3 1 16,2-2-3-16,-1 0-9 15,5 1-11-15,-3-3 1 0,3 0-6 16,-3-2-9-16</inkml:trace>
  <inkml:trace contextRef="#ctx0" brushRef="#br0" timeOffset="123723.01">13939 17551 122 0,'0'0'4'0,"0"0"7"16,0 0 0-16,0 0-5 15,0 0-2-15,0 0-7 0,0 0-23 16,0 0 10-16,-3 0-37 16</inkml:trace>
  <inkml:trace contextRef="#ctx0" brushRef="#br0" timeOffset="128818.77">13911 16379 28 0,'0'3'19'0,"-2"-1"-18"0,2 0-2 0,0 0 0 16,0-2-7-16,0 0 3 16,0 0 5-16,0 0 16 15,0 0-9-15,0 0-5 16,0-1-2-16,4-2 1 0,-1 1-13 15</inkml:trace>
  <inkml:trace contextRef="#ctx0" brushRef="#br0" timeOffset="129023.67">13991 16330 160 0,'0'0'-15'16,"0"0"29"-16,0 0-11 16,0 0-10-16,0 0 9 0,0 0-9 15,0 0-3-15,0 0 0 16,39-33-4-16,-24 23-7 16,3-1-24-16</inkml:trace>
  <inkml:trace contextRef="#ctx0" brushRef="#br0" timeOffset="129188.58">14331 16147 96 0,'0'0'-2'0,"0"0"8"0,0 0 7 16,0 0 2-16,0 0-8 16,0 0-4-16,0 0-2 15,21-2 1-15,-13 2-2 16,0 0-6-16,2 0-30 15</inkml:trace>
  <inkml:trace contextRef="#ctx0" brushRef="#br0" timeOffset="129373.54">14803 15946 161 0,'0'0'4'0,"0"0"-11"16,0 0 7-16,0 0-17 15,0 0-25-15,0 0-48 0</inkml:trace>
  <inkml:trace contextRef="#ctx0" brushRef="#br0" timeOffset="129737.17">15250 15826 116 0,'0'0'7'15,"0"0"-4"-15,0 0-2 16,0 0-2-16,0 0 0 16,0 0-20-16,0 0-26 15</inkml:trace>
  <inkml:trace contextRef="#ctx0" brushRef="#br0" timeOffset="130263.68">14237 16297 3 0,'0'0'99'0,"0"0"-76"0,0 0-12 0,0 0-8 0,0 0-3 16,0 0-1-16,0 0-3 16,0 0-3-16,0 0-3 15,0 0 2-15,-9 1 6 0,14-2-9 16,5-5-31-16</inkml:trace>
  <inkml:trace contextRef="#ctx0" brushRef="#br0" timeOffset="130434.05">14309 16264 106 0,'0'0'2'16,"0"0"25"-16,0 0-7 15,0 0-8-15,0 0-2 16,0 0-3-16,0 0-7 16,0 0-5-16,5 0 2 15,3 0-1-15,-2-3-23 0,4-2-10 16,-1-1-32-16</inkml:trace>
  <inkml:trace contextRef="#ctx0" brushRef="#br0" timeOffset="130597.59">14435 16209 62 0,'0'0'40'16,"0"0"13"-16,0 0-21 16,0 0 2-16,0 0-10 15,0 0-4-15,0 0-18 16,0 0 0-16,-3-3-4 15,3 2-12-15,7-2-14 0,4 1 12 16,3-3-16-16,-1 0-41 16</inkml:trace>
  <inkml:trace contextRef="#ctx0" brushRef="#br0" timeOffset="130783.03">14664 16102 74 0,'0'0'15'0,"0"0"38"16,0 0 6-16,0 0-25 16,0 0-17-16,0 0-13 0,0 0-4 15,0 0-4-15,9-1-9 16,0 0-2-16,0-2-18 16,1-1-29-16,3-2-1 15</inkml:trace>
  <inkml:trace contextRef="#ctx0" brushRef="#br0" timeOffset="130938.76">14885 16014 85 0,'0'0'15'0,"0"0"-4"16,0 0 6-16,0 0 10 0,0 0-17 16,0 0-10-16,0 0 1 15,0 0-2-15,36-14-20 16,-29 8-24-16,-1 0-54 15</inkml:trace>
  <inkml:trace contextRef="#ctx0" brushRef="#br0" timeOffset="131103.01">15051 15932 90 0,'0'0'6'0,"0"0"21"16,0 0 3-16,0 0-24 0,0 0-4 15,0 0-2-15,0 0 0 16,0 0-4-16,35-7-27 16,-28 4-12-16</inkml:trace>
  <inkml:trace contextRef="#ctx0" brushRef="#br0" timeOffset="131252.51">15245 15870 62 0,'0'0'2'0,"0"0"4"16,0 0 1-16,0 0-5 15,40-9-2-15,-34 4-18 16</inkml:trace>
  <inkml:trace contextRef="#ctx0" brushRef="#br0" timeOffset="131430.72">15329 15845 174 0,'0'0'-11'16,"0"0"20"-16,0 0-8 16,0 0-4-16,0 0-14 15,0 0-11-15,0 0 0 16,-12 2-15-16</inkml:trace>
  <inkml:trace contextRef="#ctx0" brushRef="#br0" timeOffset="131994.64">13938 16394 165 0,'0'0'0'0,"0"0"7"0,0 0-7 0,0 0 3 0,0 0-12 15,45-24-48-15</inkml:trace>
  <inkml:trace contextRef="#ctx0" brushRef="#br0" timeOffset="132183.18">14291 16212 106 0,'0'0'9'0,"0"0"31"16,0 0-6-16,0 0-20 16,0 0-14-16,0 0-1 15,0 0-6-15,0 0-15 0,5 11-17 16,-5-11-20-16</inkml:trace>
  <inkml:trace contextRef="#ctx0" brushRef="#br0" timeOffset="133038.54">10715 15221 57 0,'0'0'3'0,"0"0"-2"0,-50-2-5 0,35 2-7 15,-1 0-15-15</inkml:trace>
  <inkml:trace contextRef="#ctx0" brushRef="#br0" timeOffset="134462.1">10567 15229 10 0,'0'0'4'0,"0"0"-3"16,0 0 1-16,0 0 7 15,0 0 3-15,0 0-2 16,0 0 3-16,-35 9 8 0,30-8-7 16,-4-1-1-16,0 0-1 15,0 0 0-15,-2 0-1 16,-1 0-6-16,0 0-1 15,-2 0-2-15,-3 0-2 16,0 3 0-16,0-2 3 0,-3 1-4 16,0-2 3-16,-2 2-1 15,1-2 4-15,-3 2 1 16,4-1 1-16,-1 1 3 16,1 0-3-16,0 0-4 15,2 1-2-15,3 0-1 0,-1 1 1 16,0 3-1-16,1-1-1 15,-1 1 1-15,0-2 1 16,1 4-1-16,-1-2 0 16,1 2 1-16,-2-1-2 15,0 1 2-15,2 1-2 0,-2 1 1 16,0 1 0-16,-4 3 0 16,2-1 0-16,-1 2-1 15,1 1 1-15,-2 0-1 16,2 1 1-16,-1 1 0 15,0-2 0-15,2 0 1 0,-3 0-4 16,4 1 5-16,-1-1-2 16,1-1 0-16,-1 4 0 15,4-4 0-15,-4 1 0 16,5 0 1-16,-3 1-1 16,3-1 0-16,-1 2 1 0,3 1-1 15,1 1-1-15,0-1 1 16,3 2 0-16,1-2 0 15,0 0-1-15,3 0 1 16,1-2 0-16,2-1-2 16,0-1-1-16,0-2 2 0,0 1 0 15,2-1 1 1,1-1 1-16,3 1-1 0,-4-2-1 16,3 1 2-16,-1 0 0 15,2 0-2-15,-1 0 0 16,2-2-2-16,0-1 2 0,3 1 1 15,2 1-1-15,-1-1 1 16,3-1 0-16,-1 1 0 16,0 1 0-16,3-2-1 15,-3 1 2-15,1-1-2 16,-3-1-2-16,2 0 4 16,0 1-2-16,0-1 1 0,2 0-3 15,-1-1 4-15,3 2 1 16,1 0-2-16,-2-2 0 15,4 0 0-15,-3-1 0 16,2 2 0-16,-3 0 0 16,3-2 1-16,-1 3-1 0,-1-3 0 15,2 0 0-15,0-1-4 16,1 2 3-16,3-3 0 16,-3 1 1-16,3-1 0 15,1-2 1-15,1 4-3 16,-3-4 3-16,2 0-1 0,1-1-3 15,2-2 0-15,0 0 3 16,0 0 3-16,2 0-1 16,0 0-2-16,1 0 0 15,0 0 1-15,-1 0-2 0,0 0 3 16,-2 0-2-16,0 2 1 16,2 2-1-16,-2 2 0 15,2-2 0-15,0 0 0 16,2-1 1-16,-1 0-1 15,3 1 0-15,-2-3 0 16,1-1 0-16,-1 0 2 0,0 0-2 16,1-3-2-16,1-5 2 15,2-1-1-15,1-4 0 16,2-1 2-16,2-1-1 16,-1-2 1-16,0 3-3 15,-4-3-4-15,0-1-1 0,-6-1-9 16,-1-2 13-16,-2-1 1 15,-2-6 5-15,-2 0 9 16,-1-1-3-16,-4 1-1 16,-1-2-1-16,-4-3-2 15,-2 2-2-15,-3-3-1 16,-2 0 3-16,-3-2-3 0,-2-2 2 16,0-1 0-16,0-2-2 15,0-4 0-15,0 1-2 16,0 0 0-16,-4-2 1 15,-1 0-1-15,-2 0 1 0,-2 2-1 16,-3 2 2-16,-3 0 9 16,-4 3 10-16,-3 3-5 15,-1 3-8-15,-8 1 1 16,1 3-2-16,-3 1-3 16,-3 5 1-16,-5 1-3 15,-1 3 0-15,0 2 0 0,-5 7 0 16,-1 2-5-16,0 8-14 15,-4 0-20-15,-3 4-38 16,-3 7-25-16</inkml:trace>
  <inkml:trace contextRef="#ctx0" brushRef="#br0" timeOffset="136134.24">13538 14861 23 0,'-6'-3'35'0,"1"0"-33"0,2-1 1 0,-4 0 6 0,1-2 8 16,0-1 5-16,-2 2 0 16,0-1 2-16,1-1-4 15,-1 2-8-15,-2 1-6 16,1 1-2-16,-2 3-3 16,-3 0-1-16,-1 0 1 0,-3 0 1 15,-1 3-1-15,-2 4-1 16,-2 3 2-16,-1 4 0 15,2 2 0-15,-3 1-1 16,1 3-1-16,3 2 0 0,-1 3 0 16,2 3-2-16,0 1-1 15,4 3-2-15,-2-1 2 16,3 2 3-16,3-1-2 16,3-3 2-16,1 1 0 15,6-1-1-15,2-1-1 16,1 2 0-16,10 0 0 0,4 2 1 15,1 2 0-15,5 0 1 16,2 1-1-16,-1 0 1 16,3 0 0-16,1-2 0 15,3 2 0-15,-2 0 0 16,3 2 0-16,5 0 0 16,-2-2 0-16,7-2-2 0,1-5-2 15,2-4 2-15,2-5-2 16,5-6 1-16,0-3-2 15,1-6 4-15,2-2 9 16,0-2 2-16,3 0-3 0,-3-5 1 16,5-5-8-16,2-2 2 15,0-3 1-15,-1-3-1 16,1-5-1-16,0 2-2 16,-4-5 0-16,1 0 3 15,-3-3 1-15,0-1 0 0,-2 1 1 16,-8-1 5-16,-1-4 0 15,-5 0-3-15,-6-3 1 16,-3-2-3-16,-3-4-1 16,-6 0 0-16,-6-1-1 15,-6-3 1-15,-3 1-1 16,-5-4-1-16,0-1 0 0,-6-2-1 16,-5 1 2-16,-5 2-1 15,-5 6 0-15,-2 4 0 16,-5 8 0-16,-7 5 1 15,-4 7 14-15,-10 4-18 16,-6 7 2-16,-6 5-2 0,-6 4 5 16,-6 0-9-16,-2 13-13 15,-6 3-9-15,0 1-41 16,-2-2-28-16</inkml:trace>
  <inkml:trace contextRef="#ctx0" brushRef="#br0" timeOffset="141459.71">10177 15311 33 0,'7'0'2'0,"1"-2"-4"0,-1-3 4 0,2 0-2 0,-4-1 1 16,3 0 4-16,1 0 7 15,1-2 1-15,2 1-4 0,-1 0-3 16,1 2-4-16,3-2 0 16,-1-1-1-16,3 2-1 15,1-1 1-15,3 0 0 16,1-1-1-16,2-1 1 15,1 2 0-15,2-2 3 16,0 1-3-16,-1-1 1 0,1-1 0 16,0 2 2-16,0-1 3 15,0 1 3-15,0 1-2 16,0 1 2-16,0 0-1 16,-1 1-4-16,-2 0-2 0,-1 4 0 15,-2-2-1-15,-2 3 0 16,-5 0-1-16,-1 0 1 15,-5 6-15-15,0-2-20 16,-8 1-11-16</inkml:trace>
  <inkml:trace contextRef="#ctx0" brushRef="#br0" timeOffset="142414.37">10184 15079 19 0,'0'0'12'0,"0"0"2"0,0 0-7 16,0 0-5-16,0 0-2 16,0 0 3-16,0 0-3 15,0 0 1-15,0 0-1 0,0 0-1 16,0 0 7-16,0 0 16 15,2-13-1-15,-2 13-10 16,0 0-5-16,0 0-5 16,0 0-1-16,1 0-1 15,2 0 1-15,-3 0 0 0,2 0 0 16,2 0 0-16,-3 0 0 16,1 0 0-16,2 0 0 15,1 0 0-15,-3 0 0 16,1 0-1-16,1 0 2 15,2 3-1-15,-3-1 0 0,3 1 0 16,-1-1 0-16,-2-1 0 16,3 1 1-16,-4-1-1 15,2 0-1-15,-4-1 1 16,1 0 1-16,0 0-1 0,-1 0 2 16,0 0 4-16,0 0-1 15,0 0 0-15,0 0 0 16,0 0-2-16,0 0 2 15,1 0 5-15,1-2-9 16,2-6 3-16,0-2-1 16,1-3 0-16,2-2 3 15,2-5-3-15,0-1-1 0,5-6 1 16,3-2-2-16,6-7 0 16,5-3 0-16,3-8-8 15,3-7-49-15</inkml:trace>
  <inkml:trace contextRef="#ctx0" brushRef="#br0" timeOffset="143329.79">13507 14645 67 0,'0'-1'7'0,"0"-2"9"0,2 3-7 0,-2 0-11 16,2 0 4-16,0 0-2 16,0 0 0-16,3 0 0 0,-3 0 0 15,0 0 0-15,1 0 1 16,-1 1-1-16,3 4 0 15,-1-2 0-15,0-1 1 16,1 0-1-16,1-1-1 16,-2-1 1-16,4 0 1 0,-3 0 10 15,1-5 6-15,1-5 2 16,6-3-2-16,-2-3-4 16,8-8-5-16,2-3-4 15,9-7-1-15,7-9 0 16,4-8 0-16,8-10-4 0,5-8-40 15,3-10-66-15</inkml:trace>
  <inkml:trace contextRef="#ctx0" brushRef="#br0" timeOffset="145815.01">19458 14318 6 0,'0'0'22'0,"0"0"2"0,-37 19-7 16,24-15-8-16,1 1-3 15,-2-1-3-15,1-1 0 16,0 0-2-16,1-1-1 16,1 0 0-16,3-1 0 15,1-1-1-15,4 0-1 0,-3 0-10 16,3 0-5-16,1-1-38 15</inkml:trace>
  <inkml:trace contextRef="#ctx0" brushRef="#br0" timeOffset="146898.46">19300 14442 76 0,'0'0'6'0,"0"0"18"0,0 0 0 0,0 0-3 16,0 0-1-16,0 0-5 16,0 0-5-16,0 0-1 15,0 0 0-15,0 0-4 16,0 0-5-16,0 0-1 0,0 0 0 16,-18-5 1-1,20 19 0-15,2 3 0 0,3 3 0 16,2 5-2-16,-1 1 1 15,2 1-1-15,0 4 1 16,0-1 0-16,-2 0 1 16,0-1 0-16,-2-4 1 0,-1-3-1 15,-1 0-3-15,-1-5-6 16,-2 0-6-16,-1-5-17 16,0-2-21-16</inkml:trace>
  <inkml:trace contextRef="#ctx0" brushRef="#br0" timeOffset="147715.76">19327 14461 51 0,'0'0'16'0,"0"0"-9"0,0 0 11 0,0 0-4 16,0 0-1-16,0 0-3 0,42-36-2 15,-36 36-6-15,4-1 0 16,-1 1-2-16,2 0 1 15,3 0-1-15,1 7 2 16,0 1-2-16,1 1 0 16,0 2 0-16,-1 2 0 0,0-1-2 15,0 1 1-15,-2 2 0 16,0-2 1-16,-4 1 0 16,-1 0 0-16,-2-1 1 15,-1 0-1-15,-2-1 0 16,-2-2 0-16,1 0-1 0,-2-1 1 15,0-2-2-15,0-2 3 16,0-1-3-16,-2-3 3 16,-2 0 10-16,-1-1-2 15,-1 0 4-15,0-1-1 16,1-6-5-16,2-3 1 0,1-2-8 16,1-2 5-16,1-3-3 15,0 3-2-15,0-5 0 16,0 1-1-16,0-1 1 15,3 0 0-15,5 0 0 16,0-2-1-16,1 5 1 16,3-1 0-16,2 3 0 0,-3 3-2 15,3 3 2-15,-1 1-2 16,-4 2 1-16,2 3-1 16,0-1 1-16,-4 3-2 15,5 0 2-15,-3 0-2 16,3 3 0-16,0 7 0 0,-3 2-2 15,2 1 4-15,2 3 3 16,-1 1 0-16,-2 2 0 16,0-1 2-16,-1-1 2 15,-1 2-3-15,-4-1 0 0,0 2-3 16,0-1 3-16,0 1-1 16,-2-2-1-16,-1-1 3 15,2-1-1-15,0-2-2 16,1-3 0-16,-1-4-1 15,2-1-12-15,1-2-19 16,-4-4-20-16,-1 0-18 0</inkml:trace>
  <inkml:trace contextRef="#ctx0" brushRef="#br0" timeOffset="148401.68">20084 14206 41 0,'0'0'26'0,"0"0"-9"0,0 0-4 0,0 0-9 0,0 0-3 16,0 0 1-16,0 0 7 15,0 0 1-15,0 0-4 0,0 0 1 16,0 0-4-16,0 0-2 15,-2 40 1-15,2-29-2 16,0 1 2-16,0 2-2 16,4 0 1-16,-2 2 1 15,3-2 2-15,-1 3 3 0,1 0-2 16,1-1-3-16,1 2-1 16,-2 2 0-16,2-1 0 15,-2-1 1-15,-1 3-1 16,2-4 1-16,-1 0-1 15,2-1 2-15,-4-2-2 0,3-3 7 16,2 2-4-16,1-4-1 16,-2 1 0-16,4-3-1 15,-4-1 0-15,2-1 1 16,2-2 2-16,-2-3 1 16,1 0 2-16,2 0-1 0,0 0-1 15,2-3-1 1,-1-2 2-16,3-2-4 0,-3 0-1 15,3-2 0-15,-1 3-1 16,1-1 0-16,1-2 0 16,-1 3 0-16,-3 0 0 15,2 1 1-15,-1 3-2 0,-1-1-7 16,-1 0-28-16,-6 0-33 16,1-1-16-16</inkml:trace>
  <inkml:trace contextRef="#ctx0" brushRef="#br0" timeOffset="149269.76">20859 14280 2 0,'0'0'22'0,"0"0"-2"0,0 0-6 0,0 0-6 0,0 0 0 15,0 0 3-15,0 0-1 16,0 0-2-16,0 0-1 16,0 0-2-16,0 0-3 15,0 0 1-15,0 0-2 0,25-10 0 16,-21 10 0-16,2-1 1 16,2-2 0-16,1 0-1 15,5-1 3-15,-1 0 0 16,2-1 2-16,4 0 4 15,3-2 3-15,1-2-1 0,4 1-3 16,5-4-4 0,1 4-1-16,4-4-1 0,-2 2 0 15,3-1 0-15,1-2-1 16,2-1 1-16,-2 1 0 16,3 0 3-16,2-1 0 0,0 0-1 15,2 0 1-15,-1 0-4 16,-1 2 0-16,-2 1-1 15,-3 1 0-15,-5 0 0 16,-3 2 0-16,-2 2 0 16,-2 0 0-16,-6 5-1 0,-2-2-2 15,-5 3-13-15,-4 0-22 16,-3-1-25-16,-4-1-42 16</inkml:trace>
  <inkml:trace contextRef="#ctx0" brushRef="#br0" timeOffset="149460.57">21834 13869 168 0,'0'0'-11'0,"0"0"19"0,0 0 9 0,38 6-14 0,-29 10-3 16,-5 7-2-16,1 4 6 15,-5 1-11-15,-5 1-27 16,-11-4-40-16</inkml:trace>
  <inkml:trace contextRef="#ctx0" brushRef="#br0" timeOffset="150294.93">20927 12465 61 0,'0'0'11'0,"0"0"19"0,0 0-3 0,0 0 2 0,0 0-4 16,0 0-8-16,0 0 0 15,-36-37-5-15,33 37-1 16,-1 0-4-16,2 0-9 15,-2 7 1-15,2 8-4 16,-1 7 7-16,1 6-4 0,2 1 1 16,0 4 2-16,0-3-2 15,0-1 0-15,0-2-2 16,0-3-9-16,0-2-14 16,0-1-21-16,-5-4 28 15,-3-5-17-15,-1-8 2 0</inkml:trace>
  <inkml:trace contextRef="#ctx0" brushRef="#br0" timeOffset="150778.66">20873 12398 85 0,'0'0'-11'0,"0"0"16"16,40-34 2-16,-26 24-3 16,0 2-2-16,2 1 1 15,-1 1-1-15,2 3 2 16,-3 2 1-16,4 1-1 16,-5 0-1-16,3 4-2 15,-3 6 0-15,-5 4-1 0,0 3 1 16,-7 3 0-16,-1 1-1 15,-1 1-1-15,-10-2 7 16,-3-2-7-16,-4-1 3 16,-1 0 7-16,-1-5-6 15,1-1-1-15,2-2-3 0,0 0 4 16,5-4-2-16,5-1 0 16,0-3 0-16,5-1 5 15,0 0 9-15,2 0 1 16,0 0-9-16,0 0-3 0,6 0-5 15,4 2 2-15,3 0 0 16,3 2 0-16,0 1-1 16,3-1 1-16,-1 2-1 15,4 0 0-15,-2-1 2 16,2 1-1-16,0-3-9 0,0-3-45 16,0 0-30-16</inkml:trace>
  <inkml:trace contextRef="#ctx0" brushRef="#br0" timeOffset="151175.84">21265 12506 79 0,'0'0'0'0,"0"0"-2"0,0 0 3 0,0 0 6 0,0 0-1 15,0 0 0-15,0 0-1 16,0 0 4-16,40-27-3 16,-32 17-3-16,-1-1-2 15,0-3 1-15,-5 5 0 16,-1-1 0-16,-1 0 1 0,0 3 8 16,0 0 9-16,-5 4-6 15,-4 3-7-15,2 0-2 16,-3 0-2-16,-1 6-2 15,1 7 3-15,1 3-3 16,-2 2-1-16,4 3-1 0,3-4-1 16,3 3-1-16,1-6 0 15,0-2-2-15,9-4-1 16,5-1 2-16,1-4 8 16,7-3-5-16,4 0-7 15,2-7-27-15,4-4-2 0,0-7-36 16</inkml:trace>
  <inkml:trace contextRef="#ctx0" brushRef="#br0" timeOffset="151631.39">21576 12364 49 0,'0'0'10'0,"0"0"21"15,6-46 1-15,-7 37-5 16,-7 3-13-16,-5 4-6 16,0 2-6-16,-2 0 1 15,0 5 6-15,1 8-11 16,1 1 5-16,1 3-2 0,2-1-1 15,5 0 0 1,3-2-3-16,2-2-2 0,0-3-2 16,3-4 0-16,7-2 0 15,-1-3-2-15,3 0 12 16,2-4 2-16,-1-7-2 16,2-2 2-16,1-1-2 0,-3 1 2 15,-2 0-2-15,-1 2 1 16,-4 2 2-16,0 5-1 15,0 1 0-15,-2 3-3 16,2 0-7-16,-3 3 3 16,2 7 7-16,1 2-3 0,1 5 0 15,0 1 0-15,-1 2-2 16,1 0 0-16,2-2 0 16,-2 1 1-16,-1-1-1 15,-2-3-1-15,-2-3-1 16,-2 2 3-16,0-4-1 0,0 2 5 15,-8-1-1-15,-1-2 5 16,-5-1-5-16,1-4-2 16,-1-1-1-16,1-2-3 15,2-1-13-15,-1-1-32 16,4-10-27-16</inkml:trace>
  <inkml:trace contextRef="#ctx0" brushRef="#br0" timeOffset="151988.66">21696 12288 97 0,'0'0'5'0,"0"0"2"0,35-22-1 0,-23 21 0 16,2 1-1-16,-1 0-1 15,1 0 2-15,0 7-3 16,0 3 0-16,-1 1 0 0,-3-1 0 15,-3 1-2-15,0-2 2 16,-5-3 0-16,0-2 2 16,-2-2 2-16,0-2 11 15,0 0 22-15,-2 0-17 16,-4-5-10-16,-1-2-3 0,1-4-1 16,0-3-7-16,2-2 0 15,1-1-1-15,3-2 5 16,0 1-5-16,0-1 0 15,2 4-2-15,5 3 1 16,1 3-8-16,1 3-15 0,1 5-24 16,-2 1-32-16,-3 0-3 15</inkml:trace>
  <inkml:trace contextRef="#ctx0" brushRef="#br0" timeOffset="152670.75">21942 12230 139 0,'0'0'5'0,"0"0"2"16,0 0-4-16,0 0 1 0,0 0 1 15,0 0-2-15,38-23-1 16,-32 14 1-16,-4 1-2 16,0-2 1-16,-1 1 2 15,-1-1 4-15,0 3 2 16,0 1-3-16,-4 2 2 15,-3 3-5-15,0 1-6 0,-6 0 2 16,2 10 3-16,0 2-2 16,3 5 0-16,0-1-2 15,4 1-1-15,4 0 0 16,0-3-3-16,2-1 1 16,8-4 3-16,4-2 3 0,1-3 1 15,4-1-2 1,2-3 0-16,-2 0-8 0,3-7-12 15,-2-3-4-15,0-4 8 16,-3-1 9-16,-1 0 6 16,-1-5 1-16,-2 1 1 15,-2-5-1-15,0 3 0 16,-4 0 0-16,-1 2 0 16,-4 4 2-16,-2 2 9 0,0 4 11 15,0 4-8-15,0 3-10 16,-7 2-3-16,1 0-5 15,-2 6 8-15,-2 3-5 0,2 3-5 16,0 0 10-16,3 0-5 16,1-2-1-16,4 3-3 15,0-4 0-15,3-1 1 16,6-1 3-16,6 0 2 16,1-1-1-16,0-2 0 15,4 1 0-15,0-1 0 0,-3 1 0 16,-1-2-1-16,-4 0 1 15,-2 0-1-15,-3 0 0 16,-4 1 2-16,-3-1-2 0,0 1 3 16,-2 0 1-16,-8 1 7 15,-2-1-11-15,-2 2 5 16,0-1-4-16,1-2-8 16,2 0-14-16,6-2-13 15,1-1-10-15,4-1-22 16</inkml:trace>
  <inkml:trace contextRef="#ctx0" brushRef="#br0" timeOffset="153261.22">22446 11975 103 0,'0'0'5'0,"0"0"4"0,25-43 0 0,-24 35 0 15,-1 1 7-15,0 5-4 16,-3 1-9-16,-6 1-2 15,0 0 3-15,-2 2-2 16,-3 6 1-16,2 3 0 16,-2-2-3-16,3 6 3 0,3-3-2 15,1 1 0-15,5-3-2 16,2 1 0-16,0 0-4 16,0-1 5-16,6 0 0 15,4-3 0-15,1-1 3 16,3 0 1-16,-3-1 1 0,3 1 2 15,-4 0-2-15,0 1-3 16,0 0 0-16,-3 1 1 16,-2 2-2-16,-3 0 0 15,-2-1 1-15,0 0-1 16,-5-1 1-16,-3-1 2 0,-3-1 2 16,0-2-4-16,2-1 3 15,-2-3-3-15,3 0 1 16,2 0-2-16,2 0 1 15,2-6-6-15,2-1 2 0,0-4 6 16,1-1-3-16,8-1-1 16,3 1-1-16,2-1 1 15,3 2 0-15,0 1-1 16,2 2 1-16,-3 2-1 16,-1 3 0-16,-1 3 0 0,-2 0-1 15,0 1 1-15,-4 9 1 16,-1 0-2-16,1 4 2 15,-3-1 2-15,0-2-2 16,0-1 0-16,0 1 0 16,1-3 0-16,0-1 1 15,-1-3-6-15,2-2-40 0,-2-2-20 16,-1 0-14-16</inkml:trace>
  <inkml:trace contextRef="#ctx0" brushRef="#br0" timeOffset="153410.71">22645 11932 109 0,'0'0'29'0,"0"0"16"0,0 0-23 16,0 0-18-16,-37-32-5 0,32 32-6 0,-1 1-20 16,2 8-18-16,1-3-17 15</inkml:trace>
  <inkml:trace contextRef="#ctx0" brushRef="#br0" timeOffset="154087.38">22776 11965 86 0,'0'0'3'16,"0"0"9"-16,0 0-3 0,0 0-11 15,0 0 3-15,0 0 0 16,-41 8 4-16,28 1 0 16,4 1 5-16,-3 2-2 15,2 1-5-15,5 2-2 0,-2-1-1 16,3-1-1-16,4-2 0 16,0-1 0-16,0-4-1 15,0-2 0-15,8-4 6 16,0 0-1-16,2 0 7 15,2 0 0-15,-3 0-5 16,2-3-1-16,-1-4-3 0,-3 0 1 16,0 0 0-16,-2-3 5 15,1 0 1-15,-2 0-1 16,1 2-2-16,0-4 1 16,-1 2-3-16,1 2-1 15,1 1 0-15,-1 1 1 0,1 0-1 16,1 2-1-16,2 2 0 15,1 1-2-15,-1 1 1 16,1 0 0-16,2 0 0 16,-4 4-1-16,2 5 1 15,-2-2-2-15,0 2 2 0,0 1 0 16,-2-2 0-16,-1 1 0 16,-1-4 0-16,1 0 0 15,-4-3 2-15,1-1-2 16,-1-1 1-16,2 0 0 15,-1-2 7-15,1-5 2 0,3-4-6 16,2 1 1-16,3-2-3 16,1 1-1-16,2 1-1 15,0 0 1-15,1 4-2 16,-4 1 1-16,0 2 0 16,2 1 0-16,-1 2-1 15,0 0 1-15,1 9-1 0,-3 2 1 16,2 4-7-16,-5 0-31 15,1 1-18-15,-4-2 9 16,1-3-11-16</inkml:trace>
  <inkml:trace contextRef="#ctx0" brushRef="#br0" timeOffset="154948.22">23280 11683 73 0,'0'0'-4'0,"-32"-47"13"0,10 28 16 0,-1 1-6 0,-6 2-6 0,-3 3-4 16,-4 3-6-16,-4 2-1 15,-1 0-2-15,-5 3 1 16,1 2-2-16,-4-1 0 15,0 4 3-15,-5-3-2 16,-4 3-3-16,-2 0 7 16,-5 0-3-16,-2 3 0 0,-6 4 0 15,-1 3 0-15,-5 5-1 16,1-3 0-16,-3 5 2 16,-5 2-5-16,3 1 9 15,-2 2-6-15,2 2-3 16,0 2 7-16,-2-1-2 15,2 3 0-15,-2 0-2 0,-2 2 1 16,-1 1-2-16,2 1 2 16,0 4-1-16,3 4 1 15,1 2 0-15,2 3-1 16,3 1 2-16,4 1-2 16,1 2-2-16,3 0 5 0,5 4-4 15,5 2 2-15,6-1-1 16,3 3-1-16,7 0 1 15,9-1 0-15,6 0 0 16,9-1 0-16,8-1 1 0,8 0 0 16,3-1 0-16,9-5 3 15,12 0-3-15,10-8 1 16,11 0 2-16,11-2 0 16,10-4-2-16,7-2-1 15,13-4 0-15,5-4 2 0,5-5-2 16,6-5 1-16,5-4-1 15,5-3 1-15,1-4-2 16,6-3 2-16,3-9 1 16,3-8-3-16,4-7 2 15,3-9-1-15,3-4-1 16,-2-4 1-16,0-3 1 0,-1 0 1 16,-3-5 5-16,-4-1 0 15,-6-1 0-15,-4-2-3 16,-9-1-1-16,-10 0-2 15,-11-2 0-15,-11-3-1 16,-12 0 0-16,-12-1 1 0,-15-3-1 16,-10 2 6-16,-10 0 3 15,-12 2 1-15,-6 0-2 16,-15 1-1-16,-12 3-4 16,-12 2-1-16,-7 5-2 15,-12 7-2-15,-8 8-7 0,-6 6-12 16,-10 7-20-16,-1 3-25 15,-5 3-34-15</inkml:trace>
  <inkml:trace contextRef="#ctx0" brushRef="#br0" timeOffset="155347.35">21453 11715 87 0,'0'0'8'0,"0"0"25"0,0 0 0 0,-1-54-2 16,12 27-13-16,2-3-2 15,5-5-2-15,5-2-4 16,0-1-5-16,3 1-2 15,-1-1 3-15,-1 3-6 0,-2 3-9 16,-4 0-37-16,-6 4-66 16</inkml:trace>
  <inkml:trace contextRef="#ctx0" brushRef="#br0" timeOffset="155923.32">21180 11793 120 0,'0'0'-18'0,"0"0"26"16,0 0-1-16,-2-38-3 0,2 31-3 16,0 3 3-16,0 2 11 15,0 2 2-15,0 0-14 16,0 0-7-16,0 5 2 15,3 5 1-15,2 2 2 16,-2 5 1-16,1 0-2 0,-1 3 1 16,3 0-2-16,-3 1 3 15,2-1-2-15,0 0-1 16,-2 1 2-16,0 1-1 16,0-2 0-16,-1 0-2 15,1-2 2-15,0-4 0 16,-1 2 0-16,1-7-2 0,0-2 0 15,-1-3 1-15,0-2 2 16,1-2 5-16,1 0 5 16,3 0 9-16,4-2-1 15,2-4-14-15,3-1-3 0,1 1-1 16,3-1 0-16,2 1-4 16,-1 2-27-16,0 1-11 15,-3-2-1-15,1-1-54 16</inkml:trace>
  <inkml:trace contextRef="#ctx0" brushRef="#br0" timeOffset="156415.28">21602 11823 160 0,'0'0'8'0,"0"0"38"0,0 0-22 15,0 0-9-15,0 0-20 16,0 0 0-16,0 0 4 16,0 0 8-16,0 44-4 0,0-27-3 15,0 0-1-15,0-1-7 16,0-1-4-16,0-3-15 16,-5-1-19-16,1-2-12 15</inkml:trace>
  <inkml:trace contextRef="#ctx0" brushRef="#br0" timeOffset="156549.75">21589 11766 130 0,'0'0'-8'0,"0"-38"25"16,0 25-4-16,0 3-12 15,0 2-14-15,0 2-68 16</inkml:trace>
  <inkml:trace contextRef="#ctx0" brushRef="#br0" timeOffset="156969.32">21805 11764 157 0,'0'0'-5'0,"0"0"13"15,0 0-2-15,0 0-5 16,0 0-2-16,0 0 0 16,0 0-3-16,0 0 8 15,25 18 2-15,-25-6 0 0,0 3-1 16,0-1-4-16,-1-1 2 16,-2-2-2-16,0-1 0 15,1-3-2-15,-4-5-4 16,3-2 13-16,1 0-5 15,0 0 2-15,1-5 7 16,1-3-7-16,0-3 3 0,0-3-5 16,2 0-1-16,8-1-1 15,-1-1 1-15,4 1-2 16,3 2 0-16,-1 2 0 16,3 2 0-16,-4 4-2 15,0 5 2-15,-1 0-2 0,1 5-1 16,-2 6 2-16,-3 4-1 15,1 0-20-15,-2 2-17 16,-5-4-9-16,0-3-22 16</inkml:trace>
  <inkml:trace contextRef="#ctx0" brushRef="#br0" timeOffset="157289.21">22042 11779 198 0,'0'0'-8'0,"0"0"21"0,0 0-7 16,0 0-6-16,0 0 0 16,0 0 1-16,0 0-1 15,30-37-2-15,-22 27 0 16,-3 2 2-16,1-2 0 16,-1 0 0-16,-2 0 0 0,-3 1 2 15,0 2-1-15,0 2-1 16,-2 3-3-16,-8 2-4 15,3 0-5-15,-4 4 15 16,0 7-4-16,0 3-3 16,6 1 9-16,0 0-6 15,4 1-1-15,1-1-1 0,4-4-5 16,9-1 2-16,4-4-17 16,2-4-5-16,4-2-4 15,3 0-48-15</inkml:trace>
  <inkml:trace contextRef="#ctx0" brushRef="#br0" timeOffset="157574.31">22363 11630 116 0,'0'0'4'0,"0"0"16"16,0 0-12-16,-39-10-10 15,20 10 0-15,2 9-1 16,-5-1 7-16,5 4-2 15,2 0-1-15,0 0 2 16,4-1 3-16,3-1-4 16,5 3-1-16,1-5-2 0,2-1-1 15,0 0 2-15,5-4 1 16,4 0 4-16,4-3-3 16,0 0 1-16,3 0 1 15,2-3-1-15,1-3-2 16,-1 1-3-16,1-4-21 0,0 2-8 15,-6-4-10-15</inkml:trace>
  <inkml:trace contextRef="#ctx0" brushRef="#br0" timeOffset="157883.81">22363 11630 84 0,'48'-28'10'0,"-45"28"-9"16,2 0 3-16,2 0-3 15,1 4 1-15,1 2-2 16,1 1 0-16,-2 0 0 0,2 1 0 16,-1 1 1-16,-1-1 0 15,0 1-1-15,-3-2 0 16,1-3 2-16,-4 0-1 16,-2-3-1-16,0-1 7 0,0 0 61 15,0 0-46-15,0-6-4 16,-6-4-2-16,2-3-3 15,1-1-3-15,1-3-3 16,2-2 2-16,0-2-4 16,0 0-4-16,13-2 0 15,5-2-3-15,6-4-57 16,3-2-104-16</inkml:trace>
  <inkml:trace contextRef="#ctx0" brushRef="#br0" timeOffset="159488.5">19465 15047 66 0,'0'0'3'0,"0"0"6"0,0 0 3 0,0 0-1 0,0 0-1 16,0 0 5-16,0 0 3 16,0 0 0-16,0 0-1 15,0 0-9-15,0 0-13 16,0 0 3-16,0 0 1 15,0 0 0-15,8-18-5 0,5 14 5 16,3-1-5-16,6 0 1 16,4-1 8-16,4-3-3 15,7 0 0-15,3-2 3 16,5-3 1-16,1 0-3 0,4-1 0 16,-1-1 0-16,-1-1 1 15,1 1 0-15,-3-1-2 16,0 4 0-16,-4-1 0 15,-3 1-1-15,-2 2 3 0,-5 2 0 16,-2 2-2-16,-7 0-14 16,-3 2-35-16,-5 0-46 15</inkml:trace>
  <inkml:trace contextRef="#ctx0" brushRef="#br0" timeOffset="159773.92">19786 15057 41 0,'0'0'5'0,"42"0"23"0,-13-1-14 0,6-7-8 0,1 0-4 16,7-1 1-16,3-3-2 15,2-1 0-15,2-1 0 16,4-2 0-16,0-4-1 16,2-2-41-16</inkml:trace>
  <inkml:trace contextRef="#ctx0" brushRef="#br0" timeOffset="161216.24">22663 13593 50 0,'0'0'2'0,"0"0"3"0,0 0 9 0,0 0 3 0,0 0 2 15,0 0 1-15,0 0 5 16,0 0 1-16,0 0-4 16,0 0-11-16,0 0-4 15,0 0-4-15,0 0-5 16,0 0-1-16,4-24 1 15,-4 24 2-15,0 0-1 0,0 0-1 16,0 3-3-16,-1 2 2 16,-1 2 4-16,0 0 0 15,-1 3-1-15,3-2 3 16,0 1-3-16,0-2 0 16,0 1-2-16,0-1-2 0,2-2 2 15,3 0 1-15,1-2 2 16,-1 1 0-16,1-4-1 15,0 0 1-15,-1 0-1 16,0 0 1-16,1 0-1 16,2 0 1-16,-1-4 1 0,1-1 2 15,1 0-1-15,1 0 0 16,0 1-3-16,1 0 1 16,-1 1-1-16,1 1 0 15,0 0 0-15,0 0 0 16,0 2 0-16,0 0 0 0,-2 0 0 15,0 0-1-15,-2 2 1 16,3 3-1-16,-4 1 1 16,0 1-1-16,-2 3 1 15,-2-3 0-15,-2 3-1 16,0-1-1-16,0-1 0 16,-6 2-1-16,-5-3 11 0,-2 3-3 15,-2-3-5-15,-1 2 4 16,-1-1-2-16,0 1 0 15,4-2-25-15,-1-2-6 16,3-1-6-16,2-4-28 0</inkml:trace>
  <inkml:trace contextRef="#ctx0" brushRef="#br0" timeOffset="161515.51">22701 13502 136 0,'0'0'29'0,"0"0"-6"0,0 0-22 0,0 0-3 15,0 0 6-15,0 0 1 0,56-17-1 16,-31 9-1-16,4 0 0 16,1 0 1-16,3-1-2 15,3-1 1-15,1 0-13 16,0 0-43-16,2-2-16 16</inkml:trace>
  <inkml:trace contextRef="#ctx0" brushRef="#br0" timeOffset="161885.73">23278 13275 89 0,'0'0'3'0,"0"0"13"16,0 0-5-16,0 0-4 16,0 0 3-16,0 0 0 15,0 0-8-15,0 0-3 16,0-3-1-16,0 14 1 0,-2 6 4 15,0 2-3-15,1 3 3 16,-1 7-1-16,2 4 0 16,-1 5 2-16,1 3-1 15,0 3 1-15,0 1-2 16,0 0-1-16,-2-3 3 0,0-2-2 16,1-3 1-16,-5-2-1 15,2-2 2-15,-2-3-1 16,0-2-2-16,-1-2 0 15,-4-2 2-15,1-3 2 16,0-5-2-16,0 1 0 0,-1-3-2 16,1-4-5-16,-4-1-17 15,1-4-2-15,-1-3-30 16,2-2 17-16</inkml:trace>
  <inkml:trace contextRef="#ctx0" brushRef="#br0" timeOffset="162110.45">23057 13750 63 0,'0'0'10'16,"0"0"16"-16,0 0-6 15,0 0-1-15,8-38-2 16,-3 33-7-16,-1 0-7 15,-1 3-1-15,6-1-1 16,-3 2-1-16,2-1 0 16,2-2-19-16,0-2-48 15</inkml:trace>
  <inkml:trace contextRef="#ctx0" brushRef="#br0" timeOffset="162263.89">23477 13574 113 0,'0'0'62'15,"0"0"-60"-15,0 0-3 0,0 0-13 16,0 0-69-16</inkml:trace>
  <inkml:trace contextRef="#ctx0" brushRef="#br0" timeOffset="163216.49">19729 15618 182 0,'0'0'-15'0,"0"0"35"0,0 0-8 0,0 0-15 16,0 0 2-16,0 0-1 16,-4 54 2-16,10-27 3 15,-1 0-1-15,4 6-1 16,2-3-1-16,-4 1 2 15,2-2-2-15,-3-3-6 16,1-4-39-16,-7-7-31 0</inkml:trace>
  <inkml:trace contextRef="#ctx0" brushRef="#br0" timeOffset="163587.19">19742 15622 88 0,'0'0'11'0,"18"-44"13"15,-6 27 1-15,2 0-6 16,0 4-6-16,2 2-6 16,0 3-2-16,1 3-1 15,-1 5-2-15,1 0-2 16,-2 3-3-16,2 10 0 15,-2 4 6-15,1 4-2 16,-2 2 2-16,-2 3 1 0,-1 1-3 16,-3 2 3-16,-3 0-2 15,-3-1-1-15,-2 1 1 16,0-1-1-16,-7-4-1 16,-6 0 3-16,-5-1-1 15,-1 0 1-15,-2-2-2 0,0 0 1 16,4-1-3-16,-2-5-12 15,5-4-25-15,4-6-12 16,3-5-33-16</inkml:trace>
  <inkml:trace contextRef="#ctx0" brushRef="#br0" timeOffset="163958.07">20167 15456 109 0,'0'0'-2'15,"0"0"21"-15,0 0-7 16,0 0-21-16,0 0 14 0,0 0 6 16,6 46-2-16,-3-22-1 15,-1 4-3-15,2-1-1 16,0 3-3-16,1-1 0 15,2-1 0-15,-3-3-1 16,3-2 0-16,1-5 0 16,1-2-1-16,1-6 0 0,4-4-1 15,-1 0 5-15,5-5 10 16,-2-1-6-16,4 0 1 16,3-3 0-16,3-5-3 15,3-2-3-15,4 0 1 16,3-3 0-16,2-1 1 0,2-2-6 15,-2-2-38-15,0-2-56 16</inkml:trace>
  <inkml:trace contextRef="#ctx0" brushRef="#br0" timeOffset="164205.94">20931 15470 107 0,'0'0'18'0,"0"0"5"0,0 0-16 15,0 0 9-15,41-24 1 16,-19 16-6-16,5-3-4 16,5-1 0-16,8-4-3 15,7 1-2-15,4-4 2 16,9-1-1-16,5 0-2 0,7-4-11 15,1 2-33-15,-1-5-24 16</inkml:trace>
  <inkml:trace contextRef="#ctx0" brushRef="#br0" timeOffset="165267.34">22762 14795 28 0,'0'0'5'0,"0"0"15"0,0 0 4 0,0 0 0 16,0 0 4-16,0 0 4 15,0 0 9-15,0 0-17 16,0 0-13-16,0 0-7 16,41-22 0-16,-33 13 0 15,-3-1 0-15,3-2 5 0,-4-1 1 16,2-1-1-16,0 0-5 15,-3 2-1-15,-1 0-2 16,1 3 0-16,0 2 0 16,-3 4 0-16,2 0-1 15,-2 3-2-15,0 0-9 16,0 3-2-16,0 7 2 0,1 4 5 16,-1 2 9-16,2 5-2 15,0 2 0-15,2-2-2 16,2 0 1-16,-1 2 0 15,3-4-1-15,0 1 1 0,2-2 0 16,-1-1 1-16,0 0-1 16,1-2-8-16,-1 0-20 15,-3 0-10-15,-1-3-16 16,-1-1 21-16,-3-1-9 16</inkml:trace>
  <inkml:trace contextRef="#ctx0" brushRef="#br0" timeOffset="165452.28">22904 14993 0 0,'0'0'99'0,"0"0"-59"16,0 0 11-16,0 0-22 15,0 0-3-15,0 0-9 0,0 0-15 16,0 0-7-16,0 0 4 16,-11-30 2-16,26 26 4 15,0 0-4-15,6-1-2 16,1 0-14-16,3-2-24 15,3-2-23-15,-4-2-11 0</inkml:trace>
  <inkml:trace contextRef="#ctx0" brushRef="#br0" timeOffset="165835.15">23405 14447 99 0,'0'0'5'0,"0"0"13"16,0 0-8-16,0 0-7 15,0 0-2-15,0 0-1 16,-36 43 5-16,31-15 5 0,-1 4-3 15,1 5-2-15,1 4-3 16,2 1 0-16,-4 1 2 16,2 3 0-16,1-1 0 15,-2 1 1-15,-1-1-2 16,3 3-2-16,-1-2 0 0,0 1 1 16,1-6-1-16,1-6-1 15,0-3 1-15,-2-6-2 16,2-5-1-16,0-6-11 15,-2-1-11-15,4-5-9 16,-2-6-3-16</inkml:trace>
  <inkml:trace contextRef="#ctx0" brushRef="#br0" timeOffset="166040.91">23206 14941 109 0,'0'0'4'0,"0"0"48"15,0 0-11-15,0 0-16 16,-3-41-20-16,9 36-5 0,3 1-1 16,3 0-13-16,4-1-35 15,3-3-27-15</inkml:trace>
  <inkml:trace contextRef="#ctx0" brushRef="#br0" timeOffset="166176.5">23490 14851 172 0,'0'0'7'16,"0"0"13"-16,0 0-2 16,0 0-13-16,0 0-3 15,0 0-1-15,0 0-21 0,36-17-63 16</inkml:trace>
  <inkml:trace contextRef="#ctx0" brushRef="#br0" timeOffset="167598.81">23766 13225 61 0,'0'0'2'0,"0"0"1"0,0 0-3 0,0 0 1 15,0 0-1-15,40-7 6 16,-34 4 6-16,3 0 2 0,0 3-1 16,-1-1 0-16,2 1-3 15,0 0-6-15,0 0-2 16,-1 0 1-16,2 1-2 15,-2 5-1-15,0 0 1 0,-1 2-1 16,-1-1 0-16,-1 2 0 16,-2 1-1-16,0 0 0 15,-2 1 4-15,0 0 4 16,-2 1 0-16,0 2-2 16,0 2 0-16,0 2-1 15,0 3 0-15,-5-1-1 16,-2 7 1-16,0 1 0 0,-2 5 1 15,0 0-2-15,1 5-2 16,1-2-1-16,4-1 2 16,-3 1-2-16,5-6 1 15,1-1-2-15,0-2 1 0,8-5-1 16,0-4 0-16,3 1 1 16,2-6 1-16,0-2-1 15,1-1 1-15,0-3 0 16,1-3 0-16,-1 0 2 15,-1-2 0-15,2 1-1 0,-3-1-1 16,-1 1 0-16,-3 0 0 16,-2 1 0-16,-3 1-1 15,-2 0-1-15,-1 5-1 16,0 0 1-16,-4 6 1 16,-5 2 0-16,2 2 0 0,-4 4 0 15,3 0 0-15,2 2 0 16,2 0-1-16,-1 2 0 15,5-1 1-15,0 3-1 16,0 1 2-16,0 2-1 0,0 2 0 16,5-1 0-16,-2-1 0 15,3 1 0-15,0-3 0 16,1-2 1-16,3-1 0 16,1 2 1-16,1-2 0 15,-1 3 0-15,1 1 0 16,1 2 2-16,-2 1-3 15,1 1 1-15,0 0 1 0,0 2-1 16,-3-3-2-16,2 2 1 16,-1-3-1-16,-3 0 2 15,1-1-2-15,-3 0 0 16,-1-3 1-16,-2-2 0 0,-2 2 0 16,0-2 2-16,0-4 0 15,-8 3 1-15,-2-1-2 16,-4-1 1-16,-4 2 0 15,-1 2-1-15,-8 2-2 16,-8 2-7-16,-5-1-32 0,-7 1-48 16</inkml:trace>
  <inkml:trace contextRef="#ctx0" brushRef="#br0" timeOffset="182421.14">20173 16518 72 0,'0'0'27'0,"0"0"-3"0,0 0-14 0,0 0-6 16,0 0-2-16,0 0 0 0,0 0 1 15,0 0-1-15,2-38 7 16,-2 35 15-16,0 1 2 15,0 0-4-15,0 2-14 16,0 0-6-16,0 0-2 16,0 0-3-16,0 0-5 0,-2 0 7 15,-2 4 2-15,-1 5 2 16,0 2-3-16,0 3-1 16,-3 4 4-16,2 3 1 15,0 1-2-15,2 4-1 16,1 0 1-16,3 2 0 0,0-4 0 15,0 2 1-15,2-1 0 16,5-3-1-16,1-1-2 16,4-3 0-16,-3-2 1 15,2-3-4-15,3-5 1 16,0-2-1-16,2-6 1 0,2 0-4 16,0-3-19-16,0-10-43 15,2-5-36-15</inkml:trace>
  <inkml:trace contextRef="#ctx0" brushRef="#br0" timeOffset="182761.94">20390 16622 146 0,'0'0'3'0,"0"0"46"16,0 0-28-16,0 0-12 16,0 0-5-16,0 0-2 15,0 0-1-15,-19 53-1 0,19-35-1 16,0-1-2-16,4-2 1 15,3 0-1-15,2-5-2 16,2-3 0-16,0-1-1 16,1-5 2-16,1-1 0 15,0 0 5-15,2-7-2 16,-2-6 3-16,-1-2 3 0,1-2 0 16,-3-4-2-16,-1 2 3 15,-3-4 2-15,-5 3-2 16,-1-1 1-16,0 1 1 15,-5 4-3-15,-7 1-1 16,0 2-1-16,-3 6-3 0,0 4 0 16,-1 3-2-16,-1 0-9 15,1 13-31-15,1 1-21 16,1 3-5-16</inkml:trace>
  <inkml:trace contextRef="#ctx0" brushRef="#br0" timeOffset="183222.34">20644 16447 166 0,'0'0'-11'0,"0"0"48"0,0 0-19 15,0 0-12-15,0 0-3 0,0 0-3 16,-37-7 0-16,31 14-1 16,2 4 1-16,1 0 0 15,0 0-1-15,2 2 2 16,1 0-2-16,0-2 0 16,0-3 0-16,0 1 0 0,6-2 1 15,0-1 0-15,2 1 3 16,3-2 3-16,-3-1-1 15,2 1 2-15,1 1-2 16,-2 1-2-16,-1 0-2 16,2 2 2-16,-4-1-2 0,1 2-1 15,-5-3 1-15,0 0 0 16,-2 2-1-16,0 1 3 16,-2-2 0-16,-6 1 3 15,-2 1-4-15,1 1-1 16,-3-2 0-16,0-2 0 15,3 3-2-15,3-6-11 0,3-3-29 16,1-1-32-16,2-5-38 16</inkml:trace>
  <inkml:trace contextRef="#ctx0" brushRef="#br0" timeOffset="183506.02">20737 16418 92 0,'0'0'29'0,"0"0"-1"0,0 0-14 0,0 0-19 16,0 0 20-16,0 0-1 15,16 41-5-15,-10-23 1 0,0 2 0 16,2 1 2-16,-1 1-5 15,1-1-4-15,-2-2-2 16,2-2 0-16,-5-1 0 16,0-2 0-16,0-1 1 15,-3-5-5-15,0-4-39 16,0-1-54-16</inkml:trace>
  <inkml:trace contextRef="#ctx0" brushRef="#br0" timeOffset="183658.71">20743 16581 210 0,'0'0'-9'16,"0"0"29"-16,0 0-13 15,0 0-6-15,23-38-1 16,-1 22 2-16,5-2-1 16,2-7 2-16,2-3-37 15</inkml:trace>
  <inkml:trace contextRef="#ctx0" brushRef="#br0" timeOffset="185875.99">19152 15989 13 0,'-2'0'11'0,"0"1"-10"0,1-1-20 0</inkml:trace>
  <inkml:trace contextRef="#ctx0" brushRef="#br0" timeOffset="186647.57">19152 15989 22 0,'0'0'32'0,"0"0"0"15,-6 1-9-15,6-1-8 16,0 0-6-16,0 0-6 16,0-1-2-16,0 0 0 15,0 0 0-15,0 0 1 0,0-2 4 16,0 3 4-16,0 0 4 16,0-2 1-16,0 1-5 15,0 1-7-15,0 0-4 16,0-1-1-16,0 1 1 15,0 0 1-15,0 0-2 16,0 0 2-16,0 0 2 0,0 0-1 16,0 0 1-16,0 0 0 15,0 0 0-15,0 0-1 16,0 0-1-16,0-2-4 16,0 2 1-16,0-1 3 15,0 1 0-15,0 0 0 0,0 0 2 16,0 0-2-16,0 0 2 15,0 0-1-15,0 0-1 16,0 0 0-16,0 0-1 16,0 0-1-16,0 0 2 15,2 0 0-15,0 0 0 0,-2 0 0 16,0 0 0-16,2 0 0 16,-2 0 0-16,0 0-2 15,1 0 2-15,1 0 2 16,0 0-2-16,0 0 0 15,2 0-2-15,2 0 2 0,-3 3 0 16,0-1 0-16,1 0 0 16,-1 2-3-16,-1-1 2 15,2 1 2-15,0-1-1 16,0 2 0-16,2-2 0 16,-2 1 0-16,1 0 0 0,1 0-1 15,-2-1-3-15,-1-1 0 16,0-1 2-16,0 0 0 15,0-1 1-15,-3 0-1 16,2 0 3-16,-1 0 4 16,0-2 0-16,1-3-4 15,1-2 0-15,1-1-2 0,-2-1 2 16,2-3-1-16,1-2-1 16,3-1 4-16,2-1 0 15,-1-5 2-15,3 0-1 16,1-4 1-16,3 0-3 15,1-3 0-15,0 1-1 0,-2 1-1 16,1 1 1-16,-4 3 0 16,-1 5-1-16,-1 2 0 15,-2 5 0-15,-1 2-3 16,-3 4-18-16,0 3-29 16,-4 1-11-16</inkml:trace>
  <inkml:trace contextRef="#ctx0" brushRef="#br0" timeOffset="187508.31">19123 15994 38 0,'-2'0'22'0,"-2"0"-8"0,4 0 7 15,-2 0-6-15,2 0-6 16,-1 0-5-16,0 0 0 0,1 0 3 16,-1 0-1-16,1-1 2 15,-2 1 3-15,2-1-3 16,0 1-3-16,0 0-4 15,0 0-1-15,0 0-1 16,0 0 1-16,0 0 0 0,0 3 1 16,0 2-1-16,3 2 0 15,1 0 1-15,0 2-1 16,0-1-1-16,0 0 1 16,0-3 0-16,2 1-1 15,-4-2 1-15,1-1-1 0,0 1 1 16,2-4-1-16,-4 0-2 15,3 0-4-15,-1 0 0 16,2 0 8-16,1-5-5 16,0-3-1-16,-1-3-1 0,3-3 4 15,-3-2 0-15,4-1 2 16,-1-1 1-16,2-3 0 16,1-3 1-16,2-1 6 15,0-3-1-15,5-2-6 16,1-1-2-16,0-2 2 15,1 3 2-15,1 2-2 0,-3 2 0 16,-1 5-1-16,-3 1 1 16,0 7-1-16,-4 3-2 15,-1 5-13-15,-4 1-17 16,-2 4-33-16</inkml:trace>
  <inkml:trace contextRef="#ctx0" brushRef="#br0" timeOffset="188555.61">19083 15949 1 0,'0'0'27'0,"0"0"-6"0,0 0-8 0,0 0-5 0,0 0-6 15,0 0 0-15,0 0-2 16,0 0 1-16,0 0 1 15,0 0 5-15,0 0 3 16,0 0-1-16,0 0 2 16,-2-16-2-16,2 15 0 0,0 0 1 15,0 1-3-15,0 0-3 16,0 0 0-16,0 0-2 16,0 0-2-16,0 0 2 15,0 0 0-15,0 0 1 0,0 0 1 16,0 0-3-16,0 0-2 15,0 0-2-15,0 0 3 16,3 0 0-16,1 3-1 16,2 1 1-16,-1 0 0 15,1 0-1-15,1 0 1 16,-4 1 0-16,3-1 0 0,-2 0 0 16,-1 1 0-16,1-1 0 15,3 3 0-15,-4-2 0 16,1 1 0-16,0 1 0 15,-1 0 0-15,0 0-2 16,0-1 2-16,1-3 0 0,-1 0-1 16,2-2-1-16,-1-1 1 15,0 0-1-15,-1 0-2 16,1 0 5-16,2-1-1 16,-4-5 3-16,4-2-2 15,-2-1 3-15,1-3 0 0,1-1 1 16,0-3-1-1,3 0 0-15,1-4-1 0,3-1 1 16,2-3-4-16,3-3-2 16,0-4 6-16,3-2-4 15,2 0 1-15,2-5-1 16,-2 4-1-16,0 1-8 16,-2 6-3-16,-2 3 2 0,-4 7-1 15,1 4-1-15,-6 4-7 16,0 4-9-16</inkml:trace>
  <inkml:trace contextRef="#ctx0" brushRef="#br0" timeOffset="189296.27">19116 15962 33 0,'0'0'3'0,"-1"0"12"0,1 0 5 15,0 0-14-15,0 0-7 16,0 1 2-16,0 1 0 0,0 0 0 16,0 1 1-16,6 2 0 15,-2 0-2-15,-1 1 1 16,2-3-1-16,2 2 0 15,-1-2 0-15,0-1-1 16,-1-2 5-16,3 0 6 16,1-2 3-16,1-8-2 0,1-2-5 15,2-4-3-15,1 0 1 16,2-5-3-16,1-2 0 16,4-4 0-16,-2 0-2 15,1-3-10-15,-2-2-28 16</inkml:trace>
  <inkml:trace contextRef="#ctx0" brushRef="#br0" timeOffset="190116.86">19119 15977 66 0,'0'0'8'0,"0"0"12"0,0 0-6 0,0 0-6 16,0 0-1-16,0 0-5 15,0 0-3-15,0 0 1 16,0 0 1-16,0 0-2 16,0 0 1-16,0 13 0 0,0-9 0 15,0-1 0-15,2 2 0 16,2 0-1-16,-2-1 1 16,2-1-1-16,1 2 0 15,-1-4 0-15,2-1 0 16,-2 0-1-16,1 0-1 0,1 0 1 15,-1 0 2-15,2-6 2 16,1-1 3-16,1-1-3 16,1-3 1-16,0-1-2 15,2-1 0-15,2-1-1 16,-1-2 0-16,1-1 1 16,-1 0 0-16,1-4 0 15,0 0 5-15,-1-2 0 0,2-2 1 16,0 0-3-16,1 0-1 15,-3 2-3-15,1 2 2 16,-4 2-2-16,-1 6-5 16,-3 4-12-16,-2 4-2 15,-4 5-13-15</inkml:trace>
  <inkml:trace contextRef="#ctx0" brushRef="#br0" timeOffset="190785.15">19133 15973 22 0,'0'0'22'0,"0"0"-12"0,0 0-11 0,0 0 1 16,0 0 0-16,0 0 1 16,0 0 1-16,0 0-1 0,0 0 2 15,0 0-1-15,0 0 0 16,0 0 0-16,9 32-2 16,-5-30 0-16,0 0 0 15,0-2 0-15,1 0 0 16,2 0 5-16,1-5 6 0,1-5 2 15,2-1 1-15,1-3-1 16,3-1 0-16,0-1-2 16,2-4-3-16,6 0-2 15,1-3-3-15,-1-2-1 16,2-2-2-16,0 1-3 16,-3-2-22-16,-2 2-12 0,-5 3-30 15</inkml:trace>
  <inkml:trace contextRef="#ctx0" brushRef="#br0" timeOffset="192173.23">19057 15946 15 0,'3'3'2'0,"-1"-2"0"0,3 1 4 0,-3 1 2 0,1-2-4 15,-1 2 0-15,5 0 0 16,-4 0-2-16,1-2-1 16,2 0 0-16,-3 0 0 15,1-1-1-15,3 0 3 0,-3 0 5 16,1-1 5-16,1-7-2 15,1 1-1-15,3-3 2 16,0-3 2-16,1 0-2 16,3-2 1-16,1-2 1 15,3-3-1-15,2-4 3 16,4-5 7-16,5-2-10 0,2-4-10 16,3-4-3-16,2 1-11 15,-1-1-27-15,0 0-22 16</inkml:trace>
  <inkml:trace contextRef="#ctx0" brushRef="#br0" timeOffset="197467.31">21312 15939 87 0,'-3'0'8'0,"-2"-1"6"0,2-1 4 16,0 0-1-16,1 1-7 16,-3-1 4-16,3 2 3 15,0-2-1-15,0 2-2 16,1 0-6-16,-1 0-7 0,-2 10-1 15,0 7-1-15,-1 10 1 16,-3 7 1-16,2 9 1 16,-3 10 1-16,1 9 2 15,-1 3-1-15,0 10 0 16,-1 1-1-16,-1 1 0 16,1-1-2-16,0-1 0 0,-1-3 0 15,4-3 0-15,-2-5-1 16,3-3 0-16,0-8 1 15,3-7-3-15,1-10-17 16,2-9-30-16,0-13-35 0</inkml:trace>
  <inkml:trace contextRef="#ctx0" brushRef="#br0" timeOffset="198670.94">20275 17068 92 0,'0'0'8'0,"0"0"24"0,-3 0 8 0,-1 0-6 15,3 0-9-15,-3 0-6 16,2 0-4-16,1 0-4 0,0 0-5 16,1 0-5-16,0 0-4 15,0 7 1-15,0 1-1 16,4 2 2-16,1 2-3 15,1 1 1-15,2 0 4 0,-2-2-2 16,2-4 1-16,-1 0-3 16,2-5-4-16,1-2 1 15,3-7-1-15,7-15 4 16,9-12 3-16,7-15 6 16,13-14-3-16,7-14-6 15,7-11-58-15,5-7-90 16</inkml:trace>
  <inkml:trace contextRef="#ctx0" brushRef="#br0" timeOffset="200115.46">21609 16286 47 0,'0'0'6'0,"0"0"10"0,0 0 5 0,0 0 1 16,0 0-4-16,0 0 3 16,0 0-5-16,0 0 5 15,0 0-7-15,0 0 1 16,0 0-4-16,0 0-8 0,0 0 1 16,-14-25-3-16,14 20 0 15,0 1-1-15,-2-3 1 16,1 2-1-16,-1-3 1 15,-1 2 0-15,-2 2 2 16,0 0-1-16,1 3 2 16,-5 1-1-16,2 0 1 0,-1 0 4 15,3 10-8-15,-4 3-3 16,2 8 6-16,0 2-3 16,1 2 0-16,1 0 0 15,1 3 0-15,4-6 0 16,0-1 0-16,0-3 0 0,5-3 0 15,3-4 0-15,0 0 0 16,2-2-5-16,4-5 4 16,-2 0 0-16,2-4 3 15,1 0-4-15,0 0 1 16,-1-2 2-16,2-6 1 0,-2-3-2 16,0 0 0-16,-3-1 2 15,0-2-1-15,1 0-1 16,-4 1 2-16,-1 0-4 15,-2-1 4-15,1 3-2 16,-3-2 1-16,-1 5-1 0,-2 0 1 16,1 1 1-16,-1 3 0 15,0 1 0-15,0-1 0 16,0 4-1-16,0-1 0 16,0 1-1-16,0 0-5 15,0 1-12-15,0 9 10 0,0 0 3 16,1 1 11-16,3 2-6 15,0 1-1-15,1-1-1 16,2-1 2-16,1-1-1 16,0-3-1-16,0 2-4 0,2-5 2 15,0-3 1-15,1 1 2 16,-3-3-1-16,3 0 1 16,-3-3 1-16,0-4-2 15,1-1 4-15,-3-4-2 16,0-1 1-16,-2-1 1 15,0-3-2-15,-1 0-1 0,-3 3 1 16,2-3 0-16,-2 7 0 16,0 0 1-16,0 3 6 15,0 2 2-15,0 3 2 16,0 2 1-16,0 0-6 16,0 0-9-16,0 2-3 0,0 6 3 15,6 3 8-15,2-1-5 16,-1 3-1-16,2-3 0 15,3-3-1-15,0 2-6 16,0-4-6-16,3-3-10 16,-1-2-20-16,1 0-28 0,-1-3-61 15</inkml:trace>
  <inkml:trace contextRef="#ctx0" brushRef="#br0" timeOffset="200484.81">22119 16243 160 0,'0'0'3'0,"0"0"30"0,0 0-15 0,-2-45-9 0,-3 37-4 16,0 0 4-16,-2 5-4 15,1 0 2-15,-3 3-6 16,4 0-2-16,-3 0 3 16,3 5 0-16,-2 4-1 0,4 3 2 15,-1 3-3-15,4-2 0 16,0 1-1-16,0-1-1 15,0 0 2-15,0-3-2 16,0 0 1-16,5-3-1 0,0-2 0 16,1 0-1-16,-1 2 2 15,1-3 2-15,-2 0 2 16,1 0-2-16,2 0 0 16,-5-1 1-16,1 1-1 15,-3-3 0-15,0 4 0 16,0 0-2-16,0-1 6 0,-7 4-4 15,-2-1-3-15,-2 0 1 16,0 0-13-16,-2 0-18 16,3-3-10-16,2-3-19 15</inkml:trace>
  <inkml:trace contextRef="#ctx0" brushRef="#br0" timeOffset="200777.08">22206 15989 107 0,'0'0'9'0,"0"0"24"0,0 0-20 0,0 0-7 0,0 0 4 0,5 41 5 16,-1-21 0-16,2 3-6 15,1 3 3-15,-1 0-6 16,-1 1-3-16,4 0-1 16,-6-1-1-16,1-2 0 15,0-3 0-15,-2-4-2 16,-2 0-5-16,0-1-19 0,0-5-26 16,-6-4-60-16</inkml:trace>
  <inkml:trace contextRef="#ctx0" brushRef="#br0" timeOffset="201202.89">22152 16206 87 0,'0'0'0'0,"0"0"1"0,53-28 2 16,-31 16 3-16,2 1-3 15,-1 1 4-15,-2 1 1 16,1 2 4-16,-6 2 0 16,0 1 7-16,-5 4-7 15,-3 0-7-15,-2 4 0 0,-4 8 2 16,-2 3 1-16,0 2 5 16,0-1-6-16,0 0 0 15,0-4-5-15,0-2 2 16,0-6-3-16,0-1 2 15,6-3-1-15,0 0 2 0,3 0 2 16,-1-9 7-16,0-2-5 16,-1-3-3-16,0-2-1 15,-3-1 1-15,0-1-1 16,-4-1 5-16,0 1 0 16,0 2-3-16,-6 3-2 0,-1 3 0 15,-1 5-3-15,-1 5-9 16,-1 0-16-16,0 5-19 15,2 3-23-15,2-3-38 16</inkml:trace>
  <inkml:trace contextRef="#ctx0" brushRef="#br0" timeOffset="201887.32">22503 16034 206 0,'0'0'13'0,"0"0"-3"0,0 0-10 0,0 0 0 16,0 0-1-16,0 0-2 15,0 0 3-15,20 46 4 0,-12-28-2 16,1-1-1-16,0 0 1 16,1-4-4-16,-2 1 4 15,-1-4-2-15,-1-3-2 16,-3 0-7-16,-1-4-5 15,-2-1 3-15,0-2 2 16,0 0 11-16,0 0 3 0,0-7 0 16,-3-2 10-16,2-5-14 15,-1 0-2-15,2-3 2 16,0 0-3-16,0 1 1 16,2 0-1-16,7 2 2 15,-2 1-4-15,4 5 1 0,3-2 0 16,0 3 5-16,3 0-2 15,-2 4 1-15,3 1-1 16,-3 2 0-16,-1 0 1 16,-1 6 1-16,1 5-1 15,-5 2 1-15,1 2-1 16,-3 1 1-16,0 0-4 0,-4-2 5 16,1-1-3-16,-4-2-3 15,0-4 4-15,0-1-3 16,-3 0 4-16,-2-5 7 15,-3 1-5-15,2-2-2 16,1 0 1-16,-1-2-2 0,2-6-2 16,3-4 5-16,1-2-1 15,0-2-2-15,1-2-1 16,7 2 2-16,1 2-2 16,3 0-1-16,0 6 2 15,1 2 0-15,2 3-1 0,-2 3 1 16,1 0 0-16,-2 7-1 15,0 5 1-15,-5 0-1 16,2 2 2-16,-2 1-5 16,0-2 3-16,-1-1-13 0,2-2-10 15,-3-1-17-15,1-4-7 16,-2-2 3-16</inkml:trace>
  <inkml:trace contextRef="#ctx0" brushRef="#br0" timeOffset="202349.39">22934 16107 104 0,'0'0'16'0,"0"0"-4"0,0 0-9 0,0 0 0 15,20-44-1-15,-13 32 3 16,-3 4 2-16,0-4 1 16,-1 3 3-16,-1 0-4 0,-2 2-2 15,0 1-2-15,0 2 1 16,0 1-1-16,-2 3-1 15,-3 0-4-15,-1 0 1 16,-1 2 2-16,2 7 9 16,-3 4-11-16,4 1 0 0,3 2 2 15,-1 1-2-15,2-1 0 16,0-1-1-16,0-5-4 16,6 0 1-16,3-3 2 15,1-4-3-15,-1-3 7 16,2 0-5-16,3 0 5 0,-1-3 1 15,0-7-2-15,0 0 0 16,0-3 0-16,-1 0 0 16,-3-2 6-16,1-2 3 15,-2 4 3-15,-3-1 0 16,-3 4 0-16,-1 2 1 0,0 2 2 16,-1 3-2-1,0 2-5-15,0 1-7 0,0 0-4 16,0 5-12-16,0 5 16 15,0-1-5-15,2 2-6 16,3 1-27-16,0-5-20 16,3-3-7-16</inkml:trace>
  <inkml:trace contextRef="#ctx0" brushRef="#br0" timeOffset="202812.12">23142 15977 85 0,'0'0'23'0,"0"0"6"0,0 0-5 0,0 0-17 0,0 0-3 15,0 0 3-15,0 0 3 16,0 0 2-16,0 0-5 0,0 0-3 16,35-21-1-16,-27 21-1 15,4 0 0-15,0 7 2 16,1 3-1-16,-1 5-1 16,1 1-2-16,-2-1 3 0,0 2-3 15,-2-2-5-15,-5 1 2 16,-3-3-32-16,-1-3 34 15,0-3 5-15,-2-3 3 16,-6-4 9-16,0 0 6 16,-3 0-3-16,1-6 2 15,2-5-2-15,-1-1-8 16,4-4-4-16,1-3-4 0,4 1-4 16,0-2 1-16,2 0 1 15,8 0-11-15,5 4-13 16,1-1-28-16,1 0-49 15</inkml:trace>
  <inkml:trace contextRef="#ctx0" brushRef="#br0" timeOffset="203732.44">23543 15870 145 0,'0'0'1'0,"0"0"33"0,0 0-4 0,0 0-15 15,0 0 1-15,0 0-9 0,0 0-5 16,0 0-3-16,0 0 1 16,27 0 0-16,-14 2 0 15,0 6 0-15,3 3 1 16,-3-1-1-16,0 1-3 15,-2 2-5-15,-5-2-3 0,1-3-1 16,-7-2 4-16,0-1 1 16,0-1 9-16,-6-4 14 15,-4 0-4-15,0 0-1 16,-3 0 0-16,4-7 4 16,2-2-3-16,1-3-8 0,5-3-3 15,1-2-1-15,3 0-5 16,7 0-18-16,2 3-9 15,2 2-1-15,1 4-8 16,1 3 17-16,-1 4 12 16,-1 1 10-16,0 0 2 15,1 0 0-15,2 3 0 0,-1 0 1 16,-2 0 0-16,3-1 4 16,-1-2 2-16,0 0 5 15,-3-2 3-15,1-5 6 16,-1-1 3-16,-3-4-2 15,1 2-6-15,-3-4-3 0,-3 0-1 16,0 1-3-16,-3 0-1 16,-1 2-3-16,-1 2 0 15,0 2 1-15,-2 6-3 16,-5-1-4-16,-1 2-4 16,-3 2 7-16,0 9-3 0,1 5 1 15,-4 3 4-15,1 3-4 16,3 2-2-16,1 5 1 15,3-3-7-15,4 0 10 16,1 0-4-16,1-2 2 16,0-2-2-16,7 1 2 0,4-2-3 15,0-5 3-15,2 1-1 16,0-3-9-16,0-2 11 16,-1-3 2-16,-1-1-3 15,0-4 1-15,1 0-6 16,2-4 1-16,-1 0-3 0,0 0 10 15,0-8-6-15,-1-4 3 16,-2 0 2-16,-2-3 1 16,2-3-3-16,-6-1 4 15,3-4-1-15,-4-2 0 16,1-2 1-16,-2-1-3 0,3 0 1 16,-3 2-1-16,-1 1-1 15,-1 4 1-15,2 6 0 16,-2 5-1-16,0 4 0 15,0 6 0-15,0 0-5 16,0 10-17-16,0 7 4 16,0-1-6-16,-2-1-41 0</inkml:trace>
  <inkml:trace contextRef="#ctx0" brushRef="#br0" timeOffset="205261.79">23243 13251 40 0,'-5'-3'39'0,"-2"-3"-21"0,1-1 2 16,-1 1-1-16,0-1-10 0,-1 3-3 16,0-2 1-16,-2 2-4 15,3 0-1-15,-2 1 0 16,2 0-2-16,-2 0 0 15,-1 0 0-15,-3 0 1 16,-1 1-1-16,-5-1 0 0,-2 2 1 16,-2 0 0-16,0-1 6 15,-4 2-2-15,-2 0 0 16,-2 0-3-16,-2 2-1 16,-4 6 0-16,-3 3-1 15,-6 3 2-15,1 3-1 0,-4 1 3 16,1 4-2-16,1 1-2 15,1 3 0-15,4 3 0 16,4 5 0-16,6 4 0 16,3 5 0-16,2 1 0 0,6 2 0 15,5 2-2-15,2 0 2 16,5 2-1-16,4-1-1 16,4 3 2-16,1 2-1 15,4-2 1-15,9-2-1 16,7-5-1-16,4-5-1 15,8-9-1-15,6-5-3 16,9-8 2-16,3-3 0 0,9-5 7 16,2-5-2-16,3-5-1 15,4 0 8-15,5-3-2 16,0-10 3-16,2-4 4 16,0-2-6-16,3-5-1 0,-3-4 4 15,-1-7-4-15,-2-5 0 16,-1-6 1-16,-2-7-3 15,-4-7 0-15,-7-2 1 16,-7-4 1-16,-11 2-2 16,-16 2-5-16,-18 4-1 0,-9 8-15 15,-34 10-13-15,-19 9-32 16,-22 10-36-16</inkml:trace>
  <inkml:trace contextRef="#ctx0" brushRef="#br0" timeOffset="205944.93">19257 15044 79 0,'0'0'4'0,"0"0"-2"0,0 0-2 15,-35 43 1-15,24-37 2 16,0-2 8-16,-2-3 13 0,-1-1 3 15,-1 0-3-15,-1 0-3 16,-1 0-9-16,0-4-7 16,-5-2-3-16,0 1-2 15,0-4 0-15,-1-1-1 0,-1 0 1 16,2-5-2-16,0-4 1 16,5 1 0-1,2-8-3-15,5 0-2 0,5-5-10 16,3-1-13-16,2-4-7 15,0-2-11-15</inkml:trace>
  <inkml:trace contextRef="#ctx0" brushRef="#br0" timeOffset="206407.61">19454 14046 49 0,'63'-37'7'16,"1"0"4"-16,3 2 0 0,0-1 5 15,-3 3-14-15,-1 5-1 16,-2 2-1-16,-1 5 2 16,-6 4-2-16,-2 4 0 15,-4 3 1-15,-4 7 0 16,-5 3 1-16,-3 0 2 15,-5 5-2-15,-1 9 0 0,-3 7 1 16,-1 4-3-16,-1 6 0 16,-6 3 6-16,2 4-4 15,-2 2 0-15,-2 0 0 16,-1-2 0-16,-3 2-2 16,-4-3-1-16,-4 2 0 0,-5 4-2 15,0 1 4-15,-15 3 3 16,-7-2-2-16,-7 4 1 15,-8 0-2-15,-6 1 1 16,-5 2-2-16,-5 0 0 16,-8-1 2-16,-6-3-1 0,-6-4-1 15,-9-4 0-15,-5 1 5 16,-5-4 2-16,-5 3 1 16,1-3-9-16,-6 0-19 15</inkml:trace>
  <inkml:trace contextRef="#ctx0" brushRef="#br0" timeOffset="207780.86">19006 15144 142 0,'0'0'-27'0,"0"0"41"0,0 0-5 0,0 0-6 16,0 0-2-16,-45-23 1 15,30 16-1-15,0-2 1 0,-4-2 8 16,3-2-1 0,-2-4 9-16,2 0-6 0,2-1-7 15,1-4-2-15,-1 1-2 16,2-2-1-16,0-1 0 16,3 0 1-16,0-3-1 15,1 0-1-15,2-3 0 0,1 0 2 16,4-2 0-16,1-3-2 15,0-1 5-15,10-1-7 16,3-3 5-16,6 0-4 16,3-1 2-16,6-1-1 15,2 2 0-15,4-4 2 0,1-2-8 16,3 1 12-16,1-1-7 16,1-1 3-16,3 3 0 15,0-1 0-15,4 5 0 16,1-1 0-16,1 1-1 0,-1 2 0 15,-1 1 2-15,1 0-1 16,-4 3-1-16,2 5 1 16,1 2 0-16,0 5-1 15,4-1 1-15,-2 6-1 16,2 1 0-16,2 2 0 16,1 2 0-16,0 0-8 0,3 1-5 15,0 0 0-15,-2 2 5 16,-1 0 4-16,-4 4 3 15,-3 1 1-15,-3 2 0 16,0 2 0-16,-3 0 0 16,-2 2 0-16,1 6 0 15,-4 2 0-15,-1 1 1 0,-3 5 0 16,-2 1 0-16,-2 3 1 16,-5 2-1-16,-2 3 0 15,0 0 0-15,-6 4 0 16,-1-1 0-16,-1 3 0 0,-5-1 0 15,-2 0-1-15,-4 1 1 16,-2-1 0-16,0 1 0 16,0-1-1-16,-6 2 0 15,-4 2 2-15,0 1-4 16,-1 2 4-16,-2 3-2 0,1 1 1 16,-1 3-1-16,0-1 1 15,-2 1-1-15,-2 0 0 16,-2 1 0-16,-3 0 1 15,-3-2-1-15,-2 0 0 16,-3-4 1-16,-1-2-1 16,-1-2 1-16,-2-1-1 0,-2-3 0 15,-2 3 0-15,-4 1 0 16,-4 5-1-16,-10 1 1 16,-5-1-14-16,-11 1-44 15</inkml:trace>
  <inkml:trace contextRef="#ctx0" brushRef="#br0" timeOffset="211268.33">20486 15296 90 0,'-5'-5'6'0,"0"0"12"0,0-1 2 0,-1-1-2 15,0 3 4-15,-2-3-4 16,1 2-2-16,-2-2-5 0,0 2 1 16,1-1-3-16,-1 3-5 15,2-1-1-15,-4-2-1 16,2 3-2-16,-1-1 0 16,-1 0 0-16,-2 1 1 15,-1-1-1-15,-1-2 1 16,-2 3 0-16,0-1 2 0,-1 0 0 15,-2 1 3-15,-1 1-6 16,-2-1 0-16,-2 2-2 16,-3 1 7-16,-2 0-5 15,-2 0 0-15,-1 0 0 16,-2 0 1-16,3 4 0 0,-1-2 0 16,1 1 0-16,3 2 0 15,0 1-2-15,2 4 1 16,0 1 1-16,-2 5-2 15,-1 3 1-15,2 4-2 16,-2 4-1-16,-2 4 2 0,3 5-2 16,0 4 2-16,2 0-2 15,0 2 1-15,5 4 1 16,2-1 0-16,3 1 1 16,5 3-1-16,2 1-1 15,6 0-5-15,1-2-3 0,3 0-2 16,0-1-2-1,8-3-4-15,5-3 4 0,3-1 1 16,6-2 5-16,1-3-1 16,5-4 2-16,6-2 3 15,0-4 3-15,4-4-3 0,4-2 3 16,3-5 0-16,1-3 2 16,2-5-2-16,1-2 1 15,2-4 2-15,1 0 4 16,1 0 7-16,0-9 0 15,2-5-1-15,1-2 0 16,2-4-2-16,0-3-3 0,2-3-4 16,-4-3-1-16,0 0 0 15,-3-2 0-15,-4-2-1 16,-4-4 2-16,-3 0-2 16,-3-5 1-16,-4-4 1 15,-3-5-1-15,-6-3 1 0,-5-1-1 16,-5-1 0-16,-6 2-1 15,-8-2 2-15,-2 5-2 16,-10 2 1-16,-11 5-1 16,-8 3 1-16,-6 4 1 15,-5 6-6-15,-3 8-9 0,-5 6-12 16,-1 6-14-16,-1 6-21 16</inkml:trace>
  <inkml:trace contextRef="#ctx0" brushRef="#br0" timeOffset="212215.46">23179 14418 69 0,'0'-7'0'0,"0"-3"21"0,0 0 1 0,-1 1 5 0,-4-2 0 16,-4-1-4-16,0 0-7 15,-3-1-6-15,-3 2-4 16,-2 2-3-16,-4-2-2 16,-3 8-2-16,-4 0 5 0,-3 3-5 15,-2 0-5-15,-4 10 0 16,-2 5-3-16,-1 3 7 16,0 3-4-16,-2 4-3 15,-3 4 6-15,0 4 0 16,-2 9 3-16,2 5-9 0,1 3 18 15,6 2-8-15,6 2-2 16,3-4 3-16,7 1-3 16,7-4 2-16,4-1-2 15,5-1 0-15,6-1 1 16,0 0-1-16,2-2-3 0,10-3 5 16,3-3-5-16,4-3 5 15,4-3 5-15,5-1-1 16,-1-2-1-16,6 0 3 15,3-3-4-15,2-4-2 16,4 0 0-16,1-6-4 0,2-3 6 16,4-6 0-16,2-4 1 15,6-1-2-15,4-5 2 16,4-8-2-16,2-6 2 16,1-1-3-16,1-1-5 15,0-3-3-15,-2-2 1 0,-1-1 4 16,-1-1 2-16,-6-2-1 15,-5 1 2-15,-2-7 1 16,-7-2 6-16,-4-4 2 16,-5-3 4-16,-7-4 1 15,-8 0-6-15,-5-2-4 0,-7-4 0 16,-5 2-1-16,-4-1 0 16,-10-1 0-16,-13 3-2 15,-10 4 1-15,-10 5-3 16,-10 6 0-16,-13 6-6 15,-11 9-13-15,-11 4-22 0,-8 6-17 16,-15 3-49-16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08:14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4873 3013 69 0,'0'0'13'0,"0"0"-5"0,0 0 3 0,0 0 0 0,0 0 1 15,0 0-6-15,0 0-2 16,0 0-6-16,0 0-5 16,0 0 5-16,0 0-2 15,0 0 0-15,0 0 1 0,0 0 0 16,26 40 2-16,-22-24 0 15,4-2 3-15,-1-1-1 16,3-2 0-16,2-5 1 16,1-6 2-16,8-4 13 15,8-18 21-15,13-14-10 0,14-14-10 16,17-16-4-16,23-13-6 16,21-13-6-16,24-8-2 15,13-11 3-15,15-11-6 16,9-16-136-16</inkml:trace>
  <inkml:trace contextRef="#ctx0" brushRef="#br0" timeOffset="2209.42">10805 2905 58 0,'-2'0'4'0,"2"0"5"0,-1 0-1 0,-1 0 0 0,0-4 1 15,2 4-4-15,-2-3 1 16,-2 3 0-16,2-2 1 15,1 0-3-15,0 2 0 16,1 0-2-16,0 0-2 16,-2 0-1-16,2 0 0 0,0 0 1 15,0 0-2-15,0 0 0 16,0 0 0-16,0 0 0 16,0 0 1-16,0 1-1 15,3 4 0-15,4 0 2 16,-3 0-1-16,1 1 0 15,3-1 1-15,-3 2 0 0,2 0 1 16,-2-1-2-16,3 1 2 16,-4-4-2-16,1 3 0 15,2-2-1-15,-3 1 0 16,1-2 1-16,-1 2 1 16,1-1 0-16,1 3 0 0,1-3 0 15,-4 3-1-15,3-2 2 16,-2 0-1-16,0 2 0 15,1-1 0-15,-1-2 0 16,0 1 0-16,2-1 1 0,-4-1-1 16,2-1 0-16,1-1 0 15,1-1-5-15,-1 0 4 16,6-2 12-16,3-9 9 16,6-8-3-16,3-6-2 15,8-8-4-15,5-7-3 0,3-8-1 16,3-2 0-16,3-5-2 15,2-5 0-15,0-1-2 16,3 3 0-16,3-2-2 16,-1 2 1-16,4 3-1 15,-1 3-2-15,-3 4-24 16,-5 5-39-16,-11 8-64 0</inkml:trace>
  <inkml:trace contextRef="#ctx0" brushRef="#br0" timeOffset="10047.1">18344 3574 66 0,'3'-5'7'0,"0"-1"4"0,-1 2 1 16,0-1 0-16,-1 1 1 0,-1 0 3 16,0 1 5-16,0 0-7 15,1 2 1-15,-1-1-7 16,0 1-5-16,0 1-3 15,0 0 0-15,0 0-2 16,0 0-8-16,0 1-10 16,0 8 14-16,0 4-2 0,0-1 11 15,1 4-5-15,0 1 4 16,1-2-2-16,0 0 2 16,4 1-2-16,-3-4 2 15,1 0 0-15,2-2 0 0,-1-2 0 16,3-1 0-16,0 1 3 15,2-3 0-15,2-1 3 16,1 1-3-16,0-4 1 16,1-1-1-16,-1 0-1 15,3 0 3-15,-2-4-2 16,2-3 0-16,-2-2-1 0,1-1-3 16,-3 2 1-16,-1-2 0 15,1 0-1-15,-6 0 1 16,1-3-1-16,-4 3 0 15,1 0-1-15,-3-1 1 16,0 0-2-16,-1-1 1 0,0 2 1 16,0 2-1-16,0 1-1 15,0 1 2-15,0 0-1 16,0 2-1-16,0 1 2 16,0 3-1-16,0 0-2 15,0 0-1-15,0 0-3 16,0 0-2-16,0 9 5 0,2 0-1 15,3 4 2-15,-4 0-1 16,1 4 0-16,1 0 3 16,-1 0 1-16,3 3 0 15,-2-1-1-15,0-1 0 0,2 1 0 16,-2-2 0-16,2 1 0 16,-1-1 0-1,-2-3 0-15,2 1 0 0,-4-3-1 16,2 1-1-16,-1-1 2 15,-1-3 2-15,0 0-3 16,0-2 4-16,0 0 5 0,-5-1 0 16,-5-2 1-16,-2 1 0 15,-2 0-1-15,-3-1-2 16,1-1-1-16,-4-1 0 16,0-1-3-16,2 0 0 15,0-1-1-15,2 0 2 0,2 0 0 16,4-4 1-16,3-2 1 15,0-2 0-15,6 1-6 16,1-2-21-16,1-2-28 16,9-2-54-16</inkml:trace>
  <inkml:trace contextRef="#ctx0" brushRef="#br0" timeOffset="10788.92">18904 3634 73 0,'0'0'13'0,"0"0"-7"16,0 0 4-16,0 0-1 0,0 0-9 15,0 0-1-15,0 0 0 16,0 0 2-16,0 0 0 16,0 0 13-16,1 1 0 15,4-1-1-15,3 0 3 16,3 0-4-16,-2 0 0 0,4 0 1 15,3 0-2-15,2-1-2 16,-2-2 0-16,4-1-1 16,1-2 0-16,-2 2-3 15,3 0 2-15,-1-2-1 16,0 2 0-16,-3-1-3 16,-2 1-2-16,-1 1 1 0,-3 3-1 15,-3-2 0-15,2 2-1 16,-3 0 1-16,0 0-1 15,0 0-1-15,-1 0-16 16,2 2-26-16,-3-2-40 16</inkml:trace>
  <inkml:trace contextRef="#ctx0" brushRef="#br0" timeOffset="11719.28">19452 3466 45 0,'0'0'18'0,"0"0"1"0,0 0-4 0,0 0 2 0,0 0 5 16,0 0 1-16,0 0-2 15,0 0 2-15,0 0-16 16,0 0-11-16,0-15-6 16,-2 19 4-16,0 3 5 0,2 2 3 15,-2 1-2-15,2 2 1 16,0-2 0-16,0 0-1 15,0-1 3-15,0-1 0 16,0-3 0-16,3 0 1 16,2-2 3-16,-2 3-3 15,3-5 2-15,0-1 3 16,4 2 0-16,-2-2-3 16,1 0-1-16,3 0-2 0,-1 0-1 15,0 0 0-15,0-3 3 16,0-3-4-16,0 2 2 15,1-3-2-15,-1 0 2 16,-1-2-1-16,1 2-1 0,-4-1 0 16,-1 0 1-16,-1 3-2 15,-2-1 1-15,0 2-1 16,-3 0 0-16,0 1 0 16,0 1 0-16,0 1-1 0,0 0 1 15,0 1-2-15,0 0 0 16,0 0 0-16,0 0 1 15,0 0-1-15,0 0-1 16,0 1 2-16,0 4 0 16,0 0-1-16,0 5 2 15,0-2-1-15,2 2-1 0,1 0 1 16,1 1 1-16,0 1-1 16,0-1 1-16,-1 2 0 15,1-1-1-15,0 0 1 16,0 2 0-16,-2 2 0 15,0-2-1-15,0 3 1 0,-2-1-1 16,0 1 0-16,0 0 0 16,0-3 0-16,0-1 0 15,0 1 0-15,0-3-1 16,0-2-1-16,-4 1 1 16,1-2 0-16,-6-1 1 15,2-2 0-15,-3-1 4 0,0-1 5 16,-1 1-1-16,-2-4 1 15,-3 0-5-15,2 0 1 16,-3 0 1-16,2 0-2 16,-1-7 1-16,3-2 1 0,0-2-1 15,5 1 1-15,2-3 1 16,3 2-16-16,3-5-31 16,0 1-75-16</inkml:trace>
  <inkml:trace contextRef="#ctx0" brushRef="#br0" timeOffset="12682.64">19469 3280 74 0,'0'0'15'0,"0"0"7"0,-2-2-3 15,2 0 1-15,-2 1 4 16,2-1-7-16,0 2-2 16,-2-2 2-16,2 1-6 15,0 1-2-15,0 0-1 0,0-1-3 16,0 1-2-16,0-3 2 15,0 3-5-15,0-3 0 16,0 2 1-16,4-2-1 16,-2 0 4-16,-1-1 1 15,1 0-1-15,0-1-1 0,3 1-1 16,-3 0-1-16,0-3 0 16,-1 2 2-16,1 0-2 15,0-4-1-15,0 4 1 16,0-1 0-16,0-1 1 15,-2 0 0-15,0 1 0 0,0-1-1 16,0 2 0-16,0 0 1 16,0-1-2-16,0 2 1 15,0-1-1-15,0 0 0 16,0 2 1-16,0-1-2 0,0 1 2 16,0 2-2-16,0-2 2 15,0 3-2-15,0-1 1 16,0 1 0-16,0 0 0 15,0 0 0-15,0 0-3 16,2 0-1-16,-1 0-3 16,0 1 2-16,2 5 0 0,1-1 2 15,2 2 0-15,-1-1 0 16,2 4-1-16,-2-3 3 16,1 2-1-16,2-1 1 15,0 2 1-15,-1 0 0 16,1 1 0-16,0-2 1 0,1 1 1 15,1 1-2-15,-1 2 3 16,0 1 1-16,1 2 1 16,1-5-28-16,2 0-63 15</inkml:trace>
  <inkml:trace contextRef="#ctx0" brushRef="#br0" timeOffset="13185.97">19842 3270 97 0,'0'0'7'0,"0"0"16"0,0 0 1 0,0 0 3 0,41-7-5 16,-30 7-10-16,-2 0-3 15,3 0-3-15,1 0 2 0,1 4-5 16,-1 4-2-16,1 2 1 16,-3 1-2-16,1 5 1 15,0 0-3-15,-3 5 3 16,2 4 1-16,0 1-3 16,-2 5 1-16,0 2 0 0,1 1 1 15,-2 0-1-15,-4 0 2 16,-1-4 1-16,-2 1 0 15,-1-3 0-15,0 1 1 16,-8 0 2-16,-11 4-2 0,-2 0-2 16,-10 0-23-1,-3-2-57-15</inkml:trace>
  <inkml:trace contextRef="#ctx0" brushRef="#br0" timeOffset="13904.84">18136 3478 95 0,'0'0'8'0,"0"0"16"0,0 0-6 0,0 0-8 15,0 0-5-15,-42-6-5 16,31 9 0-16,-1 8-2 16,-2 3 2-16,1 4-1 15,-1 3-1-15,-2 4 5 16,0 4-1-16,-1 2 1 0,-1 2 2 15,3 2 0-15,1 4-1 16,2-1-2-16,4 4-1 16,2-3 2-16,1-1-2 15,5-4 2-15,0 1 1 16,5-3 4-16,6-2 2 0,3-3-1 16,5 1-2-16,3-4 0 15,5-1 0-15,3-3-1 16,7-4 2-16,7-1 0 15,7-5-1-15,5-5-17 0,4-5-50 16</inkml:trace>
  <inkml:trace contextRef="#ctx0" brushRef="#br0" timeOffset="14751.15">20084 3081 79 0,'0'0'8'0,"0"0"5"0,0 0-1 0,0 0-4 16,0 0-1-16,0 0 3 0,0 0 3 15,0 0-1-15,0 0 1 16,-30-36-1-16,30 33 1 16,0-2-2-16,0 1-1 15,3-1-5-15,4 2 0 16,2-3-4-16,-2 3 2 0,2 0-2 16,-1 0-1-16,0 2 2 15,0-2-2-15,-1 3 0 16,2 0 0-16,-4 0-1 15,1 0 1-15,-3 0-1 16,1 4-1-16,-1 2-1 0,1 3-2 16,-2 1 1-16,-2 0 0 15,0 1 2-15,0 3 0 16,0-1 1-16,0 2 0 16,0 0 0-16,-6-1 1 15,1-1-1-15,0-2 2 0,-2-1-2 16,3-2 2-16,-2-2 0 15,3-1-1-15,1-3 0 16,2 1-1-16,0-3 1 16,0 0 2-16,3 0 6 15,9 0 7-15,2 0 0 0,8 0-4 16,3-3-4 0,4 1-2-16,5 0-3 0,4 2 0 15,4 0-1-15,1 0-27 16,-5-3-103-16</inkml:trace>
  <inkml:trace contextRef="#ctx0" brushRef="#br0" timeOffset="17094.84">21796 3263 3 0,'0'8'43'0,"-2"1"-30"0,-3 1 4 0,2 3-7 0,-2-3-2 16,4 2-3-16,1-3 0 15,0-2-1-15,0-2 2 0,0 2 1 16,0-3 1-16,0-1 2 16,4-2 0-16,4-1 6 15,0 0 2-15,2 0-3 16,2 0-4-16,1 0-4 0,1-6 0 15,0 1-3-15,-1-1 0 16,3-1-3-16,-2 0 1 16,2 1 0-16,-4-2-1 15,0-1 0-15,-1 1 0 16,-6 1 1-16,0-1-1 16,1 1 4-16,-5 3 1 15,0 0 0-15,0 1 1 16,-1 0-5-16,0 3-1 0,0 0-1 15,0 0 1-15,0 0 0 16,0 0-2-16,0 0-1 16,0 0-4-16,0 0 1 0,0 3 2 15,2 4 0-15,0 2 1 16,0 2 0-16,0-1 0 16,0 4 1-16,0 0 0 15,0 1 1-15,1 5 0 16,1-2 0-16,-2 1-1 0,1 2 2 15,0-2-1-15,-1 1 0 16,0 1 0-16,0-2-1 16,-2 1 0-16,2-4 0 15,-2 1 0-15,0-4 0 0,0-1 1 16,0-2-2-16,-4 0 2 16,-1-1-1-16,-2-2 2 15,0-1 1-15,-1-1 3 16,-1 1-1-16,-4-3 4 15,2 0-1-15,-3-2-2 16,1 2 0-16,-2-2-1 16,2-1-1-16,-1 0 1 0,2 0 2 15,0-1-2-15,4-6-9 16,-1-6-41-16,5-1-77 16</inkml:trace>
  <inkml:trace contextRef="#ctx0" brushRef="#br0" timeOffset="17777.52">21821 3077 83 0,'0'0'34'0,"0"0"-24"0,0 0 0 15,0 0-7-15,0 0 14 0,0 0 10 16,0 0-6-16,0 0-10 16,0 0-5-16,0 0 0 15,0 0 1-15,0 0 1 16,0 0 1-16,-16-18 3 0,14 11-8 15,0 0 2-15,2 0-1 16,0-1 1-16,0 0 2 16,0-1-6-16,0 2 0 15,0 0-1-15,0 0 0 16,0-3-1-16,0 2 0 16,0 0 0-16,0-2 0 15,0 2 0-15,0-1 2 0,0 2-2 16,0 0 0-16,0 3 0 15,0 0 0-15,0 1 0 16,0 2 0-16,0-2 0 16,0 3-3-16,2 0 3 0,0 0 0 15,0 0-1-15,1 0-1 16,1 0-4-16,3 8-3 16,-2 5-1-16,3 1 6 15,3 3 4-15,-1 3 1 16,0 3 1-16,3 0-1 15,0 2-12-15,0-1-20 0,0-2-45 16</inkml:trace>
  <inkml:trace contextRef="#ctx0" brushRef="#br0" timeOffset="18197.83">22209 3272 107 0,'0'0'2'0,"0"0"-1"0,0 0 9 0,0 0 35 16,0 0 4-16,0 0-25 15,0 0-15-15,0 0 5 16,0 0 5-16,0 0-6 15,44-10-9-15,-29 7-2 16,5 0-2-16,-1 2 2 0,5-2-2 16,0 3-7-16,-1-1-23 15,1 1-23-15,0-2-41 16</inkml:trace>
  <inkml:trace contextRef="#ctx0" brushRef="#br0" timeOffset="18908.15">22612 3107 103 0,'0'0'3'16,"0"0"5"-16,0 0 6 15,0 0-2-15,0 0-12 16,0 0-5-16,0 0 7 15,0 0 0-15,-3 21 1 0,3-11 2 16,0 0 0-16,1-3 2 16,3 0-1-16,2 0 1 15,0-2 1-15,1-4 4 16,0 1 2-16,3-2 1 16,1 0-2-16,0 0-4 0,3 0-2 15,-3-2-4-15,2-3-1 16,-1-1 0-16,-1-1 0 15,-2 0 1-15,-2-2-3 16,1 1 2-16,-3-2-2 16,-2 0 0-16,0 1 0 0,-1 1 0 15,-2 3 0-15,2 1-3 16,-2 0 3-16,0 3 0 16,0 0-2-16,0 1 2 15,0 0-2-15,0 0-2 16,0 0-4-16,0 6 5 15,0 1-2-15,0 5 0 0,0 0 4 16,0 3 1-16,0 0 0 16,0 0-2-16,0 0 2 15,2 2-1-15,1 0 1 16,0 1 0-16,1-2-1 16,-3 1 0-16,1 0 0 0,0-2-1 15,-2-1 0-15,0-2-1 16,0 1 0-16,0-1 3 15,0-2 0-15,-1 1 2 16,-3-1 0-16,-2 0 1 16,-2-3-1-16,0 0 0 0,-3 0-1 15,2-1 6-15,-7-1-1 16,1-3-2-16,-1 2 0 16,-2-4-1-16,2 0 0 15,-3 0 1-15,4 0 2 16,0-4-3-16,2-1 0 0,4-3 2 15,2-2-5-15,6-1-31 16,1-5-68-16</inkml:trace>
  <inkml:trace contextRef="#ctx0" brushRef="#br0" timeOffset="20055.56">22806 2793 64 0,'1'0'27'0,"3"0"-19"0,-1 0-3 0,1-3 7 16,2 2 7-16,-3-2-4 16,3 2-2-16,1-1-5 15,-2 2-3-15,3 0 3 16,-1 0 0-16,3 0 1 0,0 0 0 15,1 0-4-15,1 0-1 16,1 6 2-16,1-2-2 16,0 2 3-16,3-2 0 15,-4 3-1-15,3 0-4 16,-2 2 0-16,2 1-1 0,-1 2 1 16,2 0 0-16,1 4-1 15,1 2-1-15,0 2 0 16,1 1 0-16,-1 3-1 15,2 2 1-15,-2 2 0 16,3 2 0-16,-5 0 1 0,3-2-1 16,-1 2 3-16,-4 0-4 15,0-3 1-15,-3 1 0 16,-1-1-2-16,-6-1 2 16,1 1 0-16,-5 1 0 15,-1-1 3-15,-2 6-1 16,-10-1 1-16,-2 1 1 0,-5 3 2 15,-4-2 0-15,-3-3-11 16,-4-1-14-16,-2-3-18 16,-4-7-31-16,2-6-40 15</inkml:trace>
  <inkml:trace contextRef="#ctx0" brushRef="#br0" timeOffset="20937.09">21634 2863 52 0,'0'0'4'0,"0"0"1"0,0 0 0 16,0 0 1-16,0 0 8 0,0 0 2 16,0 0 4-16,11-40 3 15,-11 34 5-15,0 2-11 16,0 1-6-16,-1 2-4 16,-3-1-6-16,-2 2-2 15,-2 0 4-15,-2 0-5 16,-1 2 2-16,-1 3 0 0,-3 1 0 15,0 1-1-15,-2 3-1 16,-1 1 1-16,-1-2 0 16,0 5 0-16,-1 3 1 15,0 0 0-15,0 3 0 16,-1 3-2-16,2 4 2 0,-3 4-1 16,1 2 1-16,1 5 1 15,-2-1-1-15,1 0 0 16,1 4 1-16,2-2 1 15,2-1 0-15,4-1 2 16,2 0-1-16,4 1 0 0,3-1 3 16,3 2-3-1,0-1 3-15,5 1-2 0,8-3 3 16,5 1 1-16,4 1 0 16,3-4-2-16,4 3-1 0,1-4 1 15,3 0-2-15,5-2 1 16,2-1 1-16,4-5-1 15,6-2 2-15,3-3 0 16,8-6 1-16,8-4-8 16,7-8-34-16,4-2-37 15,8-19-35-15</inkml:trace>
  <inkml:trace contextRef="#ctx0" brushRef="#br0" timeOffset="21782.28">23285 2624 33 0,'0'0'2'0,"0"0"5"0,-37 0 11 16,25 0-4-16,2 0-3 16,2 0-2-16,2 0-3 0,3 0 4 15,-1-3 4-15,2 1 2 16,0-3 1-16,2 4 4 15,0-3-6-15,0 1-4 16,0-2-3-16,4 2-3 16,2-1-1-16,0 0-3 0,1 1 0 15,0 2 0-15,1-2-1 16,-1 3 1-16,-2 0-1 16,0 0 0-16,-2 0 0 15,3 0-1-15,-5 0-2 16,1 4-1-16,0 3 0 0,-2 1 0 15,0 0-2-15,0 3 3 16,0 1 1-16,0-1 2 16,0 1 0-16,-4-1 0 15,0 0-2-15,0-1-1 16,0 0 1-16,1-3 0 16,-2 2 1-16,2-4 2 0,-1 1 0 15,3-3-1-15,-1 0 0 16,0-2 1-16,-1 2-1 15,3-3 0-15,0 0 0 16,0 1 1-16,0-1 0 0,0 0 4 16,0 0 11-16,0 0 5 15,7 0-2-15,2 0-7 16,4-1-2-16,1-3-4 16,3-2 0-16,2 2 0 15,5-1 1-15,-3 1-4 16,5 2-1-16,2 2-2 0,1 0 2 15,3 2-1-15,-5 4-15 16,-2-2-55-16</inkml:trace>
  <inkml:trace contextRef="#ctx0" brushRef="#br0" timeOffset="22645.71">20323 3753 104 0,'0'0'3'0,"0"0"2"0,0 0 3 15,0 0-5-15,0 0 1 0,3-37 9 16,-1 30 12-16,-1 0-8 16,2 0-6-16,0-1 0 15,4 0-4-15,1 0-5 16,1-1-1-16,3 2 0 0,1 0-1 15,1 0 0-15,3 3 0 16,-4 1 0-16,3 0-2 16,-1 3 1-16,1 0-2 15,0 0 0-15,2 0 0 16,0 6 1-16,-2-1 1 0,0 1 0 16,-3-1 1-16,-2-3 0 15,0 0 1-15,-2-2 1 16,0 0 12-16,2-2 5 15,-4-3-3-15,4-4-3 16,0-1-1-16,0 0 0 16,-3-3-3-16,2 1 0 0,-1 0-2 15,-2-3-1-15,1-1-2 16,-4 2-2-16,0 0-1 16,0 1 0-16,-2 2 2 15,0 3-3-15,-1 4-9 16,-1 3-10-16,0 1-38 0,0 0-66 15,-1 3 7-15</inkml:trace>
  <inkml:trace contextRef="#ctx0" brushRef="#br0" timeOffset="23137.79">20390 3956 74 0,'0'0'10'0,"0"0"9"0,0 0 1 16,0 0-9-16,0 0-1 15,0 0 3-15,0 0 5 0,0 0-5 16,0 0-1-16,0 0-8 15,-34-42-4-15,42 33 4 16,1 2-6-16,0-3 4 16,0 3 1-16,2 1-1 15,-2 2-1-15,2 2 1 16,1 1-1-16,0 0 0 0,-1 1-2 16,3 0 1-16,-5 0 0 15,2 3 1-15,2 1-2 16,-2-1 2-16,1-2 0 15,1 1 1-15,-4-2 2 16,3 0 2-16,-2 0 10 0,1-6 3 16,1 0-1-16,-5-5-1 15,2 0-2-15,2-1 0 16,-5-5-4-16,-1 0-1 16,1-3-1-16,-4 2-7 15,0-2-1-15,-2 3-2 16,0 4-32-16,-12 5-46 0,-9 2-103 15</inkml:trace>
  <inkml:trace contextRef="#ctx0" brushRef="#br0" timeOffset="23956.22">18907 4186 33 0,'0'0'11'0,"0"0"4"0,0 0-1 0,51-14-5 0,-36 8-3 16,2 1 2-16,2-1-1 15,1-1 1-15,2 0 0 16,0-2-1-16,2 1-3 16,2-2-1-16,1 3-2 0,-3-1 0 15,2 0 0-15,-3 1-1 16,0 0 0-16,-2 0 0 15,-2 3 1-15,-1-1-1 16,-4 1 1-16,0 3 0 0,-2-2-1 16,0 2 0-16,-5-1-3 15,-1 2-11-15,-4 0-9 16,-2 0-40-16</inkml:trace>
  <inkml:trace contextRef="#ctx0" brushRef="#br0" timeOffset="24348">18948 4272 83 0,'0'0'8'0,"0"0"5"0,0 0 2 0,41-19 0 0,-25 11 0 15,4-1 2-15,-3 1-5 16,3-2 1-16,2 1 5 16,2-1-8-16,-3 3-2 15,3 1-4-15,3 2-4 0,-1 1 0 16,1-1-2-16,-4-3-37 16,1 1-60-16</inkml:trace>
  <inkml:trace contextRef="#ctx0" brushRef="#br0" timeOffset="34461.33">11657 7474 52 0,'0'-4'10'0,"0"1"1"0,0 0-2 0,0 1 0 15,0 0-5-15,0 1-2 16,0 0 0-16,0 0-2 15,0 0 0-15,0-1 0 0,0 1 1 16,0 0 0-16,0 0 0 16,0 1-1-16,0 0 0 15,0 0 0-15,0 0-2 16,0 0 1-16,0 0 1 16,2 0 0-16,0 0 0 15,2 2 1-15,0 4-1 0,-1-1 0 16,3 1 0-16,-2-2 0 15,4 3 1-15,-4-2-1 16,2 2 0-16,1-3 0 16,-2 3 1-16,2-4-1 15,-1 3 0-15,1-3 0 0,-3-1 0 16,2 1 0-16,2 0 1 16,-1-3 0-16,1 1 1 15,1-1-2-15,-1 0 2 16,2 0-2-16,-1 0 2 15,3-1-1-15,-2-2 0 0,1-1 0 16,1-2 0-16,-1 1 0 16,-3 0-1-16,3 0 0 15,-1-1 0-15,-2 2 0 16,3-2 0-16,-1 0 0 16,1-1 1-16,-1 2-1 15,0-3 0-15,1 0 1 16,-1 1-1-16,-1 0 2 0,3-1-2 15,0 0 0-15,-1 0 1 16,3-1-1-16,-1 2 0 16,-2 1 0-16,3-1 0 15,-1 2 0-15,1-1 0 16,1 0 0-16,-1 2 0 0,-1-2 0 16,3 3 0-16,1-1 0 15,1-2 0-15,2 2-1 16,-1-2-1-16,5 1 0 15,-4-1 2-15,2-1-1 0,1 0 1 16,-3 4 0-16,0-2 1 16,-2 2-2-16,-2 0 1 15,1 3 0-15,-1 0 0 16,0 0 0-16,-1 0 0 16,1 0 1-16,-1 0-1 0,2 0 0 15,-1 0 1-15,1 1-1 16,-2 5-1-16,-1-1 2 15,-3 1 2-15,2 3-2 16,-1-2-1-16,-2 0 3 0,0 0-2 16,-2 1 0-16,-1 0 1 15,-2 0-1-15,2-2 3 16,-5-2-4-16,0 0 1 16,-2-1-1-16,1-1 1 15,-1-1-1-15,0-1 0 16,2 0 0-16,-2 0 1 0,0 0-1 15,4 0-1-15,-2 0 1 16,0-3 7-16,1-1-4 16,1-3-3-16,5 0 0 15,-3-3 0-15,2 0 0 16,2 3 0-16,0-2 0 0,0 2 0 16,1 0 0-1,3 2 0-15,-1-1-2 0,2-3 4 16,2 3-2-16,1-1 0 15,2 0 1-15,-2 0 0 16,4 0-1-16,-5 3 0 0,4 2 0 16,-3 2-1-16,0 0 1 15,0 0-1-15,-1 8-2 16,0 4 2-16,-2 1 1 16,1 4 0-16,-3 0 1 15,1 0 0-15,-1 2 3 16,-1 1-2-16,1-3 0 15,-1 3-1-15,0-2 2 0,-1 2 2 16,3 1 3-16,-1-3 2 16,-2 1 2-16,5 1-3 15,-5-4-2-15,3-1-1 0,-1-2-2 16,2-2-1-16,1-3-2 16,0-3 1-16,1-4-1 15,2-1-4-15,1 0 9 16,1-10 0-16,2-2-3 15,2-4-1-15,-4-4 0 0,3-1-1 16,-2-2 0-16,-2-1 0 16,-3 0-1-16,0 2-3 15,-4-2-27-15,-6 3-7 16,-2 1-48-16</inkml:trace>
  <inkml:trace contextRef="#ctx0" brushRef="#br0" timeOffset="43684.5">17608 3752 6 0,'0'0'60'0,"0"0"-50"0,0 0 4 0,0 0-4 16,0 0-4-16,0 0-1 16,0 0 4-16,0 0 0 0,0 0 8 15,0 0-10-15,0 0 3 16,0 0 2-16,-4-17-1 16,4 14-1-16,0 3-1 15,0 0-1-15,0 0 0 16,0-1-4-16,0 1-2 15,0 0-3-15,-1 0 1 0,-3 1 0 16,-5 8 0-16,2-1 0 16,-5 3-1-16,-3 2 0 15,-2 3 1-15,-6 1-1 16,-1 0 1-16,-2 3 2 16,-2-2-3-16,1 2 2 0,-1 0 2 15,1-3-4-15,0 3 2 16,2-3-1-16,2-3-1 15,3 3 2-15,1-3-1 16,2-1 1-16,4 0-1 16,3-4 0-16,5-3 2 15,-2-1-2-15,5-5 0 0,2 3 0 16,0-3-3-16,0 1 0 16,0-1 0-16,6 0 5 15,4 0-1-15,1 0 1 16,4 0-1-16,1 0 0 15,2 0 1-15,0 0-2 0,2 0 0 16,1 0 0-16,-2 0 0 16,3 0 0-16,-2 0 1 15,1 0-2-15,-1 0 2 16,0 0-1-16,-4 3 0 16,2-2 0-16,-3 2 0 0,-1 1 0 15,-3 1 0-15,-1-1 0 16,-2 2 0-16,-2-1-1 15,-3 1 1-15,0-2-3 16,0 3 2-16,-3-1 0 16,0 2 1-16,0 1 0 0,-2 4 1 15,-4-2-1-15,-2 3 0 16,-3 2 0-16,0 0 2 16,-1 1-3-16,-2 1 1 15,-1 2 1-15,2 0 1 16,0-2-2-16,0 1 0 15,2 1 0-15,-1-2 0 0,3-1 1 16,-1-1-2-16,3-2 2 16,1 0-1-16,4-5 0 15,0-2 0-15,2 0 0 16,0-1-1-16,0-2-1 16,2-1 1-16,6 1 0 0,1-2 1 15,3-1 2-15,2 0 0 16,0-1 1-16,4 0-2 15,1 0 3-15,2 0-1 16,3-1-1-16,1 0-1 0,-3-1-1 16,-1-4-2-16,1-5-152 15</inkml:trace>
  <inkml:trace contextRef="#ctx0" brushRef="#br0" timeOffset="44894.46">21066 3323 97 0,'0'0'11'0,"0"0"7"0,0 0 1 0,0 0-2 0,0-2 8 16,-3 2-9-16,-5 0-9 15,-2 0-7-15,-4 3 3 16,-1 7-1-16,-2 0-3 16,-2 2 2-16,0 2 0 0,-1 0-1 15,0 0 2-15,2 4-2 16,-1-6 1-16,0 5 2 16,1 0-2-16,2-1 0 15,2 2 0-15,1-1-1 16,2-2 1-16,6 0 0 0,-1-2 0 15,4-2-2-15,2-1 1 16,0-1 0-16,4-2 0 16,6 3 0-16,3-5 0 15,0 3 1-15,3-3-1 16,-1 2 3-16,1-1-3 0,-3-2 0 16,-3 3 1-16,0-1-1 15,-7 1 0-15,-1 2-1 16,-2 1-1-16,0 1 2 15,-4 5 0-15,-7-1 2 16,-1 2-2-16,-3 0 0 0,0-1 0 16,2-1 3-16,2-3-2 15,4-2 0-15,5 0 1 16,2-3 1-16,0-1-2 16,13-1 1-16,6-2 2 15,10-2-1-15,9-1 0 16,9 0 1-16,4-4-4 0,2-6-27 15,-1-5-119-15</inkml:trace>
  <inkml:trace contextRef="#ctx0" brushRef="#br0" timeOffset="45761.42">16439 4138 36 0,'0'-4'16'0,"-4"-1"5"0,-1 0-10 0,-3-1-3 16,2 2 7-16,2 1 0 0,-2-1 5 16,2 1 3-16,1 2-9 15,1 0 0-15,2-1-9 16,-4 2-5-16,3 0 0 15,1 2-5-15,0 9 5 16,0 5-1-16,0 3 0 16,1 7 1-16,7 2 1 0,1 0 0 15,-1-1 1-15,2 1-2 16,-1-2 1-16,0-3-1 16,1-2 2-16,-2-2-2 15,1-1 0-15,-1 1 0 16,-5-1-6-16,-1-2-34 0,-2-3-13 15</inkml:trace>
  <inkml:trace contextRef="#ctx0" brushRef="#br0" timeOffset="46204.06">16153 4649 99 0,'0'0'5'0,"0"0"4"0,0 0-7 16,0 0 2-16,0 0 1 15,0 0 1-15,0 0-3 16,0 0 3-16,0 0 4 16,20-1-4-16,0-5 1 0,3-1-2 15,4-1 0-15,4-5-1 16,0 4-1-16,3-5 1 16,1 0 1-16,1 1 3 15,-3-1 4-15,5-2-5 16,-4 1-1-16,2 2-4 15,0 0-1-15,-1 2-1 0,-4 1 1 16,-2 1-1-16,-3 2 1 16,-3 0-1-16,-6 4-1 15,-4 2-8-15,-4 1-42 16,-6 0-27-16</inkml:trace>
  <inkml:trace contextRef="#ctx0" brushRef="#br0" timeOffset="47496.86">16363 4885 67 0,'0'0'8'0,"0"0"4"0,0 0 2 0,0 0-1 15,0 0-3-15,0 0-4 16,0 0 0-16,0 0-1 16,0 0-2-16,0 0-2 15,-31 0 0-15,30 0 3 16,-1 0 0-16,0 0 7 0,-1 0 7 15,2 0-6-15,1-5-5 16,-2 0-6-16,2-2-1 16,0 0 2-16,0-1-2 15,0-1 3-15,0-1-6 0,0 0 7 16,4 0-4-16,0 3 0 16,2 0 1-16,-1 1-2 15,2 3 0-15,-1-1-2 16,2 2 4-16,3 1-1 15,-4 1 0-15,4 0 0 16,-2 0-1-16,0 0 1 0,-2 6-1 16,0 1 0-16,0 0 0 15,-2-1 0-15,0 4 0 16,-1-3 1-16,-1 2 1 16,-1-1-1-16,2 0 1 15,0 0-2-15,0 0 1 0,-1 1 0 16,0-1 1-16,1-1-1 15,-4 0-1-15,0-1 2 16,0 0-1-16,0-1-1 16,0 0 3-16,0-3-1 15,0 0 1-15,-4-1 0 16,1 2 0-16,0-3-2 0,1 0 1 16,-2 0 0-16,2 0 1 15,0 0 0-15,-1-1-1 16,1-3-1-16,0 0 1 15,0 0-1-15,0-1 1 16,-1-1 1-16,2 0-5 0,-1 1 3 16,2-2 0-16,-1 0-1 15,1-2 2-15,0 2-1 16,0 0 0-16,0 0 0 16,0-2 0-16,0 0-2 0,0 1 3 15,1 0 0-15,1-1-1 16,2 0 1-16,-2 1-1 15,1-1 0-15,-1 1-1 16,1 2 1-16,0-1 0 16,1 2 1-16,-2-1-1 15,2 0-1-15,0 1 2 0,0-1-1 16,-1 3 0-16,1-3 0 16,0 3 0-16,0-1 0 15,1 1 0-15,0 0 0 16,-2 2 2-16,3-2-2 0,0 3 0 15,-1-1 0-15,4 1 0 16,-2 0 0-16,1 0-2 16,-2 0 4-16,3 0-4 15,1 0 2-15,-3 3 2 16,1 1-4-16,0 0 2 0,-1 3 0 16,-1-1-1-16,0 1 0 15,-2 0 1-15,2 3 0 16,-2-3 0-16,0 3 2 15,-1-1 0-15,1 1-2 0,0-2 2 16,-2 1-1-16,1-1 0 16,0-1 0-16,-1 2 2 15,0-2-1-15,-2 0 4 16,2 1-2-16,-2-2-2 16,0 3-1-16,1 1 0 15,1 1 1-15,0-1-4 0,2-8-59 16</inkml:trace>
  <inkml:trace contextRef="#ctx0" brushRef="#br0" timeOffset="49434.44">20599 3258 104 0,'0'1'3'0,"-2"-1"3"0,2 0-7 0,-1 4 2 0,-1 2-1 15,0 1 1-15,0 3 2 16,1 3 0-16,0 4-3 16,1 3 1-16,0 4 0 15,3 1 0-15,4 6 0 16,4-1 0-16,-1 4 0 16,0 2 0-16,1-2 0 0,1 2 0 15,-1-2 3-15,-4-1-1 16,3-1 0-16,-3-1-1 15,-1 3 1-15,-1 3-2 16,0 0 0-16,-3 3 0 0,-2 3 0 16,0-4-17-16,0-1-49 15</inkml:trace>
  <inkml:trace contextRef="#ctx0" brushRef="#br0" timeOffset="49797.7">20547 4285 97 0,'0'0'2'0,"0"0"-1"0,0 0-2 0,0 0 11 15,0 0 17-15,0 0 7 16,0 0-18-16,0 0-6 16,39-25-5-16,-18 14 2 15,6-2-4-15,2 0 1 0,3-1-1 16,1 3 1-16,2-2-3 15,1 3 0-15,-1-1-1 16,-4 5 0-16,-2 2-14 16,-6 0-68-16</inkml:trace>
  <inkml:trace contextRef="#ctx0" brushRef="#br0" timeOffset="50637.6">20683 4469 71 0,'0'0'1'15,"0"0"0"-15,0 0 0 16,0 0 9-16,0 0 13 16,0 0-4-16,-36-6 3 15,34 2 8-15,0-2-7 0,0 1-7 16,1 1-6-16,1-1-5 16,0-2-1-16,0 3-2 15,0-3-2-15,3 0 0 16,4 0 1-16,0-1 1 15,1 1-1-15,1 0-1 0,3 1 2 16,-1 1-2-16,3 1 0 16,-2-2 1-16,0 6-1 15,2-1 0-15,-2-1 0 16,0 2 0-16,-3 0-1 0,0 0 0 16,2 6 1-1,-4 0-1-15,1 2 0 0,-1-1 0 16,0 1-1-16,-3 1 0 15,-1 0-2-15,-2-2 3 16,0-1-1-16,-1-1 2 16,0-2 2-16,0-1-4 0,0 0 1 15,0-2 2-15,0 0 2 16,0 0 1-16,0 0 1 16,0 0-2-16,-2 0-2 15,0 0 1-15,0 0-1 16,1 0 1-16,0-4-2 0,1 0 0 15,0-2-1-15,0-1 0 16,0 0 2-16,0-2-2 16,0-2 1-16,0 1 2 15,4 0-3-15,2 2 0 16,0-2 0-16,3 1-1 0,0 1 4 16,1-1-4-16,1 1 2 15,0 0 2-15,-2 0-6 16,2 1 4-16,0 0 2 15,0 2 0-15,2-2 0 16,-1 3 1-16,0 1-1 16,1 2-1-16,-2 1 1 15,-1 0 0-15,2 0 0 16,-3 10-1-16,0 1 1 0,-2 2-2 16,-1 7 0-16,-3 0 0 15,-3 5 1-15,0 5-1 16,-13 7-1-16,-8 1-15 0,-6-1-81 15</inkml:trace>
  <inkml:trace contextRef="#ctx0" brushRef="#br0" timeOffset="51796.72">18365 4702 76 0,'0'-6'7'0,"0"-1"5"0,3 3-8 15,-2 0-3-15,1 1 0 16,-1 0-1-16,0 0 1 0,-1 2 3 16,0-2 17-16,0 3 1 15,0 0-3-15,0 0 0 16,0 0-8-16,0 0-10 16,0 0-2-16,0 0-5 15,0 4 3-15,2 5 5 16,0 2-1-16,2 2 0 0,0-2-1 15,0 3 2-15,1-1-1 16,1 0-1-16,-2-1 0 16,0 1 2-16,-2 3-2 15,0-3 0-15,1 5 0 16,-2 2 0-16,0 0 1 0,-1 3 0 16,0 0 1-16,0 2-2 15,0-1 1-15,0 2 0 16,-1-1 0-16,-3 0-1 15,2-4 1-15,-2 0-1 16,-2-4 0-16,0-1 2 0,0-2 0 16,2-3 1-16,-1-1 2 15,-1-1 1-15,3-1-2 16,1-2-1-16,-1 0-2 16,-1-2-1-16,4 0 2 15,-2-1-1-15,2 0-1 0,0 1 1 16,0-1-1-16,-1 0 0 15,1-2-4-15,-1 1-11 16,-1-2-26-16,-1 0-15 16,-1 0-51-16</inkml:trace>
  <inkml:trace contextRef="#ctx0" brushRef="#br0" timeOffset="52239.11">18136 5213 47 0,'0'0'49'0,"0"0"-41"0,0 0 11 0,0 0-1 15,0 0-1-15,0 0-1 16,0 0-7-16,0 0-2 16,0 0-5-16,0 0-1 15,0 0-1-15,8-3 0 16,0 3 2-16,0 0-1 15,1 2-1-15,3 3 0 0,2 1 2 16,0 0-2-16,1 0 0 16,1 1 0-16,0-2 0 15,-1 1 0-15,0-2 0 16,0-1 1-16,1 0-1 16,-1 0 0-16,1-3-1 0,-3 0-32 15,0-3-53-15</inkml:trace>
  <inkml:trace contextRef="#ctx0" brushRef="#br0" timeOffset="52451.93">18477 5078 224 0,'0'0'3'0,"0"0"1"15,0 0-4-15,0 0 0 16,-36 30-3-16,24-6 4 16,-4 3-2-16,-1 6 2 15,3 1-4-15,0-1-49 16,0-2-32-16</inkml:trace>
  <inkml:trace contextRef="#ctx0" brushRef="#br0" timeOffset="52978.83">18254 5652 91 0,'0'0'28'0,"0"0"14"0,0 0-2 0,0 0-6 16,-4-43-5-16,2 38-4 15,-1 1-5-15,0 1-11 0,3 1-5 16,-2 2-4-16,2 0-1 15,0 5-2-15,0 6 3 16,0 3 0-16,0 7 3 16,0 3 0-16,0 1-2 15,2 0 0-15,1 2-1 0,1-2-2 16,-1 0-17-16,-1-2-25 16,-2-2-29-16,0-8 17 15</inkml:trace>
  <inkml:trace contextRef="#ctx0" brushRef="#br0" timeOffset="53756.7">18260 5615 60 0,'0'0'72'0,"0"0"-71"16,0 0 0-16,39-34 0 16,-28 30-1-16,-2 0 1 0,0 2 2 15,0 2 9-15,-1 0-1 16,1 7-7-16,-1 6 0 16,1 0 2-16,1 4 1 15,-1 0-3-15,0-1 0 16,-2 0-3-16,-1-1 0 15,1-2 2-15,-3-2-6 0,-2-2 3 16,0-2 2-16,0-3-1 16,0-1 1-16,0-3-2 15,-2 0 0-15,0 0 4 16,2 0-1-16,-2 0 3 0,0-3 0 16,0-4-6-16,0-2 0 15,0-2 1-15,2-2 0 16,-2 3-4-16,1-3 5 15,1 1-2-15,0 0 0 16,0 1 1-16,2-2-2 16,-2 4 1-16,-1 0 0 0,3-1-1 15,-1 1 1-15,3 1-2 16,-3 0 1-16,1 0 1 16,2 0-1-16,0-1 1 15,4 1 0-15,-1 0 0 16,-2 1-1-16,3 0 2 15,2 0-1-15,-2-1 0 0,2 2 0 16,-2-1 1-16,-2 4-2 16,-1 1 2-16,2 0-1 15,-4 0 0-15,1 2 1 0,-2 0-1 16,1 0 0-16,2 2 1 16,-2 3-2-16,3 1 2 15,-5 4-1-15,2 0 2 16,0 1 3-16,-2 1-1 15,2 2 1-15,-4 1 1 16,0 1-2-16,1 1-1 0,-2 2 1 16,2-1-2-16,-2 0 0 15,0 1-1-15,0-2 0 16,0 1-1-16,0-1 0 16,0-2 1-16,0 0-1 15,0-2 0-15,2-2-7 16,0-3-46-16,2-8-73 0</inkml:trace>
  <inkml:trace contextRef="#ctx0" brushRef="#br0" timeOffset="54352.73">18853 5422 114 0,'0'0'2'0,"0"0"8"0,0 0 6 0,0 0 2 0,0 0 1 15,0 0 2-15,0 0-11 16,0 0-7-16,0 0 0 15,-38-27 0-15,32 27 0 16,-2 1-4-16,-1 7 2 16,0 0-1-16,1 2 0 0,1 0 1 15,-3 1 0-15,4 1 0 16,2-1 0-16,2-1-1 16,2-1 1-16,0-1 0 15,0-1 2-15,1 2-3 16,6-2 0-16,2-3 4 15,-1 3-3-15,0-2 0 0,1 1 1 16,-1-1-1-16,2 1 0 16,-2-1 0-16,0 2-1 15,0-1 1-15,0 2-1 16,0-1 0-16,-3 2 1 16,0 0 0-16,1-2-1 15,-3 1 0-15,0-1 2 0,-2 0-2 16,-1 2 0-16,0-2 1 15,0 0-1-15,0 0 1 16,-7 0 0-16,-3 2 1 16,0 1-1-16,1-2 0 0,-3-2-1 15,2 0-1-15,3-2 2 16,0-4-8-16,4 0-24 16,1-3-40-16,2-8-74 15</inkml:trace>
  <inkml:trace contextRef="#ctx0" brushRef="#br0" timeOffset="54837.38">18944 5422 109 0,'0'0'3'0,"0"0"6"0,0 0 6 0,0 0-2 15,0 0 16-15,0 0-2 16,0 0-17-16,0 0-11 16,0 0-2-16,0 0 3 0,7 3 6 15,-7 9-1-15,5 3-2 16,-3 3-1-16,0-3 2 16,1 2-3-16,1-2 2 15,2-2-2-15,-3 0 2 0,1-2-1 16,1-1 0-16,0-3 0 15,-1 2 1-15,2-3-1 16,-2-1 0-16,3 2 1 16,-2-3 1-16,0-2 5 15,1 2 1-15,-1-2 1 16,1-1-3-16,1-1-3 0,0 0-1 16,0 0 2-16,1 0-1 15,-1 0-4-15,2 0 2 16,-3 0-2-16,2 0-2 15,-2 0 2-15,1-3-1 16,-2 0-2-16,1 1 3 0,-2-3-6 16,1 0 1-16,1 0-11 15,-2-5-15-15,-2 0-9 16,0-1-37-16,-2-2-42 16</inkml:trace>
  <inkml:trace contextRef="#ctx0" brushRef="#br0" timeOffset="55181.02">18982 5479 116 0,'0'0'44'0,"0"0"-5"0,0 0-17 15,0 0-6-15,0 0-4 0,0 0-6 16,0 0-4-16,0 0-1 16,16-43-1-16,-7 33-1 15,4 0-1-15,-2-1-5 16,0 1-5-16,-4 2-1 16,-2 2-5-16,-2 0 9 15,-3 2 8-15,0 0 4 0,-1 1-2 16,-5-1 3-16,2-2 2 15,-2 2 1-15,4-1-1 16,2-4-3-16,0-3-5 16,8-5-29-16,5-6-78 15</inkml:trace>
  <inkml:trace contextRef="#ctx0" brushRef="#br0" timeOffset="56190.02">21319 4590 107 0,'0'0'0'0,"0"0"-4"0,0 0 5 15,0 0-1-15,0 0 0 0,0 0 2 16,12 41-1-16,-5-31 1 15,0 1 3-15,4 1 1 16,1 2-2-16,2 0 1 16,2-1 2-16,1-2 1 15,2 2-2-15,1-2-1 0,2-1 5 16,-3-3-5-16,3-1 4 16,-2-2 8-16,2-1 1 15,-1-3 2-15,1 0-4 16,-2 0-9-16,1 0 0 15,0-3-4-15,-1-1-2 0,-3 1 0 16,2-1-1-16,-1 1 0 16,-4 0-1-16,0 0-38 15,-4-2-64-15</inkml:trace>
  <inkml:trace contextRef="#ctx0" brushRef="#br0" timeOffset="56446.13">21751 4699 137 0,'0'0'9'0,"0"0"11"0,0 0-9 16,0 0 1-16,0 0 0 16,0 0-5-16,0 0-3 15,0 0 1-15,0 0 4 16,38 0-7-16,-28 12 1 15,0 3 0-15,0 2-1 0,-4 3 0 16,-1 2-1-16,-1 2 0 16,-4-1-5-16,0 2-24 15,0-3-27-15,0-3-28 16</inkml:trace>
  <inkml:trace contextRef="#ctx0" brushRef="#br0" timeOffset="57214.86">22183 4955 3 0,'0'0'63'0,"0"0"-47"16,0 0 8-16,0 0-3 16,0 0 13-16,0 0 6 15,0 0-15-15,0 0-4 16,0 0 2-16,7 5 10 0,-7-5-6 16,0 0-19-16,0-5-5 15,0 2 1-15,0-6-2 16,0 1 0-16,0-2-1 15,0-1-2-15,0-1 3 16,0-3-1-16,0-2-1 0,0-1-2 16,2 0-1-16,2-2 0 15,0 3-16-15,2 2-8 16,-2 3 18-16,0 4 12 16,1 3-2-16,-3 4-3 15,1 1 3-15,1 0 0 0,2 0-1 16,-2 3 0-1,3 4-1-15,1 0 3 0,1 2 1 16,1-1-3-16,-1 0 1 16,1-3 0-16,-2-1-1 15,1-2-1-15,0-2 1 16,-3 0 0-16,1 0 1 0,-3 0 8 16,2-5-1-16,-1-2-4 15,0-1-1-15,0-2-1 16,1-2-1-16,1-2-1 15,0 3-1-15,0-4 1 16,-1 2-5-16,-1 4 0 0,1 0 2 16,-5 2 4-16,2 3-1 15,-2 3 0-15,0 1 0 16,1 0 0-16,0 0-2 16,0 2-1-16,1 8 2 15,2 3 2-15,0 1 0 0,-1 5 1 16,3-1-1-16,-1 3 2 15,2 0-3-15,-1-2 1 16,2 1-1-16,-2-3 1 16,1 0-1-16,-1-3-1 15,2-1-6-15,-3-3-10 16,3-4-26-16,2-4-30 0,3-2-21 16</inkml:trace>
  <inkml:trace contextRef="#ctx0" brushRef="#br0" timeOffset="57684.44">22757 4631 83 0,'0'0'0'0,"0"0"0"0,0 0 2 0,0 0 3 0,0 0 5 16,0 0 9-16,0 0-6 15,-39-20 0-15,31 20-5 16,-1 3 0-16,-1 4-3 0,0 1-1 16,-3 0-2-16,4 3 2 15,-4 0 3-15,5-1-2 16,2 2-1-16,0-4-1 16,6 5 0-16,0-3-2 15,0-1 1-15,0 0 3 16,8-1-3-16,-1 1 1 0,2-3 1 15,0 1 3 1,-1 3-3-16,0-5-2 0,1 2-1 16,-2 1 1-16,1-1-1 15,-5-1 1-15,1 1 0 16,0-1 1-16,-3-1 0 0,-1 1-1 16,0 1-1-16,0 0 3 15,-7-1-1-15,-4 2-1 16,-3 1 1-16,-4-1-3 15,-2 2 1-15,2-1-2 16,1-2 1-16,3 0-4 0,3-5-39 16,6-2-22-16,5-2-42 15</inkml:trace>
  <inkml:trace contextRef="#ctx0" brushRef="#br0" timeOffset="58147.62">22872 4611 42 0,'0'0'4'0,"0"0"9"0,0 0 4 16,0 0 3-16,0 0 0 15,0 0 0-15,1 47-1 16,-2-34-4-16,-2 1-1 0,1 3-6 16,2-3-1-16,-2 2-4 15,-1-1-1-15,2 1 3 16,1-2-1-16,0-1-1 16,0-3 2-16,0 1 2 15,0-1 2-15,6 0-4 0,-3-1 1 16,1-2-2-16,0-2 2 15,1 1 2-15,0-3 2 16,2 0 4-16,-1 0 1 16,3-2-4-16,-1-1 4 15,2 0-6-15,0 0-5 0,1 0-4 16,-1 0 1-16,-1-1-1 16,1-5 0-16,2 0 0 15,-4-1-1-15,2 0-4 16,1-3-18-16,-4 0-23 15,1-2-19-15,1-1-54 0</inkml:trace>
  <inkml:trace contextRef="#ctx0" brushRef="#br0" timeOffset="58446.3">22918 4725 136 0,'0'0'9'0,"0"0"17"0,0 0-8 0,0 0-8 15,0 0-5-15,0 0-3 16,0 0 2-16,0 0-2 16,0 0 2-16,0 0 7 15,-4 1 11-15,11-1-12 16,4 0-2-16,0-1-6 15,3-2 0-15,-1-1-2 16,0-1-1-16,-1 1-4 0,-1-2-2 16,-1 1-6-16,-2-4-11 15,-2 2-35-15,-4-1-22 16</inkml:trace>
  <inkml:trace contextRef="#ctx0" brushRef="#br0" timeOffset="58598.29">22972 4600 218 0,'0'0'16'0,"0"0"-5"0,0 0-3 15,31-36-5-15,-10 25-1 16,5-2-3-16,4 0-17 16,3-2-95-16</inkml:trace>
  <inkml:trace contextRef="#ctx0" brushRef="#br0" timeOffset="66621.24">10952 5868 45 0,'0'0'15'0,"0"0"-12"0,0 0 3 0,0 0 3 0,0 0-4 16,0 0-2-16,0 0-1 15,0 0 2-15,0 0-1 16,-37-30 1-16,31 27 4 16,2 2 1-16,0-2-2 0,1 3-2 15,1 0-3-15,-2-1 0 16,0-1-2-16,1 2 1 15,-4 0-1-15,-2 0 1 16,-1 0-1-16,-2 0 0 0,1 3 0 16,-2 4 0-16,1-2 0 15,1 0 1-15,-3 1-1 16,4-1 1-16,0 1-1 16,-1 0 2-16,0 1-1 15,-2 3 0-15,1-1-1 16,-1 2 1-16,-1 1-1 0,1 0 0 15,0 1 1-15,2-1-1 16,2 1 0-16,-3 2 2 16,4-1-2-16,1 0 0 15,-2 2 0-15,2 0 0 16,1 2 1-16,-1 1-1 0,1 1 0 16,-1 0 0-16,0 0 0 15,0-1 0-15,1-1 1 16,1 1-1-16,1-1 0 15,-3 0 1-15,4 1 0 16,-1 1 0-16,0 3-1 0,1 1 1 16,1 0-1-16,2 0 0 15,-2 0 0-15,2 2 1 16,-2-2-1-16,2 1 0 16,0-2 1-16,0 0-1 15,0-1 1-15,0 1-1 0,2 0-1 16,0 2 2-16,1-3-2 15,0 4 2-15,0-1-1 16,-1 5 0-16,0-1 0 16,0 3 0-16,-1 0 0 15,0 1 0-15,0 0 0 16,-1 0 0-16,0-5 0 0,0 0 0 16,0-5 0-16,0 0 0 15,0-5 1-15,0 2-1 16,3 0 0-16,-3 1 0 15,2 1 0-15,0 2 1 16,-2 1-1-16,2 2 0 0,0 2 0 16,-1-2 0-16,0 1 0 15,2-1 0-15,1-1 0 16,-2-3 2-16,0-1-2 16,1-1 1-16,1 2-1 0,1-2 0 15,-3-1 1-15,0 3 0 16,1-3-1-16,1 3 0 15,-2-2 1-15,2 2-1 16,-2-1 0-16,3 1 1 16,-3-3-1-16,3 3 0 15,-1-5 0-15,1-1 1 0,0 0-1 16,1-4 0-16,0 1 2 16,2-2-2-16,-2-1 0 15,0 0 2-15,3 1-1 16,-1-2-1-16,0 2 2 15,3-3-2-15,-1 1 0 0,-1-1 1 16,1 0-1-16,2 1-1 16,-1-1 4-16,-2 0 0 15,3-1-2-15,-1 1 1 16,1-1-1-16,0-1 1 16,-1 0-1-16,-2 0-1 15,1-2 1-15,0 0-1 0,-1 1 0 16,1-1 0-16,0-2 0 15,-1-1 0-15,1 1 0 0,0-3-5 16,1 0 4 0,-2 0 0-16,2 0 1 0,1 0 0 15,1-5 0-15,0 0 1 16,1-2 0-16,-3 1-1 16,0 0 0-16,-1-1 1 15,0 0-1-15,-1-1 0 16,-1-1 0-16,2 2 2 0,-3-2-5 15,1 0 4-15,2 0 1 16,-5-1-2-16,3 1 1 16,-2 0-1-16,2 0 0 15,-2-2 0-15,3-1 0 16,-3 1 0-16,4-2-3 0,-3 1 5 16,0-3-5-16,3 0 3 15,-3-2 0-15,0-1 0 16,0-1 3-16,1-3-2 15,-2 1 1-15,0 0-1 16,-1-2 1-16,1-1-2 0,-2 1 1 16,-2-4 0-16,1 4 0 15,2-5-1-15,-1 2 0 16,-2-3 0-16,-1 0 0 16,2-2 1-16,0-2-1 15,-1 1 1-15,0-3 1 0,-2 1-1 16,0 0 2-16,0 3 1 15,0-2 2-15,0 2 1 16,0-1 3-16,-2 0-1 16,2-2-4-16,0-3-2 15,0-3-2-15,0-2 0 0,0-2 1 16,0-3-1 0,0 0-1-16,0-1 1 0,0 1 0 15,-4 0 0-15,0 2 0 16,-1 0 2-16,-4 2 0 15,2 1 1-15,-6 3-1 16,-1 2 0-16,-5 3 0 16,-2 1 4-16,-6 3-1 0,0 3 1 15,-4-1-1-15,-3 5 33 16,3 0-37-16,0 1-1 16,2 6-2-16,4 3-4 15,3 3-19-15,0 3-42 0,1-3-91 16</inkml:trace>
  <inkml:trace contextRef="#ctx0" brushRef="#br0" timeOffset="69546.67">15248 5835 41 0,'2'0'5'0,"0"0"15"0,0 0 5 0,1 0-9 0,-3-4 1 0,0 1-1 15,0 2-4-15,0-2 1 16,0 0-4-16,0 0 2 0,0 0-6 16,0-2-3-16,0 2 2 15,0-1-2-15,0-2-1 16,0 2 0-16,-3 1 1 15,-1-3 0-15,1 3 2 0,-1 1-1 16,0 0 0-16,-1-2 0 16,1 3-2-16,-3 1-1 15,0 0 1-15,-1 0-2 16,1 1 0-16,-5 7 0 16,0 0 1-16,1 0 0 0,0-1 1 15,3 4-1-15,-2-3 0 16,0 4-1-16,3 0 2 15,-2 2-1-15,1 0 0 16,-2 6 0-16,2-3 0 16,-1 2 0-16,0-1-1 0,4-1 1 15,-3 0 1 1,3 0-1-16,-4 0 0 0,4 4 0 16,-4 1 1-16,0 3-1 15,0-1 0-15,-1 2 1 16,1 2-1-16,0 1 0 15,-1-1-1-15,0 2 4 0,0 1-3 16,-1 3 0-16,2-1 0 16,-1 1 0-16,2 2 1 15,0-2-1-15,3 0 0 16,1 0 0-16,2-2 0 16,0 0 0-16,2 1 0 15,0 2 0-15,0-1 0 0,0 2 0 16,0 2 0-16,0-1 0 15,0 1 0-15,0-1 0 16,2 0 0-16,0-3 0 16,2 3 0-16,0-1 0 15,3 0 0-15,-2 2 0 0,4 1 0 16,-3 0 0-16,-1 0 0 16,-1-2 0-16,-2 0 0 15,1-4 0-15,-2-2 1 16,0-2-1-16,0-3 0 0,1 2 0 15,0-3 0-15,2 1 0 16,-2-2 1-16,1-3-2 16,1 2 2-16,2 1-2 15,-3 0 1-15,4 0 0 16,-2 2 0-16,-1-1 0 16,2-2 0-16,-1 1 1 0,-1-3-2 15,3 1 1-15,-3-1 0 16,3-1 0-16,-3-1 0 15,2 0 0-15,1-2 0 16,-1-1-1-16,2 1 1 16,-1-2 0-16,0 1 0 0,2 0-1 15,-1 1 2-15,1-3-1 16,1 3-1-16,0-3-1 16,0 2 2-16,1-3-2 15,0 2 3-15,-2-3-1 16,2-1 0-16,0-1-1 0,-2 0 2 15,-2-3 5-15,4 0-4 16,-4-2-1-16,2 2-1 16,2-3 1-16,0 3-2 15,-2-3 0-15,3-1 2 16,-2 0-1-16,1 0 0 0,-1-2 1 16,-1 1 0-16,1-1 1 15,-2-1-2-15,1 0 0 16,-1 0 0-16,1 0 0 15,1 0 0-15,0 0 0 16,0 0 1-16,1 0 1 16,0-3-5-16,-1-1 6 0,0 0-2 15,-1 0 3-15,1-1-1 16,0 0-1-16,-1 0-2 16,1 0 3-16,0 2-2 15,-3-1-1-15,1-1 0 16,-2 2 1-16,2-1-1 0,-2 1 0 15,1-2 0-15,-1 0 2 16,4 0 0-16,-3-1-1 16,1-1 0-16,-2 2-1 15,2-2 2-15,1 0-2 16,-4 0 1-16,3 0 0 0,-4 0 1 16,0 0-1-16,2 0 1 15,-2-3-1-15,0 3 1 16,-1-2 0-16,1-1 3 15,-1-1-3-15,1 1-1 16,3-3 1-16,-4-1-2 0,3-2 1 16,0 1-1-16,1-4 0 15,2 2 1-15,-4-1-1 16,1-2 0-16,-2 3 0 16,0-2 1-16,1 1 1 15,-3 3-1-15,-1 0 2 16,-1 1 0-16,0 1 0 0,0-1 0 15,0 3 1-15,0-2 0 16,0-1-2-16,0-2 1 16,0-1-1-16,0 1-2 15,0-2 0-15,0 1 1 0,0 0-1 16,0 1 0-16,0 2 0 16,0 1 2-16,0-1 2 15,0 1-1-15,0 1 1 16,2-1 0-16,-1 0-1 15,-1 0-2-15,0-1 0 0,1-2-1 16,0 2 0-16,-1-3 0 16,2 0 0-16,0 0 1 15,0-3-1-15,1 0 0 16,1 3 0-16,0-4 0 16,0 2-1-16,-1 2 2 15,2 0-1-15,-1 1 0 0,-2 2 0 16,1 0 0-16,-1-1 1 15,0 2-1-15,-1 0 0 16,2 0-1-16,-3-1 2 16,4 0-1-16,-3-3 0 15,2 0 0-15,3-2 0 0,-1 1 0 16,-1 1 0-16,2-2 0 16,-1 2 0-16,1 2 1 15,-1-2-1-15,-1 5 1 16,1-1-1-16,-1 3 0 15,-3-1 1-15,1 0-1 0,0 2 1 16,0-3-1-16,2 0-1 16,-2-2 2-16,-1 1-1 15,2-3 0-15,-2 1 0 16,-1-2 0-16,0-2 0 16,0 2 1-16,0-1-1 15,0 1 2-15,-4 0-2 0,1 1 0 16,1 2 0-16,-2-3 1 15,2 1-1-15,1-1 0 16,0-1 0-16,1-3 0 16,0-1 0-16,0 0-1 15,0-3 1-15,0 4 0 0,-1-2 1 16,-1 3-1-16,0 1 1 16,-3 2 0-16,1 1 0 15,-1 0 3-15,1-1-3 0,-1 4 1 16,1-2-1-16,0 1 0 15,-1 0 1-15,1-1-2 16,-1 2 0-16,2 1 1 16,-1-2-2-16,2-1 1 15,-3 0 1-15,2-1-2 16,0-1 1-16,1 0 0 0,-3 0 1 16,-1 0-1-16,3 1 1 15,-5-1 3-15,3 3-2 16,-4-2 2-16,0 2 2 15,0-2-3-15,-2 1-2 16,-2-1 0-16,0-1 2 0,-3 0-3 16,2-1 1-16,0-1 0 15,-3 2-3-15,-3-2 1 16,2 1 1-16,-4 1 1 16,-1-4-1-16,-2 1 1 15,-4 2-1-15,0-4 0 0,-6 3-1 16,-3 1 0-16,-5 0-2 15,-10 2-14-15,-6 6-8 16,-10 8-16-16,-20 2-43 16,-19 1-123-16</inkml:trace>
  <inkml:trace contextRef="#ctx0" brushRef="#br0" timeOffset="72192.99">11167 9976 63 0,'0'0'3'0,"0"0"-3"0,0 0 1 0,0 0-1 0,0 0 2 16,0 0-2-16,0 0-2 15,0 0 4-15,0 0-2 16,0 0 0-16,0 0 1 16,0 0-1-16,0 0 0 15,0 0 0-15,-23-13 1 0,21 13-1 16,0 0 1-16,0 0 3 15,0-2 6-15,-1 2 1 16,-2-1-4-16,-1 1-2 16,3 0-4-16,-3 0-1 15,-1 0 0-15,3 1 0 0,-4 2-1 16,2 1 1-16,0-1 1 16,1 1-1-16,-1 2 0 15,-2-3 1-15,4 1 0 16,-4 1 0-16,1 0 1 15,-1 2 0-15,2 1 0 0,-3 3-1 16,-2 1-1-16,-1 3 1 16,0 0-1-16,-2 5 0 15,-1 0 0-15,1 2 0 16,2 0 0-16,2 2 0 16,-2-1 0-16,2 0 0 15,3-3 0-15,0 1 0 0,-2-1 0 16,2 0 0-16,3 0 0 15,-3-1 0-15,0 1 0 16,1 0 0-16,3 0-1 16,-1 3 2-16,-2-6-1 0,4 4 0 15,1-1-1-15,-1 1 2 16,0 2-1-16,0 1 0 16,-1 0 0-16,0 4 0 15,-1-1 0-15,0 2 0 16,-2-3 0-16,1 2 0 15,0-2 0-15,0-1 0 0,3 1 0 16,2-2 0-16,-2 0 0 16,2 0 0-16,0-1 0 15,0 1 0-15,0-2 0 16,0 0 0-16,0 1 0 0,0-1 0 16,2-3 0-16,0 2 0 15,-2-1 0-15,1 0 0 16,2 1 0-16,1-1 0 15,-2 0 0-15,2 0 0 16,-1 1 0-16,3-2 0 16,-2-2 0-16,1 0 0 0,2 0 0 15,-3-1 0-15,1-2 0 16,1 0 0-16,-2-1 0 16,1 1 1-16,2 0-1 15,-4 0 0-15,3 1 1 16,-2-1-1-16,3 1 0 0,-3 1 0 15,2-2 0-15,-2 0 0 16,0 1 0-16,1 2 0 16,-1-3 0-16,0-1 0 15,-1 2 0-15,2-2 0 16,-1 1 0-16,0-1 1 0,-1 0-2 16,1-2 2-16,0 2-1 15,0 0 0-15,-2 2 0 16,4 0 0-16,-2 0 0 15,-2 5 0-15,1-4 0 0,1 2 0 16,2 1 0-16,-3-1 0 16,4-1 0-16,-2-3 0 15,3-1 0-15,-1 1 0 16,5-4-1-16,0 2 0 16,3-4 1-16,1 5 1 15,3-3 1-15,0 0 0 0,2-2-1 16,2-1-1-16,0-4 0 15,4-3 0-15,2 0-1 16,2-4 6-16,3-11-5 16,5-4 3-16,0-7-2 15,1-8-4-15,-2-5-61 0</inkml:trace>
  <inkml:trace contextRef="#ctx0" brushRef="#br0" timeOffset="72805.42">11189 9873 40 0,'3'-6'5'0,"1"-1"0"0,-2 0 4 0,-2 4 1 0,2-1-7 16,-2 3-3-16,0 1 0 16,0 0-14-16,0 0-44 15</inkml:trace>
  <inkml:trace contextRef="#ctx0" brushRef="#br0" timeOffset="74231.95">5968 9328 128 0,'0'0'-12'0,"0"0"22"0,0 0 3 0,0 0-2 15,-42-3-6-15,35 2 0 0,2-1 0 16,1 2 0-16,1 0 1 16,1 0 0-16,2 0-4 15,0 0-1-15,0 0-4 16,0 0-2-16,0 0 5 16,0 0 0-16,5 3-1 0,3 0-1 15,2 1 0-15,3 0 1 16,3-1-3-16,2 1 3 15,4-2 0-15,0 1 1 16,3-2 0-16,4 0-2 16,4 0 4-16,3-1-2 15,2 0 0-15,2 0-2 0,2 0 4 16,1 0-2-16,-2 0 0 16,2 1 0-16,1 3 1 15,3 1-1-15,-2 0 0 16,8 1 0-16,-2 1-1 0,5 0 1 15,2-1 0-15,3-2 0 16,4 0 0-16,3-4-3 16,3 0 1-16,4 0 3 15,1 0-3-15,2-1 5 16,-1-5 0-16,-2 0-3 0,2 1-2 16,0-1 4-16,4-1-6 15,-3 1 8-15,5-1-4 16,0 0 1-16,-1 1 0 15,1 1 2-15,-2 0-3 16,-1 4 1-16,-2 1 0 0,2 0-2 16,-1 0 2-16,-3 0-1 15,4 0 0-15,3 3 1 16,-3-3-1-16,1 0 0 16,-4 0 0-16,3 0 1 15,3 0-2-15,-4-3 2 0,0 0 0 16,1 2 1-16,-1-1-1 15,1 1 0-15,-4 0 2 16,-3-1-3-16,0 2 1 16,-4 0 3-16,-2 0-2 0,-1 0 1 15,-1 0-2-15,-4 0 1 16,4 7-1-16,-6 4 1 16,-4 2-4-16,-8-3-78 15</inkml:trace>
  <inkml:trace contextRef="#ctx0" brushRef="#br0" timeOffset="75767.45">11305 9961 36 0,'-2'-4'6'0,"-1"-2"3"15,1 1 7-15,2-1-6 0,-2 3-2 16,2-1-3-16,-2 2 0 15,2-1-4-15,0-1 0 16,-2 3 4-16,2-2 1 0,0 0-3 16,0-1-1-16,4 1-3 15,5-1 2-15,-1 1-2 16,4-1 1-16,-1 2 1 16,1 1-1-16,-1 1 0 15,0 0 0-15,1 3 1 0,1 5-1 16,1 2 1-16,-1 4-1 15,-1-1 1-15,3 4-2 16,-1 3 2-16,1-1 0 16,-2 3 1-16,1 2-2 15,-2-1 0-15,-1 4 0 0,1 1 1 16,-2 0-1-16,2 1 0 16,-1-2 1-16,-2 0-1 15,1 0 1-15,-2-1-1 16,1-2 1-16,-2 3 0 15,2 0-1-15,-4 0 1 0,1 3-1 16,-2 0 1-16,0 2 0 16,-3 1-1-16,1-2 1 15,0-1 0-15,-2-2 2 16,2-3 2-16,1-1-1 16,0-2 2-16,3 1-3 15,-2 1-1-15,-1 2 0 0,1-1-1 16,0 3 2-16,0-1-2 15,-1 2 0-15,2-2 0 16,-3 3 3-16,2 0-2 16,-2 1 1-16,1-1-1 0,-1 4-1 15,0-1 0-15,-2-1 0 16,0 0-1-16,0 0 0 16,0-2 1-16,0 0 0 15,0 3 0-15,0-4 1 16,0 3 0-16,-2-4-1 15,-2 2 1-15,1-2-1 16,-1-2 0-16,-1-1 0 0,0-2 0 16,-1-1 0-16,1-1 0 15,1-3 1-15,0-2 1 16,0 1 1-16,2-3-1 16,1 2-1-16,-1-3-1 0,-1 2 1 15,3-1-1-15,0-1-1 16,-2-1 0-16,-1 0 0 15,2-2 1-15,-1 0-1 16,-1-3 1-16,1-1 2 16,0-2-1-16,-1 3 1 15,0-4 1-15,1 0-1 0,-1 1 2 16,-3-2 4-16,2-2-4 16,0 2 1-16,-2-1 0 15,-1 0 2-15,-3-1-1 16,2 0 3-16,-5 0-1 15,1 0-3-15,-1-2 1 0,-3-2-1 16,1-3 0-16,1 4-2 16,-2-3 0-16,1 2-1 15,2 0 1-15,4 1-2 16,-3 2-1-16,4-1-1 16,1 2 1-16,1 0 0 0,3 0-2 15,0 0 1-15,3 2-3 16,0 7-27-16,4 0-16 15,4 1-36-15</inkml:trace>
  <inkml:trace contextRef="#ctx0" brushRef="#br0" timeOffset="77931.45">12782 9899 37 0,'-2'0'4'0,"0"1"3"0,-3 1 6 0,2 0-5 0,-2 1-6 16,0 0-1-16,0 3 0 15,-2-1 0-15,1 2-1 16,-2-1 1-16,0 3-1 16,-1-1 2-16,1 2 3 15,-2 0-1-15,2 4-3 0,1-1 0 16,-1 3-1-16,0 1 0 15,-1 1 1-15,0 1-1 16,1-1 0-16,-2 2 1 16,1 2 1-16,3 0 5 15,-4 1-4-15,4 1 1 0,0 2 0 16,1-1-1-16,1 2-2 16,-2 1 0-16,2 0-1 15,0 1 0-15,-2 1 0 16,3 4 0-16,1 0 0 0,-2 4 1 15,0 0-1-15,2 0 1 16,1-2 2-16,-1 0-1 16,2-1 0-16,0-1 0 15,0 0-1-15,0-1 0 16,0 3 0-16,0 1-1 16,0 4 1-16,0-1 2 0,0 0-1 15,0-2 1-15,0 1-2 16,-3-1 2-16,1-1-1 15,-2 1 0-15,3 1-1 16,1-1 1-16,0 0-1 16,0-1 2-16,0-4 4 15,2 0-2-15,6-1-2 0,-3-4 0 16,1 2-1-16,-1-3-2 16,3 3 1-16,0-1 0 15,0-2 1-15,-3 0-2 16,3 0 2-16,0-2-1 15,2-1-1-15,-3-1 3 0,1-2-3 16,4-1 2-16,-3 0-1 16,1-2-2-16,1-1 3 15,-1-1-1-15,-1 0-1 16,2-2 0-16,-1-1-1 16,2-1-1-16,0 1 4 0,-1-3-3 15,3-1 2-15,-4-2-1 16,1 1 0-16,1-3 0 15,-1 0 0-15,-2-3 2 16,2-1-1-16,-1-1-1 0,0 0 1 16,2 0-2-16,-1 0 3 15,1 0-2-15,2-6-1 16,2-3 6-16,-3 0-5 16,1 1 2-16,-1-1-4 15,-1-1 5-15,-2-1-4 0,2 2 1 16,-1-1 1-16,-1-3 0 15,3 1 2-15,-1-4 0 16,2 3-3-16,-2-2 3 16,2-4-2-16,-1 3 0 15,-1-2-1-15,0 0 2 0,-4-1-2 16,1-1 3-16,1 0 7 16,-2-1-4-16,1 3 0 15,-1-2-4-15,-1 0-1 16,1 1 0-16,-3-2 0 15,0 1 0-15,1-1-1 0,-3 1 3 16,0-1-3-16,2-3 1 16,-3-2 0-16,0-2-1 15,-1-2 3-15,3 0-2 16,0 0 0-16,-2-1-1 16,0 3 1-16,1-1-1 15,-2 1 1-15,1-2-1 0,2 2 0 16,-2-1 1-16,0 1-1 15,0-1 0-15,0-1 0 16,0-1 0-16,-1 0 0 16,1-3 0-16,-2 0 0 15,0-2 1-15,0-1-1 16,0-1 0-16,0 1 0 0,0-1 0 16,0 1 0-16,0 1 0 15,-3 1 0-15,0 2 0 16,0 2 1-16,-5 0-1 15,2 4 0-15,-3 2 2 0,3 0-2 16,-4 1 0-16,-1 1 0 16,3 2 1-16,-1 0 1 15,-4-1-2-15,6 1 0 16,-2-3 0-16,1 2 0 16,2-2 0-16,2 1 0 0,-1-1 0 15,3 2 0-15,0-2 1 16,0 2-1-16,0 2 0 15,0 1 0-15,0 3 0 16,0-1 1-16,0 3-1 16,-2 1 1-16,0 0 2 15,-2 0 1-15,1 2-1 0,-3-2 0 16,2 0-1-16,-3-1 1 16,-2 3 1-16,-2-2 0 15,0 0-3-15,-2 3 2 16,-2 2-3-16,-1 2 2 15,-1 3-4-15,-2 3 2 0,-3 0 0 16,-2 14-17-16,-1 6-16 16,-6 7-19-16,-5 3-20 15</inkml:trace>
  <inkml:trace contextRef="#ctx0" brushRef="#br0" timeOffset="81587.28">14693 11762 44 0,'0'0'14'0,"0"0"12"0,0-1-10 0,-5-1 1 0,2 1-4 16,1-2 1-16,-1 3-5 16,-1 0-3-16,0 0 0 15,0 0-5-15,0 0 1 16,0 6 0-16,0-2-1 0,1 0-1 15,1 3 1-15,-2 2 0 16,2-1 0-16,0 2 0 16,2 1-2-16,-2-2 2 15,2 5-2-15,0-2 1 16,0 1 0-16,0 1 0 0,0 0-1 16,1-1 0-16,6 1 1 15,-2 1-1-15,3 1 2 16,-1 1-2-16,4 0 2 15,0 3-1-15,-2 0 0 16,2 2 0-16,0 0 1 16,1-1-1-16,-3 1 0 15,2-2 1-15,1-2 0 0,1 0 1 16,0-1 0-16,3-1 2 16,4 0-2-16,-1-1 1 15,2 0 0-15,1 0-2 0,0 1 2 16,0-2-2-16,2-1 1 15,-2-1-2-15,0-1 1 16,4-1 1-16,0-2 6 16,2-1-3-16,1 3-1 15,3-4-3-15,-1 1 3 0,1-2-3 16,3 0 2-16,-4-4-4 16,1 0 3-16,1-1 1 15,0 0 1-15,-3 0-1 16,3-5 1-16,-2 1 4 15,-1-1-5-15,-1 0-1 0,-1 0 0 16,-2 1-1-16,-2 0-1 16,-2 1 1-16,-2-1 2 15,-3 1-6-15,-4 0-13 16,-3 0-40-16,-2-1-31 16</inkml:trace>
  <inkml:trace contextRef="#ctx0" brushRef="#br0" timeOffset="81928.91">15764 12153 74 0,'0'0'-3'0,"0"0"13"0,0 0 4 0,6 41 1 15,-6-23-8-15,0 4 0 16,0 3-3-16,-4 2 0 15,-4 5-2-15,-3 3-2 16,-1 5 3-16,-2 2-2 16,-4-1-6-16,1-2-29 0</inkml:trace>
  <inkml:trace contextRef="#ctx0" brushRef="#br0" timeOffset="82697.57">16100 12151 74 0,'0'0'12'0,"0"0"1"0,0 0-12 0,0 0 2 16,0 0 11-16,0 0-4 16,0 0-1-16,0 0 1 15,1 46-1-15,0-32-1 16,1 0-1-16,0 2-1 0,0 2-2 16,0-1 2-16,0 0-2 15,-1 2-2-15,0 1 1 16,0 0-2-16,-1 0-1 15,0-1 2-15,0 1-2 0,0-1 1 16,-3-1-2-16,-3 1-8 16,1-4-8-16,1-3-17 15,-2-3 21-15,2-4-48 16</inkml:trace>
  <inkml:trace contextRef="#ctx0" brushRef="#br0" timeOffset="83747.72">16137 12134 19 0,'0'0'37'0,"0"0"-35"0,0 0 3 0,0 0 4 16,0 0 1-16,0 0-3 16,0 0-2-16,0 0-3 15,0 0-2-15,0 0 1 16,29-25-1-16,-28 25 2 0,-1 0-4 15,0 0 0-15,0 0-1 16,2 3 10-16,0 1-2 16,0 3 0-16,4 0 0 15,-2 3 1-15,1 0-2 16,2 1-1-16,-1 3-1 0,1-2 1 16,0 1 0-16,0-2-1 15,-2 0 1-15,1-1-2 16,-2 0 3-16,0-3 0 15,2-1 2-15,-4 1-1 16,1 0 0-16,-1-3-4 16,0 2 1-16,2-2 1 0,-4-1-2 15,2 0 0-15,-2-2 0 16,0 0 0-16,0 0 0 16,0-1 2-16,0 0 2 15,0 0 9-15,2 0 3 16,-2-2-9-16,1-5-5 0,0 0-1 15,2-3 2-15,-1-1-2 16,3 0-1-16,-2-1-1 16,0-3 1-16,2 0 0 15,0 1-2-15,3-1 1 16,-2-1-1-16,4 0 1 0,-3 2-4 16,2-1 1-16,2 2 1 15,-2 0 3-15,0 0-3 16,2 2-4-16,-4 2 11 15,1 2-5-15,-2 1 0 16,2 2 0-16,-5 4-1 0,1 0 0 16,0 0 0-16,-2 2-3 15,1 6 0-15,1 3 2 16,3 2 2-16,-4 3 2 16,1-2 2-16,0 2-3 15,1-2 2-15,-1 3-1 0,2 0-1 16,-2-1 1-16,-1 1-1 15,2 1 1-15,-3 3 0 16,-2-2 1-16,2 2-1 16,-2-1 1-16,0 3-4 15,0-3 4-15,0 2-2 16,0 2 0-16,0 2 0 0,0 3-1 16,0 0-10-16,0 0-18 15,0-4-40-15,0-5-50 16</inkml:trace>
  <inkml:trace contextRef="#ctx0" brushRef="#br0" timeOffset="84526.18">16722 12369 154 0,'0'0'-9'0,"0"0"25"0,0 0-12 0,0 0-4 16,0 0 0-16,0 0-8 16,0 0 0-16,7-37-1 15,-7 35 3-15,-2 1 2 16,-3-1 9-16,1 2 2 0,0 0 3 15,-2 0-7-15,0 0-1 16,0 0 3-16,-1 6-6 16,-1 1 5-16,1 3-4 15,-3 1-2-15,4 2 4 16,-2 0-2-16,3 4 0 16,-3 0 0-16,6-3 0 0,0 2 0 15,2 0 0-15,0-4 0 16,0 0 0-16,2-1 0 15,2-4 0-15,4 0 6 16,-3-4-5-16,1 1 2 0,1-2 2 16,2-2 0-16,-2 0 5 15,1 0-1-15,-2-3 1 16,4-4-3-16,-3-2 0 16,0-1-3-16,3-1 2 15,-2-2-5-15,0 0 2 0,1-2-2 16,-3 1 0-16,2 1 2 15,-1 0-2-15,1 2 0 16,-4 0 0-16,1 2-1 16,2 2 0-16,-4 2 1 15,0 1-1-15,2 2 0 16,-3 1 0-16,-2 1-1 16,2 0-2-16,-1 0-1 0,0 6 1 15,0 1 0-15,0 3 2 16,0 2 6-16,-1 0-3 15,2 2-1-15,0-1 2 16,0-2-2-16,2 0 1 0,0 0 1 16,0-4-2-16,1 0 0 15,0-3 1-15,2-1-2 16,-2 0 1-16,2-3 2 16,-1 0-2-16,3 0 1 15,-1 0 0-15,3-1-1 0,0-7-9 16,2 1-20-16,-2-3-18 15,0-5-17-15,-1 1-18 16</inkml:trace>
  <inkml:trace contextRef="#ctx0" brushRef="#br0" timeOffset="84917.77">17036 12065 54 0,'0'0'19'0,"0"0"-14"0,0 0 1 0,0 0-2 16,0 0 2-16,0 0 9 16,13 38 0-16,-12-19-6 0,1 0 0 15,1 4 3-15,0-2-1 16,1-1-3-16,-1 2-3 16,0-3-1-16,0 1-2 15,0-1-1-15,-1-2 0 16,-2 1 0-16,0 1 0 15,0-1-1-15,0-1-6 16,0-1-2-16,-7-2-22 0,1-4-28 16</inkml:trace>
  <inkml:trace contextRef="#ctx0" brushRef="#br0" timeOffset="85700.29">17009 12288 96 0,'0'0'3'0,"0"0"0"16,0 0 6-16,38-6 0 16,-23 6-3-16,1-3 4 15,0 0 6-15,2-1 4 16,-1-2-9-16,-1-1-4 0,-1 0 1 15,2-3 2-15,0 0-3 16,-3-4-1-16,1 1-2 16,1-1-2-16,-1 1-1 15,-3-1-1-15,-1-3-1 16,-5 3-1-16,2-3 1 16,-4 1 1-16,-3-1 0 0,-1 0 0 15,0 4 0 1,0-1 0-16,0 7 0 0,0-3-1 15,0 7 1-15,0 3-1 0,0 0-10 16,-1 0-8 0,-1 10 25-16,0 2-8 0,-3 3 2 15,3 2 3-15,1 3-3 16,1 1 0-16,0 1 1 16,0 0 1-16,0 0 2 15,3-1 3-15,4 3-3 16,-4-3-2-16,1-1 2 0,0 0-2 15,0-1-1-15,-3-1 0 16,0-1 0-16,-1-3 0 16,0-2 1-16,1-4-2 15,-1-2 1-15,0-3 1 16,0-2-1-16,0-1-4 0,1 0 5 16,0 0 3-16,0-8-1 15,0-4 1-15,1-2-4 16,3 0 1-16,-2-3-1 15,1 1-5-15,4 2 8 16,-3 0-5-16,4 1-1 0,2 3 3 16,-2 0 0-16,3 3-1 15,0 1 1-15,2 2 2 16,2 1 0-16,-3 3-2 16,3 0 2-16,-1 0-1 15,-3 10-1-15,-1-1 0 0,-1 3-2 16,-2 0 1-16,-2 0 2 15,-2 1-3-15,1-1 5 16,-3 1-5-16,0-1-6 16,1-2-7-16,4-1-22 15,-5-1-10-15,0 0-11 0,1-3-2 16</inkml:trace>
  <inkml:trace contextRef="#ctx0" brushRef="#br0" timeOffset="86084.33">17586 12332 71 0,'0'0'6'0,"0"0"26"0,0 0 13 0,0 0-1 16,0 0-23-16,0 0-12 16,0 0-6-16,0 0-3 15,31-39 0-15,-23 34 0 16,4-1 1-16,-3-4-2 16,2-1 1-16,1 1 4 15,0-2-2-15,-2 1 1 0,-3-2 1 16,-1 2 1-16,-2 1 0 15,-3 1 2-15,-1 1-3 16,0 1 1-16,0 1 0 16,0 3-2-16,-5 2-2 0,-3 1-4 15,-1 0 5-15,1 4 0 16,-1 7 3-16,0 4-5 16,0 4 0-16,0 2 0 15,3 2 0-15,1-1-1 16,3-1 1-16,2-3-1 0,0-2 0 15,1 0-1-15,5-2 0 16,3-3 0-16,2-3-3 16,2-1 8-16,3-3-5 15,2-3-9-15,1-1-22 16,1 0-29-16,1-6-13 16</inkml:trace>
  <inkml:trace contextRef="#ctx0" brushRef="#br0" timeOffset="86881.86">17871 12273 16 0,'0'0'58'16,"0"0"-40"-16,0 0 13 16,16-39-8-16,-15 33 1 0,0 0 1 15,0 5-2-15,-1-2 1 16,0 2-5-16,0 1-13 16,0 0-5-16,0 0-5 15,2 5-4-15,-1 5 3 16,2-1 5-16,-1 3 6 0,0 1-4 15,0-1-2-15,0-1 0 16,2-2-1-16,-3 0-1 16,2-2 3-16,-3-1-1 15,2-1 0-15,-2-1 0 16,1-3 0-16,-1-1-4 0,2 0-1 16,-1 0 7-1,0-1 4-15,2-8-3 0,0-1-1 16,0-4 1-16,1 1-3 15,1-2 0-15,0 0-2 16,0 1 1-16,2 0-2 16,-1 0 3-16,4 3 0 0,-3 2 0 15,2 1 0-15,1 3 0 16,2 1-1-16,-4 1 1 16,3 3-1-16,1 0 0 15,-1 0-1-15,-3 6 0 16,2 2 1-16,-1 1 1 0,-2 2 0 15,0 1-3-15,-4 1 3 16,1 1 2-16,-1-2-4 16,0 3 0-16,-3-3 7 15,2-1-7-15,-2 0 5 16,0-4-4-16,0 1 1 0,0-5 2 16,0 1-2-16,0-2 4 15,0-2-1-15,0 0 0 16,0 0 0-16,0 0-3 15,0-7 0-15,1-3 4 16,2-2-3-16,2-2-1 0,1-1 0 16,0-1 0-16,2 0 1 15,1 2-1-15,0 0 0 16,2 1 0-16,0 3 1 16,1 2-2-16,-2 2 1 15,1 3-1-15,1-1 0 0,-1 4 0 16,0 0-2-16,1 3 2 15,-2 5 1-15,-1 1 0 16,1 4 0-16,-3 2 0 16,1 2 0-16,-3-2 1 15,2 2 0-15,-3-2-2 0,0-1 1 16,1 0-9-16,-1 1-2 16,1-4-8-16,4-4-54 15,-2 0 60-15,3-7-40 16,3 0 10-16</inkml:trace>
  <inkml:trace contextRef="#ctx0" brushRef="#br0" timeOffset="87351.74">18453 12288 19 0,'0'0'20'0,"0"0"10"0,40-47-9 15,-31 35-4-15,-3 0 2 16,-1 3 4-16,-3 1 4 0,-2 2 0 16,0 2-1-16,0 1-4 15,-3-1-15-15,-3 3-3 16,0 1-4-16,-3 0 2 15,-2 0-1-15,1 0 1 16,0 8-2-16,-2 0-1 16,2 6 5-16,2 2-4 0,1-2-1 15,5 3 0-15,2-3-1 16,0 1 0-16,0-3-4 16,5-2 1-16,4-1 0 15,-2-5 4-15,3 0-2 16,2-4 2-16,-1 0 7 0,2-1-4 15,1-9 0-15,-1-1-1 16,3-2 1-16,-1-3-1 16,0-1 1-16,-1 2 1 15,0 0-1-15,-3 1-2 16,-2 4 0-16,-1 3 1 0,-3 3-2 16,0 3 1-16,-2 1-2 15,1 0-3-15,-1 7 2 16,2 4-1-16,-1 3 3 15,-1 2 4-15,2-1-2 16,-1 4-1-16,-2-4 0 16,3 0 1-16,1-2-1 15,-3-2 0-15,4 0-10 0,-2-1-11 16,1-5-4-16,1-3-46 16,4-2 43-16,-3 0-65 15</inkml:trace>
  <inkml:trace contextRef="#ctx0" brushRef="#br0" timeOffset="87708.41">18828 11789 72 0,'0'0'0'0,"0"0"3"0,0 0 19 15,0 50 7-15,2-25-6 16,3 5-11-16,0 4-3 16,1 3-1-16,0-3-4 15,2 2-3-15,-4-6 2 0,-1-1-1 16,0-2 0-16,-2-2 6 15,-1-3-7-15,0 1 2 16,0-2-1-16,-1-1-1 16,-4-3 0-16,2 0 1 15,-4-5-24-15,3-4-16 0,1-4-14 16,-3-4-36-16</inkml:trace>
  <inkml:trace contextRef="#ctx0" brushRef="#br0" timeOffset="88085.69">18723 12182 48 0,'0'0'3'0,"0"0"13"0,0 0 6 16,35-14-3-16,-20 10 1 15,0 1-1-15,5 0-3 16,-3-1-3-16,6 0-6 16,-3 1-4-16,0-1 0 0,-2 2 1 15,-1 0-2-15,-1 0-1 16,-2 2-1-16,-4 0 0 16,0 0 0-16,-4 0 2 15,2 6-1-15,-6 2 9 16,0 2-2-16,-1 4 0 0,-1 2-1 15,0 2-1-15,0 1 0 16,0-1-2-16,0 2-3 16,1-1 1-16,0-4-2 15,3 1-4-15,-2-5-28 16,1-2-21-16,-1-5-14 16</inkml:trace>
  <inkml:trace contextRef="#ctx0" brushRef="#br0" timeOffset="88284.16">19040 11936 200 0,'0'0'15'0,"0"0"-2"16,0 0-9-16,0 0-2 0,0 0-18 15,0 0-28-15,-39-10-4 16,36 21-12-16</inkml:trace>
  <inkml:trace contextRef="#ctx0" brushRef="#br0" timeOffset="88626.14">19180 12028 62 0,'0'0'-10'0,"0"0"20"16,0 0 16-16,0 0 3 16,0 0-6-16,0 0 0 15,0 0-6-15,0 0-5 0,-30 4-6 16,21 12-5-16,0 2 0 15,2 3 1-15,1 1 0 16,4-1 0-16,2 0 1 16,0-1-4-16,0-1 2 15,8-1 2-15,3-1-1 0,0-1-1 16,3-2-1-16,4-3 3 16,-3-1 2-16,4-3-6 15,1-4-23-15,-2-3-33 16,0 0 7-16</inkml:trace>
  <inkml:trace contextRef="#ctx0" brushRef="#br0" timeOffset="89116.96">19371 12103 142 0,'0'0'10'0,"0"0"6"15,0 0 9-15,0-37-9 16,0 30-15-16,0 0 1 15,0 1 9-15,0 2-3 16,2 0-7-16,3 1-1 16,2 0-1-16,0 3 1 0,2 0 0 15,-1 0-2-15,0 0 1 16,0 7-1-16,-1 7 1 16,-1 1 2-16,-3 4-3 15,-1 1-3-15,-1 2 5 16,-1-1 0-16,0-1-1 15,-1-3 4-15,-6-2-7 0,-2 0 6 16,-5-3 1-16,1-3-1 16,0-1-4-16,-1-3 9 15,2-3-4-15,1-1 0 16,5-1-1-16,1 0-3 0,4-7-7 16,1-2-1-16,0-1 7 15,6-1 3-15,6 1 0 16,-3 1 1-16,3 2 1 15,1 3 0-15,-1 0 4 16,2 3 0-16,-1-1 1 16,1 2-5-16,0 0-1 0,0 0-2 15,0 0 1-15,-2 2 0 16,1 0-3-16,-5 1-17 16,0-2-7-16,-2-1-20 15,0 0-10-15,-2 0-15 16</inkml:trace>
  <inkml:trace contextRef="#ctx0" brushRef="#br0" timeOffset="89483.61">19580 11566 140 0,'0'0'-21'0,"0"0"36"0,0 0-4 16,0 0 3-16,0 0 4 15,0 0-9-15,0 0-12 0,0 0 8 16,0 0 16-16,0 53-3 15,0-14-2-15,1 4-7 16,2 7-2-16,3 1-2 16,-2 2-4-16,4 0-1 15,-3 0 1-15,1 1 0 16,0-3 0-16,1 4-1 0,1-5-14 16,-2-6-35-16,3-8-57 15</inkml:trace>
  <inkml:trace contextRef="#ctx0" brushRef="#br0" timeOffset="89942.15">20411 11899 99 0,'0'0'8'0,"0"0"13"0,0 0-8 0,-42-26-3 0,32 22-4 16,1 0 0-16,0 1 1 16,0 2-3-16,-1 1 6 15,1 0-2-15,-1 4-2 16,-1 7-4-16,0 6 0 0,-3 4 5 16,4 6 0-16,3 0 1 15,0 4-4-15,5-1-1 16,2 0 0-16,0-4-6 15,6-4 4-15,3-2-1 16,2-6 0-16,4-2-1 16,0-4 1-16,5-4-16 0,0-4-37 15,4 0-18-15</inkml:trace>
  <inkml:trace contextRef="#ctx0" brushRef="#br0" timeOffset="90710.72">20559 11982 117 0,'0'0'21'16,"0"0"6"-16,0 0-17 15,0 0-11-15,0 0 3 16,-48-2-2-16,37 13 4 0,-3 2 0 16,2 2 1-16,1 5 1 15,1-3-3-15,3 3 0 16,5-3-2-16,0-3-2 15,2 0 3-15,0-2-4 16,2-4 0-16,3-2 3 0,3 0 0 16,-1-5-3-1,2-1 6-15,-2 0 1 0,2 0-2 16,2 0-1-16,0-7-2 16,-4-3 0-16,4 0-1 0,-4-3 2 15,0-3 0 1,1 0 0-16,-1-2 0 0,0 0-1 15,0 0-2-15,1-1 3 16,-1 4-3-16,0 3 2 16,1 1 0-16,-1 2 0 15,1 2 1-15,0 3-2 0,-3 1 0 16,3 3 0-16,-1 0 0 16,1 0-1-16,2 0 0 15,-1 3 0-15,2 7 0 16,-1 1 0-16,0 3 2 15,-3 2 0-15,-2 3 3 16,-1 0-3-16,-2 1-1 16,-2 0 5-16,0-2-2 0,0-2 0 15,-5 0 3-15,0-3-4 16,-1-2 4-16,0-4-2 16,2-1-3-16,1-2 3 15,-2-2-1-15,2-2 1 0,-1 0 1 16,3-5-6-16,-1-5-6 15,-1-4-1-15,3-1 11 16,0-4-5-16,5-1 1 16,1-1 3-16,4 1-1 15,4 4 0-15,-1 0 0 0,1 3 1 16,2 1 0-16,0 5 0 16,2 0-1-16,0 4 1 15,-3 3-1-15,2 0 2 16,-2 3 0-16,1 8 1 15,-3 3-2-15,-2 2-3 16,-1 4 4-16,-4 0 0 0,0 0-4 16,-5-2-12-16,-1-1-12 15,0-3-12-15,0-3 5 16,0-3-1-16,0-5-48 16</inkml:trace>
  <inkml:trace contextRef="#ctx0" brushRef="#br0" timeOffset="91066.86">20974 11960 100 0,'0'0'14'0,"0"0"7"0,0 0-6 0,0 0 0 16,0 0-13-16,0 0 4 15,42 25 3-15,-34-9-4 0,-1 2-3 16,2 1-1-16,-1-1 1 16,-1-1-1-16,1-1-1 15,-3-5 2-15,-1-2-1 16,0-4-2-16,-1-3 2 16,-2-2 11-16,1 0 23 0,-2 0 2 15,0-9-15-15,0-5-8 16,0-2-6-16,2-2-2 15,-1-5-5-15,4-2 0 16,-1-1-1-16,5 3-13 16,-1 2-20-16,2 3-29 0,2 3-17 15,-1 4-8-15</inkml:trace>
  <inkml:trace contextRef="#ctx0" brushRef="#br0" timeOffset="91333.43">21272 11887 146 0,'0'0'47'0,"0"0"-53"15,0 0 2-15,0 0 5 16,2 39 4-16,-3-24 10 0,-1 1-4 16,-2-1-3-16,1 2-3 15,2-1 2-15,-2-2 0 16,3 2-5-16,0-2 1 15,0-3-2-15,0 1 0 16,1-2-2-16,5-5 3 0,1 0 0 16,1-4-1-16,3-1 0 15,1 0-7-15,0-6-53 16,1-8-64-16</inkml:trace>
  <inkml:trace contextRef="#ctx0" brushRef="#br0" timeOffset="91472.18">21325 11778 168 0,'0'0'-26'16,"0"0"35"-16,0 0-12 16,0 0-59-16</inkml:trace>
  <inkml:trace contextRef="#ctx0" brushRef="#br0" timeOffset="91898.39">21401 11982 112 0,'0'0'-2'16,"0"0"8"-16,0 0 18 16,0 0 12-16,38-2-19 0,-27-6-10 15,-4-2-2-15,2 0 1 16,1-1 0-16,-3 0-2 16,-2-2-2-16,-2 2 0 15,-1-1 0-15,-2 4 0 16,0 1 0-16,0 2 1 0,-1 4-6 15,-3 1 4-15,-4 0-4 16,-2 6 6-16,1 8 4 16,0 3-1-16,0 3-2 15,2 2 0-15,2 1-2 16,4-1 1-16,1-3 1 16,0 0-2-16,4-5-2 0,3-1 0 15,4-5-2-15,2-1 1 16,2-4-4-16,0-3-40 15,1 0-34-15,-1-3-33 16</inkml:trace>
  <inkml:trace contextRef="#ctx0" brushRef="#br0" timeOffset="92383">21633 11940 108 0,'0'0'4'15,"0"0"17"-15,0 0 8 16,0 0-4-16,0 0-10 0,0 0-9 15,0 0-6-15,0 0-5 16,0 0 5-16,24-6 6 16,-23 16 1-16,1 5-1 15,1-1-2-15,-2 1 1 0,0-1-4 16,1 0 1 0,-2-1-1-16,0-3 0 15,0-3 1-15,0 0-1 0,0-5 0 16,0 0 1-16,0-2 1 15,0 0 5-15,0-1 1 16,0-7-6-16,0-2-4 16,0-6-1-16,0-1 11 0,0 0-9 15,5-3-3-15,1 2 2 16,1 0 1-16,0 0 0 16,2 5 1-16,1 2-1 15,1 1 0-15,-1 3-1 0,1 3 0 16,1 1-1-16,-1 3 0 15,-1 0-2-15,0 0 1 16,-1 6 1-16,-1 5-2 16,-3 0 3-16,-1 5 3 15,1 0 1-15,-3 2 0 16,-2 0-2-16,0 2 3 16,0 0-1-16,0-3-3 0,-5 2-2 15,4-5-22-15,1-4-21 16,0-6-26-16,0-4-26 15</inkml:trace>
  <inkml:trace contextRef="#ctx0" brushRef="#br0" timeOffset="92597.03">21925 11876 206 0,'0'0'22'0,"0"0"-18"0,0 0 4 16,0 0 5-16,0 0-5 16,0 44-4-16,3-31-3 15,-1-2 0-15,0 2-1 0,-1-3 1 16,0-1-11-16,-1-3-37 16,0-6-85-16</inkml:trace>
  <inkml:trace contextRef="#ctx0" brushRef="#br0" timeOffset="92731.2">21950 11732 254 0,'0'0'-15'16,"-4"-38"17"-16,3 24-1 0,1 5-1 16,0 5-29-16,0 1-71 15</inkml:trace>
  <inkml:trace contextRef="#ctx0" brushRef="#br0" timeOffset="93102.47">22016 11923 113 0,'0'0'4'0,"0"0"29"16,0 0 8-16,39-2-20 0,-30-4-14 15,-2-2-2-15,-1-2-1 16,-1 0 2-16,-2-3 2 16,-1 3 4-16,-2-2-5 15,0 0-4-15,0 4 0 16,0 1-2-16,0 4 0 0,0 0-3 16,-4 3 2-16,-1 0-3 15,-2 4 6-15,1 9-1 16,-1 0 0-16,2 3-1 15,1 2-1-15,4-1-2 16,0 0 1-16,0-2 1 16,4-3-2-16,3-1 1 0,3-2-1 15,2-5-5-15,2-3 15 16,2-1-12-16,2 0-29 16,1-4-34-16,-1-6-21 15</inkml:trace>
  <inkml:trace contextRef="#ctx0" brushRef="#br0" timeOffset="93557.56">22293 11839 58 0,'0'0'27'16,"0"0"8"-16,0 0-5 15,0 0-13-15,0 0-9 0,0 0-5 16,0 0 4-16,0 0-3 16,0 0 6-16,25-19 4 15,-24 28 1-15,1 1-5 16,0 0-5-16,1 1-1 15,1 2-1-15,-1-2-1 0,0-1 0 16,1 0-1-16,0 0 1 16,-3-3-2-16,1-2 1 15,0-1 0-15,0-2 1 16,-1-1-2-16,0-1 3 16,1 0 9-16,-2 0 15 15,0-3-9-15,0-6-14 0,0-1-3 16,0-3 5-16,2-1-3 15,0-3-4-15,3 0-1 16,2 0 0-16,0 3-1 16,1 0 2-16,1 2 1 0,0 4 0 15,0 2-1-15,0 2 0 16,0 4 0-16,1 0-2 16,0 0 0-16,0 4-2 15,1 5 2-15,1 1 0 16,0 2 2-16,-1 0 1 15,0-1 0-15,-1 3 0 0,-1-2-2 16,0-2-16 0,1-3-20-16,-2 0-36 0,1-3-21 15</inkml:trace>
  <inkml:trace contextRef="#ctx0" brushRef="#br0" timeOffset="94146.74">22763 11704 155 0,'0'0'22'0,"0"0"-6"0,0 0-10 0,0 0-5 16,0 0-5-16,-45-20 0 16,32 20 10-16,1 0 2 15,1 3-2-15,-2 4 1 16,3 2-3-16,-4 2-1 0,3 1 2 15,2 4-4-15,0 1 3 16,1-1-3-16,3 2 3 16,-1-1 0-16,3-1 2 15,2 2-3-15,1-2 1 16,0 0-3-16,0-1-2 16,7-3 0-16,2-1 2 0,3-4 2 15,1 2-3-15,3-4 4 16,-1-2 7-16,2 0-8 15,3-3 1-15,0 0 1 0,3-3-2 16,-3-3 0-16,2-5 0 16,-2 0-2-16,0-2 3 15,-2-1-3-15,-3-2 2 16,-1-1 0-16,-2 0 0 16,-1 0 0-16,-5 3-2 15,-1 1-1-15,-5 0 0 0,0 4-1 16,0 4-4-16,-1 2-1 15,-9 3-3-15,-1 0-8 16,3 0 6-16,-3 7 10 16,-2 3 2-16,3 3 2 15,4 1-2-15,-2-1-2 16,5 0 1-16,3 0 0 0,0-3 0 16,0-2-1-16,7-3-2 15,3-1 1-15,2-4 2 16,4 0 10-16,0 0-10 15,4-5-33-15,-1-6-82 0</inkml:trace>
  <inkml:trace contextRef="#ctx0" brushRef="#br0" timeOffset="94376.09">23159 11448 212 0,'0'0'13'0,"0"0"-11"0,0 0-4 0,0 0 0 16,0 0 1-16,0 0-12 15,0 0-30-15,0 0 2 16,0 0-9-16</inkml:trace>
  <inkml:trace contextRef="#ctx0" brushRef="#br0" timeOffset="94468.55">23216 11460 88 0,'0'0'50'0,"0"0"-9"15,0 0-31-15,-18 42-1 16,3-15-2-16,-4 2-16 16,-3-5-86-16</inkml:trace>
  <inkml:trace contextRef="#ctx0" brushRef="#br0" timeOffset="95898.07">16143 11816 74 0,'0'0'13'0,"0"0"8"0,0 0-2 0,0 0 1 0,0 0-5 16,0 0 0-16,-40-20-2 16,34 17-5-16,-1 0-1 15,0 2-3-15,-3 0-4 16,3-1 1-16,-3 2 0 15,-2 0-1-15,-1 0-2 0,-1 0 5 16,0 6-4-16,-4 0 3 16,-1 1-2-16,1 0-2 15,3 3 5-15,2-2-3 16,0 2-2-16,2 0 2 16,4 1-2-16,-1 1 1 0,3 2-2 15,-2 3 2-15,3 2-1 16,1 2 1-16,-2 6 0 15,2 3 1-15,1 2-1 16,1 4 0-16,-3 2 2 16,2 1-2-16,0 0 2 0,1 0-1 15,1-1-1-15,0 2 0 16,0-2 1-16,0 2 0 16,0-2 0-16,2 1 0 15,3-4 0-15,-1 1 2 16,5-2 0-16,-1 1 0 0,5 0 0 15,2-1 1-15,7 1-2 16,3-1 0-16,4 0 1 16,4-3 1-16,7-2-2 15,8-7 1-15,3-3-2 16,12-6 5-16,8-6-5 0,9-4 2 16,6-3-1-16,12-2 1 15,7-9 0-15,4-3 1 16,6-2-1-16,5-4-17 15,-3-3-47-15,-1-8-41 0</inkml:trace>
  <inkml:trace contextRef="#ctx0" brushRef="#br0" timeOffset="97885.04">15812 11715 170 0,'0'0'-24'0,"0"0"44"0,0 0 1 16,0 0-5-16,0 0-6 15,23-41-9-15,-16 34 0 0,2 0 0 16,2 0-1-16,-2-3 1 16,7 3-1-16,-5-3 0 15,3 5 0-15,3-2-1 16,1 3 2-16,2-1-1 16,1 2-1-16,3-1 1 15,5 2 1-15,1-1-2 0,1 0 1 16,6-1 0-16,3 1-1 15,4-1 1-15,2-3-1 16,3 0 1-16,3-2 1 16,-1-1-1-16,5-1 1 15,2 0 5-15,3-1-5 0,3-2 1 16,5 3-1-16,1-2-1 16,3 0 1-16,3 0-1 15,-3 1 0-15,4-1 1 16,-1 1-2-16,4-2 2 15,1 0-1-15,2 0 0 0,2-2 1 16,2-1-1-16,4 0-1 16,-5-3 1-16,-1 2 1 15,4-1-1-15,-4 3 0 16,2-1 2-16,0 3-2 16,0 2 0-16,0 2 0 0,-3 1 0 15,-3 0 0-15,-2 1 0 16,-1 1 0-16,3 0 0 15,-3-2 0-15,2 2-2 16,3 0 4-16,1 0-2 16,1-1 0-16,-3 1 0 0,-2 2 0 15,1-1 0-15,1 1 1 16,-1-1-1-16,2 2 0 16,4-2 2-16,4 1-4 15,-1-2 1-15,-1-2-1 16,1 0 1-16,1-1 1 0,3-2-1 15,-6-1 1-15,2-1 0 16,-3 0 0-16,1-1 1 16,-3 1 0-16,-6 1 2 15,3 2 1-15,-1 2-2 16,-1 2 0-16,0 3-2 16,0 1 0-16,-3 2 1 0,1 1-2 15,-4 0 2-15,-4 0-1 16,2 4 0-16,-2 3 0 15,0 0-1-15,2 2 2 16,1-1-1-16,2-1 0 16,-2-1 0-16,-1-2 0 0,-2-1-1 15,-5 0 1-15,-1-2 0 16,-4 1 3-16,1-2 2 16,-3 0-2-16,-4 1 0 15,2-1-1-15,-2 2 0 16,1-1-1-16,-5 3-1 0,-1 1 5 15,-1 0-5-15,-3 2 1 16,0 2 0-16,-1 1-2 16,0 0 2-16,-2 1-1 15,0 0 0-15,-2 2 0 16,-1 0 0-16,-3 4 0 0,-1 0 0 16,0 3 0-16,-1 0 1 15,-2 3-1-15,-2 2 2 16,1 2-1-16,-2 3 0 15,0 0 0-15,0 2-1 0,1 1 2 16,-3 0-1-16,0 5 0 16,-3 2 0-16,-1 0-1 15,-5 4 1-15,-2 0 0 16,-7 0-1-16,-7 1 0 16,-2-1-1-16,-7-4 0 15,-12-2 3-15,0-3 2 0,-3-4-2 16,0-3 2-16,-2-1-4 15,-4 0 1-15,-3 0-1 16,-7 1 2-16,-3-1-2 16,-3 3-1-16,-8-1 2 15,-3-2-8-15,-3 0 11 0,-3-2-3 16,-4 2-1-16,-7 0 1 16,-4 0-3-16,-5 3 1 15,-5 1-3-15,-9 3 2 16,-2 0-1-16,-6 2-10 15,-4-2 21-15,-3 0-8 0,-3-3 1 16,-1-1 1-16,-3-2-2 16,-3-2 0-16,-3-4 2 15,-2-1-1-15,-6-1 1 16,-2-2 2-16,-4-1 1 16,-4 3 1-16,1-3-4 15,-1 4 3-15,3-1-1 0,2 2 3 16,-1-1-3-16,3 0-1 15,-1 2-1-15,1-2 0 16,-2 2-2-16,-1-3 0 16,3 2 0-16,0 1 0 0,-2 0-5 15,3 1-3-15,0 3 12 16,1-1-11-16,-1 2 5 16,-1-2 1-16,4-2-2 15,2-3-2-15,-1-3 11 16,4-2-4-16,0-3-1 0,4-2-3 15,2-5 2-15,0-3 1 16,3-3 0-16,7 0 1 16,3-10 3-16,1-6-1 15,6 1 2-15,6-4 4 16,4-1 1-16,2 2-5 16,8-1-4-16,6 4-2 0,6 2-3 15,2 0-21-15,3 3-17 16,3 0-56-16,4-1-5 15</inkml:trace>
  <inkml:trace contextRef="#ctx0" brushRef="#br0" timeOffset="98909.94">18454 11353 56 0,'0'-3'1'0,"0"0"1"0,0 2-4 0,0 1-16 0,-3-3-13 16,-2 3 23-16</inkml:trace>
  <inkml:trace contextRef="#ctx0" brushRef="#br0" timeOffset="99344.35">18472 11298 41 0,'0'0'1'0,"0"0"2"15,0 0-2-15,0 0 0 16,0 0-1-16,0 0-5 16,0 0 3-16,0 0 0 15,5 35 2-15,0-32 1 16,4 1 6-16,-2-2 0 0,2-2 3 16,1 0 1-16,-1 0-1 15,2 0-3-15,1 0-1 16,4-9-3-16,4-1-2 15,2-3-1-15,5-6 0 0,6-4 0 16,7-6 2-16,8-6 5 16,10-3 4-16,11-5-2 15,14-7-2-15,9-5-5 16,9-5-2-16,6-2-6 16,2-6-40-16</inkml:trace>
  <inkml:trace contextRef="#ctx0" brushRef="#br0" timeOffset="104301.19">16252 14840 1 0,'0'0'1'16,"0"0"1"-16,0 0-2 0,0 0 0 0,0 0 2 15,0 0 4-15,0 0 11 16,0 0 3-16,0 0 3 0,0 0-9 15,0 0-5-15,-2 15-2 16,1-6 4-16,-3 2 0 16,-3 2 1-16,4 1 6 15,-3 3-4-15,0 3 0 0,3 0-7 16,-2 4 4-16,0 2-6 16,3-1-2-16,2-1-2 15,-2 1 0-15,2-1 0 16,0-3-1-16,0 0 1 15,-4-1-1-15,0-1 1 16,1-1-2-16,-7 2-13 0,2-7-37 16,-3 0-30-16</inkml:trace>
  <inkml:trace contextRef="#ctx0" brushRef="#br0" timeOffset="104630.36">15933 15372 72 0,'0'0'19'0,"0"0"4"15,39 0-11-15,-21 0-1 16,1 0-1-16,2-2 3 15,3-2 3-15,-3 2-1 0,5-2-5 16,0-1 0-16,3 0 0 16,0-1-2-16,4 0-2 15,-1-1-2-15,1-1-2 16,2 1 0-16,-4-2-1 16,-1 3 2-16,-3 2-1 15,-4 1-4-15,-6 3-21 0,-5 0-28 16,-4 2-23-16</inkml:trace>
  <inkml:trace contextRef="#ctx0" brushRef="#br0" timeOffset="105359.26">16166 15581 111 0,'0'0'0'16,"0"0"14"-16,0 0-9 16,0 0-3-16,0 0-1 0,0 0-2 15,0 0-1-15,0 0 1 16,0 0 5-16,-18-34 2 15,27 26 1-15,2 0-3 16,3-1-2-16,0 0-1 16,0 3 1-16,2-1-2 0,-2 2 0 15,0 3 0-15,-4 1 0 16,2 1 2-16,-4 0-2 16,0 1 2-16,-4 8-1 15,2 1 1-15,-3 2 1 16,-3 1-2-16,0 1 0 0,-3 1 0 15,-5 1-1-15,-2 2 2 16,-3 0-1-16,-2 0-1 16,0 3 1-16,-1-2-1 15,-1 0 0-15,2-2-1 16,-1-3 0-16,3 0 1 0,2-4-3 16,0 0 2-16,4-4 0 15,0-3-1-15,3-2-2 16,0-1 5-16,1 0-1 15,2 0 1-15,0 0 3 16,1-1 2-16,0-5-3 0,0 3-3 16,9-2 1-16,-2 0-1 15,3-1 0-15,2 0 0 16,-1 1 0-16,2-2 0 16,-2 3-1-16,0-2 1 15,2 3-2-15,0 1 0 16,0 0 4-16,3-1-1 15,-1 3 1-15,1-1 0 0,1 1-1 16,-1 0 0-16,-3 0 3 16,-1 0 1-16,-4 0 0 15,1 0 7-15,-3 0-8 16,2 3-2-16,-3-2 0 0,3 3 0 16,-7-1-14-16,-1-3-54 15</inkml:trace>
  <inkml:trace contextRef="#ctx0" brushRef="#br0" timeOffset="107020.55">13303 11650 132 0,'3'-9'3'0,"5"-2"11"0,1 1-2 0,3 0-8 0,2 0 1 15,1 1-3-15,1 1-1 16,3 1 0-16,-1 0-2 15,2 2 2-15,0 0-1 16,5-1 1-16,4 1-1 0,1-1 0 16,7-1 0-16,5-2 0 15,4 1 0-15,7-1-4 16,-2-2 5-16,5 0 0 16,2-1 1-16,0 1 6 15,3-2-1-15,2 3 1 0,1-3-3 16,1 3 0-16,1-4-2 15,4 1 0-15,0 1 0 16,1-3-1-16,1 0 2 16,-1 1-1-16,-2-1-1 0,-1 3 1 15,-4 0-3-15,-5 1 0 16,-4 2 1-16,-3 2-1 16,-7 0 2-16,-6 3-2 15,-2 3 1-15,-9 1-1 16,-5 0-12-16,-8 0-22 0,-8 8-11 15,-7 1-13-15</inkml:trace>
  <inkml:trace contextRef="#ctx0" brushRef="#br0" timeOffset="107438.9">13647 11569 89 0,'0'0'-6'0,"50"0"9"0,-15-4 5 0,9-3-2 0,8-3 1 16,5 0 0-16,9-3-1 16,4-1 0-16,4-3 1 15,7-2-4-15,9-1 5 16,4-4-1-16,3 0-1 15,5-3-2-15,5 0 0 16,1 0-1-16,-3 4-1 0,3 2-1 16,-4 3-4-16,-6 0-21 15,-11 0-82-15</inkml:trace>
  <inkml:trace contextRef="#ctx0" brushRef="#br0" timeOffset="110086.78">13925 11598 189 0,'-27'-13'6'0,"7"0"8"0,4 3-8 0,5 1-3 15,2 2 0-15,2 2 2 16,3-1 0-16,2 3-4 15,2-3 1-15,0 4-7 16,0-1-3-16,4 0-9 0,7 0 5 16,2 0 9-16,3-1 2 15,4 0-2-15,3-3 0 16,8 2 1-16,4-2 5 16,9-2 0-16,4 1 0 15,6 0 6-15,4-1-9 16,3 1 3-16,4 1-3 0,3-1 1 15,2 3-2-15,6-1 3 16,-2-1 3-16,8-2 0 16,-2 1 0-16,5-1 1 15,3-2-3-15,6 0 1 16,2-4-3-16,-1 1 1 16,2-1 0-16,3 0-2 0,-5 1 1 15,-3 3 0-15,-1 1-1 16,-4 0 0-16,-5 4 1 15,-3 1-1-15,-4 2 0 16,-1 0 1-16,-7 1-1 16,-4 2 1-16,-6 0-1 0,-9 0 1 15,-9 3-12-15,-8 5-18 16,-14 0-24-16,-14 2-24 16</inkml:trace>
  <inkml:trace contextRef="#ctx0" brushRef="#br0" timeOffset="110614.28">13895 11536 87 0,'0'0'5'0,"81"-21"15"0,-29 8 2 16,5-1-7-16,7-3-2 16,9 0-5-16,2-1-3 15,7 0-2-15,2-1-1 0,6 0-2 16,2 3 0-16,2-2 2 16,-1 0-2-16,-1 1 0 15,4 2 0-15,-3 0 3 16,0 3 2-16,0-2 0 15,1 5 0-15,-5-2-2 0,-3 1 0 16,-3 3-1-16,-3-3-1 16,-5 5 0-16,-7-1 0 15,-5 2 0-15,-4 2-1 16,-8-1 0-16,-7 3 1 0,-6 0-2 16,-9 0-20-16,-8 0-32 15,-13 0-56-15</inkml:trace>
  <inkml:trace contextRef="#ctx0" brushRef="#br0" timeOffset="117780.23">16729 14963 52 0,'0'2'8'0,"0"2"-4"0,-2 0 3 0,-3 3 4 0,-1-1-2 16,-2 1 0-16,0 2 2 15,-2-2 0-15,1 0 3 16,2-1 0-16,-4 1-3 16,2-4-4-16,2-1-1 15,0 0-3-15,2-1 0 0,-1-1 2 16,2 0 0-16,1 0 3 16,1 0-2-16,2 0 1 15,0-4-3-15,0-2-4 16,2-1 0-16,4 0-2 15,4 1 2-15,1-1-1 0,0 3 3 16,0-1-1-16,-2 2-1 16,1 1 1-16,0 2-1 15,0 0 1-15,-2 0 0 16,1 7 0-16,-4 4 2 16,0 1-2-16,-1 6 0 15,-2 0 0-15,-2 1 1 0,0 1 0 16,0-3 0-16,-6 2-2 15,-2-1 1-15,-5-2 1 16,2-1-1-16,-2 0 1 16,0-4 0-16,1-1 0 15,3-2 1-15,-2-2-2 0,1 0 1 16,4-5-1-16,-1-1 1 16,3 0 0-16,2 0 1 15,-2 0-2-15,3 0-2 16,1-4 3-16,0 0-3 0,0-3 0 15,0 0-2-15,7 1 3 16,-2 0 0-16,3 1-1 16,-1 0 1-16,3 3 0 15,0 1 1-15,1 1-1 16,-2 0 1-16,1 0-1 16,2 2 0-16,-2 5 1 15,1 3 0-15,-1 1-1 16,2 2 2-16,-1 0 0 0,3-1-4 15,-1-1-24-15,1-6-34 16,1-5-35-16</inkml:trace>
  <inkml:trace contextRef="#ctx0" brushRef="#br0" timeOffset="118565.19">17296 14509 29 0,'0'0'95'0,"0"0"-89"0,0 0 21 0,0 0-9 0,0 0-2 16,0 0-7-16,0 0-3 16,0 0-2-16,0 0 0 15,0 0-3-15,0 0 0 16,0 0-1-16,-26-7-1 0,22 7 0 15,-5 0 2-15,2 0-2 16,-2 0 2-16,0 5 0 16,0-2-1-16,-1 2 0 15,1 0 0-15,4 1 0 16,-4-1 0-16,5 1 0 0,1 0-1 16,1-2 0-16,2 2 0 15,0 2 0-15,0 1 1 16,0 1-1-16,0 3 1 15,0 3 0-15,0 3-1 16,0 5 0-16,4 1 2 16,-1 3-2-16,3 1 1 15,-1 1 1-15,1 1-1 0,1 1 0 16,-4 2 1-16,-1 0-1 16,-2 7 1-16,0-2 2 15,0 2 0-15,-5 0 1 16,-3 0-1-16,-2-1 1 15,-1-2 2-15,-2-1-2 0,-1 2-1 16,1-1-2-16,-1 0 0 16,2 2 0-16,1-4-2 15,0-1 1-15,5-1 0 0,-1-5 0 16,4-4 0-16,3-5 0 16,0-1 0-16,0-5-1 15,3-3-1-15,5-1-1 16,2-3 3-16,2-3 0 15,0-1-1-15,5-3 6 16,0 0-11-16,6-2 12 0,1-7-4 16,4-7 1-16,0-2-38 15,2-6-66-15</inkml:trace>
  <inkml:trace contextRef="#ctx0" brushRef="#br0" timeOffset="119308.25">17529 14988 114 0,'0'0'5'0,"0"0"2"0,0 0-1 0,0 0 0 16,0 0 6-16,0 0-9 15,0 0-3-15,0 0 2 16,0 0 11-16,0 38-4 0,0-18-3 16,0 0-4-16,0 1 1 15,0-3-2-15,0 1-1 16,0-3 1-16,0-1-1 15,0-1 1-15,1-4-1 16,2 0-1-16,3-1 2 0,-4-5-2 16,3 2 0-16,1-3-1 15,0-2 0-15,4-1 1 16,-3 0 3-16,2 0-2 16,1-7 0-16,0-2 2 15,-1-1-2-15,-1 0 2 16,1-2 3-16,-2 2 0 15,-2-2 1-15,0 4 0 0,1-1-1 16,-4 2 2-16,2 4-2 16,-1-1-2-16,1 4-1 15,-1 0-2-15,1 0-2 16,2 0 1-16,1 9 1 16,2 2 1-16,2-1 1 0,-3 3 0 15,4-1-1-15,0 1-1 16,0-3 0-16,1 0 0 15,-3-4-2-15,2-2 1 16,-3-2-1-16,-1-1 1 16,-2-1 4-16,0 0 4 0,-2 0 4 15,-3-4 5-15,-1-4-1 16,0-1-3-16,0-4-1 16,-1-3-4-16,-6-1 0 15,0-3-2-15,-1-4-3 0,1 0 1 16,-2-2-3-16,4-2 0 15,-1 2 0 1,4-2-5-16,2 4-11 0,0-1-14 16,0 3-43-16,8-1-110 15</inkml:trace>
  <inkml:trace contextRef="#ctx0" brushRef="#br0" timeOffset="119611.25">18000 14654 107 0,'0'0'7'0,"0"0"27"0,0 0-29 0,0 0-5 0,0 0 2 16,0 0 2-16,0 48-1 15,0-27-2-15,1-1-1 16,2 1 2-16,-2-1-1 16,2-2 1-16,-1 0-2 15,-2-1 2-15,0-3-2 0,0-1 1 16,0-2-1-16,0 0-4 16,0-5-9-16,-2-3-24 15,-2-3-28-15</inkml:trace>
  <inkml:trace contextRef="#ctx0" brushRef="#br0" timeOffset="119824.54">17864 14658 111 0,'0'0'4'15,"0"0"9"-15,0 0 8 16,32-47-4-16,-18 36-11 16,1-2-3-16,1 3-1 0,1 1-1 15,1 0-22-15,0-3-54 16</inkml:trace>
  <inkml:trace contextRef="#ctx0" brushRef="#br0" timeOffset="120273.07">18240 14946 141 0,'0'0'-6'0,"0"0"6"0,0 0 3 15,0 0-3-15,0 0 2 16,45 10 0-16,-36-3 2 16,3-1 3-16,0 4 1 15,1-1-2-15,1 0 2 0,0-1-1 16,0 0-5-16,0 2-1 16,0 1 0-16,0-1 0 15,-2 0 3-15,1 0-2 16,-2-1-15-16,0-2-22 15,-4-3-1-15,-1-4-35 16</inkml:trace>
  <inkml:trace contextRef="#ctx0" brushRef="#br0" timeOffset="120586.26">18472 14837 152 0,'0'0'3'15,"0"0"27"-15,0 0-11 0,0 0-11 16,0 0-6-16,0 0 3 16,0 0-2-16,-43 18-3 15,33-2 0-15,-3 8 0 16,-4 2-16-16,1 4 32 15,-2 1-16-15,2-1 3 16,-6 0-2-16,4-6 0 0,0-1-1 16,0-4 1-16,1-2-1 15,2-4 0-15,2-1-4 16,1-4-42-16,6-7-32 16</inkml:trace>
  <inkml:trace contextRef="#ctx0" brushRef="#br0" timeOffset="121093.65">18734 14929 127 0,'0'0'15'0,"0"0"-13"0,0 0-6 0,0 0 6 16,0 0 4-16,0 0 0 16,0 0 7-16,43 2-2 15,-32-2 2-15,3 0 5 16,3 0-2-16,1 0-3 0,2-4-1 15,1 2-6-15,1-2-1 16,-2 2-2-16,2 1-2 16,-4-1 1-16,-1 1-2 15,0 1 1-15,-2 0-3 0,1-2-21 16,-3-2-33 0,-1-1-47-16</inkml:trace>
  <inkml:trace contextRef="#ctx0" brushRef="#br0" timeOffset="121810.99">19217 14677 141 0,'0'0'16'0,"0"0"15"16,0 0-6-16,0 0-21 16,0 0-3-16,0 0-2 0,0 0-7 15,0 0 4-15,0 0 5 16,-2 36-1-16,2-19 0 16,0 1 2-16,0-2-2 15,2-1 0-15,2-4-2 16,2 0 0-16,4-3 1 15,1-1 0-15,0-4 1 16,3-1 1-16,1-2 0 0,1 0 6 16,-1-1-3-16,2-6-1 15,1-2 2-15,-1-2-2 16,-3-2 2-16,-3-1-2 16,0 2 0-16,-1-3-1 15,-2 1 1-15,-5-2-2 0,1 5 0 16,-2 0 2-16,-2 3-2 15,0 1 1-15,0 4 1 16,0 2-1-16,0-1-2 16,0 2 0-16,0 0-1 15,0 3 0-15,0 5 1 0,0 4 1 16,0 5-1-16,0 0 0 16,0 3 0-16,4 2 0 15,-1 0 0-15,2 0-1 16,1 0 2-16,-1 2-2 0,-1-1 2 15,2 4-1-15,-4 0 0 16,0-4 0-16,-1-2-7 16,-1 0 13-16,0-5-4 15,0-2-4-15,-2-4 10 16,-3-2 3-16,-3-1-3 0,-1-2 0 16,-1-1 1-16,-1-2-1 15,-3-2 0-15,1 0 2 16,0 0-6-16,-3 0-1 15,3-6-2-15,-3 1-2 16,5 0-4-16,0-2-11 0,6 0-12 16,-2-4-49-16,4-2-71 15</inkml:trace>
  <inkml:trace contextRef="#ctx0" brushRef="#br0" timeOffset="122991.24">19415 14189 44 0,'4'0'8'0,"0"0"12"0,2-1-3 0,3-3-6 0,-1 0 1 15,0 1 1-15,3 0 0 16,-2-2 0-16,2 1-5 0,0 1-5 15,3-1 0-15,-1 0-3 16,0 1 1-16,1 0-1 16,-1 0 1-16,1 2-1 15,-4-2 0-15,1 3 0 16,0 0 0-16,-1 0 3 16,-3 0-1-16,3 0 1 0,-2 6 0 15,-3 2-2-15,3 5 0 16,-2 1 5-16,-2 5-3 15,2 3-1-15,-1 3-1 16,-1 3-1-16,3 3 1 16,-1 2-3-16,-1 2 4 15,0 2-3-15,-1 2 4 0,0 1-3 16,-2 2 3-16,0 1 1 16,-1 2 5-16,-1-1-8 15,0 2 2-15,0-1-5 16,0 1 2-16,-1 0 3 15,-3 1-3-15,-2 1 0 0,2-2-1 16,1-1 4-16,-3-2-3 16,1-4 3-16,4-3-3 15,-4-5 1-15,3-3 0 16,0-3-1-16,0-4 2 16,0-5 2-16,0-2 5 15,-2-4 0-15,1-1 0 0,-1-2 2 16,-4-4 3-16,2 1 3 15,-5-3-4-15,0 1-6 16,-1-2 1-16,2 0 1 16,-4 0-5-16,3 0-2 0,-3-2-1 15,2-3-1-15,0 0-1 16,-1-2-8-16,1 0-6 16,1-1-4-16,3 0-9 15,3-3-27-15,3-3-32 16</inkml:trace>
  <inkml:trace contextRef="#ctx0" brushRef="#br0" timeOffset="123297.15">19857 14804 212 0,'0'0'20'0,"0"0"10"0,0 0-24 0,0 0-5 16,0 0 2-16,0 0-3 15,0 0-3-15,0 0-40 16,0 0 15-16,0 0-11 16,0 0-26-16</inkml:trace>
  <inkml:trace contextRef="#ctx0" brushRef="#br0" timeOffset="123689.03">19996 14613 81 0,'0'0'21'0,"0"0"-17"16,0 0 6-16,0 0 0 16,0 0 1-16,0 0 11 15,0 0-3-15,0 0-4 0,40 39 1 16,-30-26-4-16,1 1-6 16,3 2-2-16,-1 1-4 15,3-1 1-15,-1-1 1 16,-1-1-1-16,0-2-1 0,0-2 0 15,-2 0 2 1,-1-2-1-16,-2-1 0 0,1-2 0 16,-2 0-13-16,-1-3-38 15,0-2-25-15</inkml:trace>
  <inkml:trace contextRef="#ctx0" brushRef="#br0" timeOffset="124066.43">20167 14544 103 0,'0'0'1'0,"0"0"16"0,0 0-4 0,0 0-6 16,0 0 9-16,0 0 1 0,0 0-5 16,0 0-9-16,0 0-2 15,-27 35 0-15,16-7 6 16,-3 2-4-16,1 5-1 15,0 2 1-15,2-1-3 16,4-1 2-16,-4-1-2 16,4-4-2-16,1-1-9 15,0-4-50-15,1-8-33 0</inkml:trace>
  <inkml:trace contextRef="#ctx0" brushRef="#br0" timeOffset="126537.04">19955 15129 74 0,'-2'2'36'16,"0"-2"19"-16,1 0-21 0,-1 0-10 0,0 0-13 15,0 0-6-15,2 0 4 16,0 0 1-16,0 0-2 0,0 0-9 15,0 0 0-15,0 0-8 16,6 0 16-16,-1 0-7 16,4-3 0-16,2 2 0 15,2-3-3-15,3-1 6 16,1 0-3-16,4-1-1 16,1-1 2-16,2-2 1 0,-2 1-2 15,1-1 0-15,0-1 0 16,-4 3-7-16,2-2-3 15,-6 3-12-15,-1 1-17 0,-5 1-10 16,-3 2-10-16</inkml:trace>
  <inkml:trace contextRef="#ctx0" brushRef="#br0" timeOffset="126722.37">20080 15137 51 0,'0'0'20'16,"0"0"-12"-16,0 0 10 16,0 0 7-16,43-12-11 15,-24 3-2-15,0 1-3 0,0 1-7 16,0 0 0-16,-1 0-3 16,-2 1-55-16</inkml:trace>
  <inkml:trace contextRef="#ctx0" brushRef="#br0" timeOffset="127959.75">20178 14421 52 0,'0'0'8'0,"0"0"13"0,0 0-10 0,0 0-4 0,0 0 0 15,0 0 0-15,0 0 2 16,0 0 5-16,0 0 5 16,0 0-3-16,0 0-1 15,-21-40-5-15,18 36-8 16,-2 1-1-16,0 0-1 0,-1 0 0 16,-1 1-1-16,-3 1 3 15,2 0-1-15,-5 1-2 16,1 0 3-16,0 0-2 15,-1 0 0-15,-1 0 0 16,1 0 0-16,1 0 0 0,-1 0 1 16,0 2-1-16,3 2-1 15,-3 1 2-15,1 0-1 16,-1 1-1-16,1 2 2 16,0-1-1-16,3 3 0 15,0-1-1-15,-2 3 1 16,3 1-1-16,0 5 1 0,-3 2-1 15,2 4 0-15,0 2 0 16,-2 5 1-16,3-1 0 16,0 4 0-16,0 2 1 15,0-5-1-15,2 2 1 16,1-3 0-16,-1-2 0 0,3 0-1 16,2-2 0-16,1 0 0 15,0 2 0-15,0-2 0 16,0 2-1-16,4 0 2 15,2 0-2-15,1-1 1 16,3-4 0-16,2-1 0 0,1-2 2 16,1-4-2-16,0 0 2 15,4-3-1-15,-2 0 3 16,5-2 0-16,-2-1-1 16,0-1-1-16,1 0 0 15,1-2 0-15,-1-2-1 0,2-1-2 16,0-1 1-16,0-2 0 15,3-1 1-15,-2 0-1 16,2-1 1-16,0-6 0 16,0-3-1-16,0-2 0 15,-1-1 0-15,1-3-2 0,-1-1 5 16,-1-2 6-16,-1-2 2 16,1-5-4-16,-4-2-2 15,2-3 0-15,-4-5-2 16,-3-1 0-16,-3-1 1 15,-6-2 0-15,-5 0-1 16,0 0-1-16,-5-2 0 0,-8 1 2 16,-1 2-2-16,-1 1-1 15,-2 4-3-15,-5 4-13 16,-5 2-32-16,-5 2-58 0</inkml:trace>
  <inkml:trace contextRef="#ctx0" brushRef="#br0" timeOffset="129711.48">16658 15019 79 0,'0'0'15'0,"0"0"8"0,0 0-10 0,0 0-7 16,0 0-4-16,0 0-3 15,0 0 0-15,0 0 1 16,0 0 4-16,0 0 5 15,0 0-4-15,2 0-4 16,1 0 1-16,1 0-1 0,0 0 0 16,3 0-1-16,0 0 1 15,2-3 0-15,2-1-1 16,-2-2-19-16,-3-2-24 16</inkml:trace>
  <inkml:trace contextRef="#ctx0" brushRef="#br0" timeOffset="130892.11">16864 14713 6 0,'0'0'25'0,"0"0"-5"0,0 0-4 0,0 0-4 0,0 0-2 16,0 0-2-16,0 0-3 15,0 0 2-15,0 0-4 16,0 0-1-16,0 0-1 16,0 0 0-16,0 0 0 0,-1 5-2 15,1-1 1-15,0 0-1 16,0 3 1-16,-1-2-1 15,0 0 2-15,0 2-1 16,-3 2-2-16,0 1 2 16,-1 2-1-16,-1 3 3 0,-2 0 1 15,-2 1 1-15,1 1-3 16,-1 2 4-16,3-2-3 16,-4 0 1-16,2 0 0 15,2-2-1-15,-3 2 2 16,4-2-1-16,-3-1-1 15,3-3 1-15,-1 1-1 0,4-1 0 16,-3-4 0-16,2 2 3 16,1-2 1-16,-3-2 3 15,3 0 0-15,1-2 2 16,-3-1 3-16,2 1-4 16,2-2-3-16,0-1-4 0,0 1-1 15,1 1-5-15,0-2-4 16,0 0-16-16,0 0-37 15,2 0-39-15</inkml:trace>
  <inkml:trace contextRef="#ctx0" brushRef="#br0" timeOffset="131689.29">16446 15451 13 0,'0'0'20'0,"0"0"8"0,0 0-17 0,0 0-5 16,0 0 2-16,0 0-2 16,0 0 3-16,0 0 1 15,0 0-1-15,-38 27-3 16,31-19-2-16,-6-1 0 16,1 4-3-16,-1-2 0 15,0 2-1-15,0 2 0 0,-2 1 0 16,1 1 1-16,-3 2-1 15,2 1 0-15,-5 1 1 16,2-1 0-16,0 6 5 16,-5-2-1-16,3 3 2 0,-3-1-3 15,2 2 0-15,0-1-1 16,0-2 1-16,2-2-2 16,3 0-1-16,-1-5 0 15,3 0 0-15,1-2-1 16,0-3 1-16,2-1-1 15,3-3 0-15,3-3 1 0,2 0-1 16,3-4 0-16,0 0-14 16,3 0-12-16,7-12 4 15,4-2-28-15</inkml:trace>
  <inkml:trace contextRef="#ctx0" brushRef="#br0" timeOffset="132323.5">16884 14594 64 0,'0'0'9'0,"0"0"-3"0,0 0 5 0,0 0-5 0,0 0 2 15,0 0 8-15,0 0 0 16,0 0 2-16,0 0-6 16,0 0-7-16,0 0-4 15,0 0 0-15,-40 31-2 16,33-15 1-16,-1 2 1 0,-2 4-1 16,1-1 0-16,-2 3 0 15,0 0 1-15,1-1 0 16,0 4-1-16,-2-3 0 15,1 3 0-15,-2 2 0 16,-1 2 1-16,1 1-1 0,-3 1-1 16,3 0-6-16,-3-3-20 15,3-5-8-15,-1-5-20 16</inkml:trace>
  <inkml:trace contextRef="#ctx0" brushRef="#br0" timeOffset="132548.39">16594 15121 99 0,'0'0'3'0,"0"0"2"16,0 0-4-16,0 0 0 15,-15 50 1-15,7-29 0 16,-1 5 0-16,-2 3 2 0,-3 7-2 15,-1 4-1-15,-3 5 0 16,-3 2-2-16,-8 3-22 16,-4-2-53-16</inkml:trace>
  <inkml:trace contextRef="#ctx0" brushRef="#br0" timeOffset="133097.6">16454 15340 64 0,'0'0'7'0,"0"0"6"0,0 0 4 0,0 0-9 0,0 0-3 16,0 0-3-16,0 0-1 15,-40 22 5-15,28-9 1 16,-5 6 0-16,-5 6-3 16,-4 8-3-16,-5 8 1 15,-8 10-2-15,-3 13 0 16,-6 10 0-16,-3 10-7 16,-7 13-23-16,-7 7-77 0</inkml:trace>
  <inkml:trace contextRef="#ctx0" brushRef="#br0" timeOffset="140813.63">16200 15537 39 0,'0'0'21'0,"0"0"3"0,0 0-8 0,0 0-6 16,0 0 2-16,0 0-4 15,0 0-5-15,0 0-4 16,-36 6 2-16,29-5 0 0,3 2-1 16,-1-3-2-16,1 0-3 15,2 0 1-15,2 0-2 16,0 0 2-16,0 0 1 15,0-6 3-15,0-1 1 16,6 0-2-16,-1 0 2 0,0 0 0 16,3 1 0-16,-3-1 2 15,3 0 1-15,1 1-3 16,1 1-1-16,0-1 1 16,2 0-1-16,-1 2 0 15,-3 3 1-15,2-1-1 0,-4 2 0 16,1 0 0-16,-3 6 0 15,-1 3 0-15,2 2 3 16,-3 2-2-16,-2 1 2 16,2 0-1-16,-1 0-1 15,1 1-1-15,0 0 1 16,-1-2-1-16,2 1 1 0,-3-2-1 16,0-1 0-16,0-3-2 15,-6 2 8-15,-1-1 2 16,-5 1-1-16,0-2 0 15,-1 2-5-15,-1 0-4 0,-1 1 6 16,0-2-3-16,1 1 0 16,1-3-1-16,1-3 0 15,2-1 1-15,3 0-3 16,2-3 4-16,0 0-4 16,4 0 1-16,-1-2-2 0,2-2 6 15,0 0-2-15,0-2-1 16,0 2 0-16,4-3 0 15,5 3 0-15,-2-1 0 16,3 1 0-16,-2 2 0 16,1 1 0-16,2 1-1 0,-2 0-1 15,0 0 0-15,1 0 0 16,4 5 0-16,0 2-1 16,1 1 2-16,1 1 0 15,2-1 0-15,0 1 1 16,-4-1 0-16,3-3 0 15,-1-3-1-15,2-2 2 0,-1 0 0 16,1 0-1-16,2-11 1 16,-1-2 0-16,0-4-3 15,-1-2-42-15</inkml:trace>
  <inkml:trace contextRef="#ctx0" brushRef="#br0" timeOffset="141895.88">16188 15510 46 0,'0'0'8'0,"0"0"10"0,0 0-7 0,0 0-6 16,0 0 6-16,0 0 4 0,0 0 6 15,0 0-10-15,0 0-2 16,0 0-5-16,0 0-3 16,0 0-2-16,0 0 1 15,0 0 1-15,-34 19-1 16,33-15 1-16,1-1-1 0,-5-2 0 15,1 2 0-15,2-2 2 16,-1 1 0-16,-1-2-2 16,-4 0 0-16,3 0 0 15,-2 0 0-15,2 0-3 16,-2 0 1-16,3-3 1 0,2-1 0 16,0 0-2-16,2-1-1 15,0-2-2-15,2 0 9 16,5 0-3-16,3-3-1 15,4 0-1-15,2 0-3 16,0 0 1-16,-1 3 1 0,1-1 2 16,-1 2 1-16,-1 3-3 15,-1 0 2-15,1 3 2 16,-4 0-2-16,2 0 1 16,2 7-1-16,-3 5 1 15,1-1 0-15,-2 3 3 16,-2 0-1-16,-1 2-2 15,-5 2 1-15,0-2 1 0,-2 1-2 16,0 0 3-16,-8 1 1 16,-3-2 5-16,-3 0-1 15,-1-2-2-15,-3 2-1 16,3-3-4-16,-3-1 2 0,4 1-2 16,-2-3 1-16,3 0-2 15,2-1 0-15,0-4-2 16,4-1 2-16,2-1 0 15,2-3-1-15,3 0-2 16,0 0-3-16,0-7-2 0,4-3 14 16,5-1-4-16,4-2-2 15,-2-2-3-15,4 3 3 16,0-1 1-16,1 3-2 16,0 2 1-16,-1 1-1 15,2 4 1-15,-2 1-1 0,-1 2 1 16,1 0-2-16,1 0 1 15,-2 8-2-15,2 3 2 16,0-1 2-16,1 1-1 16,-4 3 3-16,0-1-2 15,-1-3 0-15,0 2-1 0,0-4 2 16,-1-1-2-16,1-3-1 16,1-2 3-16,1-2-3 15,1 0 0-15,3-6 8 16,2-5-3-16,3-5-4 0,1-4-20 15,-1-5-46-15</inkml:trace>
  <inkml:trace contextRef="#ctx0" brushRef="#br0" timeOffset="146245.72">16283 14455 31 0,'-2'0'9'0,"0"0"4"0,1 0-8 0,-1 0-4 0,2 0-1 16,0 0-1-16,0 0-1 15,0 0-2-15,0 0 2 16,0 0 2-16,0 0 6 16,-2 0 7-16,2-3 0 0,-3 3-7 15,2 0-2-15,0-1 0 16,-1 1-3-16,1 0 1 15,-1-3-2-15,0 3 0 16,-4 0 1-16,0 0 0 16,1 0 1-16,-5 0 3 15,-2 0 1-15,-1 0-5 0,1 8-1 16,-1 0 0-16,-1-1 0 16,1 2 0-16,-1 1 0 15,0 1 0-15,-1 1 0 16,1-2 0-16,-1 4 1 15,2-1-2-15,-1 1 2 0,0 1-1 16,0 0 0-16,-1 0 0 16,2 0 0-16,-3 0 0 15,3 0 0-15,-3 0 0 16,1 2 0-16,1-1 1 16,1 4 1-16,-1 1-2 0,3 1 1 15,-1 2-1-15,0 1 0 16,5 1 0-16,-1 2 0 15,1 2 0-15,-1 4 0 16,1 0 0-16,1 4 0 0,-4 1 1 16,2-1 0-16,-2-1-1 15,5 2 1-15,-3-1-1 16,2 0 0-16,2 2 0 16,2 0 0-16,0 1 0 15,2-1 0-15,0-1 0 16,0-3 0-16,0-3 0 0,4-3 0 15,2-3 0-15,1-2 0 16,0-1 0-16,-1 0 0 16,1-1 0-16,1 1 0 15,0 3 0-15,1 0 1 16,0 2-2-16,2 2 2 0,-2-1-1 16,1-2 0-16,3 0 0 15,-1-2 0-15,1-4-1 16,0-3 0-16,1-3 0 15,0-3 0-15,0-1 1 16,0-3 0-16,0 0 1 16,1-1 0-16,-1 1 0 0,1 0-1 15,2 1 0-15,-1-1 1 16,1 0 1-16,0 0-3 16,3 0 1-16,0-2-2 15,-1 0 3-15,-1-3-1 0,1 0 1 16,-1-3-4-16,-1-1 7 15,0 0 6-15,0 0-5 16,0-1-4-16,1-7 1 16,-2 1 1-16,-2 1-2 15,1-2-1-15,-2-1-1 16,1 2 3-16,-3-3-1 0,1 2 0 16,-2-4-1-16,0 0 2 15,1 0-2-15,-2-1 1 16,0-1 0-16,1 0 1 15,0 1-1-15,-4 1 0 16,1-3 0-16,-2 3 0 0,0-1 0 16,-1 0 2-16,-4 1-2 15,2 0 7-15,-2 0 1 16,0-2-3-16,0-2-2 16,0-1-2-16,2-2-1 15,-2-3 1-15,1 1-2 16,-1 0 0-16,0-1 0 0,0 1 1 15,0 0 1-15,-3 1-1 16,-3 0-1-16,0-2 2 16,2 3-1-16,-2 1-1 15,3 0 0-15,-1 0 0 16,1 1 0-16,1-2 1 0,1 2-1 16,1-1 2-16,0 2 0 15,0-1-1-15,0 2 0 16,0 0 0-16,0 1-1 15,0 1 1-15,0-1-1 16,0 0 1-16,0-2 0 0,0-1-1 16,1-1 0-16,0-1 0 15,-1 1 0-15,0 1 1 16,0 1-1-16,0 3 2 16,0-1 1-16,0 4 0 15,-4-2 0-15,0 0 0 0,2 0-3 16,-2-1 1-16,0 0 1 15,3-3-2-15,-3 0 0 16,0-2 0-16,0-2 1 16,-2-1-1-16,-1 0 0 15,1-1 1-15,-2 0-1 0,1 0 0 16,-3 2 1-16,0-1-1 16,0 1 1-16,1 2 0 15,-2-1 1-15,1 1 2 16,0-2-1-16,-1 0-1 15,-3-1 1-15,3-1-1 0,-4 0 1 16,-1-2 1-16,1 1 2 16,-5 0-3-16,1 3 2 15,2 3-2-15,0 2-2 16,3 3 1-16,0 2-5 16,3 6-5-16,2 3-14 0,-2 1-23 15,2 0-26-15,2 7-14 16</inkml:trace>
  <inkml:trace contextRef="#ctx0" brushRef="#br0" timeOffset="149913.04">16179 15461 58 0,'0'0'8'0,"0"0"-4"0,3 1-7 0,-3 0 3 0,1 2 0 16,0 0-3-16,-1 0 0 16,0 1 3-16,0-1 1 15,0-2-1-15,0 1 4 0,-2-2 1 16,-3 0 2-16,2 0 0 16,0 0-4-16,1-2-1 15,1-3 0-15,1-1 1 16,0 0-3-16,0 1 0 15,1-3 1-15,7 1-1 0,-2 2 0 16,2-1 0-16,0 2 1 16,1 1-2-16,1 0 1 15,-1 3-1-15,0 0 0 16,0 0-1-16,-1 10 1 16,1 1 1-16,-4 5-1 0,4 1 3 15,-6 4-2-15,-1 1 2 16,-2-2-2-16,0 1 1 15,0-3 0-15,-5 3 0 16,-6-2 2-16,-2 1 0 16,-3 3-2-16,0-3 1 15,-5 1-8-15,4-3 5 0,-3-2-2 16,4-3 4-16,5-6 1 16,0-3 0-16,6-4 3 15,5 0 0-15,0-4-1 16,5-9 1-16,10-2-5 0,1-4 0 15,2 3 0-15,2 2-1 16,-1 3-1-16,2 5 0 16,-4 5-1-16,1 1 0 15,3 4 1-15,-1 8 2 16,2 5 1-16,1 2-1 16,0 1 0-16,1 1 1 0,-5-5 0 15,0 3 0-15,-2-6 0 16,-2-4 0-16,0-4 1 15,1-5-1-15,0 0 2 16,3-10-7-16,-2-12-35 0</inkml:trace>
  <inkml:trace contextRef="#ctx0" brushRef="#br0" timeOffset="155397.12">16786 14664 46 0,'0'0'12'0,"0"0"3"0,0 0 1 0,0 0 3 16,0 0 1-16,-32 38-11 15,24-27-6-15,-1 4 3 16,-3 4 3-16,-4 4 10 0,-3 8-4 16,-3 9-4-16,-5 14-8 15,-2 13-1-15,-4 11-1 16,-2 16-1-16,2 9-1 15,1 1-18-15,-4-4-63 16</inkml:trace>
  <inkml:trace contextRef="#ctx0" brushRef="#br0" timeOffset="156657.2">22026 12336 39 0,'0'7'6'0,"0"0"0"0,0 0 1 15,-2 3 1-15,-1-1-1 16,1-2 2-16,1-3-3 16,1 0 1-16,0-2-2 0,3-2-1 15,10 0 7-15,8-14 0 16,8-5 2-16,12-8-8 15,6-6-3-15,10-6-9 16,3-7-32-16</inkml:trace>
  <inkml:trace contextRef="#ctx0" brushRef="#br0" timeOffset="163621.35">4935 13733 72 0,'0'0'1'0,"0"0"1"0,0 0 2 0,0 0 1 16,0 0-1-16,0 0 0 16,0 0 1-16,0 0-1 15,-38-8-1-15,36 7 2 16,-2 1-1-16,1 0-3 0,1 0 0 16,0 0-1-16,0 0-1 15,0 0 1-15,2 0-1 16,0 2 0-16,0 1 0 15,0 0 0-15,0-2 1 0,4 1-1 16,0-1 1-16,1-1 0 16,-1 3 0-16,1-3 0 15,4 0 1-15,-3 0-2 16,3 1 2-16,-2-1-1 16,3 0 2-16,0 0-2 15,-1 0 0-15,2 0 0 0,0 0 0 16,0 1 0-16,1-1 0 15,1 0 1-15,-1 1-1 16,3-1-1-16,-2 0 1 0,1 0 0 16,-1 0-1-1,3 0 2-15,-1 0 0 16,1 0-1-16,-3 0 1 0,1 0 0 16,1 0 1-16,0 0 0 15,0 1-2-15,3-1 1 16,-3 0-1-16,3 0 0 15,-2 0 1-15,4 0-1 0,-2 0 0 16,0 0 0-16,2 0 0 16,-3 0 0-16,4 0 0 15,-1 0 1-15,0 0-2 16,4 0 2-16,-1 0 0 0,2-2-1 16,-1 0 0-16,2-1 1 15,-1 3-1-15,0-1 0 16,-2-1 0-16,-1 2 0 15,2-1 0-15,-1-2 0 16,2 0 0-16,0-1-2 16,0 0 1-16,2-1 2 0,2 0 0 15,-2 1 0-15,0 1 0 16,2 0-1-16,-4 1 1 16,2 1-1-16,-3 1 0 15,1 0 0-15,-3 0 0 16,3 0 0-16,-1 0 1 0,0 0-1 15,4 0-1-15,1 0 2 16,0 0-1-16,2 0 0 16,0 0 0-16,-2 0 0 15,1 0 0-15,-1 0 0 16,0 0 0-16,0 0 0 0,0 0 0 16,2 0 0-16,3 1 0 15,1 1 0-15,1 0 0 16,2 0 1-16,1 0-1 15,0-1 0-15,-1 1 0 16,0-2 0-16,1 0 0 16,-3 0 0-16,1 0 1 0,1 0-1 15,3-2 0-15,-2-1 1 16,4-1 1-16,0 1-1 16,1-1 1-16,2 0 0 15,2 1-2-15,1-1 2 16,0 2-2-16,3-1 1 0,0 2-1 15,-2-1 0-15,2 2 1 16,-3 0-1-16,0 0 0 16,1 0 0-16,0 0 1 15,2 0-1-15,0 1 0 16,-1 1-1-16,0 1 2 0,3-2-2 16,-5 0 2-16,1-1-1 15,1 0 0-15,-5 0 0 16,2 0 2-16,-2 0-2 15,0 0 1-15,-2 0 0 0,3 2 0 16,0-2-1-16,-2 3 1 16,1-1-1-16,-1 1 1 15,2 2-1-15,-2 0 0 16,-2-1 1-16,6 1-1 16,-3 2 0-16,2-1 0 15,0 1 0-15,0-2 0 0,-2 3 0 16,0-2 0-16,0 1 0 15,1 0 0-15,2 0 1 16,-2 0-2-16,-1 0 2 16,2 0-2-16,-4 1 1 15,0 1 0-15,-2 0 1 16,5 1-1-16,-3 1 0 0,3 0 0 16,0 1 1-16,0-2-2 15,-2-2 2-15,2 1-1 16,-3-3 1-16,-1-1 1 15,0-2 1-15,1 3 0 0,1-2 1 16,-3 0-4-16,3 3 0 16,-3 0 1-16,-1 2-1 15,1 1 0-15,-2 1 0 16,-2 2 0-16,-3 1 1 16,0-2-2-16,-3 5 1 0,-6 1-1 15,-4-1-10-15,-6 2-31 16</inkml:trace>
  <inkml:trace contextRef="#ctx0" brushRef="#br0" timeOffset="164667.12">8004 12593 19 0,'0'1'2'0,"0"-1"-1"0,0 2-1 0,0-1 1 16,0 2-1-16,0-2 1 16,0 1-1-16,0 0 1 0,0 0 0 15,0 0 0-15,0 1 1 16,0-1 3-16,0 1 2 15,2 1-2-15,0-1 0 16,0 1-2-16,-1 1 2 16,3-2-2-16,-2 1 5 0,3-1-1 15,-3 1-2-15,1-3-2 16,1 1 1-16,0-2 6 16,5 0 12-16,7-14 8 15,11-8-7-15,10-15-6 16,20-13-5-16,16-13-11 15,19-14 4-15,20-7-2 0,15-8-2 16,9-5-1-16,5-1-29 16</inkml:trace>
  <inkml:trace contextRef="#ctx0" brushRef="#br0" timeOffset="170193.31">13609 13921 28 0,'-13'0'5'0,"-3"0"11"0,3 0 1 16,-3 0-1-16,1 0-7 15,-1 0-1-15,-1 0-1 16,-1 0-1-16,-1 0-2 0,-2 0 0 15,-2 0 2-15,0 2 1 16,-4 0-1-16,0 0 2 16,2 1-2-16,0 1 0 15,1-1-4-15,0 0 0 16,1 2 0-16,1-2-2 16,0 0 1-16,-1 1 0 15,2-1 0-15,-1 0 1 0,-1 0-1 16,-2-1 0-16,1 1 6 15,-1-3-3-15,-4 3-1 16,2-2 2-16,-2 1 0 0,2-2-1 16,0 1-1-16,0 2-1 15,1 0-1-15,0 1-1 16,-1 0 0-16,0 2 0 16,-2 0 2-16,-1 1-2 15,1 0 0-15,-2 0 2 0,-1 2-2 16,2-2 3-16,0 1-1 15,1-2-1-15,2 4-1 16,2 0 1-16,-1 1-1 16,0 0 1-16,5 1-1 15,-2 1 0-15,-1 1-1 0,-2 3-5 16,1 1 13-16,0-1-6 16,0 2 1-16,2 2-2 15,2-2 0-15,0 1 1 16,5 1-2-16,-1-1 1 15,2 1 0-15,1 3 1 0,1-1-2 16,-1 0 1-16,3 1 1 16,0-2-1-16,1 3 0 15,4-3 0-15,0 1 0 16,0 0 0-16,5 2 0 16,-1-2 0-16,0 4 0 0,2 1 0 15,0 1 0-15,0-2-1 16,0 0 2-16,0-1-1 15,2-2 0-15,0-1-1 16,1-4 1-16,1 1 0 16,2 1 0-16,-3-1 0 0,5 0 0 15,0 3 0-15,1-2 0 16,1 1 0-16,2 0-3 16,1-1 3-16,1 1-1 15,-1-1 1-15,5-2-1 16,-2 1 1-16,2-2 0 0,1-1 0 15,0 0-1-15,1 0 1 16,-1 2 1-16,1-1-1 16,3-1 0-16,-1 6-1 15,3-3 2-15,4 4-1 16,0 0 0-16,2 1 2 0,1 0-2 16,5-3 1-16,-1 0-6 15,1-1 4-15,0-4 6 16,1-1-5-16,2-2 1 15,-1 0-1-15,1-3 2 16,2-1-4-16,3 2 4 0,1-2-2 16,1 1 0-16,0 0 0 15,1 2 1-15,2 1-1 16,0 0 0-16,3 2 1 16,4-1-1-16,-2 1 0 15,1-1 0-15,2-1 1 0,-2 0-2 16,1-3 2-16,1 1-1 15,-3-1 0-15,3 1 0 16,0-1 0-16,-2 0 1 16,-2 1-1-16,-5-2 0 15,3-2 0-15,1-4 0 16,-6-1 0-16,4-3 0 0,1 0 0 16,-3-8 0-16,1-5-1 15,1 0 1-15,-2-4 1 16,2 0-1-16,-2-3 0 15,-2 0 0-15,-2-2 1 0,2-3-2 16,-5 1 0-16,-1-2 0 16,-5-2 3-16,1-1 0 15,-1-3 5-15,-2-1-2 16,1-2 0-16,-3-3-2 16,2-1 0-16,-1 0-2 0,-4-1-1 15,0 1 0-15,-1 1 1 16,-2-2-1-16,0 2 1 15,-6-5 0-15,0-2 0 16,-3 2 2-16,-1-3 3 16,0 3-4-16,-2-1-1 15,-3 1 0-15,-2 1 0 0,-4 2-1 16,-2 1 1-16,-3 0-1 16,0 0 2-16,-3 1 0 15,-7 0-1-15,-2-1 0 16,-4-1 2-16,-3-1 8 15,0-1-2-15,-2-2-5 0,-1 0-2 16,0 1 1-16,-4 3-1 16,-1 3 0-16,-1 3-1 15,-1 6 1-15,-6 1-2 16,-3 1 3-16,-6 2-1 16,-3 1-4-16,-4-1 7 0,-4 3-4 15,-4-1 2-15,-5 2 1 16,-4 4-4-16,-3 2 0 15,-3 5-1-15,-8 4 3 16,-5 5-2-16,-3 5-2 16,-5 14-9-16,-6 9-23 15,-11 5-23-15,-2 2-45 0</inkml:trace>
  <inkml:trace contextRef="#ctx0" brushRef="#br0" timeOffset="183789.18">14962 14334 23 0,'0'0'11'0,"0"0"-3"0,0 0 3 0,0 0 3 0,0 0 2 15,0 0-4-15,0 0-5 16,0-1-5-16,1 1 0 16,6-2-1-16,5 1 0 15,-1 0-1-15,0-1 0 16,5 2 1-16,-1 0-1 15,1 0-1-15,-1 4 1 0,2 5 0 16,3 1-1-16,-3 4 1 16,0 0 0-16,0 5-1 15,3 3 1-15,-3 1-2 16,-1 4 2-16,-2 0 0 16,-1 4-1-16,-4 2 1 0,-5 1 1 15,-2 3-2-15,-2 0 4 16,0 0-1-16,-6 1-3 15,-7 0 4-15,-3 2 0 16,-6-1-2-16,-1-4-33 16</inkml:trace>
  <inkml:trace contextRef="#ctx0" brushRef="#br0" timeOffset="189124.95">14933 14370 42 0,'-1'1'12'0,"1"-1"-9"0,0 0-9 0,0 0 7 0,0 0 0 16,0 0-1-16,0 0 1 15,0 0 1-15,0 0 5 16,0 0 1-16,0 0-4 0,1-3-3 15,3 3-1-15,0-3-1 16,1 2 1-16,4-2 0 16,-4 1-1-16,3 0-1 15,-3 2 2-15,4 0 2 16,-2 0-1-16,2 0 0 0,1 0 1 16,-1 0 1-16,2 0 0 15,0 0-1-15,3 2-2 16,-3 3-1-16,1-1 1 15,-1 1 1-15,0 2 0 16,0 0-1-16,0 3 2 16,0 1-2-16,-1 2 0 0,0 2 0 15,1 1 0-15,-1 7 1 16,-1-1-1-16,-1 4 0 16,-1 4 1-16,-2-2 0 15,-1 4-1-15,-4-4 3 16,0 2 1-16,0-3-2 0,0-2 1 15,0-3 0-15,-6-1-1 16,-2-3 0-16,4 0 0 16,-4-2 0-16,3-1 2 15,-3-1-2-15,0-1 0 16,-1-2 0-16,1-1 1 0,1 0-1 16,-4-3 2-16,3 0-1 15,0-3 1-15,-1-2 1 16,2-2-36-16</inkml:trace>
  <inkml:trace contextRef="#ctx0" brushRef="#br0" timeOffset="191417.83">14613 14115 77 0,'0'0'1'0,"0"0"5"0,0 0-2 15,0 0-2-15,-39-28-2 16,31 24 0-16,-1 0 1 15,-4 1-4-15,2 0 7 16,-1 1-1-16,-1 1-3 16,1 1 4-16,-1 0-6 15,2 0 7-15,1 0-6 0,0 0 2 16,3 0-3-16,-3 0 2 16,3 0 7-16,-1 0-8 15,-1 3 1-15,3 1 0 16,-3-1 0-16,0 3 0 15,0-1 0-15,-1 2 0 0,-2 2 0 16,-1-2 0-16,-1 2 0 16,3 0 1-16,-2 0 0 15,1 2 0-15,-1 2 0 16,1 1-1-16,-1 2 0 16,0 3 0-16,0 1 1 15,0 1-1-15,0 1 0 0,0 1 0 16,0-3 0-16,1 3-1 15,2-1 1-15,-2 0 0 16,1 1-1-16,3-2 1 0,0 0 0 16,0 3-1-16,3-3 1 15,-2 3-1-15,2-1 1 16,2 2-1-16,-4-1 1 16,4-1-2-16,-1 1 2 15,2 1 0-15,-2-1 0 16,2 0 2-16,0-1-2 15,2 0 0-15,0 1 1 0,0 0 0 16,0-1 0-16,0 1-1 16,0-3 0-16,2 2 0 15,2 0 0-15,0-1 0 16,0-2-1-16,1 0 1 0,2 1-1 16,-1-5 1-16,2 3 0 15,2-4 0-15,-1 2 1 16,1 0 0-16,2-1-1 15,2 0 1-15,-3 0 0 16,3-1-1-16,-1-1 1 0,1 0-1 16,-1-1 0-16,0-1 1 15,3 0-1-15,0 0 0 16,3-2 0-16,2 1 1 16,-3-3-1-16,4 1 1 15,3-2-1-15,-2 1 1 0,2-2 0 16,3 0-1-16,-1 1 2 15,0-1-2-15,1 1 1 16,-1-2-1-16,0 1 0 16,1-2 1-16,-1 2 1 15,0-3 0-15,1 1-1 0,1-1 1 16,-1-2-1-16,1-1 0 16,3 0 2-16,-1 0-2 15,-1 0 0-15,1-7 2 16,2-4-2-16,-1-3 2 15,0-2 2-15,2-2-1 16,-2-2 2-16,4-1-3 0,-3 1-1 16,1-2 1-16,0 2-2 15,-4-2 1-15,-2-1 0 16,-1-4 1-16,-4 0 3 16,-3-3 1-16,-1-1-1 15,-6-2 1-15,-4 1 0 0,0 0 3 16,-5 0-2-16,-2 0-3 15,-2 1 2-15,0 1-3 16,0-1 0-16,-5 0 1 16,0 0-2-16,-5-2-1 15,1-1 0-15,1 1 0 0,-2 0 1 16,0-1-2-16,-1 2 1 16,-1 1-1-16,-1-1 0 15,-3 1-1-15,0 0 1 16,-2 1 1-16,1 1 1 15,-3 0 2-15,1 2-3 0,0 1 0 16,-3 1 0-16,-1 3-2 16,1 3 0-16,-3 1-1 15,0 3 1-15,-1 2-1 16,-1 0 3-16,-1 3-3 16,0 0-2-16,-3 2 6 0,-1 1-6 15,-2 1 5-15,-1 2 12 16,0 1-12-16,-1-1-2 15,2 2 0-15,-1 1 0 16,2-2 0-16,0 2 1 16,1-1-1-16,2 0 0 0,0 0 1 15,-1-1-1-15,3 2 0 16,-3 1-1-16,2 0 1 16,0 0 0-16,2 4 0 15,2 3-1-15,2 4 1 16,2 2 0-16,0 3-2 0,3-1 0 15,1 3 0-15,0 1 0 16,2 4 1-16,-4 1-1 16,3 5 1-16,-1 0 1 15,1 3-1-15,1 0 1 16,2 1-1-16,-1 1 0 16,1 0 0-16,1-1 0 0,2 5 0 15,1 2-1-15,1 0 0 16,4 2-1-16,-3-2-1 15,3 1 0-15,2-1-4 16,0-3 2-16,-1 1 0 0,2-3 3 16,1 1 1-16,0 2 1 15,0 1 0-15,0 1 1 16,4 0-3-16,2-2 0 16,3 2-1-16,3-3 0 15,1-2 0-15,5-1 2 0,0 0-1 16,6-3 1-16,1-4-1 15,-1 1 0-15,1-3 0 16,4-4 4-16,-1 1-1 16,4-4 1-16,0-2-1 15,6-2 1-15,0 0-1 16,4-1 2-16,4-2-1 0,0 1-2 16,5-1-3-16,1-4 0 15,-1 0-9-15,3-4 2 16,0-3 1-16,0 0 4 15,-1-10 1-15,0-6 2 16,-3-8 2-16,-2-1 2 0,0-6 0 16,-1-5-1-16,0-1 2 15,1-1 0-15,-4-5 1 16,-1-2 0-16,-4-4-1 16,1-2-2-16,-7-4 1 0,-3-2 0 15,-6 3-1-15,-4-1 1 16,-6 1 1-16,-9 1 1 15,-4 1 9-15,-1 0 5 16,-9 1 2-16,-7 3-4 16,-4 1 0-16,-3 5 3 15,-3 0-6-15,-2 4-2 16,-1 1-6-16,0 2-1 0,-1 2 0 16,-3 3-1-16,-1 6 0 15,1 1-1-15,-1 5 0 16,1 4 0-16,-1 5-5 15,3 5-11-15,1 4-23 0,3 0-2 16,-1 10-14-16,1 0-19 16</inkml:trace>
  <inkml:trace contextRef="#ctx0" brushRef="#br0" timeOffset="192308.37">13282 14948 34 0,'10'0'6'0,"-4"0"-6"0,4 0 1 0,2 0 0 15,0 0 1-15,4 0 0 16,-1 0 4-16,2-2 5 16,2-2 2-16,-1-1-3 15,2 0-4-15,0-2 1 16,1 0-3-16,0 1 0 0,2-1-2 16,0 0-2-16,1 1 1 15,1 0-1-15,-1-3 2 16,-3 2-1-16,1 1-1 15,-3-3 0-15,0 4 1 0,-4-1-1 16,-5 2 1 0,-2 1 0-16,-7 0-8 0,-1 3-30 15</inkml:trace>
  <inkml:trace contextRef="#ctx0" brushRef="#br0" timeOffset="192532.27">13397 14965 83 0,'0'0'3'15,"0"0"10"-15,0 0-8 16,0 0-3-16,0 0-1 16,0 0-1-16,0 0 0 15,0 0 2-15,62 10 2 16,-26-19-2-16,7-2-1 15,3-1 0-15,7-2-10 0,3-1-41 16</inkml:trace>
  <inkml:trace contextRef="#ctx0" brushRef="#br0" timeOffset="194607.81">14747 14963 58 0,'-2'0'15'0,"-3"0"0"0,2 2-6 0,2-2-4 0,-1 1-1 15,-1-1-3-15,3 3 0 16,0-3-1-16,0 3-1 16,0-2 1-16,0 1 1 15,8-2-2-15,4 0 1 16,-1 0-4-16,6-3 4 16,2-3-4-16,1-4-12 15,1-1-48-15</inkml:trace>
  <inkml:trace contextRef="#ctx0" brushRef="#br0" timeOffset="195347.35">13487 15448 27 0,'0'0'15'0,"0"0"18"0,0 0-14 0,0 0-9 0,0 0 3 16,0 0-4-16,0 0 4 16,0 0 0-16,0 0 0 15,0 0-7-15,0 0-7 0,-12-5 4 16,17 3-1-16,2-3-1 15,3 2-3-15,2-4 2 16,1 0 0-16,1 0 1 16,1-3-2-16,1 2 2 15,0-2 0-15,4 1-2 0,-5-1-15 16,1 3-14-16,-3 0 7 16,-3 3-14-16</inkml:trace>
  <inkml:trace contextRef="#ctx0" brushRef="#br0" timeOffset="195609.56">13471 15462 47 0,'0'0'4'15,"0"0"9"-15,0 0-4 0,0 0-6 16,0 0-1-16,0 0-4 15,0 0 2-15,0 0 7 16,0 0 0-16,-7 17-2 16,19-24-1-16,0 0-3 0,5-3 0 15,0-2 0-15,3 1 0 16,3-3-1-16,-1 0 1 16,3-2-1-16,-1 2-4 15,1-2-29-15</inkml:trace>
  <inkml:trace contextRef="#ctx0" brushRef="#br0" timeOffset="195836.46">13505 15492 47 0,'0'0'4'15,"0"0"-3"-15,48-24 0 16,-23 8 0-16,0-3-31 16</inkml:trace>
  <inkml:trace contextRef="#ctx0" brushRef="#br0" timeOffset="196827.94">14208 14232 34 0,'0'0'18'0,"0"0"-6"0,0 0-1 0,0 0-4 16,0 0-3-16,0 0-1 15,0 0 0-15,0 0 0 16,0 0-1-16,0 0-2 0,0 0 2 16,0 0-2-1,0-26 0-15,0 25 4 0,0-2 1 16,0 2-2-16,0-2-1 16,0 0-1-16,0 2 0 15,3-2-1-15,-1 1 1 16,1-1-1-16,0-1 0 0,2 0 0 15,0-2 0-15,0 2 0 16,3-2-1-16,-2-1 1 16,2 2-1-16,4-1-1 15,0-2-6-15,-1-1-8 16,3-2-37-16</inkml:trace>
  <inkml:trace contextRef="#ctx0" brushRef="#br0" timeOffset="197894.3">14778 14976 9 0,'0'4'0'0,"0"-2"4"0,0-1-13 0</inkml:trace>
  <inkml:trace contextRef="#ctx0" brushRef="#br0" timeOffset="198264.41">14778 14976 6 0,'11'33'22'16,"-11"-33"2"-16,0 0-1 15,0 0-13-15,0 0-7 16,0 0-4-16,0 0 2 0,6 0-1 15,2-2 0-15,-1-1 0 16,4 1 1-16,1-3 1 16,0 1 2-16,4 0 0 15,-3 1-1-15,2-3 1 0,0 1-2 16,1-1-1-16,-3 2-1 16,1-2 1-16,-3 2-1 15,1 1 0-15,-2-1 0 16,-1 1-4-16,-1-1-7 15,-5 1-27-15</inkml:trace>
  <inkml:trace contextRef="#ctx0" brushRef="#br0" timeOffset="198763.28">14698 15058 83 0,'0'0'14'0,"0"0"1"0,0 0-11 0,0 0-4 0,0 0 0 16,0 0 1-16,0 0-1 15,47-24 2-15,-36 17-1 16,5-1 1-16,3-1 0 16,-1-1-1-16,5-1 0 0,2 1 0 15,-2-3 0-15,1 3-1 16,0-2 0-16,-3 2-2 16,-2 0-2-16,-2 1-2 15,-4 2 1-15,0 3-5 16,-4 1-2-16,-5 2-15 0,-2 1-35 15</inkml:trace>
  <inkml:trace contextRef="#ctx0" brushRef="#br0" timeOffset="198941.36">14888 14995 66 0,'0'0'8'0,"0"0"-6"15,0 0 1-15,0 0 2 16,0 0 3-16,0 0 1 15,0 0-3-15,0 0-6 16,-14 1 1-16,30-9 0 16,1 0 0-16,2-1 0 0,-4 1-8 15,-1 1-43-15</inkml:trace>
  <inkml:trace contextRef="#ctx0" brushRef="#br0" timeOffset="199671.31">13484 15520 48 0,'0'0'2'0,"0"0"0"0,0 0-2 0,0 0 0 16,0 0 1-16,0 0 19 0,0 0-8 15,0 0 2-15,0 0-3 16,0 0-4-16,0 0-2 15,-13-4-4-15,13 1-1 16,0 2 1-16,3-2-1 16,3-2 0-16,1 1 0 0,1-3-1 15,0 0 1-15,3 0 0 16,-1-3 1-16,4 0 0 16,-3 0 2-16,5-1-2 15,-1-1 0-15,2 1 1 16,-1 0-1-16,3-1 0 0,-2 4-5 15,-2-1-4-15,0 2-7 16,-2 1-11-16,-4 2-39 16</inkml:trace>
  <inkml:trace contextRef="#ctx0" brushRef="#br0" timeOffset="199879.95">13553 15486 88 0,'0'0'4'0,"0"0"7"15,0 0-14-15,0 0 5 16,0 0-2-16,38-25 5 16,-16 9-1-16,4 0-2 15,4-2-1-15,2-2 0 0,-1 1-10 16,0-3-86-16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11:54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2767 4169 21 0,'0'0'13'0,"0"0"-11"0,0 0 8 0,0 0 3 0,0 0-5 16,0 0-3-16,0 0-2 16,0 0 3-16,0 0-6 15,0 0 1-15,0-24-1 16,0 24 1-16,2 0-1 15,-1 0-1-15,5 1 1 0,-2 3 1 16,4-1-2-16,0-1 1 16,1 1 1-16,3 1-1 15,1-4 1-15,5 2-1 16,-1-2 1-16,2 0 2 16,2 0-1-16,2 0 0 15,2 0 0-15,-3 0-2 0,3 0 0 16,-3 0 1-16,2 0-2 15,1 0 2-15,2 0-1 16,2 0 1-16,-1 0-1 16,5 0 1-16,0 0-1 0,1 0 2 15,1 0-2-15,1 0 0 16,2-3 1-16,-2-3 0 16,2 0-1-16,-4 1 1 15,3-1-1-15,-1 3 0 16,-1-1 0-16,4 1 0 0,-3-1 0 15,1-2 0-15,1 2 1 16,-2 1-1-16,-1-1 0 16,2 2 0-16,-1 1 0 15,-1 0 0-15,3 0 0 16,-2 1 0-16,5 0 0 0,-4 0 0 16,1 0 0-16,-2 0 0 15,0 0 0-15,0 0 0 16,-3 0 0-16,1 0 0 15,2 0 0-15,-1 0 0 16,-1 0 0-16,1 0 1 16,0 0-1-16,-2-2 2 0,-2 1-1 15,0 0 0-15,1 1-1 16,-1 0 0-16,2 0 1 16,1 0-1-16,2 0 1 15,1 0-1-15,-1 0 0 0,1 0 0 16,0 2 0-16,-1 1 1 15,-3 0-1-15,0 2 0 16,1-3 0-16,-2-1 0 16,3 3 0-16,2-1 0 15,0 0 1-15,1 0-1 16,2-2 0-16,-1 2 1 0,-1 0-1 16,2 0 0-16,0 0 0 15,3 0 0-15,-1 0 0 16,3 3 0-16,-3-3 0 15,2 1 0-15,-1 1 0 16,-1-1 1-16,1 0-1 0,-2 2 0 16,0-2 0-16,1 1 0 15,-1 0 0-15,-1-2 0 16,1 1 0-16,1-1 0 16,-2-3 1-16,3 0-1 15,-1 0 1-15,6 0-1 16,-2-7 1-16,2 1-1 0,-2-1 2 15,0-1-4-15,0-2 4 16,-3 4-1-16,-1 0-1 16,0 2 1-16,-1 0 1 15,1 1-2-15,-2 2 1 16,3-1-1-16,-3 2 0 0,0-1 1 16,3 1-1-16,-3 0 0 15,4-3 1-15,1 0-2 16,-1 2 2-16,2-2-1 15,-2 0 0-15,-1 0 0 0,-1-1 0 16,0 1 1-16,0 1-1 16,0 1 1-16,0 1-1 15,0 0 0-15,-1 0 0 16,-1 0 1-16,1 0-1 16,-2 0 0-16,1 0 0 15,-1 0 0-15,3 0 1 0,0-1 1 16,3-1 0-16,-3 1 0 15,4-2 6-15,-2-1 1 16,3 0-3-16,-3-1-3 16,4-2 0-16,-1 1 2 15,2 1-3-15,-4-2-1 0,2 0 1 16,-1 1-1-16,-1-1 1 16,-1 2-1-16,4-1 0 15,-2 1 1-15,2-1 0 16,0 0-1-16,-2 1 0 15,0-1 1-15,-1 1-1 16,-2-1 1-16,-1 1 2 0,5-1-1 16,-5 0-1-16,1 1 0 15,-3 0 0-15,-2 2-1 16,-1 0 0-16,0 1-1 16,-2 0 2-16,1-1-2 15,-2 2 1-15,1-1-1 0,1 1 0 16,-3-2 0-16,2 3 1 15,-1-1 2-15,1-2-2 16,-2 3 1-16,-3 0 0 16,3 0-1-16,0-1-1 0,-2 1 3 15,3 0-3-15,-2 0 0 16,3 0 1-16,-4 0-1 16,1 0 0-16,1 0 0 15,-2 0 1-15,0 0-1 16,-2 0 0-16,1 1 0 15,1 0 0-15,2 2 0 0,-2 0 0 16,4-3 1-16,-1 3 0 16,1-2-1-16,0 2 0 15,1-3 1-15,-2 3 0 16,1-2 0-16,4 0 1 16,-1 1-2-16,-1-2 0 0,4 0 1 15,0 0-1-15,0 0 2 16,0 0-2-16,1 0 1 15,-2 0-1-15,1-2 1 16,0 1-1-16,1 0 0 16,-1 1 1-16,2 0 0 0,-2-1 1 15,0 1 1-15,1 0 1 16,-1 0 0-16,1 0-2 16,2 0-1-16,-2 0 1 15,3 2-2-15,-3 1 1 16,0 3 0-16,-1-2-1 0,-1 2 0 15,0-3 0-15,-1 1 1 16,-1-1 1-16,2 0 1 16,-2-2 4-16,2-1 5 15,-4 2-1-15,-1-1-6 16,-3-1 1-16,-1 0-2 0,-2 0-2 16,-2 0 0-16,-2 0 0 15,-4 4-2-15,2 2 1 16,-7 2-2-16,-5 2-23 15,-7-3-116-15</inkml:trace>
  <inkml:trace contextRef="#ctx0" brushRef="#br0" timeOffset="1074.52">12353 3580 66 0,'0'0'13'0,"0"-3"3"0,2 3-12 0,-2-1-3 16,0 1 0-16,0 0 0 16,2 0-2-16,-1-1 0 15,1 1 1-15,3 0 0 16,-3 0 0-16,0 0 0 0,1 0 0 15,-1 0 0-15,2 0 0 16,-2 0 0-16,2 0 1 16,-1 3 1-16,1 3 1 15,3-3-2-15,-2 3 1 16,1 1-2-16,0 0 1 16,1 0 0-16,-1 0 0 0,0 0-1 15,-2-1 1-15,1 1-1 16,1 0 0-16,-2-2 1 15,2 0-1-15,0 1 1 16,-1-2-1-16,1 0 0 16,-2-1 1-16,3 1 0 0,0-2-1 15,-2-1 2-15,1-1-1 16,1 0 0-16,2 0 2 16,0 0 5-16,1-7 1 15,3-2 1-15,2-3 0 16,5-4 1-16,1-1 2 0,2-4-5 15,6-6 4-15,5-6-1 16,3-2-1-16,5-6-4 16,4-4 0-16,10-3-2 15,3 1-3-15,7-2-1 16,7-2 1-16,4-5-2 0,-1-6-55 16</inkml:trace>
  <inkml:trace contextRef="#ctx0" brushRef="#br0" timeOffset="4033.37">13725 3481 4 0,'0'0'7'0,"0"0"5"16,0 0 2-16,0 0 10 0,0 0 0 15,0 0-9-15,0 0-6 0,0 0 3 16,0 0 5-16,0 0 4 15,0 0-8-15,-3 3-10 16,3-9-1-16,0 3-1 16,0-4 1-16,0 1 1 15,0 0-3-15,0-1 1 16,0 3 1-16,-3 0 2 0,-2 1 4 16,-1 3-3-16,1 0-4 15,-3 0-2-15,1 5-1 16,-4 6 0-16,0 1 2 15,4 0-1-15,-3 2 1 16,6 0 0-16,0 1 0 0,4-1-2 16,0 1 2-16,0 1 0 15,4-2-1-15,1 0-1 16,6-1 2-16,-3 1-1 16,3-1 4-16,1-2-3 15,-1 1-2-15,0-3 2 0,0-1 2 16,-1 0-2-16,0-2 0 15,-2 1-4-15,-2-1 5 16,-2-1 0-16,-1 1-1 16,-1-2 0-16,-2 1 2 15,0-1 1-15,0 1-3 0,0 1 7 16,-9 1 6-16,-1 1-4 16,-5 0-5-16,1 1 0 15,-3 0-1-15,2-2-1 16,1 0 0-16,1-2-1 15,1-1 1-15,2 0 1 0,3-1-1 16,1 0-3-16,2-3-29 16,2 0-60-16</inkml:trace>
  <inkml:trace contextRef="#ctx0" brushRef="#br0" timeOffset="4687.85">14043 3468 45 0,'0'0'6'0,"0"0"12"0,0 0-9 0,0 0 4 15,0 0-1-15,0 0-2 0,0 0-1 16,0 0-3-16,-6-37 0 16,3 34 6-16,-1 3-5 15,-3 0-2-15,0 0-9 16,-2 0 7-16,-1 3-5 15,-2 3 2-15,1 2 4 16,-1 3-4-16,1 1-4 16,1 1 8-16,3 1-4 0,-1 0 0 15,4 0 0-15,2-2 1 16,2-1-1-16,0-1 1 16,0-3-2-16,2-1 0 15,4 1-1-15,4-3 6 0,1 0-4 16,0 2 0-16,2-2 1 15,-1 1 2-15,0 0-3 16,-1-1 0-16,-1 2 1 16,-3 1-2-16,-2 0 1 15,-1 2-3-15,-4 0 3 0,0 2-1 16,0-1 1 0,-2-2 4-16,-7 2 1 0,-1 1 7 15,-3-1-2-15,-2 0-3 16,0-1-2-16,-2 1-1 15,2-2-2-15,-3 0 0 16,3-3 0-16,0 1 0 0,3-5 0 16,0 2 1-16,4-3-2 15,3 0-8-15,3-6-47 16,2-5-70-16</inkml:trace>
  <inkml:trace contextRef="#ctx0" brushRef="#br0" timeOffset="5299.67">14157 3448 67 0,'0'0'19'0,"0"0"-11"0,0 0-7 0,0 0-1 16,0 0-3-16,0 0-2 16,0 0 2-16,0 0 0 0,0 0 8 15,2 47 5-15,-2-33-5 16,0 3 2-16,0 0-2 15,0 2-2-15,0-1 1 16,-2-2-1-16,2 2-1 16,0-2-1-16,0-1 0 0,0 1 1 15,0-2-1-15,0-1 2 16,0 0-2-16,0-2 1 16,0-4-1-16,0-1 0 15,0 0 1-15,0-2 0 16,0-2 2-16,0 0-1 15,0 0 0-15,0-1 0 0,0-1 1 16,0 0 2-16,0 0-3 16,2 0 5-16,3 1 3 15,1 1 0-15,-2-2-6 16,4 0-2-16,-2 0-3 16,1 0 3-16,-3 0-2 15,1 0 1-15,2 0 0 0,-3 0 0 16,-3 0-1-16,2 0 1 15,0 0 0-15,-1 0-2 16,0 0 0-16,0-2 0 0,0 1-8 16,0 1-37-16,-2-3-15 15,0 0-48-15</inkml:trace>
  <inkml:trace contextRef="#ctx0" brushRef="#br0" timeOffset="5577.54">14213 3634 3 0,'0'0'104'0,"0"0"-87"0,0 0 9 0,0 0-8 15,0 0-1-15,0 0-4 16,0 0-2-16,0 0-9 15,0 0-2-15,0 0 2 16,15-20-1-16,-8 17-1 0,3-2 1 16,1-1-1-16,1 0 1 15,0 0-2-15,-1 2-4 16,-5-3-31-16,0 1-21 16,-4 1-16-16</inkml:trace>
  <inkml:trace contextRef="#ctx0" brushRef="#br0" timeOffset="5762.44">14204 3485 116 0,'0'0'12'0,"0"0"10"16,0 0-6-16,0 0-8 15,0 0-3-15,12-42-6 16,5 33 3-16,5-1 0 15,5 0-6-15,2-1-36 16,2-1-53-16</inkml:trace>
  <inkml:trace contextRef="#ctx0" brushRef="#br0" timeOffset="6232.6">14778 3126 83 0,'0'0'8'0,"0"0"9"16,0 0-9-16,0 0 3 15,0 0 0-15,0 0-9 16,0 0-7-16,0 0 2 16,0 0 1-16,-16 45 2 0,9-18 0 15,1 3 0-15,-4 8 2 16,-1 1 0-16,1 6-1 15,-3 5 4-15,-4 2 0 16,-1 5 2-16,-1-2 6 16,-3 2-5-16,1-1 4 0,-1-3-4 15,-1-1-1-15,3-5-4 16,5-5 0-16,-1-5 2 16,3-6-4-16,4-4 3 15,4-6-2-15,0-9-5 16,4-11-79-16</inkml:trace>
  <inkml:trace contextRef="#ctx0" brushRef="#br0" timeOffset="7114.27">14904 3658 121 0,'0'0'7'0,"0"0"12"0,0 0 2 0,0 0-4 0,0 0-6 16,0 0 3-16,0 0-1 15,0 0-5-15,0 0-2 16,0 0-1-16,0 0 4 16,-24-21-5-16,23 12-2 15,0-2 0-15,1 1 3 16,0-3-4-16,0 3-1 0,0-1 1 15,0 1-2-15,0 3 1 16,1 1 0-16,3 2 0 16,1 1-1-16,-2 3-6 15,3 0 4-15,1 0 0 16,1 0 0-16,0 7-2 0,0-1 1 16,-4 1 3-16,3-1 1 15,-2 0 0-15,0-3 0 16,1-1 1-16,-3 0-1 15,1-2-3-15,2 0 4 0,-3 0 1 16,3-2 0-16,1-4-1 16,0-2 1-16,0-2-2 15,1-3 1-15,-3-2 1 16,0 3-1-16,1-3-1 16,-2 2 1-16,-1 3-1 15,-1 1 0-15,0 2 2 0,0 4-2 16,-2 0 2-16,0 2 2 15,0 1 0-15,2 0-3 16,-2 0-2-16,2 0-4 16,2 7 1-16,2 4 2 15,-1 2 2-15,5 4 1 16,-2 2-1-16,1 1 1 0,1 0 0 16,-3 2-1-16,4-1 1 15,-5 1-2-15,1-1-12 16,-6-2-51-16,-1-5-62 15</inkml:trace>
  <inkml:trace contextRef="#ctx0" brushRef="#br0" timeOffset="7595.41">15333 3403 73 0,'0'0'3'0,"0"0"9"0,0 0 7 16,0 0-3-16,0 0 12 0,0 0-4 15,0 0-11-15,0 0-10 16,0 0-5-16,0 0 1 16,0 0 2-16,-32 4-4 15,22 9 4-15,0 1 2 16,4 0-2-16,3 0 3 0,-1-1-3 15,2 0 1-15,2-2-2 16,0 2 1-16,0-2-1 16,0 0 1-16,2-3 0 15,2 0-2-15,1-1 2 16,1-1 1-16,-1 1-2 16,-2-2 0-16,1 0 1 0,0-1 0 15,-2 2-1-15,-1-2 0 16,0 1 0-16,0-1 0 15,-1 0-1-15,0 2-1 16,0-2 1-16,-2 0 3 0,-3 3 1 16,-4-1 0-16,-4-2 1 15,2 4-3-15,-3 0 2 16,1 0-2-16,-2 1-1 16,3-3-18-16,1-2-49 15,3-4-41-15</inkml:trace>
  <inkml:trace contextRef="#ctx0" brushRef="#br0" timeOffset="8134.27">15476 3408 72 0,'0'0'12'0,"0"0"1"0,0 0-1 0,0 0 5 0,0 0 3 15,0 0 1-15,0 0-6 16,0 0-18-16,0 0 2 16,0 0-4-16,0 33 5 15,0-15 0-15,0 3 3 0,0 2-1 16,0-3-5-16,0 0 6 15,0 0-4-15,0-2 3 16,0 0 2-16,2-3-2 16,0-2-1-16,-2-2 1 15,2-1-1-15,-1-1 0 0,1-4 1 16,2-1 2-16,-2-2-2 16,0 0 4-16,1-1 8 15,1-1-6-15,1 0 4 16,0 0-3-16,1 0-5 15,0 0-1-15,1 0 1 16,1 0-1-16,-2 0 0 0,1 0-3 16,1 0 1-16,-3-3 0 15,2 2 0-15,-1-4-1 16,0 2 1-16,2-1 0 16,1 0-1-16,-2-1 0 0,3 0 0 15,2-2-1-15,-2 1-5 16,0-1-14-16,1 0-24 15,-2-2-25-15,-5 0-51 16</inkml:trace>
  <inkml:trace contextRef="#ctx0" brushRef="#br0" timeOffset="8495.99">15537 3510 53 0,'0'0'60'0,"0"0"-38"0,0 0 8 0,0 0-15 0,0 0 1 15,0 0-2-15,0 0-1 16,0 0-5-16,0 0-4 15,0 0 4-15,12-25 2 16,-3 18-4-16,2 0 0 16,1 0-3-16,-1 0-2 0,4-1-1 15,-3 2 0-15,2 1 0 16,-2-1 0-16,-1-1 0 16,-2 3-4-16,-1 0-4 15,-2 0-6-15,0-1-4 16,-5 0-20-16,-1 0-24 0,0 2-29 15</inkml:trace>
  <inkml:trace contextRef="#ctx0" brushRef="#br0" timeOffset="8695.31">15574 3391 99 0,'0'0'31'0,"0"0"10"15,0 0-13-15,0 0-11 16,0 0 1-16,0 0-10 0,29-38 0 16,-7 28-6-16,9-5-2 15,8 0 1-15,7-2-9 16,4-2-37-16,2-3-74 16</inkml:trace>
  <inkml:trace contextRef="#ctx0" brushRef="#br0" timeOffset="24182.73">3031 4570 23 0,'0'0'14'0,"0"0"-9"0,0 0 1 0,0 0-3 16,0 0 5-16,0-1-3 16,0 1 2-16,0 0-4 15,0 0 1-15,0 0 1 16,0-2 0-16,0 2 3 15,0 0-4-15,-3 0 2 0,3 0-2 16,0 0-2-16,0-1 1 16,-2 1-1-16,2-2 2 15,0 2 1-15,-2 0 2 16,2-1-4-16,-2 1 0 16,2-2 0-16,-2 1 0 0,2 1 3 15,-3 0-4-15,1 0-1 16,0 0 0-16,0 0 1 15,-2 0 0-15,0 0-2 16,1 0 0-16,0 0 3 0,1 0-2 16,-2 0 1-16,2 3-2 15,-1-2 0-15,1 2 0 16,0 1 0-16,0-2 0 16,-2 2 0-16,1-1 0 15,1-1 0-15,-3 1 0 16,1-1 0-16,1 2 0 0,-1-2 0 15,-2-1 1-15,3 2 0 16,-1-2 2-16,-4 1-1 16,4 0 0-16,0 0-1 15,-1 1-2-15,1 1 1 16,0-1 1-16,0 1-1 0,0 1 0 16,0-1 0-16,2-2 1 15,-2 1-1-15,1 0 0 16,1-1 1-16,0-1-1 15,-2 2 0-15,1 0 0 16,1-2 0-16,0 1 0 0,-1-1 0 16,1 1 1-16,0 0-1 15,-1-2 1-15,1 2-1 16,0-1 1-16,0 0 1 16,0 2-2-16,-2 0 0 15,1-1-2-15,-1 3 2 16,-1 1-2-16,3-2 0 0,-3 2 2 15,1 1 0-15,0 0-1 16,0 0 1-16,1 0 0 16,-1 0 0-16,-3 2-1 15,4-2 2-15,-3 0-1 0,1 2 0 16,1-4 0-16,0 2 0 16,-2-1 2-16,2 1-2 15,0 0 1-15,-1-1 0 16,1 1-1-16,0 0 0 15,-1 0 0-15,-2 2 0 0,3-1-2 16,-1 1 0-16,1 1 1 16,0 0 0-16,-3 0 2 15,2 1 1-15,0 0-2 16,1 2 0-16,0-3 0 16,-2 1 0-16,3 1-1 15,-1-1 1-15,2-2 1 0,-3 2 0 16,2 0-2-16,3-2 1 15,-2 2 1-15,2-3-1 16,-2 0 1-16,2 2-1 16,0-3 1-16,0 2 0 15,0-1-1-15,0-1 0 0,0 0 2 16,0-1-2-16,4 3 1 16,-1-4-1-16,2 1 0 15,-1 1 0-15,1-1 1 16,1-2 0-16,-2 3-1 15,0-1 1-15,4 1 1 16,-3-3-1-16,3 3-2 0,-3 0 3 16,3-1-3-16,0 1 1 15,0 0 1-15,-2 2-1 16,3-1 0-16,-1 0 0 16,-2 1 1-16,1 0-1 0,1 3 0 15,-2 0-1-15,0-1 1 16,-3 2 0-16,1 4-1 15,-2-3 1-15,-2 1-1 16,0 3 1-16,0 0 1 16,0 1-1-16,-4 1 1 0,-1 0 0 15,-1-1-1-15,-2 0 0 16,-1 1 2-16,1-2-2 16,-2-2 3-16,4 2-1 15,-3-2-2-15,0-2 0 16,-2 1 0-16,2-1 1 15,1-3 0-15,-2-1 0 0,3-1-1 16,-2 0 1-16,3-4 0 16,-2-1-1-16,2 0 1 15,0-2 0-15,3-1 2 16,-3-1-1-16,2 0 0 16,-2 0 0-16,2 0-1 0,2 0 0 15,-2 0 1-15,3 0 1 16,0 0-1-16,1 0 0 15,0-1-3-15,0-1 3 16,0-1 0-16,6 2-2 16,2-3 0-16,2 1 1 0,-1-1-1 15,1 2 0-15,2-1 0 16,-1 3 0-16,1 0 0 16,-3 0 0-16,0 0-1 15,1 0 0-15,0 5-1 16,-2 2 1-16,-1-2 0 0,1 1 0 15,0 1 0-15,-1 3 2 16,-1-1-1-16,1-1 0 16,0 2 0-16,-2 0-1 15,1 0-2-15,-2 1 3 16,0-1-1-16,-4 3 1 0,0-2-1 16,0 1 2-16,0 1-2 15,0 1 3-15,-4-1-1 16,-2-1-1-16,1 1 0 15,-1 1 3-15,-2-1-6 16,2 0 6-16,-1 0-3 16,1 0 0-16,-2-1 1 15,0 1-1-15,3 1 0 0,-1-1 1 16,-1 1-1-16,-2-1 0 16,3 1 0-16,1 1 0 15,-3 0 0-15,3-1 1 0,-2-1-1 16,2 3-1-16,1-2 1 15,-1 1 0-15,3-2 0 16,-2 1 0-16,2-1 0 16,0 0 1-16,2-2-2 15,-4 1 1-15,3-1 0 16,1-2 1-16,0 1-2 0,0 0 1 16,0-2 0-16,0 2 0 15,0 0 1-15,0 1-2 16,0-2 2-16,0 2-1 15,1-1 0-15,5 0 0 0,-4 2 0 16,2-1 0-16,1-3 0 16,-1 1-1-16,1 2 1 15,1-2 0-15,1-1 1 16,0 2 0-16,-1 0-2 16,1 1 2-16,0-2-1 15,0-2 0-15,1 3-2 0,-1-4 1 16,1 1 2-16,0-2 0 15,1 1 0-15,-1 0-1 16,0-3 1-16,-1 1-1 16,1-1 0-16,1 1 0 15,2-2-1-15,-4 0 2 0,4-2-1 16,-2 0 1-16,2 0 0 16,2 0 1-16,-1 0-2 15,1 0 0-15,-1 0 0 16,1-1 1-16,-3-2 1 15,2-1-2-15,-3 1 1 0,0-1-1 16,-2 2 2-16,-2-1-2 16,1-1 3-16,-2 1 0 15,1 0 2-15,-3 2-3 16,0-2-1-16,0 3 0 16,-2 0 0-16,0-1-1 0,0 1 1 15,0 0 1-15,0 0 0 16,0 0 4-16,0 0 8 15,0 0-2-15,0 0-5 16,0 0-2-16,0 0-4 16,0 0 0-16,0 0-1 0,2 0-2 15,1 2-25-15,-3-2-60 16</inkml:trace>
  <inkml:trace contextRef="#ctx0" brushRef="#br0" timeOffset="26718.86">17879 4736 40 0,'0'0'8'0,"0"0"5"0,0 0-1 16,0 0 1-16,0 0 2 16,0 0-1-16,0 0-1 0,0 0-2 15,0 0 1-15,0 0-6 16,-10-37 4-16,10 34-1 15,0-1 2-15,0 1-2 16,0 1-6-16,4 0-1 16,1 2-1-16,2-3 0 0,0 3-1 15,2 0 0-15,2 0 0 16,-2 0 0-16,4 0-1 16,0 0 2-16,2 0-1 15,2 0 0-15,0 0 1 16,0 3-1-16,-1-1 0 15,-1 0 0-15,1 4 0 16,-4-2 0-16,0-1 0 0,-1 1-1 16,-2 1 2-16,-2 0-1 15,1 1-1-15,-2-1 1 16,0 0 0-16,-2 2-2 0,-2 1 1 16,0-2-1-16,-1 1 0 15,-1 1-1-15,0 0 2 16,0-2 2-16,0 4-3 15,-3-2 3-15,-1 2-1 16,-3 1-2-16,0-1 3 0,-1 4-1 16,1-1 2-16,-1 1-2 15,-1 2 0-15,2 0 2 16,-1 1-1-16,3 1-1 16,0-1 0-16,-2 4 0 15,4 1 2-15,-1-1-1 0,2 0-1 16,1-2 1-16,1 2-1 15,0-2 1-15,0-1-1 16,0-1 1-16,5 0 0 16,0-1-2-16,6-2 1 15,-2 0 0-15,2-1 1 0,1-2-1 16,1-2 1-16,1-2-3 16,-1 0 5-16,-2-3-2 15,0-1 1-15,-3 0-1 16,-3 0-1-16,-2-2 1 15,-1 1-1-15,-2 1 0 0,0 2-1 16,-8-1 3-16,-2 4-1 16,-6 0 1-16,0 5 0 15,-1 1-2-15,1 2 0 16,1 2 1-16,1 1-1 16,1 1 0-16,5 2 1 0,2-2-1 15,4 0 0-15,0 2 0 16,2-3 1-16,0 3-2 15,0-2 0-15,0 2 2 16,0 1-2-16,2 2 2 16,0 1-1-16,-2 4 0 15,1 0 0-15,0 2 0 0,0 0 0 16,1-2 0-16,2 3 1 16,0-3-1-16,-1-2 0 15,2 1 0-15,-1-5-1 16,0 2 2-16,0-5-2 15,1 2 1-15,-3-3 0 0,1-2 0 16,-1 1 1-16,-2-2-1 16,0 1 2-16,0-1-2 15,-3 0 0-15,-3-3 2 16,-5-1 0-16,0-1 2 16,0-3-2-16,-2-1 6 0,-2-1 1 15,1-3-4-15,-3 2-2 16,-1-2 0-16,1-1 0 15,-2 0 0-15,2-2 1 16,-5-1-1-16,3 0 1 16,0 0 0-16,1 0-2 0,2 0-1 15,0 0 0-15,3 0 0 16,1 0-1-16,4 0 0 16,3 0-6-16,1 0-35 15,2 0-77-15</inkml:trace>
  <inkml:trace contextRef="#ctx0" brushRef="#br0" timeOffset="27744.56">18475 5189 56 0,'0'0'13'0,"0"0"-8"0,0 0 2 0,0 0-4 0,0 0-3 16,2 0-1-16,-2 2 1 16,1-1 0-16,1 3 0 15,0-1 0-15,0 0 0 16,0 0 1-16,0 1-1 15,1 0 0-15,-1 0 1 0,-1 1 0 16,1-1-1-16,0 0 1 16,2 1 0-16,-2 0 0 15,1 0-1-15,-1 0 1 16,0 0-1-16,2-1 1 16,-4-1-1-16,4 1 0 0,-4-3 1 15,4 2 1-15,-2-3 0 16,0 0 12-16,2 0 3 15,-1 0 1-15,2 0-5 16,0-3-5-16,3-1-1 16,0-2 0-16,-2-1 1 0,4 0 2 15,1 0-6-15,2-2-1 16,-3-1 1-16,3-1 0 16,0 1 1-16,1-1 2 15,-1 0 0-15,3-2 0 16,1 1-2-16,0-2-1 0,2 0-4 15,4-3 2 1,1 3-1-16,0-2 1 0,-1-1-2 16,1 2 1-16,-3 0 0 15,0 1-1-15,-6 1 0 16,-2 5 1-16,0-2 0 0,-7 7 1 16,-1-3 0-16,-2 4-1 15,1 2-1-15,-1 0-1 16,-3 0-10-16,0 0-84 15</inkml:trace>
  <inkml:trace contextRef="#ctx0" brushRef="#br0" timeOffset="61168.12">4956 14455 4 0,'2'-7'21'0,"-2"4"-2"0,1 0-12 0,-1 0 0 15,3 1-4-15,-3-1 2 16,0 0 5-16,0 0-2 16,0 0 2-16,0 2 10 0,0-2-9 15,0 2 0-15,0 0-2 16,0 0-3-16,0 1 3 16,0-3-4-16,0 3 0 15,0-1-3-15,0 1 2 16,0 0 3-16,0 0-2 0,0 0-4 15,0 0 0-15,0 0-2 16,0 0 1-16,0 0-2 16,0 0 0-16,0 0 1 15,0 4 0-15,0 2 3 16,2 2-3-16,0 1 1 16,-2 1 2-16,2 1-2 0,1-1 1 15,-2 1 1-15,3 1-1 16,0 0 0-16,-2 0 0 15,1-1-1-15,1 1 1 16,0-1-1-16,0 0 2 16,-1 1-2-16,2-4 0 0,-1 4 1 15,-1-3-1-15,3 0 2 16,-2-2-2-16,1 0 0 16,2-1 1-16,-3-1 1 15,1-3-1-15,-1-1 1 16,0-1 0-16,-2 0 3 0,3 0-1 15,0 0 6-15,-1-5 2 16,1-1-7-16,-1-4 1 16,0 4-4-16,1-2-1 15,-1-1 0-15,1 1 0 16,-3-1-1-16,3 1 1 0,-3-1-1 16,0 1 0-16,1-3 0 15,3 0 0-15,0-1-1 16,2-1-2-16,-1 0 5 15,1 0-2-15,-2 2 1 16,2 1-2-16,-2 0 2 0,-3 2-1 16,1 1 0-16,0 2 0 15,-2-1 0-15,0 2 0 16,1 1 0-16,-1-1 0 16,1 0 0-16,1 0 0 15,-1-2 0-15,1 2 0 0,0-2-1 16,0 1 2-16,1-1-1 15,-3 1-1-15,3 1 2 16,-5 1-1-16,1 1 0 16,-1 1 0-16,1 0 0 15,0 1-1-15,-1 0 0 0,2 0-1 16,0 0 1-16,0 0-2 16,2 0 2-16,-3 0-1 15,3 0 1-15,0 2 1 16,0 2 0-16,-1 2-2 15,2 0 1-15,-1 0 1 0,0 3 1 16,1 1-2-16,-1 1 1 16,1-1 1-16,2 3-2 15,-3 1 1-15,-1 0 0 16,3 3-1-16,-2 3 1 16,-2 0 0-16,1 1 0 15,1 2 0-15,-4 0 0 0,2 0 0 16,1 1 0-16,-3 0 1 15,0-1-2-15,0-1 1 16,0-1 0-16,0-1 1 16,0 0-1-16,-3-3 1 15,-1 0-2-15,-1-3 1 0,-1 1-1 16,-3-1 3-16,-2 0 0 16,0-2 0-16,0-1 0 15,-6 0 0-15,1-2 0 16,-1-1 0-16,-3-4 0 0,2 1-1 15,0-4 3-15,1-1 6 16,-3 0 0-16,6 0-6 16,0 0-1-16,1 0 1 15,0-3-2-15,4-1 1 16,-2 1 0-16,2 0-1 0,4-1 3 16,-1 0-3-16,1 1 0 15,3-1 0-15,-2 1-1 16,1 0 0-16,1 2-2 15,1-2 0-15,1 2 1 16,0 0-3-16,0 1-12 0,1 0-53 16,6 0 5-16,1-5-25 15</inkml:trace>
  <inkml:trace contextRef="#ctx0" brushRef="#br0" timeOffset="61885.02">5495 14631 52 0,'-3'1'9'0,"2"-1"-1"0,1 1 2 15,-2 0 0-15,2-1 0 16,0 0 2-16,0 0 0 15,0 0 6-15,0 0-9 16,0 0-4-16,0 0 2 16,2 0-4-16,6 0-2 0,-2-1-1 15,5-1 2-15,-1-1 0 16,3 0-2-16,2-1 1 16,-1 1 0-16,-1 0 1 15,1-1 2-15,1 1 0 0,-3-1 0 16,1 1-3-16,-3 0 1 15,3-1 0-15,-1 3-1 16,-2-1 2-16,1 2-3 16,-3 0 1-16,1-1 1 15,-2 1-2-15,0 0 1 0,-3 0 0 16,1 0 0-16,-1 0 0 16,0-2 0-16,1 1-1 15,0 1 1-15,0 0 0 16,3-3-1-16,-1 3 0 15,4-1-1-15,0-3-2 0,1-2-63 16</inkml:trace>
  <inkml:trace contextRef="#ctx0" brushRef="#br0" timeOffset="63067.7">6026 14368 41 0,'0'0'15'0,"0"0"-5"0,0 0 1 0,0 0 9 0,0 0-2 15,0 0-4-15,0 0-2 16,0 0-5-16,0 0-6 15,0 0-3-15,0 0 2 16,0-10 0-16,2 16 2 0,-1-2-3 16,0 4 2-16,0 0-1 15,1 1-2-15,0 0 4 16,-2 4-1-16,2-3 1 16,-2 4 0-16,2-2-1 15,0 1-1-15,0-1 3 16,4 0-2-16,-4-2 0 0,2 2 0 15,0-2 1-15,1-1 0 16,1-1 0-16,-1-1-1 16,2 0 1-16,-2-1 0 15,1-2 0-15,-1-2 0 16,1-2 1-16,1 0 1 0,0 0 1 16,1 0-1-16,1-6 3 15,1-1-1-15,-1-3-2 16,1-1-1-16,0-2-3 15,-2 2 6-15,1-4-2 16,-3 1-2-16,2 2 0 0,-3-1-1 16,1 0-1-16,-2 0 0 15,-1 3 1-15,1 0-1 16,-2 3 0-16,-2 0 0 16,2 2 0-16,-2 0 1 15,0 1 1-15,0 2-2 16,0 0 0-16,0 0 3 0,0 2 1 15,0 0-3-15,0 0-2 16,0 0-1-16,0 0 2 16,0 0-1-16,3 0 0 15,-3 3 1-15,2 1-2 0,0 2 2 16,1 1 0-16,1 2 2 16,-2 2-2-16,1-2 0 15,1 3 0-15,-2 1 0 16,0 1 1-16,0 3-1 15,2-1 0-15,-2 2 1 0,2 1-1 16,-2-1 0-16,0 3 1 16,-2 1-1-1,2 2 0-15,-2-1-1 0,0 2 1 16,0 0-1-16,0 0 3 16,-2-1-1-16,-4-3-1 15,-2 1 1-15,2-3 1 0,-1 2-1 16,-3 1-1-16,2-2 1 15,-1-3 0-15,3 0-1 16,-1-3 0-16,0-4 1 16,-2-3 2-16,2-1 3 15,1-2 6-15,-5-4 2 0,2 0 1 16,-2 0 2-16,-1 0-5 16,-1-5-3-16,2-2-3 15,-3-1-3-15,2 1 0 16,2 0-1-16,1 0-1 15,0 0 0-15,3 3-2 0,1-3-1 16,2 1 2-16,3 3-1 16,0-1-3-16,0 0-7 15,1 1-20-15,8-3-9 16,2-1-11-16,-2-3-49 16</inkml:trace>
  <inkml:trace contextRef="#ctx0" brushRef="#br0" timeOffset="63972.75">6029 14102 54 0,'2'4'5'0,"-2"-2"-2"0,0 0 5 0,1-1 0 15,0 2-1-15,-1-3 0 16,0 1-3-16,2-1-1 0,-2 0 0 16,0 0 3-16,0 0 6 15,0 0 22-15,2 0 2 16,-2-2-25-16,2-4-2 15,0-1-4-15,1-2 1 16,2 2-5-16,-1-3-1 0,0 2 1 16,1-1 0-16,-3 0-1 15,2 1 1-15,-2 0 1 16,-1 2-2-16,1-1 2 16,0 1 3-16,0 2-3 15,-2 0 0-15,3 0-1 0,-3 1-1 16,2 0 0-16,0 0 0 15,-2 1 0-15,1 1 0 16,1 0 0-16,0 1 0 16,0 0 0-16,0 0-1 15,2 0 0-15,-3 0 0 0,3 0-1 16,0 1 2-16,1 3 0 16,-1-1 1-16,1 3 0 15,-1-1-2-15,0 1 0 16,1 0 2-16,1 1-1 15,0 3 1-15,-2-3 0 16,1 0 0-16,1 2-1 0,0 0 1 16,0 0-1-16,-2 0 1 15,1-2-1-15,1 1 0 16,-2 0 1-16,1 1-1 16,4 1 1-16,-3 0-1 15,1-3-3-15,2-4-84 0</inkml:trace>
  <inkml:trace contextRef="#ctx0" brushRef="#br0" timeOffset="64783.55">6491 14110 52 0,'0'0'5'0,"0"0"2"0,0 0 15 0,0 0 5 15,0 0-16-15,0 0-7 16,0 0 1-16,0 0-2 0,0 0-1 15,0 0 0-15,0 0 0 16,0 0 0-16,42 22-2 16,-33-16 1-16,1 1-1 15,0 0 1-15,2 1 0 16,-4 1 0-16,3 0 1 0,1 2 1 16,-3-2 1-16,0 4-2 15,2-1 1-15,-2 1 1 16,0 1 2-16,-1 0-1 15,2 1 3-15,-4 0-2 16,1 1-1-16,-1 1-3 0,-1 0 1 16,0 3-2-16,-1-1 1 15,-3 1 0-15,1 2 1 16,-1 1-1-16,0 2-1 16,-1-2 0-16,0 0 1 15,0 1 0-15,0-3 2 0,0 2 0 16,-4-1 2-16,-3 0-1 15,0 2-1-15,0-1-2 16,0 0 0-16,-1-1-1 16,-2 0 1-16,3-1-1 15,-1-3 0-15,1-1 0 0,2-2-1 16,-3 0 1-16,3-2 0 16,-1-3-1-16,1 0 2 15,1-3 1-15,-3 3 2 16,4-4-3-16,-1 1-2 15,2-3 1-15,0 2-1 0,-2 1 0 16,-1 0-7-16,-3-5-36 16,-2-2-50-16</inkml:trace>
  <inkml:trace contextRef="#ctx0" brushRef="#br0" timeOffset="67681.21">4909 14077 3 0,'-3'0'7'0,"-1"0"4"0,3 0 7 15,-1 0 2-15,0 0-3 0,0 0-4 16,0 0-3-16,0 0 0 16,-1 0-3-16,1 0 1 15,-2 0-3-15,-4 0 2 16,4 0 1-16,-4 0-2 0,3 0-2 15,-1 2-1-15,-2-1-2 16,2 5 0-16,1-3 0 16,-1 1-1-16,-1-1 1 15,0 1-1-15,-2-1 0 16,3 2 2-16,-1 1 0 0,-5-2-1 16,4 5-1-1,-1-2 1-15,-2 2 0 0,2 0-1 16,2 1 0-16,-4-1 2 15,2 4-2-15,2-2 0 16,-3 2 1-16,2 0-1 16,-1 0 0-16,3 1 1 15,-1 1-1-15,0 1 0 0,1-2 1 16,1 0-1-16,1 2 0 16,-3-2 0-16,3 0 1 15,-4 3-1-15,4-3 0 16,-3 1 1-16,3 2-1 15,-2 0 0-15,-1-3 0 0,4 6 0 16,1-3 1-16,-2 1-1 16,2 1 1-16,0-1 0 15,1 2 0-15,1-3-1 16,0 0 1-16,0 1-1 16,0-1 0-16,0-2 3 0,0 3-3 15,5-1 1-15,-1 2-1 16,0-1 1-16,2-1-1 15,0 1 1-15,-2 0-1 16,1-1 0-16,1 0 1 16,-1-1-1-16,2 2 0 0,-2-1 0 15,1 0 0-15,0 1 0 16,1-3 0-16,0-1 0 16,-2 0 1-16,1 0-1 15,3-1 0-15,-2 0 1 0,2 1-1 16,-2 0 1-16,3 1 0 15,0-2 0-15,1-1-1 16,-3 2 1-16,4-3-1 16,-3 0 0-16,-3-1 2 15,4-3-1-15,-6 0-1 0,3 0 0 16,-3-3 2-16,0-1-2 16,1 1 1-16,-1-1 1 15,2 0 2-15,0 0 0 16,0-2 0-16,-1 2-1 15,-1-2 2-15,1 1-3 16,0-1 0-16,1 0-1 16,-2 0 0-16,3-1 1 0,-3 0-3 15,-1-2-9-15,-3-12-101 16</inkml:trace>
  <inkml:trace contextRef="#ctx0" brushRef="#br0" timeOffset="69460.99">4257 14280 71 0,'-3'0'3'0,"2"0"10"0,-1 0 3 16,0 0-5-16,0 0 2 16,0 0 4-16,-1 0-1 0,1 0 0 15,0 0-6-15,-4 2-6 16,-2 2-1-16,0 2-3 15,-1 0 2-15,-3 3-2 16,-1 0 1-16,-1-1-1 16,1 2 2-16,-2-1-2 0,-1-1 0 15,1 0 0-15,-4 1 1 16,3-2 0-16,-1 0-1 16,-1-1 1-16,1 0 0 15,-2-2 0-15,2 3 4 16,-2-1-4-16,1-2 0 0,1 2-1 15,-2-1 1-15,2 1-1 16,1 1 0-16,-1-1 0 16,1 1 0-16,3 0 0 15,-1 2 1-15,3-2-2 16,1-3 1-16,4 1 0 0,0-1 0 16,3-2 1-16,3-1-2 15,-2 0 1-15,2-1-2 16,0 0-3-16,0 0-1 15,0 0 4-15,2 0 4 16,1 0-2-16,1 0 3 16,0 0-2-16,2 0 0 0,-2 0-1 15,2 0 1-15,-2 0-1 16,1 0 0-16,1 0-1 16,2 1 2-16,1-1-2 15,1 0 0-15,2 0 1 16,1 0 1-16,-2 0-1 0,3 0 1 15,-1 0-1-15,1 0 1 16,1 0-1-16,-1 0 0 16,1 0 1-16,1-1 1 15,-1-2-1-15,1 0 0 16,-1 0 1-16,0 2-2 16,-2-2 1-16,-1 3-1 0,0-1 0 15,-1 1 0-15,-1-2 1 16,-2 2-1-16,-1 0 0 15,-1 0 0-15,1 0 0 16,0 0 0-16,-2 0 0 0,-1 0 0 16,0 0 0-16,-1 0 0 15,1 3 0-15,0 0 0 16,-1-1-1-16,-3 2-2 16,0 1-1-16,0 0 6 15,0 2 3-15,-7 1-2 0,0 0-2 16,-3 3 1-16,-2 0 0 15,1-1-1-15,-2 3 1 16,-6 2-2-16,1 1 0 16,1 1 1-16,-3 0-1 15,0 0 0-15,0 0 1 16,1 0-1-16,2 2 0 0,1-5 0 16,1 0 1-16,1-2-1 15,3-3 0-15,2 0 0 16,0-2 1-16,2-2-2 15,1 0 2-15,1 0-1 16,1-2 0-16,-1 0 0 0,3 0 0 16,1 0 0-16,0-2 0 15,1 0 0-15,0 1-1 16,0-2 1-16,0 1 0 16,0 2-1-16,0-2 2 0,0 1-1 15,0 1 0-15,1-1 0 16,2 0 1-16,0 1-2 15,-1-1 0-15,0-2 1 16,0 3-1-16,3-1 1 16,-1 0 0-16,0-1 0 0,3 2 0 15,0-3 0-15,2 4 0 16,-1-2 1-16,4-1-1 16,-1 2 0-16,0-2 1 15,1 1-1-15,1-1 1 16,-2 2-1-16,0 0 0 0,2 0 0 15,-1-2 0-15,-1 2 0 16,0-2 0-16,1 2 1 16,-2-1-2-16,1-1 1 15,3 2 0-15,-3-1 0 16,3 0 0-16,-3 0 0 0,0-1 0 16,-1 1 0-16,0 0 1 15,-1-2-2-15,-2 0 1 16,0 0 0-16,-3 0 1 15,1 0 1-15,1 0-2 16,-4 0 1-16,2 0-1 16,2 0 2-16,-2 0-2 15,0 0 1-15,3 0-1 0,1 0 0 16,5 2 0-16,0-2 0 16,2 0-33-16,-1-6-72 15</inkml:trace>
  <inkml:trace contextRef="#ctx0" brushRef="#br0" timeOffset="72436.73">6991 14370 16 0,'0'0'23'0,"0"-2"-3"0,0 2-6 0,-2 0-4 16,2 0-1-16,-2 0-1 15,2 0 1-15,-2 0-5 16,2 0-1-16,0-2 0 15,-2 1-2-15,2 1-1 16,-1 0 0-16,1 0 1 0,0 0-1 16,0 0 1-16,0 0-1 15,0 0 0-15,0 0-1 16,0 0 2-16,0 0-1 16,0 0 0-16,0 0 0 0,0 0-1 15,0 0 1-15,0 0 1 16,0 3 0-16,0 0-1 15,0 1 0-15,1-1 1 16,3 1-1-16,-4 0 0 16,2-2 0-16,0 1 0 15,-1 0 0-15,1 0 1 16,-1 0-1-16,2-1 0 0,-1 1 0 16,-2 0 0-16,3 0 0 15,0 0 0-15,-1 1 1 16,0-3-1-16,0 0 0 15,0 1 0-15,0 0 0 0,-2-1 0 16,2-1 1-16,0 0-1 16,-1 0 1-16,1 0 1 15,2 0 0-15,-2 0-1 16,3 0 2-16,0 0 0 16,-1-4-1-16,1 1 1 15,3-3 0-15,-3-1-1 0,6-1-2 16,-2-1 2-16,1-1-1 15,2-2 0-15,-1-3 0 16,5 1 2-16,-2-3 3 16,4-1-2-16,-1-1 0 15,3-1-1-15,1 0-1 0,-2-2 0 16,2 2 0-16,-2-1 1 16,2 2 0-16,-1-1-1 15,-4 4 1-15,0 1-1 16,-3 2 3-16,0 3-4 0,-4 0 1 15,-3 5-1-15,-1 1-1 16,-1 2 0-16,-1 2 0 16,-3 0-4-16,1 0-11 15,-1 5-15-15,0 4 0 16,-1 1-15-16</inkml:trace>
  <inkml:trace contextRef="#ctx0" brushRef="#br0" timeOffset="73446.56">6976 14389 47 0,'0'0'7'0,"0"0"-3"0,0 0-5 0,0 0-7 15,0 0-15-15,0 0 12 16,0 0 11-16,0 0 5 0,0 0 8 16,-2-1 4-16,2 1 5 15,0-1-3-15,0 1-3 16,0-1-7-16,0 1-3 15,0 0-5-15,0 0-1 16,0 0 0-16,0 0 0 16,0 0 0-16,0 0 0 0,2 0 0 15,1 1 1-15,3 3-2 16,-2-1 1-16,-1 1 0 16,3 0 0-16,-1 2 0 15,-3-3 0-15,1 1 0 0,3-1 0 16,-4 0 1-16,2 0-1 15,1-1 0-15,-1 1 0 16,1-1 1-16,0-2 0 16,-1 0 0-16,1 0 1 15,1 0 1-15,-2 0 1 0,1-6 0 16,4 1 2-16,-4-3-3 16,3-2-1-16,1-1 0 15,1 0-1-15,2-1 0 16,2-5 2-16,0 0-4 15,4 1 1-15,1-5-2 16,-1 1 4-16,3-2-2 0,-1 0 2 16,2-2-2-16,-1 3 1 15,0 1 0-15,-2 0 1 16,1 2 2-16,-5 3 2 16,1 1-3-16,-3 3-1 15,-4 1-1-15,1 1 0 0,-2 4-1 16,-4 0 0-16,-1 3 0 15,1 0 0-15,-4 2 0 16,2 0-2-16,-2 0-3 16,0 0 2-16,0 0 0 15,0 0-4-15,0 6-12 0,0-1 4 16,0-1-12-16,-6 1-21 16</inkml:trace>
  <inkml:trace contextRef="#ctx0" brushRef="#br0" timeOffset="74510.8">6966 14400 20 0,'0'0'13'0,"0"0"7"0,0 0-2 15,0 0-7-15,0 0 3 16,0 0-6-16,0 0-2 0,0 0-4 15,0 0-1-15,0 0 1 16,0 0 2-16,0 0-4 16,0 0 0-16,0 0 0 15,-8-10-2-15,8 10 2 16,0 0-1-16,0 1 1 16,2 3 0-16,0-1 1 0,0 1-1 15,-1 1 0-15,1 0 0 16,2 1-1-16,-4-3 2 15,3 1-1-15,-1 2 0 16,1-1 0-16,-3-2 0 0,2 0 0 16,2-1 0-16,-2-1 0 15,0-1 2-15,1 0-1 16,3 0-1-16,1 0 2 16,-2-3 0-16,3-3 0 15,3 1-1-15,1-5 0 16,-1 0 0-16,0-3-1 0,5 2 0 15,-1-3 0-15,1-2 1 16,2-1-2-16,0 0 1 16,4-3 0-16,1 0 3 15,-4 0-1-15,4-1-1 16,-2 0 1-16,0 1 1 0,-1 1 1 16,-1-1-1-16,-2 5 1 15,1-2-1-15,-5 5 3 16,1-2-6-16,-3 6 3 15,-2-1 0-15,-3 2-1 16,4 4 0-16,-6-1-2 16,-2 2 0-16,0 0 1 0,-1 1 0 15,0 1-1-15,-1 0 1 16,3 0-1-16,-3 0-1 16,0 0 1-16,2 0-1 15,0 0 2-15,0 0-1 0,0 0 0 16,2 1-5-1,-2 0-28-15,0 0-17 16</inkml:trace>
  <inkml:trace contextRef="#ctx0" brushRef="#br0" timeOffset="86766.16">4461 15595 14 0,'0'0'28'0,"0"0"3"15,0 0 0-15,0 0-7 0,0 0-4 16,0 0-1-16,0 0-1 16,0 0-12-16,0 0-1 15,0 0-5-15,0 0-4 0,0 0 1 16,0 0 3-16,-22-5 1 16,16 5 1-16,1 1 1 15,-3 2 0-15,0 1-1 16,-1-1 1-16,-2 1 2 15,-2-1-4-15,-1 4 1 0,-4 0-2 16,-1 0 2-16,-2 2 2 16,-2 1 1-16,2 0-3 15,-1 1 0-15,3-1 0 16,0 2-1-16,2 1-1 16,4-4 0-16,-1 1 2 15,4 0-1-15,1 0-2 0,-1-3 2 16,0-1-1-16,3 1 0 15,-3-1 0-15,2-2 0 16,1-1 2-16,3 1-2 16,0-2 0-16,-1 0 0 0,5 0 0 15,0-1 0-15,0 1-2 16,0-2 1-16,0 2-1 16,0 0 0-16,0-1 4 15,5 1-2-15,-1-1 2 16,-2-1-2-16,2 3 0 15,1-2 0-15,-1 0 0 0,1 1 0 16,4-2 0-16,-4 0 0 16,3 0 0-16,-2 0 0 15,2 0 0-15,1 0 1 16,-1 0-1-16,1 0 0 16,-1 0 2-16,2 0-1 15,1 0-1-15,-1 0 0 0,-2 0 0 16,3 0 1-16,-1 0-2 15,1 0 2-15,-3 0-1 16,-1 0 0-16,3 0 0 16,-2 0 0-16,1 0 0 0,-2-2 0 15,0 2 1-15,-1 0-1 16,-3 0 0-16,3 0-1 16,-2 0 1-16,1 0 0 15,-2 0 0-15,1 0 0 0,-2 0 0 16,0 0 0-16,0 0 0 15,1 0 0-15,-1 0 0 16,0 2 0-16,-2-2-2 16,0 2 2-16,0-1 0 15,2 3-3-15,-2-2 3 16,0 1 0-16,0 1 0 0,0 1 0 16,0 0 0-16,-2 2 0 15,-2 0 0-15,-1 0-2 16,-1 3 2-16,-2 1 0 15,-2-2 0-15,1 4 0 16,-3-2 2-16,-1 2-2 0,0 0 0 16,-1 1 0-16,-1 0 0 15,1 0-2-15,1 2 4 16,-1-1-2-16,1 0 0 16,2-3 0-16,0 1 0 15,4-3 0-15,-1-1 0 16,3-2 1-16,0 0-1 0,3-3 0 15,1-1 0-15,1 1 0 16,0-2 0-16,0 1-1 16,0-1 2-16,0 1-4 15,3-1 3-15,2 0-1 0,0 0 1 16,3-1 0-16,1 1 0 16,2-2-1-16,0 0-3 15,4 0 4-15,0 0 1 16,3 0 0-16,-3-2-2 15,3-1 4-15,0 1-4 16,2 0 2-16,-3 1-1 0,4-1 0 16,1 1 0-16,-2 1 0 15,0-1 0-15,-2 1 0 16,0 0 1-16,-2 0-1 16,-5 0 1-16,-2 0-1 15,0 0 0-15,-4 1 2 0,1 3-4 16,0 0 2-16,-1 1-1 15,2 1 2-15,-5-1-39 16,1-5-65-16</inkml:trace>
  <inkml:trace contextRef="#ctx0" brushRef="#br0" timeOffset="88053.62">4924 15392 51 0,'0'0'9'0,"0"0"-9"0,0 0-7 16,0 0 5-16,0 0 1 0,0 0 2 16,2 0-1-16,-2 0 1 15,2 2 1-15,-2-2 1 16,1 1 1-16,0-1-2 15,2 2 1-15,-3 0-2 16,2 1 3-16,-2 0-1 0,2 3 0 16,1-2 2-16,-3 3-3 15,2-2 1-15,-1 1 1 16,-1 2 1-16,1-3 1 16,-1 3 1-16,0-3 1 15,1 2 2-15,-1-1-4 16,0 1-2-16,2-2-2 0,-2 3-1 15,2-1 0-15,-2 0-1 16,2 0 0-16,2 2 1 16,-4 0-1-16,2 1 2 15,0 3-2-15,1-1 0 16,1 0 0-16,-2 4 1 16,3-2-1-16,0 2 0 0,-1-2 0 15,0 0 0-15,1 2 0 16,-1-3 1-16,-1 1-1 15,2 0 1-15,-1 0-1 16,0 3-1-16,1 0 2 0,1 3-1 16,-3 4 0-16,1 2 0 15,1 1 0-15,-3 3 0 16,1-2 0-16,-1 1 0 16,0-1 1-16,0-1-1 15,0-3 0-15,2 0 1 16,-3-1-1-16,1-2 1 0,2-1 0 15,-4 1-1-15,2-2 1 16,-2-2 0-16,0 1 1 16,0-1 2-16,0 0 0 15,0-1 0-15,-2 1-1 0,-2 0-1 16,1-3-1-16,-1-2 3 16,0-4-1-16,0-2 2 15,1 0 10-15,1-1-7 16,0-3-6-16,-1 2-1 15,0-2 0-15,1 0-1 16,2 0 1-16,-2-1 0 0,0-1 1 16,2 0-2-16,-2 0-1 15,2 0-13-15,-2 0-52 16</inkml:trace>
  <inkml:trace contextRef="#ctx0" brushRef="#br0" timeOffset="89656.49">5314 15625 47 0,'0'-1'9'0,"0"1"2"0,0 0 1 0,0 0-2 0,0 0 0 16,0 0-10-16,0 1 1 16,0 3 0-16,0 1 0 15,0 2-1-15,0 1 0 0,2 2 1 16,2 0-1-16,0 4 1 15,0-1-1-15,1 3 2 16,-1-3-2-16,2 1 1 16,-2-1-1-16,0-2 3 15,0 0 0-15,1-2-1 0,-1-1 2 16,0-2-2-16,2 1 0 16,0-4 2-16,-2 0-1 15,3-2 0-15,-3 1 0 16,4-2 0-16,-1 0 0 15,1 0 2-15,0-2-3 16,2-5 2-16,1-3-2 0,-2 0 2 16,3-1-2-16,-2-1-3 15,1-2 6-15,-3 0 2 16,0 0-2-16,-1-1 1 16,-1-1-1-16,-3 2-2 15,2-1 2-15,-1 1-1 0,-4 1-2 16,2 1 2-16,-2 0-2 15,0 4-1-15,0-1-1 16,0 2 1-16,0 1-1 16,0 4 0-16,0 0 1 0,0 1-2 15,0 1 0-15,0 0-2 16,0 0-1-16,0 0 3 16,0 1 0-16,0 5 0 15,2 1 1-15,3 1 1 16,-3 4-1-16,0-1 0 0,2 0 2 15,1 1-2-15,2 1 0 16,-5-1 1-16,3 1-1 16,-1 2 0-16,0 0 0 15,-3 2-12-15,1 2 19 16,0 1-6-16,-2 1 0 16,0-1-1-16,0 1 0 0,0-1 0 15,0 1 1-15,-5-1 0 16,-1 1 0-16,-1 2-2 15,-2-1 2-15,-2 0 0 16,0-2-1-16,-1-2-2 16,1-2 6-16,-1-5-4 0,0-4 2 15,1-3 0-15,1-4 4 16,-1 0 3-16,-1-2 3 16,2-9-6-16,3-4 3 15,-1 0-5-15,3-4-1 16,3 1-3-16,2 0-1 15,0-2 2-15,9 2-1 0,4 0-6 16,7-1-24-16,1 0-20 16,0-1-51-16</inkml:trace>
  <inkml:trace contextRef="#ctx0" brushRef="#br0" timeOffset="90149.31">5778 15740 16 0,'0'0'26'0,"0"0"-17"0,0 0-2 0,0 0 2 15,0 0-2-15,0 0-3 16,0 0 3-16,0 0 0 15,38-14 2-15,-29 13-1 16,2-2-2-16,2 0 2 0,-2-1 1 16,3-2-1-16,1 2 0 15,-1-1-2-15,-1 0 3 16,1-2-1-16,-1 2 0 16,-2 1 0-16,1 0-5 15,-2 1-1-15,2 0-1 0,-3 3-1 16,-3 0 2-16,3 0-4 15,-1 0 0-15,0 0-12 16,-4 0-34-16,1 0-8 16</inkml:trace>
  <inkml:trace contextRef="#ctx0" brushRef="#br0" timeOffset="91017.69">6124 15573 94 0,'0'0'5'0,"0"0"9"16,0 0-5-16,0 0 4 16,0 0 5-16,0 0-1 15,0 0-8-15,0 0-8 0,0 0-5 16,-2-4 4-16,2 12 1 15,0 1 0-15,0 0 0 16,0 3-1-16,4-1 1 16,3-2 1-16,-1 0-2 15,2-1 1-15,-2 0-1 0,1-3 1 16,-1-1-1-16,2-3 1 16,-2 2 0-16,-1-3-1 15,1 0 1-15,-1 0-2 16,4 0 4-16,-5-3-3 0,3-4 2 15,0 1-1-15,-1-2 3 16,1 1-2-16,0-2-1 16,-3-1 0-16,0-1 1 15,1-3-1-15,-1 0 1 16,-2 1-1-16,0 1 2 16,-1 2-1-16,-1 3-1 0,0 3 2 15,0 1-1-15,0 2 2 16,0 1-2-16,0 0-2 15,0 0-1-15,0 0 1 16,0 0-6-16,0 0 0 0,0 0 6 16,3 4 0-16,-1 2 0 15,2 1 2-15,0 1-2 16,3 1 1-16,-2 1-1 16,4 1 1-16,-3 2-1 15,1 1-1-15,-1 2 1 16,-1-2-3-16,0 5 5 0,-1 0-3 15,-1 0 3-15,1 1-1 16,-2-1 0-16,2 2 0 16,-3-2-1-16,0 1 2 15,-1 0-2-15,0-1 1 16,0 2 2-16,0 0 0 0,-1 3-2 16,-4-1 0-16,-1 0-3 15,1-3 4-15,-4-1 0 16,2-3-2-16,-1-5 2 15,-1-2-2-15,-1 1 0 16,-1-4 1-16,1-3 3 16,-2-3 1-16,1 0 8 0,-1 0-1 15,1-6-1-15,1-5-5 16,0-1-3-16,3-1 1 16,1-1-4-16,0-2-1 15,5 1 0-15,1-1-1 16,0-1 2-16,7 0-3 0,6-1-1 15,3-1-17-15,-1 2-16 16,-1-3-42-16</inkml:trace>
  <inkml:trace contextRef="#ctx0" brushRef="#br0" timeOffset="91670.98">6087 15405 95 0,'0'0'5'0,"0"0"-2"0,0 0-2 15,0 0-1-15,0 0 0 16,0 0 0-16,0 0 0 15,0 0 0-15,0 0 2 0,0 0-2 16,0 0 22-16,0 0-5 16,0 0-4-16,0 0-6 15,2-31 0-15,-2 21-3 16,2 0-3-16,2-3-1 16,-2 2 3-16,0-1-1 0,3 1-4 15,-3 1 5-15,3 0-1 16,-2 2-2-16,1-1 0 15,0 2 0-15,1 2 0 16,-1 1 0-16,0 0 1 16,0 1-1-16,-1 1 0 15,0 0 0-15,-1 2 0 0,0 0 0 16,0 0 0-16,1 0 1 16,1 0 2-16,0 7-1 15,0 2 1-15,2 2 0 16,0 1-1-16,-2 0-1 0,3 3 0 15,0 1 0-15,4-2-1 16,-2 2 0-16,4 1 1 16,1-2-4-16,-1-1-44 15,3-6-8-15</inkml:trace>
  <inkml:trace contextRef="#ctx0" brushRef="#br0" timeOffset="92532.9">6564 15131 11 0,'0'0'5'0,"0"0"12"0,0 0-1 0,0 0-6 16,0 0 1-16,0 0-4 16,0 0 4-16,0 0 0 15,14 38-3-15,-12-29 0 0,-1 2 0 16,0 2-4-16,2 1-1 16,-3 2 0-16,2-1 0 15,0 3 0-15,-2 0 0 16,2 0-1-16,1 1-1 0,1 1 0 15,3 1 0-15,-4 0 0 16,5-1 0-16,-3 3 0 16,1-3 0-16,1 1 1 15,-2 1 2-15,1 0-1 16,-2 2 2-16,1 1-2 16,-3 0 5-16,0 4-5 0,0 2 0 15,-2 1-1-15,0 1-1 16,0-2 0-16,0 2 1 15,0-2-1-15,0-1 1 16,0-2-1-16,0 1 5 16,0-2-2-16,0 0-1 15,0-2 2-15,0 2-2 0,0-1-1 16,0 1-1-16,0-2-1 16,0-2 1-16,0-3-1 15,0-4 2-15,0-5-2 16,0-4 2-16,0-3-1 15,0-1 0-15,0-3-1 0,0 2-1 16,0-2-10-16,2 0-24 16,-2-12-27-16</inkml:trace>
  <inkml:trace contextRef="#ctx0" brushRef="#br0" timeOffset="93299.92">6600 15114 3 0,'0'0'30'0,"0"0"-12"0,0 0 2 0,0 0-6 0,0 0 0 16,0 0-2-16,0 0 0 16,0 0-7-16,0 0 1 15,0 0-5-15,0 0 1 16,0 0-1-16,-18 20-1 0,18-9 0 15,0 3 0-15,0 2 1 16,0 2 0-16,0 2 1 16,0 4 0-16,0 4-2 0,0 2 1 15,3 6 0-15,3 1 0 16,-2 4 0-16,4-1 0 16,-3 0 1-16,3 1 0 15,-1-3 2-15,1 1-2 16,-1-2 2-16,0 1 0 15,-2 2 1-15,-1-1 0 16,0 0 1-16,-2-2-2 0,0-2 1 16,-2-2 4-16,0-2-5 15,0-4 2-15,0 0-1 16,0-1 0-16,0-2-3 16,0-1 2-16,0-2-2 0,0-1-2 15,0-2 2-15,0 0-1 16,0-3 1-16,0-2-2 15,0-3 1-15,0-4-1 16,0-2 1-16,0-2-1 16,-2-2-2-16,-2 0-26 0,-4-2-31 15</inkml:trace>
  <inkml:trace contextRef="#ctx0" brushRef="#br0" timeOffset="94183.16">4911 15336 38 0,'0'0'9'0,"0"0"-6"0,0 0 0 16,0 0 0-16,0 0 4 15,13 48 0-15,-13-31-2 16,0 4 1-16,2-2 0 0,-2 2 2 16,0 0 0-16,0 5 2 15,0 2-4-15,0 3-3 16,0 2-2-16,0 4 0 15,0 4 0-15,0 3 1 0,0-1 0 16,0-2 2-16,2 3-1 16,3-3-1-16,-1 0 0 15,4-2-1-15,0 0-1 16,1-2 1-16,0-1 1 16,-2 2-2-16,-1-5 1 15,-1-2 0-15,-1-2-1 0,0-2 1 16,-3-5 0-16,0-2 2 15,-1-3-1-15,0-1 0 16,0-5 0-16,1-1-2 16,-1-4 0-16,3-3-6 0,-3-3-20 15,0-3-33-15,0-11 19 16</inkml:trace>
  <inkml:trace contextRef="#ctx0" brushRef="#br0" timeOffset="94725.38">4945 15394 3 0,'0'0'7'0,"0"0"16"0,0 52 1 0,0-26-8 0,0-1 0 16,0 4-4-16,0 2 0 15,2 0-2-15,0 5 1 16,4 2-1-16,-3 6-5 16,3 4-3-16,-2 2-1 0,0 1 0 15,0 5-1-15,-2-2 0 16,0 0 1-16,0-3 0 15,0-2 1-15,-1-6-1 16,3-3 0-16,0-4 0 0,0-6 0 16,-3-5 0-16,1-4-1 15,1-5 1-15,-1-2 1 16,0-4-2-16,0-3 0 16,0-3-3-16,0-4-14 15,1 0-18-15,1-10-28 0</inkml:trace>
  <inkml:trace contextRef="#ctx0" brushRef="#br0" timeOffset="95206.72">4964 15426 82 0,'0'0'4'0,"0"0"1"0,0 0-2 0,0 0-1 16,-9 47 1-16,7-23 2 15,2 3 1-15,0 6 6 16,0 1-6-16,0 4 0 16,0 2 0-16,0 0-1 0,5 3-2 15,-1-1-2-15,2-2 1 16,2 1-1-16,-2 0 1 16,1 1 1-16,-1 0-1 15,2-1 2-15,-4 1 0 16,0-1 1-16,1-3-2 15,-3-2 0-15,-2-4-1 0,0-3 0 16,0-4-1-16,0-3-1 16,0-3 1-16,0-3-1 15,0-2 1-15,2-4-2 16,-2-3-6-16,2-4-16 0,0-3-12 16,1-3-28-16</inkml:trace>
  <inkml:trace contextRef="#ctx0" brushRef="#br0" timeOffset="95548.85">4972 15519 61 0,'0'0'55'0,"0"0"-43"0,0 0-11 16,0 0-1-16,0 0 1 0,-1 62 3 16,1-25 1-16,0 11 1 15,0 8 1-15,0 8 2 16,3 4 1-16,1 4-4 15,0 4-4-15,3-1 1 16,1-7-5-16,2-3 2 0,3-7 2 16,3-8-14-16,0-11-14 15,4-12-32-15</inkml:trace>
  <inkml:trace contextRef="#ctx0" brushRef="#br0" timeOffset="96277.19">6583 15113 79 0,'0'0'5'0,"0"0"24"0,0 0-7 0,0 0-10 0,0 0-4 15,0 0-2-15,0 0 3 16,0 0-3-16,0 0-2 16,0 0-4-16,-9-9 0 15,9 18 0-15,0 6 0 16,2 4 2-16,2 6-1 16,1 8-2-16,-1 5-1 0,0 6 5 15,-3 6-3-15,3 1 4 16,-2 2-2-16,1-5 1 15,-1 0-2-15,1-3 1 16,1-2-2-16,0 1 1 16,0 0 1-16,-3 3-2 0,1 0 0 15,-2 3 0-15,0 0 0 16,0-1 0-16,0-1 1 16,0-2-1-16,-3-3 0 15,1-4 0-15,0-7 0 16,0-6 0-16,0-10-1 0,2-3-7 15,0-9-14 1,0-4-14-16,0-4 7 0,0-13 8 16</inkml:trace>
  <inkml:trace contextRef="#ctx0" brushRef="#br0" timeOffset="96814.97">6580 15061 69 0,'0'0'14'0,"0"0"-12"0,0 0 0 0,0 0-2 0,0 40 1 16,0-20 0-16,0 4 1 15,-2 6 4-15,2 3 3 16,0 5 4-16,-2 3 5 15,2 6-5-15,0 3-4 16,0 4-2-16,2 1-1 0,1 6-3 16,5-1-1-16,-3 0 0 15,1-2-2-15,2-4 1 16,-2-3 1-16,1-7 0 16,-1-3 0-16,-2-4 2 15,1-3 1-15,-2-3-2 0,-1 1 0 16,-2-4 0-16,0-1-2 15,0-6 2-15,0-4-1 16,0-4-1-16,0-3-1 16,0-6 1-16,0-1-2 15,0-3-14-15,0 0-16 0,0-6-7 16,0-13-50-16</inkml:trace>
  <inkml:trace contextRef="#ctx0" brushRef="#br0" timeOffset="97200.11">6631 15281 36 0,'6'38'0'0</inkml:trace>
  <inkml:trace contextRef="#ctx0" brushRef="#br0" timeOffset="99092.51">6595 15132 37 0,'0'-4'15'16,"0"0"-14"-16,3 0 0 15,-3 2 1-15,0 2-2 16,0 0 4-16,0 0 18 0,0 0-14 16,0 7 1-16,0 4-6 15,0 3-1-15,0 5 1 16,0 5-2-16,0 8 0 15,0 3 0-15,2 9 1 16,1 6 1-16,-1 7 7 0,1 1 0 16,-2 6-5-16,2 3 0 15,-3 1-3-15,0 1-2 16,0 5 0-16,0-1 0 16,0-1-8-16,-7-8-22 15,-3-8-30-15</inkml:trace>
  <inkml:trace contextRef="#ctx0" brushRef="#br0" timeOffset="100018.89">4935 15407 53 0,'0'0'4'0,"0"0"0"0,0 0 9 0,0 0 2 0,0 0 4 16,0 0-4-16,0 0 1 16,0 0-1-16,0 0 3 15,0 0-6-15,0 0-4 16,0 0-2-16,-20-12-6 16,20 22-6-16,0 7 1 0,0 5 5 15,0 6 2-15,3 6 0 16,3 3-1-16,1 7-1 15,4 3 0-15,-2 5 1 16,-1 5-1-16,1 1 0 16,-1 2 0-16,-2-2 0 0,-4-4 0 15,-1 0 0-15,-1-4 0 16,0-5 0-16,0-5 0 16,-3-2 0-16,-1-5 0 15,-2-4-1-15,5-1 2 16,-2-7-1-16,1-2-1 15,2-6-17-15,0-6-20 16,0-6-4-16,0-1-46 0</inkml:trace>
  <inkml:trace contextRef="#ctx0" brushRef="#br0" timeOffset="100466.9">4928 15486 77 0,'0'0'-1'0,"0"0"3"0,0 0 1 0,-13 48-2 0,11-25 2 16,0 2 1-16,2 8 3 16,0 3-1-16,0 4 3 15,0 3 0-15,0 0-3 16,4 0-2-16,3-1 0 15,0-2-3-15,1 0-1 16,-1-1 0-16,0-1 1 0,-2 0-1 16,-2-4 0-16,0-3 0 15,-3-4 1-15,2-7 0 16,-2-3-1-16,0-4 0 16,2-6 0-16,-2-4-6 15,0-3-31-15</inkml:trace>
  <inkml:trace contextRef="#ctx0" brushRef="#br0" timeOffset="100914.02">4922 15424 9 0,'0'0'70'0,"0"0"-68"0,0 0 0 0,0 0-2 0,0 0 0 16,0 0 0-16,-13 42 1 15,10-28 1-15,-1 2 1 16,1 3 3-16,1 2 1 16,0 4 2-16,2 4 3 0,-2 6-6 15,2 4 1-15,0 3 2 16,0 6-4-16,0 0-1 16,0-1 1-16,2-1-2 15,0 1 1-15,0-3 0 16,1-3-1-16,1-1 0 0,-1-2 0 15,-1-2-2-15,2-2-1 16,3-7 2-16,0 0-2 16,1-11-20-16,4-9-55 15</inkml:trace>
  <inkml:trace contextRef="#ctx0" brushRef="#br0" timeOffset="102843.82">6967 15550 79 0,'0'1'4'0,"0"-1"2"0,0 0-4 15,0 0-1-15,0 0 3 0,0 0 3 16,0 0 3-16,0 0 1 15,0 0 4-15,0 0 1 16,0 0 0-16,0 0-10 16,0 0-3-16,0 0-3 15,0 0-1-15,0 1 1 16,0 1 1-16,0-2-1 0,4 0 0 16,-1 3 0-16,-1-3 0 15,0 2 2-15,0 0-4 16,1 1 2-16,1 1 0 15,-2 0-1-15,-2-1 1 16,3 0 0-16,-1 2 1 0,-2-2-1 16,2 0 0-16,0 1 0 15,0-2 0-15,-2 0 2 16,3-1-2-16,-1 1 0 16,-1-1 0-16,-1-1 0 15,2 0 0-15,2 0-4 0,-2 0 4 16,2-4 4-16,0-4 3 15,3-1 0-15,3-3-3 16,-2-2 2-16,3-3 0 16,3 0-3-16,-1-3-1 15,3-1-1-15,-1 0 0 0,2-3-2 16,2 1 2-16,4 0-1 16,1 0-2-16,1-1-27 15,-1-1-57-15</inkml:trace>
  <inkml:trace contextRef="#ctx0" brushRef="#br0" timeOffset="104523.8">4672 16695 129 0,'0'2'6'0,"0"-2"0"0,-2 0-3 0,0 0-2 0,1 0 2 16,-3 0 6-16,1 0 5 16,1 0 0-16,2 0 1 15,-3 1-5-15,2 0-4 16,0 2-4-16,-1 3-2 15,0-1-1-15,-2 1 1 16,0 1 0-16,1 0 0 0,-3 0 0 16,-2 0 1-16,2 2-1 15,-5-1 1-15,-1 2-1 16,1 1 0-16,-2 3 2 16,-3 1-2-16,-2 2 0 0,-2 2 0 15,0 0 0-15,-3 0 0 16,2-1 0-16,0 0 0 15,1-2 1-15,3-2-1 16,1-1 0-16,7-3 0 0,-2 0-1 16,3-4 1-16,4-2-2 15,0-1 4-15,4-2-2 16,-2-1 2-16,2 0-2 16,0 0-1-16,0 0-11 15,0 0 12-15,2 0 0 16,2 0 0-16,0 0 1 15,2 0 0-15,2 0-1 0,-1 0 1 16,-1 0-2-16,2 0 1 16,0-1-1-16,1 0 0 15,2-1 1-15,-1 1 0 16,1-1 0-16,2 2 1 16,-2-1-1-16,2 1 1 0,-1 0-1 15,-3 0 1-15,0 0 0 16,2 0-2-16,-4 0 2 15,1 3-1-15,-1 0 0 16,0 0 0-16,0 1 1 16,-3 0-1-16,0 0 0 0,1 2-1 15,-3 1 6-15,0-1-5 16,0 1 0-16,1-1 0 16,-3 0-1-16,0 3 0 15,0-2 3-15,0 4-3 0,0-2 1 16,0 1-1-16,0 1 2 15,-7 4-1-15,1-1 0 16,-1 0 0-16,0 4 0 16,-2-1 0-16,0 1-1 15,1 0 1-15,3-1 0 16,-2-1-3-16,3-2-2 16,1 1 0-16,1-2 2 0,0-3 1 15,2 2 2-15,0-4 0 16,0-1 0-16,0-1 0 15,0-3 0-15,2 0 0 16,3-2 1-16,4-1-3 0,-2 0 2 16,5 0 0-16,2-6 0 15,-1 1 0-15,4-2 1 16,0 1 1-16,1-1 0 16,0 1 1-16,2 0 2 15,0 1 2-15,-2 0-1 16,2 3-4-16,-2 0-1 0,2 2-1 15,0 0 1-15,3 0-1 16,-3 0-1-16,2 0-42 16</inkml:trace>
  <inkml:trace contextRef="#ctx0" brushRef="#br0" timeOffset="105661.99">5300 16543 92 0,'-3'-2'23'0,"-1"1"45"0,0-1-55 0,2 2-10 0,1 0-2 16,1 0 0-16,0 0-2 16,-2 5-6-16,2 7 4 15,0 6 4-15,-2 7-7 16,2 5 9-16,0 7-3 15,0 7 2-15,0 8-2 16,0 5 2-16,0 4-6 16,2 0 8-16,0-1-3 0,-2-2 2 15,1-7-3-15,-1-1 2 16,0-3 3-16,0 1 5 16,-3-1-2-16,-4 0-4 15,2-3 0-15,-1 1 2 0,-1-6-2 16,3-4-2-16,2-6-1 15,2-4 0-15,0-6-2 16,0-5-1-16,6-7-17 16,3-7-37-16,3-4-26 15</inkml:trace>
  <inkml:trace contextRef="#ctx0" brushRef="#br0" timeOffset="106467.91">5608 16940 112 0,'0'0'1'0,"0"0"21"0,0 0 1 0,0 0-5 0,0 0-15 15,0 0-2-15,0 0-3 16,0 0-1-16,0 0 2 16,0 0 4-16,0 20-4 15,2-4 5-15,2 2 0 16,2-1-2-16,0-1-1 0,3-2-1 15,-3-1 0-15,2-5 1 16,0 0 0-16,-1-3 0 16,-1 0 0-16,1-4 1 15,0 1 0-15,2-2-6 16,-3 0 4-16,1-2 0 16,1-5-1-16,0-3 4 15,1-3-3-15,-3 0 2 0,-1-2-1 16,2 0-2-16,-5 0 4 15,1-1-1-15,-1 2 1 16,-1 3 0-16,2 0 0 16,-3 3-1-16,0 1 0 0,0 4-1 15,0 2-1-15,0-1 0 16,0 2-1-16,0 0-1 16,0 0 1-16,0 6 0 15,0 4 1-15,2 4 1 0,0 3 1 16,0 2 2-16,1 1-3 15,4 3 0-15,-3-1 0 16,-1 2 1-16,3 2-1 16,-4 1 0-16,0 0 0 15,-2 1-1-15,0 1 0 16,0-1 0-16,-2-1 0 0,-5-4 2 16,-1-5-3-16,0-1 3 15,-2-5 6-15,1-4 2 16,1-2-4-16,0-5-2 15,-1-1 3-15,3 0-3 16,-1-7-3-16,0-3 0 0,2-5-2 16,3-4-2-16,2 2 8 15,0-1-5-15,0-2-2 16,9 3-1-16,5 0-14 16,1 1-13-16,1 3-19 15,-1-1-10-15</inkml:trace>
  <inkml:trace contextRef="#ctx0" brushRef="#br0" timeOffset="106807.69">5972 17075 114 0,'0'0'11'0,"0"0"-7"0,0 0-3 16,0 0 3-16,0 0-2 0,0 0 4 15,0 0 3-15,0 0 1 16,38 0-1-16,-26-3-5 15,1-1 1-15,-2 1-2 16,5-1-2-16,-3 1 0 16,3-4-1-16,-1 3 1 0,1-3-2 15,1-3-17-15,-3-1-54 16</inkml:trace>
  <inkml:trace contextRef="#ctx0" brushRef="#br0" timeOffset="107490.58">6260 16933 54 0,'0'0'-2'0,"0"0"-5"0,0 0-2 16,0 0 12-16,0 0 21 15,0 0 8-15,0 0 0 16,0 0-6-16,-6-4-18 15,6 13-9-15,0 2 2 16,0 3 0-16,6 3 0 16,2-1-1-16,-2 0 2 0,0-1-2 15,1-1 0-15,3-1 1 16,-4-4 0-16,1 0-1 16,-1-2 1-16,1-1-1 15,0-3 2-15,0-3-1 0,-1 0-4 16,1 0 3-1,2 0 0-15,-2-3 2 0,-1-5-7 16,1-4 5-16,-1-1 0 16,-2-1 6-16,2-4-1 15,-4 4 2-15,2 0-5 16,-4-1 2-16,1 5-2 0,-1 2 2 16,0 1 2-16,0 3 6 15,0 2-7-15,0-1-1 16,0 3-3-16,0 0 0 15,0 0-2-15,0 0 0 16,0 0 5-16,0 0-9 0,0 7 5 16,0 3-2-16,0 3 6 15,0 4-2-15,0 1 0 16,0-2 2-16,0 3-1 16,0 0 1-16,0 0 0 15,0 2-1-15,0 1 1 0,0-1-2 16,0 0 0-16,0 0 0 15,-1-2 0-15,-1 0 3 16,-2-2-2-16,-2-1 2 16,0-4 2-16,0 2 0 15,1-4 0-15,-3-2-1 0,1 1-4 16,0-5 1-16,0 1-1 16,1-3 0-16,-3-2-1 15,1 0-4-15,2-11-25 16,-3-7-37-16,1-6-45 15</inkml:trace>
  <inkml:trace contextRef="#ctx0" brushRef="#br0" timeOffset="107952.49">6274 16673 94 0,'0'0'32'0,"0"0"-21"0,0 0-7 0,0 0-4 15,0 0 3-15,0 0-3 16,0 0 0-16,0 0 1 0,0 0 0 15,0 0 0-15,0 0-1 16,0 0 5-16,13 9 10 16,-10-18-2-16,2-1 5 15,-1-2-13-15,-2-3 4 16,2 1-5-16,-3-1-2 16,3 3 1-16,-4 4-2 0,0 1 0 15,0 4 0-15,0 0 3 16,2 3 4-16,0 0-7 15,0 0-3-15,2 7 5 16,6 3 1-16,-1 4 3 16,2 3-7-16,1 1 1 0,1 1-1 15,3-2 1-15,1 4-3 16,-3-3-18-16,-1 0-41 16,1-2-22-16</inkml:trace>
  <inkml:trace contextRef="#ctx0" brushRef="#br0" timeOffset="108359.69">6593 16527 97 0,'0'0'3'0,"0"0"3"0,0 0 5 16,0 0-1-16,0 0 5 16,45 0 8-16,-33 9-3 15,0 5-5-15,0 4-4 16,1 4 1-16,-1 6-1 15,-1 6-3-15,-1 6-2 0,2 8-3 16,-3 8-1-16,-4 7-1 16,-1 4-3-16,-4 6 1 15,0 0 1-15,-4 3 1 16,-9-4 0-16,-4-4-1 0,-5-2-1 16,0-5 2-16,-3-7-1 15,-1-9-2-15,-1-8-22 16,-1-11-65-16</inkml:trace>
  <inkml:trace contextRef="#ctx0" brushRef="#br0" timeOffset="109057.44">5472 16440 56 0,'0'0'3'0,"0"0"4"0,0 0 8 15,-43-4-9-15,30 4 4 16,0 9 3-16,-1 1 5 15,1 2 3-15,1 1 1 0,-1 4-8 16,2 4-12-16,0 2-1 16,2 6-1-16,-3 5 1 15,3 4-1-15,1 6 1 16,-1 10 0-16,1 7 6 16,4 8 1-16,4 6 5 0,0 6 0 15,2 4-1-15,13 2-3 16,9 0-1-16,7 0-3 15,10-4-2-15,10-3-1 16,6-10 1-16,4-6-2 0,3-9-1 16,4-12-8-16,-3-6-27 15,-4-15-32-15,1-12-15 16</inkml:trace>
  <inkml:trace contextRef="#ctx0" brushRef="#br0" timeOffset="109935.57">6843 16463 86 0,'0'0'2'0,"0"0"-2"0,0 0 0 15,0 0 0-15,0 0 1 0,0 0 0 16,0 0 5-16,-10 41 12 16,6-36-2-16,1 0-1 15,1-1-6-15,0 0-5 16,0-2-3-16,-2-1 0 15,1-1 1-15,3 0 8 16,-1 0 2-16,1 0-4 0,0-6-2 16,0-2-2-16,0-1-3 15,0-1 1-15,0 1-1 16,4-1 1-16,2 4-2 16,-1-1 0-16,1-1 1 0,2 5-2 15,-3 0 1-15,2 0 0 16,0 2 1-16,-1 1-1 15,-1 0 0-15,1 0 0 16,0 1-1-16,0 7 1 16,-2 3 0-16,1 0 4 15,1 2-2-15,-2 2-1 16,-3 2 0-16,1-1-1 0,-1 1 0 16,-1-1 1-16,0-2-1 15,0 2 0-15,-3-4 1 16,0 1 0-16,-1-4 3 0,-1 0 0 15,3-3 0-15,-2 0-4 16,2-3 0-16,0 1 0 16,0-2 0-16,2 0 0 15,-1-2 0-15,1 2 0 16,0-2 0-16,0 0 1 16,0 0 1-16,0 0-5 0,0 0 3 15,1 0 0-15,5 0 0 16,0-4 1-16,3-2 1 15,1-1 1-15,3-3-1 16,1 1 2-16,1-1-2 0,3-2 1 16,0 3-3-16,4-2 0 15,-3 1-20-15,-2 0-62 16</inkml:trace>
  <inkml:trace contextRef="#ctx0" brushRef="#br0" timeOffset="112059.97">6985 15578 66 0,'-2'-1'4'0,"0"-1"3"0,2 1 0 0,0 0-5 0,0 0-1 16,0-1 0-16,0 2 2 0,0-1 3 15,0 1 7-15,0 0 4 16,0 0-7-16,-1 0-7 15,1 0-4-15,0 0 0 16,0 0-1-16,0 0 1 16,0 0 3-16,0 0-1 15,0 0 0-15,0 0 0 0,0 0-1 16,0 0 0-16,0 0 1 16,0 0-1-16,1 1 0 15,3 1 0-15,0-1 0 16,-2 1 0-16,1 1 1 15,1 0-1-15,1-2 0 0,-3 1 0 16,-1 1 0-16,1-1 2 16,2 0-2-16,-2 1 0 15,0-3 0-15,0 1 0 16,0-1 0-16,1 0 1 16,-1 0-2-16,2 0 1 0,1 0 0 15,0-4 1-15,1 0 0 16,-1-5 0-16,3-1-2 15,0-1 4-15,1-5-1 16,-1 2 1-16,-1-3 2 16,4 0-3-16,-4-3 2 0,1 1 2 15,1-3-1-15,1 1-3 16,-1-3 0-16,4 2 0 16,-2-2-1-16,0 3 2 15,1 0-2-15,1 2 3 16,-4 2 1-16,4 3-1 15,-4 2-2-15,-2 4-1 0,-1 2 0 16,-1 3-2-16,-2 3 0 16,1 0-8-16,-4 2-14 15,0 8-7-15,0 1-6 16,-3 3-39-16</inkml:trace>
  <inkml:trace contextRef="#ctx0" brushRef="#br0" timeOffset="113092.28">7470 15612 23 0,'0'0'27'0,"0"0"-2"0,0 0-1 0,0 0-4 16,0 0-3-16,0 0 0 16,0 0 1-16,0 0-10 15,0 0-1-15,0 0-3 16,0 0-2-16,0 0-2 0,0 0 0 15,0 0 0-15,-25-1 0 16,25 1 0-16,-2 0 4 16,2 0 0-16,0 0-2 15,0 0 2-15,0-4-4 16,0-2 0-16,0-1 0 16,0-1 0-16,0-2-1 15,2-2 1-15,3 0 1 0,1-3-1 16,-1 2 0-16,4-2 0 15,-4-2 0-15,3 1-3 16,1-1 5-16,-2 1-1 16,2 2 1-16,-2 0-4 15,3-2 4-15,2 4-2 0,-1-3-2 16,3 1 4-16,-1-1-4 16,3-1 2-16,1 3 0 15,-1-1 0-15,-1 1 0 16,0 0 0-16,0 2 0 0,1 2-1 15,1-2 2-15,1 1-1 16,-1 3 0-16,4-1 0 16,-3-1 0-16,-2 5 0 15,2 0 0-15,-5 1 2 16,3 0-2-16,-3 2 0 16,3 0 1-16,-3 1-1 0,3-1 0 15,-1 1 1-15,-2 0-1 16,1 0 1-16,-1 0-1 15,-1 0 1-15,-4 0-1 16,1 0 2-16,-1 0-2 16,-2 0 1-16,1 0 1 0,-1 0-1 15,-3 0-1-15,3 1 0 16,-1-1 1-16,-2 0-3 16,-1 0-4-16,0 0-47 15,-2 0-26-15</inkml:trace>
  <inkml:trace contextRef="#ctx0" brushRef="#br0" timeOffset="113375.92">7997 15084 107 0,'0'0'6'0,"0"0"-4"0,0 0 0 0,0 0 2 16,0 0 1-16,0 0 4 15,0 0 2-15,0 0 0 16,43 17 3-16,-32-6-2 16,-2 2-3-16,0 4-2 15,-1 3-6-15,0 6-1 0,-4 5-1 16,-4 9 0-16,0 5-12 15,-14 6-52-15</inkml:trace>
  <inkml:trace contextRef="#ctx0" brushRef="#br0" timeOffset="119642.15">7352 15573 17 0,'0'2'44'0,"0"0"-38"0,-2 2-4 0,-1-1-2 15,-1 1 2 1,-1-1-2-16,3-1 2 0,1-1 1 16,1-1 5-16,0 1 2 15,0-1-8-15,0 2-2 16,0 0 1-16,0 0-1 16,0 1 0-16,1 0 0 15,1-2 0-15,-1 1 0 0,3-1 0 16,-4-1 0-16,0 0 5 15,0 0 33-15,0 0-28 16,0 0-6-16,0-4 0 16,0 1-2-16,0-3-1 0,0 1-1 15,0-2 0-15,2-1-1 16,2-2 2-16,3-1-1 16,-1-3 0-16,3-2 1 15,3-1-1-15,1-4 1 16,1 2-2-16,3-5 0 15,1 3 2-15,-2-3-1 0,4 2 0 16,0 1 1-16,-2 2-1 16,2 1 0-16,0 1 2 15,2 2-2-15,-2-1 0 16,3 2 1-16,1 0-1 16,-1-1 1-16,1 3 0 0,1-1 2 15,0 3-1-15,-1 1 0 16,-1-1-1-16,1 0 1 15,-3 3-1-15,0 0 2 16,-4 0-2-16,2 0 1 16,-1 3-1-16,-2 1 0 0,-3-3 0 15,0 2 0-15,-1 1-1 16,-3 1 1-16,-3 1-1 16,2 0 0-16,-4 1 1 15,0 0-1-15,-2 0 1 16,3 0-1-16,-3 0-2 0,0 0 0 15,-2 0-21-15,2 0-17 16,-2 0-11-16</inkml:trace>
  <inkml:trace contextRef="#ctx0" brushRef="#br0" timeOffset="119968.59">7969 15009 51 0,'0'0'6'0,"0"0"13"0,0 0-7 0,0 0-1 0,46-21-6 16,-36 21 0-16,2 0-1 15,-1 0 0-15,1 7-1 16,-1 2-1-16,-1 2 0 16,0 4-2-16,-3 2 2 15,-1 5 0-15,-4 3 0 16,-2 4 1-16,0 3-2 0,-2 1 1 16,-4 0-2-16,-1-4-7 15,1-3-44-15</inkml:trace>
  <inkml:trace contextRef="#ctx0" brushRef="#br0" timeOffset="120354.39">8335 15071 2 0,'0'0'42'0,"0"0"-7"0,0 0-1 16,0 0 0-16,0 0-1 16,0 0-1-16,0 0-22 15,0 0-13-15,0 0 3 16,-16 20 0-16,20-10-1 0,2 5 2 15,0 3-1-15,-1 2 0 16,1 2 2-16,0 1-4 16,-4 3 4-16,0-1-2 15,-1 1 0-15,-1-1 1 16,0 1 0-16,0-3-2 16,-3-1-8-16,-3-6-8 15,2-3-24-15,0-5 3 0,-1-8-7 16</inkml:trace>
  <inkml:trace contextRef="#ctx0" brushRef="#br0" timeOffset="120740.63">8286 15132 58 0,'0'0'4'0,"0"0"9"16,26-48 3-16,-15 34-3 0,1 1-2 15,3 1-2-15,3 0-1 16,-2 2 0-16,4 0-2 16,-1 4-2-16,2 1-2 15,-3 3 1-15,-3 2-3 16,2 0 3-16,-5 4-2 0,2 5 1 16,-3 4 0-16,1 0 1 15,-5 2 1-15,1 2-2 16,-3 2 0-16,-1-1 0 15,-2 1-1-15,-2-1 0 16,0 2 4-16,0 1 0 16,-9-2 3-16,-3 2-2 0,-2-1-2 15,-1 0 2-15,-2-3-2 16,2 0-3-16,1-3-8 16,1-2 20-16,1-4-9 15,2 2-2-15,3-4 0 0,1-5-7 16,3-1-66-1</inkml:trace>
  <inkml:trace contextRef="#ctx0" brushRef="#br0" timeOffset="121785.25">8665 15182 84 0,'0'0'1'0,"0"0"0"0,0 0 0 0,0 0-1 0,0 0 2 16,0 0 0-16,0 0 2 15,0 0 1-15,0 0 1 16,25 13 0-16,-23-13 1 16,3 0 2-16,-3 0 4 0,3 0 4 15,-3-2-7-15,2-5-3 16,-2 0-2-16,0-1 0 15,-1-1-3-15,-1 2 1 16,0-1 3-16,0 1-2 16,0 1-2-16,-2 0 0 15,1 3-1-15,-3 3 0 0,0 0 2 16,0 0-7-16,2 0 2 16,-2 7-1-16,0 1 1 15,2 3 2-15,0 0 0 16,2 3 0-16,0 1 0 15,0-1 0-15,0 0 0 16,6-1 0-16,0 0 1 0,2-3-1 16,-1 0 0-16,3-3 1 15,-2-2-1-15,1-1 0 16,1-2 1-16,2-2-1 16,-1 0 1-16,-2 0-1 0,2-1 1 15,0-7 1-15,-2 0-2 16,1-1 3-16,-2-1-3 15,0-4 2-15,1 1-2 16,-1-2 1-16,-1-2-1 16,3 0 1-16,-3 0 0 15,4-1-1-15,-2 0 0 16,-1 4-1-16,3-1 1 0,1 3-1 16,-1-2 2-16,1 5-2 15,-4-1 1-15,4 2 0 16,-3 3 0-16,-2 1 0 0,1 4 0 15,0 0-1 1,-2 0 0-16,0 2-2 0,-1 5 2 16,0 2 2-16,1 2-1 15,1-1 2-15,-4 3-1 16,3-2-1-16,-1 0 1 16,1-1-1-16,-2-1 0 0,1-1 1 15,-1 1-1-15,1-2 1 16,0-2-1-16,1 0 1 15,0-1-1-15,0 0 2 16,0-2 0-16,1-1-1 0,1-1 0 16,0 0 1-16,0 0 0 15,1-7 0-15,-1 0 1 16,2-3 0-16,-3 0 0 16,-1-3-1-16,-3-1 0 15,1 0-1-15,1-2-1 0,-5 1 2 16,2 2-1-16,-2 0-1 15,0 3 0-15,0 2 0 16,0 3 1-16,0 2-1 16,0 2 0-16,0 1 0 15,0 0-2-15,0 6 1 16,0 2 0-16,0 6 0 0,0-1 2 16,1 1 0-16,1 0 0 15,2-2-1-15,0-2 1 16,1-2-1-16,3-1 1 15,0-1-1-15,2-3 0 16,3 1-1-16,-1-4-10 0,1 0-42 16,-1-4-39-16</inkml:trace>
  <inkml:trace contextRef="#ctx0" brushRef="#br0" timeOffset="121961.73">9188 14882 47 0,'-6'-4'2'0,"4"0"3"0,2 0 0 0,0-1-5 0,2 0-13 15</inkml:trace>
  <inkml:trace contextRef="#ctx0" brushRef="#br0" timeOffset="122332.51">9338 14909 128 0,'0'0'-2'0,"0"0"2"15,0 0 0-15,0 0 1 16,16 49 0-16,-9-32-1 16,1 3 1-16,2-2-1 0,-3 1 0 15,1-4 1-15,-1 1 1 16,2-4 0-16,-4-3 1 16,1-2 0-16,0 0 2 15,-3-4-2-15,-1 0 0 16,0-2 0-16,1-1 5 0,-3 0 33 15,0-1-1-15,0-10-26 16,0-2-7-16,0-5-4 16,0-1-1-16,0-4-1 15,0 1-1-15,0-1 0 16,7 2-6-16,1 1-30 16,1 1-46-16,1 6-57 0</inkml:trace>
  <inkml:trace contextRef="#ctx0" brushRef="#br0" timeOffset="122794.81">9621 14946 6 0,'0'0'63'0,"0"0"-55"16,0 0 0-16,0 0-2 15,0 0 13-15,0 0 51 16,0 0-65-16,0 0-6 0,0 0 6 15,-13-8 2-15,7 8-5 16,-3 0-1-16,2 3-2 16,-2 8 1-16,3 2 0 15,-1 2-2-15,0 2 4 16,3 1-2-16,3-1 0 16,0-2 0-16,1-4 1 0,0-1 0 15,1-3 0-15,7-2 0 16,-3-4-2-16,3-1 1 15,1 0 1-15,2 0 0 16,0-10 1-16,-2 1-2 0,1-2 4 16,0-1-3-16,-1 0 0 15,-4 1 0-15,4 4 0 16,-7 2 1-16,1 1 0 16,-1 2 3-16,2 2-5 15,-2 0 0-15,0 2 0 0,1 5 1 16,3 2 0-16,-1 2-1 15,-1-1 1-15,3 0 0 16,-3 1-1-16,1-1 0 16,1-3-10-16,0 1-31 15,2-4-27-15</inkml:trace>
  <inkml:trace contextRef="#ctx0" brushRef="#br0" timeOffset="123098.33">9781 14719 106 0,'0'0'4'0,"0"0"5"0,0 0-7 0,0 0-4 0,0 0 2 16,0 0 1-16,2 37-1 16,3-20 2-16,3 3 0 15,2 1-1-15,-2-1 0 0,1 3 0 16,-3-3-1-16,2 1 1 16,-3-1-1-16,-3-2 0 15,0-2-1-15,-2-2-27 16</inkml:trace>
  <inkml:trace contextRef="#ctx0" brushRef="#br0" timeOffset="123526.11">9775 14868 66 0,'0'0'13'0,"0"0"11"0,48-35-8 16,-32 25-5-16,-2 1-2 15,1 2 1-15,-4 1 1 16,0 2-1-16,-2 2-6 16,0 1-3-16,-4 1 0 15,1 0-1-15,-3 0 0 0,1 0-1 16,1 1 1-16,-1 5 2 15,-3 0-1-15,2 3-1 16,0 2 2-16,-1 2 1 16,0 1-1-16,2-2 0 15,-3 3 0-15,2-2-1 16,0-2 1-16,2 0-1 0,-2-2 2 16,1-2-1-16,2-1 0 15,-3-2 0-15,5-1 0 16,0-2-1-16,2-1 0 15,1 0 1-15,1 0-1 16,1-9-10-16,-3-4-43 0,1-3-36 16</inkml:trace>
  <inkml:trace contextRef="#ctx0" brushRef="#br0" timeOffset="123699.02">9948 14628 139 0,'0'0'7'15,"0"0"5"-15,0 0-5 0,0 0-7 16,0 0-27-16,0 0-62 16</inkml:trace>
  <inkml:trace contextRef="#ctx0" brushRef="#br0" timeOffset="124499.93">10031 14776 33 0,'0'0'43'16,"0"0"-42"-16,0 0 0 15,0 0 0-15,0 0 2 16,29 37 0-16,-22-29-1 16,-1 4 5-16,1-1-1 15,1 2 2-15,0-2-4 0,-3 1-1 16,1-1 3-16,1-2-4 16,-4-1-1-16,0-1 1 15,0-2-1-15,-1-1 0 16,-2-2 0-16,0 0-1 15,0-2 4-15,0 0 51 16,0 0-5-16,0-4-38 0,-2-5-4 16,-1-2-2-16,1-2-2 15,0-3-2-15,1-1-1 16,1-1-2-16,0-2 1 16,5 0 0-16,4-3-2 0,2 2-5 15,5 1-11-15,-3 2 0 16,2 4-9-16,0 4 1 15,-1 5 1-15,-2 5 15 16,-3 0 3-16,0 6 4 16,0 7 3-16,-4 0 1 0,1 2 0 15,-1-3 0-15,0 0 1 16,-1-3-1-16,-1-2 3 16,-1-1-1-16,2-2 1 15,-4-1-2-15,2 0 2 16,0-3 0-16,-2 0 7 0,0 0 17 15,0 0 7-15,2-6-21 16,-2-1-8-16,1-3-4 16,-1 0 0-16,0-2-1 15,0 1-1-15,0 0 1 16,0-1-1-16,-3 4 1 16,-1 1-1-16,-1 3 1 0,3 3-1 15,-2 1-2-15,-2 1-3 16,0 10-1-16,2 3 5 15,-3 3 1-15,1 2-1 16,2 2 2-16,1-2-1 16,1 0 0-16,2-2 1 0,0-2-1 15,0-1 1-15,2-1 2 16,5 0-3-16,0-4 0 16,1 1 0-16,4-1 0 15,-2-3-4-15,6-1-10 16,0-1-16-16,0-4-23 0,2 0-22 15</inkml:trace>
  <inkml:trace contextRef="#ctx0" brushRef="#br0" timeOffset="125129.82">10555 14645 52 0,'0'0'24'0,"0"0"-8"0,0 0 3 0,0 0-2 0,0 0-1 16,0 0-6-16,-17-37 7 16,13 27-8-16,-1-1 1 15,1 3-2-15,0-1-7 16,-3 3-1-16,2 3 2 15,-2 1-1-15,3 2-1 0,-2 0-1 16,1 0-1-16,-2 9 1 16,1 0-1-16,3 5 1 15,-3-1-2-15,1 1 3 16,3 0 0-16,-2-1 0 16,4-3 0-16,0 1 0 0,0-2 0 15,0 0 0-15,0-2 0 16,0 0 0-16,5-1 0 15,1-1 0-15,0-1 0 16,-3 1 0-16,3-4 0 16,-1 3 0-16,-2-2 1 0,1-1-1 15,0 2 2-15,-2-2-1 16,1-1-1-16,-1 2 0 16,-1-2 0-16,2 1 0 15,-3-1 2-15,0 1-2 16,2 1-2-16,-2-2-15 15,0 0-38-15,0 0-58 0</inkml:trace>
  <inkml:trace contextRef="#ctx0" brushRef="#br0" timeOffset="126602.12">9032 15445 54 0,'0'0'5'0,"0"0"0"0,0 0-3 0,0 0-1 16,0 0-2-16,0 0-5 15,0 0-14-15,0 0 21 16,0 0 10-16,49 21-1 16,-13-31-3-16,2-5 5 15,11-2 1-15,0-3 0 0,5-2 14 16,6-2-13-16,0 0-1 16,5-2-2-16,0 1-1 15,1 1-3-15,0 1 0 16,-1 2-4-16,-2 2-1 15,-1 1-1-15,-3 1 0 16,1 1 0-16,-4-1 1 0,-6 0 1 16,0 0 0-16,-5 0-1 15,-1-3 0-15,-1 0-1 16,-5-1 0-16,1 0 0 16,-4-2 1-16,-2-1-1 15,-5 2 0-15,-2-2 0 0,-2-1 1 16,-4-1 1-16,1 1 3 15,-6-3 1-15,-1 0 0 16,-6-1-3-16,-1-3-1 16,-5 2-1-16,-2-2 1 15,0 0 0-15,-4 1 1 0,-5 3-1 16,-3 1 1-16,-1 1-2 16,-2 5 0-16,-1 2-1 15,-2 1-1-15,-2 5 0 16,-4 0-1-16,-3 4 1 0,-5 0-1 15,-1 2 1-15,-7 0 0 16,-1 2 0-16,-3 0 2 16,-3 2-3-16,2 0 1 15,-4 3 0-15,-2 0 1 16,-1 0-2-16,-2 6-3 16,-1 4 4-16,1 3-1 0,-1 2-11 15,-1 1 1-15,-1 1 0 16,-1 0 6-16,0-2 1 15,0 1 2-15,1 1 2 16,1-4 0-16,1 1 0 16,0-1 2-16,2-2-2 15,3-2 0-15,0 1 1 0,0-3-1 16,2 3 2-16,-2-2-2 16,0 0 1-16,-4 3-1 15,0 1 1-15,1 1-1 16,1 1 1-16,-1 2 0 0,6 0 0 15,-3 1-2-15,4 0 2 16,1-1-1-16,1 1 0 16,1-1 0-16,7 1 1 15,-2 1-2-15,5 0 2 16,-1 3-2-16,1-1 1 0,0 3 0 16,3 0 1-16,3 1-2 15,0 0 1-15,5 3 1 16,2-1-1-16,4 2 0 15,3-1 0-15,2 0 0 16,4 1 0-16,1-3 1 16,5 0-1-16,1 1 1 0,0-2-1 15,0-1 0-15,5 1 1 16,4 1-1-16,2-1 0 16,2 2-1-16,4-1 2 15,4 1-1-15,1-2-1 16,4-1 1-16,4-2 1 0,4-4-1 15,4 0 0-15,2-5 1 16,5-4-1-16,7-3 3 16,-1-4-3-16,9-1 0 15,0-2 2-15,0-10-2 16,6-3 1-16,0-6 1 0,2 0-1 16,-3-5-3-16,0-1-21 15,-1-1-26-15,-5-3-23 16</inkml:trace>
  <inkml:trace contextRef="#ctx0" brushRef="#br0" timeOffset="133104.91">6605 15063 66 0,'-2'0'10'0,"-3"0"0"0,1 0-2 0,3 0-3 15,-1 0-4-15,0 0 0 16,2 0 0-16,0 0 0 16,0 0 0-16,0 0-1 15,0 0 0-15,0 0 0 16,0 0-1-16,0 1 1 0,0 3 0 15,0 1 0-15,0 2 0 16,0-1 0-16,0-1 0 16,0 4-1-16,2-2 2 15,-2 1-2-15,0 2 1 16,0 1 0-16,0-2-1 16,0 4 1-16,0 1 0 0,0 2 0 15,0 0 1-15,0 3-1 16,0 3 0-16,0 2 1 15,0 3-1-15,0 4 0 16,0 6 0-16,0 3 0 0,0 2 0 16,0 7 0-1,0 5 0-15,0 5 1 0,2 5-1 16,-1 1 0-16,5 2 2 16,-1-3-2-16,4-3-2 15,0-4 1-15,3-7-12 16,-2-9-26-16</inkml:trace>
  <inkml:trace contextRef="#ctx0" brushRef="#br0" timeOffset="147652.85">7049 17041 73 0,'0'0'8'0,"-1"0"1"0,1 0-3 0,0 0-5 0,0 0-6 16,0 0 1-16,0 0 4 16,0 0-4-16,0 0 6 15,0 0-1-15,0 0 0 16,0 0 3-16,0 0 3 15,0 0-4-15,0 0 1 0,0-1-3 16,0 1-1-16,0 0-3 16,0 0 2-16,0 0 1 15,4 0 0-15,-2 0 0 16,2 0 0-16,-1 0-1 0,4 3 0 16,-3 0 0-16,-1 0 0 15,3 2 1-15,-4-1-2 16,2 0 2-16,0 2 0 15,2-2 0-15,0 1 2 16,-1-1-2-16,-1 0 0 0,0-2-2 16,1-1 0-16,2-1 1 15,-3 0-1-15,3 0 2 16,-2 0 2-16,3 0-2 16,1 0 3-16,0-3 0 15,4-3 0-15,1-5 1 16,1-2 1-16,4-4-1 0,-2-3 1 15,4-2-1-15,1-4 3 16,1 1 0-16,-1-2 1 16,2 1 0-16,-1-1 0 15,0 3-3-15,0 1 0 0,-4 3-3 16,1-1 0-16,-5 5-1 16,-1 2 0-16,-5 3 0 15,-1 2-1-15,-5 4 0 16,1 2 3-16,-2 1-2 15,-2 2 0-15,0 0-1 16,0 2-2-16,0 5-7 16,-4 1-48-16</inkml:trace>
  <inkml:trace contextRef="#ctx0" brushRef="#br0" timeOffset="148548.26">7031 17023 12 0,'3'6'17'0,"-2"-1"-6"0,3-1-2 15,-2 1 0-15,0-1-4 16,2 0-2-16,1 0 0 16,-3-1-2-16,2 2 0 0,0 0 0 15,2-3-1-15,-2 2 0 16,-1-1 1-16,3-1 1 16,0-1-1-16,-2 0-1 15,4 1 0-15,-2 0 2 16,1-2-1-16,2 0-1 0,-2 0 0 15,2 0 0-15,-1 0 4 16,4-4 2-16,-1-7 0 16,2-1 0-16,3-2 0 15,-1-4-1-15,4-4 2 16,-2 0-3-16,3-4 1 0,1 3-1 16,-2-2 0-16,4-1 2 15,-4 2 0-15,2 1-1 16,-1 1 1-16,-2 2-2 15,0 1-2-15,-2 4 0 16,-3 2 2-16,1 1 0 0,-5 5 0 16,-1 2-6-16,-1 2-25 15,-4 1-21-15</inkml:trace>
  <inkml:trace contextRef="#ctx0" brushRef="#br0" timeOffset="149587.5">6996 17035 49 0,'0'0'4'0,"0"0"1"0,0 0-2 0,0 0-3 16,0 0 3-16,0 0-3 16,0 0 2-16,0 0-2 15,0 0 3-15,0 0 3 16,0 0-3-16,0 0 3 0,0 0-5 15,7-25-1-15,-5 25 1 16,-1 0 1-16,1 3-2 16,2 1 1-16,-2-1-1 15,2 3 0-15,-1-2 0 16,1 1 1-16,0 0-1 0,2-1-1 16,0 2 0-16,-2 0-1 15,1 0 3-15,1-1-1 16,-2-2 1-16,-1 1-1 15,4-3-1-15,-5 1 1 16,2-2-1-16,1 0 1 0,-1 0 0 16,-1 0 3-16,3-3-1 15,3-3 1-15,0 0-1 16,0-5 1-16,5-2-2 16,1-5 2-16,3-2 1 15,0-5-2-15,6-3 0 0,1-2-1 16,0-1 0-16,2-3 1 15,0 2 3-15,2 2-1 16,-3 1 0-16,-2 1-2 16,2 4 1-16,-4 3-2 15,-3 2 0-15,-2 5 0 16,-4 2 1-16,-1 5-1 0,-4 3 0 16,-4 4-12-16,-4 0-19 15</inkml:trace>
  <inkml:trace contextRef="#ctx0" brushRef="#br0" timeOffset="150576.29">7023 17008 59 0,'0'0'17'0,"0"0"-8"0,0 0 0 0,0 0-3 16,0 0 1-16,0 0-2 15,0 0 4-15,0 0-2 16,0 0-5-16,0 0-3 15,0 0-4-15,0 0 4 0,0 0 1 16,-3 0-1-16,8 0 0 16,-3 4 0-16,5 0 0 15,-2 0-1-15,-1 0 0 16,0 2 1-16,1-2-1 16,-3 0 1-16,2 1 1 0,-2 0 1 15,1 1-1-15,0-2 0 16,1 0 1-16,0 2-2 15,-1-2 2-15,1 1-1 16,0-1 0-16,0 2 0 0,1-3-1 16,0 0 1-16,0-1 0 15,-1 1-1-15,2 0 1 16,-2-2 0-16,3 1 0 16,-2-2 1-16,2 0-3 15,0 0 5-15,1-2 3 0,4-5-5 16,-2 0 1-16,2-2-1 15,2-3 0-15,1-3 0 16,1-1 0-16,1-4 0 16,1-1 1-16,1-4 1 15,0 3-1-15,0-3 3 16,3 0 0-16,-5 1 0 0,2-2 0 16,0 3 0-16,-1 0-2 15,0 2 0-15,-2 1-3 16,0-1 1-16,-1 3 0 15,1 1 2-15,-5 2-1 16,0 0-1-16,-1 5 0 0,0 0 0 16,-3 3 0-16,1 1 0 15,-2 4-1-15,-2 0-2 16,0 2-10-16,-3 0-21 16,-1 3-1-16</inkml:trace>
  <inkml:trace contextRef="#ctx0" brushRef="#br0" timeOffset="151615.31">7072 16970 0 0,'0'0'9'0,"0"0"-2"0,0 0 12 0,0 0 4 16,0 0-11-16,-2 0-6 15,2 0 0-15,0 0-3 16,0 0-1-16,0 0 1 16,0 0 1-16,-2 0-1 0,2 0-1 15,0 0 2-15,0 0 3 16,0 0 3-16,0 0-2 16,0 0-6-16,0 0-4 15,0 2-2-15,0 1 3 16,0 1 0-16,4 1 0 0,0 1 0 15,3-2-2-15,-2 1 0 16,1 0 2-16,3 1-1 16,-2-2 1-16,0 1 0 15,1-1 1-15,2 0 0 0,-2-1 0 16,1 0-1-16,-1-2 0 16,2-1 1-16,-3 0 0 15,0 0-3-15,2 0 1 16,0-3 1-16,1-8 4 15,2 2 5-15,1-5-5 0,4-4 7 16,-1-5-7-16,5 0 9 16,0-2-6-16,2-4-2 15,2 1-2-15,2-3 1 16,0 2 0-16,-2-1-1 16,-2 1 0-16,2-1-1 15,-4 4 1-15,-1 2-1 0,-4 1-1 16,0 6 1-16,-4 0 0 15,-1 5 1-15,-1 3-1 16,-5 5 1-16,-1 1-1 16,-2 1-1-16,-2 2 2 0,0 0 11 15,0 0 2-15,0 0-11 16,0 0 0-16,0 0-2 16,0 0-3-16,-2 3-8 15,2 2-8-15,0 0-16 16,0-2-2-16,-1 0-9 15</inkml:trace>
  <inkml:trace contextRef="#ctx0" brushRef="#br0" timeOffset="152477.14">8473 16909 88 0,'-2'0'6'0,"2"-4"7"0,0-3-6 0,0 1-5 0,2-2-1 16,7-2-1-16,3 1 0 15,1-2 0-15,5 1 2 16,0 0 0-16,0 1 0 16,2 4-1-16,-1 0-1 15,-1 4 0-15,3 1 0 0,-4 0 0 16,2 8-1-16,-2 5 1 15,1 3-2-15,-5 3 1 16,-1 5 1-16,-7 0 2 16,-3 3-1-16,-2-2 1 0,0 1 6 15,-7-3-3-15,-7-1-1 16,-1-1 0-16,1-4-1 16,-1-2-2-16,3-4-7 15,1-7-27-15,2-4-34 16</inkml:trace>
  <inkml:trace contextRef="#ctx0" brushRef="#br0" timeOffset="152831.62">8809 16658 135 0,'0'0'4'15,"0"0"-2"-15,0 0 8 16,0 0-8-16,0 0-6 16,0 0 8-16,0 0-3 0,-38 38-2 15,33-17-1-15,-1 6 1 16,-1-1 1-16,6 6-1 16,-1 0 0-16,2-1 0 15,0-3 0-15,0-2 0 16,2-4 0-16,8-4-1 15,-3-5 2-15,4-2-2 0,2-4 4 16,0-5 2-16,1-2 0 16,2 0 1-16,4-2 2 15,-1-9-1-15,2-5 2 16,3-4 2-16,1-4-4 16,-3-4-36-16,-2-4-46 0</inkml:trace>
  <inkml:trace contextRef="#ctx0" brushRef="#br0" timeOffset="153649.89">8777 16307 15 0,'0'0'16'0,"0"0"11"0,0 0-6 0,0 0-5 0,0 0-2 16,0 0-3-16,0 0-1 15,0 0-5-15,-42 7-2 16,36-6-1-16,2-1 3 16,0 2-3-16,-2-2 1 15,3 0 0-15,-1 0 5 0,2 0 6 16,2 0-10-16,-2 0 2 16,2-4 4-16,0-2-6 15,0 1-2-15,0 0 0 16,2-2-1-16,5 0-1 15,3 0 0-15,2 1 0 0,-1-1 0 16,5 1 0-16,-1 1-1 16,1 3 1-16,-1 1-2 15,-1 1 1-15,-1 0-1 16,-2 3-1-16,1 6 0 16,-3 4 3-16,-3 0 3 15,-1 2-5-15,-3 1 0 0,-2 0 4 16,0 0 0-16,0-1-2 15,-2-3 1-15,-3-1-1 16,1 0 2-16,-1-4-2 16,1-1 1-16,2-2 0 0,2-2-2 15,0-1 0-15,0-1-8 16,0 0 2-16,7-1 13 16,4-8-1-16,4-2 0 15,1-3-4-15,6-1 2 16,1-2-2-16,4 2 0 15,-3 0 1-15,7 0 1 0,-4 6-2 16,0 1-23-16,-4 1-63 16</inkml:trace>
  <inkml:trace contextRef="#ctx0" brushRef="#br0" timeOffset="155244.76">8725 17491 11 0,'0'0'25'0,"0"0"-22"0,0 0 5 0,0 0-1 0,42 35 0 15,-29-28 2-15,4-2-2 16,1 0 0-16,2-3-2 15,3 1 0-15,-1-3 0 0,3 3-3 16,4-3-1-16,0 0-2 16,2-3 2-16,2-4 1 15,1-3 0-15,1-4 0 16,4 0-2-16,1-5 1 16,0-2 0-16,-2-4 0 15,-1-4 1-15,0-5 1 0,-5 0 10 16,-1-3 8-16,-2-1 0 15,-4-1-8-15,-1 0 1 16,-2 0-1-16,-2-1 1 16,-3-1 2-16,0-4-2 0,-4-1-2 15,-1-2-4-15,-4-2-2 16,-1-2-3-16,-3 0 1 16,1 2-3-16,-5-1 1 15,0-1 0-15,0 2-2 16,0 1 1-16,-2-1-2 15,-5 3 1-15,1 2 1 0,-1 2-1 16,-4 3 0-16,-3-1 0 16,-1 2-1-16,-3-3 0 15,-1 0 1-15,-4 2 0 16,0 2-1-16,-2 2 1 16,-2 4-2-16,-4 3-1 0,-2 8 5 15,-1 2 0-15,-4 4-2 16,-1 5 0-16,-1 2 0 15,5 2 1-15,-1 3 0 16,5 1 0-16,2 0-1 0,2 1 0 16,0 1 2-16,2 0-2 15,2 0 2-15,-2 3-2 16,0 6-2-16,0-1 1 16,-2 2 2-16,3 0-2 15,-1 3 1-15,1-2 1 16,-1 2-1-16,2 0 0 0,-1 0-1 15,0 2 1-15,-1 1 0 16,0 1 0-16,-1 3 0 16,-1 0 0-16,0 1-1 15,0 3 2-15,-1 2-1 16,1-1 0-16,0 2 0 0,4 0 1 16,-1 0-1-16,-1 0 0 15,5 0 0-15,-3-1 0 16,6 1-1-16,-2 1 1 15,4 1-1-15,1 1 1 16,0-1 0-16,2 2 0 0,3-2 0 16,2 0-1-16,1 0 1 15,1-1-1-15,2 1 1 16,1 1-1-16,0 0 0 16,2 1 1-16,0-1-1 15,0 1 1-15,0-1 0 16,2 1-3-16,4-3 2 0,2-1-1 15,1 0 0-15,3 0 1 16,-1 0-1-16,3-3 0 16,3 0 1-16,-2 1-1 15,5 0 0-15,-2-1 1 0,2 4 0 16,1 0 1-16,3 0-1 16,1 2 1-16,-1-3 0 15,3 1-1-15,0-1 0 16,2-3 0-16,0-1 1 15,-2-3-3-15,0-2 0 16,-5-5-2-16,2-3 5 16,1-3-1-16,-2-4 1 0,-1 2 0 15,4-4 1-15,-1-1-1 16,0 0 2-16,-2 0 0 16,1 0-1-16,2-4 5 15,1-3-4-15,0-3-1 0,0-8-45 16,-4-7-98-16</inkml:trace>
  <inkml:trace contextRef="#ctx0" brushRef="#br0" timeOffset="156397.65">9850 16375 66 0,'0'0'5'0,"-2"0"15"0,0 0-2 0,2 0-7 15,0 0 3-15,0 0-6 16,0 0-1-16,0 0-3 15,0 0 2-15,0 0-4 16,0 0-2-16,0 0-1 0,0 0-2 16,0 2 3-16,0 0-2 15,0-1 2-15,4 1 0 16,-1 0 0-16,1 2 0 16,2-1 0-16,0 0-1 0,-2 2 0 15,2-2 0-15,-3 1-1 16,3 1 1-16,-2-1-1 15,2-1 2-15,0 1 0 16,-2-3 0-16,3 1 0 16,-3-1 1-16,1-1 0 15,2 0 0-15,-3 0 0 0,3 0 0 16,-1-1 1-16,3-5 3 16,1-1-2-16,1-4 0 15,2 0-1-15,1-4 2 16,1 2-3-16,1-4 0 15,2 2-1-15,-3-2 1 16,1-2 1-16,-1 2 0 16,-1-1 2-16,1-1-2 0,-1 1 4 15,-1-2-3-15,0 2 2 16,1 2-1-16,-3 2-3 16,1 1 1-16,-5 3-1 15,1 1 1-15,-3 2-2 0,1 2 2 16,-4 2-1-16,3 1-1 15,-5 2-3-15,0 0-13 16,0 3-29-16,0 6 7 16</inkml:trace>
  <inkml:trace contextRef="#ctx0" brushRef="#br0" timeOffset="157173.63">9819 16374 4 0,'0'0'18'0,"0"0"-5"0,0 0-4 0,0 0 1 16,0 0-3-16,0 0-2 16,18 38 0-16,-14-32-2 15,3-1-1-15,-3-2 0 16,3 1 1-16,2-1-1 0,-2 0-1 16,-1-1 1-16,1-2 1 15,0 0 0-15,2 0 1 16,-3 0 1-16,3 0 1 15,1 0-1-15,-2-5 0 16,3-2 2-16,3-1-1 0,-1-1-1 16,3-3-2-1,-2-1-2-15,4-1 1 0,-1-1 1 16,1-2-2-16,0 1 1 16,2-2 0-16,-1 1 2 15,0-3 5-15,3 0-1 16,-1-1-4-16,-2-3-1 0,4 3-2 15,-3-1 1-15,-2 1 0 16,0 2-1-16,-1 2 0 16,-3 4-1-16,-3 2 1 15,-4 1-1-15,0 6 1 16,-3 1 2-16,-3-1 0 0,0 4 3 16,-1 0-3-16,0 0-2 15,0 0-1-15,0 0-1 16,0 0 0-16,1 0 1 15,0 0 2-15,2 0-1 0,-1 0-1 16,0 0-2-16,0 0-11 16,-1 4-20-16,1-4-5 15,-1 2-13-15</inkml:trace>
  <inkml:trace contextRef="#ctx0" brushRef="#br0" timeOffset="159383.29">10948 14393 26 0,'0'0'1'0,"0"0"3"0,0 0 0 0,2-39 2 0,-2 32 3 16,0 0 1-16,0 1-3 16,0 2 2-16,0 0 2 15,0 0-1-15,-2 1-3 16,2 2 0-16,-4-1-1 16,3 0 2-16,1 2 2 0,-1 0-8 15,1 0-10-15,0 4 0 16,0 5-2-16,0 3 12 15,0 2-1-15,0 6 2 16,0 4-1-16,1 4-2 0,-1 8 0 16,5 6 0-16,-5 7 1 15,2 7 1-15,2 1-2 16,-3 3 1-16,3-4 0 16,0-6 1-16,0-6-1 15,-1-8 2-15,4-8-1 0,-3-5 0 16,-1-6-1-16,3-7 0 15,-2-3-10-15,-1-7-32 16</inkml:trace>
  <inkml:trace contextRef="#ctx0" brushRef="#br0" timeOffset="160336.96">11157 14681 11 0,'0'0'34'0,"0"0"-5"0,0 0-13 16,0 0-3-16,0 0-4 16,0 0-6-16,0 0-3 15,12-43 1-15,-2 33-1 0,1 2 1 16,2-1 1-16,0 2 2 15,1 3 2-15,-1-2-1 16,1 6-4-16,-1 0-1 16,2 0 0-16,-4 6-1 15,0 5-1-15,-1 2 0 16,-4 3-1-16,-1 2-3 0,-3-1 5 16,-2 3 9-16,0-3-4 15,0-3-2-15,-5 3 2 16,-5-5 0-16,0-1 1 15,-1-1-3-15,-1-2-1 16,0 0 1-16,2-3-1 0,1-2 0 16,1-2 0-16,5-1 6 15,-1 0 5-15,4 0 0 16,0-6 4-16,0-2-15 16,0 0 2-16,6-5-1 15,-2 4-2-15,4-5 2 16,-1 0-2-16,2-2 1 0,1 1-2 15,2-2 2-15,1-2-1 16,1 2 0-16,-1 0 0 16,-1 0 0-16,1 4 0 15,-1-1-1-15,0 4-1 16,-5 2 2-16,-1 1 0 0,-3 1 0 16,1 0 0-16,-4 2 0 15,0 0 1-15,0 1-1 16,0 0 1-16,0 2-1 15,0 0-1-15,-2 0-3 16,-2 1 1-16,3 0 0 0,-3 0 8 16,2 0-5-16,-2 1-3 15,1 7 2-15,1 0 0 16,-3 8-2-16,1-2-2 16,0 3 2-16,1 3 0 15,1-1-2-15,-1 0 4 0,2-2 1 16,1 0 0-16,0-2 1 15,0-3-1-15,0-2-1 16,4 0 0-16,0-2 1 16,1-2 7-16,2-1-4 15,1-2 1-15,2-2 4 0,3-1 0 16,1 0 0-16,4-2-9 16,1-11-34-16,-1-5-62 15</inkml:trace>
  <inkml:trace contextRef="#ctx0" brushRef="#br0" timeOffset="160829.95">11611 14337 28 0,'0'0'7'0,"0"0"3"0,0 0 5 0,0 0 6 0,0 0-3 16,0 0-7-16,0 0-6 15,0 0-5-15,0 0-2 16,0 0 0-16,0 0 4 0,0 0-4 15,4 40 12-15,-3-23-10 16,-1 4-1-16,2 1 3 16,3 2 2-16,-3 1 11 15,0-1-11-15,0 2-4 16,1 1 0-16,1 0 1 16,-2-1-1-16,0 3 0 0,1-2 0 15,0 2 0-15,0-4 0 16,-1-1 0-16,1-3 1 15,-3 0 1-15,2-3 2 16,-2-1-2-16,0 0 2 16,0-3-2-16,0-1 2 0,0 2 1 15,0-6 1-15,0 1 0 16,0 0-2-16,0-4-19 16,-7 1-47-16</inkml:trace>
  <inkml:trace contextRef="#ctx0" brushRef="#br0" timeOffset="161390.18">11220 15199 52 0,'0'0'0'0,"0"0"1"0,0 0-1 15,0 0-1-15,0 0 1 16,0 0 2-16,39 0 10 15,-29 0 5-15,1-3-3 16,3 1-3-16,1-1-6 0,2 0-3 16,3-1 0-16,0-1-2 15,2 2 2-15,0-3-2 16,-2 1 1-16,0-1 0 16,1 1 3-16,-4 1 0 15,-3-1 0-15,-1 2-2 0,-2 1 0 16,-3 0 0-16,-2 2-4 15,-4 0-18-15,-2 0-21 16,0 3-35-16</inkml:trace>
  <inkml:trace contextRef="#ctx0" brushRef="#br0" timeOffset="161703.97">11258 15351 69 0,'0'0'7'16,"0"0"-14"-16,0 0 14 15,0 0-4-15,0 0 7 16,0 0 4-16,0 0-3 16,51-15-1-16,-34 10 0 0,1-1-4 15,3 0 2-15,2 0-4 16,0 0-3-16,0 0 0 15,0 2 0-15,-1-2 1 16,-1 2 0-16,-4 0-1 0,-1 0 1 16,-3-1-1-1,-4 3 1-15,0-1-1 0,-2 0-2 16,-4 3-10-16,-3-3-23 16,0 2-30-16</inkml:trace>
  <inkml:trace contextRef="#ctx0" brushRef="#br0" timeOffset="161995.22">11340 15336 36 0,'0'0'6'0,"0"0"-1"15,0 0 7-15,0 0-1 16,0 0-2-16,0 0 0 16,52 2-2-16,-33-3-2 0,2-3-1 15,1-2 2-15,4 2-2 16,-1-1-1-16,-2 0-1 16,2-1 0-16,-4 3 0 15,1-2-1-15,-5 0-1 16,-1 1-4-16,-3 0-35 0,-1-1 4 15</inkml:trace>
  <inkml:trace contextRef="#ctx0" brushRef="#br0" timeOffset="162273.14">11315 15318 38 0,'0'0'2'16,"0"0"6"-16,0 0-8 16,0 0 1-16,0 0 7 15,0 0 1-15,0 0 1 0,43-16 0 16,-29 11-1-16,4 1-5 15,2-2-2-15,2 0-1 16,-1-2-2-16,1-2-44 16</inkml:trace>
  <inkml:trace contextRef="#ctx0" brushRef="#br0" timeOffset="167575.16">9285 4416 64 0,'0'0'0'0,"0"0"10"0,-50-21 1 0,32 17-6 16,1-2 0-16,-4 1-3 0,2 0 0 15,-4 1 0-15,0 1-1 16,-1-1 0-16,2 3 2 15,-5-1-1-15,0-1-2 16,-2 1 1-16,-4 0 0 16,-1 1 0-16,-1 0 0 0,-6-1 0 15,1 2-1-15,0 0 0 16,-3 0 1-16,-2 2-2 16,0 6 2-16,-3 0-1 15,-2 2 0-15,-1 2 0 16,2 0 1-16,-1 3-2 0,4 0 1 15,-1 1-1-15,3 0 1 16,2 0-1-16,0 3 2 16,2 1 1-16,1 1 0 15,2 3 0-15,1 3-2 16,-1 2 0-16,5 1 0 0,-1 1 0 16,0 1 0-16,5-2-2 15,-1 4 2-15,3-2-1 16,5 2 0-16,1-2 1 15,4 2-1-15,4-1 1 16,5-2-1-16,0-1-1 0,6-1 0 16,1-2 1-16,0-2 2 15,8-2-2-15,3 0-1 16,4-1 0-16,5-1 7 16,0 1-1-16,2-1-3 15,1-1 0-15,4 1-2 0,0-1 4 16,0 0-3-16,2-2 0 15,2-1 3-15,1-1-3 16,5 0 1-16,-1-2 1 16,2-1 0-16,2-2 1 15,0 2-2-15,0-3 0 0,1 1-1 16,1-1 3-16,0 0-2 16,6 0-1-16,2-3 1 15,2-1 0-15,2 0 2 16,2-2 2-16,1 0-3 15,0 0 0-15,1-1-1 0,0 0 0 16,0-3 0-16,1 1 0 16,3-1 0-16,-1 0 3 15,3 0 2-15,-1 0-1 16,2 0 1-16,1-1-2 16,0-2-2-16,1 0 2 15,-1-1-3-15,0 3 1 0,2-1-1 16,2 0 0-16,0 0 1 15,0 0-1-15,2 0 2 16,0 2-2-16,-1 0 1 16,2 0-2-16,2 0 1 0,-4 0 0 15,3 0 0-15,2 0 0 16,0 0 1-16,2 0-1 16,-1 0 0-16,-1 0 1 15,4-3-2-15,-2 3 1 16,-3-2-1-16,-1 1 1 15,2 0 1-15,-1-1-1 0,2 2-1 16,2-1 2-16,-3-1-1 16,4 0-1-16,1 0 1 15,1-1 0-15,-3 1-1 16,-4 0 3-16,4 1-2 0,-3-1 0 16,3 1-1-16,-2 0 1 15,4 1 0-15,-1 0 1 16,1-1-1-16,1 1 0 15,-2-1 1-15,1 1-1 16,-2 0 1-16,-1 0-1 0,1-2 0 16,2 1-1-16,2 1 0 15,0-3 1-15,1 2-1 16,-2-2 0-16,-1 2 0 16,1-1 0-16,-4 2 0 15,1 0 0-15,-2 0 0 16,4 0 0-16,-3 0 0 0,1 0 0 15,-2 0 0-15,-3 0 0 16,0 0 1-16,0 0 0 16,-2 0-1-16,1 0 0 15,1 0 0-15,1 0 0 16,2 0 1-16,-3 0 0 0,4 0-1 16,-6 0 1-16,1 0 0 15,-3 0-1-15,1 0 0 16,0 0 0-16,-4 0 1 15,3 0-1-15,0 0-1 16,1 0 2-16,0 0-1 16,1 0 0-16,-1 0 1 15,1 0-1-15,1 0 2 0,1 0-2 16,-2 0 0-16,2-1 0 16,1-2-2-16,-3 0 2 15,0 0 0-15,-1-1-1 16,-2 1 2-16,-1-1 1 0,0-1-2 15,-2 0 0-15,1-1 0 16,0-1 0-16,-2-1 0 16,-2-1 0-16,1 1 0 15,-5-1 1-15,-1-2-1 16,-3 1 1-16,-1-1-1 0,-2-1 1 16,-2-1 0-16,-2 1 0 15,1-3-1-15,-3 1 2 16,-1-2 0-16,-1 1-2 15,-1-1 2-15,-5-1 1 16,-2 0 0-16,-2-1 2 0,-3 1 6 16,-2-2-3-16,-2-1-4 15,0-1 1-15,-1-2-3 16,1-2 0-16,0-1-1 16,-2-2 1-16,-1-2-1 15,-2 1-1-15,-4 2 1 0,-3-1-1 16,-5 2 0-16,-3 1 0 15,-3-2 0-15,-2 2 0 16,-2 0 0-16,0 0-1 16,-2-1 1-16,-5 2 0 15,-1-2 0-15,-2 2-1 0,-3 0 0 16,0 1-3-16,-3 1-1 16,-3 0 8-16,1 4-2 15,-5 1 0-15,0 0 1 16,-4 3-2-16,-1-1-4 15,-3 3 1-15,-3 0 0 16,2 1-3-16,-5 2 5 16,1-2 0-16,-4 2-1 0,1 2-2 15,-4 0-2-15,-1 3 3 16,-3-2-1-16,0 3 4 16,-2 0-3-16,-5-1 6 0,1 4-3 15,-4-2 0-15,2 2 0 16,-5 0-2-16,-1 0 2 15,1 0-1-15,-5 0 4 16,0 0-3-16,-1 4-2 0,-2 1 2 16,1 0 2-1,-2-1-2-15,-3 2 0 0,-1-2 0 16,1 2 0-16,-1-2 0 16,-1 0 0-16,1-1 0 15,0 1-2-15,2-1 2 16,0-1 0-16,0 0 2 0,-1 1-2 15,2-1 0-15,-3 0 0 16,-3-2 0-16,2 0 0 16,-2 1 0-16,2 0 0 15,-2-1 0-15,0 0 0 16,-1 3 0-16,0-3 0 16,0 0 0-16,-3 3 0 0,-2-2 0 15,3 0 0-15,-1 1 1 16,1-1 0-16,0 0-1 15,-2 1 1-15,0-2 0 16,-1 2-1-16,-1 0 1 0,-3 0 0 16,0-1-2-16,1-1 1 15,0 3 1-15,-2-3-1 16,2 2 0-16,-2-1 1 16,-2 0-1-16,3-1-1 15,-5 0 1-15,4 0 0 16,1 0 1-16,4 0-1 0,-3 0 0 15,-1 0 1-15,3 0-1 16,0 0 0-16,-1 0 2 16,-1 0-4-16,1 0 4 15,1-2-2-15,0 0 1 16,-1-1 0-16,1 2-1 0,0-1 0 16,0-2 1-16,1 2 0 15,-1 0 2-15,2-1-2 16,1-1 1-16,-2 1-1 15,1 3 0-15,-1-2 1 16,1 2-1-16,0 0-1 0,-2 0 0 16,-1 0 1-16,2 0-1 15,-1 0 0-15,4 0 1 16,-3 0-1-16,1 0 0 16,2 0 0-16,0 0 0 15,0 2 0-15,1 1 0 0,-3 1 0 16,3-1 0-16,2 1 0 15,0 0 1-15,2-1-2 16,-1 2 2-16,4 0-1 16,0-1 1-16,0 2-1 15,0-2 0-15,1 2 0 0,1 0 0 16,4-1 1-16,-2 1-2 16,3-3 1-16,3 3 0 15,1-2 1-15,0 1-1 16,1 0-1-16,1-1 2 15,0 0-1-15,1 0-1 0,5 1 1 16,-4-1 0-16,4 0-1 16,0 0 3-16,2 0-3 15,4 0 1-15,0 0 0 16,1 1 0-16,1 0 1 16,1 1 0-16,0 1-1 0,-1 1-1 15,1 0 2-15,1 3-2 16,4 1 1-16,-1 0 0 15,1 0 1-15,5 1-1 16,-3 0 0-16,3 1 0 16,-1 2 0-16,3 1 0 0,2-1 0 15,2 1-1-15,2 1 1 16,3 1-1-16,4 0 1 16,3 1-2-16,1 0 1 15,6 4 0-15,0-2 1 16,2 1 0-16,4 0-1 15,2 1-1-15,0-1 2 16,2 0-1-16,4 1 1 0,4-1 0 16,1-2 0-16,1 2 0 15,5-3 0-15,-1 1-1 16,3-1 1-16,2-1 1 16,3 3 0-16,1-3 1 0,2 4-2 15,3-2 0-15,0 0 0 16,1 0 0-16,0 1 1 15,-1-1-1-15,3-1 0 16,1 1 0-16,4-1 1 16,-2-2-1-16,3 0 0 0,2-2 1 15,0 0 0-15,1-1 0 16,3 0-1-16,-1-1 0 16,0-1 1-16,3-1-1 15,4 0 0-15,3 1 1 16,0-3-1-16,2 1 2 0,2-1-2 15,3 0 0-15,-3-1 1 16,1-1-1-16,3 2 1 16,-2-1 1-16,-2 1-4 15,4-2 2-15,2-1 0 16,0 2 0-16,1-3 0 0,2-1 0 16,0 2-1-16,2-1 2 15,1-2-1-15,-1-1 2 16,0 1-4-16,0-1 4 15,3 1-2-15,0-1 0 16,0 0 0-16,3-1 1 0,1 0-1 16,2 0 1-16,0-1-1 15,-3 1 0-15,2 0 1 16,0-2 0-16,2 1-2 16,2 0 2-16,0-1-1 15,1 0 0-15,1 0 1 0,2 0-1 16,-3 0 0-1,1 0 0-15,1 0 1 0,1 0-1 16,1 0-1-16,-1 0 2 16,0 0-2-16,3 0 1 15,-1 0 0-15,-3 0 1 0,1 0-1 16,0-2 0-16,1 2 1 16,-3-1-1-16,0 0 0 15,1 1 0-15,-3 0 1 16,0 0-1-16,-3 0 0 15,-3 0 1-15,0 0-2 16,2 0 2-16,0 0-1 16,2 0 0-16,-3 0 0 0,5 1 0 15,1 0 1-15,-2-1-1 16,-3 2 1-16,-4-2 0 16,2 0-1-16,0 3 0 15,-3-3 2-15,3 0-2 16,1 0 0-16,1 0 1 0,0 0-1 15,0 0 0-15,-1 0 1 16,2 0-1-16,-4-3 0 16,4 1 1-16,-4-2-1 15,4 1-1-15,-2-1 2 16,1 0-1-16,2 0-1 0,-3-1 2 16,0 1 0-16,0 0-2 15,0-2 2-15,3-1-2 16,-5 4 1-16,6-3 0 15,2-1 0-15,2-2 1 0,0 0-1 16,-1-1 0-16,4-3 0 16,2 2 0-16,-1-3 0 15,3-2 0-15,3-1 1 16,2 0-2-16,-2 1 1 16,-1-2 1-16,-2-1 0 0,0 1 0 15,-4-1-1-15,-4 1 0 16,-5 1 0-16,-4 1 1 15,-4-1 0-15,-6 0 0 16,-3 3 0-16,-5-2-1 16,-5 2 4-16,-2-1-4 15,-5-1 0-15,-3 3 1 0,-4 0-1 16,0-1 1-16,-2 1-2 16,-4 2 2-16,-1 0-1 15,-2-1 0-15,-2 1 1 16,-2 1-1-16,-4 0-1 0,0 0 1 15,-4 0 1-15,-3 0-2 16,0 2 1-16,-3-1 0 16,0 2 0-16,1-1 0 15,1-1-2-15,-4 2-3 16,2 1-10-16,-3-1-37 16,-3-4-70-16</inkml:trace>
  <inkml:trace contextRef="#ctx0" brushRef="#br0" timeOffset="167974.13">17750 4685 45 0,'0'0'2'0,"0"0"-2"0,0 2 0 0,0 3 4 16,0 1 2-16,3-2 6 15,0 0 0-15,3-1-3 16,0-3 5-16,4 0 3 0,4 0 4 16,3 0 14-16,9-7-3 15,6-8-12-15,13-5-6 16,8-9-5-16,19-4-4 16,12-9-3-16,15-8 1 15,14-8-6-15,9-16-47 16</inkml:trace>
  <inkml:trace contextRef="#ctx0" brushRef="#br0" timeOffset="172666.07">4940 5709 6 0,'0'0'2'0,"0"0"-1"0,33-41 6 0,-24 28 6 0,-5 3 3 15,1-3 5-15,-3 2 1 16,-2 2-6-16,0 1-6 16,0 1 1-16,0-2 3 15,0 5 0-15,0-2-7 16,0 2-2-16,0 1-5 16,0-1 1-16,0 0 0 0,0-2 0 15,0 2 3-15,-2 0 10 16,0-1-7-16,-3 1-1 15,-1 0-2-15,0 2-1 16,0-1-1-16,-3-1-2 16,1 2 1-16,-1-2 1 0,-3 0-1 15,1 0 0-15,-2-2-1 16,0-1 1-16,-4 2 2 16,0 0-2-16,-5 0 0 15,-1 2 4-15,-3 0-3 0,-1 2 0 16,-2 0-2-16,-3 1 3 15,3 0 0-15,1 0-3 16,0 0 1-16,-1 0 0 16,2 0 0-16,0 1-1 15,-2 3 0-15,-2 0 1 16,-2 3-1-16,-1 3 0 16,-3 0 0-16,1 3 0 0,0 0 0 15,2 2 1-15,0 2-1 16,3 0 0-16,0 2 1 15,0-1-1-15,-1 5 1 16,1-3-1-16,0 4 0 0,-1-3 0 16,1 4-1-16,2 0 0 15,2 0-2-15,3-2 3 16,2 4 1-16,-1 0-1 16,6 0 0-16,-2 1 1 15,3 1-1-15,3 1 0 0,1 1 0 16,-1-2 0-16,5 0-1 15,1 0 1-15,1-1-2 16,-2-1-1-16,6 0 2 16,0-3 2-16,2 2-2 15,0-2 1-15,0 0 0 16,5-1 0-16,4 0 1 0,2-2-1 16,0 0 0-16,3-2 0 15,-1-1 0-15,3 2 0 16,-1-3 0-16,5 0 0 15,3 0 0-15,-1-1 0 16,4-1 3-16,6-2-2 0,-1 0 0 16,3-3 1-16,4 0-1 15,-2-2 1-15,2-1-1 16,-1-1 0-16,3 0 0 16,-1-2 1-16,3 0-1 15,2-1-1-15,2-1 1 0,-2-1 0 16,3-1 0-16,-2 0-1 15,0 0 1-15,-1 0-1 16,1 0 1-16,2 0-1 16,2 0 0-16,1 0 0 15,-3-1 0-15,4-1 0 0,-2-1 0 16,2-1 1-16,-1 1-1 16,3-1 0-16,1 1 0 15,-4 0 1-15,2 2-1 16,2-1 0-16,-2 0 0 0,-2 0 0 15,3 1 1-15,2-1-1 16,-1 1 0-16,-1-2 0 16,3-1 0-16,0 1 0 15,0-1 0-15,0 1 0 16,1 1 0-16,-2-1 1 0,1 2-1 16,-3 1 0-16,0 0 0 15,-1 0 0-15,2 0 0 16,0 0 0-16,0 0 0 15,-3 0 0-15,3 0 0 16,0 0 0-16,-1 0 0 16,3 0 0-16,0-1 0 0,0 1 0 15,0 0 1-15,-3 0-2 16,2 0 1-16,0 0 0 16,1 0 0-16,2 1 0 15,-3 0 0-15,1 2 0 16,0-2 0-16,0 0 0 0,2 0 0 15,0 1 0-15,-1-1 1 16,2-1-1-16,1 0 0 16,-1 0 1-16,3 0-1 15,-1 0 0-15,3 0 0 16,2-3 0-16,-1 0 2 0,1-1-2 16,-1-2 0-16,2 2 0 15,0 0 0-15,0 0 0 16,0-1 0-16,1 1 0 15,1 0-2-15,0-2 2 16,1 3 2-16,-3 1-4 0,-1 0 4 16,-1 0-4-16,-3 0 4 15,1 0-2-15,-2 1 0 16,1-1 0-16,-1 0 0 16,1 0 0-16,1 1 0 15,1-2 0-15,-1 2 0 0,-3-1 0 16,1 2 0-16,1 0 0 15,-4 0 0-15,1 0 1 16,1 0-1-16,0 0 0 16,-3 0 0-16,3 0 0 15,0 0 2-15,1 0-4 0,1 0 4 16,-1 0-4-16,1 0 4 16,-1 0-4-16,3 0 4 15,-3 0-2-15,3 0 0 16,-1 0 0-16,0 2 0 15,3 1 0-15,-1-1 0 16,2 1 0-16,-1 1 1 16,3 0-1-16,-2-2 0 15,-1 1 1-15,1 0-1 0,0-2 1 16,3 2-1-16,-1 0 1 16,2-2-1-16,-1-1 1 15,4 0-1-15,-1 0 0 16,-2 0 0-16,0 0 1 0,-3 0-1 15,-1 0 1-15,0 0-1 16,1 0 0-16,-1 0 0 16,-2 0 1-16,1 2-1 15,2-2-1-15,1 0 2 0,1 0-1 16,-1 0 0 0,-1 0 0-16,0 0 0 0,2 0 0 15,-3 0 2-15,1 0-2 16,-3 0 0-16,0 0 0 15,-1 1 0-15,1-1 0 0,-4 3 0 16,1-2 0-16,-1 2 0 16,-1 0 0-16,-4 0 1 15,2 0-2-15,0 1 2 16,-3-1-1-16,4 1 0 16,2 0 0-16,-3-1 0 15,2 2 0-15,2-1 0 0,-3 0 0 16,0 2-1-16,2-2 2 15,-4-1-1-15,2 1 0 16,0 0 0-16,1-1 0 16,-3 1 0-16,3 2 0 15,0-3 0-15,-1 4 0 0,0-3 0 16,1 3 0-16,-2-1 0 16,-2 0 0-16,1 0 0 15,-1 0 1-15,-1-1-2 16,-1-1 2-16,3 2-1 15,2-2 0-15,1 0 0 0,1-2 0 16,2-1 0-16,3 0 1 16,1-1-1-16,3 0 1 15,-5 0-1-15,0-1 1 16,2-5-1-16,-1-1 0 16,-1 0 0-16,-4-1 0 15,3-2-1-15,-1 0 2 0,1-2 0 16,-6 1-1-16,1-3 1 15,-1 0 0-15,-2-2 0 16,-4-1 1-16,-1 0 1 16,-2-3-1-16,-2 0-1 0,-3 0 1 15,-2-1-2-15,0 1 1 16,-2-1-1-16,-2-2 1 16,1 1 1-16,-2 0-2 15,-1-2 0-15,-1 1 0 16,-3 1 1-16,1-1-1 15,-4-1 0-15,-3 1 0 0,-2-4 0 16,-3 3 0-16,-5-3 1 16,-3 0-2-16,-1-3 1 15,-3 3 1-15,-1 2-1 16,-5-2-1-16,-1 2 2 16,-1 2-1-16,-1-2 2 0,0 2-4 15,-3 0 2-15,-6-1 0 16,0-1 3-16,-5 2-2 15,-1-1-1-15,-1-1 1 16,-1 2-1-16,-3 0 0 16,0 0 1-16,0 3-2 0,-3-1 1 15,-3 3-1-15,0-1 1 16,-4 3 0-16,-2-1-1 16,0 1-2-16,-6 1 5 15,-1 2-4-15,-3 1 4 16,-1 0-2-16,0 3-2 15,-6 1 2-15,1 0 0 0,-1 2 0 16,-3 2 0-16,1 0 2 16,-4 1-2-16,-1 1 0 15,-3 1 0-15,0 1 1 16,-2-3-2-16,-1 3 1 0,3 0 1 16,-3 0-1-16,2 0 0 15,1 0 0-15,0 0 0 16,0 4 1-16,1-1-1 15,0-1-1-15,-1-1 1 0,0 2 1 16,0-1-2-16,-2 0 1 16,0 1 0-16,0 0 0 15,-1 0 0-15,-2 0 1 16,0 2-2-16,-3-1 1 16,-1-1 1-16,-5 3-2 15,-3 0 1-15,-2-1 0 0,-1 2-1 16,1-1 1-16,-3 1 0 15,2-1 0-15,0-1 0 16,1 1-2-16,-1-2 2 16,-3-1 0-16,0 3-1 15,-1-2 1-15,0 2 0 0,0-2 1 16,-2 3-1-16,0-2 0 16,-2 0 2-16,1-2-4 15,0 1 4-15,-3-1-4 16,1 0 2-16,3-1 0 0,0 0 0 15,3-2 0-15,-1 3 2 16,2-3-2-16,1 0 0 16,-1 0 0-16,2 0 0 15,0 0 0-15,1 0 0 16,-2 0 0-16,1 0 1 0,1 0-1 16,-3-1 0-1,0-1-1-15,-2 2 1 0,-3 0-2 16,-2 0 2-16,1 0 0 15,1 0 0-15,-6 2 0 16,3 2 0-16,-2 0 2 16,-3 2-4-16,0 0 2 15,-2-1 0-15,2 1 0 0,-1 1 2 16,1 0-2-16,1 3 0 16,1-3 0-16,0 3 0 15,0 1 0-15,-1 1-2 16,4 1 2-16,0-1 0 0,1 3 2 15,1 0-1-15,-1 2 1 16,4-3-2-16,-1 3 1 16,2-2-1-16,2-3 1 15,3 0-1-15,2-1 0 16,3-2 1-16,1-1-1 16,1-2 1-16,2 0-1 0,0-1 0 15,0-2 0-15,-2 0 1 16,2 0-1-16,0-2 1 15,2-1 0-15,0 0 0 16,4 0 2-16,-2 0-2 16,0-5 0-16,3-1 0 0,-1-3 0 15,-2 1 0-15,1-1 0 16,-1-2 0-16,-2-2-1 16,-1 0 0-16,2-1 1 15,-1-1-1-15,2-1 1 16,-2 0-1-16,0-1 0 0,-1 3 0 15,0 0 0-15,0-2 0 16,1 4 0-16,-1 0 0 16,0 0 0-16,3 3 0 15,-2 0 0-15,-2 1 0 16,2 1 0-16,1 1 0 0,-1 0 0 16,1 1 0-16,-1 0 0 15,0 1 0-15,2-2 0 16,1 2 0-16,1 0 0 15,0 0 0-15,1 1 0 16,0 0 0-16,1 1 0 0,-2 2-1 16,-2 0 1-16,4 0 1 15,-3 0-1-15,1 0-1 16,3 0 1-16,-1 2 0 16,1 2 1-16,3-1-2 15,-1 1 1-15,1 2 1 0,-1-2-2 16,2 1 1-16,0 2 0 15,-1 1 0-15,-1 1-1 16,0-1 2-16,1 2-2 16,1 0 1-16,-2 0 0 15,0 1 0-15,3 1 0 0,-1-1-1 16,-1 2 1-16,4 1 0 16,-3-1 0-16,3 1 0 15,3 0 0-15,0-1 0 16,6 1-1-16,4 2 2 15,2-1-1-15,2 2 0 16,5 5 0-16,4 1 0 0,5 2-18 16,6-5-32-16,9-11-76 15</inkml:trace>
  <inkml:trace contextRef="#ctx0" brushRef="#br0" timeOffset="173831.55">17247 6115 53 0,'0'0'1'0,"0"0"16"0,0 0 6 0,0 0-6 0,0 0-2 16,0 0 8-1,0 0 2-15,0 0-6 0,0 0-8 16,0 0-6-16,0 0-8 16,-30-27-7-16,26 36 3 15,1 3 2-15,-5 2 4 16,5-1-2-16,-2 0 5 0,1-4-4 15,3-4 2-15,1-2 3 16,1-3 2-16,17-7 23 16,11-11 6-16,15-13-15 15,17-6-11-15,17-9-5 16,14-3-2-16,9-4 0 0,5-5-18 16,0-9-88-16</inkml:trace>
  <inkml:trace contextRef="#ctx0" brushRef="#br0" timeOffset="179097.35">16329 9230 49 0,'0'0'17'0,"0"0"13"0,0 0-10 16,0 0-2-16,0 0-2 16,0 0-4-16,0 0-2 15,0 0-3-15,0 0 2 16,0 0-4-16,0 0 0 0,0 0-4 16,0 0-1-16,-13-16 1 15,11 15-1-15,2-1 0 16,-3 2 0-16,0-1 0 15,0 1 0-15,-4 0 0 16,0 0 0-16,-1 0 0 0,1 0 0 16,-5 1 1-16,2 4-1 15,-1 0 1-15,-1 1 0 16,-1 4-1-16,-1-1-1 16,3 2 1-16,0 2 0 15,0 0 0-15,2 2 1 0,1 2-1 16,2-1 0-16,-1 1 1 15,5 0-1-15,0-2 2 16,2 2 1-16,0-1-1 16,0-1-1-16,0-3 2 15,5-1 1-15,4-1 1 0,0-3-1 16,2-1 3-16,2-2 7 16,1-1 2-16,1-3 2 15,3 0 0-15,0 0-3 16,-2-1-5-16,3-5 0 15,-1 0 0-15,-2 1-1 0,-2-1-1 16,-1 0 0-16,-6 2 0 16,1 2-2-16,-6 1-1 15,2 0-4-15,-4 1 0 16,1 0-2-16,-1 0-8 16,0 0-10-16,0 3-25 15,0 1-20-15,0-1-20 0</inkml:trace>
  <inkml:trace contextRef="#ctx0" brushRef="#br0" timeOffset="179652.44">16629 9332 90 0,'0'0'14'0,"0"0"9"0,0 0-9 0,-48 11 0 16,34-8 2-16,2 4-4 0,-2 0-3 15,2 1-2-15,0 2-3 16,3 1 1-16,1 0-3 15,3 2 1-15,0-2-1 16,4 2 0-16,1-3 0 16,0 0 0-16,0 1-1 0,8-4 1 15,1 1-1-15,2-3 1 16,3 1 2-16,3-5 1 16,2 1 0-16,3-2-3 15,-2 0 0-15,4-3 1 16,-3-4-1-16,1-2 1 0,-6-1 3 15,-2-1 5-15,-2-2 2 16,-3 0-3-16,-5 1 3 16,-2-3-2-16,-2 3-3 15,0-1 0-15,-2 1-2 16,-8 1 0-16,-1 1-1 16,-3 3-3-16,-1 4-1 0,-2 2-2 15,0 1 3-15,-5 0-4 16,3 7 1-16,2 1-9 15,3 4-16-15,3-2-5 16,5-2-12-16,6-1-15 0,0-5-90 16</inkml:trace>
  <inkml:trace contextRef="#ctx0" brushRef="#br0" timeOffset="180250.6">16855 9302 51 0,'0'0'63'0,"0"0"-56"0,0 0-4 15,0 0 8-15,0 0 3 16,0 0-1-16,0 0-3 0,0 42-4 15,0-31-2-15,2 0-3 16,-2-1 1-16,3 1-2 16,-3-1 2-16,2 0-1 15,-1 0 2-15,2-3-2 16,-3 1 0-16,0-2 1 16,0-1 1-16,0-3-2 15,0 0 2-15,0-2 1 0,0 0 5 16,0 0 11-16,0 0 4 15,0 0-16-15,-2-4-3 16,0-2 0-16,2-1-3 16,0-1-3-16,0-1 1 15,0-1 2-15,0 0-5 0,4 0 5 16,1 2-2-16,3-1-2 16,-2 3-1-16,4 1 3 15,-2-1 0-15,1 2 1 16,3 2-1-16,-1-1 3 0,0 2-2 15,1 1 1 1,0 0 0-16,1 0-1 0,-2 0 0 16,-1 3 2-16,-3 4-1 15,2 4-1-15,-5-2 1 16,1 2-1-16,-3 1-1 16,-2 0 3-16,0 1 1 0,0 0-4 15,0-3 2-15,-2 4-4 16,-2-4-14-16,3-3-25 15,1-3-28-15</inkml:trace>
  <inkml:trace contextRef="#ctx0" brushRef="#br0" timeOffset="180989.88">17177 9332 160 0,'0'0'0'0,"0"0"-3"0,0 0 1 15,0 0 2-15,0 0 0 16,0 0 3-16,0 0 1 0,0 0 1 16,27 47 0-16,-21-33-1 15,-3 0 0-15,1-1-1 16,0 0 1-16,0-1-3 15,1-1 3-15,-2-4-1 16,1-1 0-16,-2-1 0 0,0-4 0 16,-1-1 3-16,-1 0 2 15,0 0 36-15,1-3-8 16,-1-6-29-16,0-1-3 16,1-4-3-16,1-1 0 15,2-1 1-15,0 0-2 0,4 0-1 16,0 1-3-16,3 3 0 15,3 1-2-15,-1 2 0 16,3 5 4-16,1 1 2 16,4 2 1-16,-1 1 0 15,3 0 0-15,1 0 1 16,-3 0 0-16,2 0 0 0,-2 0 0 16,1 0-1-16,-6-2 0 15,1-2-1-15,-4 1 1 16,0-1-1-16,-4-2 1 15,-3 1 0-15,0 0-1 16,-3-2 2-16,-3 1-2 0,0 2 0 16,0 0 0-16,-5 0-2 15,-4 2 2-15,-2 2 1 16,-4 0-2-16,1 0 1 16,-2 9-1-16,1 1 2 15,1 1-3-15,-1 4 1 16,1 1 2-16,4 1-2 0,3 1 2 15,2-3-1-15,3 1 0 16,2-1 1-16,0-3-1 16,0 0 0-16,6-3 0 15,2-2 1-15,2 2-1 0,4-4 2 16,-1-2 2-16,3 0-1 16,1-3 2-16,2 0-3 15,3 0-1-15,-2-3-8 16,1-4-40-16,-2-6-81 15</inkml:trace>
  <inkml:trace contextRef="#ctx0" brushRef="#br0" timeOffset="181290.49">17782 9294 146 0,'0'0'3'0,"0"0"0"0,0 0-1 0,0 0 1 0,0 0-5 16,0 0 5-16,0 0 5 15,0 0 3-15,0 0 5 16,0 0 5-16,43 34-1 16,-30-24-3-16,0-3-3 15,-1 4-7-15,2-1-2 0,-2-4-2 16,-1 2-1-16,1-2 0 15,-2-2-1-15,-1-1 2 16,1-1-8-16,-3-2-22 16,-1 0-26-16,-2-2-54 15</inkml:trace>
  <inkml:trace contextRef="#ctx0" brushRef="#br0" timeOffset="181473.37">17971 9265 244 0,'0'0'5'16,"0"0"-6"-16,0 0 0 15,0 0 3-15,0 0 1 16,-35 48 0-16,22-29 0 16,-1-1 1-16,-2 4-1 15,0-2-17-15,0 0-51 0</inkml:trace>
  <inkml:trace contextRef="#ctx0" brushRef="#br0" timeOffset="182102.87">18759 9022 40 0,'0'0'77'0,"0"0"-74"0,0 0-1 0,0 0-1 0,0 0 0 15,0 0 0-15,0 0-1 16,0 0 2-16,38-41 4 15,-38 31 1-15,0 0 4 0,0 2-1 16,-2-1-6-16,-5 2-2 16,-2 0 1-16,-2 3-3 15,-5 2 1-15,3 2 1 16,-3 0 3-16,0 6-3 16,1 6 3-16,0 3-3 0,1 5 3 15,2 4-2-15,1 3 0 16,3 3 0-16,3 1 1 15,1 2-1-15,2 0 0 16,2 1 1-16,0-1-1 0,0 0 0 16,0-1 0-16,0-3-2 15,1 0 1-15,0-2-1 16,-1-2 2-16,0-3-3 16,0-3 3-16,0-1-10 15,-4-6-17-15,1-6-34 16</inkml:trace>
  <inkml:trace contextRef="#ctx0" brushRef="#br0" timeOffset="182397.27">18435 9285 119 0,'0'0'1'0,"0"0"1"0,44 0 1 0,-25 0 6 15,3 0-1-15,4 0 2 16,1-1 0-16,3-2-1 0,3 0-5 15,2-1-2-15,0-2-2 16,-1 2-1-16,-4-5-72 16</inkml:trace>
  <inkml:trace contextRef="#ctx0" brushRef="#br0" timeOffset="182826.26">18915 9218 147 0,'0'0'6'0,"0"0"-2"15,0 0-3-15,0 0 1 16,0 0 3-16,0 0 0 16,-33 40 0-16,31-30 2 0,1 1-2 15,1-1 1-15,0-1 0 16,5-2-2-16,5-1 2 15,0-2 0-15,3-3-2 16,1-1 0-16,2 0 0 16,1 0 0-16,1-4-4 15,0-6 1-15,1 0 1 0,0-1-1 16,-3-2-1-16,-1 0 1 16,-3 0 0-16,-3 2-1 15,-2 4 0-15,-3 0 0 16,-2 4 1-16,-2 2 3 15,0 1 5-15,-3 1-9 0,-3 7-2 16,-2 4 2-16,3 1 1 16,1 1-1-16,1 3 1 15,3-3 0-15,0-1-3 16,10-3-12-16,2-3-16 16,2-4-50-16</inkml:trace>
  <inkml:trace contextRef="#ctx0" brushRef="#br0" timeOffset="183275.33">19253 9214 201 0,'0'0'-1'0,"0"0"2"0,0 0-4 16,0 0 1-16,0 0 2 0,0 0 2 15,0 0-2-15,0 0 1 16,4 37 0-16,-2-27 0 16,3 0 0-16,-2-3 0 15,-1 0 0-15,2-2-1 16,-4-1 0-16,2-3 1 16,-2 1-1-16,0-2 0 0,0 0 4 15,0 0 6-15,0-3-2 16,1-4-4-16,0-2-1 15,2-4-1-15,3 1 0 16,0-1 0-16,2 0-2 16,1 3-2-16,4-1 4 15,2 2 0-15,4 4 3 0,-2 1 1 16,2 3-3-16,0 1 2 16,1 0-1-16,-2 2 1 15,-2 6-1-15,-2 2-2 16,-6 2-2-16,-1 2 1 0,-3 0-3 15,-3 0-5-15,-1 3-16 16,0-5-13-16,0-3-32 16</inkml:trace>
  <inkml:trace contextRef="#ctx0" brushRef="#br0" timeOffset="183655.31">19689 9177 110 0,'0'0'5'0,"0"0"16"0,0 0-11 0,0 0-6 0,0 0-2 16,0 0-2-16,0 0 0 15,0 0 1-15,-41-15 1 0,32 19 2 16,1 4 2-16,-3 1-1 15,2 3-1-15,-1 3 1 16,1-1 2-16,1 2-2 16,3-1 0-16,3-2 1 15,2 1 1-15,0-2-2 0,2-2 0 16,6-2 1-16,3-1 4 16,5-1-1-16,3-3-1 15,1-2-3-15,3-1-4 16,1 0 2-16,3-1-8 15,-4-6-9-15,1-4-7 16,0-2-2-16,-5-2-5 16,-2-3-29-16</inkml:trace>
  <inkml:trace contextRef="#ctx0" brushRef="#br0" timeOffset="183918.05">19901 9005 198 0,'0'0'-2'0,"0"0"5"16,0 0-3-16,0 0-1 0,0 0 1 15,0 0 0-15,0 0 1 16,-13 40 1-16,13-18 1 16,0 3 2-16,0-1 0 15,0 2 0-15,1-4-1 16,4-3-1-16,-4-1 0 0,2-2-1 15,-1-2 1-15,0-5-6 16,1 2-4-16,-3-4-15 16,0-1-26-16,0-5-65 15</inkml:trace>
  <inkml:trace contextRef="#ctx0" brushRef="#br0" timeOffset="184272.18">19829 9187 157 0,'0'0'10'15,"0"0"5"-15,0 0-14 16,0 0 3-16,0 0-4 16,0 0 1-16,44-20-1 15,-23 16 0-15,-2-1 1 16,2 0 2-16,0 1 5 0,-1-2 2 15,-3 3-3-15,-3 2 3 16,-3 0-5-16,-3 1-2 16,0 0-2-16,-6 2-1 15,-1 8 0-15,0 0 0 0,-1 4 3 16,0-1-2-16,0 0 1 16,2-2-1-16,0 2 0 15,3-4 0-15,0-2 2 16,3 0-1-16,4-4-1 15,1-2 1-15,3-1-16 16,0 0-30-16,1-7-63 16</inkml:trace>
  <inkml:trace contextRef="#ctx0" brushRef="#br0" timeOffset="184426.76">20167 9003 219 0,'0'0'-6'16,"0"0"6"-16,0 0 5 16,-44-15-1-16,31 15-7 15,1 5-28-15,0 0-37 0</inkml:trace>
  <inkml:trace contextRef="#ctx0" brushRef="#br0" timeOffset="184848.99">20239 9129 190 0,'0'0'1'0,"0"0"1"16,0 0 0-16,0 0-2 0,0 0-9 15,0 0 9-15,0 0 1 16,0 0 0-16,-30 27 2 15,19-16 1-15,1 1 0 16,4-2 0-16,4 1-1 16,0 0 0-16,2-1-1 0,0-4 0 15,4 0 0-15,6-2 0 16,3-4 2-16,2 0-1 16,1 0 0-16,1-2 1 15,0-6-1-15,0 0 2 16,-3-4 7-16,-2 2 3 0,-4-4 3 15,-2 3 3-15,-4-3-4 16,-2 1-2-16,0 1-5 16,-1 1-5-16,-6 2-4 15,-4 6-2-15,-4-1-4 16,1 4 5-16,-4 0-17 16,3 6-9-16,-1 4-11 0,4-2-11 15,4 1-18-15</inkml:trace>
  <inkml:trace contextRef="#ctx0" brushRef="#br0" timeOffset="185374.26">20503 9095 160 0,'0'0'-2'0,"0"0"3"0,0 0 0 0,0 0-1 0,0 0 0 16,0 0-2-16,0 0-1 16,0 0 6-16,0 0 0 15,33 1 2-15,-32 9 4 16,2-1-2-16,-1 2-3 0,-1 0-2 16,1 1 1-16,0-3-2 15,0 2 2-15,-1-3-2 16,-1-1 1-16,0-1-2 15,0-2 1-15,0-1 0 16,0-1 0-16,0-2 0 0,0 0 3 16,0 0 17-16,0 0 5 15,0 0-21-15,0-5-1 16,0-2-2-16,0-1-2 16,4-2 0-16,0-1-2 15,5-1 5-15,-1-1-3 16,5 2-3-16,-1-3-1 0,5 1 5 15,0 3 4-15,1 0 3 16,0 4 3-16,-1 2 3 16,1 3-3-16,-2 1-4 15,0 0-3-15,0 7-2 16,1 6 1-16,-1 1 5 0,0 3 5 16,-5 3-5-16,-2 1 3 15,-3 3-8-15,-6 1-10 16,0 3-30-16,-13-1-24 15,-14-2-40-15</inkml:trace>
  <inkml:trace contextRef="#ctx0" brushRef="#br0" timeOffset="186783.24">16139 9887 72 0,'-2'2'1'16,"2"-1"1"-16,-2-1-2 0,2 0 0 0,0 0 0 0,0 0 0 15,2 0 6-15,3 0 2 16,4 0 4-16,-1 0-2 15,2 0 5-15,4 0-2 0,1-1-5 16,2-2-4-16,1 2-1 16,3-1 0-16,3 1-1 15,0-1-1-15,3 1 0 16,2-2 0-16,0 2 0 16,-1-1-1-16,3 1 2 0,4-2-1 15,-3 1 3-15,8 0-1 16,0-1-2-16,2 1 2 15,4 0-2-15,2 0 0 16,-2-1 0-16,4-1 1 0,-2 0-2 16,3-1 1-16,-4 1-1 15,5-1 3-15,-1 0 6 16,-5 0-1-16,4 0 0 16,-3 1-3-16,2 2 0 15,-3-2-4-15,6 1 1 0,-2 1-2 16,0 0 1-16,4 1 0 15,2-2 0-15,0 0 1 16,5 0 0-16,-2-1 1 16,5 1-2-16,-2-1 0 15,3 1 0-15,0 0 0 16,0-1 0-16,2 1 1 0,2 1-1 16,3 0 1-16,1-2-2 15,-1 1 1-15,2-1 1 16,3 1-2-16,-1 0 1 15,2-1-1-15,4 1 1 0,1-1-1 16,1 2 1-16,1-1 0 16,2-1 1-16,-2-1 1 15,-3 0-1-15,-1 2 1 16,-5-3 0-16,4 1-3 16,-1-1 1-16,-5 1 1 0,4 0-2 15,-4 0 1-15,-3 0-1 16,3 1 2-16,-7 0-3 15,-1 0 3-15,-1-1-1 16,0 2-1-16,-3-1 6 16,0 1 1-16,-1-1 1 0,-2 1 0 15,-3 0-4-15,-6-1-2 16,-4 1 0-16,-6-1-1 16,-3 3 1-16,-4-2-1 15,-7 0 2-15,-3 0-2 16,-3 0 0-16,-3 2-1 15,-2-1 0-15,-3 2 1 0,-2-2-3 16,-2 2-16-16,-1-3-29 16,-3-2-30-16</inkml:trace>
  <inkml:trace contextRef="#ctx0" brushRef="#br0" timeOffset="187267.5">21140 9081 69 0,'4'0'53'0,"-2"-2"-39"0,0-2 10 16,-1 1 0-16,-1 0-4 16,2 1 2-16,-2 0-9 15,0 1-3-15,1 0-6 16,0 1-4-16,-1 0-3 0,2 0-4 15,-2 0-4-15,2 4-30 16,0 1-37-16</inkml:trace>
  <inkml:trace contextRef="#ctx0" brushRef="#br0" timeOffset="187466.12">21149 9214 119 0,'0'0'19'0,"0"0"-19"0,0 0 4 16,0 0 3-16,0 0-2 15,0 0-1-15,0 0-2 16,0 0-1-16,10 13 1 16,-3-13 1-16,3 0-9 15,0 0-48-15</inkml:trace>
  <inkml:trace contextRef="#ctx0" brushRef="#br0" timeOffset="187572.94">21336 9200 67 0,'0'0'98'0,"0"0"-136"16</inkml:trace>
  <inkml:trace contextRef="#ctx0" brushRef="#br0" timeOffset="196831.15">16191 10340 11 0,'0'0'20'0,"0"0"-4"0,0 0-6 0,0 0-4 16,0 0-5-16,0 0 1 15,0 0-1-15,0 0 3 16,0 0 4-16,0 0 5 16,0 0-5-16,0 0-7 0,0 0 0 15,0-1-1-15,0 1 0 16,0 0 0-16,0 0 1 16,0 0-1-16,0 3 0 15,0 1 0-15,0-1 0 16,0 1 1-16,0 0-1 0,0 2 2 15,0 0-2-15,0-1 0 16,0 1 0-16,2 0 0 16,0 1 1-16,0-1-1 15,1 0 1-15,3 1 1 16,-3 1-1-16,3 0 0 16,-1-1 0-16,-1 2-1 0,0-2 1 15,1 3-1-15,-2 0 1 16,1-1-1-16,1 1 1 15,-3-1 0-15,1 2 1 16,1-2 1-16,-1 1-2 16,2 0 1-16,-2 0 1 15,2 2-3-15,1 0 2 0,-2-2-2 16,1 3 2-16,1-1-1 16,-3 0 0-16,3 0-1 15,0 0 1-15,-2 1 0 16,2 0 0-16,-1 0 0 0,1 1 0 15,-1 0-1-15,1 0 1 16,1 2 1-16,-2-3 0 16,1-2-1-16,-1 3 0 15,4-1 1-15,-4 0 1 16,1 0-1-16,1-2-1 16,2 3 0-16,-4 0 1 0,3-1-2 15,-4 0 1-15,0 1-1 16,1 1 1-16,0-1-1 15,-1 1 0-15,0 1 1 16,1-1-1-16,-2 2 1 0,1-2 0 16,2 0 0-16,-2 0 1 15,2-3-2-15,0 2 1 16,0-1 0-16,1-1 0 16,-1 0 1-16,2-1 0 15,-2 1 0-15,2 0 1 0,1 0 0 16,-2 0-1-16,3 1-1 15,-4 1-1-15,4-1 1 16,-3 1 0-16,0 1-1 16,1 1 1-16,0-2-1 15,0 3 0-15,-1 0 1 0,1 2-1 16,-1-2 0-16,0 0 1 16,-1 0-1-16,1-3 0 15,0 0 1-15,0 2 0 16,0-2 0-16,1-1 0 15,1 0 3-15,-1 1-2 16,2 0 1-16,-1-1-1 0,1 1-2 16,0 0 2-16,-1 2-2 15,-1-1 1-15,0 1-1 16,-3-2 2-16,3 3-1 16,-5-1 0-16,4-1 0 0,-3 0 0 15,1-1 1-15,0 0-1 16,0-3 0-16,0 1 1 15,4-1 3-15,-4 0 0 16,1-2-1-16,0 2 0 0,3 1-2 16,-3-1-2-1,2-1 1-15,-3 3-1 0,3-2 0 16,-1 2 1-16,0 0-2 16,-1 1 2-16,1 0-1 15,-2-1 1-15,4-1-2 16,-3-1 2-16,1 0-1 0,-1-1 1 15,2 0-1-15,-1-3 1 16,-1 3 0-16,-1-1 0 16,1-1 1-16,1 2-2 15,-2-2 0-15,1 0 1 16,-2 0-1-16,1 1 0 0,1-2 0 16,-1 1 1-16,0-2 0 15,1 1 0-15,-3 2 0 16,3-1-1-16,-1-1 2 15,1 3-2-15,1-1 0 16,-2 1 2-16,3 0-2 16,-3 1-1-16,2-1 2 0,0-1-1 15,-1 0 0-15,1 1 1 16,-1-1-1-16,0 1-1 16,2-2 1-16,-4 1 1 15,2-2-1-15,1 1 0 16,-1-1 1-16,2 1-2 0,-1 0 2 15,0 1-1-15,2-1 1 16,-1 2-1-16,-1-3 0 16,-1 2 0-16,2-2 0 15,-4 0 0-15,1 0 2 16,1 0-2-16,-2 0 1 0,1-1-1 16,2 1 0-16,-3 0 0 15,3-1 0-15,-3-1 0 16,1 0 0-16,1 2-1 15,1-3 2-15,0 2 1 16,-2-3-2-16,1 1 2 0,-1 0-1 16,4-1 0-16,-5 1 0 15,1-1-2-15,1 0 2 16,-1 0-1-16,2-2 0 16,-2 3 1-16,-1-3-1 15,2 1 1-15,-1 0-1 0,-1-1 0 16,3 3 0-16,-5-2 1 15,2-1-1-15,1 2 0 16,-1-1 0-16,-1-1 0 16,1 2 0-16,3-2 2 15,-4 0-2-15,3 1 1 0,-1 0 0 16,1 0-1-16,0 0 1 16,0-1-2-16,0 2 2 15,0-2-1-15,1 1 0 16,0-1 1-16,2 1-1 15,-3-1 0-15,3 2 1 0,0-2-1 16,-1-1 0-16,0 2 1 16,0-1-1-16,1-1 1 15,1 3-2-15,-3-3 2 16,1 1 0-16,1-1-1 16,-1 0 1-16,0 0-1 15,-2 0 1-15,4 0-1 0,-5 0 1 16,3 0-1-16,-3 0 1 15,1 0 1-15,2 0-2 16,-2 0 1-16,0 0 0 16,0 0 0-16,2 0 1 0,-3 0-1 15,1-3 0-15,-3 2 1 16,3 0-1-16,0-1 2 16,-1 2-1-16,2-1-3 15,0-2 2-15,1 0 0 16,0 2 0-16,1-2 1 0,-1-1-1 15,-1 0 0-15,2 0 0 16,-2-1 1-16,1 1-1 16,1-2 2-16,-1 0-1 15,2-2 0-15,-2-1 0 16,2 2 0-16,-1 0-1 16,0-3 0-16,-1 3-1 0,2-2 4 15,-2 0-7-15,1 0 6 16,1-1-3-16,-1 0 0 15,0 2 1-15,2-2 0 16,-4 0-1-16,2 1 2 16,1-4-1-16,2 3-1 0,-4-2 0 15,2 2 0-15,3-2 1 16,-2 1-1-16,-2 0 0 16,2-2 0-16,0 2 0 15,-2-2 0-15,1 0 1 16,0 0-1-16,1 0 0 0,1 0 0 15,-3-2 0-15,3 2 0 16,0-2 0-16,0 0 0 16,2 1 1-16,-1 0-2 15,0 0 2-15,-2-2-1 16,0 2 0-16,1-1 0 16,-1 0 0-16,0 2 0 0,3-2 1 15,-2 3-1-15,2-3 0 16,-3 2 0-16,3-1-1 15,-1 1 2-15,-2-3-1 16,3 1 0-16,-1-1 0 0,0 0 0 16,-1-2 0-1,0 1 0-15,1-1 0 0,-1 0 0 16,2 0 0-16,-1 1 0 16,-2-1 0-16,3 0 0 15,-1 0 1-15,-3 1-1 0,1 1 0 16,0-1-1-16,0 3 2 15,-2-3-1-15,0 3 0 16,2-2 0-16,-4 0 1 16,1 0-1-16,1-1 0 15,-1 2 0-15,2-5 0 0,1 2 0 16,-2-2 0 0,2 2 0-16,-1-2 0 0,3-1 0 15,-6 2 0-15,2-1 1 16,2 2-1-16,-4-1 0 15,2 0 2-15,2 1-2 16,-4-1 1-16,2 1-1 0,1 0 0 16,0-1 0-16,0 2 0 15,1-1 1-15,-1 0-1 16,-3 0 0-16,3 0 0 16,-4 0 0-16,2-1 0 15,-3 2 1-15,3 0-1 16,-4 0 1-16,4 1-1 0,-3-2 1 15,0 1-1-15,2 0 0 16,-1 1 0-16,2-2 0 16,-3 2 1-16,1 0-1 15,-1-1 1-15,-1 2 0 0,2 0 2 16,0-1 1-16,2 1-2 16,-3 1 0-16,4-3-2 15,-1 4 2-15,1-4-2 16,0 1 1-16,-1-1-1 15,1 0 0-15,-1-1 0 16,1 0 0-16,0-1 2 0,-1-1 0 16,1 2 2-16,1-2 0 15,3 4-2-15,-4-2-1 16,2-2 0-16,1 4-2 16,-2 0 2-16,-1 1-1 0,1 1 1 15,-1-2-1-15,4 2-1 16,-6 0 1-16,3 1 1 15,-1-1-1-15,-1 0 0 16,1-1 0-16,-1-1 0 16,0 0 1-16,2-1-1 0,-3-2 0 15,2 2 0-15,0 1 1 16,-1-2-1-16,1 1 0 16,-3 2-1-16,2-1 2 15,-1 2-1-15,-1-1 0 16,-2 1 1-16,1 3-1 0,-1-1 3 15,1 1-1-15,-2 1 3 16,1 3 3-16,-2 0 8 16,-1 3-12-16,1 1-3 15,2 0-1-15,2 3-2 16,6 0-17-16,-2 4-2 0,2-2-41 16,4-2-98-16</inkml:trace>
  <inkml:trace contextRef="#ctx0" brushRef="#br0" timeOffset="199835.69">21095 12300 3 0,'1'2'0'0,"0"-1"6"0,-1-1 16 0,0 0 1 15,0 0 11-15,0 0 5 16,0 0-7-16,0 0-15 16,-1 0-6-16,0 0 0 15,1 0-4-15,-2 0 2 0,2 0 1 16,0 0-3-16,0 0-1 15,-1 0-3-15,1 0 0 16,0 0 3-16,0 0 0 16,-2 0-2-16,2 0 1 0,0 0-2 15,0-2-1-15,-2-1-1 16,2-2 0-16,0 1 0 16,-1-3 1-16,0 0-1 15,1-2-1-15,-1-2 0 16,0 2 1-16,0-2-1 0,0-2 0 15,-1 1 1-15,1-1-1 16,1-2 1-16,-3 0 0 16,3 1-1-16,-4-2 1 15,2 0 0-15,0-2-1 16,0 1 1-16,1-3-1 16,-1 2 2-16,0-2 0 0,1 0 0 15,1 1-1-15,0-2-1 16,0 4 0-16,0-1 1 15,0-1-1-15,0 1 0 16,0-2 1-16,0 1-1 0,3-2 0 16,-1 0 0-16,1-1 0 15,1-2 1-15,0 3 1 16,0-2-1-16,-1-1 1 16,0 1-1-16,1 1 0 15,-1-1 1-15,-1 2-2 0,1-2 1 16,2 1-1-16,-3-1 0 15,2 1 0-15,0-2 1 16,0 4-1-16,1-1 0 16,-1-1 0-16,2 1 1 15,-4 1-1-15,1-1 0 16,1 1 0-16,-1-1 0 16,1 0 1-16,-1-1-2 0,1 1 1 15,2-1 0-15,-2 1 0 16,2 0 1-16,-1 1-1 15,-1 0-1-15,-1 2 2 0,0 1-1 16,-1-2 0-16,-1 5 0 16,1-3 0-16,0 0 0 15,0 1 1-15,2-2-1 16,0-2 1-16,0 1 0 16,0-2 0-16,0 1-1 15,1-2 0-15,-2 3 0 0,2-2 1 16,-1 1-1-16,-1 0 0 15,0 0 0-15,1 0 1 16,-1 1-1-16,0-1 0 16,-1 1 1-16,1-1-2 15,1 2 2-15,-1-4-1 16,2 3 0-16,1-1 0 0,-1-1 0 16,1-1 0-16,1-1 0 15,3-2 0-15,-2 3 0 16,0-1 0-16,4 0 0 15,-5 1 1-15,4 1-2 0,0 2 0 16,1 1 2-16,0-3-1 16,0 2 0-16,1-1 0 15,-1 2-1-15,1-2 1 16,-1 2 0-16,1 2 1 16,0-4-1-16,-1 2 0 15,-2 1 0-15,1-1 0 0,0 0 0 16,0 2 0-16,0 1 0 15,2-2-1-15,-1 1 2 16,2 1-1-16,-4 0 0 16,2 1 0-16,0 0 0 0,-2 1 0 15,-1 1 0-15,1 1 0 16,-3-1 1-16,1 0-2 16,-1 2 1-16,4 0 0 15,-2 0 0-15,1 2 0 16,1-2 0-16,1 1 0 15,-1 1 0-15,3 0 0 0,-1-1 0 16,-1-1 0-16,5 3 0 16,-3-2 0-16,2 1 0 15,0-2 0-15,-1 1 0 16,1 2 0-16,0-1 0 0,3-1 0 16,0 2 0-16,0-3 0 15,2 4 0-15,1-2 0 16,-1 1 0-16,1 1 0 15,-1-1-1-15,0 4 1 16,-2-2 0-16,2 0 0 16,-5 2 0-16,2 2 0 0,1-2 0 15,-3 0 0-15,1 2 0 16,0 1 0-16,3 0 0 16,-3 0-1-16,2 0 1 15,0 0 0-15,0 0 0 0,1 0-1 16,-1 0 2-16,-1 1-1 15,0 2-1-15,-2 3 1 16,-1-2 1-16,0 3-2 16,-2 0 1-16,2 2-1 15,-1-2 1-15,0 2 0 0,1-1 1 16,-1 3-2-16,0-3 1 16,1 1 0-16,-1 0 1 15,1 2-1-15,0-1 0 16,3 3-1-16,-5-3 1 15,3 3 0-15,-2 0 0 0,4-1 1 16,-2 2-1-16,3 2 0 16,-3-2 0-16,2 2 0 15,-1 2 0-15,1-1 0 16,-3-1 0-16,0 1 0 16,-1 0 0-16,1 2 0 15,0-1 0-15,1-1 0 0,-1 2 1 16,0-1-1-16,1 2 0 15,-2 1 0-15,-2-2-1 16,1 1 1-16,-1-1 0 16,0 1 1-16,0 2-1 15,1 0 0-15,1 1 1 0,-3 0-1 16,4 0 1-16,-6 1-1 16,2 0 0-16,0-1 1 15,-1 2-1-15,2-1 0 16,-2 2 2-16,1-2-2 15,-1 0 1-15,2 0 0 16,-4 0-1-16,2-1 0 16,1 3 1-16,0-1-1 0,-1 1 1 15,2 1-1-15,-2 0 0 16,1 1 0-16,2-1 1 16,-4 0-1-16,0 0 1 15,3 0-1-15,-2 0 0 0,-1-3 1 16,3 2 0-16,-2-3 0 15,1 1 0-15,1-1 0 16,-4 2-1-16,2-1 1 16,2 3 2-16,-2 0-3 0,-1 0 0 15,2 0 0-15,-2 4 0 16,-1-2 0-16,2-1 1 16,-1 0-2-16,-1 0 2 15,2 1-1-15,-2-2 0 16,-1 3 0-16,-1 1 0 0,0 1 0 15,2 2 0-15,-2-1 0 16,-1-1 1-16,2-1-1 16,1 0 0-16,-1-5 1 15,-3 0-1-15,4-1 0 16,-3-1 1-16,2-1 0 16,-2 1-1-16,0-3 0 0,1 0 1 15,-2-3-1-15,1 1 1 16,-1-4-1-16,0-2 2 15,-1-2-2-15,-2 1 1 16,0-3-1-16,-1-2 2 16,0 1 4-16,0-3 0 0,0 1 1 15,0 1-4-15,2 3-2 16,2 4-1-16,-4-1-2 16,0 1-31-16,-2-11-122 15</inkml:trace>
  <inkml:trace contextRef="#ctx0" brushRef="#br0" timeOffset="200890.53">17108 12714 45 0,'0'-5'2'0,"0"1"-1"0,0 1 1 0,0 2 10 16,0-2 0-16,0 2 5 15,0-2 1-15,-2 3-3 16,-2 0-3-16,2 0-7 15,-4 0-4-15,3 0 2 16,-1 0-3-16,-1 4 2 16,2 2-1-16,0-2 0 15,-2 2 1-15,0 1 2 0,2-2 2 16,-2 4-2-16,1 0-1 16,1 2 0-16,0 0 0 15,0 2-2-15,-2 0 2 16,3 0 4-16,0-1 0 0,0 1 2 15,2 1 0-15,0-1-2 16,0 1-2-16,0-2-1 16,0 0-1-16,4-2 0 15,1 1 4-15,0-2-3 16,0-1 1-16,2-2 4 16,-2 0-2-16,4-1-2 0,-1-1-3 15,2 0-1-15,1 0 2 16,3-1-2-16,-1 1 0 15,3-1-6-15,-2-3-39 16,-1 0-48-16</inkml:trace>
  <inkml:trace contextRef="#ctx0" brushRef="#br0" timeOffset="201736.36">17296 12840 106 0,'0'0'8'0,"0"0"3"0,0 0 3 0,0 0-5 0,0 0-7 16,0 0-3-16,0 0 2 15,-36-21-1-15,28 29-1 0,-3 2 2 16,2 0-1-16,0 4 0 16,1 1 1-16,5 0 1 15,-3 2-1-15,4-1-1 16,2-1 0-16,0 0 1 15,0-4 1-15,0 0-2 16,4-2 1-16,3-2 0 16,3-3-1-16,-1 0 1 0,1-4-1 15,1 0 1-15,0 0-1 16,0-5 1-16,-2-5-1 16,0 0 0-16,-2-3 1 15,1 1 1-15,-3-3-2 0,2 1 0 16,-4-2 1-16,-1 2-1 15,0 0 0-15,-1-1 0 16,2 3 1-16,-1-1-1 16,-2 1 0-16,2 2 0 0,0 1 1 15,1 1 4-15,1 1 0 16,1 1 1-16,-2 1-1 16,3 3 1-16,-2 1-3 15,2 1-3-15,1 0 0 16,1 0 1-16,-1 1 0 15,3 6 0-15,-3 1 1 16,2 4-2-16,-2-1 2 0,1 3 1 16,-3 2-1-16,4-3-1 15,-5 1 1-15,3 0-1 16,-4-3 0-16,1-1 0 16,2 2-1-16,-4-2 0 15,1-1 1-15,-3-3-1 0,1 0 0 16,-1-2 0-16,0-1 0 15,0-2 0-15,0-1 4 16,0 0 0-16,-2 0 2 16,0-7 0-16,0-3-2 15,0 0-3-15,2-2 0 0,0-1-1 16,0 1 0-16,0-1 0 16,0-2 0-16,6 4 0 15,0-2 0-15,2 0 0 16,1 3 0-16,0-1 0 15,1 2 0-15,2 2 0 0,-2 3 0 16,-1 1-1-16,1 3 1 16,2 0-1-16,-5 3 0 15,1 6 1-15,1 3-1 16,-2 1 0-16,2 3 2 16,-3-1-1-16,3-2 0 15,-3 2-17-15,0-2-31 0,-1-5-10 16,3-4-58-16</inkml:trace>
  <inkml:trace contextRef="#ctx0" brushRef="#br0" timeOffset="202491.68">17754 12729 91 0,'0'0'9'0,"0"0"7"0,0 0-15 0,0 0-2 16,0 0 1-16,0 0 3 16,0 0-2-16,26 46 0 15,-17-28 0-15,-2-1 0 16,2 2-1-16,0-1 1 16,-2-1-1-16,1-1 1 0,-4-3 0 15,1-3-1-15,-1-2 1 16,-1-3 1-16,-2-3 3 15,1 1 6-15,-2-3 3 16,1 0 18-16,0-4 12 0,0-5-25 16,0-3-16-16,0-4-1 15,2-2 0-15,-3-1-1 16,2-2 12-16,0 1-9 16,2 0-3-16,3 0-1 15,-1 8 0-15,2-3 0 0,0 8-1 16,1 0 1-16,3 3-2 15,-4 2 0-15,1 2-1 16,2 0 1-16,-1 0 1 16,-1 0 0-16,3 4 1 15,-1-1 0-15,1 0 0 16,-2 0 0-16,-1-3 0 0,1 0 0 16,0 0 1-16,-3-3-1 15,1-3 1-15,-3-2 0 16,2-1-1-16,-5-1 1 15,0 0-2-15,-2 1 4 16,0 1-3-16,0 1 0 0,0 2 1 16,-4 2-1-16,-2 0-1 15,2 3-2-15,-4 0 1 16,1 4-1-16,-3 7 3 16,4 5 0-16,-4 3 0 15,3 1 0-15,1 1 0 0,0 0 1 16,2 2-1-16,4-3 1 15,0-3-1-15,0-3 1 16,0 0 0-16,4-4 0 16,3-3-1-16,0-2 1 15,0-1-1-15,3-3 0 16,2-1 3-16,1 0-2 0,1 0 1 16,3 0-1-16,-3-7-6 15,1-1-20-15,0-1-20 16,-3-4-29-16,-1-1 0 15</inkml:trace>
  <inkml:trace contextRef="#ctx0" brushRef="#br0" timeOffset="202712">18189 12737 7 0,'0'0'88'0,"0"0"-46"0,0 0 9 0,0 0-17 16,0 0-17-16,0 0-14 15,0 0-3-15,0 0 1 0,0 0 3 16,0 0-3-16,0 0 1 15,40 9 1-15,-29 0-3 16,-1-2 1-16,1 3 0 16,-1-3 0-16,-2 2-1 0,0-1 1 15,1-2 0-15,-3-1-2 16,4 0-4-16,-5 2-16 16,1-3-26-16,-2-4-18 15</inkml:trace>
  <inkml:trace contextRef="#ctx0" brushRef="#br0" timeOffset="202904.73">18317 12685 133 0,'0'0'22'0,"0"0"29"16,0 0-7-16,0 0-26 15,0 0-9-15,0 0-4 16,-38-1-7-16,31 22 2 15,-2 6-2-15,2 6 4 16,1 7 0-16,-2 5-3 16,3-2-49-16</inkml:trace>
  <inkml:trace contextRef="#ctx0" brushRef="#br0" timeOffset="203774.17">21948 12604 81 0,'0'0'7'0,"0"0"11"0,0 0-1 0,0 0-3 16,0 0-10-16,0 0 0 0,0 0-2 16,0 0 1-16,0 0 2 15,0 0 5-15,0 0-5 16,-38-27-1-16,29 27-2 15,0 0-2-15,-3 7 0 16,-1 6 1-16,1 2-1 0,-2 5 2 16,5 1 5-16,-2 4 3 15,1 2-3-15,4 0 1 16,0 3-2-16,5-2-2 16,1-4-1-16,0-3-1 15,0-3 1-15,9-4-1 0,3-3-1 16,-1-3 1-16,4-4-1 15,4-3 0-15,5-1 0 16,-3-3-24-16,1-9-67 16</inkml:trace>
  <inkml:trace contextRef="#ctx0" brushRef="#br0" timeOffset="204157.19">22100 12682 173 0,'0'0'4'16,"0"0"-2"-16,0 0-1 16,0 0-1-16,-31 50 2 15,23-36-2-15,3 1 0 16,2 0 2-16,-1-1 4 16,4-2 3-16,0-2 1 15,0-2-3-15,6-1-1 0,3-2-4 16,1-4 1-16,1-1 1 15,3 0-1-15,-1-7 0 16,0-4 0-16,0-1-1 16,-2-2 0-16,-2-2 1 0,-2 1 0 15,-2-1 2-15,-2 0 4 16,-2 2-6-16,-1-1 1 16,0 2-3-16,-4 1 1 15,-1 5 0-15,-7 3-2 16,2 4 0-16,-3 0-2 0,1 4-1 15,1 9 3-15,0 1-5 16,2 2-19-16,4 0-23 16,1-5-40-16</inkml:trace>
  <inkml:trace contextRef="#ctx0" brushRef="#br0" timeOffset="204662.87">22265 12648 96 0,'0'0'6'0,"0"0"12"15,0 0 13-15,0 0-4 16,0 0-9-16,0 0-13 16,0 0-4-16,0 0 0 15,0 0 1-15,21-7-1 16,-17 16 3-16,2 0-2 15,1 0 0-15,-2 3-1 0,2-1-1 16,-2 2 1-16,-1-3-2 16,2-2 2-16,-4 0 0 15,1-3 0-15,2-1-1 16,-1-2 1-16,-3-2-1 0,2 0 2 16,-1 0-1-16,0-6 2 15,1-1-3-15,0-4 1 16,1-1-1-16,0-3 0 15,3 0 0-15,0-1 0 16,1 0 0-16,3 1-1 16,-2 1 0-16,1 1 2 0,1 2-1 15,1 4 0-15,0 3 0 16,-1 2 0-16,-1 2 1 16,0 0-1-16,0 2-1 15,-3 6 1-15,1 2 0 16,-3 4 0-16,1-2 1 0,0 2-1 15,2-1 1-15,-3-2-1 16,1-1-2-16,1-3-19 16,0-3-34-16,2-4-12 15</inkml:trace>
  <inkml:trace contextRef="#ctx0" brushRef="#br0" timeOffset="204985.5">22724 12494 149 0,'0'0'4'0,"0"0"27"0,0 0-7 0,0 0-15 16,0 0-5-16,0 0-3 16,0 0-2-16,-42-5 4 15,32 12-4-15,1 5 6 0,1-1 1 16,-1 3-1-16,4 0 3 15,1 3-4-15,2-1 0 16,2-2 0-16,0 1 1 16,0-1-3-16,6-3 1 15,5 2 0-15,0-2 0 0,1-2-1 16,2-1-2 0,-1-1 0-16,4-4-1 0,-1 0-11 15,2-3-21-15,-1 0-38 16,0 0-22-16</inkml:trace>
  <inkml:trace contextRef="#ctx0" brushRef="#br0" timeOffset="205459.79">22921 12570 99 0,'0'0'10'0,"0"0"17"16,0 0 3-16,0 0-6 15,0 0-13-15,0 0-6 16,0 0-2-16,0 0 0 15,-37-31 12-15,24 33-11 16,-2 5-3-16,2 2 4 16,0 0 2-16,2 2-1 15,3 1-5-15,1-1 0 0,2 0-1 16,4 0 1-16,1-1-1 16,0-2 1-16,0-1-1 15,7-3 1-15,1-1 1 16,3 0-1-16,-4-3 0 15,4 0-1-15,0 0 3 0,1-6-1 16,-2-1-2-16,2-3 0 16,0 0 0-16,-1 0 0 15,-1 0 0-15,-2-1 1 16,-2 1-2-16,-3 0 2 0,0 3-1 16,-1 1 0-16,-1 2 1 15,-1 1 0-15,0 2 1 16,0 1 1-16,0 0 0 15,0 0-6-15,0 5 1 16,0 3 3-16,0 3-1 16,4 0 1-16,0-1-1 0,3 2 2 15,1-4-4-15,0 2-5 16,1-3-15-16,1-1-18 16,-3-3-31-16,1-3-17 15</inkml:trace>
  <inkml:trace contextRef="#ctx0" brushRef="#br0" timeOffset="205838.24">23095 12501 144 0,'0'0'8'0,"0"0"6"0,0 0-9 16,0 0-4-16,0 0-1 15,0 0 2-15,0 0 1 16,0 0 5-16,0 0 5 0,33 42-7 16,-28-30 1-16,4-1-3 15,-5 0-2-15,3-3 0 16,-2 0 0-16,0-1-1 16,0-3 0-16,-4-1-1 15,2-3 2-15,-3 0 1 0,1 0 30 16,-1-3-13-16,0-7-13 15,0-1-2-15,0-3 0 16,0-2 0-16,0-2-3 16,3-1-3-16,3-3 2 15,-1 2-1-15,3 1-2 0,2 1-6 16,1 4-16-16,0 5-15 16,0 2-45-16,-1 3 0 15</inkml:trace>
  <inkml:trace contextRef="#ctx0" brushRef="#br0" timeOffset="206278.56">23326 12467 25 0,'0'0'69'0,"0"0"-56"15,0 0 15-15,0 0-4 16,0 0-4-16,42 15-4 16,-33-15-10-16,-3 0-2 0,2 0 0 15,-2-7 1-15,0 1 2 16,-1-2 1-16,3-2 3 15,-2-1 0-15,0-1-5 16,1 0-1-16,-1-1-3 16,0 0-2-16,0 0 1 15,0 0-1-15,-4 3 0 0,-1 2 0 16,-1 2 0-16,0 1 1 16,0 2-1-16,-1 0-1 15,-5 1 2-15,-2 2-2 16,-1 0 2-16,-1 0-3 15,-2 3 2-15,0 6 1 16,1 2-1-16,-2 3 0 0,1 2 0 16,3 1 0-16,0 1 0 15,2 1 0-15,2-1 1 16,2-1 0-16,3-4 0 16,0-1 1-16,0-1 0 0,5-2 3 15,5-4 0-15,2-2-3 16,3-2 2-16,5-1-2 15,3 0 0-15,1 0 0 16,2-2-4-16,-3-5-52 16,-2-2-120-16</inkml:trace>
  <inkml:trace contextRef="#ctx0" brushRef="#br0" timeOffset="210175.76">17423 12340 75 0,'0'0'9'0,"0"0"6"0,0-1-6 0,-1 1-3 15,0-2 4-15,1 1 0 0,0-2 2 16,-1 3 7-16,1-3-1 15,0 3-2-15,0-1-3 16,-2 1-6-16,2 0-4 16,0 0-7-16,0 0 0 15,0 0 1-15,0 0 1 0,0 1 2 16,0 5-3-16,0-2 1 16,3 0 0-16,1 2 1 15,2 0 1-15,-2 2 1 16,3-1-1-16,-2 2 0 15,0 1 1-15,3 0-3 16,-5 0 2-16,3 1-1 0,0-2 1 16,0-1-2-16,0 1 2 15,-3-1 1-15,2 1 1 16,0-2 0-16,0 0-1 16,-1-3 1-16,1 2 1 0,-3-2-2 15,1 1 0-15,-1-1 0 16,2 0 0-16,-2 0-1 15,0-1 1-15,0 0 1 16,0 1-1-16,1 0 0 0,-2 2-6 16,-1 0-15-1,0 0-33-15,0-1-6 0</inkml:trace>
  <inkml:trace contextRef="#ctx0" brushRef="#br0" timeOffset="210659">17563 12337 86 0,'0'0'9'0,"0"0"6"0,0 0-4 0,0 0 4 16,0 0-7-16,0 0-3 15,0 0 1-15,0 0-2 16,0 0-1-16,0 0-4 0,0 0 3 15,-38 15-3-15,29-3 1 16,-1 1 0-16,0 1-3 16,-1 2 5-16,-1-2-2 15,1 0 1-15,1-1 2 16,0 0 4-16,1-2 1 0,0-1-2 16,3-3-3-16,-2 1 0 15,3-2-2-15,-1-1 4 16,2-2-4-16,1-2 2 15,2 2-2-15,-1-2 0 16,2-1-4-16,-2 2-26 0,0-2-16 16,0 0-20-16</inkml:trace>
  <inkml:trace contextRef="#ctx0" brushRef="#br0" timeOffset="210980.49">17325 12522 8 0,'0'0'73'0,"0"0"-63"0,0 0 2 16,0 0 0-16,0 0 1 16,0 0-6-16,0 0-2 15,0 0 7-15,0 0-1 16,40-22 1-16,-28 20 0 15,0 0-4-15,1-1-3 16,-1 1-4-16,0 2 0 0,0 0 0 16,0 0-1-16,-2 0 1 15,1 0 0-15,-1 0-1 16,-1 0 3-16,-1 0-3 16,0 0 1-16,0 0-10 15,-3 0-26-15,-2 0-8 0,0 0-22 16</inkml:trace>
  <inkml:trace contextRef="#ctx0" brushRef="#br0" timeOffset="211336.29">17469 12357 81 0,'0'0'15'0,"0"0"3"16,0 0 3-16,0 0 9 0,0 0-19 15,0 0-12-15,0 0 3 16,0 0 4-16,0 0 0 15,6 28-2-15,0-17 1 16,3 1-4-16,-1 0 1 16,0 0 0-16,0-3 1 15,-4 2 0-15,3-1-1 0,-3-1-2 16,-1-2-7-16,-1 0-19 16,3-3-16-16,-5-2 1 15</inkml:trace>
  <inkml:trace contextRef="#ctx0" brushRef="#br0" timeOffset="211513.93">17502 12444 94 0,'0'0'25'0,"0"0"17"16,0 0 2-16,0 0-34 16,0 0-11-16,-41 0-2 0,36 15 0 15,-3-2 3-15,2 4 0 16,-1 3 1-16,3 0 1 15,2-1-1-15,-2 1-30 16,2-5-48-16</inkml:trace>
  <inkml:trace contextRef="#ctx0" brushRef="#br0" timeOffset="212182.83">18136 12303 113 0,'0'0'7'0,"0"0"8"0,0 0 3 0,0 0-4 0,0 0-11 16,0 0-5-16,0 0 0 0,0 0 6 15,0 0 1-15,0 40-2 16,0-23 1-16,0 0-2 15,2 0 0-15,0 0-1 16,2 0 2-16,0-2 2 16,1-1-2-16,2-2-1 15,-4-1-25-15,-1-2-22 0,-2-5-23 16</inkml:trace>
  <inkml:trace contextRef="#ctx0" brushRef="#br0" timeOffset="213030.51">18144 12320 62 0,'0'0'17'15,"0"0"11"-15,0 0-13 16,0 0 0-16,0 0 0 15,0 0-1-15,0 0 4 16,0 0-7-16,-5-37-1 0,10 33-5 16,-1 2-4-16,2 0-2 15,0 0 2-15,1 1-2 16,1 1 0-16,-3 0-3 16,4 0 0-16,-2 7 1 15,1 2 0-15,2 3 0 16,-2 0 2-16,1 1 2 15,-3 1-2-15,2 0 0 16,-3 0 0-16,1-1 3 0,-4 0-1 16,2-2 0-16,-1 0-1 15,1-1 2-15,-1-2-1 16,1-2-1-16,-1-1 2 16,1-1 1-16,-4-4-1 0,2 3-1 15,-2-3 1-15,0 0 3 16,0 0 5-16,0 0 6 15,0-3-12-15,0-1-2 16,0-5-1-16,-2 1-1 0,2-4 0 16,-2 0 1-16,2-1 1 15,0-3-2-15,0 2 0 16,0-2-2-16,2 2 6 16,1 3-4-16,1-1-1 15,2 1 0-15,0 1 1 0,4 1 0 16,-3 0 0-1,1 0-2-15,4 1 4 0,-5 1-4 16,1 2 4-16,-2-2-2 16,2 5 0-16,-3 0-2 15,-1-1 1-15,1 3 0 16,-1 0-1-16,0 0 0 0,2 0-1 16,-2 4-2-16,0 2 1 15,0 0 2-15,0 1 3 16,-1 0-1-16,1 0 0 15,-2 2 0-15,0-1 2 16,-2 2 1-16,0-1 1 0,0 3-1 16,1 1-2-16,-1 0 0 15,0 1 0-15,0-2 0 16,0 2-1-16,0-3 0 16,0 0-1-16,0 1 2 15,0-2-1-15,0-2 1 0,2 2 1 16,1-1 2-16,1-1-1 15,-2 2 0-15,2-3-11 16,2-3-24-16,0 0-30 16,1-4 8-16</inkml:trace>
  <inkml:trace contextRef="#ctx0" brushRef="#br0" timeOffset="213388.41">18575 12285 90 0,'0'0'46'0,"0"0"-10"0,0 0-31 0,0 0-11 16,0 0 10-16,0 0 4 15,0 0-2-15,0 0-3 16,0 0 3-16,0 42-3 16,0-30 4-16,0-1 1 0,1-4 1 15,-1 3-3-15,2 0-3 16,0-4 0-16,3 2 0 16,-1-2-1-16,-1 0 3 15,3-1-2-15,-2-2-1 16,1 1-3-16,2-4-7 15,-2 0-8-15,-1 0-25 0,0-4-26 16</inkml:trace>
  <inkml:trace contextRef="#ctx0" brushRef="#br0" timeOffset="213571.29">18590 12161 166 0,'0'0'34'0,"0"0"7"16,0 0-24-16,0 0-10 16,-30-39-5-16,28 34-1 0,2 4-1 15,0-1-4-15,0 2-39 16,5 0-11-16,-1 0-9 16</inkml:trace>
  <inkml:trace contextRef="#ctx0" brushRef="#br0" timeOffset="214531.84">18698 12322 92 0,'0'0'38'0,"0"0"-32"16,0 0-4-16,0 0 2 15,0 0 8-15,0 0 1 16,0 0 9-16,0 0 2 16,-8 4-3-16,8-8-10 15,-1 0 0-15,1-2-8 0,0 1 0 16,0 0-1-16,0-1-1 15,0-1 0-15,0 1-1 16,3 1 1-16,3-1-1 16,-4 3 0-16,4-1 0 15,0 1 0-15,-1 2-2 0,3 1 1 16,-3 0-2-16,4 0 0 16,-4 3-2-16,3 2 2 15,-3 3 2-15,3 1-3 16,-3-2 1-16,2 3 2 15,-3-1-1-15,-2 1 1 0,1-2 1 16,0 1-2-16,0-1 2 16,-1 0 0-16,-2 1 0 15,1-2 0-15,-1-1 1 16,0-1 0-16,0-3-1 16,0 1 1-16,0 0-1 15,0-3 1-15,0 0 1 16,0 0 1-16,0 0 1 0,0 0-1 15,-1 0-1-15,1 0-1 16,-2-4 5-16,2 0-5 16,0-1 1-16,0-2-2 0,0 1 0 15,0-3 0-15,0 1 0 16,0 1 1-16,0-3 0 16,0 3-1-16,2 0 1 15,-2-2-1-15,3 2 0 16,0-1 0-16,-1 1 0 15,2 1 0-15,-1-1 0 0,1 1 0 16,-1-1 0-16,2 2 0 16,-2-1 0-16,1 0 0 15,3 1 0-15,-2 0 0 16,3 0-1-16,-3 0 1 16,2 1 0-16,-1 1 0 15,0 0-1-15,0 2 1 0,-2 1 0 16,2 0-1-16,-1 0-4 15,0 0 1-15,-1 0 1 16,1 6 1-16,0-1-1 16,1 3-1-16,1 0 4 15,-1 0-1-15,0 1 0 16,1 1 1-16,-4 1 1 0,1 1-1 16,3 0 2-16,-2 3-1 15,-1 0 1-15,0 1-2 16,1 0 1-16,-1 0 0 15,1 0 1-15,-2 5-1 0,1-1 2 16,2 4 3-16,-1-7-26 16,3-4-33-16</inkml:trace>
  <inkml:trace contextRef="#ctx0" brushRef="#br0" timeOffset="-213838.01">21957 9678 99 0,'0'0'9'0,"0"0"5"0,0 0-11 0,0 1-4 16,0 0 0-16,2 1 1 15,-1 0 1-15,1 1 0 16,2 0 3-16,3 3 7 15,-4-2-1-15,5 2 5 16,-3-1 0-16,5 4-6 16,-1-1-5-16,1-1 1 0,0 1-2 15,2 0 0-15,-4-1 1 16,2 0-4-16,-1 0 1 16,-2-1-1-16,1 1 1 15,-1-2 0-15,2 0-1 16,0 1 1-16,-3-2 1 0,3 1 0 15,-2-3 0-15,2 4-8 16,-5-5-36-16,-1-1-12 16,-2 0-34-16</inkml:trace>
  <inkml:trace contextRef="#ctx0" brushRef="#br0" timeOffset="-213583.83">22107 9671 96 0,'0'0'10'0,"0"0"-2"15,0 0-8-15,0 0 8 0,0 0 6 16,-35 53 1-1,26-33 1-15,-3 4-6 0,1 3-4 16,-2 3-2-16,1-2 0 16,-3-1-12-16,2-5-60 15</inkml:trace>
  <inkml:trace contextRef="#ctx0" brushRef="#br0" timeOffset="-212963.37">22094 9247 97 0,'0'0'7'0,"0"0"-7"0,0 0 7 0,0 0 1 0,0 0-6 16,0 0 0-16,9 37-1 15,-9-26 0-15,0 0 0 16,0 1 0-16,1-1-1 15,0-1 1-15,1-3 0 16,0 2 0-16,-1-2-1 0,-1-3-9 16,0-2-29-16</inkml:trace>
  <inkml:trace contextRef="#ctx0" brushRef="#br0" timeOffset="-212272.03">22078 9290 56 0,'0'0'-2'16,"0"0"18"-16,0-36-3 0,2 24-7 16,3 1-1-16,4 0-2 15,-3 1 2-15,4-1 2 16,-2 1 3-16,4 2 3 16,-1-1 1-16,0 2-3 15,2 2-6-15,-2 1-2 0,-1 0-3 16,0 2 0-1,0 2 0-15,1 0 0 0,-2 0-3 16,2 0 4-16,0 3 2 16,0 4 6-16,0 2-1 15,2-1-5-15,-1 2-1 16,-1-1 0-16,2 0 0 0,-2 0-2 16,-3-2 1-16,0-1 1 15,-2-2-2-15,0 0 1 16,-3-1-1-16,0-1 0 15,-2-2 2-15,2 0 0 16,-3 0 1-16,0 0 2 0,0 0 22 16,0 0-19-16,0-5-6 15,0-1 0-15,0-2-1 16,0-2-1-16,0 0 1 16,0-1 0-16,0 0-1 15,0-1-1-15,0 0-3 16,0 0 1-16,3 2 0 0,0-1 1 15,2 4 1-15,0 0 0 16,1 0 0-16,3 0-1 16,0 2 2-16,1-2-1 15,1 2 1-15,1 0 0 16,0 2 0-16,-1 2 0 0,-2 1-2 16,0 0 1-16,-2 0 1 15,0 7 1-15,-2 4-1 16,1 2-1-16,-3 0 4 15,-1 1-2-15,0 3 1 16,0-3-1-16,-1 1 0 0,0 0 0 16,1-1 0-16,-2 2 0 15,0-2 1-15,0-1 0 16,0 0 0-16,0-2-6 16,2-1-14-16,3-6-25 15,2-1-8-15,0-3 9 0</inkml:trace>
  <inkml:trace contextRef="#ctx0" brushRef="#br0" timeOffset="-211719.4">22672 9179 70 0,'0'0'9'0,"0"0"1"0,0 0-5 0,0 0-3 15,27-42-2-15,-25 35 1 16,-1 2-1-16,-1 1 2 15,0-1 8-15,-1 2 4 16,-5 3-2-16,0-1-7 0,-2 1-1 16,-1 0-3-16,-2 0-2 15,1 6-1-15,-1 2 2 16,3 1 6-16,0 1-6 16,3 2 2-16,-2 0-1 0,4 0 0 15,2-3 0-15,1 1-1 16,0-3 1-16,0 0 0 15,0-1 3-15,5-2 0 16,2-3 3-16,1 0 3 16,0-1 0-16,2 0-2 15,3 0-5-15,-4-2 0 0,3-5 1 16,-2 0-3-16,-1-2 1 16,-2 1-1-16,2-1-1 15,-5 1 2-15,-1-1-2 16,0 2 0-16,0-1 1 0,-3 2-1 15,0 2 0-15,0 2-1 16,0 0 1-16,0 2 1 16,0 0-4-16,0 0-5 15,0 0 2-15,1 1 8 16,3 3 3-16,0 3 0 0,2 0-1 16,0 0-1-16,2-1-1 15,-2 0 2-15,3 0-1 16,1-1-1-16,-3-2 1 15,2 1-2-15,-1 1-1 16,0-1-15-16,-1-2-20 0,-1-2-37 16</inkml:trace>
  <inkml:trace contextRef="#ctx0" brushRef="#br0" timeOffset="-211363.35">22896 9076 78 0,'0'0'5'0,"0"0"7"0,0 0 1 0,0 0 2 16,0 0 6-16,0 0-4 15,0 0 6-15,0 0-4 0,43-11-5 16,-35 13-2-16,2 2-4 16,3 1-5-16,-1 1 1 15,3-2 0-15,-3 2-3 16,1-3 1-16,-1 1-1 16,-1 0 0-16,-1-1 1 0,-3 1-1 15,1-2 0-15,-4 1-1 16,-1-1-12-16,2 0-14 15,-4 1-25-15,2-3-11 16</inkml:trace>
  <inkml:trace contextRef="#ctx0" brushRef="#br0" timeOffset="-211114.67">23039 8988 72 0,'0'0'12'16,"0"0"16"-16,0 0-4 16,0 0-15-16,0 0-9 0,0 0 1 15,0 0 3-15,-35 57 4 16,24-27-3-16,-5 1-2 15,-2 6 3-15,-5 2-29 16</inkml:trace>
  <inkml:trace contextRef="#ctx0" brushRef="#br0" timeOffset="-203751.93">20958 9844 174 0,'0'0'-40'0,"0"0"65"0,0 0 4 0,0 0-7 15,0 0-16-15,0 0-6 16,0 0-2-16,43-8 5 16,-8 10 8-16,12 9 2 15,10 7-1-15,10 8-1 16,13 10-1-16,11 13-2 0,9 13 2 16,8 11 1-16,9 11-3 15,12 8-2-15,6 6 0 16,9 2 1-16,7-1-4 15,5 2 4-15,2 1-1 0,-3-4 1 16,-3-4-1-16,-3 0 2 16,-7-5 0-16,-11-5 3 15,-14-3-3-15,-13-3-5 16,-16-4-2-16,-14-6 2 16,-11-3-3-16,-12-11 0 15,-8-7-18-15,-7-7-15 0,-6-9-8 16,-8-14-26-16,-6-17-59 15</inkml:trace>
  <inkml:trace contextRef="#ctx0" brushRef="#br0" timeOffset="-203182.4">23352 8477 114 0,'0'0'10'0,"0"0"5"0,0 0-4 16,0 0-20-16,0 0 7 15,0 0 0-15,-51 57 1 16,30-16-1-16,-7 16 2 15,-6 10-1-15,-4 15 3 0,-9 15 1 16,-4 13 1-16,-9 15 3 16,-6 9-2-16,-6 11 6 15,-1 3 12-15,-4 8 2 16,4 4-12-16,-3-4 10 16,1 6 5-16,3 4-3 0,-6 9 0 15,0 8 1-15,-6 13-7 16,-5 17-4-16,-4 11 8 15,-3 12-14-15,0 4-1 16,0 1-2-16,2-4-2 16,4-11 1-16,5-2-2 0,6-8-7 15,6-9-30-15,2-5-22 16,3-12-41-16</inkml:trace>
  <inkml:trace contextRef="#ctx0" brushRef="#br0" timeOffset="-198936">15609 15071 123 0,'0'0'-16'0,"0"0"34"0,-26-51-14 16,21 33-3-16,1-2 3 0,-2-3-3 15,0 3-3-15,-2 2-11 16,1 2-4-16,-1 5 9 16,-2 1 4-16,2 3 3 15,-1 1 2-15,-1 3-3 0,1-4-5 16</inkml:trace>
  <inkml:trace contextRef="#ctx0" brushRef="#br0" timeOffset="-198259.36">15768 14438 4 0</inkml:trace>
  <inkml:trace contextRef="#ctx0" brushRef="#br0" timeOffset="-197254.94">16097 14483 66 0,'0'0'1'16,"0"0"2"-16,0 0-2 16,0 0 3-16,0 0 8 15,0 0 5-15,0 0 8 16,-37 6-1-16,35-6-1 0,0 0 1 16,0 0-7-16,2 0-12 15,0 4-5-15,-2 1 0 16,2 5 1-16,0 1-1 15,0 2 1-15,0 1-1 16,0 3 0-16,0 0 0 0,2 1 1 16,2-1 0-16,-1 1 0 15,2-1 0-15,0-3 0 16,-1-2 1-16,2-4-2 16,0-3 0-16,4-3 0 15,-3-2 0-15,4 0 3 0,2-3 0 16,1-8-1-16,1-1 1 15,0-5-1-15,0 0-1 16,-1-3-5-16,-2 0 4 16,-1-1-1-16,-4 1 1 15,-3 1 0-15,-2 0-1 16,-1 0 0-16,-1 2 0 16,0 2 1-16,0 2-2 0,0 3 1 15,0 3-1-15,-2 1 1 16,1 6-3-16,-1 0-4 15,-2 0 5-15,2 11 1 16,2 1-1-16,0 8 1 0,0 2 3 16,0 3-1-16,0 3 1 15,6 2 0-15,0 1 0 16,4 1 0-16,-1 0 1 16,0-2-1-16,2-2 0 15,-4 0 0-15,0-9-1 0,-1 1 2 16,1-6-2-16,-5-3 1 15,-1-2 1-15,-1 1-1 16,0-3 1-16,0 0 0 16,-6-3 3-16,-5 1 4 15,-1-1 1-15,-3-3-1 0,0 0-2 16,1-1-2 0,-1 0-3-16,1 0-1 0,3 0 0 15,3 0-4-15,0-2-23 16,4-5-40-16,2-2-86 15</inkml:trace>
  <inkml:trace contextRef="#ctx0" brushRef="#br0" timeOffset="-196928.03">16495 14623 157 0,'0'0'1'0,"0"0"-2"0,0 0 3 0,0 0 4 16,0 0 4-16,0 0-1 15,47-19 3-15,-31 13 0 0,1-1-6 16,1 3-3-16,1 0-2 16,2 2 0-16,-1-2 2 15,1 3-2-15,-1-2-10 16,0 0-47-16,-3-3-88 16</inkml:trace>
  <inkml:trace contextRef="#ctx0" brushRef="#br0" timeOffset="-196266.78">16805 14438 81 0,'0'0'26'0,"0"0"-21"16,0 0-10-16,0 0 1 15,0 0 8-15,0 0 6 16,18 48-4-16,-13-36-1 16,4 0 2-16,-3-2 0 15,3-3 3-15,2-1-3 16,-1-3-1-16,3-2 1 0,1-1-1 16,0 0-1-16,1-3 2 15,0-4 2-15,3-2-3 16,-5-2 0-16,3-3-3 15,-5 0 0-15,-2 1 2 16,0-1 1-16,-3 1 1 0,-1 1-4 16,-3 3-1-16,-2-1 1 15,0 2 3-15,0 2-2 16,0 3 4-16,0 2-5 16,-4 1-2-16,1 0-5 0,1 1 1 15,0 9 3-15,2 0 1 16,0 3-2-16,0 1 2 15,1 0-1-15,7 6 0 16,-2-1 2-16,4 4-1 16,-3 2 1-16,1 2 3 15,-2 1-2-15,0 3 2 16,-3-2 2-16,-1-2 2 0,-2-4-5 16,0-4-2-16,0-3 0 15,-1-1-2-15,-3-5 2 16,-5-1-1-16,0-3 1 15,0-1 1-15,-2-3 0 0,0-2 4 16,2 0-1-16,-3 0 3 16,1-5-3-16,0-3-5 15,0-2 0-15,4-3-1 16,2-1-2-16,2-1-3 16,2-1 4-16,1 0-11 15,0-2-24-15,3-1-34 0,3 0-117 16</inkml:trace>
  <inkml:trace contextRef="#ctx0" brushRef="#br0" timeOffset="-195782.56">16810 14238 58 0,'0'0'20'0,"0"0"3"0,0 0-5 0,0 0 2 0,0 0 2 15,0 0 1-15,0 0-11 16,0 0-4-16,0 0 1 0,0 0-5 16,0 0 1-1,0 0-1-15,2-37 1 0,1 25-2 16,0-2 2-16,0 0 6 16,1 0-4-16,-4 0 6 15,3-1-3-15,-3 4 3 16,1 1-7-16,0 2-4 15,0 2-1-15,-1 3 0 0,1 3-2 16,2 0-7-16,1 0 2 16,2 7-1-16,4 7 7 15,3 1 3-15,-2 3 1 16,5 3-10-16,-3 2-10 16,3-3-19-16,-3 1-17 0,1-7-15 15</inkml:trace>
  <inkml:trace contextRef="#ctx0" brushRef="#br0" timeOffset="-195390.59">17162 14134 151 0,'0'0'11'0,"0"0"11"0,0 0-10 0,0 0-2 0,39-11-4 15,-28 11-3-15,2 5 0 16,1 7-2-16,-1 3 5 15,1 5 0-15,-1 3-2 16,1 11 0-16,-4 4-2 0,-2 6-1 16,-2 7 2-16,-4 4 6 15,-2 4-4-15,-2 1 2 16,-9 1-3-16,-2-3 0 16,-6-1-1-16,-1-6-5 15,-4-1-14-15,-5-5-9 16,-4-6-42-16</inkml:trace>
  <inkml:trace contextRef="#ctx0" brushRef="#br0" timeOffset="-194746.22">15739 14275 109 0,'0'0'4'0,"0"0"10"0,-49 35 6 0,33-14-7 15,1 4-5-15,-1 6-1 16,-2 7-3-16,3 6 1 15,4 10 2-15,1 9 4 16,8 3 2-16,2 3-6 16,0 3-5-16,17-2-1 15,4-4 3-15,8-3-1 16,5-5 2-16,9-7-1 0,8-3 2 16,7-9 1-16,10-6 3 15,9-5 0-15,6-8-1 16,7-10-30-16,1-10-35 0,1-13-62 15</inkml:trace>
  <inkml:trace contextRef="#ctx0" brushRef="#br0" timeOffset="-194059.31">17351 14030 41 0,'0'0'44'0,"0"0"-10"0,0 0-2 0,0 0-6 0,0 0-13 15,0 0-5-15,0 0-8 16,-43-3 1-16,34 3-2 0,3 0 2 16,-1 0 2-16,4 2 1 15,1-2 0-15,2 0 4 16,-2 0 5-16,2 0-9 16,0 0-2-16,0-6-3 15,4 3 0-15,4-1 1 0,0 1 1 16,3 0-6-16,2 2 5 15,-1 1 3-15,-1 0-1 16,1 0-1-16,-3 7-1 16,-1 6-3-16,-6 0 0 15,1 2 1-15,-3 5 1 16,0-2-1-16,-1 1 2 0,-5-3-1 16,1-1 0-16,-1-5 2 15,2-1 0-15,1-4 2 16,2-3-1-16,1-2 2 15,0 0 3-15,3 0-1 0,9-7 4 16,11-6 6-16,8-4-10 16,10-6-3-16,14-4-2 15,10-5 0-15,8-5-4 16,3-6-61-16</inkml:trace>
  <inkml:trace contextRef="#ctx0" brushRef="#br0" timeOffset="-188666.58">16526 15470 56 0,'0'0'2'0,"0"0"6"0,0 0-5 0,0 0-3 0,0 0 1 16,0 0-1-16,0 0-1 16,0 0-12-16</inkml:trace>
  <inkml:trace contextRef="#ctx0" brushRef="#br0" timeOffset="-187785.36">16772 15172 42 0,'0'0'24'0,"0"0"-6"0,0 0-12 0,0 0-5 15,0 0 0-15,0 0 3 0,0 0 2 16,0 0 1-16,0 0 1 16,14 51 0-16,-10-32 0 15,3 2-2-15,-3 6-3 16,-1 3-1-16,3 1 0 16,-2 5 0-16,-1-1 0 15,-1-2 0-15,2-1 3 0,-2 0-1 16,1-7 2-16,-3 1 0 15,0-5-2-15,0 0-1 16,0-2 1-16,0-3-1 16,0-2 0-16,0-1-1 15,-3-1-1-15,3 2 1 0,-2-1-2 16,-2 0 0-16,1-2-5 16,-1 2-35-16,-3-7-16 15</inkml:trace>
  <inkml:trace contextRef="#ctx0" brushRef="#br0" timeOffset="-187516.58">16692 15743 82 0,'0'0'7'15,"0"0"-5"-15,0 0 6 16,0 0 3-16,0 0 5 16,0 0-6-16,0 0-1 0,45 27-4 15,-36-21-1-15,-1-2-1 16,0-1-2-16,2 1-1 16,-3-1 1-16,2-2-2 15,0-1-17-15,-2 0-32 16</inkml:trace>
  <inkml:trace contextRef="#ctx0" brushRef="#br0" timeOffset="-187369.64">16850 15657 174 0,'0'0'3'0,"0"0"29"16,0 0-24-16,0 0-9 15,0 0 1-15,0 0-5 16,0 47-21-16,2-28-39 15,-2 7-40-15</inkml:trace>
  <inkml:trace contextRef="#ctx0" brushRef="#br0" timeOffset="-186691.57">16493 16297 27 0,'0'0'36'0,"0"0"0"0,0 0-2 15,0 0-7-15,0 0-3 0,-4-37-12 16,1 29-8-16,0 0-1 16,1 1 0-16,-4 0 2 15,2 0 1-15,-1 4 0 16,-1 2-1-16,0 1-4 0,-1 0 1 15,1 4-6-15,-1 6 5 16,1 3 2-16,-3 3-5 16,4 5 4-16,1 0 1 15,-2 5-3-15,4 2 1 16,2 2 1-16,0 0-1 16,0-2 2-16,3-1-2 0,4-4 1 15,1-2 2-15,2-7 0 16,1-2-2-16,0-3 0 15,1-2 1-15,3-3-1 16,1-2-2-16,-1 1-2 16,-1-3-7-16,-1 0-38 0,1-3-18 15,-3-7-45-15</inkml:trace>
  <inkml:trace contextRef="#ctx0" brushRef="#br0" timeOffset="-185906.31">16609 16368 139 0,'0'0'1'0,"0"0"20"16,0 0 10-16,0 0-12 16,0 0-11-16,0 0-5 15,0 0-6-15,0 0 5 16,0 0-6-16,-15 10 3 0,15 5 3 16,0 0 1-16,0 0-3 15,0 0 2-15,6-2-1 16,1-1 1-16,2-2-1 15,-1-3 1-15,1 0 0 16,3-4-1-16,-5 0-1 0,1-3 2 16,-1 0-1-16,2 0-1 15,-3-3 2-15,-1-7-1 16,-1 2-1-16,-1-4 3 16,-2-2-4-16,-1 1 2 15,0-1 0-15,0 1-1 16,0 0 0-16,0 1 1 0,-1-1-2 15,1 0 2-15,0-1-1 16,0 4-1-16,0-1-2 16,6 0 4-16,-1 3-1 15,2 1 0-15,0 3 0 0,3-2 0 16,-2 6-1-16,1-1 1 16,1 1-1-16,2 0 1 15,-2 1 0-15,0 6 0 16,1 3-1-16,0 0 1 15,-4 1 0-15,1 1 0 0,-3-1 0 16,-1 1 0 0,1-1 0-16,-3-1-1 0,-1-1 1 15,1-1 1-15,-2-1-1 16,0-1-1-16,0-2 2 16,0 0 0-16,0-1-1 0,0 0 1 15,0-3 0 1,-2 0 1-16,1 0 4 15,-1-3-2-15,0-5-3 0,2-2 3 16,0-3-4-16,0 0 1 16,0 0-1-16,0-2 1 15,4-1-1-15,0 3 0 0,3-1 0 16,-2 1 0-16,4 2 0 16,-1-2 2-16,1 2-2 15,3 1 0-15,-1 1 0 16,-3 2 0-16,3 6-2 15,-1 1 1-15,-3 0-1 0,2 1 0 16,-2 9 0-16,0 2 3 16,-1 3-2-1,2-2 2-15,-2 1-1 0,0-1 1 16,0 2-1-16,3-3-1 16,-1-2-5-16,-1 1-38 0,1-1-38 15</inkml:trace>
  <inkml:trace contextRef="#ctx0" brushRef="#br0" timeOffset="-185501.52">17112 16240 91 0,'0'0'5'0,"0"0"8"0,0 0 3 16,0 0 4-16,0 0 1 0,0 0-4 15,0 0-11-15,0 0-9 16,0 0 5-16,0 0 2 16,0 0 4-16,0 0-2 15,39 26-1-15,-30-13-3 16,1-1-1-16,-3-1 0 0,-1 2 0 16,-1-3-1-16,1-1 0 15,-3-2 0-15,0 1 0 16,-1-3 1-16,-1-2 0 15,0 1 0-15,0-4 1 16,0 0 3-16,-1 0 8 16,0-9 2-16,0-2-8 0,0-3-4 15,0-6 1-15,0-1-5 16,0-6-1-16,4 1 1 16,-1-5 2-16,4 5-8 15,4 1-9-15,-1 2-8 0,3 3-14 16,-1 7-10-16,-1 2-10 15</inkml:trace>
  <inkml:trace contextRef="#ctx0" brushRef="#br0" timeOffset="-185123.07">17357 16158 52 0,'0'0'12'0,"0"0"9"16,0 0-4-16,0 0-3 15,0 0-4-15,37 37 1 16,-29-36-4-16,-4-1-4 15,1 0 1-15,2-1 5 16,-4-6 7-16,-1-2 0 0,0-1-6 16,-1-3-1-16,-1 1-6 15,0-1-1-15,-1 0-1 16,-4 2 0-16,-5 3-1 16,4 0-1-16,-4 4 0 15,5 1 1-15,-4 3 5 0,4 0-8 16,0 9 4-16,1 3-1 15,0 5 0-15,2 3 0 16,-1 0 0-16,2 2 2 16,1 0-2-16,0-2 1 15,0-2 0-15,6-3 0 0,0-1-1 16,4-3 1-16,1-2 0 16,0-2-2-16,2-3 1 15,0-1-1-15,3-3-6 16,0 0-15-16,-1-1-25 15,0-8-26-15</inkml:trace>
  <inkml:trace contextRef="#ctx0" brushRef="#br0" timeOffset="-184845.96">17552 16083 87 0,'0'0'8'0,"0"0"19"0,0 0-8 15,0 0-1-15,0 0-2 16,0 0-5-16,0 0-12 16,0 0 1-16,0 0 1 0,9-2 4 15,2 10 2-15,0 3-2 16,-3 0 2-16,4 0-4 16,-1 1-1-16,0-2-1 15,1 0-1-15,-3-2 1 16,2 2-1-16,-1-3 0 15,0 0 0-15,-3-3-1 0,2-2-15 16,-2-2-33-16,-1 0-5 16</inkml:trace>
  <inkml:trace contextRef="#ctx0" brushRef="#br0" timeOffset="-184536.09">17682 16007 70 0,'0'0'47'0,"0"0"-15"0,0 0-1 16,0 0-8-16,0 0-10 16,0 0-15-16,0 0 3 15,0 0-1-15,-30 37 1 16,25-13 0-16,0 3 1 0,2 3-2 15,-1 2 2-15,-2-1-2 16,2 0 1-16,-3-4-1 16,2-3 1-16,0-3-1 15,-2-5 0-15,2-1 0 16,3-3 0-16,-2-3-9 16,0-2-53-16,1-5-55 15</inkml:trace>
  <inkml:trace contextRef="#ctx0" brushRef="#br0" timeOffset="-184390.82">17625 16261 251 0,'0'0'-7'0,"0"0"17"16,0 0-9-16,0 0-8 15,0 0-22-15,0 0-40 16,0 0-15-16</inkml:trace>
  <inkml:trace contextRef="#ctx0" brushRef="#br0" timeOffset="-183136.92">16607 16838 78 0,'0'0'8'0,"0"0"10"0,0 0-6 15,42-8-5-15,-25 2-3 16,7-3 3-16,5-1 5 16,4-1 7-16,4-3-4 15,5 0 1-15,6-1-2 0,4 0-9 16,8-2-3-16,-1 0 0 15,5-2 0-15,3-1 0 16,-2-2 1-16,2 1 7 16,-2-1 3-16,2 2-4 15,-5 2-2-15,-1-1-2 0,-6 4 0 16,-1 1-2-16,-6 1 0 16,-4 4-1-16,-3-1-2 15,-4 3 1-15,-7 3-1 16,-6-2 1-16,-4 5-1 0,-5-2 1 15,-5 0-1-15,-2-1 2 16,-5 1-2 0,1-1 1-16,-2-3 1 0,0-2 1 15,-2-4 4-15,0-4-5 16,0-3-1-16,0-5-1 16,-6-3 0-16,3-7 0 15,-1-6 0-15,-2-3 0 0,2-5 0 16,1-3 0-16,-2 1 0 15,1-1-1-15,1 2 3 16,-2 0-3-16,0 5 1 16,-2 1 0-16,-2 1 1 0,0 6-1 15,0 6 0-15,-3 3 0 16,1 6 0-16,-3 4-1 16,-1 7 1-16,0 3 1 15,-6 5-4-15,1 3-2 16,-5 0-2-16,0 6 3 0,-4 5 4 15,-1 4-2-15,-3 2 2 16,0 1 0-16,-5-1 0 16,-2-1 0-16,-2 0 0 15,-3-1 0-15,-1-3 1 16,-5-1-1-16,-1 0 1 0,-1-2 1 16,-5-1-2-16,-1 0 1 15,-5-3 0-15,1 3-2 16,-4-3 2-16,0 2-1 15,2-1 0-15,0 1 0 16,2 1 0-16,1 0 0 0,3 1 0 16,4 1 0-16,3 2 0 15,5 2 0-15,5 0 0 16,2 0-1-16,0 2 1 16,10 1-1-16,3 3-1 15,6 2 2-15,4 5 0 0,6 6-1 16,5 7 0-16,4 5 1 15,2 6 0-15,0 5 0 16,0 6 0-16,7 2 1 16,2 0 6-16,3-1-7 15,4-4 1-15,7-5 0 16,4-7 0-16,4-7 1 0,9-7-2 16,2-8-2-16,2-9-2 15,2-9-23-15,-1-7-45 16,-9-20-46-16</inkml:trace>
  <inkml:trace contextRef="#ctx0" brushRef="#br0" timeOffset="-180788.32">4566 15726 134 0,'-9'-14'2'0,"-4"-4"9"0,-3 0 17 0,-3 0-13 0,-4 0-3 16,-4 1-3-16,-6 1-2 15,-5-3 3-15,-7 3-6 16,1-2 0-16,-6 1-3 16,-6 2 0-16,-6 0-2 15,-1-2 1-15,-8 3-2 16,-6 1 2-16,-7 0-1 0,-6 2 1 15,-5 3 0-15,-5 2 0 16,-4 6 0-16,-6 0 0 16,-1 3 0-16,-2 10 0 15,-3 5 1-15,5 3 0 0,-1 6-2 16,1 3 0-16,3 3-1 16,6 4 2-16,3 5 0 15,6 0-1-15,5 3 2 16,7-1-2-16,8 2 1 15,3-3 0-15,9 0 6 0,6-1-4 16,6-3 0-16,5-1 0 16,7-1 0-16,6-1 2 15,9-2-3-15,6 0-1 16,7-7-1-16,5-4-20 16,2-5-61-16,2-9-29 0</inkml:trace>
  <inkml:trace contextRef="#ctx0" brushRef="#br0" timeOffset="-180508.54">1607 15936 4 0,'0'0'59'0,"0"0"-23"0,0 0-33 0,0 0 1 15,-11 47-1-15,7-19 3 16,-2 5-2-16,0 3-1 16,2-1 7-16,-1 1-3 15,3-3 5-15,0-5-2 16,2-7-5-16,9-4 0 0,11-8 1 16,9-9-1-16,11-3-2 15,5-17-6-15,4-11-46 16,-2-6-42-16</inkml:trace>
  <inkml:trace contextRef="#ctx0" brushRef="#br0" timeOffset="-179984.44">1049 16885 132 0,'0'0'4'0,"0"0"-2"0,0 0-1 0,0 0 0 16,0 0-2-16,0 0 2 15,-45 7-1-15,33 5 1 0,1 2 2 16,-2 4 0-16,4 5 0 15,2 2-3-15,1 2-1 16,0 3 3-16,6-1 4 16,0 2-1-16,0-3 3 15,10-5-4-15,3 1-1 0,5-3 2 16,-1-5-1 0,2-2-3-16,2-4 1 0,3-4-1 15,-2-2 1-15,-1-4 1 16,3 0 0-16,-1-6-3 15,-4-8-7-15,0-4-43 16,-4-4-4-16</inkml:trace>
  <inkml:trace contextRef="#ctx0" brushRef="#br0" timeOffset="-179299.52">1250 16906 41 0,'0'0'5'0,"0"0"0"15,0 0 5-15,-18 57 1 16,13-30-1-16,3 0-5 16,0 0 2-16,2-1-4 0,0-1 1 15,0-5-2-15,0 0 1 16,2-7-2-16,3-2 0 16,3-3-1-16,-2-3 2 15,2-5-1-15,-1 0 0 16,1-5 3-16,0-6 1 0,0-4 0 15,-1-4-1-15,0-1-1 16,-1-1-1-16,-1 1-2 16,0-1 1-16,-3-1 1 15,0 3 5-15,-2 0-3 16,2 2 4-16,0 3-6 0,0 1-2 16,1 5 2-16,1 2-2 15,0 3 0-15,4 2-3 16,0 1 2-16,-1 0-2 15,2 4 4-15,2 5-1 16,0 1 2-16,1 1-1 16,-1 4 0-16,0-2 0 15,2 1-1-15,-2-2 1 0,-2 0 0 16,-1 0-1-16,0-4 0 16,-3 0 1-16,-1-3-1 15,0-1 2-15,-4-1-2 16,2-3 0-16,-2 0 0 0,0 0 2 15,0 0 6-15,0-6-10 16,0-5-4-16,-2-3 4 16,-2-3 3-16,1-3-1 15,2-5-1-15,0 0 1 16,1-2 1-16,0 2 0 16,0 1-2-16,5 4 1 0,1 3 2 15,2 7 3-15,0 0 2 16,-1 7-3-16,1 1-2 15,4 2 0-15,-1 3-2 16,1 10 2-16,1 4 0 16,-2 3 1-16,3 4 0 0,-3 3-2 15,2 2-2-15,-2-4-34 16,-2-1-2-16,-1-8 10 16</inkml:trace>
  <inkml:trace contextRef="#ctx0" brushRef="#br0" timeOffset="-178639.38">1670 16780 78 0,'0'0'79'0,"0"0"-74"0,0 0 0 0,0 0-5 15,0 0 1-15,0 0 6 16,0 0 1-16,47 55-5 15,-36-33-1-15,5 0 0 16,-3-3-1-16,1-2-1 0,-3-3 1 16,-1-3-1-16,-2-4 1 15,-2-2 1-15,-3-3 1 16,-1-2-3-16,0 0 4 16,-2-2 15-16,0-8-6 15,0-6-11-15,-4-1-1 0,-1-2 0 16,1-4 0-16,-1-2-2 15,0 1 1-15,3 0 1 16,2 3-1-16,0 5-1 16,0 3 1-16,4 3-1 15,6 6 1-15,-1 4-2 16,4 0-1-16,1 0 2 0,1 6 1 16,1 0 0-16,-1-1 0 15,1-3 0-15,-1-2 1 16,-1 0-1-16,-3 0 0 15,0-7 2-15,-1-5 0 16,-4-1-3-16,-1-2 3 0,-1-1-2 16,-4-1 2-16,0 2-1 15,0-1 0-15,0 3-1 16,-7 3 1-16,1 0-1 16,-1 6 0-16,0 4 0 0,0 0-3 15,1 6-7-15,0 12 3 16,3 6 4-16,1 5 0 15,2 3 4-15,0 1-1 16,0-2 2-16,0-1-3 16,5-6 2-16,3-1-1 0,1-6 2 15,0-6-1-15,2-2 0 16,0-4-1-16,3-5 0 16,-3 0 0-16,3-5 1 15,-1-6-11-15,-2-4-51 16,0-3 11-16</inkml:trace>
  <inkml:trace contextRef="#ctx0" brushRef="#br0" timeOffset="-178394.68">2063 16567 180 0,'0'0'4'0,"0"0"-3"0,0 0-1 16,0 0 1-16,18 37 3 15,-9-23-1-15,0-1 2 16,3 2-4-16,0-2 1 0,1-3 0 16,1 1 0-16,-1-1-1 15,1-3-1-15,-5-2 2 16,0-1-1-16,1-1-1 16,-2-3-10-16,-2 0-31 15,-1 0-5-15,-3-7-10 16</inkml:trace>
  <inkml:trace contextRef="#ctx0" brushRef="#br0" timeOffset="-178235.09">2159 16576 79 0,'0'0'21'0,"0"0"21"0,0 0 11 16,-40-2-35-16,32 20-14 16,2 8 1-16,2 5-3 15,0 8-1-15,2 3 0 16,2 4 0-16,-1 3 0 15,-1 5-7-15,-2 0-65 16,-7-4-38-16</inkml:trace>
  <inkml:trace contextRef="#ctx0" brushRef="#br0" timeOffset="-177933.66">1723 17308 122 0,'0'0'3'16,"65"-52"1"-16,-29 23 9 16,0-2-2-16,0 1-2 15,2 0-3-15,-3 2 0 16,-1 1-3-16,-1 1 2 15,-2 2-1-15,1 3-3 0,-7 3 0 16,-1 3 0-16,-3 5-1 16,-4 6 0-16,-8 4-10 15,-7 2-46-15,-2 10-39 16</inkml:trace>
  <inkml:trace contextRef="#ctx0" brushRef="#br0" timeOffset="-177743.42">1969 17399 195 0,'0'0'-5'0,"0"0"10"15,0 0-5-15,0 0-2 16,0 0 7-16,0 0 0 16,63-13 6-16,-28-18-1 15,13-9-5-15,6-5-2 16,8 2-1-16,5-1-2 0,2-1-34 15,-2-3-129-15</inkml:trace>
  <inkml:trace contextRef="#ctx0" brushRef="#br0" timeOffset="-170463.82">19428 14621 72 0,'0'0'7'0,"-1"0"15"0,1 0-13 0,0 0-6 0,-2 0-2 16,-1 0-1-16,1 3 0 15,0 0 0-15,0 1 0 16,-1-1 1-16,1 2-1 16,0 0 0-16,0-1 1 15,0 3 0-15,2-1 3 0,0 1 0 16,0-1-3-16,0 2 0 16,0-1 0-16,0 0-1 15,3 2 0-15,2-1 1 16,-1 0-1-16,1 1 1 15,1 0-1-15,0-1 0 16,2 0 2-16,2 0 0 0,-1-2 0 16,2 0 1-16,3 0 3 15,-1-1-1-15,2 1 0 16,2-1-1-16,2-1-1 16,-3-1 0-16,3 0-1 15,2 1 1-15,-4-1 0 16,0-1-1-16,0 0-1 0,2-1 1 15,0-1 2-15,1 0-1 16,-1 0 0-16,3 0 2 16,-3 0 0-16,2-1-4 0,-2-3 1 15,0 1-1-15,-1-1 0 16,-2 1 1-16,0-1 1 16,-4-1 0-16,2 2 2 15,-5-2 0-15,0 2-3 16,3 1-1-16,-4 0-1 15,-1 1 0-15,1-1 0 16,-1 2-2-16,0-1-22 0,-4-2-40 16,1-4-70-16</inkml:trace>
  <inkml:trace contextRef="#ctx0" brushRef="#br0" timeOffset="-170165.32">20041 14624 78 0,'0'0'30'0,"0"0"-26"0,0 0-3 0,0 0 1 15,0 0 2-15,0 0 0 16,0 0 7-16,39 47-3 16,-33-29-2-16,-2 2-3 15,0 3-1-15,-4 2 0 16,0-1 0-16,0 2-4 0,-8-3-14 16,-2-3-26-16</inkml:trace>
  <inkml:trace contextRef="#ctx0" brushRef="#br0" timeOffset="-168690.22">20409 14581 61 0,'0'-1'50'0,"0"0"-11"0,0 1-3 0,0 0-20 0,0 0-8 16,0 0-6-16,0 2-3 15,0 7 2-15,2 2 0 16,0 6 0-16,0 1 0 15,0 1-1-15,-1 1 1 16,1 0 0-16,0-2-1 0,0-5-2 16,-1 0-12-16,0-4-19 15,-1-3-11-15,2-6-28 16</inkml:trace>
  <inkml:trace contextRef="#ctx0" brushRef="#br0" timeOffset="-168050.48">20444 14540 96 0,'0'0'6'15,"0"0"7"-15,0 0-3 16,0 0-3-16,0 0-4 15,43-21-3-15,-32 21 1 16,-2 0 1-16,1 4 0 0,2 6 2 16,-4 0 0-16,1 3-3 15,1 0 1-15,-4 1-1 16,1-1 0-16,-2 1 0 16,-1-3 0-16,0 2 1 15,0-2-1-15,-2-2-1 0,-1-2 0 16,-1 0 1-16,1-3-1 15,-1 0 0-15,0-1 0 16,0-1 0-16,0-2 2 16,0 0 0-16,0 0 0 0,-2 0-1 15,2-9-9-15,0 1 0 16,0-4 2-16,0-1 1 16,0-2 2-16,0-1-1 15,2-2-1-15,4 2 3 16,-1-1 0-16,3 2 0 15,0 0 2-15,1 4 1 0,-1 2-1 16,0-1 1-16,0 5 2 16,-1 1 6-16,1 2 0 15,-1 0-3-15,2 2-2 16,0 0-1-16,-2 0-1 16,4 9-1-16,-4 1-1 0,0 1 1 15,-1 2 0-15,2 3 2 16,0-2-1-16,-3 1 1 15,1-1-1-15,1 0-1 16,-2-1 0-16,3-1 0 0,-4-1-1 16,5 0 1-16,-2-3 0 15,3 1-1-15,0-4-17 16,1-3-16-16,1-2-17 16</inkml:trace>
  <inkml:trace contextRef="#ctx0" brushRef="#br0" timeOffset="-167572.3">20951 14547 74 0,'0'0'5'0,"0"0"12"0,0 0-5 0,0 0-7 0,0 0-2 16,-13-37 0-16,7 36-1 15,1 1-1-15,-4 0-1 16,2 0 3-16,-1 1 1 15,-1 8 4-15,2 1-7 16,2 3 0-16,-1 2 1 16,4-2-1-16,2 1-1 15,0 0 0-15,0-1 3 0,4-4-3 16,4-1 2-16,-3-2-1 16,4-3-1-16,-1-3 1 15,0 0 1-15,3 0 0 0,-4-3-1 16,3-5 0-16,-1-3 1 15,3 0-1-15,-5-3-2 16,-1 1 3-16,-1 0-1 16,0 2 4-16,-3 1 0 15,-1 3 2-15,0 1 18 16,-1 3 1-16,0 2-11 0,0 0-5 16,2 1-9-16,-2 0-3 15,3 1 1-15,1 4 1 16,2 3 0-16,0-2 0 15,4 2 1-15,-1 2-1 16,2-3 0-16,1 0 0 16,1 0-5-16,0-1-30 0,-1-2-27 15,0-4-16-15</inkml:trace>
  <inkml:trace contextRef="#ctx0" brushRef="#br0" timeOffset="-167316.91">21178 14493 142 0,'0'0'6'0,"0"0"29"0,0 0-15 0,0 0-10 16,0 0-7-16,0 0-3 15,0 0 0-15,0 0 1 16,0 0 0-16,40 10 2 15,-26 0-2-15,0 0-1 0,0 0 1 16,1 0-1-16,-1 0 1 16,0-2-2-16,-1-3-21 15,-2-1-29-15,-5-2-15 16</inkml:trace>
  <inkml:trace contextRef="#ctx0" brushRef="#br0" timeOffset="-167103.6">21291 14410 166 0,'0'0'21'0,"0"0"13"16,0 0-27-16,0 0-9 16,0 0 2-16,0 0-2 15,-36 42 2-15,27-15 2 16,1 6-1-16,-1 0-1 0,2 3 1 15,0 1-1-15,-1 0-45 16,0-4-46-16</inkml:trace>
  <inkml:trace contextRef="#ctx0" brushRef="#br0" timeOffset="-166655.5">21786 13937 23 0,'0'0'77'0,"0"35"-77"16,-2-12 3-16,2 1 1 0,0 4 2 0,0 2 3 15,0 4-1-15,2 6 12 16,0 1-9-16,2 5 0 16,-2-1-1-16,1 3-3 0,-1-2-4 15,0 1 1-15,0-2-2 16,-2 2-1-16,0 0 1 16,0-3-1-16,0-6-11 15,0-8-53-15</inkml:trace>
  <inkml:trace contextRef="#ctx0" brushRef="#br0" timeOffset="-166021.27">21947 14443 72 0,'0'0'37'0,"0"0"-34"16,0 0-2-16,0 0 3 0,0 0 3 16,0 0-4-16,0 0 0 15,0 0 0-15,0 13 0 16,0-13 0-16,0 0 6 16,0 0 23-16,0-4-23 15,0-4-6-15,-3-2 1 16,-1-3-1-16,1-1-2 0,2-3-1 15,0-2 1-15,1-1-1 16,0 2 0-16,0-1 0 16,0 2 0-16,5 6 1 15,0 2 0-15,-1 5 0 0,2 4 0 16,1 0-2-16,-1 4 0 16,4 8 1-16,-1-1-2 15,1 5 2-15,0-2 1 16,2-1-1-16,1-3 0 15,-2-2 0-15,2-4-1 0,0-1 0 16,-4-3 1-16,0 0-1 16,0-5 0-16,-2-4 1 15,-1 1 0-15,-1-4 1 16,-1 1 0-16,3-1-1 16,-5-1 0-16,2 1 1 15,-1 1-1-15,1 1 0 0,-3 2 0 16,1 3 1-16,0 1 0 15,-1 2 4-15,1 2-2 16,1 0-3-16,-1 2 0 16,3 5 0-16,-1 4 0 0,1 2 0 15,0 1 1-15,1 0 0 16,-3 2-1-16,4 0 1 16,-1-2-1-16,-1 1 0 15,0-5-34-15,0-1-31 16</inkml:trace>
  <inkml:trace contextRef="#ctx0" brushRef="#br0" timeOffset="-165801.53">22295 14307 78 0,'0'0'23'0,"0"0"-13"0,0 0 7 15,0 0-1-15,0 37-5 16,2-21-5-16,2-1-2 16,1 1 1-16,4-2-3 0,-4 0-1 15,1-2 0-15,-1-4-4 16,-3-4-39-16,0-2-47 16</inkml:trace>
  <inkml:trace contextRef="#ctx0" brushRef="#br0" timeOffset="-165642.95">22330 14201 60 0,'0'0'105'0,"0"0"-88"16,-11-37-4-16,10 31-10 16,1 3-3-16,0 3-5 15,0 0-55-15,0 0 6 16</inkml:trace>
  <inkml:trace contextRef="#ctx0" brushRef="#br0" timeOffset="-165106.06">22416 14324 71 0,'0'0'6'0,"0"0"12"15,0 0-1 1,0 0-2-16,0 0 4 0,0 0 6 15,0 0-6-15,4 7-9 16,-4-7-2-16,0 0-4 16,-2 0 1-16,0-2 5 15,1-4 0-15,0-1 2 16,1-2-6-16,0-2-2 0,0-2-2 16,0 3 1-16,6-3-3 15,1 3 0-15,1 1 0 16,0 2 0-16,2 2 0 15,-2 5 0-15,3 0 0 16,-1 0 0-16,2 0-2 0,1 7 2 16,-3 3-1-16,4 2-2 15,-2 1 0-15,-1 2-7 16,1-4-4-16,-2-1-4 16,-5 1 3-16,1-5 6 15,-1-3 7-15,-4 1 2 0,-1-4 0 16,0 0 4-16,0 0 18 15,0-4-14-15,1-4-5 16,1-4-3-16,3 0 0 16,2-3-2-16,4 1 2 15,0 1-3-15,2 3 7 0,5 0-4 16,0 6 0-16,2 3 0 16,0 1 0-16,3 1 0 15,-3 11 0-15,0 4 0 16,0 7 1-16,-3 2-1 15,-2 4-1-15,-8 2-40 0,-7-1-79 16</inkml:trace>
  <inkml:trace contextRef="#ctx0" brushRef="#br0" timeOffset="-162717.96">19136 15473 158 0,'-5'-5'-1'0,"2"-4"33"0,1 0 2 0,2 0-23 16,0 1-9-16,0 0-1 16,2 2-1-16,2 2 1 15,3 1-1-15,-2 3-3 16,3 0 2-16,-1 0 1 0,3 6 0 15,2 2 0-15,1 4 0 16,-1-1 0-16,-1 2 0 16,0-3 0-16,1-2 1 15,-3-2-1-15,1-3 0 16,-2 0 1-16,0-2-1 16,-3-1 1-16,1 0-1 0,0-5 1 15,-3-3 1-15,2-4-1 16,-3-1 1-16,0-4-1 15,-1 1 0-15,1-1-1 16,-2 0 2-16,0 4-2 16,0 2 0-16,0 2 0 15,0 4 0-15,1 3 0 0,0 2 0 16,2 0-3-16,2 7 1 16,0 8 2-16,2 2 1 15,0 4 0-15,3 0-1 16,2 5 0-16,-1-2 1 0,-3 1-1 15,3-3 2-15,-1-2-2 16,-5 0 0-16,3-3 0 16,-4-2 0-16,0-2 0 15,-2-2 1-15,-2-2-1 16,0-3-3-16,0-1 3 16,-5 2 5-16,-7-4 0 0,-2 2 1 15,-3-1-2-15,0-3-3 16,-4 1 1-16,3-2-1 15,1 0-1-15,3 0 0 16,3-3-5-16,2-9-37 16,5-3-51-16</inkml:trace>
  <inkml:trace contextRef="#ctx0" brushRef="#br0" timeOffset="-162341.52">19479 15429 102 0,'0'0'17'0,"0"0"18"0,0 0-17 16,0 0-13-16,0 0-2 15,0 0-1-15,0 0 0 0,0 0-2 16,42-35 1-16,-34 28-1 15,3 1 0-15,1 0 0 16,-1 3 1-16,0-4-7 16,-1 3-65-16</inkml:trace>
  <inkml:trace contextRef="#ctx0" brushRef="#br0" timeOffset="-162164.35">19584 15487 146 0,'0'0'39'16,"0"0"-39"-16,0 0-2 15,0 0 1-15,0 0 1 16,0 0 1-16,55-4-4 16,-35-6-62-16</inkml:trace>
  <inkml:trace contextRef="#ctx0" brushRef="#br0" timeOffset="-159223.45">20740 14205 2 0,'-6'-1'4'0,"2"1"12"0,0 0-12 0,0 0-1 0,-2 0 1 15,2 0-4-15,0-2 1 16,-1 2 5-16,1 0 2 16,1-1 2-16,0-2 1 15,2 3-6-15,-1 0-1 16,-3 0-3-16,2-1 2 15,0 1 2-15,-4-2-1 0,4 2 7 16,-1 0-5-16,0 0-1 16,0 0 1-16,2 0 1 15,-1 0-1-15,-1 0-3 16,0-1-1-16,1 1-1 16,0 0-1-16,1 0 1 0,-4 0-1 15,2 0 5-15,-1 0 1 16,-2 0-2-16,2 0 2 15,-3 0-4-15,3 0 1 16,-2 1-3-16,0 2 0 16,0 3 0-16,2-1 0 0,2 1 0 15,-3 0 0-15,1 2 0 16,-1-1 0-16,1-1 0 16,-2 0 0-16,1-1 0 15,-1 1-2-15,-2-1 2 16,4 0 2-16,-3-1-2 0,3 0 0 15,-4 2 0-15,4 0 0 16,-3 1 0-16,-1 0 0 16,1 4 0-16,-3-2 0 15,1-1-2-15,0 2 2 16,1-1-1-16,1 0 1 16,1 0 0-16,-1-3 0 0,2 1 0 15,0-1 0-15,1 0 0 16,1 1 0-16,-2 1 0 15,0-1-1-15,0 2 2 16,1-1-1-16,1 1-1 16,-3 1 2-16,1 1-1 0,3-2-1 15,-3 2 2-15,1 0-1 16,1 1 0-16,0-1 0 16,0 2 0-16,0-2 0 15,0 2 0-15,1-2 0 16,0-1 0-16,0-1 0 0,0 1 0 15,0-2 1-15,0 1-1 16,1-1 0-16,0 0 2 16,-2 0-2-16,3-1 1 15,-1 3 0-15,2-3-1 0,0 1 1 16,0 1 2-16,0 0-2 16,0 2 0-1,0 0 0-15,0 1 0 0,-2 0 0 16,1 1 0-16,0-1 0 15,1-1 0-15,0-1-1 16,0 1 1-16,0-1-1 16,0 0 0-16,0-1 2 0,0-2-1 15,0 1 0-15,0 0 5 16,2 0 0-16,0-1-1 16,1 0-3-16,3 0-1 15,-4 2-1-15,1 0 1 16,0-3-1-16,2 3 1 0,-2-2-1 15,1 0-3-15,0 0 4 16,2 0-1-16,-1 1 0 16,1-2 0-16,0-1 4 15,1 3-1-15,2-1-2 0,0-1 0 16,1 1 0-16,0 0-1 16,-1-1 0-16,0 0 1 15,2-1-1-15,-3 2 0 16,-1-2 0-16,1-1 1 15,1 0-1-15,-1-1 1 16,-1 3 1-16,1-1 1 0,2 1-2 16,-1 1 0-16,1 0-1 15,0 1 0-15,-1-1 1 16,1 1-1-16,0-2 0 16,-1-1 0-16,0 0 0 15,-1-1 1-15,2 0-1 0,-1 0 0 16,1 2 0-16,2-1 0 15,-2 0 1-15,2 2-1 16,2-2-1-16,0 0 2 16,0-1-1-16,0-1 0 15,2-1 1-15,1 0-1 0,-1-1 3 16,-1 0-2-16,1 0 1 16,0 1-1-16,0-2 0 15,0 1-1-15,3-1 0 16,-4 0 2-16,1 0-3 0,1 0 2 15,0 0-1 1,1 0 1-16,-2 0-1 0,2-5 1 16,1-1-1-16,0 0 0 15,0-1 0-15,-1 1 1 16,0-1-1-16,0 0 0 16,0 0 0-16,-2 1 1 0,0-1 1 15,2 0 1-15,1 0-2 16,0-2-1-16,1 0 0 15,-2 0 0-15,0-1 0 16,1 0 1-16,-3-4-2 16,0 5 1-16,0-3 1 0,0 0-1 15,3-2 0-15,-3 1 0 16,-1 1 0-16,-2-1 0 16,1-2 0-16,-1 1 1 15,-3 0-1-15,-1-3 1 16,-1 3-1-16,-3-2 3 15,0-2 1-15,1-1 2 0,-4-1-1 16,0 0 1-16,-1-2-2 16,1-1-2-16,-2 0-1 15,0 1 0-15,0 0 1 16,0 0-2-16,0 0 3 0,0 1-3 16,-2 0 1-16,-2 0 0 15,1 1-1-15,-3 1 0 16,0-1 1-16,-2 2-1 15,-1-2 1-15,-2 3-1 16,0 0 1-16,-1 1-1 0,-2 1 1 16,0 2-1-16,0 0 1 15,1 2 2-15,-1-1 1 16,1 4-1-16,2 0-1 16,1-3-1-16,-1 6 0 15,3 0-1-15,0 2-1 0,-2 2-2 16,0 1 0-16,1 0-7 15,-2 4-16-15,-2 5-12 16,-1-1-36-16,-1-4-79 16</inkml:trace>
  <inkml:trace contextRef="#ctx0" brushRef="#br0" timeOffset="-158775.83">21137 14218 16 0,'9'0'20'0,"-2"0"-2"0,2-5 5 0,2-3-3 16,0-2-8-16,1 1-4 16,5-5-3-16,-2 0-3 15,1 1 1-15,0-4-1 16,2 0 3-16,2-1 5 15,0-1 0-15,0-2 2 0,1 1-1 16,0 0-1-16,0-2 1 16,-1 0-5-16,-2 4-1 15,2-1-2-15,-1 2-2 16,-4 6-1-16,1 2 0 16,-3 5-1-16,-3 3-12 0,-2-1-48 15,-2 2-54-15</inkml:trace>
  <inkml:trace contextRef="#ctx0" brushRef="#br0" timeOffset="-157655.39">22409 13837 26 0,'0'0'20'0,"0"0"-6"0,0 0 10 16,0 0-8-16,0 0 4 0,-44-24-1 15,36 21-1-15,-2 0-2 16,-1 3-12-16,3 0-2 16,-5 0-2-16,-1 0 0 15,1 0 0-15,-1 2-1 16,-3 3 1-16,-1 0 0 0,1 2-1 16,0 0 1-16,-2 0-1 15,-1 0 1-15,0 3 2 16,0 1 2-16,-2 1-2 15,0 3-1-15,-4 2 0 16,2 1 0-16,-3 3 1 0,1 0-1 16,-2 2 0-16,2-2-1 15,2 2 2-15,-1-1 1 16,2 1 1-16,4 1-2 16,4 1 0-16,1 0-1 15,3 4-1-15,5 0 1 0,2 1-1 16,3 1 2-16,1-1 0 15,0 3-3-15,6-2 1 16,2 2 0-16,3 2 1 16,3-1-1-16,1 3 1 15,2 0 0-15,3 0 1 0,1 3 1 16,2-2 1-16,3-4-1 16,1-1 1-16,-1-4 0 15,0-4 2-15,4-4-3 16,0-1 0-16,0-3 2 15,3-1-2-15,1-5-2 0,1 1 0 16,3-5-1-16,-1-2 2 16,1-3-2-16,-2-2 1 15,2 0 0-15,0-6 0 16,-2-4-1-16,2-3 3 16,0-2-1-16,5-4-2 0,-4 1 0 15,1-5 1-15,-3-1-1 16,-3 0 1-16,-3-5-1 15,-4 0 1-15,-3-3 0 16,0-4-1-16,-5 1 1 16,-2-3 0-16,-1-2-1 15,-3-1 1-15,-2-2-1 0,-2 0 0 16,-6 0 0-16,1 0 1 16,-3 1 1-16,-1 3 2 15,0 1-1-15,0 4 4 16,-7 1-3-16,-2 5-3 15,-4 0 1-15,-1 3 0 0,-2 3-1 16,1 3 0-16,-2 3-1 16,2 2-1-16,-2 7 1 15,1 3-1-15,1 4-3 16,2 0-6-16,-1 1-22 16,3 8-14-16,2-1-31 15,0-3-27-15</inkml:trace>
  <inkml:trace contextRef="#ctx0" brushRef="#br0" timeOffset="-157152.67">22876 13836 7 0,'0'0'14'0,"0"0"-11"0,0 0 12 0,0 0 0 16,0 0 0-16,0 0 2 16,0 0 1-16,0 0-2 15,0 0-3-15,0 0-4 16,37 7-1-16,-30-9 0 15,1-3 1-15,1-4 0 16,3 1-2-16,2-2-2 0,2-2 2 16,5-2-3-16,1-1-1 15,2-2-1-15,3-1-1 16,-1 1 0-16,-1 1 2 16,-1-2 1-16,0 1 4 15,-1 2 0-15,-2-1-1 16,1 3-4-16,-4 2-1 0,-1 1-1 15,-5 3 0-15,0 1-1 16,-2 3 1-16,-5 2-1 16,1 0 0-16,-1 1 0 15,1 0 0-15,-1 0-1 16,-2 0 1-16,1 1-1 0,2 3-4 16,-4 2-16-16,0 1-21 15,-1-6-21-15</inkml:trace>
  <inkml:trace contextRef="#ctx0" brushRef="#br0" timeOffset="-154303.49">17121 14127 29 0,'-4'0'11'0,"1"0"5"0,-2 0-6 0,1 0 2 16,1-1 6-16,1-1 2 16,0-1-4-16,-2 0-1 15,3 3-1-15,-1-3-3 16,1 2-1-16,0 1-6 16,1-1-3-16,0 1 0 0,0-2-1 15,0 2-1-15,0 0-3 16,0 0 5-16,0 0-3 15,0 0 0-15,0 0 0 16,0 0 1-16,3 0 0 16,1 0 0-16,2 3 1 15,-1-1-1-15,2 0 0 0,-2 1 2 16,3 0-1-16,-3-1 0 16,2 0 1-16,-3 0-2 15,1 2 0-15,-1-1 1 16,0 0 0-16,-2-2 0 15,1 3 1-15,-1 1-1 0,3-2 1 16,-3 2 0-16,1 1 0 16,1 0 0-16,2-1-1 15,-2 2 0-15,1 0 1 16,2-1-1-16,-4 1-1 16,0 0 0-16,0 0 0 15,1 2 1-15,-4-2 0 0,3 2 1 16,-1 2 0-16,-1 0-1 15,1 1 1-15,1 0 0 16,-1 1 1-16,-1 1-2 16,3 1 0-16,-2 0 0 0,-1 2-2 15,0-3 4-15,2 0-5 16,-3 2 4-16,0-1-1 16,0 1 0-16,0 0 0 15,0 1 3-15,0 3-2 16,0-1 0-16,0 0 0 15,-5 1 1-15,1 1-1 0,-1-2-1 16,-1 3 0-16,1 0-1 16,-3-1 2-16,1 3 1 15,-4 1 2-15,-2 0-1 16,-2 1-11-16,-6-6-44 0</inkml:trace>
  <inkml:trace contextRef="#ctx0" brushRef="#br0" timeOffset="-153178.8">15760 14471 42 0,'0'0'3'0,"0"0"-2"0,0 0 0 15,0 0 6-15,0 0 10 16,0 0-6-16,0 0 1 16,-7-42-3-16,1 37 2 15,3 0-1-15,1 1-1 16,-1 0-7-16,-1 1-1 0,0 0-1 16,1 3 2-16,1-1 1 15,-4 1 0-15,2 0-1 16,1 0 2-16,0 0-1 15,-4 0-1-15,3 3 1 16,0 1 0-16,-5 0 1 0,4 1-2 16,-4 0 2-16,-1 2 0 15,0 2-2-15,1-2-1 16,-4 6 1-16,1-1-3 16,2 1 2-16,1 1-2 0,-1 0 1 15,2 2 1-15,3 0 1 16,1 1-2-16,-1 0 0 15,1 1 0-15,1 0-2 16,1 2 2-16,0-1 0 16,0 2 0-16,1 1 2 15,0-1-2-15,1 2 0 0,0-2 0 16,0-1 0-16,0 1 0 16,0-2 1-16,0-1-2 15,0 2 1-15,0-3 0 16,4 0 0-16,2 2 0 15,-1-1 1-15,2 2 0 16,2-1 0-16,1 3 0 0,3 0 1 16,-1 0-1-16,3-2 1 15,-2 0-1-15,0-3 0 16,-2-1-1-16,0-1 0 16,-2-3 0-16,0-1 2 0,0-1-1 15,0-2 1-15,2 2-2 16,-2 0 1-16,1-3-1 15,1 1 2-15,0 0-2 16,2-1 1-16,0 0 0 0,0-1-2 16,-1-2 3-16,-2-1 0 15,2-1 2-15,-3-1-1 16,0-1 7-16,-1 0 1 16,2 0-4-16,-1 0-1 15,-4 0-3-15,1 0-1 16,1 0-1-16,-4 0 0 15,1 0-1-15,0 0 1 0,-2 0-1 16,1 0 0-16,1 0 1 16,2 0 0-16,2 2-1 15,3 0 1-15,-1 1-6 16,0-2-57-16,-1-1-120 16</inkml:trace>
  <inkml:trace contextRef="#ctx0" brushRef="#br0" timeOffset="-152150.9">16841 14993 34 0,'-2'0'19'0,"0"-2"10"0,-2 0-9 0,2 1 0 15,-1-1 2-15,3-1-8 16,-3 2-7-16,1-1-1 16,2 2-2-16,0-1 0 0,0-2 1 15,0 3-4-15,0 0-1 16,0 0-1-16,0 0 3 16,0-1-2-16,0-1-1 15,6-2-1-15,2 1 3 16,1-1 1-16,4-3-1 0,1 0 0 15,6 0 0-15,-3-2 0 16,4-2-1-16,0 2 1 16,4-2-1-16,-2 0 0 15,2-1 0-15,2 0 0 16,0 1 0-16,-1 0 1 0,-2 1-1 16,1-1 0-16,-2 2 0 15,0-1 0-15,-4 1 1 16,1 0 1-16,-5 2-2 15,-1 0 1-15,-3 1 2 16,-5 3 1-16,0-1 5 0,-4 3 4 16,0 0 2-16,-2 1-1 15,0 0-10-15,0 0-3 16,1 0-3-16,-1 0-6 16,1 1-10-16,-1 1-26 15,0-2-48-15</inkml:trace>
  <inkml:trace contextRef="#ctx0" brushRef="#br0" timeOffset="-151101.45">17250 16855 33 0,'0'-10'1'0,"0"0"2"0,0 0 9 0,-3 2 5 0,-1-1 5 15,0 2-1-15,-2 0-2 16,1 3-2-16,0-3 0 16,-1 1-1-16,3 3-7 0,1-1-4 15,0 2-1-15,2-2-2 16,-2 3-2-16,1-1 2 16,0 2-1-16,1 0 3 15,0 0 3-15,0 2-10 0,0 9 3 16,0 6 3-16,0 3 1 15,0 7 3-15,4 0-7 16,1 4 2-16,1 2-1 16,1-3-1-16,2 1 2 15,-4-4-1-15,3-3 1 16,-3-2-1-16,0-1 1 0,-1-4-1 16,-2 0 0-16,0-2-1 15,-1-2 2-15,-1 0-1 16,1-2 0-16,0-1-1 15,-1 0 2-15,0 2-4 16,0-2-37-16,0-2-115 0</inkml:trace>
  <inkml:trace contextRef="#ctx0" brushRef="#br0" timeOffset="-150909.45">17172 17206 120 0,'0'0'3'0,"0"0"-2"16,0 0-1-16,0 0 0 16,0 0 0-16,0 0 0 15,0 0 0-15,38-16 0 0,-23 16 1 16,2 0-1-16,5 0 1 16,-4-3-1-16,2-4-22 15</inkml:trace>
  <inkml:trace contextRef="#ctx0" brushRef="#br0" timeOffset="-150751.74">17389 17077 187 0,'0'0'6'16,"0"0"0"-16,-43 48-6 0,34-21 0 15,-1 4-22-15,6 3-25 16,0 1-1-16,4 4-24 15</inkml:trace>
  <inkml:trace contextRef="#ctx0" brushRef="#br0" timeOffset="-150382.41">17385 17666 165 0,'0'0'9'16,"0"0"-7"-16,0 0-10 16,0 0 8-16,0 0 2 0,8 45-4 15,1-26 5-15,0 4-2 16,3-2 0-16,0 3 0 16,2 2 0-16,0 1 0 15,0-2 0-15,-1 2-1 16,-1-3-27-16,-2-2-33 0</inkml:trace>
  <inkml:trace contextRef="#ctx0" brushRef="#br0" timeOffset="-149571.36">17436 17710 100 0,'0'0'4'0,"0"0"0"15,0 0-2-15,13-37-1 0,-6 30 0 16,-3-1-1-16,1 3 0 15,1 0 1-15,1 2 0 16,2 0 6-16,-2 1 4 16,2 2-4-16,2 0-2 15,0 0-5-15,3 0 1 0,-5 5 0 16,2 5-1-16,2 1 0 16,-2 3-1-16,-2 3 1 15,1 2 2-15,1 1 1 16,-1 0-2-16,0-3 0 15,-1 1 1-15,1-3-2 16,-2-3 1-16,-1-3-1 0,-2-1 2 16,0-5-2-16,-1 1 1 15,-4-2 0-15,1-1-1 16,-1-1 3-16,0 0 21 16,0 0-1-16,0 0-19 0,0 0-3 15,-1-4 1-15,-1-3-2 16,-3-1 1-16,2-1-1 15,1-2 0-15,0-1 0 16,2-2 1-16,0-1-1 16,0-2 0-16,0-1-1 15,0-1 1-15,4-2 1 16,2 0-1-16,-1 1 0 0,0 0 0 16,1 3 0-16,-2 0 0 15,0 4 0-15,1-1 0 16,-2 4 1-16,1-1-2 15,2 2 2-15,0 2-2 16,0 3 1-16,-1 1-1 0,1 3 1 16,0 0-2-16,0 0 0 15,0 11 0-15,1 2-1 16,1 3 5-16,2 1-3 16,-1 4 1-16,1-1 0 0,0 0 0 15,-3 1 0-15,3 1 2 16,-3-1-1-16,1 0 1 15,2 1-1-15,-3-1-1 16,3 2 1-16,0-2-1 0,-3-1 0 16,1-3-7-16,-3-3-69 15,4-5 26-15</inkml:trace>
  <inkml:trace contextRef="#ctx0" brushRef="#br0" timeOffset="-149301.21">17996 17649 78 0,'0'0'4'0,"0"0"3"0,0 0 16 0,0 0 28 0,0 0-4 0,0 0-33 16,0 0-10-16,0 0-1 15,0 0 5-15,0 0-4 16,15 37-2-16,-9-21 1 16,1-2-2-16,0-1 0 0,1-2-1 15,-3-1-1-15,3-2-14 16,-5-7-29-16,2-1-25 16</inkml:trace>
  <inkml:trace contextRef="#ctx0" brushRef="#br0" timeOffset="-149159.43">17983 17578 161 0,'0'0'-14'0,"0"0"21"16,-10-38-7-16,10 22-10 16,0 3-20-16,4-1-46 15</inkml:trace>
  <inkml:trace contextRef="#ctx0" brushRef="#br0" timeOffset="-148641.53">18195 17669 20 0,'0'0'64'0,"0"0"-40"16,0 0 4-16,0 0-3 16,0 0-3-16,0 0-7 0,-37-14 1 15,31 5-7 1,3-1-4-16,3 2-1 0,0-3-2 16,0 2-2-16,0-1 1 15,3 0-1-15,5 1 0 16,-2 3 0-16,3 1 0 15,-1 4 0-15,2 1-1 0,0 0 2 16,3 0-1-16,-4 5-1 16,1 4-1-16,2 4 2 15,-3 2 2-15,0 0-1 16,-2 1 0-16,0 0 0 0,-3-3 0 16,-1-3 0-16,-1-3-1 15,-1 0 1-15,-1-3-2 16,0-4 5-16,0 0 9 15,0 0 10-15,0 0-3 16,-4-2-3-16,0-5-3 16,0 1-9-16,-1 0-2 0,2 0-2 15,1-1 1-15,2 3-1 16,0 1 1-16,0 3-2 16,5 0-2-16,6 0 0 15,-1 3-7-15,0 4-44 16,1-1-83-16</inkml:trace>
  <inkml:trace contextRef="#ctx0" brushRef="#br0" timeOffset="-146654.08">15854 14337 25 0,'0'0'28'0,"0"0"-8"0,0 0-7 0,0 0-5 16,0 0-3-16,-40 17-3 15,32-10-1-15,-2 0 0 16,-1 2-1-16,0 1 1 0,1 0-2 16,-1 1 2-16,-1 0-1 15,0 2 5-15,2-1-2 16,1 2-1-16,-1 0-1 16,2 0-1-16,1 1 0 15,0 0 1-15,2 0-1 0,2 0 0 16,-1 0 0-16,2 1 0 15,1 1 0-15,0 2 0 16,1-1 0-16,0 3 0 16,0-1 1-16,0 3-1 15,0-2 0-15,0 1 0 0,1-1 0 16,2 0 0-16,-1-1 0 16,2-2 0-16,-1 0 0 15,0 0 0-15,2-2 0 16,0 1 0-16,2-2 0 15,-1 2 0-15,5 1 0 0,-3-1 0 16,2 0 0-16,-1 1 0 16,3 2 2-16,-3 0-2 15,1-2 0-15,2 1 0 16,-1-1 0-16,0-1 0 16,-1 0 0-16,1-2 0 0,1-1 0 15,0-2 0-15,-1 3 1 16,-1-3-2-16,3 1 1 15,-2-1 1-15,2 0-1 16,-2-2 0-16,0 2 0 16,-1-2-1-16,3 1 2 0,1-1-1 15,-2 1 2-15,2-1-1 16,-1 1 0-16,0 0-1 16,1-2 1-16,0 0-1 15,-1-2-4-15,-1-3 7 16,2-1 1-16,0 0 0 15,-1-2-1-15,2-1-1 0,1 0 0 16,1 2-1-16,0-1 0 16,-1 1-2-16,0-1 2 15,1 0-1-15,-2 0 1 16,2 0-1-16,-1 0 2 16,-1-1-4-16,1 0 2 0,-2 0 0 15,2 0 2-15,0 0-2 16,3 0 0-16,-2 0 0 15,0-5 0-15,-1-1 0 16,0 0 2-16,0-1 1 0,-2 3 6 16,1-2 5-16,-1 0-1 15,1 1-2-15,2-1-7 16,4 0-3-16,2-1 0 16,3-1 0-16,0-3-6 15,1-5-90-15</inkml:trace>
  <inkml:trace contextRef="#ctx0" brushRef="#br0" timeOffset="-141867.27">16198 10360 35 0,'0'0'11'0,"0"-4"7"0,-2 1 12 16,1 2-5-16,-1-1-6 16,0 2-8-16,-2-1-8 15,3 1 4-15,0 0-1 0,0-1 0 16,1 1-2-16,0 0-2 15,0 0-2-15,0 0-1 16,0 0 0-16,0 0 0 16,3 5 0-16,1 2 0 15,0 0 0-15,-2 1-4 16,1 0 5-16,1 2-1 0,0 0 1 16,-2 0 0-16,3 1 0 15,0 0 0-15,-2 1 0 16,3 2 1-16,0 0-1 15,-1 0 0-15,2 2 0 0,-1 0 0 16,1-1-1-16,-3-2 1 16,0 2 0-16,2-3 0 15,-1 1 0-15,-1-1 0 16,2 0 0-16,-3-1 0 16,1-1 0-16,2 2 0 0,-2-4 0 15,1 1 0-15,0-1 0 16,0 1 0-16,3-2 0 15,-2 4 1-15,0-1-1 16,0 0 0-16,-2 2 1 16,1 0-1-16,-1 0 1 15,-2-1-1-15,2 2-1 0,0-2-1 16,-2 1 2-16,1-1 0 16,0 0 0-16,4 1 0 15,-4-1 1-15,6 1 0 16,-4 0-1-16,3 1 1 15,-1 0-1-15,1-1 2 0,-1 1-2 16,0 1 1-16,0-2-1 16,1 2 0-16,-2-1 0 15,2 0 0-15,-1-1 0 16,1 1-1-16,0 0 1 16,-1 1 0-16,1-1 0 0,-3 1 0 15,1 0 0-15,1 2 0 16,-1-2 1-16,1 2-1 15,-2-1 0-15,1-2 0 16,0 2 0-16,0-1 0 16,0 0 0-16,-2-3-1 15,1 4 1-15,1-3-2 0,-1 1 2 16,2 1-1-16,-2-1 1 16,1 1 1-16,0 1 1 15,2 0-2-15,-3 1 0 16,-1-1-2-16,2 2 0 0,-2-4 6 15,-1 3-7-15,2-2 7 16,-1-3-4-16,-1 2 1 16,3-3-1-16,-2 3 1 15,-1-2-2-15,3 0 2 16,0 1-1-16,-2-1 0 16,2-1 0-16,-2 0 0 0,0 3 1 15,3-4-1-15,-2 3 0 16,2-1 0-16,-2 0 1 15,3 0-2-15,-3-1 2 16,2 1-1-16,-1 0 0 16,0 0 0-16,1 0 0 0,-2 0 1 15,4 2-1-15,-4-2 0 16,3 2 0-16,-3 0 0 16,2-2 0-16,-1 2 1 15,3 0-1-15,-3-2 1 16,1-1-1-16,1 2 0 0,0-1 0 15,-1 0 1-15,-1-1-2 16,2 0 2-16,1 3-2 16,-1-2 2-16,-1 1-1 15,4 0 0-15,-2 0 1 16,0 3-1-16,1 0 0 0,0 0 2 16,-1 1-2-16,1 1 0 15,0-3 0-15,1 2 0 16,-1-2 1-16,1-1-1 15,0-1 0-15,2 1 0 16,-2-3-1-16,3 0 1 0,-1 0 1 16,0 1 0-16,1-2 0 15,-1 2 0-15,1-1-2 16,-3-1 2-16,3 2-1 16,-3-4 0-16,0 2 0 15,0-2 0-15,-4 1 0 0,2-1 1 16,-1 1-1-16,-1 1-1 15,-1-4 1-15,0-1 1 16,-1 2-1-16,0-5 0 16,0 2 0-16,-1 1 0 15,1-1 0-15,-1 0 1 0,0 0-1 16,1 1 0-16,-1 3 1 16,2-2-1-16,-2 2-1 15,0 0 2-15,-1 0 0 16,3 1-1-16,-4-2 0 15,1 0 0-15,-1-1-1 0,2 1 2 16,1-2-1-16,-3 2 1 16,1 0-1-16,1-1 1 15,2-1-1-15,-3 1 1 16,2 2-1-16,1-3 2 16,-2 3-2-16,1-1 0 15,1 0 0-15,-2 2 0 0,3-1 0 16,0 2 0-16,0-1 0 15,1 2-2-15,0-1 4 16,1-1-1-16,-2-1-1 16,1-1 2-16,-1 0-4 0,2-2 2 15,-2 0 0-15,1 0 2 16,-2-1-2-16,2 0 1 16,1 0 1-16,-4 0-1 15,3 1-1-15,-1 0 1 16,-1-1 0-16,1 2-1 15,-2-3 1-15,1 0-2 16,-1-2-1-16,0 0 3 0,-1 0 4 16,1 0 0-16,1 0 0 15,-1 0-1-15,-1 0-2 16,3-3 1-16,-2 1-2 16,3-2-1-16,-4 1 1 0,1-1 1 15,3 0-2-15,-1 1 0 16,-1 0 0-16,0 0 0 15,3 0 1-15,-5-1-1 16,3-1 0-16,-1 2 0 0,1-2 0 16,1 1 2-1,1-3-2-15,-1 3 0 0,3-2 0 16,-2 2 0-16,2-1 0 16,-4 0 0-16,4-1 0 15,-2 1-2-15,0 0 4 0,1-2-2 16,0 0 0-1,-2 1 1-15,2 1-1 0,0-1 0 16,0-1 0-16,1 0 0 16,0 0 1-16,1 1-1 15,0 0 0-15,0-1 0 16,-1 0 0-16,1-1 1 16,-3-1-3-16,1 2 4 0,0-2 1 15,-1 0 5-15,-1 0-2 16,1-1-1-16,-1-1 0 15,0-1-4-15,-1 0 2 16,2-1-2-16,-2-3 1 0,2 2-1 16,-1-3 1-16,2 1 2 15,-2 0 1-15,1 0 1 16,1-1-1-16,-2 0-2 16,0 1-1-16,0-2 0 15,3 2-1-15,-4-2-1 0,2 0 0 16,2 0 0-16,-3 0 1 15,2 2-1-15,1 0 0 16,-4-2 0-16,3 3 0 16,-1 1 1-16,0-1-1 15,0-1 0-15,0 2 0 16,0-2 0-16,0 1 0 0,0-1 0 16,-1-2 0-16,1 2 0 15,1-4 0-15,-1 1 0 16,3 1 0-16,-1-3 0 15,3 1 0-15,-1 0 0 16,-1-1 1-16,2 0-1 16,-3 2-1-16,3-1 2 0,-5 2-1 15,3-1-1-15,0 1 2 16,-1-1-1-16,3 2 0 16,-3 0 0-16,-2-3 0 0,4 0 0 15,-3 1 0-15,2-1 0 16,0-1 0-16,1-1 1 15,-1 1-2-15,1-2 2 16,2 0-1-16,1 2 1 16,0-2 0-16,0 0-1 0,2 1 1 15,1-2 0-15,0 1-1 16,3-4 0-16,-4 3 0 16,2-6 0-16,0 3 0 15,2-3 1-15,0 0 0 16,1-1-1-16,1-1 1 15,-3 0-1-15,3 5 0 0,-4-3 2 16,2 3-2-16,-1-2 0 16,2 1 0-16,0 0 1 15,-2 0 0-15,1-1 2 16,-4-2-1-16,2 1-1 16,-1-1 0-16,-2 1 1 15,0 2-2-15,1-1 1 0,-2-2-1 16,2 4 0-16,2-1 0 15,-3-1 3-15,0 4-3 16,-1 1 0-16,-3 2 0 16,-2 2 0-16,-2 3 0 0,-4 5 0 15,-1 0 0-15,0 1 2 16,-1 1-2-16,-1 1 0 16,0 2 1-16,-2-1 0 15,2 2-1-15,0-2 1 16,-1 3-1-16,-1 0 0 15,2 0 0-15,-2 1 0 0,0-2 1 16,2 1-1-16,-2-1 0 16,0 0 0-16,1 1 0 15,0-2 0-15,-1 2-1 16,0-2 1-16,0 0 0 16,0 0 0-16,0-3 1 0,0 0-1 15,1 2 0-15,0-2 0 16,1 1 0-16,-1 1 0 15,0 1 0-15,0 1-1 16,1 0 0-16,-2 3 1 16,0 0 0-16,0 1-1 0,0-1-1 15,0 1 1-15,0 1-2 16,0 1 2-16,0-1-1 16,0 1 3-16,0-2 0 15,0 2-2-15,0 0 1 16,0 0-3-16,0 0-2 0,0 0 1 15,0 0 2-15,0 0-3 16,0 0 2-16,0 0-2 16,0 3 4-16,0 3 1 15,-3-2 1-15,2 2-1 0,-1 1 3 16,-1 1-3 0,1 1-2-16,-3 2 2 0,-1-1 0 15,1 3-2-15,-2 1-3 16,1 0 3-16,-3-1 2 15,4 4-2-15,-3 0 0 16,-1-3 1-16,2 5 0 16,-2-1 1-16,2 2-2 0,-3 0 2 15,0 1-2-15,3 2 1 16,-4-3 0-16,0 4 0 16,2-3 0-16,-2 2 1 15,0 0 0-15,1 1-2 0,0 0-6 16,0-1 3-16,-2 3 1 15,1-1 4-15,-1-1-1 16,1 3 1-16,0-1 0 16,-1 1-2-16,-1-2-3 15,-1-1-4-15,1 0 0 0,-3-2 3 16,3 0 5-16,1-2 0 16,-2 1 0-16,2 0 2 15,-1-3-1-15,1 2 0 16,-3 0 0-16,2 0 0 15,-1 1 1-15,-1 0-1 16,2 2 0-16,-3-1 0 0,3 0-1 16,-1-1 1-16,1-1 0 15,1 2 1-15,0-4-1 16,2 2 0-16,-4-2-1 16,3 0 1-16,-2 1 0 15,1-2 0-15,0 2 1 0,-2 1-2 16,1 0 2-16,-2 1-1 15,1 0 1-15,-3 2 0 16,2-2-1-16,-1 3 0 16,-1-2 0-16,1 0 0 15,0 0 0-15,1 0 1 0,1-4-2 16,0 0 0-16,1 0 3 16,1-1-3-16,0-1 2 15,1 1-1-15,1-1 0 16,-1-1 0-16,1 2 1 15,-2-1 3-15,3 1 0 0,-2 0 0 16,-1-1-1-16,2 1-1 16,-1-1 1-16,-1-1-1 15,1 4-1-15,-3-2 0 16,-1 0-1-16,2 1 1 16,-5 1-1-16,2-3 1 15,1 2-1-15,-1-3 0 0,2 2 0 16,2-4 0-16,-2 2 0 15,3-3 1-15,1 1-1 16,1-2 0-16,0 0 0 16,1 0 0-16,0 1 0 15,2-2 0-15,-3 3 0 0,1 0 0 16,0 0 0-16,0 1 1 16,1 0-1-16,-3 0 0 15,0 2 0-15,1-3 1 16,0 0-2-16,0 2 2 15,2-4-1-15,-3 1 0 0,0 1 0 16,1 1 1-16,-2-2-2 16,-2 1 1-16,2 2 1 15,-1-1-2-15,-2-3 2 16,1 3-1-16,-2-1 0 0,0-2-1 16,-1 1 0-16,2 0 0 15,-2 1-1-15,1-3 0 16,1 2-6-16,-3-1-6 15,-2 0-56-15</inkml:trace>
  <inkml:trace contextRef="#ctx0" brushRef="#br0" timeOffset="-140695.75">16127 10331 41 0,'-1'-3'12'0,"-1"0"8"0,2 1-5 0,-2-2-4 16,2 4-7-16,0-1-3 16,-3-1 3-16,1 2 3 15,1 0 5-15,0 0 0 16,-1-1-4-16,1 1-2 0,-1 0-1 16,0 0-4-16,-2 0 0 15,2 0-2-15,-1 0 2 16,-1 1-1-16,-2 2 0 15,0 3 0-15,0-2 0 16,1 0 1-16,1 1-2 0,-4-1 2 16,4-3-1-16,0 2 0 15,-1 0 1-15,2-2-1 16,0-1 0-16,3 1 0 16,-2 0 0-16,0-1 0 15,0 1 0-15,2-1 0 16,-1 0 0-16,1 0 0 0,0 0 0 15,0 2-2-15,0-1 2 16,0 3-1-16,0-2 1 16,0 2 0-16,5 0 0 15,-1 0-1-15,-1 1 1 16,1-1 0-16,0 2 0 0,0-2 0 16,-2 3-1-16,2 0 1 15,0-1 0-15,-2 4 0 16,1-3 0-16,1 3 0 15,0 0-2-15,1 1 4 16,1 0-2-16,1 1 1 0,2 0-1 16,-2 0 1-16,2 1-1 15,-2-5-39-15</inkml:trace>
  <inkml:trace contextRef="#ctx0" brushRef="#br0" timeOffset="-139181.5">16130 10410 70 0,'0'0'9'0,"0"0"1"0,0 0-8 0,0 0-2 16,0 0 0-16,0 0 0 0,0 0 0 15,0 0 0-15,0 0 1 16,18 41-1-16,-10-29 0 15,0 0 0-15,-1 0 0 16,4 0 0-16,-2 1 0 16,-1 0 0-16,2 1 0 0,1 2-1 15,0 1 2-15,-4 0-1 16,4 2 0-16,-4-1 0 16,1 0 0-16,-3 1 0 15,2-2 0-15,-1 1-1 16,1-1 1-16,-2-1 1 0,3 2-2 15,-1-2 2-15,2 0-1 16,-2 2 0-16,3-2 0 16,-2 1 2-16,0 1-4 15,1 1 4-15,1-1-2 16,-1 1 1-16,1-1-1 16,2 2 0-16,-3-3 0 0,-2 3 0 15,4-3 0-15,-5-1 0 16,3-1 0-16,-2 0 1 15,3-1 0-15,0 1-1 16,-1-2 2-16,1 1-2 0,0 1 0 16,1 0 1-16,-3 2-2 15,2 0 2-15,1 0-1 16,-2 1 0-16,1 1 0 16,0 2 0-16,1-2 0 15,1 2 0-15,1-2 0 0,-1 2 1 16,0-1-1-16,0 1 0 15,2-2 0-15,-1-1 0 16,-1 3 0-16,0-3 0 16,-1 1 1-16,1 1-1 0,-1-1 0 15,-1 2 1-15,0 0-1 16,-1 3 1-16,-2-2 1 16,2 0 0-16,-3 0-1 15,3-1 0-15,-4 0-1 16,4-2 1-16,-2-1 1 15,2-1 0-15,1 2 2 0,-1-5-2 16,1 3-1-16,1-1 0 16,2-1 0-1,-2 2 0-15,3 0-1 0,-1 0 0 16,1 0 1-16,-1-1 0 16,-2 1 0-16,2 0-1 15,-1 0 0-15,2 0 1 0,-1 0-1 16,-2 0 0-16,2-1 3 15,0 0-1-15,-1-1 1 16,1-2-2-16,0 0 1 16,1 2 0-16,-1-3 0 0,3 2 0 15,-3-3-2-15,1 4 1 16,1-3 0-16,-1-2 0 16,-3 0 0-16,0 0 0 15,1 1 3-15,-1-5 1 16,-1 3-4-16,2 1 0 0,-3-2 2 15,0 2-1-15,2-1-1 16,-2-1 1-16,0-1 0 16,2 3 0-16,0 0-1 15,-1 3 0-15,1-2-1 16,-1 3-2-16,-1 1 3 16,-1-1-1-16,0-3 0 15,-3 2 1-15,3-2-1 0,-4-2 0 16,2 1 1-16,0-2-1 15,-3 1-2-15,2-2 4 16,0-4 1-16,0 1 0 16,4-4-2-16,-4 0-2 15,5 0-8-15,-1 0-15 0,-1 0-27 16,2-5-39-16</inkml:trace>
  <inkml:trace contextRef="#ctx0" brushRef="#br0" timeOffset="-136363.72">15219 14848 38 0,'1'0'11'0,"0"0"15"0,-1-4-2 16,0 0-2-16,0-2 4 0,0-1 1 15,-1 1-11-15,-3 1 8 16,2 0-7-16,-4 1-8 15,3 1-5-15,1 3-3 16,-2 0-2-16,-1 0-1 16,2 0 1-16,-3 0 0 0,-1 9 1 15,-2-2 0-15,-2 4-1 16,-4-1 1-16,-3 4 0 16,-2 1 0-16,-5 1 0 15,-1 0 0-15,0 3 1 16,0-1-1-16,6-1 1 0,-1-2 0 15,4 0-1-15,4-6 0 16,6-2 1-16,1-2-1 16,3-2 0-16,3 0 0 15,0-1-4-15,3-1 2 16,7 2 0-16,1-3 1 16,3 0 1-16,3 0 0 15,0 0 0-15,2-6 0 0,3 2 0 16,1-1 1-16,2 1-1 15,-3 1 0-15,3 2 0 16,-1 1 0-16,-1 0 0 16,-2 0 0-16,0 1 0 15,-3 6 0-15,-3 1 0 0,-3 0 0 16,-4 4 0-16,0 1 0 16,-4 3-1-16,-3 3 1 15,-1 1-2-15,0 1 2 16,-2 3-1-16,-6 0 1 0,-6 1 1 15,1 0-1-15,0-1 0 16,-1-1 0-16,3 1-1 16,-1-4 2-16,6-2-1 15,3-2 2-15,3-3-1 16,0-5-1-16,7-3 0 16,9-5 1-16,7 0-1 0,6-9 1 15,9-8 1-15,9-4-2 16,11-5 0-16,6-2-10 15,-2-4-44-15,2-3-50 16</inkml:trace>
  <inkml:trace contextRef="#ctx0" brushRef="#br0" timeOffset="-128338.55">3489 6010 29 0,'0'0'21'0,"0"0"-20"0,0 0 0 0,0 0-3 15,0 0 6-15,0 0 0 16,0 0-5-16,0 0 4 16,0 0 0-16,0 0 6 15,0 0 2-15,0 6-10 16,2-6 1-16,1 1 0 16,-1 2-1-16,2 0-1 15,1 1 0-15,1 3 0 0,-1-1 1 16,-1-1-1-16,2 0 1 15,0 1-1-15,0-2 0 16,-1-1 1-16,1-1 1 16,0-2 1-16,2 0 1 0,1-4 21 15,0-10 4-15,5-2-4 16,3-8-12-16,3-3-5 16,3-4-3-16,2-2-1 15,-1 2 0-15,2-2-2 16,-1 2-1-16,-2 3 0 15,-6 5-1-15,1 3 0 0,-5 5 1 16,-3 9-2-16,-6 6-30 16,-4 0-69-16</inkml:trace>
  <inkml:trace contextRef="#ctx0" brushRef="#br0" timeOffset="-127955.58">3590 6007 28 0,'0'0'0'0,"0"0"0"0,0 0 1 16,0 0-1-16,0 0 7 15,0 0 5-15,-12 37-4 16,10-28-1-16,2-5-1 0,-2 0-3 16,2 0 0-16,0-2 1 15,0-2 19-15,0-2 33 16,2-10-2-16,8-7-45 15,7-9-5-15,8-8 5 16,8-6-4-16,10-9-1 16,13-9-3-16,12-8-1 0,2-13-52 15</inkml:trace>
  <inkml:trace contextRef="#ctx0" brushRef="#br0" timeOffset="-111598.46">15605 13952 75 0,'2'0'35'0,"-2"-4"-22"0,0 1 19 0,0-1-3 16,-2-1-10-16,-2 3-13 15,-6-2-2-15,1 3-3 16,1 1-3-16,-6 0 3 0,3 0-1 15,-4 0 1-15,-1 3 2 16,0 3 1-16,-1 1-7 16,-2-1 6-16,-3 2-2 15,0 2-1-15,-5 0 0 16,-2 1 0-16,0 0-3 0,-2 1 7 16,-2-2-3-16,-2 4 0 15,2 1-1-15,-6 1-1 16,0 2 0-16,1 0 0 15,0 3 1-15,-2 2 0 16,-1 0-1-16,-1 1 3 0,-3 2-2 16,3-2 0-16,-3 2 0 15,1-2 0-15,5-1 0 16,1 0 1-16,4-3-1 16,4 1 0-16,-1-2 0 15,4 1 0-15,2 0 0 0,0 3 0 16,1-1 0-16,4 5-1 15,-1 0 1-15,3 3 0 16,3 1 0-16,-1 2-1 16,3 1 1-16,2 0-3 15,1 0 3-15,2 0 2 16,1 2-4-16,3 1 2 0,-2 1-1 16,1 3 1-16,2 5 0 15,-4 2-1-15,3-1 2 16,-2 1-1-16,-1 0 0 15,4-1-1-15,-1-3-1 16,0 0 2-16,3-2 1 0,-1-1-2 16,1-2 1-16,0-1 1 15,-1-5-2-15,2 0 1 16,0-6 1-16,0 0-1 16,0-3-5-16,4 0 2 0,5-1 5 15,5 1-3-15,-1 0-2 16,6-1-1-16,4-3-2 15,2-2 2-15,1-3 1 16,6-4-3-16,-2-2 6 16,2-4 0-16,4-2-4 15,1-3 3-15,-1 0 2 0,2 0 0 16,4-7 3-16,3-1-2 16,3-1 0-16,1-1-1 15,2 1 1-15,1-2-2 16,4-2 1-16,0 2-1 15,0 0 0-15,3-2 0 16,3 0 0-16,0 0-1 0,1-1 1 16,2 0-2-16,2-2 2 15,0-1 2-15,1 0 0 16,3-1 3-16,2-1-5 16,-1-1 1-16,2-1 0 15,1 1-1-15,0-1 1 0,2 0 2 16,2 1 2-16,-5-2-1 15,4 1 0-15,-2 3 0 16,4-2-3-16,0-2 2 16,-3 1-3-16,1 0 2 15,3-3-1-15,1-1-1 0,-4 1 1 16,-3-1 1-16,-1 2-2 16,-2-1 0-16,-2 1 0 15,-6 2 1-15,-1-1 1 16,-4 1-2-16,-1 0 0 15,-5-2 0-15,-1 2 1 0,-1-2 0 16,-5 2-1-16,-1-3 0 16,-3-2 0-16,-5-1 1 15,-4 0-2-15,-4-7 1 16,-4-3 0-16,-3-4-2 0,-5-6-1 16,2-3 1-16,-6-5 0 15,-2-1-2-15,-3 0 3 16,-2-4 1-16,-2 2 1 15,-2 0 3-15,-2 1 4 16,0 2 0-16,-2 1 1 16,-6 2-6-16,1 0 6 0,-3 1-6 15,-2 1-2-15,-2 0 0 16,-2 2 0-16,-6 3 1 16,0 3 0-16,-5 5-1 15,-2-1 2-15,-4 4-2 16,1 1-1-16,-4 4 1 0,0 2-1 15,-1 4 1-15,-1 6-1 16,-2 4 1-16,-3 3-2 16,-2 6 1-16,-7 1 3 15,-1 3-4-15,-2 0 8 16,-2 4-6-16,-1 4 1 0,-5 3-5 16,1 3 6-16,-4 0-3 15,-2 5 0-15,-3-1 0 16,-1 1 1-16,-6 0-1 15,0 1 0-15,-1-1 0 0,-8 2 0 16,-3-1 0-16,-3 0 0 16,-1-2 0-16,-5-2 1 15,-3 0-1-15,-2-1 2 16,-1 1-2-16,-1 2 0 16,-4 2 0-16,0 6 1 15,-4 1-2-15,-2 4 1 0,0 2 1 16,-5 4-1-16,0 2 0 15,-4 6-1-15,-2 7-2 16,-4 3-33-16,-8-1-82 16</inkml:trace>
  <inkml:trace contextRef="#ctx0" brushRef="#br0" timeOffset="-72679.29">16133 10357 1 0,'0'0'13'0,"0"0"13"0,0 0-3 0,0 0-7 15,0 0 4-15,0 0-4 16,0 0 5-16,0 0 1 0,0 0-4 15,-38-31-3-15,34 30-4 16,2-1-8-16,-1 2-2 16,3 0 1-16,0 0-1 15,0 0-2-15,0 0 1 16,0 0-2-16,0 0 2 0,0 0 0 16,0 6-1-16,3 0 2 15,1 1-2-15,0 1 2 16,1 2-1-16,1-1 0 15,-2 2 0-15,-1-1 0 16,4 3 0-16,-3 1-1 0,-1-1 1 16,3 1 0-16,-2 2 1 15,0-1-1-15,1-1-1 16,1 2 2-16,0-2-1 16,1 1 0-16,-1-2 2 15,0 1-2-15,2-2 1 16,-2 1-1-16,0-2 0 0,1 0 0 15,-4 0 0-15,4-1 1 16,-3-2-2-16,0 2 1 16,3-1 0-16,-3-1 0 15,2 2 1-15,3 0-1 0,-1 0 1 16,-1 3-1 0,2-2 0-16,-2 1 0 0,1 0 0 15,-2-2 0-15,1 0 0 16,0 1 0-16,0-2 1 15,-2 1-2-15,1 1 1 16,-1 1 0-16,1-1 0 0,1 3 1 16,-4-1-4-16,2 0 5 15,0 0-2-15,0 1 0 16,0-1 0-16,-1 2 0 16,-1 0 0-16,1 0 0 15,2 2-3-15,-3 2 5 0,0-2-2 16,3-2 1-16,-2 1 0 15,1-2-1-15,1-1 0 16,-1-2 1-16,3 1 0 16,-2-4 0-16,2 2 0 15,-3-1-1-15,1-2 1 0,0 0 0 16,0-1-1-16,0-1 0 16,-3 0 0-16,0-1 0 15,0 1 0-15,1-2 0 16,-2 3 0-16,0 1 0 15,2-1 0-15,0 1 0 0,-2 0 0 16,1 3-1-16,-1 4 0 16,0 1-15-16,0 3-21 15,0-1 2-15,0 1 13 16,-2-4-70-16</inkml:trace>
  <inkml:trace contextRef="#ctx0" brushRef="#br0" timeOffset="-69467.39">17450 12364 57 0,'0'0'7'0,"-1"0"3"0,0 0-2 0,1 0-5 16,0 0-1-16,-1 0-2 0,1 0 1 15,0 0-1 1,-2 0 0-16,2 0 0 0,-3 0 0 16,3 0 0-16,-2 0 0 15,1 0 3-15,1 2 0 16,0-1-1-16,0 1-1 15,0 1 1-15,0 2-1 0,6 0 0 16,-2 0 4-16,3 4-2 16,1-1-1-16,1 3 0 15,3 1 2-15,-1-2 2 16,1 1-2-16,1 3-1 16,-1-1 0-16,2-1-1 0,-2-1 0 15,2 0 0-15,-3-3-2 16,-1-2 2-16,0 0-2 15,0-3 0-15,-1-3 0 16,0 0-1-16,-1 0-18 16,-3 0-36-16</inkml:trace>
  <inkml:trace contextRef="#ctx0" brushRef="#br0" timeOffset="-69098.3">17561 12319 72 0,'0'0'18'0,"0"0"-1"0,0 0-10 0,0 0-2 16,0 0-3-16,-16 36 2 15,12-20-1-15,-5 3 1 16,2 2 0-16,-2 0 4 16,-1-1-3-16,-2 3-1 15,1 0 1-15,-1-2-3 16,1 0-1-16,-1-1 1 0,2-3 0 15,3-2-5-15,-1-3-11 16,3-5-13-16,-2-4-25 16</inkml:trace>
  <inkml:trace contextRef="#ctx0" brushRef="#br0" timeOffset="-68820.59">17437 12491 78 0,'0'0'5'0,"0"0"-4"16,0 0 2-16,0 0 9 15,0 0-4-15,0 0-4 0,48 3-2 16,-33 0 0-16,1 0-1 15,1-1 0-15,2 0 1 16,-3-1-2-16,-1 2 0 16,-2-2 0-16,1-1-3 0,-6 0-21 15,-1 0-35-15</inkml:trace>
  <inkml:trace contextRef="#ctx0" brushRef="#br0" timeOffset="-68531.8">17492 12411 108 0,'0'0'2'0,"0"0"-1"15,0 0-1-15,0 0 0 16,0 0 1-16,0 0-1 16,0 0 1-16,47 37-1 0,-34-30 1 15,-2 0-1-15,3-2 0 16,-3 2 0-16,1-2-1 16,-2-2-18-16,-5 0-29 15</inkml:trace>
  <inkml:trace contextRef="#ctx0" brushRef="#br0" timeOffset="-68314.35">17493 12472 40 0,'0'0'0'0,"-10"37"2"0,5-17 0 15,2 1-1-15,-3-1-6 16</inkml:trace>
  <inkml:trace contextRef="#ctx0" brushRef="#br0" timeOffset="-68100.34">17469 12482 108 0,'0'0'-19'0,"0"0"21"16,0 0-2-16,-11 44-15 16</inkml:trace>
  <inkml:trace contextRef="#ctx0" brushRef="#br0" timeOffset="-66360.51">20149 6839 206 0,'0'0'4'0,"0"0"-2"0,0 0-1 0,0 0 0 16,0 0 0-16,0 0 1 15,0 0 12-15,0 0 2 16,0 0-12-16,0 0 0 16,-7-37-2-16,-2 15 0 15,0-4-2-15,0-5 2 16,0-7-4-16,5-5 1 0,2-6 1 15,2-1-1-15,0-1-3 16,10 2 1-16,7 5 4 16,0 6 0-16,6 5-1 15,6 8 0-15,2 5-1 16,7 7 1-16,5 4 0 0,1 9 0 16,8 3-2-16,-1 11 0 15,5 8 0-15,3 5 4 16,4 0-2-16,1 2 0 15,0 0-2-15,-2-5 4 16,-1-1-2-16,-5-9-2 0,-8-3 4 16,-6-6-2-16,-4-5 0 15,-8 0 1-15,-6-10 0 16,-9-4 0-16,-4-8 5 16,-11-5 8-16,0-7-6 15,-9-7-6-15,-10-5-1 0,-2-5 0 16,-6-3-1-16,-2-1 0 15,-2-3 1-15,2-2-1 16,-1-1 1-16,4 0-1 16,2-3 1-16,3-3-1 15,1-1 0-15,4-5 1 0,4-2-1 16,6-3 0-16,6-1-1 16,0 1 1-16,3-3 0 15,10 4 0-15,1 6 0 16,4 4 0-16,4 10 0 15,-2 9 0-15,6 10-1 0,2 12 1 16,5 9-1-16,4 16 0 16,5 1-1-16,4 15-1 15,2 8-5-15,2 4-3 16,0 2-2-16,2-1 4 16,-1-4 2-16,-3-7 6 0,1-4 1 15,-5-7 0-15,-2-6 0 16,-2 0 1-16,-1-13 1 15,-3-7 3-15,2-10 7 16,2-5-2-16,2-7-3 16,4-6-2-16,4-6-4 0,2-7 0 15,3 0 1-15,-1-3-2 16,0 7 0-16,-1 2 0 16,-5 5 0-16,0 8 0 15,-6 3 0-15,-6 9 1 16,-2 3-2-16,-8 3 1 15,-5 7 0-15,-6 5-13 0,-8 0-59 16</inkml:trace>
  <inkml:trace contextRef="#ctx0" brushRef="#br0" timeOffset="-52441.73">20257 5317 72 0,'0'0'14'0,"0"-1"-6"0,2-1 0 0,-2 1 1 0,2-1-3 16,0-2-2-16,-2 4-2 15,2-3-1-15,0 3-1 16,-1-1 1-16,1 1 0 16,0 0 2-16,1 0-2 0,3 0 1 15,-3 1-2-15,2 6 0 16,1 2 2-16,0-1-1 16,1 1-1-16,-1-1 4 15,1-3-3-15,0-1 0 16,0-4 2-16,4 0 0 15,4-11 12-15,8-15 24 16,10-12-16-16,13-18-8 0,16-18-9 16,12-18-4-16,13-13-11 15,8-19-33-15,6-8-57 16</inkml:trace>
  <inkml:trace contextRef="#ctx0" brushRef="#br0" timeOffset="-51039.81">15550 10086 1 0,'8'3'11'0,"-1"1"-3"0,0-1-3 0,-1-3 3 0,1 0 1 15,-3 0 7-15,1 0 0 16,2-7 6-16,-2-6 2 16,1-7 0-16,3-8-8 15,4-16-5-15,1-16-6 0,10-19 1 16,4-24-5-16,9-24-5 16,3-25-49-16</inkml:trace>
  <inkml:trace contextRef="#ctx0" brushRef="#br0" timeOffset="-49104.49">15351 10132 48 0,'0'0'0'0,"0"0"3"0,0 0-2 16,0 0 1-16,0 0 5 0,0 0 8 15,-39 8-2-15,39-8-3 16,-2-1-10-16,2-5 2 16,-2 2 1-16,2-2 2 15,0 2 2-15,0 0 0 16,0 1-3-16,0 1-1 0,4 2 0 16,4 0-1-16,3 0 1 15,1 7-1-15,3 4 2 16,2 0-3-16,1 0-1 15,0-1 0-15,-2 0 0 16,1-4 0-16,-2-2 1 16,-3-3-1-16,1-1 0 15,-3 0 0-15,1-3 1 0,-4-9 1 16,2-5 6-16,-1-6 0 16,3-10 1-16,-1-11-4 15,2-13 0-15,4-18-2 0,2-19-2 16,3-19-2-1,3-18 1-15,1-14-20 16,0-10-14-16,-2-2-65 0</inkml:trace>
  <inkml:trace contextRef="#ctx0" brushRef="#br0" timeOffset="-48114.98">20180 4952 172 0,'0'0'-12'0,"0"0"15"0,0 0-3 0,0 0-1 0,0 0 2 16,41 23 1-16,-19-6-2 16,9 7 0-16,9 3 1 15,7 8 0-15,7 4 2 16,9 5-2-16,6 6 0 15,10 6 0-15,4 4 0 16,5 1 3-16,5 4 0 16,5-2 0-16,4-2 0 0,-3-6 5 15,3-2 11-15,2-6 3 16,-6-3-6-16,-2-4-1 16,-1-2-2-16,-6 0-10 15,-3-1-2-15,-5 2 0 0,-5-1-2 16,-9-1-7-16,-11-6-77 15</inkml:trace>
  <inkml:trace contextRef="#ctx0" brushRef="#br0" timeOffset="-47678.44">21453 4162 136 0,'0'0'9'0,"0"0"11"0,-36-30 5 0,28 25-12 0,4 1 3 16,-1 2 2-16,2 2-10 15,1 3-8-15,-4 14-3 16,-5 14 3-16,-6 19 0 15,-10 21 1-15,-8 28 0 0,-17 32 0 16,-9 31 2-16,-13 38-1 16,-12 36 1-16,-11 30-3 15,-8 32 0-15,-4 24-1 16,-9 19-25-16,-5 0-68 16</inkml:trace>
  <inkml:trace contextRef="#ctx0" brushRef="#br0" timeOffset="-43870.77">22619 3172 116 0,'0'0'18'0,"0"0"-17"0,0 0 1 0,0 0 2 0,0 0 1 15,-7 44 0-15,5-30-2 16,0 2-3-16,0 1 1 16,1 0-1-16,-3-2 2 15,0-1-2-15,0-3 0 0,1-1 0 16,-5-1-2-16,2-4-1 15,-4-3-38-15</inkml:trace>
  <inkml:trace contextRef="#ctx0" brushRef="#br0" timeOffset="-43707">22456 2989 224 0,'0'0'-24'16,"0"0"27"-16,0 0-2 16,0 0-22-16,0 0-75 15</inkml:trace>
  <inkml:trace contextRef="#ctx0" brushRef="#br0" timeOffset="-43422.1">22764 2910 210 0,'0'0'5'0,"0"0"-3"16,0 0-3-16,0 0 2 16,-19 49-1-16,11-20 1 15,4 4-1-15,2 6 0 16,2 1 0-16,0-2 0 0,7 2 0 15,2-2 0-15,1-3 1 16,-1-2-1-16,-1 0 0 16,-3-2 2-16,-2-1-2 15,-3-1-2-15,0-2 2 16,0-2-2-16,-8-6-37 0,-4-4-51 16</inkml:trace>
  <inkml:trace contextRef="#ctx0" brushRef="#br0" timeOffset="-43301.98">22711 3398 229 0,'0'0'-4'16,"0"0"8"-16,24-37-4 15,2 26-1-15,4-1-3 16,5 0-33-16,-1-2-117 16</inkml:trace>
  <inkml:trace contextRef="#ctx0" brushRef="#br0" timeOffset="-42698.31">22843 4469 79 0,'0'0'3'15,"0"0"-2"-15,0 0 1 16,0 0-1-16,-40 10-1 16,25 3 1-16,-1 5-1 0,-1-1 0 15,-1 5 1-15,3-4 3 16,4 1 3-16,2-3 4 16,6-4-4-16,1-2-1 15,2-3-2-15,2-3 2 16,10-1 9-16,2 0 2 15,4-2-6-15,1 2-3 16,3 0-6-16,-4 3-1 0,-2 2 0 16,-5 4-1-16,-2 3 3 15,-6 4 2-15,-3 0 3 16,0 3-3-16,0-1 1 16,0-2 1-16,0-2-2 0,0-3-1 15,0-3-1-15,0 1-2 16,5-3 0-16,5-1 1 15,4-4 0-15,1 0-3 16,7-4 1-16,-1 0 0 16,1-5-8-16,2-10-36 0,-4-5-28 15,-3-5-4-15</inkml:trace>
  <inkml:trace contextRef="#ctx0" brushRef="#br0" timeOffset="-42477.05">23032 4471 161 0,'0'0'5'0,"0"0"16"0,0 0-17 0,0 0-5 0,0 0 2 16,-21 38 0-16,20-13 2 0,0 4 2 16,1 2 1-16,0 2-3 15,3 1-1-15,6-2-2 16,0 0 0-16,-4-1-1 15,1-2-3-15,-2-4-36 16,0-7-7-16,-2-6-23 16</inkml:trace>
  <inkml:trace contextRef="#ctx0" brushRef="#br0" timeOffset="-41964.76">23178 4523 159 0,'0'0'6'0,"0"0"18"16,0 0-7-16,0 0-10 16,0 0-6-16,0 0-4 15,0 0-2-15,0 0 5 0,-36 37 2 16,27-16-2-16,5 2 1 16,3-3-1-16,1-2 0 15,0-2 1-15,3-3 0 16,8-2 1-16,0 0 3 15,4-2-1-15,0-1-2 16,2 0 0-16,-1-1 0 0,-1 0-1 16,-3 1-1-16,-4-1 2 15,-4-1-2-15,-3 1 1 16,-1 0 1-16,-2-1-2 16,-7 1 1-16,-4 0-2 15,1-2-2-15,1-1 3 0,-3-4-5 16,4 0-3-16,1-2-11 15,5-8-20-15,1-4 5 16,3-3 11-16,0-1 17 16,0-1 8-16,0 2 5 0,0 3 16 15,0 4 23-15,0 3 4 16,0 3-23-16,0 4-8 16,-1 0-10-16,-5 8-12 15,-3 6 4-15,-5 8-4 16,3 2 3-16,-4 3-1 15,1-2-3-15,4 1-5 0,-1 1-11 16,3-1-11-16,2-4-16 16,2-3-17-16</inkml:trace>
  <inkml:trace contextRef="#ctx0" brushRef="#br0" timeOffset="-41661.16">23268 4702 176 0,'0'0'6'0,"0"0"4"0,0 0-4 0,0 0-6 0,0 0 0 16,0 0 0-16,39-28-2 16,-30 21-1-16,4-1-1 15,-3-2 3-15,-1-1 1 16,-3 1 0-16,1 0 0 0,-6 3 0 15,0 1 2-15,-1 4 3 16,0 2 12-16,-1 2-7 16,-3 11-10-16,1 4 1 15,3 5 0-15,4 2-1 16,18 1-1-16,16-4-3 0,11-6-17 16,14-10-110-16</inkml:trace>
  <inkml:trace contextRef="#ctx0" brushRef="#br0" timeOffset="-36499.18">23205 2803 110 0,'0'0'4'15,"0"0"7"-15,0 0 2 0,0 0-1 0,-1-41-2 16,-2 31 2-16,1 1 1 16,0-3 0-16,-2 2-7 15,1-1 2-15,-1 2-4 0,0 0-1 16,-2 0 0-16,-1 1-2 15,0 1 0-15,0-1 0 16,-4 1 0-16,-2 0 0 16,1 0-1-16,-3 1 1 15,-1 0 0-15,-2 2-1 16,-2-2 2-16,0 3-2 0,-2 3 0 16,-2 0 1-16,1 0-1 15,-2 0-1-15,-3 3 2 16,1 4 1-16,-1 2-4 15,1-1 4-15,-1 2-2 16,0-1 0-16,-3 5 1 0,-2-1 0 16,-1 2-2-16,-3 4 1 15,0 3 0-15,0 1 0 16,2 0 0-16,-1 5 1 16,2 4-1-16,2 3 0 15,-4 5 0-15,1 5 0 0,0 7 0 16,-3 4 0-16,1 1-1 15,0 5 1-15,3 4-1 16,4 0-1-16,1 1 1 16,5 0-1-16,5-1 0 15,4 0-3-15,3 1 2 0,3 1 2 16,2 3 0-16,2 6 0 16,1 10 0-16,1 12-2 15,2 6-11-15,1 9-16 16,0 8-8-16,4 4 4 15,6 1-34-15</inkml:trace>
  <inkml:trace contextRef="#ctx0" brushRef="#br0" timeOffset="-36150.73">22453 5497 70 0,'56'37'1'0,"1"-3"3"0,2 0 4 0,4-1-3 0,-2 2-4 16,2-2 1-16,3 2-1 15,-1-3-1-15,0-7 2 16,1-5-4-16,-1-10 0 16,5-8 0-16,-4-4 0 0,1-16 0 15,2-9 2 1,0-6 1-16,1-6 4 0,-2-7 8 16,-1-2 4-16,-3-8-4 15,-4-5-10-15,-1-7-1 16,-5-3-2-16,-6-5 1 15,-5-4-1-15,-6-4 6 0,-8 0 15 16,-7 2 4-16,-11-2 7 16,-9-2-7-16,-2 3-8 15,-17 1-4-15,-12-1-1 16,-10 1-1-16,-9-2-5 0,-11 2-5 16,-13 3-19-16,-14 6-27 15,-20 3-91-15</inkml:trace>
  <inkml:trace contextRef="#ctx0" brushRef="#br0" timeOffset="-34363.11">17546 12316 64 0,'0'0'-2'0,"0"0"2"0,0 0-2 16,0 0 1-16,0 0 0 15,0 0 4-15,-38 0 2 0,32 0 5 16,-2 0-3-16,3 0-6 16,-1 0 9-16,2 0-7 15,0 0 2-15,0 0-3 16,4 0 0-16,-2 3 0 15,0 0 7-15,1 1-3 0,1 3 1 16,0 3 0-16,0 4 0 16,0 5-4-16,3 2-1 15,3 2-1-15,-1 1 0 16,3 0 0-16,-2-1-1 16,0-4 0-16,1-3-2 15,0-3 2-15,-4-5 1 0,-1 0 0 16,0-4 0-16,-2-3-5 15,0-1-29-15,0 0 2 16</inkml:trace>
  <inkml:trace contextRef="#ctx0" brushRef="#br0" timeOffset="-34163.46">17429 12437 117 0,'0'0'0'15,"0"0"23"-15,0 0 4 16,-43-10-12-16,34 11-5 15,-2 12-10-15,-1 4 3 0,-1 3 0 16,1 4-3-16,-1 0 0 16,3-2 0-16,2-1 0 15,3-5 0-15,-1-1-5 16,4-3-10-16,1-3-16 16,0-4-13-16,1-5-21 0</inkml:trace>
  <inkml:trace contextRef="#ctx0" brushRef="#br0" timeOffset="-33921.53">17293 12559 94 0,'0'0'9'0,"0"0"17"0,0 0-3 15,0 0-24-15,0 0-5 16,0 0 3-16,0 0 5 16,0 0-2-16,44 3-3 15,-30-1-1-15,1-2 4 16,-1 0-18-16,0-2 6 0,-1-3 4 15,0-2 3-15,-7-1 3 16,-1 1 4-16,-2-1 3 16,-3 3 4-16,0-1 3 15,0 2 0-15,0 2-4 16,0 1 0-16,0-2-9 16,0 0-70-16</inkml:trace>
  <inkml:trace contextRef="#ctx0" brushRef="#br0" timeOffset="10416.6">17442 12164 124 0,'0'0'4'0,"0"0"9"0,0 0 0 0,0 0-5 16,0 0-5-16,0 0-3 16,0 0 0-16,0 0 0 15,0 0-3-15,-28-14-4 0,21 14 0 16,-1 0-3-16,0 0-1 16,-3 0 3-16,0 1 4 15,0 4 3-15,-3 0 1 16,0 0 2-16,-1 2 1 0,1 0-1 15,-1 0 0-15,0 3-1 16,1 0 0-16,0 1-1 16,0 3 1-16,0-2-1 15,1 5 0-15,-1 0 0 16,3 1 0-16,-3 5 0 0,3-2 0 16,-2 3-1-16,1 2 2 15,1-1 0-15,-2 0-1 16,4 0 2-16,4-1-1 15,1-1-1-15,0 1 2 16,4 0-1-16,0-1 0 0,0 1-1 16,0 1 0-16,6-3 0 15,1 1-2-15,5-3 4 16,0 0-2-16,2-2 1 16,2 0-1-16,0-2-1 15,3 1 0-15,0 0 1 0,0-4-3 16,4-2 2-16,2 1 0 15,2-5 1-15,4-3-1 16,4-1-6-16,0-3-11 16,6 0-8-16,1-7-16 15</inkml:trace>
  <inkml:trace contextRef="#ctx0" brushRef="#br0" timeOffset="10604.96">17883 12573 57 0,'21'-40'24'0,"-2"-2"8"0,-8-5-7 0,-4 0 0 0,-7 0-9 0,-2 0-7 0,-22 5-4 0,-12 5-3 0,-16 4-6 0,-20 6-36 0</inkml:trace>
  <inkml:trace contextRef="#ctx0" brushRef="#br0" timeOffset="61490.44">11213 17212 114 0,'0'0'8'15,"0"0"28"-15,0 0-3 16,0 0-12-16,0 0-8 0,0 0-7 16,0 0 4-16,0 0-3 15,0 0-2-15,0 0-5 16,0 0-3-16,0 0 0 15,0 0 3-15,-6 31-2 16,15-7 2-16,4 0 2 0,-2 5-2 16,0 2 1-16,0 1-5 15,-2 1 4-15,0-2 3 16,-3-1-6-16,0-3-9 16,-4-3-8-16,0-4-4 15,0-7-12-15,-2-6-3 16,0-7 1-16,0 0-37 0</inkml:trace>
  <inkml:trace contextRef="#ctx0" brushRef="#br0" timeOffset="61996.04">11240 17344 61 0,'0'0'-1'0,"-8"-49"7"0,6 28 7 0,2-1-3 0,0 4-2 0,0 1-1 0,0 0 2 0,6 3 0 0,0 3-1 0,3 1 1 0,0 4-2 0,3 5-3 0,2 1-1 0,3 0 2 0,3 8-2 15,0 5-1-15,3 1 0 16,1 5-1-16,-2 1 1 16,0 0 0-16,-5 1 1 0,-2-1 0 15,0 0 0-15,-5-1 0 16,1-2-3-16,-6-1 1 15,-1-3 0-15,-2-5-6 16,0-2 4-16,0-3-1 16,-2-3 2-16,0-3 1 15,0-10-5-15,-2-5 6 0,-4-5 5 16,2-3-6-16,1-1-1 16,-2-2 0-16,2 3 1 15,2 2 0-15,1 6-1 16,-1 2 1-16,1 2 2 0,0 2 4 15,0 6-2-15,5 1-4 16,3 2-1-16,2 3-2 16,1 0-2-16,1 8-3 15,-1 6 7-15,1 5 3 16,-2 3 0-16,-1 3-5 16,-1 2 7-16,2 3-5 0,-4-1 3 15,3 0-4-15,-2-2-16 16,0 2-18-16,-1-4-18 15</inkml:trace>
  <inkml:trace contextRef="#ctx0" brushRef="#br0" timeOffset="62434.35">11742 17213 122 0,'0'0'11'0,"0"0"16"0,0 0-10 0,0 0-18 16,-37-23-2-16,29 23 4 16,1 2-4-16,0 8-3 15,2 3-4-15,3 2 13 16,-2 2-4-16,4 3 3 16,0 0-2-16,4-1-2 0,3-1 2 15,4-4-2-15,0-1 0 16,-1-6-1-16,1-3 1 15,1-2-2-15,-2-2 2 16,-1 0 4-16,-1-9 4 0,-1-4-4 16,0 0 1-16,-4-4-1 15,-1-1 1-15,-2 2-1 16,0 1 1-16,0 3-3 16,0 4 1-16,0 2 0 15,0 3 9-15,0 2 2 16,0 1-6-16,0 0-6 0,0 0 3 15,1 1-9-15,6 5 6 16,2 0-1-16,3 0 1 16,-2 1 0-16,2 0-12 15,1-4-21-15,-2-2-14 16</inkml:trace>
  <inkml:trace contextRef="#ctx0" brushRef="#br0" timeOffset="62708.08">11911 17173 99 0,'0'0'2'0,"0"0"1"0,0 0-3 0,0 0 3 15,0 0-1-15,0 0 0 16,38 37 0-16,-24-31 6 16,0-2-3-16,3 1-2 15,-2-1 2-15,1-1-3 0,-1-1-4 16,-1-2-25-16,-3 0-7 16</inkml:trace>
  <inkml:trace contextRef="#ctx0" brushRef="#br0" timeOffset="62878.97">12013 17176 144 0,'0'0'15'16,"0"0"11"-16,-31 37-13 0,23-17-13 16,5 1 0-16,-1 5 0 15,2 2 0-15,1 6-5 16,0 5-5-16,-2 3-28 15,1 1-16-15</inkml:trace>
  <inkml:trace contextRef="#ctx0" brushRef="#br0" timeOffset="63271.32">12107 16546 192 0,'0'0'-5'16,"0"0"18"-16,0 0-12 0,0 0-6 16,0 0 1-16,0 0 7 15,7 69-2-15,3-25 1 16,0 10-1-16,4 9 0 16,1 3 1-16,1 1 0 15,1-3-1-15,4 0 0 16,-1-6-1-16,2-1 0 0,1-3 0 15,-2-1-3-15,0-4-38 16,-3-5-26-16</inkml:trace>
  <inkml:trace contextRef="#ctx0" brushRef="#br0" timeOffset="63867.41">12463 17205 119 0,'0'0'-15'15,"0"0"30"-15,0 0 11 16,0 0-13-16,0 0 1 16,0 0-3-16,0 0-8 0,0 0-1 15,-14-7 1-15,10 7 1 16,0 0-3-16,1 0 1 15,-1-3-2-15,-1-2 0 16,1-4-6-16,-3-2 2 16,1-3 8-16,1-1-5 0,-3-1 5 15,0-1-3-15,1 3-1 16,3 1-1-16,-2 0 9 16,4 6-2-16,1-2-4 15,1 5-5-15,0 0 8 16,0 3-5-16,0 1-5 0,7 0-1 15,-1 0-1-15,1 5 10 16,2 1 1-16,2 1-3 16,-2-3 0-16,0 1-1 15,2-5 0-15,0 0-2 16,1 0-2-16,-1-2 6 16,-2-8-1-16,3-5 3 15,-2-2-3-15,-3-1-6 0,2-3 9 16,-4 3-6-16,1 3 5 15,-4 3-1-15,0 3-1 16,-2 4 0-16,1 2 2 0,0 3 1 16,1 0-8-16,1 7 1 15,2 4 9-15,-2 5-4 16,3 1 3-16,0 3-4 16,3-2 0-16,-2 1 0 15,2-4-6-15,-1-2-20 16,1-6-19-16,1 0-20 15</inkml:trace>
  <inkml:trace contextRef="#ctx0" brushRef="#br0" timeOffset="64059.32">12715 16949 171 0,'0'0'16'0,"0"0"3"0,0 0-8 0,0 0-14 15,0 0 6-15,0 0-5 16,0 0 5-16,0 46-4 0,0-29 3 16,0 0-3-16,3-3-12 15,1-2-29-15,0-4-21 16</inkml:trace>
  <inkml:trace contextRef="#ctx0" brushRef="#br0" timeOffset="64208.82">12742 16805 173 0,'0'0'-1'0,"0"0"17"0,0 0-13 16,-24-38-3-16,22 32-45 16,1 2-74-16</inkml:trace>
  <inkml:trace contextRef="#ctx0" brushRef="#br0" timeOffset="64694.24">12851 16947 142 0,'0'0'4'0,"0"0"7"0,0 0-1 15,0 0-4-15,0 0-2 16,-23-39-2-16,20 30 4 16,0 4 7-16,1 1 1 15,2-1-5-15,0 2-7 0,0 2-2 16,0 1-2-16,5 0-2 16,2 0 1-16,-1 9-1 15,3 0-2-15,-1 4 2 16,0 0 0-16,-3 2 4 15,3-3 2-15,-4-1-1 16,-1-2-1-16,2-2-1 0,-5-2-1 16,2-2 6-16,-2-3-3 15,0 0 1-15,0 0 5 16,0-7 5-16,0-4-9 16,0-4-3-16,0-1 2 15,0 0 0-15,0 0 0 0,0 6-2 16,0 2 7-16,0 5 3 15,2 0-8-15,3 3-5 16,5 0-2-16,2 5 1 16,1 6 3-16,3 0 2 15,-2 5-5-15,0 2-17 0,0-1-27 16,-5 0-34-16</inkml:trace>
  <inkml:trace contextRef="#ctx0" brushRef="#br0" timeOffset="65127.08">12180 17699 53 0,'44'-29'5'0,"5"-3"-2"0,-2-1 5 0,4-2 6 0,-2 0 2 16,1-3-3-16,2 1 11 16,0-3-3-16,0 1-3 15,1 0-7-15,1 2-5 0,-2 2-2 16,1 6-2-16,-5 3-1 16,-2 6 2-16,-8 7 0 15,-7 5-5-15,-9 7-14 16,-10 1-25-16,-5 10-1 15,-7 9-20-15</inkml:trace>
  <inkml:trace contextRef="#ctx0" brushRef="#br0" timeOffset="65348.28">12512 17700 153 0,'0'0'-1'0,"0"0"-4"16,38-28 13-16,-8 2 5 15,9-6-2-15,4-7-4 0,8-1-3 16,6-4-2-16,7-2 2 16,3-1-1-16,0 0-11 15,-2 0-62-15</inkml:trace>
  <inkml:trace contextRef="#ctx0" brushRef="#br0" timeOffset="70896.18">13520 17240 66 0,'-4'0'3'0,"3"1"6"0,-1-1 5 16,2 0-3-16,0 0-1 0,0 1-2 15,0 0 1-15,0-1 6 16,0 0-7-16,0 0-7 15,0 0-4-15,0 0-2 16,0 0 4-16,0 0-2 16,0 0 1-16,1 0 4 0,3 0 2 15,0 0 1-15,0 0 2 16,2 0-2-16,0-2-3 16,1 1 1-16,1-3 0 15,2 1-2-15,-2-1-1 16,1-1 1-16,2 1-6 0,1 1-6 15,-2-2-12 1,0-1-14-16,1 2-41 0</inkml:trace>
  <inkml:trace contextRef="#ctx0" brushRef="#br0" timeOffset="71207.63">13632 17394 35 0,'0'0'4'0,"0"0"9"0,0 0 1 0,38-13-4 15,-26 7-7-15,1 0 0 16,-1 2-3-16,1-2 1 0,-1-1-3 16,1-1-26-16</inkml:trace>
  <inkml:trace contextRef="#ctx0" brushRef="#br0" timeOffset="71901.36">13909 17081 46 0,'0'0'25'0,"0"0"-8"0,0 0 6 15,0 0-1-15,0 0-8 16,0 0-6-16,0 0-3 16,0 0-4-16,0 0 1 0,0 0-2 15,-29 34 2-15,29-24-2 16,0 3 0-16,0-2 0 16,0 2-2-16,0 0 2 15,5-2-1-15,1-2 1 16,0-2-1-16,1 0-1 0,0-3-3 15,-1-2 5-15,1-2 1 16,-1 0 6-16,2 0-3 16,-2-7-9-16,1-4 14 15,-2-1 3-15,1-3-2 16,-1 1 6-16,-5-1-2 0,0 2 6 16,0 0-4-16,-2 2-6 15,-7 0-2-15,0 5-4 16,0 0-3-16,-4 6-8 15,2 0-14-15,0 7-10 16,-3 3-47-16,1 3-66 16</inkml:trace>
  <inkml:trace contextRef="#ctx0" brushRef="#br0" timeOffset="72410.94">13737 17826 92 0,'0'0'2'0,"0"0"5"0,0 0 7 0,0 0-6 16,39-35-4-16,-27 25-1 15,-3 3 1-15,0-2-1 16,1 2 4-16,0-2-2 0,-2 1-3 15,3 3-1-15,-1-1-2 16,-4 2-17-16,1 1-8 16,-2 0-42-16</inkml:trace>
  <inkml:trace contextRef="#ctx0" brushRef="#br0" timeOffset="72605.04">13847 17869 136 0,'0'0'17'0,"0"0"5"16,0 0-18-16,0 0 4 15,0 0-7-15,0 0 9 16,0 0-5-16,0 0 2 16,37 0-4-16,-24-7-3 15,-1-3-42-15,1-8-89 16</inkml:trace>
  <inkml:trace contextRef="#ctx0" brushRef="#br0" timeOffset="72867.18">14072 17649 202 0,'0'0'10'16,"0"0"-6"-16,-23 36-3 15,19-19-1-15,0-2-1 16,2 0 1-16,2-3 0 0,0-2-1 16,0-5 2-1,4-1-4-15,0-3 4 0,0 0 4 16,4-1 1-16,-3 0 1 16,1 0-4-16,1-4-4 15,1-4 1-15,-1-4 1 16,0-5-35-16,-5-2-118 0</inkml:trace>
  <inkml:trace contextRef="#ctx0" brushRef="#br0" timeOffset="75924.07">20911 17676 47 0,'0'0'56'0,"0"0"-52"15,0 0 8-15,0 0-4 0,0-3 0 16,0 2 1-16,0-2 2 0,-3 0 6 15,2 0-6-15,1-1 2 16,-1 1-8-16,1 0-3 16,-1-1-1-16,1 0-1 15,0-3 1-15,-2 0 0 16,1-2 4-16,0-1 3 0,0-1 0 16,-1-3-1-16,-1 0-4 15,2-3-2-15,0-2 0 16,-1-4-1-16,2-4 1 15,0-1 0-15,0-6 0 16,0-1-1-16,0-3 0 16,0 1 1-16,0 0-1 0,0 2 0 15,0 4 1-15,0 2-2 16,3 2 2-16,1 3 0 16,1 0-1-16,1 3-1 15,1-1 1-15,2 1 0 0,-2 3 0 16,2 0 0-16,1 3 0 15,2 2 0-15,-1 3 0 16,1 3-2-16,1 3 2 16,1 4-2-16,5 0-1 15,2 0 3-15,2 8-1 0,4 2 0 16,2 3 0-16,0 1-2 16,-2 2-1-16,2 5 1 15,-2 0 1-15,-2 2-2 16,2 0 2-16,-6 1-4 15,3 2 6-15,2-1 5 0,-1 2-5 16,-3 0-1-16,3-1 1 16,1-1 0-16,0 0 0 15,0-3-2-15,1-2 3 16,0-3-2-16,-3-4 1 16,1-4-2-16,0-5 1 15,0-4 2-15,-4 0-1 0,2-3-1 16,1-9 4-16,-4-4 1 15,0-4-3-15,-4-4 1 16,0-4 1-16,-2-3-2 16,-4-1 1-16,-2-4 1 15,-1-2 0-15,-2-4-2 0,-2-4 1 16,-1-4 0-16,0 0-1 16,0-4 1-16,-2-1-2 15,3-1 1-15,0 2 0 16,2 2 0-16,1 4-1 15,2 1 0-15,0 2 0 0,2 3 0 16,4 0 1-16,1 5-1 16,1 0 0-16,4 4-1 15,-1-1 1-15,4 4 1 16,-2 0-1-16,2 1 0 16,2 1 0-16,-3 1-1 0,0 3 2 15,1 2-2-15,-5 5 0 16,-1 2 1-16,-1 5 0 15,-2 5-1-15,0 3-1 16,-1 2 0-16,1 6-3 16,-1 8 0-16,3 11-2 0,1 4 6 15,1 4 6-15,1 9-3 16,1 1-1-16,-1 4 0 16,1 3 0-16,0 0-1 15,1 0 0-15,-2-1 1 16,6-4-1-16,-2-4-1 0,3-4 1 15,1-2-1-15,2-3 0 16,0-1 1-16,0-5 0 16,0-2 0-16,-1-6-1 15,1-3-3-15,0-7 5 16,-2-5-2-16,2-3 1 16,0-3-4-16,0-12 8 15,0-4-1-15,2-6-1 0,-1-2-1 16,-1-5 1-16,0-3 0 15,-1-3-2-15,-3-5 1 16,-1-4 1-16,-5-4-1 16,-1-2 0-16,-1 0 0 0,-5-3 0 15,1 1 1-15,-4 1-1 16,1 0 1-16,-2 0 2 16,1 4-1-16,-1 3-2 15,-3 4 1-15,2 5-2 16,-3 8 1-16,-3 5 0 0,-1 5-1 15,0 6 2-15,0 3 0 16,0 4-2-16,0 3-3 16,0 3-16-16,-3 1-41 15,-6 0-76-15</inkml:trace>
  <inkml:trace contextRef="#ctx0" brushRef="#br0" timeOffset="78421.19">19259 17964 64 0,'-2'0'8'0,"0"0"3"0,1 0 7 0,0 0 0 16,0 0-1-16,1 0 1 16,0-1-4-16,0-2-7 15,0 2-6-15,0 0-1 16,0-2 1-16,0 2-1 16,0-3 0-16,2 1 0 0,3 1 0 15,-1-3 2-15,2 2 2 16,2-3-1-16,3 1-2 15,1-2 0-15,-1-1 0 16,3 2-1-16,-1 0-1 16,2 2-13-16,-5 1-40 0,-2 3-37 15</inkml:trace>
  <inkml:trace contextRef="#ctx0" brushRef="#br0" timeOffset="78649.11">19350 18058 106 0,'0'0'2'0,"0"0"-9"16,0 0 17-16,0 0-8 15,0 0 0-15,0 0-1 16,0 0 0-16,44-17 1 15,-33 11-2-15,1-5 0 16,-1 2-4-16,1-3-51 0</inkml:trace>
  <inkml:trace contextRef="#ctx0" brushRef="#br0" timeOffset="79061.17">19536 17827 91 0,'0'0'6'16,"0"0"6"-16,0 0-7 16,0 0-2-16,0 0-1 15,0 0 0-15,-10 37 1 16,10-28 0-16,2 1-2 15,4 0-1-15,0-1 0 16,2-2-2-16,-1-1 1 0,1-2-1 16,0-3 1-16,1-1 3 15,1 0 1-15,-3 0 8 16,3-5-2-16,-2-4 1 16,-1 1 0-16,-2-2 2 15,1-2 0-15,-6 2 1 0,0-1-1 16,0 1 3-16,-2 1 3 15,-7 0-3-15,0 1-10 16,2 4-3-16,-3 0-1 16,4 4-6-16,-2 0-18 0,0 4-25 15,0 8-24-15,-1-1-32 16</inkml:trace>
  <inkml:trace contextRef="#ctx0" brushRef="#br0" timeOffset="79466.45">19452 18281 101 0,'0'0'5'0,"0"0"11"0,0 0 2 0,0 0-8 16,0 0 3-16,0 0-5 16,0 0-4-16,34-41-3 15,-24 34 0-15,-1 1-1 16,3 2 1-16,-3-2-2 16,1 5-16-16,-3-1-5 0,0 2-44 15</inkml:trace>
  <inkml:trace contextRef="#ctx0" brushRef="#br0" timeOffset="79644.17">19521 18359 177 0,'0'0'16'16,"0"0"5"-16,0 0-24 15,0 0 3-15,0 0 3 0,0 0-5 16,0 0 0-16,0 0-7 15,44-18-24-15,-29 6-25 16,2-2-24-16</inkml:trace>
  <inkml:trace contextRef="#ctx0" brushRef="#br0" timeOffset="79911.45">19702 18199 151 0,'0'0'11'0,"0"0"4"15,0 0-8-15,0 0-7 16,0 0 0-16,-29 43 0 0,29-34-1 16,0-2 0-16,0-2-4 15,4-2-1-15,5-3 0 16,-1 0 6-16,1 0 3 16,-1-8 1-16,0-1 7 15,2-3-3-15,-4 2-1 0,-1-3 4 16,-3 3-4-1,-2-1 0-15,0 3-2 0,0 2-2 16,-2 0 0-16,-7-1-29 16,-3 1-99-16</inkml:trace>
  <inkml:trace contextRef="#ctx0" brushRef="#br0" timeOffset="81482.1">20887 16949 42 0,'0'0'15'0,"0"0"1"0,0 0-5 0,0 0-8 16,0 0 0-16,0-1-2 15,0 0-1-15,0 1 1 16,0 0-1-16,0 0 0 0,0 0 2 15,0 0-1-15,0 0 3 16,0 0 6-16,0 0 4 16,0 0-2-16,0 0 0 15,0 0-5-15,0 0-6 16,0 0-2-16,0 0 1 16,0 0-1-16,0 0 1 0,2 0 1 15,-1 0 0-15,2 0-1 16,-1 0 2-16,1 0-2 15,-1 0 1-15,-1 0 0 16,1 0-1-16,1 0 1 0,2 2-1 16,-3 1 1-16,2-1-1 15,1 0 0-15,1 1 0 16,0 0 1-16,1 0-2 16,1-1 2-16,1 0-1 15,0-1 3-15,-2 1-3 16,2-1 3-16,0 1 2 15,-1 0-1-15,1 1-2 0,-2-1-1 16,0 0 1-16,-2 0-1 16,1-2-1-16,-4 1 1 15,1-1-1-15,1 0 1 16,-2 3 0-16,1-3 0 0,-1 2 1 16,-1-1-5-16,0 0-18 15,-1 0-20-15,0-1-21 16</inkml:trace>
  <inkml:trace contextRef="#ctx0" brushRef="#br0" timeOffset="82197">21026 16833 25 0,'0'0'62'0,"0"0"-48"0,0 0 7 0,0 0-9 16,0 0-4-16,0 0 0 15,0 0 0-15,0 0 0 16,0 0 0-16,0 0 0 16,0 0-2-16,0 0-3 15,-15 5-1-15,13 2 1 0,0 0-1 16,2 3-2-16,-4 0 0 16,2 3 1-16,-1-2-1 15,1 2 0-15,-3 0-1 16,2 1 2-16,-2-2-1 0,4-1 0 15,-3 0 0-15,2 2 1 16,0-2-1-16,1-1-1 16,0 0 2-16,0-1-1 15,0-1 0-15,1-1 0 16,-1 1 1-16,-1-3-1 0,2 2 1 16,-2-3-1-16,0 2 1 15,1-2-1-15,-1 1 0 16,1-2 1-16,-1 1-1 15,2-1 1-15,-1 0-1 16,-2-1 0-16,3 1 1 16,-2 0-2-16,2 0-1 15,-3 1-13-15,2-1-24 0,-2-3-11 16,2 0-13-16</inkml:trace>
  <inkml:trace contextRef="#ctx0" brushRef="#br0" timeOffset="82712.45">20889 16945 59 0,'0'0'5'0,"0"0"10"0,0 0 1 0,0 0-8 0,0 0-3 16,0 0-2-16,0 0 1 16,0 0 6-16,0 0-2 15,0 0-3-15,0 0-4 0,12 20 0 16,-7-15 1-16,2 2 0 16,0-1 0-16,2-2 1 15,2 2 2-15,0-2-2 16,0-1 0-16,1 1-1 15,1-2-1-15,-1 2 1 0,-1-1-2 16,0 0 0-16,-2-1 0 16,-2 0 0-16,1 1 0 15,-2-2 1-15,0 2-1 16,0-3 1-16,-4 0-8 16,-1 0-29-16,-1 0-52 15</inkml:trace>
  <inkml:trace contextRef="#ctx0" brushRef="#br0" timeOffset="83088.93">20983 16830 63 0,'0'0'19'0,"0"0"-19"15,0 0 1-15,0 0 2 16,-11 49 7-16,9-29 2 16,1 4-1-16,-1 2 4 0,0 1-5 15,0 1-6-15,0 1-3 16,0-4 0-16,2 2-2 16,0-7-25-16,0-1-61 15</inkml:trace>
  <inkml:trace contextRef="#ctx0" brushRef="#br0" timeOffset="83987.57">21633 17331 84 0,'0'0'16'0,"0"0"4"0,0 0-4 0,0 0-13 16,0 0-2-16,0 0-1 15,0 0 1-15,0 0-1 16,0 0 0-16,0 0 1 16,0 0 2-16,0 0 1 15,26 18 4-15,-20-13 0 0,0 0 4 16,1 0-3-16,0-1 0 15,2 0-5-15,0-1 0 16,0 3 1-16,1-4-2 16,-1 1-1-16,-1 1-1 0,0-2-1 15,0 1 2-15,-3 0-2 16,0-2 1-16,-1 1 0 16,1 0 0-16,-1-2-2 15,-2 2-19-15,-2-2-30 16,0 0-21-16</inkml:trace>
  <inkml:trace contextRef="#ctx0" brushRef="#br0" timeOffset="84404.77">21732 17263 104 0,'0'0'8'0,"0"0"6"0,0 0-4 15,0 0 0-15,0 0-1 16,0 0-2-16,0 0 9 16,0 0-10-16,0 0-3 15,0 0 2-15,-16 30 3 0,14-17-4 16,1 3 0-16,0 0-3 16,0 1 0-16,-1 3-1 15,0 1 1-15,0 2-1 16,-2-2 0-16,1 2 0 15,1-2 0-15,-5 3-1 16,3-5-11-16,-2-1-37 0,1-5-44 16</inkml:trace>
  <inkml:trace contextRef="#ctx0" brushRef="#br0" timeOffset="85166.21">22008 16093 34 0,'0'0'63'0,"0"0"-28"0,0 0-27 0,0 0-8 0,0 0 7 16,0 0 9-16,0 0 3 15,0 0-10-15,0 0-2 16,0 0-3-16,0 0 0 16,41 17 1-16,-32-12-1 0,0 0-1 15,0 0 0-15,0 1-1 16,2-3-1-16,0 1 1 16,-3-2-1-16,2 0 1 15,-1 0-3-15,-2-1 4 0,1-1-2 16,-3 2 1-16,0-1 1 15,-1-1-3-15,0 1-2 16,0-1-12-16,1 0-20 16,-3 0-19-16,-1-2-18 15</inkml:trace>
  <inkml:trace contextRef="#ctx0" brushRef="#br0" timeOffset="85472.16">22128 16029 110 0,'0'0'10'0,"0"0"15"0,0 0-5 16,0 0-7-16,0 0-7 15,0 0-4-15,0 0-3 16,0 0 1-16,0 0 0 16,-27 36 2-16,22-17-2 15,-5 7 2-15,1 0 0 16,1 3-3-16,-2-1 4 0,1 1-1 16,2-4-2-16,1 0-24 15,2-7-48-15</inkml:trace>
  <inkml:trace contextRef="#ctx0" brushRef="#br0" timeOffset="86299.37">22858 16737 9 0,'0'0'49'0,"0"0"-37"0,0 0 17 0,0 0-3 15,0 0-3-15,0 0-9 16,0 0-1-16,0 0 0 16,0 0-3-16,42 17-4 15,-34-15-2-15,0 1 0 0,2-1-2 16,0 0 0-16,-3 1-1 15,2-1 0-15,0 0 0 16,-1-2 1-16,-1 4-6 16,0-4-8-16,-2 0-23 15,-3 0-36-15</inkml:trace>
  <inkml:trace contextRef="#ctx0" brushRef="#br0" timeOffset="86598.11">22932 16702 78 0,'0'0'63'0,"0"0"-33"0,0 0-19 16,0 0-14-16,0 0 1 15,0 0 5-15,0 0 0 16,-12 49 0-16,9-34-1 16,-1 0 0-16,0 2 0 15,0 3-1-15,-1 0-1 0,0 3 0 16,-2 1-6-16,0-4-18 16,1-1-10-16,-1-2-4 15,0-6-53-15</inkml:trace>
  <inkml:trace contextRef="#ctx0" brushRef="#br0" timeOffset="86939.05">22807 16825 103 0,'0'0'7'0,"0"0"5"16,0 0 8-16,0 0 3 15,0 0-1-15,38-7-9 16,-28 7-9-16,4 0-2 15,0 5 0-15,2 0-1 0,1 2 1 16,1-1-1-16,0-2 0 16,-1 1 0-16,2-3-1 15,-4 0-5-15,-2-2-25 16,-2 0-36-16</inkml:trace>
  <inkml:trace contextRef="#ctx0" brushRef="#br0" timeOffset="87187.07">22891 16761 9 0,'0'0'95'0,"0"0"-67"16,0 0 2-16,0 0-32 15,0 0 16-15,0 0-12 16,0 0 0-16,-6 52-2 16,5-31 1-16,1 2-3 15,0-1-8-15,0-2-32 16,0-2-24-16</inkml:trace>
  <inkml:trace contextRef="#ctx0" brushRef="#br0" timeOffset="94203.59">20900 16918 60 0,'0'-2'3'0,"0"1"-2"0,0-1 2 0,0 1 3 0,1 0 15 0,-1-1-8 16,0 2-8-16,1 0-4 16,0 0 3-16,0 0 0 15,0 0-1-15,1 0-2 16,-1 0-1-16,2 0 2 16,-1 0 0-16,-1 0-1 0,2 0 1 15,0 0-1-15,2 2 0 16,-3 0 1-16,0 0 1 15,1 2 4-15,1 0-3 16,0-1-1-16,1 2-1 0,-1-1 0 16,2 1-1-16,-2-3-1 15,2 1 3-15,-2-1 1 16,2 1 2-16,1-1 6 16,1 0-4-16,-1 0-6 15,-1 0 0-15,1-1-1 16,-1 0-1-16,-1 2 0 0,-3-3 2 15,-1 3-2-15,1-2 0 16,-1 1 1-16,0-1 1 16,0 2 0-16,0-1 0 15,1 0 1-15,0 1-6 16,0 0-19-16,-1-2-21 0,-1-1-9 16</inkml:trace>
  <inkml:trace contextRef="#ctx0" brushRef="#br0" timeOffset="95092.27">21685 17355 133 0,'0'0'14'0,"0"0"5"0,0 0-13 0,0 3-10 0,0-2-1 15,0 2 12-15,0 2 1 16,5 0 1-16,3-2-8 15,-1 3 1-15,0-1-2 0,3-1 1 16,-2-2 1-16,0 1-3 16,0 0 2-16,1-3-2 15,1 1 4-15,-4-1-2 16,3 0 1-16,-2 0-5 0,0 0-22 16,-3 0-24-16,-1 0-19 15</inkml:trace>
  <inkml:trace contextRef="#ctx0" brushRef="#br0" timeOffset="95341.16">21715 17327 174 0,'0'0'13'0,"0"0"3"16,0 0-7-16,0 0-5 16,-25 45-1-16,21-31 0 15,0 3-2-15,0-1 0 16,2 0-1-16,1-1-1 0,1 1-10 16,0-6-38-16,-1-3-33 15</inkml:trace>
  <inkml:trace contextRef="#ctx0" brushRef="#br0" timeOffset="99039.75">20976 16307 191 0,'-6'0'-31'0,"3"0"54"0,1 0-13 0,2 0-3 0,0 0-9 16,0 3-3-16,4 2 2 15,3 2 4-15,9 4 6 16,3 1-3-16,7 4 3 15,9 2-4-15,5 2-2 0,7 6 1 16,5 1-1-16,6 3-2 16,5 2 2-16,6 1-1 15,6 0 2-15,6 1 4 16,5-2 1-16,7 2 1 16,5-2 0-16,3 0-1 15,9-2-3-15,2 0 2 0,3-3-3 16,-2 1 0-16,2-1 2 15,-3-4 0-15,-2-1 0 16,-3-3-2-16,-6-6-17 16,-8-6-35-16,-10-7-51 15</inkml:trace>
  <inkml:trace contextRef="#ctx0" brushRef="#br0" timeOffset="99438.79">22599 15794 97 0,'0'0'5'0,"-33"49"7"0,10-14 8 15,-2 13-2-15,-6 13 2 16,-8 15-1-16,-7 13 0 0,-11 19-6 15,-11 18-4-15,-4 22-1 16,-15 16 0-16,-4 17-5 16,-6 19-1-16,-7 12-5 15,-2 5-12-15,-3-6-18 16,-3-4-35-16</inkml:trace>
  <inkml:trace contextRef="#ctx0" brushRef="#br0" timeOffset="102673.52">16157 10478 47 0,'0'0'3'0,"0"0"11"0,0 0 4 0,22-44-5 0,-18 36-1 16,-2-1-5-16,-1 2 0 16,0 1-2-16,-1 2 6 15,0 1-4-15,0 2-3 16,0-2-4-16,0 3 1 0,0-1 4 16,0-1-4-16,0 1-1 15,0 1 3-15,0-2-2 16,0 1 6-16,0 1 1 15,0 0-3-15,0 0-2 16,0 0-7-16,0 0-3 0,0 1-2 16,0 6 4-16,0 2 8 15,0 1 0-15,-1 1-1 16,1 0-2-16,0 1 0 16,0-1 0-16,0 2-2 15,7-3 1-15,-2 3-1 16,5 0-1-16,0-1 0 0,3 1 3 15,-3 3-2-15,2 0 4 16,-1 0-1-16,-1 4-1 16,-3 0 2-16,1 0-4 15,-3 0 5-15,3 0-2 0,-1-2-1 16,2 1 1-16,2-2-3 16,3 0 1-16,-1 0-2 15,3 0 3-15,-1 1 1 16,-1-2-1-16,0 4 0 15,-1-2 2-15,0 1-2 0,-2 1 0 16,-1-2 1-16,0 3-1 16,-1-2 0-16,0-2-1 15,-1 3-1-15,2-3 4 16,-2-1-2-16,3-1 0 16,-1 1-2-16,1-2 1 15,1 0 1-15,-2 0 0 0,1-1 0 16,1 3 1-16,-1 0-1 15,-2 0 0-15,0 2 2 16,0 0-1-16,-2 2-1 16,2-1 0-16,-2-1 0 15,1 0 1-15,-2-1-1 0,3 0-1 16,1 2 1-16,0-2-1 16,1 3 1-16,-1-3 1 15,-1 4 0-15,-1-1-1 16,0 0 1-16,-4 0-3 15,3-2 3-15,-2 1 0 0,4-2-2 16,-2 0 0-16,3-2-2 16,2 1 3-16,-4-2 0 15,2 2 0-15,0 0 2 16,-2 0-2-16,0 0 1 16,-3 1-2-16,3 0 1 15,-3-1 0-15,0 1 0 0,1-3 0 16,-1 0 0-16,3 1 0 15,-2-3-2-15,2 0 1 16,1-1 2-16,-2 0-1 16,2-1 2-16,-1 1-2 0,0-2 1 15,2 5-1-15,-2-2 1 16,0 3 0-16,-1 0 0 16,1 2-1-16,-1 1 2 15,0-4 0-15,-2 2-2 16,4 1-2-16,0-4 1 15,0 0 0-15,0-2 1 0,4 0-1 16,-2 1 0-16,2-1 1 16,1 0 1-16,-1-1 1 15,1 2 1-15,-5 0-2 16,0-2 0-16,2 2 0 16,-4-1 1-16,1 2-1 0,-3-2 1 15,4 2-2-15,-1 0 1 16,0 0-2-16,3-1 1 15,-2 1 0-15,0 0 0 16,1-2 1-16,-1 2 0 16,-2-4-1-16,2 1 0 0,-4-2 0 15,4 2 1 1,-4-3-1-16,3 2-1 0,-3-1 1 16,4-1 1-16,-2 2-2 15,1-1 2-15,0-1 0 16,1-1-2-16,-2-2 2 0,1-1-1 15,0 0 2-15,-1-2-1 16,2 1 1-16,-1-1-1 16,1 2 1-16,1-1-22 15,-5-2-60-15</inkml:trace>
  <inkml:trace contextRef="#ctx0" brushRef="#br0" timeOffset="104402.95">18600 12066 74 0,'-4'-6'-5'0,"2"2"10"0,0 0 3 0,-1-2-4 15,3 0-1-15,-2 1 0 16,0-4 1-16,-4 0-1 16,2 1 4-16,0-2 2 15,-4 3 4-15,-1 1-5 0,-4 2-8 16,-1 2 3-16,-4 1-2 16,0 1-3-16,-6 0 3 15,1 3-2-15,0 4 3 16,-2 2-2-16,0 1 6 15,1 0-5-15,0 4 2 16,0-2 0-16,1 4 2 16,-1 3-3-16,1-1 0 0,-1 4-1 15,3 2-1-15,2 0 0 16,2 3 0-16,2 7-1 16,-1-1 1-16,5 2-1 15,-2 5 0-15,1 1 0 0,2-1 0 16,3-5 0-16,0-2-1 15,5-3 0-15,2-6 0 16,0-3-2-16,0-1 2 16,7 0-1-16,2-3-1 15,3 3 2-15,3 2 1 0,1 1 0 16,5 0 2-16,-2 2-1 16,3 1 0-16,2 0 1 15,3-2-1-15,0-3-1 16,2-2 2-16,3-5-1 0,3-3 0 15,1-4 3-15,5-3-1 16,1-2-1-16,4 0 2 16,-1-1-3-16,-3-1-1 15,1 0 1-15,-2 0-8 16,-2 0 7-16,1-10 1 16,-2-6 1-16,3-2 3 0,-3-6 5 15,0-2 3-15,0-2 3 16,-5-2 4-16,-3-1 1 15,-3-2 2-15,-4-4-5 16,0 3-7-16,-4-6-6 16,-3-1-1-16,-1-3-2 0,-4 1 2 15,-3-3-1-15,-6 0-1 16,-2 2 0-16,-2-1 0 16,-14 1 1-16,-6-2-1 15,-9 1 0-15,-9-1-1 16,-13 2-4-16,-10 2 3 0,-9 5-1 15,-17 6-3-15,-17 11-11 16,-19 10-28-16,-20 7-32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30:14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22659 8656 9 0,'-2'0'6'0,"-1"0"12"0,0 0-6 0,1 0 1 16,-2 0-2-16,4 0-4 16,-2 0-2-16,1 0-3 0,1 0-2 15,0-3 1-15,0 3-1 16,-1-1 0-16,0-1 1 15,1 2-1-15,-1-1 1 16,0 1-2-16,0 0 0 0,0 0-14 16</inkml:trace>
  <inkml:trace contextRef="#ctx0" brushRef="#br0" timeOffset="780.72">22659 8656 31 0,'-39'-3'18'0,"39"3"-11"15,0 0-2-15,0 0 3 16,0 0 0-16,0-1 0 16,1-1 2-16,0-1-4 15,0 2 2-15,0 0-4 16,-1-1 5-16,1 1-1 16,0-2-2-16,0 3-5 0,0-1 0 15,1 0 0-15,-2 1 0 16,2 0 0-16,-2 0 2 15,0-1 0-15,0 1 2 16,0 0-2-16,0 0-1 16,0 0-2-16,1 0 1 15,1 0 0-15,0 0 0 0,2 1-1 16,0 1 1-16,-3 2 0 16,4 0 0-16,-3 2-1 15,2-2 2-15,0 2-1 16,0 1-1-16,3-1 1 0,-2 1-1 15,4 0 0-15,-2 0 0 16,1 2 0-16,-2-2 0 16,2 1 0-16,-2-2 0 15,1 1 0-15,-1-1 0 16,2 1 0-16,-5-3 0 0,3 2 0 16,0-2 1-16,-3 0-1 15,0 1 0-15,2-1 0 16,-1-2 0-16,-1 0-1 15,1 1 1-15,1-2 1 0,-2-1-2 16,1 0 1-16,0 0 0 16,1 0 3-16,1 0 0 15,0-4 1-15,2-2 1 16,0-2-2-16,4-2 0 16,-4-1 4-16,2-5-2 0,2 0 0 15,1-3 4-15,1-3-1 16,1-3 2-16,4-1-2 15,2-4-1-15,4-1-1 16,2-2-1-16,2 1-1 16,1 0-2-16,0 0 0 0,-2 1 0 15,-1 1-2-15,-1 0 1 16,-2-1 0-16,0 1 0 16,0 4 0-16,0 1-1 15,-1 2 0-15,0 0 2 16,1 3-2-16,-1 5 0 15,-3-1 1-15,0 5-2 0,-4 2 1 16,-5 4-2-16,-4 4-9 16,-5 1-19-16,-2 5-26 15,-7 9 11-15,-11 4-2 16,-6 7-29-16</inkml:trace>
  <inkml:trace contextRef="#ctx0" brushRef="#br0" timeOffset="1579.01">22743 8660 27 0,'-1'0'6'0,"-4"-3"17"0,5 3-5 0,0-1-5 0,0 1-3 16,0-2 0-16,0 2-6 15,0 0-5-15,0 0 3 16,0 0-1-16,0 0-1 16,5 6 0-16,-2 0 0 15,1 2 1-15,2 1 0 16,-3 1-1-16,1 1 0 0,2 1 1 16,0-1-1-16,0 0 1 15,0 1-2-15,0-2 2 16,1-2-1-16,0 0 0 15,0-1 0-15,0-2 0 16,0-1 0-16,0-2 0 0,0-2-2 16,3 0 2-16,-3 0 14 15,5-6-2-15,2-7-4 16,3-5 0-16,4-5-2 16,4-4 2-16,4-8 3 15,2-2-5-15,3-6 7 0,2-4 2 16,2-4 3-16,-2-4-4 15,2-2-3-15,-2 0-1 16,1 6-1-16,-3 3-3 16,-3 7 1-16,-6 9-4 15,-3 11-2-15,-5 4 1 0,-5 5-2 16,-1 5 0-16,-3 3 1 16,0 4-1-16,-3 0-4 15,-1 2-18-15,-4 6-35 16,0 2-59-16</inkml:trace>
  <inkml:trace contextRef="#ctx0" brushRef="#br0" timeOffset="4223.53">18633 13123 27 0,'-1'0'40'0,"-1"0"-10"0,2-2-3 0,-1 1-6 0,1 0-6 16,0 0-5-16,0 1-7 0,0 0-2 15,-2 0 2-15,2 0 0 16,0 0 3-16,0 0-3 16,0 0-1-16,0 0-2 15,0 0-2-15,0 0 1 16,0 3 1-16,0 3 0 0,0 0 0 16,0-1 0-16,0 2 0 15,0-2 1-15,0-1-1 16,0 0-1-16,2-4 1 15,-1 2-2-15,1-2-4 16,0 0 12-16,0 0 8 16,2-2-4-16,-2-5-6 0,-1 1-2 15,1-2-1-15,-1 1 0 16,-1 0 2-16,0 2-3 16,0 1 0-16,-4 1 0 15,-2 3-10-15,1 0 1 0,1 0 3 16,-3 3 2-16,3 4 2 15,-3 2 2-15,4-2 0 16,0 1 0-16,2-2 0 16,1 1-1-16,0-1 0 15,0-2 1-15,0-2-3 16,0-1 2-16,0-1-1 0,1 0-1 16,2 0 6-16,0 0 2 15,2-6-1-15,-5 1-2 16,2-1 0-16,-2 0 1 15,0 1-3-15,0 0 1 16,-7 1-1-16,3 0 0 0,-1 3 0 16,-1 0-1-16,1 1 5 15,1 0-3-15,-1 0-2 16,3 1 1-16,0 4 0 16,1 1-1-16,1 1 1 15,0-1-1-15,0-1 1 0,0 2 0 16,0-1-1-16,2-3 0 15,1-2-1-15,4 1 1 16,-5-2-3-16,2 0 5 16,1 0 3-16,-1-4 2 15,-1-1-3-15,0-3 2 0,-1 2-2 16,2-1-1-16,-4 1 2 16,0 2-1-16,0 0-1 15,-5 1 0-15,0 1-3 16,1 1 0-16,-4 1 4 15,3 0-4-15,-4 0 0 0,6 0-2 16,-1 6-4-16,0-1 3 16,2 2 2-16,1-1 2 15,1 0-1-15,0-2 1 16,0 0-3-16,0-1 1 16,0-3 0-16,5 0 0 15,1 0 1-15,0 0 1 0,3-2-2 16,-1-4 4-16,0-1-2 15,2 0 0-15,-5-2-2 16,1 2 2-16,-3-2 0 16,-2 2 2-16,-1 1-2 0,0 2 3 15,0 0 1-15,0 1 1 16,-1 3-4-16,-2 0-2 16,-1 0 4-16,2 0-7 15,-1 0-7-15,1 3-5 16,2 1-3-16,0-1-2 15,0 2-4-15,0-3-10 0</inkml:trace>
  <inkml:trace contextRef="#ctx0" brushRef="#br0" timeOffset="4922.16">18640 13145 122 0,'0'2'4'0,"-2"-2"16"0,1 0-14 0,1 0-6 16,0 1-1-16,0 1 1 15,0-1 0-15,0 2-3 16,0 0-11-16,0-2-14 16,0-1-16-16</inkml:trace>
  <inkml:trace contextRef="#ctx0" brushRef="#br0" timeOffset="5122.1">18640 13145 109 0,'2'20'5'0,"-1"-20"-6"16,2 0 4-16,-1 0 2 15,0 0-4-15,2 0 0 0,-2 0-1 16,0-1-6-16,0-2-27 16</inkml:trace>
  <inkml:trace contextRef="#ctx0" brushRef="#br0" timeOffset="5307.28">18685 13161 175 0,'0'0'5'15,"0"0"-7"-15,0 0-5 0,0 0 2 16,0 0 0-16,0 0-14 16,0 0-9-16,0 0-16 15</inkml:trace>
  <inkml:trace contextRef="#ctx0" brushRef="#br0" timeOffset="9734.9">1619 14827 44 0,'-2'-1'3'0,"0"-2"-2"0,1 0-1 0,-2 1 1 15,1-2-1-15,2 1-1 16,0 1 1-16,0-1 1 15,0 1-1-15,0-2-1 16,0 1-18-16</inkml:trace>
  <inkml:trace contextRef="#ctx0" brushRef="#br0" timeOffset="11129.52">1601 14811 48 0,'0'0'9'0,"0"0"7"0,0 0-10 15,0 0 2-15,0 0-4 16,0 0-3-16,0 0 3 0,0 0-1 16,0 0 0-16,0 0-2 15,-3-29-1-15,3 27-1 16,0-1 1-16,5 2 0 16,-1-2 0-16,4 0 0 15,0-1 0-15,1 2 0 0,-1-2 0 16,2 1 0-16,-1 1-1 15,-1 2 2-15,-1-1-1 16,-2 1 0-16,2 0 1 16,-5 0-1-16,2 2-1 15,-2 4 0-15,-2 1-1 0,2 1 5 16,-2 2 3-16,0 0-3 16,0 2 0-16,0-2-2 15,0 0 1 1,0-1-2-16,0 0-1 0,0-1 2 15,3-2-2-15,4-1 1 16,-2 0 0-16,3-1 1 0,-3-1 1 16,3 0-5-16,2-3 6 15,-4 0-2-15,3 0-1 16,-2 0 2-16,4-3 0 16,-2-4 0-16,-1 1 0 15,2-2-1-15,-1-1 0 0,-3-1 1 16,1-1 0-16,0 0-1 15,-5 2 0-15,3-1 1 16,-3-1-1-16,-2 2 1 16,2 2-1-16,-2 0 2 15,0 1-2-15,0-1 1 0,0 4 0 16,0-1 0-16,0 0-1 16,0 1 0-16,0 1 0 15,0 1-1-15,0 0 3 16,-2 1-3-16,2 0 1 0,0 0-2 15,0 0-2-15,0 0-3 16,0 0 3-16,0 0 2 16,0 4 1-16,0 2-1 15,2 0 1-15,0 1-4 16,0 1 3-16,3-1 1 0,-3 4 0 16,2 1 0-16,1-1 1 15,-2 3-1-15,-1 1-2 16,0 2 3-16,0-1-1 15,-2 2 1-15,0 2-1 16,0-2-3-16,0 4 5 0,0 0-1 16,0 1-3-16,0 0 4 15,-6 2-2-15,-2-2 0 16,-2 1 0-16,-2-3-3 16,-2 1 11-16,0-4-6 15,-1 1-2-15,-2-4 1 16,1-3 2-16,1-3 1 0,-1-4 8 15,1-2-3-15,1-3 3 16,1 0 5-16,-4 0 3 16,3-6-9-16,-1-1 1 15,0-2-5-15,1-1 2 16,1 0-6-16,1 1 0 0,2 0-3 16,-1-1 4-16,4 4-4 15,1-1 2-15,0 2-1 16,2 0-6-16,4 2 1 15,0 2 0-15,0 0-8 16,0-1-28-16,2 2-4 16,8-3-11-16,-3-1-58 0</inkml:trace>
  <inkml:trace contextRef="#ctx0" brushRef="#br0" timeOffset="11649.03">2040 14875 92 0,'0'0'2'0,"0"0"-5"0,0 2 2 16,1 1 0-16,1-1 3 15,1 0 1-15,1 0 2 0,0-1-3 16,1 0 4-16,1-1 1 16,1 0 1-16,2 0-2 15,0 0-1-15,2 0 3 16,1 0 1-16,-3 0-4 0,3 0-1 15,0-1-3-15,-1 1 1 16,-2 0-1-16,2 0 1 16,-2 0-1-16,-3 5-4 15,2 1-36-15,-4-2-65 16</inkml:trace>
  <inkml:trace contextRef="#ctx0" brushRef="#br0" timeOffset="11883.82">2144 15054 135 0,'0'0'11'16,"0"0"-16"-16,0 0-3 16,0 0 25-16,0 0 1 15,0 0-10-15,0 0 3 16,0 0-8-16,31-4-1 0,-18 4-1 15,1 0 4-15,-1 0-4 16,3 0 3-16,0 0-9 16,0 1-36-16,-1-1-47 15</inkml:trace>
  <inkml:trace contextRef="#ctx0" brushRef="#br0" timeOffset="14325.55">1529 14522 73 0,'0'0'12'0,"0"0"3"0,-4 0-13 0,-1 0 4 15,0 4 0-15,1 2-3 16,0 2 4-16,1 0-5 0,1 4-4 15,0 1 4-15,2 1-1 16,-2 6-1-16,2 0 1 16,0 5 0-16,0 2 3 15,-2 3-1-15,0 4 1 16,0 2-3-16,-2 1-1 0,0 1 1 16,-4 0-1-16,1-1 0 15,0 0 2-15,-6-3-4 16,2-2 2-16,-3-5 3 15,1-2-1-15,-5-5 1 16,4-6 1-16,1 0 3 0,2-6-3 16,0-3-1-16,1-1 1 15,4-2 0-15,3-2 5 16,1 0 1-16,2 0-2 16,0 0 2-16,0-6-9 0,3-1 0 15,8 1 0-15,-2-1-1 16,4-2 1-16,5 1-1 15,-3 1-1-15,6 2 2 16,-1-2-1-16,0 2-1 16,0 2 1-16,1 3-2 15,-2 0 1-15,-1 0-1 16,0 0-1-16,-2 3-1 0,2 4 1 16,-3 2 1-16,1-1-1 15,0-1 2-15,0 1-2 16,1-2 2-16,-1 1-1 15,-1-3 1-15,4 0-1 0,-2 1 1 16,1-3 0-16,-2 1 1 16,2-3 0-16,-3 0 0 15,-1 0-1-15,-3 0 3 16,1-2 2-16,-4-3 0 16,1-1 1-16,-3-1-2 0,-1 1-1 15,-2-1 1-15,-3-3-56 16</inkml:trace>
  <inkml:trace contextRef="#ctx0" brushRef="#br0" timeOffset="15036.39">1532 14480 87 0,'0'0'2'0,"0"0"-1"0,0 0 1 0,-17 43 1 0,13-24 3 15,-3 5 5-15,-1 3-3 16,-2 5-2-16,0 1-3 16,1 2 2-16,-3 0-1 15,-1 0-1-15,0-2 5 16,-1-2-5-16,1 0 2 0,-3-2-3 15,3-2 0-15,-3 0-1 16,1-3 2-16,-1-1-2 16,1-2 3-16,1-1-3 15,2-5 2-15,4-2-1 16,0-4 0-16,4-4 0 0,2 0-2 16,2-4-1-16,0 1-5 15,0-2-1-15,9 0 7 16,3 0-1-16,3-5 1 15,7-3-2-15,-1 0 1 16,3 0-3-16,2 1 4 0,3 0-3 16,-2 2 3-16,-2 3 2 15,0 2-2-15,0 0 0 16,-4 0 1-16,0 4-1 16,0 2 0-16,0 2 0 15,-3-1 0-15,-1 2 0 0,2-2 0 16,-6 0-1-16,1-1 1 15,-1-2 0-15,-1 0 0 16,-2-1 0-16,1 1 1 16,1-2 0-16,-3-2 0 15,0 0 1-15,0 0 1 0,-3-3-22 16,-3-10-77-16</inkml:trace>
  <inkml:trace contextRef="#ctx0" brushRef="#br0" timeOffset="15697.81">1592 14350 94 0,'0'0'5'0,"0"0"8"0,0 0-6 0,0 0 2 0,0 0-7 15,0 0-3-15,0 0 4 16,-36 44-3-16,32-24 2 15,-3 3 0-15,4 5 1 0,-3 2 3 16,-3 4 4-16,-1 1-4 16,-3 5 0-16,-2 1 0 15,-3 0-3-15,0-4 0 16,0 0 0-16,-2-3-2 0,3-4-1 16,-2-3 0-16,5-3 2 15,1-2-3-15,1-4 2 16,2-1-1-16,3-4-1 15,1-2 2-15,4-4-1 16,0-1-1-16,2 0-3 16,0-2-2-16,2-1 0 0,4-2 5 15,5-1-1-15,1 0 0 16,1 0 2-16,3 0 0 16,1 0 0-16,4 0 0 15,-1 0-1-15,0 0 0 16,2 0 1-16,1 0 1 0,-4 3-1 15,2-1 0-15,-1 2 0 16,-2 0 1-16,2 0-1 16,-3 1 0-16,-1 0 0 15,-1 1 2-15,0-2-2 16,-2-1 0-16,0 3 2 16,-4-3-1-16,0-1 3 0,-2-2-3 15,-2 0-26-15,-1-2-38 16</inkml:trace>
  <inkml:trace contextRef="#ctx0" brushRef="#br0" timeOffset="16232.33">1558 14459 72 0,'0'0'3'0,"0"0"10"0,0 0 3 0,0 0 0 0,0 0-10 15,0 0 3-15,0 0-10 16,0 0 3-16,-31 42-2 15,29-17 3-15,-5 5 3 0,2 1-3 16,-1 5 0-16,-1 0-1 16,-4 0-1-16,2-2 0 15,0-1 1-15,-2-3 0 16,-1-4 0-16,2 0 2 16,1-4-2-16,1 0 1 15,2-3-3-15,4-4 1 0,2 1-4 16,0-4 1-16,0-3-2 15,4 1 2-15,5-3 1 16,3 0-3-16,1-4 4 16,3 0 2-16,1-3 1 15,1 0-2-15,3 0 1 0,-2 0 1 16,4-3 4-16,2-4-4 16,0-1 1-16,1 0-2 15,3 3 3-15,0-1-3 16,2 2 1-16,2 4 1 15,-1 0 1-15,1 0-10 16,-4 0-61-16</inkml:trace>
  <inkml:trace contextRef="#ctx0" brushRef="#br0" timeOffset="20488.09">2778 14675 14 0,'0'-1'8'0,"0"-1"-6"0,0 2-1 16,0-1 3-16,2 1 8 0,-2 0 3 15,0-1-7-15,0 1 1 16,0 0 3-16,0 0 2 16,0 0 3-16,0 0 1 15,0 0-3-15,0 0-7 16,0 0-6-16,0 0-1 0,0 0 0 16,0 2 1-16,0 3-2 15,0 0-2-15,0 2 2 16,0-1 0-16,0 1-1 15,0 2 1-15,0-1-2 16,0-1 1-16,0 1-1 0,0 0 1 16,0-2-1-16,0 2 0 15,2-2-1-15,4-2 2 16,-2 1-1-16,0 0 0 16,1-1 2-16,1 0 0 15,-1-1 0-15,2 0 0 16,-1 0 0-16,1-1 2 0,2-1-2 15,-2 0 0-15,0-1 1 16,-1 0 0-16,1 0 0 16,2 0 2-16,0-4 1 15,-2-3 2-15,3-2-1 0,2 1-2 16,-1-2 0-16,1-2-2 16,-1-1 0-16,1 0 0 15,2-2 0-15,-3 0 0 16,-2 0 0-16,1 1 0 15,0 0 0-15,-3-2 0 16,2 2 1-16,-4 3-1 0,1-2 0 16,-1 3 0-16,-1 3 0 15,0 0-1-15,-2 3 1 16,-2 2 0-16,1-1-1 16,-1 2 1-16,0 0-1 15,0 1-1-15,0 0-2 0,0 0-7 16,0 0 5-16,0 0 1 15,0 5 3-15,1 1 1 16,-1 0-3-16,0 2 4 16,0-1-1-16,2 3-3 15,0 3 4-15,-2-2-2 0,2 1 1 16,0 3-1-16,2-2 0 16,-1 4 0-16,1-1-2 15,0 1 3-15,-1-2 0 16,1 2-1-16,3-1 0 0,-4 0 0 15,1-1 1-15,-2 2 0 16,0-1-4-16,-2 1 3 16,0 0 1-16,0 3 0 15,0-3-5-15,-2 3 13 16,-5 0-8-16,-2-2 3 16,0-1 3-16,0-1-7 0,-4-1 6 15,4-4-2-15,0-3 2 16,0-2 0-16,0-4 6 15,0-2 4-15,0 0 0 16,2 0-4-16,-1-8-2 16,1-2-3-16,1 3 0 0,1-2-2 15,3-2-3-15,-3 4 0 16,5-3 0-16,0 2-1 16,0 2 0-16,5-1 1 15,1 3-2-15,3 1-4 16,2 0-6-16,3 1-3 0,-1 0-7 15,3 0-13-15,-1-1-8 16,1 0-28-16</inkml:trace>
  <inkml:trace contextRef="#ctx0" brushRef="#br0" timeOffset="20915.34">3360 14790 90 0,'6'0'1'0,"-1"0"0"16,-1 0 1-16,3 0 0 0,-1 0-1 16,-1-1 3-16,4-1 3 15,0 2 1-15,0-1 5 16,3-2-1-16,0 1 0 15,1-2-4-15,1 0-3 16,1 0 1-16,2-1-4 16,3 1 0-16,-3 1 0 0,4 1 0 15,-2 1 2-15,0 1-16 16,-1 0-21-16,-1 0-18 16</inkml:trace>
  <inkml:trace contextRef="#ctx0" brushRef="#br0" timeOffset="21783.51">3843 14576 75 0,'0'0'3'0,"0"0"-4"16,0 0-2-16,0 0 2 16,0 0 4-16,0 0 3 0,0 0 0 15,0 0 0-15,0 0 0 16,4 42 2-16,-2-33 0 15,0 1-3-15,0 1-1 16,1-1-1-16,1 1 1 16,1-1-2-16,-1-1-1 15,3-1 0-15,-1 1 1 0,3-5-2 16,1 2 2-16,-2-5-1 16,3-1 4-16,3 0-1 15,-1 0 0-15,1-8 2 16,1-2-3-16,1-2-1 15,-3-2 0-15,1 0-1 0,-1 0 3 16,-2-2-2-16,-3 3 0 16,0-1 1-16,-1 1 0 15,-3 2-1-15,0 2 0 16,-3 1 0-16,0 1 0 0,-1 4-1 16,0 0 0-16,0 1 0 15,0 1-1-15,0 1-2 16,0 0-2-16,4 0 0 15,-4 0 0-15,2 3 2 16,0 3 1-16,0 4 1 16,2-3-1-16,1 4 0 0,-1 1-1 15,0-1-2-15,4 3 2 16,-4 1 2-16,0 2 0 16,1 1 2-16,-1 0 0 15,-1 2-1-15,1-1 0 16,-2-1 0-16,1-1-1 0,-1-1 2 15,-2-2 1-15,0 0 1 16,0-2-3-16,0-1-2 16,0 0 3-16,-5 1 4 15,-2-4-1-15,-1 2-2 0,1 0 4 16,-5 0-4 0,0-3 6-16,1 3-5 0,-1-3 1 15,-1-1 0-15,-3 0 0 16,3-1 3-16,-4 2 0 15,3-5-5-15,0 2 0 16,3-1-2-16,0-2 1 0,1 1-1 16,4-2 2-16,-1 0-6 15,5 0-15-15,-2 0-21 16,4-4-27-16</inkml:trace>
  <inkml:trace contextRef="#ctx0" brushRef="#br0" timeOffset="22469.91">3828 14419 96 0,'0'0'3'0,"0"0"-7"0,0 0 1 0,0 0 3 0,0 0 5 16,0 0-2-16,0 0-2 15,0 0 0-15,0 0 8 16,0 0 21-16,0 0-6 15,0 0-15-15,0 0-3 0,0 0 1 16,6-17 1 0,-6 9-4-16,0 0-2 0,2-1-1 15,0 0 0-15,-2-1 0 16,2 0 0-16,0 1 0 16,-1 0-1-16,3-1 2 0,-2-1-2 15,2 2 0-15,0 2 0 16,2 0 1-16,-2 0-1 15,-1 1 0-15,1 3 0 16,-2 2 2-16,0 1-3 16,0 0-4-16,0 0-1 15,3 0 0-15,-1 4 1 0,3 5 3 16,0-1 1-16,0 5 1 16,3 2-1-16,0-2 2 15,3 3-1-15,-1 2 1 16,-2 0 1-16,2-3-13 15,1-2-51-15</inkml:trace>
  <inkml:trace contextRef="#ctx0" brushRef="#br0" timeOffset="22929.92">4294 14273 89 0,'0'0'2'0,"0"0"2"0,0 0 1 0,38-1 3 16,-29 1 4-16,1 8 2 15,2 1-4-15,-1 2-4 16,3 5-1-16,-3 1 0 16,2 1 0-16,-1 2-2 0,-1 4 0 15,3 1-1-15,-1 0-2 16,-1 3 3-16,-2-1-4 15,-1 3 2-15,-3 1-16 16,-3 1 5-16,-2 2 44 0,-1 4-20 16,0-1-5-16,-4 4-5 15,-7-1-5-15,-5 1 9 16,-5 5-4-16,-4-1-28 16,-4-1-30-16,-3-5-24 15</inkml:trace>
  <inkml:trace contextRef="#ctx0" brushRef="#br0" timeOffset="23758.43">2707 14283 122 0,'0'0'-8'0,"0"0"13"0,0 0-2 0,0 0-3 16,0 0-2-16,0 0 4 15,-42 0 3-15,34 4 0 0,2 1-3 16,-1 0 2-16,-1 1-1 16,0 5 1-16,-3-1 0 15,3 3-4-15,-4 4 2 16,1 3-1-16,-4 3-1 15,1 2 0-15,3 5-1 0,-3 4 8 16,3 2 0-16,0 3-5 16,2 4 2-16,2 0-4 15,1-1 4-15,2 3 1 16,-1 0 2-16,5 0 2 16,0-1-3-16,0 0-3 0,9 0-3 15,4 0-1-15,7-1 0 16,7-3 1-16,2-3 2 15,7-3-1-15,6-2 2 16,8-3 1-16,4-5-2 16,6-6-30-16,1-12-47 15</inkml:trace>
  <inkml:trace contextRef="#ctx0" brushRef="#br0" timeOffset="25393.49">4524 14132 101 0,'0'0'6'0,"0"0"6"0,0 0-6 0,0 0-3 0,0 0-1 16,0 0 3-16,0 0 5 16,0 0-1-16,0 0 5 15,0 0 1-15,0 0-11 16,0 0-4-16,-22-2-4 0,22-1 8 15,0-1-3-15,4-1-1 16,1 2 0-16,-1-1-1 16,1 1 1-16,1 1-1 15,0-1 0-15,2 2 1 0,-3 1 0 16,1 0-2-16,0 0 1 16,1 0-2-16,-3 0 1 15,0 2 1-15,0 4 0 16,0-1 1-16,-2 1 0 15,-2 1 0-15,2 2-1 0,-2-2 1 16,0 0 0-16,0 0 0 16,0-1-1-16,0 0-2 15,0-1 4-15,0 0 0 16,-2 1 4-16,0-3 0 16,0 2-4-16,0-2 1 0,2-2-1 15,-3 3 0-15,2-2-1 16,0 0 1-16,-2 1-1 15,1 1 0-15,0-1 1 16,0 0 0-16,0 3-1 16,-1-2 1-16,1 3-1 15,0-3 0-15,0-1 0 0,0 2 0 16,-1-1 0-16,2-1 1 16,1-1-2-16,-1 0 1 15,1-1 0-15,0 2-1 16,0-2 0-16,0 1-1 15,0-2 3-15,0 0-2 0,0 0 0 16,0 0 1-16,0 2 0 16,0-1 0-16,0 0 1 15,0 0-1-15,0 1 1 16,0-2-1-16,0 3 0 0,0-2 0 16,0 1 0-1,0-1 0-15,0 2 0 0,0 0-1 16,1-2 1-16,-1 2-1 15,2 0 1-15,0-2-1 16,0 2 1-16,-2 0-1 16,2 0 1-16,-2-1 0 0,2 0 0 15,-2 0-2-15,0 0 2 16,2 0 1-16,-2-1 0 16,0-1 1-16,0 2 1 15,0 0 6-15,0-2-1 16,0 1-3-16,-4 0-3 0,2-1 3 15,0 0 0-15,0 0-2 16,0 0-1-16,1 0-1 16,1 0 1-16,0 0 2 15,0-4-5-15,0 1-2 16,0-1 10-16,0-2-7 16,0 3 0-16,5-2 0 0,-1 0 0 15,0 2 1-15,1-1-1 16,-1 1-1-16,2 2 2 15,-2-1-1-15,0 1-1 16,0 1 1-16,1 0-2 0,-1 0 1 16,0 0 0-16,0 0-2 15,0 3 3-15,0 1-2 16,1 0 1-16,1 2 1 16,0-2-1-16,0 2 1 15,0-2 0-15,1 2-1 16,-1-3 1-16,-2-1 0 0,1 0-1 15,0 1 0-15,0-2-1 16,-1-1-4-16,0 0 7 16,-1 0-1-16,3 0 1 15,-4 0-1-15,3-1 1 16,-3-3 3-16,3-1 0 16,-3-2 0-16,0 0 4 0,-2-1 3 15,0-1 0-15,0-1-3 16,0 2-1-16,0-1 1 15,-2 1-2-15,0 0-4 16,-2 2 1-16,2 1-1 0,1 2-5 16,1 3-16-16,-5-1-27 15,1-2-117-15</inkml:trace>
  <inkml:trace contextRef="#ctx0" brushRef="#br0" timeOffset="27949.94">2459 15651 89 0,'-5'0'10'0,"1"0"14"0,0 0 0 0,1 0 6 15,1 0-7-15,1 0-7 0,0 0-3 16,1 0-6-16,0 0-5 16,0 0-4-16,0 0-5 15,7 0 6-15,0 0-1 16,3 0 3-16,1 0-2 16,5 0 1-16,-1-2 5 0,1 2-15 15,-2-1-25-15,0 1-52 16</inkml:trace>
  <inkml:trace contextRef="#ctx0" brushRef="#br0" timeOffset="28114.49">2509 15762 95 0,'0'0'43'16,"0"0"-16"-16,0 0 6 15,0 0-15-15,0 0-10 16,0 0-18-16,0 0 2 0,0 0 2 15,37 14 5-15,-10-21-37 16,2-7-81-16</inkml:trace>
  <inkml:trace contextRef="#ctx0" brushRef="#br0" timeOffset="29018.76">3317 15506 102 0,'0'0'9'0,"0"0"12"16,0 0-18-16,0 0-8 15,0 0 4-15,0 0 1 16,0 0 0-16,0 0 0 0,0 0 1 16,13 41 2-16,-3-31-3 15,-1 1 0-15,1-2 0 16,4-2-3-16,-1-1 2 16,1-2-2-16,1-1 10 15,4-3-5-15,-2 0 0 16,3 0 0-16,0-8 4 0,3 0 0 15,-1-3-3-15,-1-2 0 16,-2 2-1-16,-3-1 0 16,-1 0 2-16,-3 0-4 15,-3 1 2-15,-5 1 1 16,0 1 3-16,-3 2 16 0,1 3-10 16,-2 1 4-16,0 3-8 15,0 0-1-15,0 0-4 16,0 0-7-16,0 4 7 15,0 4-6-15,0 1 3 16,4 3-2-16,1-1 1 0,-1 1 0 16,3 0 0-16,0 1-2 15,1 3 2-15,4-1 1 16,-3 1-2-16,-1 1-1 16,2-1 3-16,-4-2-2 0,1 0 1 15,-1 0 2-15,-1 0-1 16,0-1 0-16,-3-3 1 15,-2 3-2-15,0-3-1 16,0 0 4-16,0 1-2 16,-7-1 7-16,-2 0-1 15,-2-1 1-15,-3-1-8 16,-3-1 3-16,1-1 9 0,-3-2-6 16,2-1-2-16,0 1 1 15,-1-2 2-15,1-2-3 16,4 1-1-16,3-1-2 15,0 0 3-15,6 0-5 0,2 0 4 16,2 0-12-16,0 0-20 16,8-7-50-16,4 1 18 15</inkml:trace>
  <inkml:trace contextRef="#ctx0" brushRef="#br0" timeOffset="29323.12">3918 15615 147 0,'0'0'26'0,"0"0"14"0,0 0-21 16,0 0-1-16,0 0-15 16,0 0-2-16,0 0-1 15,0 0 0-15,41 0 0 16,-24-1 0-16,4 0 0 0,4 0 0 16,1-1 0-16,2-1-12 15,0-4-50-15,3-2-59 16</inkml:trace>
  <inkml:trace contextRef="#ctx0" brushRef="#br0" timeOffset="29744.53">4607 15287 53 0,'0'0'56'0,"0"0"-43"16,0 0 5-16,0 0-4 0,0 0-3 16,-43-15 10-16,32 19-8 15,-2 6-7-15,-1 4-2 16,1 2-2-16,-1 6 0 15,1 2-2-15,-1 2 2 16,3 4-3-16,1-2 2 0,0 1 1 16,4-4 0-16,3-1 1 15,3-1 1-15,0-4-4 16,0-1 3-16,3 3-3 16,5-4-1-16,4 2 2 15,-1-2 5-15,5-3-5 16,-3 0-1-16,5-5 0 0,2-3-9 15,2-5-8-15,-1-1-22 16,1-2-10-16,2-10 0 16</inkml:trace>
  <inkml:trace contextRef="#ctx0" brushRef="#br0" timeOffset="30391.97">4695 15524 95 0,'0'0'20'0,"0"0"18"0,0 0-8 16,0 0-7-16,0 0-11 15,0 0-11-15,0 0-6 16,0 0 3-16,0 0-2 16,-15 25 0-16,17-13 2 0,5 0 1 15,-1-1 1-15,2-1-2 16,-1 0 1-16,3-3-1 15,0-3 2-15,1-1-1 16,-2-1 1-16,5-2 3 16,-1 0 1-16,3 0 2 15,-2-2-1-15,3-4 1 0,-2-1-2 16,-1-3-3-16,-3 2-1 16,-1-1 2-16,0 1 0 15,-4-1-1-15,-1 2 2 16,-1 0 0-16,-2 3-1 15,-2 0-1-15,0 2 1 16,0-1 0-16,0 3-5 0,0-1 6 16,0 1-1-16,0 0-4 15,3 0 3-15,2 1-2 16,2 5 0-16,3 1 0 16,-1 0-1-16,5 0-1 0,-1-2-1 15,3-1 4-15,-3 1-2 16,1-2-1-16,-1 0 8 15,3-3-2-15,-3 0-9 16,-2 0 7-16,3 0 9 16,-4-6-10-16,2-1 4 15,-3 0-3-15,-3 0 7 0,-1-3-4 16,-1 3 4-16,-2-1-2 16,-2 1-1-16,0 0 0 15,0 1-1-15,-2 1-2 16,-4-2 2-16,-1 3-1 15,-3 0-1-15,2 4 0 0,1 0-7 16,3 0-10-16,0 0-15 16,0 7-17-16,4-1-13 15,0-2-9-15</inkml:trace>
  <inkml:trace contextRef="#ctx0" brushRef="#br0" timeOffset="30875.89">5295 15541 85 0,'0'0'37'0,"0"0"-26"0,0 0 2 16,0 0-6-16,0 0-5 0,0 0 5 15,-40 13 1-15,31-6 5 16,4 2-5-16,-3 2-1 16,3 1-5-16,1 2 1 15,-2 1 0-15,5-3-1 16,1 3-4-16,0-3 1 0,0-1-2 16,0-4 4-16,3 0 1 15,5-4-1-15,-3 2 2 16,3-4 2-16,2-1 6 15,-1 0 1-15,1-2-4 16,0-5-1-16,-1-1-4 0,-1-1 1 16,-1-1 1-16,0 0-1 15,-5-3 4-15,-2 2-2 16,0 1 3-16,0-1-5 16,-2 1-1-16,-9 0 0 15,2 4-2-15,0 2 0 16,-3 2 1-16,1 2-4 15,3 0-8-15,-2 0-9 0,6 6-10 16,0 0-18-16,4 1-24 16,0-3-35-16</inkml:trace>
  <inkml:trace contextRef="#ctx0" brushRef="#br0" timeOffset="31196.16">5495 15516 148 0,'0'0'7'0,"0"0"5"0,0 0-3 0,44-9 7 15,-24 2 0-15,-2 2-6 16,4-1-2-16,-1 4-3 16,-2-2-1-16,-1 1-2 0,-2 3-1 15,2 0-1 1,-5 0 1-16,1 0 0 0,-5 0-1 16,1 0-9-16,-4 3-18 15,-2-3-37-15,-4 0-26 16</inkml:trace>
  <inkml:trace contextRef="#ctx0" brushRef="#br0" timeOffset="31446.15">5645 15399 163 0,'0'0'32'0,"0"0"-15"15,0 0 6-15,0 0-13 16,0 0-10-16,0 0 2 16,0 0-5-16,0 0 1 15,-27 53 0-15,25-35 1 16,2 1 0-16,0 1 0 0,2-3 1 16,4 0-3-16,-2-3-26 15,1 3-36-15,-1-4-6 16</inkml:trace>
  <inkml:trace contextRef="#ctx0" brushRef="#br0" timeOffset="32092.95">5923 15372 168 0,'0'0'-11'0,"0"0"30"16,0 0-10-16,0 0-5 0,0 0-2 15,0 0-3-15,0 0 2 16,-7 47 4-16,7-28-1 16,0-1-1-16,0-2-1 15,2-1-1-15,6-2-1 0,-2 0 0 16,3-4 0-16,-2 0 0 15,4-3 2-15,-2-2-1 16,0-1 1-16,2-3 1 16,0 0 4-16,-2 0 1 15,1-1 0-15,0-5-3 0,-3-2-2 16,-1-1 2-16,-3 1-2 16,2-2-1-16,-5 1 0 15,0 2 0-15,0 1-2 16,0 2 2-16,0 1-2 15,0 2 0-15,0 1 0 0,0 0-2 16,0 0-3-16,0 4 4 16,2 4-1-16,4 1 0 15,-1-2 2-15,3 2-1 16,2-3 1-16,1-1-1 16,0-2 2-16,5-3-1 15,-3 0 1-15,3 0 1 0,-3 0 0 16,1-7 7-16,-6 1 4 15,1-2 3-15,-4-1-6 16,2-2-2-16,-5 1 2 16,-2-3-3-16,0 3-2 15,0-3-2-15,0 4-1 0,-2 0-1 16,-5 2-1-16,2 1-1 16,1 3-4-16,-2 3-8 15,1 0-7-15,1 5-10 16,-2 4-9-16,4 0-17 15,2-1-25-15</inkml:trace>
  <inkml:trace contextRef="#ctx0" brushRef="#br0" timeOffset="32430.45">6323 15504 63 0,'0'0'44'0,"0"0"-5"0,0 0-15 0,0 0-9 0,0 0-13 15,0 0-5-15,0 0 6 16,0 0 5-16,0 0-3 15,0 0 1-15,9 50 0 16,-9-36-4-16,2 2-1 0,1 4-1 16,-1-2 1-16,0 0-1 15,0 0 1-15,1-4 0 16,3-2-6-16,1-3-17 16,-2-7-39-16,3-2-69 15</inkml:trace>
  <inkml:trace contextRef="#ctx0" brushRef="#br0" timeOffset="32800.15">6464 15392 79 0,'0'0'22'16,"0"0"6"-16,0 0 2 0,0 0-10 16,42-26-9-16,-35 26-8 15,2 0-3-15,-2 6-1 16,-1 4 1-16,2 3-1 15,-2 3 5-15,-3 1-1 16,-1 0-2-16,-1 0 0 16,-1-1 5-16,0-2-8 0,-6 1 9 15,-6-3-5-15,-1 0-1 16,0-2-1-16,-3 0-14 16,1-4-42-16</inkml:trace>
  <inkml:trace contextRef="#ctx0" brushRef="#br0" timeOffset="33173.83">6627 15347 78 0,'0'0'23'15,"0"0"22"-15,0 0-21 16,0 0-16-16,0 0 3 0,0 0-2 16,0 0-8-16,-38-9-1 15,27 18-3-15,-1 2 7 16,1 3-4-16,1 1-1 16,0 3 0-16,1 2 1 15,5 0 0-15,0-2 1 0,4-2-2 16,0-2 1-16,0-2-5 15,6-4 4-15,3-1 2 16,1 0 1-16,1-3 6 16,1-2-2-16,2-1-3 15,0-1 1-15,2 0-2 0,1 0 1 16,-1-7-29-16,1 0-45 16,-3-6-50-16</inkml:trace>
  <inkml:trace contextRef="#ctx0" brushRef="#br0" timeOffset="33523.22">6670 15260 99 0,'0'0'11'0,"0"0"4"0,0 0 6 0,42-23-9 15,-26 19-5-15,0 1-1 16,1 3 3-16,-1 0-4 16,-2 2-4-16,-2 9 3 15,-2 5-4-15,3 6 2 16,-6 1 2-16,-3 6-2 15,-2 2 0-15,-2 2 1 0,0 2-5 16,-11-1 7-16,-3 2 0 16,-3 1-4-16,-6 2 0 15,-3-3-37-15,1-5-46 16</inkml:trace>
  <inkml:trace contextRef="#ctx0" brushRef="#br0" timeOffset="34569.96">6843 15057 51 0,'0'0'5'0,"0"0"5"0,0 0-5 0,0 0-3 0,0 0 1 16,43-7 5-16,-33 2 5 15,0 0-1-15,0 1-1 16,-1 0-5-16,1 1-2 15,0 0-2-15,-3 0-2 0,1 3 1 16,-3 0 0-16,-1 0-1 16,1 0 1-16,-1 0-2 15,-3 6 1-15,1 1-1 16,2 1 1-16,-2 2 8 16,0-1-7-16,-2 3 1 0,2 0-1 15,-2 1 0 1,0 0-1-16,0 2 1 0,0-1 2 15,0 2 0-15,0 0-1 16,1-1 1-16,-1 2-2 16,0 0 0-16,0-1 1 15,1 4 1-15,-1-2 2 0,0 2 1 16,0 1 0-16,1-1-2 16,0 2 0-16,2-1-3 15,-1-1-1-15,3 1 1 16,-4-2-1-16,2 1 1 0,0-3-1 15,-1-2 3-15,0 2-1 16,0-3-2-16,0 1 2 16,-2 0-3-16,0-1 3 15,0 0-1-15,0 1-1 16,0-1 0-16,0 0 0 16,0-2 0-16,0 2 0 0,0-1 1 15,0-1-1-15,0-2 1 16,0 0 0-16,0 0 3 15,-2-3 0-15,-2 0 0 16,0-1 3-16,-1-1 0 16,-2 1 0-16,-2 0-1 0,-2 1-2 15,-5 2-2-15,-3 1 0 16,-4 1 0-16,-6 6-1 16,-5 1-3-16,-3-2-14 15,-9 2-43-15,-2-6-61 16</inkml:trace>
  <inkml:trace contextRef="#ctx0" brushRef="#br0" timeOffset="35757.97">3236 15242 119 0,'0'0'-3'0,"0"0"11"0,0 0 8 0,-2 0-4 15,-2-3-4-15,-2 3-2 16,3 0 5-16,-3-1 0 15,-2 0-3-15,0 1 2 0,-1 0 2 16,-1 0-3-16,-2 0-4 16,3 0 1-16,-3 0-3 15,-1 0-5-15,2 0 6 16,-1 2-3-16,0 2 4 16,-2-2-3-16,5 2 0 15,-2-3-1-15,1 1 2 0,0 0-2 16,3-2 0-16,-3 2 1 15,4-1-2-15,-1 1 0 16,3 1 0-16,0-2 0 16,0 2 0-16,3 1-3 0,1-1 0 15,0 1 1-15,0 0-1 16,0 1 1-16,0-2 1 16,0 2 1-16,0 1 0 15,0-2 0-15,0 4-2 16,0-2 1-16,0 2 0 0,0 0 0 15,0 3 1 1,0 1 0-16,1 3 0 0,0-3 0 16,0 6 0-16,-1 2 0 15,0-1-1-15,0 2 1 16,0 0-1-16,0 3 1 0,0 0-1 16,-2 2 1-16,1-1-1 15,-1 1 2-15,-3 0-1 16,5-1-1-16,0-1 1 15,0-1-1-15,0 1-1 16,0 0-1-16,0-4 0 0,5 3 0 16,-2-2 2-16,3-1 1 15,-2 0 1-15,1-1 1 16,1 1-1-16,1-2 1 16,0 0-1-16,1-1 3 15,1 1 1-15,3 0-1 16,-1-2 0-16,5 1-2 0,3 1 0 15,8-3 0-15,9 0 1 16,7-4 3-16,10-5-9 16,8-6-74-16,13-7-21 15</inkml:trace>
  <inkml:trace contextRef="#ctx0" brushRef="#br0" timeOffset="36592.01">7078 14796 78 0,'0'0'11'0,"0"0"2"0,0 0-1 0,0 0 0 0,0 0 2 15,0 0 13-15,0 0 6 16,0 0-11-16,0 0-9 15,0 0-6-15,0 0-5 16,0 0-1-16,0 0 1 16,0 0-1-16,-26-7-2 0,26 5 3 15,0-1-2-15,6 2 0 16,1-2 0-16,4-1-1 16,0 1 1-16,1 0-1 15,-1-1 1-15,-2 4 0 16,2 0 0-16,-2 0-2 15,-4 0 1-15,1 0 0 0,1 4-2 16,-6 3 0-16,0 0 0 16,-1 3-3-16,0 0 4 15,0 0 1-15,-1 3 0 16,-5 0 1-16,-2 1 0 16,3 0-2-16,-3-1 4 15,5 0-2-15,-4-3-2 0,4-3 2 16,1 0-1-16,2-4-2 15,0 0 1-15,0-2-2 16,0 0 4-16,0-1 1 0,5 0 7 16,5 0 2-16,3-1-1 15,5-6-6-15,1 0 1 16,4-2-3-16,4 1 0 16,4-2 0-16,2 0-1 15,3 1-2-15,-2-1-8 16,3 1-17-16,-7 0-39 0,-6-1-78 15</inkml:trace>
  <inkml:trace contextRef="#ctx0" brushRef="#br0" timeOffset="37622.58">1701 15641 141 0,'0'-9'30'0,"-5"1"-14"0,-3-1 15 16,3 5-10-16,-1-2-4 15,1 5-11-15,2-2-6 0,1 3 0 16,0 0-3-16,2 4 1 16,0 6-1-16,0 4-3 15,0 6-2-15,0 3 6 16,0 5 1-16,0 3 0 16,-2 4-1-16,0 5 0 0,-2-1 1 15,-1 2 1-15,1-2 0 16,-4-2 5-16,2-4-4 15,-3-4 0-15,1-3-1 16,0-8-2-16,0-2-3 16,3-6 11-16,-1-3-4 0,2-4 1 15,3-3-1-15,-1 0-5 16,2-2 2-16,0-6 6 16,0-2-2-16,2 2-4 15,5-1 3-15,1 1-2 16,1 3-1-16,3 1 0 0,-1 4-1 15,3 0-1-15,1 0 1 16,3 0 0-16,-3 0 0 16,1 4 0-16,-2-1 0 15,4 1 1-15,-5-2 1 16,3-2 0-16,-5 0 0 16,-1 0 0-16,0 0 1 0,-1-3 5 15,-3-3 1-15,-1 0 0 16,1 1-1-16,0-2-2 15,0-2-2-15,0-1-2 16,-1-1-8-16,4-5-50 0,-2-1-82 16</inkml:trace>
  <inkml:trace contextRef="#ctx0" brushRef="#br0" timeOffset="37878.39">2059 15693 123 0,'0'0'1'0,"0"0"-1"0,0 0 1 0,0 0 0 15,0 0-1-15,40-12 0 16,-26 6 0-16,-1 0-4 0,1-1-18 16,1-3-20-16</inkml:trace>
  <inkml:trace contextRef="#ctx0" brushRef="#br0" timeOffset="38156.89">2184 15689 41 0,'0'0'132'15,"0"0"-125"-15,0 0-12 16,0 0 5-16,0 0 2 15,0 0-2-15,40-10 0 16,-24 3-1-16,3-3 1 0,0 2-2 16,1-2 1-16,0 0 0 15,0 3-4-15,-1 0-26 16,-2 2-10-16</inkml:trace>
  <inkml:trace contextRef="#ctx0" brushRef="#br0" timeOffset="38398.39">2244 15828 154 0,'0'0'8'0,"0"0"-28"15,0 0 27-15,0 0 5 16,0 0 4-16,0 0-6 0,50-31-6 15,-33 20-2-15,3-1-2 16,0 1 0-16,1 2 3 16,-1 1-3-16,-1 1-8 15,0 1-38-15,-6 3-24 16</inkml:trace>
  <inkml:trace contextRef="#ctx0" brushRef="#br0" timeOffset="38569.91">2315 16004 147 0,'0'0'0'0,"0"0"-32"16,0 0 16-16,0 0 5 15,48-22 7-15,-27 5-24 16</inkml:trace>
  <inkml:trace contextRef="#ctx0" brushRef="#br0" timeOffset="40537.83">5639 15934 0 0</inkml:trace>
  <inkml:trace contextRef="#ctx0" brushRef="#br0" timeOffset="45795.58">7273 15454 70 0,'-4'0'26'0,"2"0"-13"16,1 0 6-16,-1 0-3 15,0 0-9-15,0 0 0 16,0 0-5-16,2 0-1 16,-1 0 0-16,1 0 0 15,0 0-1-15,0 0 2 0,0 0-2 16,0 0 0-16,0 0 0 15,0 0-4-15,0 0-5 16,0 0-2-16,0 0 12 16,3 0 3-16,1 0-3 15,1 0-1-15,3 0 1 0,4 0 1 16,-1 0-2-16,5 0 2 16,3 0 0-16,4-3-1 15,0 0 1-15,2-2 2 16,0 1 1-16,-2-1 1 15,-3 0-1-15,0 1 2 16,-4-2-1-16,-1 2-3 0,-1 0 0 16,-3-2-1-16,3 2 1 15,-3 0-1-15,-2 1 1 16,0 0-5-16,-2 0-36 16,-3-1-74-16</inkml:trace>
  <inkml:trace contextRef="#ctx0" brushRef="#br0" timeOffset="46058.98">7587 15336 104 0,'0'0'9'0,"0"0"14"0,0 0-18 16,0 0 2-16,0 0 5 16,0 0-1-16,0 0 1 15,0 0-6-15,0 0-3 16,0 0-2-16,42 45 1 0,-38-25 1 16,-2 5-3-16,-2 0-46 15</inkml:trace>
  <inkml:trace contextRef="#ctx0" brushRef="#br0" timeOffset="48498.26">7948 15395 73 0,'0'-4'17'0,"0"-3"7"0,0 4-6 0,0-1-1 0,-5 0-1 16,1 1 3-16,0 1-1 15,-2-1-5-15,0 3-10 0,0 0 6 16,-1 0 1-16,1 0-7 16,1 0-2-16,-2 0-1 15,0 7 0-15,1 0 0 16,-1 2 0-16,-2 4 0 15,4 1-1-15,-1 3 0 0,0-1 1 16,3 1-1-16,1-2 0 16,0 0 0-16,2-1-1 15,0-3-1-15,0 0 0 16,6-3 1-16,1 0 1 0,-1-1-1 16,4-2 0-16,-1 0 3 15,0-1-1-15,4-2 0 16,-2-2 0-16,2 0 4 15,1 0-7-15,-1 0-12 16,3-2-25-16,-3-5-16 16,1-2-56-16</inkml:trace>
  <inkml:trace contextRef="#ctx0" brushRef="#br0" timeOffset="49345.89">8069 15436 81 0,'0'0'22'0,"0"0"3"16,0 0 0-16,0 0-1 16,0 0-14-16,0 0-10 15,0 0 2-15,0 0-2 16,0 0 7-16,-25-2-8 0,22 13 2 16,1 2-1-16,1-1 0 15,0 1-1-15,1 1-2 16,0-2 1-16,0-2 0 15,1-3-1-15,5-1-2 16,1-2 0-16,-3-3 1 16,3-1 3-16,-2 0 6 0,1 0-2 15,0-1-1-15,2-4 0 16,-2-3-1-16,-1 1 0 16,-1-2 0-16,0-1 0 15,-2-1-1-15,4 0 0 0,-2-2-1 16,-1 0 2-16,3-2-1 15,0 3 0-15,-3 1 0 16,4-1 0-16,-2 4 0 16,3 1 0-16,-3 1-1 15,3 0 1-15,0 2 0 16,0 0-1-16,-1 1 1 0,-1 3-1 16,1 0-2-16,-2 0 1 15,-1 0 1-15,-1 5 3 16,0 4-3-16,0 0 5 15,1 1-2-15,-2 1-1 16,-1 2 2-16,0-2 1 0,0-1 3 16,0 1-5-16,3-2 1 15,-4 2-2-15,0-2 0 16,0-2-1-16,0 0 0 16,0 0 0-16,0-2 3 15,0-1-1-15,0 0-1 0,0-2 2 16,-5-1 0-16,3-1 0 15,1 0-1-15,1 0 0 16,0 0-2-16,0 0-4 16,0-3-1-16,0-6 14 15,0-2-7-15,0 0-2 16,3-1 1-16,4 0 0 0,-2-1-1 16,1 2 2-16,0 2-2 15,1 0 0-15,0 1 0 16,2 1 0-16,-2 1 0 15,1 2 0-15,0 1-2 16,-2 3 1-16,-1 0-1 0,1 0-1 16,-2 4-2-16,1 6 4 15,0 3 3-15,-1-2 2 16,-1 4-4-16,1-1 3 16,0-1-1-16,0-1 1 0,0-2-3 15,4 0 0-15,-1-3-9 16,1-1-17-16,-1-6-31 15,2 0-75-15</inkml:trace>
  <inkml:trace contextRef="#ctx0" brushRef="#br0" timeOffset="50037.05">8435 15424 66 0,'0'0'34'0,"0"0"-34"0,0 0 9 0,0 0 2 0,0 0-2 16,0 0-8-16,0 0-1 15,32 45 9-15,-26-36-7 16,-2-3 2-16,-1-1-3 16,4-1 1-16,-5-1-1 15,0-2 0-15,0-1 2 0,1 0 2 16,-3 0 19-16,0-5-11 15,0-4-4-15,0-1 3 16,0-2-1-16,0-3-3 16,0 2-5-16,0-1-1 0,0 3-1 15,0-2-1-15,4 5 1 16,2 0-2-16,2 3 0 16,-1 1 0-16,3 0-1 15,2 3-1-15,-1 0 1 16,2 0 1-16,1 0-1 0,1 1 1 15,-1-1 1-15,1-3 0 16,-1 1 0-16,1-4 0 16,2 0 0-16,-3-2 0 15,0 1 0-15,-3-1 1 16,-4 1 1-16,-1 1-2 16,-6 1 1-16,0 0 4 0,0 3-2 15,-6 1 2-15,-3 2 0 16,-2 0 3-16,-3 0-4 15,-1 4-2-15,-1 5-1 16,5 3 0-16,-3 1-2 16,3 3 1-16,3-1-1 0,1 2 1 15,4-1-2-15,1 2-1 16,2-2 1-16,0-3 0 16,0-1 0-16,5-1 1 15,4-2 0-15,-2-2 1 16,3-2 0-16,0-2 2 0,0-2 3 15,1-1-1-15,2 0 0 16,2 0-2-16,-1-3-3 16,-1-4-13-16,0 0-14 15,0-3-15-15,-2 1-14 0,-1-2 11 16,-2 1-32-16</inkml:trace>
  <inkml:trace contextRef="#ctx0" brushRef="#br0" timeOffset="50273">8797 15333 123 0,'0'0'13'0,"0"0"25"0,0 0-16 0,0 0-6 16,0 0-9-16,0 0-8 16,0 0 1-16,0 0 4 15,0 0-2-15,0 0-2 16,49 28 2-16,-35-23-2 0,-1 1 2 15,3-1-1-15,-3-3 2 16,1 0 1-16,-1-2-12 16,0 0-20-16,-1 0-23 15,-3-8 3-15,-1 0-26 0</inkml:trace>
  <inkml:trace contextRef="#ctx0" brushRef="#br0" timeOffset="50459.42">8958 15257 108 0,'0'0'4'0,"0"0"21"0,0 0 12 16,-44-14-19-16,32 14 0 16,-3 0-7-16,1 13-3 15,-3 4-1-15,-2 10-1 16,-1 6 1-16,-1 7-2 16,0 5-4-16,-4 3-1 0,0 2 0 15,-2 7-1-15,-1 1-4 16,-3-5-48-16</inkml:trace>
  <inkml:trace contextRef="#ctx0" brushRef="#br0" timeOffset="55577.35">18310 14522 126 0,'0'0'6'0,"0"0"23"0,0 0-14 0,0 0-7 0,0 0-1 16,0 0-3-16,0 0-3 15,0 0-2-15,0 1 6 16,0 3-3-16,0 5 2 16,0-1 1-16,0 5-3 0,0-2-2 15,0 2 1-15,0 0-1 16,0 0 0-16,0-2 0 16,2-2-1-16,2 0 1 15,1-3-1-15,1 0-13 16,-1-6-51-16</inkml:trace>
  <inkml:trace contextRef="#ctx0" brushRef="#br0" timeOffset="56289.03">18419 14378 116 0,'0'0'-2'16,"0"0"23"-16,0 0 2 15,0 0-14-15,0 0 0 0,-27-35 1 16,18 29-8-16,1 2 0 15,1 2 3-15,-4-2-1 16,0 4-3-16,-2 0 0 16,-1 0-1-16,-3 0 0 15,0 6-2-15,-6 4 1 0,-1 0 1 16,0 5 0-16,-1 1-2 16,-1 3 4-16,3 3-2 15,2 1 0-15,2 4-2 16,2-1 4-16,4 3-4 15,5 0 2-15,-1 0-1 0,8 3 1 16,1-1-3-16,0-1 2 16,4-2 0-16,8-1 0 15,2 0 0-15,4-4 0 16,5-3 0-16,2-3 1 16,3-2 2-16,4-3-1 15,2-2-2-15,4-4 3 0,1-2-2 16,2-4-1-16,2 0-1 15,2-4-20-15,-2-7 3 16,0-3 2-16,-2-3 15 16,-7 0 1-16,-3-3 1 0,-4-1 7 15,-7-2 19-15,-6-1 5 16,-2-2 0-16,-4-2-1 16,-4 2-12-16,-4-2-2 15,0 1-4-15,-2 0 6 16,-7 3-14-16,-4 4-3 0,-1-1 1 15,-2 5-3-15,-1 4 6 16,-5 3 1-16,-1 2-6 16,1 7-2-16,-4 0-10 15,1 4-14-15,1 8-9 16,3 0-31-16,3-2-10 16</inkml:trace>
  <inkml:trace contextRef="#ctx0" brushRef="#br0" timeOffset="56665.82">19177 14547 161 0,'0'0'-7'0,"0"0"19"0,0 0 10 16,0 0 5-16,0 0-11 0,0 0-16 15,0 0-2-15,0 0 1 16,0 0 0-16,0 0 3 15,5 47 1-15,-2-26-1 16,0 1-1-16,1 0-1 16,-2 1 0-16,1-3 0 0,2-3-6 15,-1 0-22-15,-2-5-19 16,-2-1 5-16,0-6-33 16</inkml:trace>
  <inkml:trace contextRef="#ctx0" brushRef="#br0" timeOffset="57057.98">19202 14577 151 0,'0'0'-13'0,"0"0"27"0,0 0-3 15,11-40-3-15,-2 32-4 16,4-1 1-16,-4 3 1 15,1 1-1-15,2 1 2 0,-1 1 0 16,0 1 0-16,1 2-4 16,0 0-1-16,1 0 0 15,0 0-2-15,-2 1 2 16,1 5-2-16,-2 0 1 16,-4 0 0-16,-1 0-1 15,-2 0 0-15,-1 0-1 16,-2 1 4-16,-2-1-3 0,-8 1 2 15,-3 0 0-15,-3-1 0 16,-1 1 3-16,-4-1-2 16,3-1-2-16,1 1 1 15,-1 0-2-15,5-2 0 0,6-1 0 16,0 1-8-16,5-2-24 16,2-2-36-16,5 0-27 15</inkml:trace>
  <inkml:trace contextRef="#ctx0" brushRef="#br0" timeOffset="57512.9">19542 14500 101 0,'0'0'7'0,"0"0"11"0,0 0-11 16,-39 15-6-16,32-7 0 16,-2 5 0-16,3-2-1 15,-1 2 1-15,5-1 0 0,1 0 0 16,1 0-1-16,0-1-1 16,0-2 0-16,3-1 0 15,4-1 1-15,1-4-1 16,2-1 11-16,1-2-5 0,2 0 7 15,0 0-2-15,1-2-8 16,-1-5 2-16,-1 1-3 16,-2-1 2-16,-2-2 2 15,-3 0 7-15,1 0 3 16,-6-1 7-16,0 1-5 16,0 0-5-16,-3 0-5 15,-5-1-3-15,0 3-4 0,0 1 7 16,-4 2-6-16,0 1-2 15,-1 3 0-15,-1 0-7 16,-1 0-5-16,0 3-9 16,2 3-27-16,2-2-12 0,6-1-42 15</inkml:trace>
  <inkml:trace contextRef="#ctx0" brushRef="#br0" timeOffset="57833.26">19778 14495 144 0,'0'0'7'0,"0"0"-1"0,0 0-4 0,0 0-2 0,0 0 0 15,0 0 1-15,-42 31-1 16,33-20 1-16,0 2 3 16,4 0-2-16,1-2 3 0,4-1-2 15,0 0-3-15,0-3 0 16,6 0-1-16,2-4 1 16,3 1 1-16,2-4 1 15,1 0 3-15,1 0-7 16,1-1-37-16,1-9-33 0</inkml:trace>
  <inkml:trace contextRef="#ctx0" brushRef="#br0" timeOffset="58004.57">19793 14427 159 0,'0'0'-8'0,"0"0"18"16,0 0-9-16,0 0-12 0,0 0-27 16,0 0-53-16</inkml:trace>
  <inkml:trace contextRef="#ctx0" brushRef="#br0" timeOffset="58615.94">19908 14553 97 0,'0'0'2'16,"0"0"13"-16,0 0 9 15,0 0-2-15,0 0-2 16,0 0 2-16,0 0 3 15,0 0-5-15,-6-10-10 0,6 6-2 16,3-2-8-16,3 2 2 16,4-2-1-16,-3 3-2 15,5-1 3-15,-1 2-2 16,1 1-2-16,2 1 5 16,-1 0-3-16,1 0 0 0,-1 3 1 15,1 3-1-15,-5 3 0 16,0-1 0-16,-1 1 0 15,-2 2-3-15,-3-2-1 16,-2-1 2-16,0-1-5 16,-1-3 5-16,0-1-3 0,0-2 10 15,0 1-4-15,-2-2 2 16,-2 0-1-16,-1 0 0 16,1-2 1-16,0-3-3 15,2-1 2-15,1-1-3 16,1 0 0-16,0-2 1 15,0-1-3-15,6 2 1 16,5-1 1-16,0 0 5 0,3 2-5 16,0 2-1-16,1 1 2 15,0 2 0-15,0 2-2 16,0 0 4-16,-1 0 0 16,0 3-2-16,-1 5 3 0,-3 0-3 15,0 3 0-15,-3-1 0 16,-1 0-11-16,-2 0-5 15,-1-3-10-15,1-1-7 16,-1-2-12-16,-1-4-13 0</inkml:trace>
  <inkml:trace contextRef="#ctx0" brushRef="#br0" timeOffset="58957.76">20270 14340 111 0,'0'0'-1'0,"0"0"39"0,0 0 0 0,0 0-5 0,0 0-12 16,0 0-3-16,0 0-9 15,0 0-9-15,0 0-2 16,0 0 2-16,0 0-1 15,5 11-1-15,1 6 4 16,-6 2-2-16,2-1 3 0,1 2-2 16,-1-3-1-16,2 2 1 15,0-1-1-15,0-2 1 16,1 1-1-16,0-2 0 16,0 0 1-16,1 0-2 15,-1-2-5-15,3-2-24 16,-1-4-31-16,3-1-34 0</inkml:trace>
  <inkml:trace contextRef="#ctx0" brushRef="#br0" timeOffset="59414.81">20493 14536 188 0,'0'0'3'0,"0"0"10"16,0 0 2-16,12-38-6 15,-12 33-3-15,0 0-2 16,0 1 1-16,0 2-1 0,-4-1-4 16,1 3 10-16,-4 0-8 15,2 0-3-15,-4 4 0 16,0 3 1-16,0 3-3 16,0 2 0-16,1-3 3 15,2 2-1-15,2-1 0 0,3-2 0 16,1-1 0-16,0 0-4 15,0-3 2-15,4 0 2 16,3 0 2-16,3-3 3 16,0 3 2-16,-1-1-6 15,0 0 4-15,0 0-3 16,0 0 1-16,-5 0-1 16,0 1 0-16,-1 0 2 0,-1 0-3 15,-2-1 1-15,0 2-2 16,0-1-2-16,0 0 3 15,-4-1 6-15,-2 1-4 16,-1-2 0-16,-1 1-1 0,-2-2-1 16,1 1-1-16,1-2-6 15,0 0-22-15,3 0-18 16,1-1-13-16,1-6-20 16</inkml:trace>
  <inkml:trace contextRef="#ctx0" brushRef="#br0" timeOffset="59811.25">20392 14422 104 0,'0'0'19'0,"0"0"21"0,0 0-11 16,0 0-12-16,0 0-11 0,0 0 2 16,0 0 0-16,50-32 4 15,-33 26 1-15,0 0 1 16,2-1-1-16,-1 1 3 15,1-1 2-15,-2 0-5 16,1 3-6-16,-5 0-4 16,1 0 1-16,-3 1-3 0,1 1 0 15,-2 2 0-15,1 0-1 16,-1 0 0-16,0 0-3 16,-1 3-21-16,1 0-20 15,-5-3-57-15</inkml:trace>
  <inkml:trace contextRef="#ctx0" brushRef="#br0" timeOffset="63122.82">23454 11491 91 0,'-3'0'10'0,"-1"-4"16"0,2-1-5 16,0-1-2-16,-1 1-3 0,2-5-6 15,1 2-3-15,0-1-3 16,0-2 1-16,0-1-3 16,0-1-1-16,0-1 0 15,0 0 0-15,5-2-3 16,3-1 1-16,2 0 1 15,1-1-2-15,5 0 3 0,2 2-2 16,2 2-2-16,1 2 5 16,-1 4-2-16,2 2 0 15,0 3 0-15,0 3-2 16,-2 0 2-16,2 0-1 16,-4 0 0-16,2 7 1 0,-2 3-1 15,-2 3-1-15,1 1-1 16,-3 3-3-16,1 2 3 15,-1 1 2-15,0 0 1 16,-1 1-3-16,-2 0 1 16,1 0 1-16,-4-1-1 0,-1 3 2 15,4-3 0-15,-4 4 2 16,3-3-2-16,2-1 0 16,1 1 0-16,0-5 0 15,2 0 0-15,0-5-2 16,1-2-1-16,-1-5 3 15,3-1 0-15,0-3 3 0,-3 0 2 16,2 0 0-16,-2-5 1 16,1-6 1-16,-2-1 1 15,0-4-1-15,-1-1 0 16,-1-5-1-16,0 0 0 0,-1-5-2 16,-1 1-1-16,-2-4-2 15,0 0 1-15,-5-2-1 16,0-4 0-16,-2-1 0 15,0 0 0-15,-1-1-1 16,1 1 1-16,-1 0 0 0,2 2-1 16,0 2 1-16,1-2 0 15,2 1 1-15,-3-2 5 16,4 3-4-16,-1-1 0 16,2-1-3-16,-1 5 1 15,2-1-1-15,0 5 1 16,-2-1 2-16,1 4-3 15,1 2 2-15,2 1-2 0,-3 3 1 16,1 0 0-16,3 3 0 16,-1 0-1-16,2 3 0 15,-2-1 0-15,1 1 1 16,0 2-2-16,-1 2 1 0,1 0 0 16,0 3 0-16,2 1 0 15,0 3 0-15,-3 0 0 16,2 0 0-16,2 0 0 15,-1 3-1-15,2 4 1 0,0 1-1 16,3 4 1-16,-1 0 0 16,0 1-1-16,-2 1 0 15,-1 2-1-15,-1 0-1 16,-2 1 0-16,0 0 2 16,-4 1-1-16,2 1 1 15,0-1 2-15,-2 2-2 0,1-2 1 16,-2 1 0-16,2-2 0 15,-2 0 1-15,2-1-1 16,0-2 0-16,0 0 0 16,2 0 0-16,-3-4 0 15,3 2 0-15,0-1 0 0,-1-3 0 16,0 1 0-16,0-2 0 16,-2 2 0-16,-1-2 0 15,0-2 1-15,0 3-2 16,1 0 2-16,-2-1-1 0,2 3 0 15,-2 1 0-15,1 1 0 16,0 2 0-16,-2 3-1 16,2 3 0-16,-5 4-2 15,-1 2 1-15,0 3 2 16,0 1 5-16,0 4-5 16,-5 2 0-16,1-5 1 0,2-1-1 15,0-2 0-15,2-2 1 16,0-1-1-16,0-2 0 15,0 1 1-15,0 2-1 16,1-2 0-16,1 3 0 16,-1 0 1-16,1 1-1 15,-2-2 0-15,0 2 0 0,0-3 0 16,1 0 0-16,0-3 1 16,1-1-1-16,1-6-1 15,0 0 1-15,-1-4 0 16,1-3-1-16,1-3 1 15,-3-1 1-15,1-3-3 0,-1 1 3 16,1-2-1-16,-1 0 11 16,0 0 6-16,1-2-3 15,2-3-11-15,-2-1 0 16,1-1-1-16,-1 1-1 16,0 1 0-16,0 0 0 0,0 2-1 15,-2 2 1-15,0-2-1 16,2 3 0-16,-2 0-6 15,1 0-18-15,0 0 2 16,0 0-7-16,0 3-32 16,-1-3-70-16</inkml:trace>
  <inkml:trace contextRef="#ctx0" brushRef="#br0" timeOffset="64078.03">23568 11174 37 0,'0'0'51'0,"-2"-3"-37"0,-1 1 22 0,2 0-7 16,1-1-6-16,0 3-9 16,-1-2-2-16,1 2-2 0,0 0-5 15,0 0-5-15,0 0 0 16,0 0 1-16,3 6-1 15,1 2 2-15,1 3-2 16,2 0 1-16,-2 2 0 16,5 1-1-16,-2 0 0 0,3-2 0 15,0 1-1-15,2-2 2 16,0-1-1-16,-5-2 0 16,5-2 0-16,-5 0-1 15,0-2-22-15,0-4-28 16,-3 0-15-16</inkml:trace>
  <inkml:trace contextRef="#ctx0" brushRef="#br0" timeOffset="64315.58">23658 11187 160 0,'0'0'-20'16,"0"0"42"-16,0 0-6 0,0 0-14 16,0 0-2-16,0 0 2 15,-42 35-2-15,30-15 0 16,-3 3 0-16,0 3-2 16,-1-1-3-16,1-4-49 15,3-2-56-15</inkml:trace>
  <inkml:trace contextRef="#ctx0" brushRef="#br0" timeOffset="64996.21">24357 10542 101 0,'0'0'7'0,"0"0"21"0,0 0-3 0,0 0-6 16,0 0-7-16,0 0-9 16,0 0-3-16,0 0 1 15,0 0-1-15,0 0 0 0,0 0 2 16,41 13-2-16,-31-3 0 16,2 1 0-16,-2-1 0 15,2 1 0-15,0-1 0 16,-2 0 0-16,2-3 1 15,-5-1-2-15,1-2-17 0,-1-1-24 16,-2-1-2-16,-2-2-50 16</inkml:trace>
  <inkml:trace contextRef="#ctx0" brushRef="#br0" timeOffset="65201.15">24545 10492 100 0,'0'0'4'0,"0"0"2"15,0 0-3-15,-38 6-2 16,24 8 0-16,0 4-1 16,-3 5 1-16,-2 3-1 15,1 3 0-15,0 0-1 16,0 1-20-16</inkml:trace>
  <inkml:trace contextRef="#ctx0" brushRef="#br0" timeOffset="65907.34">23931 11591 82 0,'0'0'7'0,"0"0"0"0,0 0-1 0,0 0 3 16,0 0-4-16,38-2-2 16,-30 2-1-16,0 0 3 15,0 2 2-15,-1 3 0 16,3-2 4-16,0 2-5 15,-3-2-4-15,3 2-1 0,-2-2 0 16,0-1-1-16,1 2 0 16,-3-3-11-16,0 0-12 15,-1-1-4-15,-3 0-4 16,-2 0-11-16</inkml:trace>
  <inkml:trace contextRef="#ctx0" brushRef="#br0" timeOffset="66055.78">24081 11586 19 0,'0'0'30'16,"0"0"2"-16,0 0 0 15,0 0 14-15,0 0 4 16,0 0-8-16,0 0-15 16,0 0-12-16,-16-33-11 0,9 45-4 15,2 5 0-15,1 5 0 16,-2 7 0-16,-1 4-4 16,-4-1-51-16,1-5-110 15</inkml:trace>
  <inkml:trace contextRef="#ctx0" brushRef="#br0" timeOffset="67360.96">19265 14955 1 0,'0'0'48'0,"0"0"-46"0,0 0 10 0,0 0-1 0,0 0 1 16,41 4-6-16,-34-4 2 16,0 2 2-16,4-1 0 15,0 0-1-15,1-1 0 16,3 0-3-16,1 0-3 15,1 2 0-15,2-2-1 0,3 0 0 16,0 0-1-16,3 0-1 16,1 0 3-16,4 0 4 15,3-2 2-15,1-2 1 16,4 0-1-16,5 1-4 16,-1-1-4-16,4 0 1 0,0 1-2 15,0-1 1-15,3 1 0 16,-1-2-1-16,1 2 1 15,-1-1-1-15,-1 1 0 16,-2-1 0-16,-1 1 0 16,0-1 1-16,-3 0-2 0,0-2 2 15,-2 2-1-15,-2 0 0 16,-4 0 0-16,-1 0 1 16,-7 0-1-16,-3 1 0 15,0 1 0-15,-6 0 0 16,-3 1 0-16,-4 1 0 0,-1-2-2 15,-3 0-23-15,0 0-24 16,-4-2-32-16</inkml:trace>
  <inkml:trace contextRef="#ctx0" brushRef="#br0" timeOffset="67628.17">20857 14527 240 0,'0'0'12'0,"0"0"1"0,0 0-13 0,0 0-1 16,0 0-12-16,0 0-33 16,0 0-52-16</inkml:trace>
  <inkml:trace contextRef="#ctx0" brushRef="#br0" timeOffset="67741.28">20877 14587 101 0,'0'0'-5'0,"0"0"1"0</inkml:trace>
  <inkml:trace contextRef="#ctx0" brushRef="#br0" timeOffset="68217.07">21249 14404 138 0,'0'0'-1'16,"0"0"1"-16,0 0 1 0,0 0 2 0,11 52 1 16,-6-36-3-16,1 2-1 15,-2 0 0-15,-1-1-1 16,1-2-10-16,-2-3-24 0,-2-3-30 15</inkml:trace>
  <inkml:trace contextRef="#ctx0" brushRef="#br0" timeOffset="68558.46">21246 14354 127 0,'0'0'1'16,"0"0"15"-16,0 0-2 15,0 0-4-15,39-25-5 16,-25 20-2-16,0 1 9 0,1 0-1 15,1 1-1-15,1-1-1 16,2 2-3-16,-3-2-2 16,1 3-3-16,2 1-1 15,-1 0 2-15,-3 0-2 16,1 0-3-16,-4 0-16 16,-2 0-12-16,-3 1-6 0,-3 3-5 15</inkml:trace>
  <inkml:trace contextRef="#ctx0" brushRef="#br0" timeOffset="68788.99">21351 14452 218 0,'0'0'9'0,"0"0"-1"16,0 0-1-16,0 0-6 0,0 0 7 15,46-4-8-15,-29 3 2 16,3-1-1-16,-1 1-1 16,2 0 0-16,0 1-11 15,-1 0-26-15,-2 0-18 16,0 0 3-16,-4 0-19 16</inkml:trace>
  <inkml:trace contextRef="#ctx0" brushRef="#br0" timeOffset="68936.34">21605 14443 16 0,'0'0'29'16,"0"0"7"-16,0 0-10 15,0 0 0-15,0 0-2 16,0 0-1-16,0 0-2 0,23 26-5 16,-19-16-5-16,0-1-2 15,2 0-4-15,-1 1-3 16,3-1-1-16,-3-2 1 16,4 0-4-16,-2-4-25 0,1-3-52 15</inkml:trace>
  <inkml:trace contextRef="#ctx0" brushRef="#br0" timeOffset="69124.92">21677 14348 94 0,'0'0'115'0,"0"0"-96"16,0 0-6-16,0 0-15 15,-2-35 1-15,5 32-16 16,4 2-34-16,-1-1-30 0</inkml:trace>
  <inkml:trace contextRef="#ctx0" brushRef="#br0" timeOffset="69534.69">21742 14388 99 0,'0'0'16'16,"0"0"-5"-16,0 0 17 16,0 0-5-16,46 6-5 15,-36-2-5-15,1 1-3 16,1 3-3-16,-4 0-1 15,0 2-3-15,3 0-1 0,-7-1-1 16,0 4-1-16,-3-5-6 16,-1 2-4-16,0-5-3 15,0-1 4-15,-5-3 16 16,-2-1-1-16,0 0 0 16,1 0 4-16,-2 0 0 0,1-3-1 15,1-4-5-15,2 3 1 16,0-3 3-16,2-2-2 15,2 2 3-15,0-1-5 16,0 0 1-16,7-3-1 16,6 1-5-16,1 0 1 0,2 2-3 15,2-1-23-15,3 3-35 16,-5 0-34-16</inkml:trace>
  <inkml:trace contextRef="#ctx0" brushRef="#br0" timeOffset="69911.41">22049 14351 190 0,'0'0'-5'0,"0"0"29"16,0 0-7-16,0 0-12 0,0 0-7 16,0 0 7-16,0 0-1 15,0 0-3-15,-36-24 0 16,25 26 0-16,2 3-1 15,2 2 1-15,2 2-1 16,2-2-1-16,3 1 1 16,0 1-3-16,0-1-3 0,6-1 6 15,2-1 4-15,3 2-4 16,2 1 2-16,-2-2-2 16,0-1 3-16,-2 1-2 15,-1-1-1-15,-5-2 1 0,-2 1 1 16,-1 0 1-16,0-1-3 15,0 1 2-15,-4-1 10 16,-7 0-9-16,0 0-2 16,-3 1 0-16,-2-3-1 15,0 1-6-15,2-3-26 16,0 0-21-16,4 0-21 0</inkml:trace>
  <inkml:trace contextRef="#ctx0" brushRef="#br0" timeOffset="70189.89">22149 14248 41 0,'0'0'70'0,"0"0"-48"0,0 0-19 0,0 0 9 15,0 0 11-15,0 0-4 16,16 38 1-16,-13-24-5 16,5 5-6-16,-3-1-4 15,4 2-2-15,-4-2-1 0,1-2-1 16,-2 1-1-16,-1-4 0 16,-1-2-9-16,-2-2-38 15,0-5-30-15</inkml:trace>
  <inkml:trace contextRef="#ctx0" brushRef="#br0" timeOffset="70354.56">22167 14387 253 0,'0'0'19'0,"0"0"-5"0,0 0-14 15,36-21 2-15,-15 16 0 16,4 3-1-16,0-1-9 15,4 0-35-15,-1-2-76 16</inkml:trace>
  <inkml:trace contextRef="#ctx0" brushRef="#br0" timeOffset="71015.92">22784 14354 165 0,'0'0'33'0,"0"0"-13"16,0 0-14-16,0 0-4 15,0 0 0-15,0 0 4 16,0 0-2-16,0 0 1 16,-10-20-1-16,-1 20-3 0,-1 0 0 15,-4 6-1-15,0 2 0 16,-1 3 0-16,4 0 0 16,1 1 0-16,4-3 0 15,3 1-2-15,5 0-2 16,0-3-3-16,0-3 3 15,8 1 3-15,3-3-2 0,1 0 6 16,4-2-2-16,-1 0-15 16,1-2-21-16,-1-6-12 15,-4-2 5-15,0-3 6 16,-2 2 29-16,-2-5 8 16,-3 2 7-16,-1-3 8 15,-2-1-9-15,-1-2-5 0,0 1-1 16,0-1 1-16,0-1 4 15,-1 1 4-15,-3 0 7 16,3 5-6-16,-3 2 22 16,2 1-7-16,0 5-4 15,0 2-7-15,0 2-4 0,2 3-3 16,0 0-2-16,-1 0-9 16,1 4 1-16,0 5 1 15,0 5 3-15,0 1-1 0,-2 4 0 16,2-1-1-16,0 4 0 15,0-1 0-15,0 0-1 16,2-2 1-16,3-1-7 16,1-2-18-16,2-2-16 15,1-3-25-15</inkml:trace>
  <inkml:trace contextRef="#ctx0" brushRef="#br0" timeOffset="71912.36">22942 14404 66 0,'0'0'6'0,"0"0"-3"0,0 0 6 0,0 0 3 0,0 0 0 16,0 0-1-16,0 0 7 15,0 0 2-15,0 0 5 16,0 0-6-16,0 0-6 16,28-36-2-16,-28 29-5 15,0-1-3-15,0 3-2 16,0 0 0-16,0 1-2 0,0 2-3 16,-5-1-2-16,1 3 13 15,-4 0-5-15,4 0-2 16,-4 6 0-16,3 2-2 15,-1 3 2-15,2 1-1 0,1 0-5 16,1 0-4-16,2 1 0 16,0-1 6-16,0-1 1 15,0-3 3-15,0-2 0 16,0 0-2-16,2-2-2 16,3-1 7-16,1-2 0 15,-2-1 2-15,2 0 4 0,1 0-2 16,1 0 0-16,0-7 2 15,1 0 3-15,-3 1-5 16,4-2 0-16,-1-2-2 16,0 1 0-16,2-1-2 15,0 1 0-15,2 0-2 0,1 0-1 16,-3 2 0-16,0 3 0 16,0-1 0-16,-2 3 0 15,-2-1 0-15,0 3 0 16,-3 0-1-16,0 0 2 15,-1 3-2-15,-1 4 1 0,1-1 0 16,-1 1 1-16,0 2-1 16,2-1 2-16,0-1-2 15,-1 2 0-15,0-4 0 16,3 0 0-16,-2-1 1 16,0-1-2-16,2-1 1 0,2-2 1 15,0 0 2-15,2 0 3 16,0 0-2-16,1-2 0 15,1-3-3-15,0-2 1 16,-1 2-1-16,-2-3 1 16,0 1-1-16,-4 0 0 0,-1 1 1 15,-2 0-1-15,-1 1 1 16,0 2 0-16,-1 1-2 16,0 1 0-16,0 1-2 15,0 0-1-15,0 0 5 16,-2 0 1-16,2 3-1 0,0 2-1 15,0 0-2-15,0 3-2 16,0-3 0-16,7 2 1 16,2-1 1-16,2 0-3 15,0-2-16-15,3-3-14 16,-5-1-34-16,2 0-42 16</inkml:trace>
  <inkml:trace contextRef="#ctx0" brushRef="#br0" timeOffset="72069.96">23272 14232 99 0,'0'0'113'0,"0"0"-99"0,0 0 13 0,-18-37-23 16,18 34-7-16,0 3-41 15,1 0-32-15,4 0-21 0</inkml:trace>
  <inkml:trace contextRef="#ctx0" brushRef="#br0" timeOffset="72375.84">23401 14279 167 0,'0'0'5'16,"0"0"-3"-16,0 0 7 15,30 41-3-15,-24-28-3 16,1-2 1-16,-2 1-2 16,-1-3-1-16,0-3-1 0,0 1 3 15,-1-2 3-15,0-2 5 16,0-2 2-16,-1-1-1 16,0 0 9-16,0-1 4 15,2-7-11-15,0 0-6 0,1-2-3 16,3-2-3-16,-3 1 0 15,6-2-3-15,-2 3 0 16,4-1-10-16,1 2-27 16,-1 2-67-16</inkml:trace>
  <inkml:trace contextRef="#ctx0" brushRef="#br0" timeOffset="72738.75">23752 14300 210 0,'0'0'9'0,"0"0"19"16,0 0-19-16,0 0-9 15,0 0 9-15,0 0-6 16,-45-10-2-16,29 10 4 16,1 3-5-16,-2 6 2 15,3 0-2-15,0 0 0 0,5 2-1 16,1-2 1-16,3-2-1 15,3-3-2-15,2 2-1 16,0-3-7-16,2-2 10 16,3-1 3-16,5 0 2 15,2 0 3-15,-2 0 0 0,2-1-3 16,1-2 0-16,-3 2-3 16,0 1 0-16,-2 0 0 15,-1 0 1-15,-2 0-2 16,0 0 1-16,-2 1-1 15,0 2-9-15,1-2-17 16,-2-1-35-16,2 0-21 0</inkml:trace>
  <inkml:trace contextRef="#ctx0" brushRef="#br0" timeOffset="72989.64">23828 14170 173 0,'0'0'3'0,"0"0"12"0,0 0 6 15,0 0-11-15,0 0-1 16,0 0-1-16,0 0-3 16,17 36 3-16,-17-19-6 15,0 0 1-15,0 0-1 16,0-1-2-16,3 1 0 15,0-1-1-15,-1-4-22 0,0-3-37 16,-2-3-19-16</inkml:trace>
  <inkml:trace contextRef="#ctx0" brushRef="#br0" timeOffset="73334.59">23741 14259 201 0,'0'0'5'0,"0"0"20"16,0 0-13-16,0 0-11 16,0 0 3-16,36-23-4 0,-17 19 2 15,1 1-3-15,2 0 1 16,2 0-2-16,1 1 6 16,-1 0-2-16,0 1-2 15,-3 1 0-15,-3 0 1 16,-3 0-1-16,-4 0 0 0,-2 1 0 15,-6 3-1-15,-2 3-3 16,-1 2 0-16,0 0 4 16,0 3 8-16,-1 1-7 15,0 0 0-15,0-2-1 16,1-1 0-16,0 1 0 0,0-5-1 16,6 1-1-16,0-2-1 15,6-4-11-15,-5-1-25 16,4 0-38-16</inkml:trace>
  <inkml:trace contextRef="#ctx0" brushRef="#br0" timeOffset="73481.39">24012 14127 154 0,'0'0'-9'0,"0"0"9"15,0 0-16-15,0 0-36 16</inkml:trace>
  <inkml:trace contextRef="#ctx0" brushRef="#br0" timeOffset="74034.34">24116 14205 134 0,'0'0'-4'0,"0"0"10"16,9 46 2-16,-5-29-4 16,-1-2-3-16,-1-3 0 15,0 0-1-15,1-5 0 0,-2-1 1 16,0-3-1 0,0-2 8-16,0-1 23 0,1 0 19 15,-2-1-36-15,3-8-12 16,-1 0-1-16,2-2-2 15,2-1-2-15,0 0-3 16,2 0 1-16,-3 2 1 16,4 2 2-16,-2 2 0 15,1 1-1-15,0 5 1 0,3 0 0 16,0 0 1-16,-2 0 1 16,4 4 0-16,-2 3 0 15,0-1 0-15,1 1 0 16,-2-1-2-16,3-1 2 15,-4-3-2-15,1 1 4 0,-2-3 1 16,1 0 5-16,-3 0-1 16,-2 0 0-16,-2-5-2 15,-1-1 0-15,-1 1 2 16,0 0-5-16,-1 0-2 16,-6 2 10-16,-2 2-9 0,-4 1 1 15,-1 0-1-15,-2 3-1 16,-1 7-1-16,1 2 2 15,-1 1-2-15,7 3 1 16,0-2-1-16,7 2 1 16,3-3-2-16,0-1-6 0,4 0-3 15,8-4-9-15,4-5-29 16,3 0-42-16</inkml:trace>
  <inkml:trace contextRef="#ctx0" brushRef="#br0" timeOffset="74363.25">24572 14191 103 0,'0'0'20'0,"0"0"22"0,0 0-11 0,0 0-12 0,0 0-8 15,0 0-5-15,44-12 1 16,-34 10 2-16,-1-1-2 16,0 0 2-16,2 3-5 15,-3 0-3-15,1 0 0 16,2 0-1-16,-3 0 0 0,1 0-20 15,-1 0-24-15,-2 0-34 16,-1 1-50-16</inkml:trace>
  <inkml:trace contextRef="#ctx0" brushRef="#br0" timeOffset="74568.17">24626 14290 165 0,'0'0'13'0,"0"0"7"0,0 0 0 15,0 0-7-15,0 0-5 16,0 0-4-16,44 10-4 16,-27-10-2-16,0 0-18 15,3 0-26-15,-1 0-23 0</inkml:trace>
  <inkml:trace contextRef="#ctx0" brushRef="#br0" timeOffset="74951.95">24930 14198 89 0,'0'0'56'0,"0"0"-47"15,0 0-5-15,0 0-12 16,0 0 10-16,0 0-3 15,0 0 2-15,-41 21 0 16,31-10 0-16,1 1-1 0,5-1 3 16,0 2-3-16,4 0 0 15,0-2-5-15,0-1 6 16,8-1-1-16,2-2 2 16,2-3 8-16,0-1 4 0,1-3 5 15,1 0-1-15,1 0 1 16,-1-1-5-16,-1-5-4 15,0-1 0-15,0-2-4 16,-4 1-1-16,0-4 8 16,-2 1-3-16,-3-3-1 15,-4 0 0-15,0-1-4 0,0 4-1 16,-2 1-4-16,-10 2-5 16,-3 6 3-16,-9 1-26 15,-6-1-57-15,-7-1-125 16</inkml:trace>
  <inkml:trace contextRef="#ctx0" brushRef="#br0" timeOffset="76498.48">23562 11203 104 0,'4'0'-5'0,"-2"0"5"0,3 0 1 0,-2 0-1 16,1 0 0-16,-2 0 1 15,-2 0 0-15,1 0 3 0,-1-2 12 16,0 2 2-16,2 0 7 16,0 0-11-16,1 0-11 15,3 0-2-15,3 2 0 16,0 3 3-16,1 4 1 16,2-1 1-16,-1 2-1 0,-2-1 0 15,2 1-3-15,-2-2 0 16,-5 2 0-16,0-3-1 15,0 2 0-15,-1-1-1 16,-2-2-11-16,0-2-34 16,-1-1-17-16</inkml:trace>
  <inkml:trace contextRef="#ctx0" brushRef="#br0" timeOffset="76677.28">23632 11208 242 0,'0'0'12'15,"0"0"-11"-15,0 0-7 16,0 0 5-16,-23 49-16 0,11-24-22 16,0-1-31-16</inkml:trace>
  <inkml:trace contextRef="#ctx0" brushRef="#br0" timeOffset="77089.82">23935 11468 211 0,'0'0'13'0,"0"0"-6"16,0 0-7-16,0 0 7 0,0 0-4 16,0 0-1-16,38 17 2 15,-31-10-2-15,-2 2-2 16,3 1 2-16,-5-2-1 16,1 2 1-16,3-1-2 0,-5 1-4 15,1-2-17-15,-2 0-21 16,-1-3-12-16,0-1-13 15</inkml:trace>
  <inkml:trace contextRef="#ctx0" brushRef="#br0" timeOffset="77189.85">23954 11567 126 0,'0'0'40'0,"0"0"-4"16,-37 6-33-16,26 3-8 15,3-2-85-15</inkml:trace>
  <inkml:trace contextRef="#ctx0" brushRef="#br0" timeOffset="78406.92">18269 15527 138 0,'0'0'1'0,"0"0"0"16,0 0-1-16,0 0 1 0,0 0-1 0,0 0 3 16,-37 17 6-16,32-17 20 15,-2 0-2-15,3 0-8 16,-2 0-8-16,3 0-8 15,2 0-3-15,1 0-4 0,0-4-15 16,0 0 10-16,0 0 3 16,5-1 2-16,3 1 6 15,4 0-2-15,-1-2 3 16,3 5-3-16,1-1 3 16,-1 2-2-16,-1 0 0 15,-1 0 0-15,-3 5-1 0,0 3 1 16,0 2 0-16,-7 1-2 15,0 2-2-15,-2 0 5 16,0 1-3-16,-9 0-1 16,-3-1 0-16,0-1 1 15,-3-1 1-15,3-1 1 0,0-2 1 16,2 1-1-16,3-5 0 16,3 0-1-16,1-1 0 15,3-3-1-15,0 0 0 16,0 0-3-16,3 0 17 0,5 0 4 15,3 0-2-15,5 0-7 16,0-3-1-16,3-1-5 16,2 1 0-16,-1 0-2 15,0-1-13-15,-3 1-27 16,-2-2-43-16</inkml:trace>
  <inkml:trace contextRef="#ctx0" brushRef="#br0" timeOffset="79056.53">18355 15382 95 0,'0'0'5'0,"0"0"4"0,0 0-5 0,0 0 4 0,-45-16 1 16,28 15 3-16,1 1 6 15,-3 0-1-15,-3 1-1 16,2 7-6-16,-5 2-5 15,1 1-3-15,1 6-1 16,0 0-1-16,0 3 0 0,2-1 0 16,-1 1 1-16,6 1-1 15,0 0 4-15,4 1 4 16,1 2-1-16,5 1-3 16,0 3-2-16,4 1 0 15,2 1-2-15,1 1 0 0,10-1-1 16,2-3-2-16,2 1 3 15,7-5 1-15,-1-3-1 16,5-4 0-16,3-4 1 16,3-3 0-16,3-5 1 15,1-4-1-15,2 0 2 16,0 0-3-16,0-11 4 0,-4-2-4 16,1-3 2-16,-6-4 3 15,-2-1 1-15,-5-2 0 16,-2 0-1-16,-5-4 3 15,-7 2 1-15,-4-2-1 16,-4 0 0-16,0 0 0 16,-12 3-1-16,-3-2-2 0,-5 5-4 15,0 3-1-15,0 3-2 16,-4 7-2-16,2 5-9 16,1 2-23-16,-1 1-72 15</inkml:trace>
  <inkml:trace contextRef="#ctx0" brushRef="#br0" timeOffset="79901.69">18821 15556 86 0,'0'0'30'0,"0"0"7"0,0 0-7 0,0 0-11 15,0 0-13-15,0 0-4 16,0 0-1-16,-15 43 0 15,12-30 0-15,0 0 0 0,0 2-1 16,1 0 1-16,1-1-1 16,1 0 1-16,0-1 1 15,0-1-2-15,6-1 0 16,2-2-2-16,0-3 1 0,3 0 1 16,2-3 3-16,-3-3 1 15,4 0 0-15,-1 0 4 16,-2-6 1-16,3-2 4 15,-4-2-3-15,2 0-5 16,-3 1-1-16,-4-2-1 16,1 1-2-16,-3 3 2 15,-3 0-1-15,0 1 2 0,0 2 0 16,0 1-1-16,0 3-1 16,-1 0-4-16,-3 0-5 15,1 2-11-15,0 5 3 16,2 1 10-16,0 2 2 0,1-1 1 15,0 1 1-15,3-2 0 16,6-1-1-16,1-1 1 16,2-2 0-16,5-1 3 15,0-3 1-15,1 0 0 16,0 0 0-16,1 0 0 16,-4-6 1-16,-1-1 7 0,-4-1-1 15,-3-1 1-15,-2-1 10 16,-5 0 0-16,0-1-10 15,0-2-3-15,-4 2-4 16,-4-1-1-16,-1-1-3 16,-1 4-2-16,0-1-19 0,-1 0-18 15,-2 0-35-15,4 1-89 16</inkml:trace>
  <inkml:trace contextRef="#ctx0" brushRef="#br0" timeOffset="80769.86">19204 15463 132 0,'0'0'12'0,"0"0"1"15,0 0 13-15,0 0-9 0,0 0-6 0,0 0-1 16,0 0 4-16,29 43-6 15,-26-33 3-15,3 6-4 0,0-1-4 16,-1 2-3-16,4 0 2 16,-4-1-2-16,3-1 1 15,-5 0-1-15,1-4 1 16,0 2-1-16,-2-3 1 16,0-3-1-16,0-1 1 15,0-3-1-15,-2-1 0 16,2 0-2-16,-2-2-1 0,0 0 6 15,0 0 0-15,0-2 5 16,1-3-6-16,2-3 2 16,1-1 6-16,-1-1-8 15,5-3 3-15,2 4-3 16,1 0-1-16,2 3 0 0,1 0-1 16,-1 2 1-16,1 2 0 15,-1 2-2-15,1 0 2 16,-3 0-1-16,1 6 1 15,-4 2-1-15,0 3-6 0,-2 0-5 16,-1 4 1-16,0-3-4 16,2-1-9-16,-1 1-1 15,5-2-7-15,1-3-9 16,1-3 13-16,4-3 3 16,-1-1 9-16,3 0 5 15,0-1-4-15,-2-5-11 0,-3-4 23 16,-2 3 14-16,-3-3 25 15,-5 2 15-15,-2-2 23 16,-2 0-25-16,0 0-12 16,0 1-15-16,-2 2-7 15,-5 1-5-15,0 1-6 0,-2 2-5 16,1 0-1-16,-3 3 4 16,-2 0-1-16,2 0-1 15,0 7 1-15,1 0-2 16,2 1 0-16,5 0-2 0,-1-1 0 15,4 0-4 1,0-1-8-16,0 0-2 0,4-2 5 16,3-3 5-16,1 2 2 15,1-2 1-15,-1-1 5 16,0 0-1-16,-1 0 2 16,2 0 2-16,-2 2 4 0,2-1-4 15,0 2-4-15,0 0 0 16,0 0 0-16,1 0-1 15,-4-2 1-15,2 0-1 16,-1-1 0-16,1 0-4 16,0 0-3-16,1-2-8 0,-1-4-24 15,0-4-69-15</inkml:trace>
  <inkml:trace contextRef="#ctx0" brushRef="#br0" timeOffset="81012.92">19780 15470 193 0,'0'0'22'0,"0"0"12"0,0 0-22 0,0 0-1 16,0 0-2-16,0 0-10 0,0 0-2 16,0 0 2-16,0 0 10 15,0 0-2-15,0 56-5 16,0-35 1-16,0 2-3 15,0-2 0-15,0 0 0 16,5-2-3-16,-2-2-14 0,1-3-24 16,0-4-35-16,-1-3-15 15</inkml:trace>
  <inkml:trace contextRef="#ctx0" brushRef="#br0" timeOffset="81162">19796 15622 183 0,'0'0'15'16,"0"0"2"-16,0 0-13 16,0 0-1-16,0 0 0 15,36-24-3-15,-14 20 1 0,3-2-29 16,1-1-84-16</inkml:trace>
  <inkml:trace contextRef="#ctx0" brushRef="#br0" timeOffset="81638.75">20259 15384 206 0,'0'0'-14'0,"0"0"22"15,0 0 0-15,0 0-12 16,0 0 2-16,0 0 1 15,0 0 2-15,-17 50 0 16,14-29 0-16,2 0 0 16,1 2 0-16,0-2 1 15,0-1-2-15,0-1 0 0,2-1 0 16,4-4-3-16,0 0-12 16,-1-4 4-16,1-1 3 15,-2-4 4-15,0-2 3 16,-1-3 1-16,4 0 9 15,-5 0 12-15,2-3 0 0,1-4-13 16,1-4-5-16,1 1 0 16,2-2 5-16,-1 1 1 15,2 3-2-15,-1-1 2 16,0 2 1-16,2 4-4 16,3-1-3-16,-4 1-2 15,2 3-1-15,2 0 0 0,-2 0 1 16,-1 7-1-16,-1 2 3 15,-3 1-5-15,1 1-4 16,-3-1-9-16,-2 3-11 16,1-3-18-16,0-2-16 15,2-2-13-15</inkml:trace>
  <inkml:trace contextRef="#ctx0" brushRef="#br0" timeOffset="82122.35">20650 15566 187 0,'0'0'27'0,"0"0"18"0,0 0-25 0,0 0-10 15,0 0-7-15,0 0-6 16,0 0-4-16,0 0 17 16,0 0-5-16,-36-30-4 0,31 35-1 15,-2 3 0-15,4 0 0 16,2 1-1-16,1 0-2 15,0 0-2-15,5-2-1 16,5 0 5-16,5-1-1 16,-2-2 1-16,4-1 1 0,2-3 1 15,-1 0 2-15,6 0-4 16,-3-3 1-16,1-4 3 16,0-4-2-16,-1-1 2 15,-3 0-3-15,-3 0 1 16,-4 1 0-16,-3-2 0 15,-3 2 0-15,-2 1 1 0,-3 1 2 16,0 2 5-16,0 2 1 16,0 3-7-16,0 2-3 15,0 0-2-15,-2 3-1 16,-4 7 5-16,1 3 2 16,0 1-1-16,2 1-2 0,1 3-1 15,-3 0 1-15,4 0-2 16,1 2 1-16,0-3-1 15,0 2-7-15,0-4-15 16,1 0-12-16,1-1-37 16,1-7-19-16</inkml:trace>
  <inkml:trace contextRef="#ctx0" brushRef="#br0" timeOffset="82379.94">20879 15507 31 0,'0'0'159'0,"0"0"-141"0,0 0 10 0,50-41-22 15,-35 37 3-15,3 4 4 16,0 0-8-16,-1 0 2 0,0 8-2 16,-2 4-3-16,-3 1 0 15,-2 2-2-15,-5 2-1 16,-5 0-4-16,0-1-4 15,-5-1-7-15,-9-2-11 16,0-1 10-16,-2-5-8 0,-1-3-34 16,3-4-34-16</inkml:trace>
  <inkml:trace contextRef="#ctx0" brushRef="#br0" timeOffset="82622.23">21106 15469 95 0,'0'0'71'0,"0"0"-63"0,0 0 23 16,0 0-10-16,17 38-7 16,-16-22-2-16,1 0-2 15,-2 2-6-15,0 3-2 16,2-1-1-16,0 0 0 15,0-4-2-15,-1 2-1 0,2-5-17 16,-2-3-27-16,2-6-37 16</inkml:trace>
  <inkml:trace contextRef="#ctx0" brushRef="#br0" timeOffset="82885">21182 15470 172 0,'0'0'2'0,"46"-22"9"0,-22 15 2 15,0 4-8-15,-1 3 2 16,-4 0 0-16,1 3-1 16,-5 7-2-16,-5 4 0 15,-3 0-1-15,-4 2-3 16,-3 1-2-16,0-3-2 15,-8-1-10-15,-9 0 13 0,1-4-2 16,-4-1-19-16,-1-3-12 16,3-2 3-16,2-3-18 15</inkml:trace>
  <inkml:trace contextRef="#ctx0" brushRef="#br0" timeOffset="83244.08">21464 15509 129 0,'0'0'5'0,"43"0"19"16,-20-3 6-16,-2-4-14 16,-1-3-5-16,-5 3-8 15,-4-3 1-15,-2 0 2 16,-4-2 13-16,-3 3-2 0,-2-1-13 15,0 1-2-15,-5 3-2 16,-4 1-2-16,-4 3-2 16,-5 2 10-16,-1 0-5 15,-4 10-1-15,2 4-6 16,-1 2 3-16,4 1 0 0,4 0 1 16,6-1-5-16,6-3-7 15,2-1-5-15,7-2-5 16,4-1 7-16,6-3 6 15,4-1 7-15,2-5-24 16,3 0-42-16</inkml:trace>
  <inkml:trace contextRef="#ctx0" brushRef="#br0" timeOffset="83646.53">21691 15466 200 0,'0'0'16'16,"0"0"15"-16,0 0-16 15,0 0-11-15,0 0-1 16,0 0-3-16,0 0-4 16,0 0-3-16,0 0 6 15,0 21 8-15,0-8-4 16,-1 0-2-16,0 0-1 0,1-3-1 16,0-2-2-16,0-1-6 15,0-4 1-15,0 0 0 16,0-3 7-16,0 0 3 15,0 0 2-15,0-3-1 16,0-5 12-16,0-1-3 0,0-2-2 16,7 0 1-16,-3-2-3 15,3-1 0-15,2 2 1 16,2-1-4-16,1 2-3 16,1 3-2-16,1 2 0 15,0 4 3-15,0 2-3 16,-1 0 0-16,-5 5 0 0,3 4 0 15,-5 3-3-15,-1-1-4 16,-3 3-9-16,-1-1-12 16,0-3-10-16,-1-1-9 15,4-5-10-15,3-3-15 0</inkml:trace>
  <inkml:trace contextRef="#ctx0" brushRef="#br0" timeOffset="83975.22">22000 15441 102 0,'0'0'76'0,"0"0"-49"16,26-49-6-16,-23 34-15 16,0 2-1-16,-3 0-3 15,0 6 0-15,0 1 0 16,-6 5-6-16,-2 1 8 16,-1 0 4-16,-1 4-7 15,2 5-1-15,1 3 1 0,1 1-3 16,5 3 1-16,1 0-2 15,0-1-2-15,4-1 3 16,5 0 3-16,1 1 0 16,3-4 2-16,0 1 6 15,-1-1-4-15,-1-1-2 0,0-3-1 16,-1 0-2-16,-4-1 1 16,0-1 0-16,-5-2 0 15,-1-1-1-15,0 0-3 16,-1 0-6-16,-8-2 10 15,-1 0-29-15,-4 0-59 0</inkml:trace>
  <inkml:trace contextRef="#ctx0" brushRef="#br0" timeOffset="84131.32">21999 15465 239 0,'0'0'14'16,"0"0"5"-16,0 0-17 15,0 0-11-15,0 0 13 16,-55 47-4-16,21-25-32 16,-9 5-44-16,-3-1-52 0</inkml:trace>
  <inkml:trace contextRef="#ctx0" brushRef="#br0" timeOffset="84807.94">18974 15979 94 0,'0'0'17'0,"0"0"-4"0,0 0-10 16,0 0 16-16,0 0 3 15,0 0-7-15,48 16-7 16,-25-15 3-16,4 0-7 0,11-1-1 16,-2 0-1-16,6 0-1 15,5 0-1-15,4 0 1 16,3 0-1-16,4-3 0 15,6-2 0-15,8-1-3 0,3-4 5 16,6 3 0-16,7-3 5 16,6 4 1-16,0-2-3 15,3 0 1-15,2 2 2 16,2 0-1-16,-1 0 2 16,0 1-3-16,-2 0 4 15,-1 1 1-15,-6 1-3 16,-7-1 0-16,-6 1-2 0,-7-1 4 15,-5 2 1-15,-11 0-1 16,-2-1-4-16,-6 1-3 16,-6 0-1-16,-7 0-1 15,-3 2 0-15,-7-3 1 0,-4 0-9 16,-1 1-13-16,-2-3-21 16,-3-3-14-16,1-5-74 15</inkml:trace>
  <inkml:trace contextRef="#ctx0" brushRef="#br0" timeOffset="85171.67">22293 15482 196 0,'0'0'33'0,"0"0"-4"0,0 0-22 0,0 0-14 16,0 0-3-16,0 0-40 16,0 0-73-16</inkml:trace>
  <inkml:trace contextRef="#ctx0" brushRef="#br0" timeOffset="86067.86">23582 11201 195 0,'0'0'15'0,"0"0"33"0,0 0-16 0,0 0-7 16,0 0-6-16,0 0-9 15,0 0-8-15,0 0-4 16,0 0 0-16,0 0-1 16,0 0-25-16,0 0-13 15,0 0-31-15,1 25-36 0</inkml:trace>
  <inkml:trace contextRef="#ctx0" brushRef="#br0" timeOffset="86232.02">23582 11201 217 0,'-10'34'10'0,"7"-34"24"15,2-2-19-15,1 2-10 16,0 0-12-16,0 0-11 15,1 0-11-15,6 0-49 0,0 0-37 16</inkml:trace>
  <inkml:trace contextRef="#ctx0" brushRef="#br0" timeOffset="86359.91">23625 11231 157 0,'0'0'10'0,"0"0"36"16,0 0-28-16,0 0-13 15,0 0-12-15,0 0-88 16,0 0-31-16</inkml:trace>
  <inkml:trace contextRef="#ctx0" brushRef="#br0" timeOffset="86460.01">23625 11231 206 0,'20'6'-34'0,"-22"-6"-15"15</inkml:trace>
  <inkml:trace contextRef="#ctx0" brushRef="#br0" timeOffset="88022.76">23681 11178 56 0,'0'0'3'0,"0"0"4"0,0 0-1 0,0 0-5 0,0 0 1 15,0 0 6-15,0 0 20 16,0 0 6-16,0 0-1 15,0 0-6-15,0 0-10 16,0 0-11-16,-14 5-3 16,14-5-6-16,0 5-1 15,2 1-19-15,1 0-58 0</inkml:trace>
  <inkml:trace contextRef="#ctx0" brushRef="#br0" timeOffset="89065.8">22536 15441 66 0,'0'0'6'0,"0"0"4"0,0 0-5 0,0 0-3 15,0 0 0-15,0 0 11 16,0 0 7-16,0 0 4 15,0 0 7-15,0 0-7 16,0 0-11-16,0 0-4 16,0 0-6-16,8-25-2 15,-8 25-1-15,0 0 0 0,-1 0-1 16,-5 3 1-16,-1 6 3 16,-3 4-3-16,-3 2 3 15,0 2-1-15,-4 3 0 16,1 0-1-16,2 0-1 0,1 1 0 15,3-5 1 1,3 1 2-16,3 0-1 0,4-3 2 16,0 0-1-16,0-1 2 15,2 0 0-15,7-2-3 16,5 1-2-16,1-4 0 16,4 2-5-16,5-5-28 0,0-4-57 15</inkml:trace>
  <inkml:trace contextRef="#ctx0" brushRef="#br0" timeOffset="89373.21">22693 15500 54 0,'0'0'76'0,"0"0"-20"0,0 0-24 15,0 0-21-15,0 0-6 16,0 0-3-16,0 0 6 0,0 0 1 16,0 0-1-16,6 34 0 15,-4-19 0-15,-1 2-4 16,1 1-2-16,1 2-1 15,0 0-1-15,0-2-1 16,0 1-16-16,-1-5-45 16,1-5-76-16</inkml:trace>
  <inkml:trace contextRef="#ctx0" brushRef="#br0" timeOffset="89528.92">22871 15652 214 0,'0'0'57'16,"0"0"-60"-16,0 0 4 16,0 0-1-16,0 0 0 15,14 44-7-15,-12-34-31 16,0-3-51-16</inkml:trace>
  <inkml:trace contextRef="#ctx0" brushRef="#br0" timeOffset="90042.47">23052 15504 241 0,'0'0'7'16,"0"0"9"-16,0 0-6 15,0 0-7-15,0 0 0 16,0 0-1-16,37-22-2 16,-27 22 2-16,-1 0-1 15,1 0 2-15,0 1-1 0,-4 5-2 16,-1 2 1-16,-1 2-1 16,-4-1-3-16,0 2-5 15,-4-1-3-15,-5 2 0 16,-2-2 5-16,-1-3 5 15,4 1 1-15,0-4 0 0,3-1 2 16,1 0-1-16,4 0-1 16,0-1 3-16,4 0 1 15,1 2 3-15,5 2 3 16,2 0-4-16,-3-1-1 16,2 1-3-16,0 1-1 0,-2-1-1 15,-2 0 1-15,1-1 0 16,-6 1 0-16,1-2 1 15,-3-1-1-15,0 0 3 16,0 0-5-16,-8 0-1 16,0-1 2-16,-3 0 0 0,0-2 0 15,0 0-8-15,2 0-19 16,0 0-33-16,5-3-45 16</inkml:trace>
  <inkml:trace contextRef="#ctx0" brushRef="#br0" timeOffset="90347.6">23280 15429 153 0,'0'0'12'0,"0"0"22"0,0 0-20 0,0 0-3 0,43 2-7 15,-30 8-1-15,-2 3 1 16,1 2-1-16,-1 3-1 16,0 2-1-16,-1 0 0 0,0 2 0 15,-4-1-1-15,-1 0 0 16,-3 0 0-16,-2-1 2 16,0 0 0-16,0 0-2 15,-10-1-3-15,-1-1 4 16,-4-1-2-16,-1 0-22 0,-2-6-25 15,1-2-36-15</inkml:trace>
  <inkml:trace contextRef="#ctx0" brushRef="#br0" timeOffset="91648.24">23618 11207 87 0,'-1'0'24'0,"1"0"3"0,0 0-8 0,0-2-14 15,0 0-2-15,0-1-3 16,0 1 0-16,0-2 1 16,0 3 9-16,0-1 12 15,0 1-4-15,0-1-7 16,0 2-7-16,0 0-4 0,0 0 0 16,-1 0 1-16,-1 0 2 15,2 3-3-15,-2 3 0 16,2-2 0-16,0 3 1 15,0 2-1-15,0-2 0 16,0 0 0-16,0 4-1 16,3-2-6-16,0 1-15 0,1 0-32 15,-3-2-12-15</inkml:trace>
  <inkml:trace contextRef="#ctx0" brushRef="#br0" timeOffset="91894.67">23625 11201 244 0,'0'0'11'15,"0"0"-4"-15,0 0-5 16,0 0 0-16,0 0 7 15,0 0-5-15,0 38-2 0,0-29-2 16,0 0 0-16,0-1-11 16,0-1-33-16,0-1-42 15,0-5-19-15</inkml:trace>
  <inkml:trace contextRef="#ctx0" brushRef="#br0" timeOffset="92312.79">23980 11488 238 0,'0'0'5'0,"0"0"-6"0,0 0 4 16,0 0 5-16,0 0-4 0,0 0 1 15,0 0-3-15,0 0-1 16,0 0 0-16,0 14-1 16,0-11 0-16,0-3-17 15,0 0-64-15</inkml:trace>
  <inkml:trace contextRef="#ctx0" brushRef="#br0" timeOffset="94620.46">19942 16433 198 0,'0'-1'18'0,"0"1"-9"0,0-1-2 0,0 0 0 0,0 1-4 15,0-1 2-15,0-2-4 16,0 0 1-16,0 2 3 15,0-3-8-15,0 1 1 16,0-1 3-16,-1 2-4 16,-2-1-3-16,-3 2 1 0,0 0 7 15,1-1-3-15,-3 2-1 16,-2 0 1-16,1 0 2 16,0 0 0-16,-2 0 0 15,2 2 0-15,-1 3 0 16,-2 4-1-16,2-1 0 15,0 6 0-15,-2-2 0 16,2 5 0-16,-1 0 1 0,3-1-2 16,0 0 2-16,5-3-1 15,-1 0 1-15,4-2 0 16,0-1-1-16,0-3 0 16,5-1 1-16,5 0-1 15,-1-2-2-15,1 2 0 0,4-2 7 16,-2-1-2-16,1 1-1 15,1 0-1-15,-1 0 0 16,-1 2-1-16,-1-1 0 0,-1 0 0 16,0 2 0-16,-5-1 0 15,1 1 0-15,-6 0-2 16,0-1-8-16,0 1 5 16,-6-2 8-16,-4 1-2 15,-3 0-1-15,-5 0-1 16,1-1 3-16,0 0-1 0,2-1-1 15,-1-1 1-15,3 0-4 16,2-3-50-16,1 0-52 16</inkml:trace>
  <inkml:trace contextRef="#ctx0" brushRef="#br0" timeOffset="95082.18">20102 16570 99 0,'0'0'14'0,"0"0"7"0,0 0-7 16,0 0-8-16,0 0-5 15,0 0 2-15,40-10 9 16,-38 5 4-16,-1 1 0 16,1 0-5-16,-2 0 4 15,0-1-1-15,0 1-4 0,0 1-8 16,-5-1 0-16,-5 4-9 16,-1 0 0-16,-1 0 5 15,-2 0 4-15,0 3-1 16,2 3 5-16,0 2-2 15,1 3-1-15,3 2-1 0,3-3 1 16,-2 2 0-16,6 0 3 16,1-2 5-16,0 0-1 15,1-1-2-15,8 0-1 16,2-3-5-16,2 0 1 16,2-2-1-16,4-3 1 0,3-1-2 15,-2 0-26-15,2-3-50 16,-3-8-142-16</inkml:trace>
  <inkml:trace contextRef="#ctx0" brushRef="#br0" timeOffset="95357.4">20328 16482 198 0,'0'0'11'0,"0"0"4"0,0 0-10 16,0 0-3-16,0 0-2 15,0 0 3-15,-34 36 0 16,30-24 4-16,2 1 2 16,0-1-1-16,2 1-3 0,0-1-3 15,0-1-1-15,4-1 0 16,4-2-2-16,5-2-1 15,2-3-9-15,1-3-33 16,1 0-54-16</inkml:trace>
  <inkml:trace contextRef="#ctx0" brushRef="#br0" timeOffset="95687.65">20498 16536 240 0,'0'0'4'0,"0"0"4"0,0 0-2 15,0 0-8-15,0 0 1 16,0 0-1-16,-47 25 2 16,36-13 1-16,3-1 0 15,4-1-1-15,2 0 0 16,2-2 0-16,0-3 0 0,7 0-4 16,4-5 1-16,2 0 0 15,3 0 3-15,-1 0-1 16,2-4 7-16,-4-5-5 15,1 2 7-15,-4-1 8 16,-5-2 6-16,-3 4-1 0,-2-2-3 16,0 1-4-16,0 1-8 15,-2 0-5-15,-5 2-5 16,-1 1-4-16,1 2-16 16,-4 1-9-16,3 0-23 15,2 0-64-15</inkml:trace>
  <inkml:trace contextRef="#ctx0" brushRef="#br0" timeOffset="96106.05">20621 16541 253 0,'0'0'6'0,"0"0"-1"16,0 0-1-16,0 0-1 15,0 0 0-15,0 0-2 0,0 0 0 16,0 0 0-16,0 0 1 16,31 31-2-16,-31-23 2 15,0 0-3-15,0-1-1 16,0 0-7-16,0-2-2 16,0-3 6-16,-2 0 4 0,2-2 3 15,0 0 0-15,0 0 6 16,0 0 0-16,0-6 0 15,0-1-5-15,7-3 3 16,2 2-5-16,4 0-1 16,0-1 1-16,3 1-1 15,-3 1 0-15,0 2-1 0,-1 2 2 16,-3 1-1-16,-1 2 0 16,2 0 1-16,-6 0-1 15,0 3-1-15,1 4 2 16,-2 2-2-16,1 2-7 15,-2-1-17-15,2 0-32 0,1-3-57 16</inkml:trace>
  <inkml:trace contextRef="#ctx0" brushRef="#br0" timeOffset="96618.75">21007 16524 299 0,'0'0'3'0,"0"0"0"0,0 0-5 0,0 0-2 0,0 0-13 0,-45-19 12 15,28 19 6-15,0 1-1 16,0 7-2-16,-1 2 2 16,3 0 2-16,2 0-2 15,3 3 0-15,4-2 0 16,4-1-2-16,2 0-6 0,0-3-2 15,10-1 3-15,2-3 4 16,3-2 0-16,1-1 1 16,-2 0-1-16,4-7 0 15,-2-1-8-15,1-2 7 16,-4-2 4-16,0-2 0 0,-4-2 0 16,-2 2 4-16,-3-4 6 15,-1 0-5-15,-1 0-2 16,-2-3-2-16,0 2-1 15,0 0-4-15,0-1-2 16,0 1-6-16,-3 1 12 16,0 2 1-16,2 3-1 0,-1 3 2 15,0 2 3-15,1 5 3 16,0 3 8-16,1 0-7 16,0 3-8-16,0 12-2 15,0 0 6-15,0 3 1 16,0 2-3-16,7 4-2 0,2-1 0 15,2-2-1-15,2-1-4 16,4-1-34-16,2-5-71 16</inkml:trace>
  <inkml:trace contextRef="#ctx0" brushRef="#br0" timeOffset="96946.26">21441 16477 114 0,'0'0'37'0,"0"0"2"0,0 0 7 0,0 0-17 0,-17-41-22 16,4 37 3-16,0 1-9 16,-2 3 0-16,-1 0 1 15,0 0 1-15,3 1-3 0,-3 9 2 16,5-1-2-16,-1 5 0 15,3 0 1-15,5-1-1 16,3-1 0-16,1 0-1 16,0-3-1-16,11-2 1 15,2-4-1-15,3-2 1 16,0-1 1-16,4 0-3 0,2-1-10 16,0-8-24-16,-1-2-11 15,-2-3-10-15,0-2-1 16</inkml:trace>
  <inkml:trace contextRef="#ctx0" brushRef="#br0" timeOffset="97174.26">21505 16304 1 0,'0'0'7'15,"-17"-45"49"-15,5 26 17 16,2 2-28-16,-1 3-13 16,4 5-2-16,0 2-8 0,2 6-8 15,3 1-5-15,-2 1-8 16,2 11 0-16,0 5 0 15,-1 3 0-15,1 4-1 16,-1 1 2-16,2 2 0 16,1 0-1-16,0 0 0 0,2-1 1 15,3-1-1-15,3-2-2 16,1-2-12-16,3-4-35 16,0-4-40-16</inkml:trace>
  <inkml:trace contextRef="#ctx0" brushRef="#br0" timeOffset="97985.14">21613 16484 136 0,'0'0'-6'0,"0"0"-1"16,0 0-1-16,0 0 2 15,0 0 6-15,0 0 4 16,0 0 21-16,0 0 10 16,0 0-7-16,40-32-15 0,-35 26-8 15,0 0-3-15,-3 0 0 16,0 1-1-16,-2 0 0 16,0 3 5-16,0-2 6 15,0 2 2-15,-4 1-6 0,-2 1-5 16,2 0-2-16,-3 0-4 15,1 7 1-15,-4 3-1 16,3 1-3-16,1 2-2 16,2 1 4-16,0-1 3 15,2-2 1-15,2 0 1 16,0-3-1-16,3-1 0 0,5-3-2 16,2-1 2-16,2 0-1 15,-4-3 0-15,3 0 0 16,0 0 0-16,-1-3 4 15,-1-4 5-15,2-1 6 16,0-2 2-16,-4 0-5 0,3-2-1 16,0 2-3-16,-3 0-4 15,3-1-2-15,-2 2 0 16,-1 2-2-16,1 3 2 16,-3 0-2-16,4 2 1 0,-6 2 0 15,2 0-1-15,0 1-4 16,-2 5 0-16,-1 2 3 15,-1 3-3-15,1 0 4 16,-1-1 2-16,4 0 1 16,-3 0-1-16,1-1-1 15,2-1 0-15,1-2 2 16,4-2-4-16,-1-2 0 16,3-2 1-16,1 0 0 0,1 0 1 15,0-2 1-15,1-6-3 16,-3-2 3-16,0 1-3 15,-3-1 5-15,-2 0-2 0,-2 0 0 16,1 2 2-16,-6 1-1 16,0 2 3-16,0-1-5 15,-7 4 1-15,1 2 5 16,-2 0-2-16,2 0-4 16,0 2 0-16,0 6 0 15,2-1 0-15,4 3 0 0,0-2 0 16,0 0-4-16,2-1-2 15,8-2-6-15,2-2-14 16,1-3-45-16</inkml:trace>
  <inkml:trace contextRef="#ctx0" brushRef="#br0" timeOffset="98142.64">22021 16327 303 0,'0'0'7'0,"0"0"-4"0,0 0-5 16,0 0-25-16,0 0-35 15,0 0-73-15</inkml:trace>
  <inkml:trace contextRef="#ctx0" brushRef="#br0" timeOffset="98447.64">22065 16418 185 0,'0'0'89'16,"0"0"-89"-16,0 0 1 16,31 41 0-16,-24-28 0 15,0-1 0-15,-1 0-1 16,0-2 0-16,-2-2 1 0,0-2-1 15,-2-3 1-15,-1-1-2 16,0-2 2-16,1 0 2 16,-2-2 23-16,2-5-9 15,-2-3-8-15,3-3-3 16,-1-1-2-16,4-2-4 0,-2 2-1 16,3-1-4-16,2 0-18 15,0 2-16-15,0 0-83 16</inkml:trace>
  <inkml:trace contextRef="#ctx0" brushRef="#br0" timeOffset="98795.72">22484 16399 276 0,'0'0'14'0,"0"0"-11"0,0 0-10 0,0 0 6 15,0 0 1-15,38-2-13 16,-24 0-22-16,-3 1-43 16,2-1-41-16</inkml:trace>
  <inkml:trace contextRef="#ctx0" brushRef="#br0" timeOffset="98937.48">22523 16484 193 0,'0'0'32'0,"0"0"-46"16,0 0 8-16,0 0-1 15,51 9-43-15</inkml:trace>
  <inkml:trace contextRef="#ctx0" brushRef="#br0" timeOffset="99364.39">22980 16190 141 0,'0'0'-2'0,"0"0"4"16,0 0 3-16,-42 2-1 15,27 7 0-15,-1 3 3 16,-2 2-1-16,3 2 2 16,1-2-5-16,5 2 1 15,2-5-1-15,4-1 2 0,3 0 3 16,0-4 4-16,2-1-5 16,8 0-2-16,4-3-4 15,1-2 1-15,4 0 1 16,1 0-5-16,2-2-18 15,-2-5-26-15,-4-2 0 16,0-2 1-16,-6-2-15 0</inkml:trace>
  <inkml:trace contextRef="#ctx0" brushRef="#br0" timeOffset="99589.62">22964 16011 237 0,'0'0'7'15,"0"0"27"-15,0 0-11 16,0 0-20-16,0 0-4 16,0 0 2-16,0 0-1 15,-12 40-1-15,12-15 1 0,5 1 1 16,2 3-1-16,-1-1 1 16,2 1-1-16,4-4 1 15,-3-1-10-15,0-6-27 16,2-5-32-16,0-6-50 15</inkml:trace>
  <inkml:trace contextRef="#ctx0" brushRef="#br0" timeOffset="99920.01">23100 16104 272 0,'0'0'7'0,"0"0"8"15,0 0-4-15,0 0-7 16,18-39-2-16,-10 35-1 16,1 4 2-16,1 0-3 15,2 0 0-15,-1 4 0 0,-3 6-2 16,-1 2-1-16,-4 2-10 16,-2 2-9-16,-1-1 0 15,-2 2-2-15,-5-2 6 16,-2-3 18-16,2 0 3 15,0-5 4-15,5-2 6 16,-1 0 1-16,3-4 2 0,0 1-6 16,6-2-7-16,7 0-1 15,5 0 3-15,4 0-4 16,-1-3-12-16,4-6-64 16,-2-3-66-16</inkml:trace>
  <inkml:trace contextRef="#ctx0" brushRef="#br0" timeOffset="100347.7">23343 16056 149 0,'0'0'127'15,"0"0"-111"-15,0 0-13 16,0 0-1-16,0 0-2 16,0 0 1-16,0 0-2 15,-4 43 1-15,12-34 0 16,-2 0-2-16,4-1 1 0,1-3-1 15,-2-3-1-15,3 0 4 16,1-2 3-16,0 0-1 16,0-5-3-16,-1-5 0 15,1 1 0-15,-6-2 1 16,-1 0 0-16,-2 1 1 0,-3 0 0 16,-1 3 1-16,0 0 0 15,0 4-3-15,0 2-1 16,-1 1 1-16,-2 0 0 15,0 4-1-15,-3 9 0 16,1 1 1-16,1 4 0 16,0 0 0-16,2 1 1 0,2 0-1 15,0 1 1-15,0-2-1 16,0 1 0-16,3-1 0 16,4-1 1-16,-4 0-1 15,1-1 0-15,-2-2 0 16,-2 2-12-16,0-1-31 0,-4-2-20 15,-8 1-12-15</inkml:trace>
  <inkml:trace contextRef="#ctx0" brushRef="#br0" timeOffset="100625.29">22930 16550 99 0,'0'0'4'0,"37"0"25"0,-12 0 29 0,5-6-19 0,1 0-10 16,5-1-5-16,3-1 4 15,2 1-6-15,4-2-8 0,1 1-6 16,4 2-6-16,1 0-1 15,-5 2-2-15,-2 1-7 16,-8 3-30-16,-7 0-37 16,-10 0-70-16</inkml:trace>
  <inkml:trace contextRef="#ctx0" brushRef="#br0" timeOffset="101165.89">23096 16791 133 0,'0'0'38'16,"-41"3"4"-16,20 0-16 15,3 2-12-15,2 1-5 16,1 3-7-16,4-1 0 16,2 2-3-16,5 0 3 0,0 2-1 15,3-1-1-15,1 0 0 16,2 0-3-16,7-2 3 16,2 0-1-16,4-2 1 15,0-4-27-15,3-2 26 16,1-1 2-16,-1 0-2 0,1-3 3 15,-2-7-2-15,-3-1 2 16,-5-3 1-16,0-2 2 16,-3-1-4-16,-1-1-2 15,-5-2 1-15,0 0 0 16,0-1-3-16,0 1 1 16,0 3 0-16,-7 2 2 0,3 3 0 15,-1 3-1-15,-1 3 9 16,1 6 2-16,-4 0 1 15,3 0-8-15,-1 10 1 16,1 3-1-16,2 4 1 16,1 4 1-16,3 1-3 0,0 1-1 15,2-1-4-15,5-2-15 16,3-3-28-16,-2-5-75 16</inkml:trace>
  <inkml:trace contextRef="#ctx0" brushRef="#br0" timeOffset="101457.99">23203 16770 165 0,'0'0'61'0,"0"0"-53"0,0 0 12 0,36-38-10 15,-23 33-9-15,1 3 1 16,-2 2-1-16,1 0-1 15,-2 0 2-15,-1 5 3 16,-1 8-2-16,2-2-2 0,-7 3 1 16,-1 2 0-16,-2 1-3 15,-1 0-1-15,0-1-6 16,-5-2-5-16,-7-1 3 16,2-4 1-16,-1-1 0 15,0-2 9-15,1-4-3 0,1-2-43 16,5 0-39-16</inkml:trace>
  <inkml:trace contextRef="#ctx0" brushRef="#br0" timeOffset="101707.32">23362 16702 228 0,'0'0'11'0,"0"0"12"15,0 0-23-15,0 0 2 0,0 0-2 16,0 0 4-16,-30 45-2 16,25-29 3-16,1 0-1 15,3 1 1-15,1-2 1 16,0-2-3-16,8 0-1 16,2-5-2-16,4 1 0 0,2-5-1 15,4-3-15-15,-4-1-35 16,2-2-97-16</inkml:trace>
  <inkml:trace contextRef="#ctx0" brushRef="#br0" timeOffset="102012.94">23410 16631 254 0,'0'0'10'15,"0"0"-2"-15,0 0-4 0,0 0-1 16,0 0-2-16,41-11 1 16,-28 11-1-16,-2 0 0 15,1 0 0-15,-4 2-1 16,-4 4 0-16,-4 2 0 16,0 4-1-16,-7-1-3 0,-4 2 3 15,-4-2-8-15,2 1 6 16,3-5 2-16,1 0 2 15,5-4 2-15,4-2 3 16,0-1 1-16,4 0-12 16,12 0 6-16,4-8-9 0,3-6-81 15</inkml:trace>
  <inkml:trace contextRef="#ctx0" brushRef="#br0" timeOffset="102491.15">23583 16309 134 0,'0'0'5'15,"0"0"2"-15,0 0 15 0,0 0 0 16,0 0 1-16,47 19-8 16,-32-16-4-16,2 0 0 15,0 1-2-15,1-2 0 16,-1-1-3-16,1-1-2 16,0 2-3-16,-2-2 0 15,0 0 0-15,-1 0 0 0,-3 0-1 16,-2 0 0-16,-4 0 0 15,0 0 2-15,-5 1-2 16,-1 2 1-16,0 0 2 16,0 1-2-16,0 3 0 15,-7 0 2-15,-2 0-1 0,-2 5 0 16,-1 0-2-16,-2 1 1 16,0 0 0-16,-1 3-1 15,2-1 2-15,2 2-2 16,-1-2 0-16,5 1-9 15,2-2-17-15,3-3-15 16,2-4-31-16,0-5-34 16</inkml:trace>
  <inkml:trace contextRef="#ctx0" brushRef="#br0" timeOffset="102859.85">23902 16358 245 0,'0'0'-3'0,"0"0"8"0,0 0-1 0,0 0-6 0,0 0 3 16,0 0-1-16,0 0 1 16,-36 30 0-16,29-16 0 15,3 3 0-15,2-3-1 16,2 0 2-16,0-2-3 15,8-4 0-15,3-2 1 0,3-4 0 16,1-1 1-16,2-1-2 16,-2 0 13-16,1-4-3 15,-2-5-1-15,-1 1 8 16,-2-4 3-16,-3 2-2 0,-5-4-5 16,-2 1 0-16,-1-1-2 15,0 0-8-15,-6 1-2 16,-2 2-2-16,-2 2-12 15,-1 5-15-15,1 1-15 16,1 2-47-16</inkml:trace>
  <inkml:trace contextRef="#ctx0" brushRef="#br0" timeOffset="103135.95">24125 16351 256 0,'0'0'30'0,"0"0"-19"16,0 0 3-16,0 0 6 15,47 0-5-15,-28-2-6 16,5 0-1-16,3 0-5 15,2 1 0-15,0 0-3 0,0-1 0 16,0 1-3-16,-3-2-24 16,-3-1-27-16,-7-2-66 15</inkml:trace>
  <inkml:trace contextRef="#ctx0" brushRef="#br0" timeOffset="103393.05">24367 16219 29 0,'0'0'235'15,"0"0"-234"-15,0 0-5 0,0 0 2 16,0 0 5-16,0 0 3 16,0 0 0-16,0 0 2 15,44 37 2-15,-33-23-3 16,0 0 0-16,-3 3-4 15,-5 4-2-15,-3-5-1 16,0 4-1-16,-11-1 0 0,-8-2-5 16,-1-2-17-16,-3-1-11 15,0-4-58-15</inkml:trace>
  <inkml:trace contextRef="#ctx0" brushRef="#br0" timeOffset="103949.02">24489 16394 295 0,'0'0'-4'0,"0"0"5"16,0 0 1-16,27-44-1 15,-23 31 3-15,0-2 3 16,-3 0 10-16,-1 1-8 15,0-2-2-15,0-1 1 0,0 1-4 16,0-1-1-16,0 2-6 16,-2 2 2-16,-1 2-5 15,-1 4-4-15,-4 5-9 16,3 2-4-16,-4 0 6 16,4 2 12-16,-3 7 4 0,5 0 1 15,1 0 0-15,2 2 0 16,0-4-1-16,1 0 0 15,7 0-2-15,3-4 1 16,0-2-1-16,2-1 8 16,2 0-3-16,-1 0 0 0,0-4 5 15,-2-3-1-15,-1 0 5 16,2-2-5-16,-6-2-3 16,1 4-2-16,-5-2-1 15,2 3 2-15,-1 1-1 16,-2 2 5-16,-2 2 2 0,0 1-2 15,0 0-1-15,0 0-10 16,1 7 1-16,-1 4 3 16,0 2 6-16,1 4 0 15,0 0-4-15,1-1 0 16,0 1-1-16,4-3 0 0,-4-1 0 16,3-2-7-1,0 0-14-15,0-5-30 0,1-3-72 16</inkml:trace>
  <inkml:trace contextRef="#ctx0" brushRef="#br0" timeOffset="104133.36">24751 16284 289 0,'0'0'28'0,"0"0"-13"0,0 0-10 0,0 0-3 0,0 0-2 16,0 0 8-16,0 0-6 15,0 0-1-15,5 47-1 16,-2-34-1-16,-2-2-23 16,0-3-40-16,-1-6-68 15</inkml:trace>
  <inkml:trace contextRef="#ctx0" brushRef="#br0" timeOffset="104269.38">24767 16213 306 0,'0'0'4'0,"0"0"-4"16,0 0-7-16,0 0-31 15,0 0-83-15</inkml:trace>
  <inkml:trace contextRef="#ctx0" brushRef="#br0" timeOffset="104647.3">24827 16283 137 0,'0'0'4'0,"0"0"-3"16,0 0 1-16,0 0-1 15,0 0 0-15,0 0 1 16,9 40 0-16,-8-33 0 0,-1-3 0 15,0 0-1-15,0 1 1 16,0-3-1-16,0-2-1 16,0 0 5-16,0 0 31 15,0 0-13-15,0-4 4 16,0 0-1-16,1-3-6 16,2 0-6-16,3 1-4 0,2-4-3 15,3 4 0-15,0 2-3 16,2 0-3-16,2 4-1 15,0 0 1-15,0 0-1 16,-2 8-1-16,-2 8-2 16,-6 1-12-16,-5 6-11 15,0 4-15-15,-4 0-33 0</inkml:trace>
  <inkml:trace contextRef="#ctx0" brushRef="#br0" timeOffset="105841.42">23831 16994 100 0,'6'-4'74'0,"1"-2"-42"0,-1 2 9 0,1-1-14 15,-6 3-4-15,1-1 0 16,-1 3-11-16,-1 0-7 16,0 0 0-16,0 0-2 15,-2 0-7-15,-9 10 7 0,-2 0-5 16,-3 2 1-16,-5 3 2 16,-1 1 1-16,-3-2-1 15,0 1-1-15,-1 0 1 16,0-2-1-16,1-1 0 0,0 0 0 15,5-2 0-15,1-2 0 16,2-2 0-16,4-2 0 16,3 2 0-16,4-5-1 15,0 2 1-15,4-3-1 0,2 2-2 16,0-2-2 0,0 1-1-16,0 0-2 0,3 1 7 15,3-1 2-15,3 3 0 16,1 1 0-16,3 0 0 15,0 1 0-15,3 1 3 16,3-1-1-16,2 1 0 0,0 0 2 16,1 0 0-16,1 0-1 15,-3 0-1-15,0-1-1 16,-1-2-2-16,-4 2 0 16,-1 0 0-16,-3-3-4 15,-3 3-11-15,-1-4-10 0,-5-1-28 16,-1-1-34-16,-1 0-20 15</inkml:trace>
  <inkml:trace contextRef="#ctx0" brushRef="#br0" timeOffset="106281.34">23951 17109 109 0,'0'0'15'0,"0"0"10"0,0 0 2 16,0 0-7-16,0 0-4 15,-38 40-3-15,31-30-3 0,3 1-6 16,3 0-1-16,1 0-2 15,0-3 1-15,1 1-2 16,8-2 2-16,1-3-1 16,2 0 0-16,2-3 1 15,1-1 0-15,3 0 2 0,-5 0 4 16,3-1-3-16,-5-4 0 16,-4-2-1-16,0-1 2 15,-5-1 11-15,-2 0 1 16,0-2-4-16,-2-1-4 15,-8 1-7-15,0 1-2 0,-4 3 3 16,-1-1-4-16,0 3-2 16,2 3-10-16,1 1-10 15,0 1-12-15,5 0-27 16,3 0-72-16</inkml:trace>
  <inkml:trace contextRef="#ctx0" brushRef="#br0" timeOffset="106602.35">24172 17135 256 0,'0'0'10'0,"0"0"2"0,0 0 5 0,38 0-4 15,-20 0-4-15,-2 0-4 16,8-3 3-16,-3 0-2 16,3 2-3-16,0-2-2 0,3 2-1 15,-2-1 0-15,-1 0-3 16,0 0-18-16,-5-1-16 15,-2-3-43-15,-6 1-53 16</inkml:trace>
  <inkml:trace contextRef="#ctx0" brushRef="#br0" timeOffset="106787.48">24417 17048 249 0,'0'0'3'16,"0"0"0"-16,0 0-1 16,39 39 2-16,-27-26-3 15,-2-1-1-15,-3 4-17 16,1-3-41-16,-2-3-53 0</inkml:trace>
  <inkml:trace contextRef="#ctx0" brushRef="#br0" timeOffset="107298.34">24629 17187 124 0,'0'0'77'0,"0"0"-62"16,21-38 23-16,-16 22-23 16,-2-3-9-16,1 0-2 15,-2-2 7-15,0-1 4 0,0 1 0 16,-1 0-4-16,0 1-2 15,-1 0-5-15,0 6-4 16,0 1 1-16,0 3-2 16,0 3-3-16,0 3-1 15,0 4 1-15,0 0-5 0,0 0-8 16,-2 7 14-16,2 2 0 16,-2 3 3-16,2 0 0 15,0-1 0-15,0 2 2 16,3-5-6-16,3 2 4 15,5-4-3-15,0-2 2 0,2-1 1 16,1-2-1 0,-1-1 0-16,1 0 3 0,-1-1 2 15,-1-5 2-15,-2-1 3 16,-1 2 2-16,1-1-1 16,-7 3-4-16,0-1 1 15,-2 2 2-15,0 2 4 0,-1 0-11 16,0 2-5-16,0 6 8 15,-3 4-5-15,0 2 3 16,-3 1-2-16,3 1 0 16,1 0-1-16,2-2 0 0,0 0-5 15,0-1-4-15,4-1-15 16,4-1-9-16,2-4-36 16,1-1-59-16</inkml:trace>
  <inkml:trace contextRef="#ctx0" brushRef="#br0" timeOffset="107520.15">24945 17109 261 0,'0'0'11'0,"0"0"16"0,0 0-15 0,0 0-13 16,0 0 3-16,0 0-3 0,-38-26 3 15,28 26-2-15,2 7 0 16,0 1 2-16,2 2-2 15,5 0 1-15,1 1 0 16,0-2-2-16,6-1-4 16,5-2-1-16,3 0-18 0,0-5-30 15,4-1-66-15</inkml:trace>
  <inkml:trace contextRef="#ctx0" brushRef="#br0" timeOffset="107704.41">25000 17084 262 0,'0'0'14'16,"0"0"9"-16,0 0-17 15,0 0-6-15,0 0 1 0,0 0 0 16,0 0-1-16,0 0-1 16,30 25 0-16,-21-18-22 15,1 1-14-15,1-3-34 16,-3-2-13-16</inkml:trace>
  <inkml:trace contextRef="#ctx0" brushRef="#br0" timeOffset="107803.22">25087 17122 188 0,'0'0'51'0,"0"0"-29"16,0 0-19-16,-41-4-10 16,24 4-26-16,-6 0-72 0</inkml:trace>
  <inkml:trace contextRef="#ctx0" brushRef="#br0" timeOffset="109604.87">17917 14408 64 0,'0'0'11'0,"0"0"9"0,0 0-11 0,0 0-4 16,0 0-3-16,0 0-1 16,0 0-1-16,-40 11 0 15,36-8 0-15,0 4 0 16,0 0 0-16,0-1 0 0,1 0 1 16,-3 5-1-16,2-1 2 15,1 0 2-15,-4 4 1 16,3 1-1-16,2 2-2 15,-1 2 0-15,0 1-1 16,1 3 0-16,1 1-1 0,-1 1 0 16,1 0 0-16,0 0 0 15,1 1 1-15,0-2-1 16,0 3 1-16,0-3 1 16,0 2-2-16,0-1 0 0,0 0 0 15,1 0 1-15,3-1-1 16,1 2 0-16,-2-1 1 15,1 0-1-15,2-1 1 16,0 1 4-16,-1-1-1 16,2-1-2-16,-4 1-1 15,-1 2 0-15,-1-1-2 0,-1 2 2 16,-1 0 0-16,-10 2-1 16,-5-1 2-16,-2 2-2 15,-4-3 1-15,-1 1 0 16,-3-1 0-16,1 0 4 15,1-2 2-15,1-1-1 0,2-3-4 16,4-3 1-16,3-2-2 16,4-2 0-16,5-4 0 15,5 0 2-15,0-3-2 16,0 2 2-16,8-2 2 16,6 4 3-16,4 2-2 15,1 1-1-15,3 5-3 0,1 3 0 16,1 1-2-16,-2 4 0 15,-2 0 1-15,0 2-1 16,-4 2 0-16,-3 1 0 16,-4 0-1-16,-1 2 2 0,-4 0-1 15,-2 0 0-15,0 2 2 16,-2 0-2-16,0 1 0 16,0 1 0-16,0-1 1 15,0 0 0-15,-1-2-1 16,1 1 0-16,0-3 1 15,3 3-1-15,2-2 0 0,3 1 0 16,1 2 0-16,0 3 0 16,-2 0 0-16,0 2-1 15,-2 1 0-15,-2 2 0 16,-3-1-5-16,0 3 9 16,0 0-3-16,0 3 2 0,-3 2-2 15,-1 3 1-15,2 1-1 16,2 1 0-16,0-1-3 15,1-1-39-15,10-6 0 16,2-3 31-16,4-1 9 0,2-8 4 16,3-1 12-16,3-6 12 15,-2-3 7-15,2-5-6 16,4 1-8-16,0-3-7 16,3-4-5-16,3-4-3 15,4-6-2-15,3-3-1 16,4-3 0-16,3-4-7 0,4-13-13 15,-1-5-39-15,-3-10-110 16</inkml:trace>
  <inkml:trace contextRef="#ctx0" brushRef="#br0" timeOffset="110928.83">17925 14476 77 0,'0'-7'32'0,"0"1"4"0,2-1-1 16,-2-1-7-16,0 3-9 15,0 1-4-15,0 1-6 16,0-1-4-16,-2 1 1 15,-2 2-4-15,0 1-2 0,1 0-3 16,-5 0 0-16,-2 6-3 16,-1 4 3-16,-1 4-1 15,-3 4 2-15,-4 2-1 16,1 3 2-16,-1 2 0 16,1 3-1-16,0 0 3 15,2 0-1-15,4 1 0 0,1-2 0 16,3 0 0-16,0-2 1 15,6-2-1-15,1-1 0 16,1 1 0-16,0-1 0 16,0-1 1-16,3 2-1 15,5 1 1-15,1 2 0 0,1 2 0 16,1 4 0-16,0 0 0 16,-2 3-1-16,-1 2 0 15,-2 0 0-15,-2 1 0 16,-4 2 0-16,0-2 1 0,-4 1-2 15,-4-1 1-15,-5-1 1 16,-3 0-1-16,-3 0 3 16,0-4-3-16,2-5 1 15,-1-2 0-15,4-6 0 16,1-5 0-16,7-1-1 16,3-3 0-16,3-5 1 0,0 0 0 15,0 0-2-15,6-2 2 16,5 0-1-16,3-1 0 15,2 3 3-15,4 2-1 16,-2 1 0-16,2 4-1 0,1 5-1 16,-2 5 0-16,-1 5-1 15,-4 6-1-15,-3 2 2 16,-4 3 0-16,-3 3-1 16,-4 0 2-16,0 0-1 15,0 0 2-15,-5 1 1 0,-1-1-3 16,0 1 0-16,3-2 1 15,1 0-1-15,2-1 1 16,0-1 0-16,0-2 0 16,7 1 1-16,4 2-2 15,4 3 2-15,1 2 0 16,2 7-2-16,-1 4 0 0,-3 7 1 16,-5 4-5-16,-3 5 2 15,-5 2-3-15,-1-2 2 16,-1-4 3-16,-9-9-2 15,1-5 4-15,1-7 1 0,4-9 3 16,4-5 0-16,0-5 1 16,18-3-2-16,7-7-5 15,11-2 2-15,19-8 2 16,16-8-4-16,18-1-10 16,19-18-25-16,17-12-91 15</inkml:trace>
  <inkml:trace contextRef="#ctx0" brushRef="#br0" timeOffset="126036.64">24361 17392 51 0,'-3'6'1'0,"3"-1"0"0,0 0 0 0,0-4-3 0,0 2-1 16,0-2 3-16,0-1 7 15,2 0 3-15,4 0-12 16,-3-1-56-16</inkml:trace>
  <inkml:trace contextRef="#ctx0" brushRef="#br0" timeOffset="126694.66">24450 16618 99 0,'0'0'16'0,"0"0"18"0,0 0-10 0,0 0-5 15,0 0-5-15,0 0-6 0,0 0-1 16,0 0-2-16,0 0 4 16,0 0 0-16,-3-9 1 15,3 9-5-15,0-2-3 16,5 0-1-16,3 1-1 16,3-1-3-16,2 0 1 0,6-1-2 15,1 0 1-15,5-1 5 16,2 1-2-16,1-1 3 15,0 1-3-15,3-3 1 16,2 4 0-16,-3-2-1 16,2 1 1-16,2 1-1 15,-5 0 1-15,-6-2-1 0,-2 4 2 16,-4-1-2-16,-5 1 0 16,-2 0 0-16,-7 0-11 15,-2 0-40-15,-1 0-34 16</inkml:trace>
  <inkml:trace contextRef="#ctx0" brushRef="#br0" timeOffset="127185.61">24483 16685 113 0,'0'0'1'0,"0"0"0"0,0 0 6 16,40 1 0-16,-28-1 6 0,-1 0 3 15,2 0 4-15,0 0 1 16,1 0-7-16,4 0-6 0,4 0-3 15,0 0-2-15,4 0 2 16,0 0-3-16,1 0-2 16,-2 0 0-16,1 0 1 15,-5 0-1-15,1 0 0 16,-2 0 0-16,-1 0 1 0,-2 0 0 16,-4 0 1-16,0 0 0 15,-5 0 2-15,0 0-1 16,-2 0 0-16,-1 0-1 15,-2 0-1-15,0 0 1 16,-2-3 1-16,1 2-3 0,-2-1 0 16,4 1 0-16,-4-2-2 15,0 3-1-15,1-1-6 16,-1 1-4-16,0 0-13 16,0 0-27-16,0 0 1 15,0 0-48-15</inkml:trace>
  <inkml:trace contextRef="#ctx0" brushRef="#br0" timeOffset="128326.37">24486 16680 70 0,'0'0'14'0,"0"0"9"0,0 0-1 0,0 0-1 15,0 0-8-15,0 0-6 16,0 0 0-16,39 0 0 15,-25-1-2-15,3 1 2 16,0 0-7-16,2-1 0 16,1-1 7-16,-1 1-4 0,2-1 2 15,-1 1-1-15,4-2 4 16,0 2 0-16,1-1-2 16,1-1 0-16,0 1-1 15,0 0-3-15,-2-1 0 16,-3-1-2-16,-4 3 0 0,-4-2 1 15,-3 1-1-15,-2 0 1 16,-2 1-1-16,-1-1 1 16,-1 1-1-16,0-1 0 15,0 0 1-15,0 1-1 16,-3 0 0-16,2-2 1 0,-2 1-1 16,1 1 0-16,0-2 0 15,0 2 1-15,0-1-1 16,0-1 1-16,0 1-1 15,-1 0 2-15,1-1-2 16,-1 2 0-16,1-3 0 0,-1-1 0 16,2 1 1-16,-1-3-1 15,0-3 2-15,0 3-4 16,2-4 2-16,1-1 2 16,-3-1-2-16,2-1 1 15,0 0 6-15,0-2 5 16,-3 1-3-16,0-1-1 0,1 0-5 15,-2 1-1-15,0 1 0 16,0-2-2-16,0 2-2 16,0-2 1-16,0 1 1 15,-1-1-2-15,-2 2 3 16,-1-3 1-16,0 1-3 16,-1-1 3-16,2-1-2 0,-2-1 0 15,1 2 4-15,0-1 0 16,0-1-2-16,-1-1-1 15,0 3-2-15,-3 0 0 16,1 0 0-16,-3 1-3 0,0 0 4 16,0 1-1-16,2 1-2 15,-5 3 2-15,0-2 1 16,-2 2-1-16,0 1 1 16,-3-2 0-16,0 2 0 15,0 0-1-15,-5 0 2 16,2 2-2-16,-2 1 1 15,1 3-2-15,1 0 1 0,-3 1-1 16,-1 3-3-16,0 0 0 16,-2 0 2-16,1 4 1 15,-3 5 1-15,0 4 1 16,1 3-1-16,1 3-1 0,1 2-2 16,2 4-1-16,1 4 1 15,4 1 3-15,-2 5 1 16,6 1 0-16,2-1 0 15,6 2 1-15,2-1-1 16,4-4 1-16,1 0-2 16,2-2 1-16,7-1 1 0,4-4 0 15,0 0-1-15,4-1-1 16,0-3 1-16,3-3 0 16,0-3-4-16,2-4-19 15,3-2-18-15,-1-3-24 0,-3-4-3 16</inkml:trace>
  <inkml:trace contextRef="#ctx0" brushRef="#br0" timeOffset="140108">4846 15941 3 0,'0'-2'19'0,"0"2"5"0,0-1-1 0,0-1-10 16,-1 2-7-16,-1 0 3 16,0-2-4-16,-2 2-1 15,1 0-2-15,1 0-1 16,2 0-1-16,-2 0 1 0,2 0-1 16,0 0 0-16,0-1 0 15,0 1 1-15,0 0 4 16,0 0 13-16,0 0-7 15,0 0-7-15,0 0-2 16,0 0-1-16,0 0-2 0,0 0-2 16,0 0 3-16,0 0 0 15,0 0 0-15,2 0 0 16,-1 0 0-16,3 0 0 16,0 0 0-16,0 0 1 15,2 0 0-15,0 0 0 0,1 0 2 16,2 0 0-16,2 0-2 15,-2-2 0-15,1-1-1 16,2 1 0-16,-1-1 0 16,3 2 1-16,-3-2-1 15,0 2 0-15,3-1 1 16,-4 1-1-16,2 0 0 0,1-1 0 16,0 1 0-16,1-2 1 15,-1 0-2-15,3 0 2 16,-3 2-1-16,3-1 0 15,0-2 0-15,4 4 0 0,-3-3 0 16,2 2 0-16,1-2 0 16,-4 3 1-16,4-1-1 15,-3 0 0-15,-1-1 0 16,-1 2 0-16,4 0 0 16,-2 0 0-16,1-2 0 0,1 1 0 15,2 0 2-15,0-2-2 16,2 1 0-16,1-1 0 15,0-1 0-15,3 0 0 16,-2 0 0-16,1-1 0 16,1 1 0-16,-1-2 0 15,-1 2 0-15,0 0 0 0,0 0 0 16,-3 1 0-16,0 1 0 16,-1 1 0-16,1-1 0 15,-4 2 0-15,2-2 0 16,0 1 1-16,0-1-2 15,-2 1 1-15,0-2 0 0,-2 2 1 16,2-3-1-16,-1 2 0 16,0-1 0-16,-2-1 1 15,3-1-1-15,-5 2 0 16,3 0 0-16,-3 1 0 0,-1-1 1 16,1 0-1-1,0 0 0-15,3 0 0 0,-3 0 0 16,3 2 0-16,-1-2 0 15,1 2 0-15,-1-2 0 16,-1 0 0-16,-3 3 0 16,-1-2 2-16,-2 0 10 0,-1-1 7 15,-1 2-10-15,-1 0-6 16,2-1-2-16,-2 0 0 16,1 2-1-16,-2 0 1 15,1 0-1-15,-1 0 0 16,1 0-1-16,-3 0 1 0,-1 0-11 15,-1 0-34-15,0 0-5 16</inkml:trace>
  <inkml:trace contextRef="#ctx0" brushRef="#br0" timeOffset="141287.34">5103 15754 72 0,'0'0'15'0,"-2"0"-3"0,2 0-7 16,-2 0-2-16,-1 0-2 0,2 0-1 15,1 0 0-15,0 0 0 16,0 0-1-16,0 0 1 16,0 0 0-16,0 0 0 15,0 0 1-15,0 0-2 0,4 0-7 16,-2 0-29-16</inkml:trace>
  <inkml:trace contextRef="#ctx0" brushRef="#br0" timeOffset="143692.66">5972 15791 14 0,'0'0'43'0,"0"0"-25"0,0 0-2 0,0 0 0 15,0 0-4-15,-2 0-5 16,0-1-3-16,0 0 1 0,0 1-1 16,1 0 2-16,0 0-3 15,1 0-1-15,0 0-2 16,0 0-2-16,0 0-1 16,4-2-3-16,2 1-10 15,1-3-16-15,-1-1-59 16</inkml:trace>
  <inkml:trace contextRef="#ctx0" brushRef="#br0" timeOffset="145932.21">5581 16962 9 0,'0'0'66'0,"0"0"-27"0,0 0-13 0,0 0-9 15,0 0-1-15,0 0-3 16,0 0-7-16,-3 0 7 16,1 0-1-16,0 0-2 15,0 1-6-15,-2 1-3 16,-1 2-2-16,-1 2-2 16,-3 2-2-16,0-1-5 0,-4 3 5 15,-1 0 3-15,-3-1 2 16,0-1-1-16,-3 2 1 15,1-3 1-15,0 1-1 16,2 0-1-16,-2-1 5 16,3-2-3-16,4 0 1 0,3-2-1 15,2 0 0-15,0-1-1 16,3 0 1-16,3-2-1 16,-1 1 1-16,2-1 0 15,-2 0 0-15,2 0 0 16,0 0 1-16,0 0-2 0,0 2-2 15,0-1 0-15,0 0 4 16,0 1-3-16,2-1 1 16,1 2 1-16,3 0-1 15,-1-2 0-15,0 1 0 16,3-1 2-16,-1 2-2 0,1-3 2 16,4 1-1-16,-1 2 0 15,3-1-1-15,-1 0 2 16,0 1-1-16,1 0-2 15,-1 0 2-15,1 1 0 16,-4-2-1-16,-1 3 0 0,1-1 0 16,-4-2 0-16,-1 2 0 15,-3 1-2-15,0 0 3 16,-2 1-1-16,0 0 1 16,0 2-1-16,-8 2 2 15,-1-1-2-15,-3 2 0 0,1 2 0 16,-3-2 0-16,-1 1-2 15,2 0 4-15,-1 0-1 16,3-4 2-16,-1 2 0 16,4-3 2-16,2 0-3 15,3-1 0-15,1-2-1 0,2 2 1 16,0-2 0-16,0 0-2 16,4 1 0-16,1-1 2 15,3 0-2-15,0-2 0 16,1 1 2-16,1-1-2 15,-1 0 1-15,3-1 0 0,-4 1 0 16,1-1 2-16,1 0-1 16,-2 1-2-16,1 1 0 15,0-2 1-15,2 2-1 16,0-3 0-16,1 0-3 16,-3 0-53-16,2-7-48 15</inkml:trace>
  <inkml:trace contextRef="#ctx0" brushRef="#br0" timeOffset="146675.38">5805 17033 111 0,'0'0'76'0,"0"0"-64"0,0 0-13 0,0 0-4 0,0 0 3 15,0 0 0-15,0 0 1 16,0 0 0-16,15 44 2 15,-12-34-1-15,3 0 1 16,1 1 0-16,2-4 0 0,-2 0 0 16,3 0 0-16,0-4 1 15,-1 0-2-15,1-3 0 16,0 0-2-16,-1 0 1 16,-1 0 4-16,0 0 0 15,-1-6 0-15,1-1 0 16,-2-1-2-16,1-1 4 0,1 1-2 15,-2-1-1-15,-2 0 0 16,1 0-1-16,-1 2 0 16,-2 2 2-16,-2-1-1 15,2 4 1-15,-2 0 1 0,0 2 3 16,0 0-2-16,0 0-3 16,0 0-6-16,0 0 7 15,3 6-5-15,-2 2 3 16,3 4-1-16,0 1 1 15,1 2 0-15,3 2-2 16,0 4 2-16,0 1-1 0,1 2 0 16,-3 0 0-16,-1 2-1 15,0-4 0-15,-3 1 2 16,-2-3-3-16,0-3 1 16,0-1 0-16,-10-2 4 15,-1-1-2-15,-1-5 8 0,-4 2-3 16,1-4 2-16,-2-1 1 15,-1-4 0 1,3-1 3-16,-3 0 0 0,5 0-3 16,0 0-6-16,3-6 0 15,3-1-3-15,3-2-2 0,2-2-8 16,2 0-13-16,4-4-14 16,7-2-48-16</inkml:trace>
  <inkml:trace contextRef="#ctx0" brushRef="#br0" timeOffset="147060.04">6364 17091 79 0,'0'0'5'0,"0"0"10"0,0 0 7 0,0 0 1 0,0 0-2 16,0 0 4-16,0 0-12 16,42-3-7-16,-36 3-2 15,4 0-3-15,-1 0-1 16,2 0 0-16,2 0 0 16,-2 0-1-16,-2 0-36 0,-2-1-49 15</inkml:trace>
  <inkml:trace contextRef="#ctx0" brushRef="#br0" timeOffset="147246.95">6402 17205 283 0,'0'0'10'15,"0"0"-13"-15,0 0-43 16,0 0 40-16,0 0 7 0,39 4-8 15,-22-4-2-15,2 0-9 16,1-1-10-16,1-3-41 16</inkml:trace>
  <inkml:trace contextRef="#ctx0" brushRef="#br0" timeOffset="147970">6846 16999 165 0,'0'0'1'0,"0"0"-1"16,0 0-1-16,0 0 3 16,0 0-1-16,0 0-1 15,0 0 9-15,0 0 0 0,2 28-4 16,-2-18-1-16,0 2-3 16,0 1 1-16,0 2-2 15,3-1 1-15,1-1 0 16,-2-1 0-16,3 1 4 15,-1-4-2-15,0-1-3 16,3-2 2-16,-1 0 0 0,2-5-3 16,-3 1 1-16,3-2 2 15,0 0-4-15,0 0 3 16,-3-3 0-16,1-4-1 16,0 1 0-16,-4-1 2 0,2 1 1 15,-2-1 1-15,0 4-2 16,-2-3 0-16,0 4 0 15,2 0 0-15,-2 2-2 16,2 0-3-16,1 0 2 16,3 0-1-16,0 4 1 0,4 4 3 15,3-1-2-15,1 2 0 16,-1-1-4-16,2-1 1 16,1-1-6-16,-2-2-3 15,2-3 9-15,-2-1 1 16,0 0 4-16,-3 0 2 15,-2-7 3-15,1 3 6 0,-6-3 9 16,0-1 3-16,-4-1 2 16,0 0 2-16,0-1-11 15,0-1-2-15,-6 1-3 16,-1 0-1-16,0-1-10 0,0 2 0 16,3 2-4-16,-3 0-2 15,3 1-12-15,2 2-9 16,2 2-10-16,0-3-43 15,0-1-132-15</inkml:trace>
  <inkml:trace contextRef="#ctx0" brushRef="#br0" timeOffset="148454.4">7277 17212 154 0,'0'0'0'0,"0"0"-5"0,0 0-3 0,0 0 4 15,0 0 3-15,0 0 1 16,-6 40 0-16,6-25 1 16,0-4 0-16,0 2 3 0,0-3-1 15,2 1-2-15,4-3 1 16,-1-4 0-16,2-1-2 16,2-3 1-16,-1 0 6 15,2-5 7-15,-2-5-2 0,1-2 2 16,1-1 1-16,-6 0 0 15,-1 0 1-15,1-1 4 16,-4 3-6-16,0-1 1 16,-3 1-1-16,-5 0-3 15,-2 2-6-15,-2 3-3 16,-2 0-1-16,1 4 4 0,0 2-6 16,0 0-3-16,3 1-19 15,-2 7-21-15,4-1-35 16,3-3-63-16</inkml:trace>
  <inkml:trace contextRef="#ctx0" brushRef="#br0" timeOffset="149120.04">7435 17085 231 0,'0'0'4'0,"0"0"-3"0,0 0 2 15,0 0-3-15,0 0 5 16,39-25-4-16,-28 23 1 0,1 2-2 15,-3 0 0-15,0 0-2 16,4 0 1-16,-4 7 0 16,2 2-2-16,-1 1-6 15,0 0-13-15,-3 1-17 16,-1 0 20-16,-4 1 6 16,-1-2 5-16,-1 0 3 0,0-3 0 15,0 0 6-15,-1-1 0 16,-3-2 2-16,-2-1 1 15,3-3 6-15,-1 0-3 16,2 0 2-16,2-2-4 0,0-6-3 16,0-3-4-1,0-1 1-15,0 1 1 0,2-2 3 16,2 0 3-16,1 0 9 16,1 2 0-16,0 0-4 15,4 1-4-15,-3 1-5 16,2 1 2-16,2 2-5 0,0 2 2 15,0 2-1-15,1 2 0 16,0 0 0-16,1 0 0 16,-1 0 0-16,0 6 1 15,1 0 0-15,0 2 0 16,-1-1-2-16,-1 3 1 0,-3 1 4 16,2 0-1-16,-5 0-3 15,3 0 0-15,-5 2 1 16,3 0 1-16,-2-2-4 15,-2 3 2-15,1-1-1 16,-2-3-40-16,-1-4-40 16</inkml:trace>
  <inkml:trace contextRef="#ctx0" brushRef="#br0" timeOffset="149427.25">8052 17122 176 0,'0'0'0'0,"0"0"10"0,41 0 0 0,-22 0-7 16,0-3-2-16,-2 3 0 16,2-1-1-16,-3 1 1 15,1 0 1-15,-3 0-1 16,1 0 0-16,-1-2-1 16,-1 0-1-16,-1-1-58 0</inkml:trace>
  <inkml:trace contextRef="#ctx0" brushRef="#br0" timeOffset="149677.87">8148 17027 204 0,'0'0'15'16,"0"0"20"-16,0 0-11 15,0 0-11-15,0 0-11 0,0 0-2 16,0 0-1-16,0 0 0 16,-10 51 1-16,8-25 0 15,0 3 0-15,-1 1 0 16,-1 2-1-16,-2-3-15 16,-1-2-37-16,0-8-76 0</inkml:trace>
  <inkml:trace contextRef="#ctx0" brushRef="#br0" timeOffset="150297.24">8384 17010 229 0,'0'0'10'0,"0"0"-10"16,0 0 1-16,0 0 0 0,1 40 0 16,7-29-1-16,-3 2 1 15,3-2 0-15,-2 2-1 16,4 0 0-16,-1-2 1 15,-2 2-1-15,1-4 0 16,2-1-13-16,-2-2-9 0,-4-2-3 16,3-3 2-16,-3-1 13 15,2 0 10-15,-2-5 6 16,1-5 1-16,1-1 3 16,-2-1-6-16,-1 1 1 15,1 2-3-15,1 2 0 16,-3 1 6-16,1 5 5 0,3 1-10 15,-2 0-2-15,5 1 0 16,-1 5 1-16,2 4-2 16,1 0 2-16,1 1 3 15,-2-2-4-15,2-2-1 0,1-3-1 16,0-1 0-16,-3-1 1 16,1-2 0-16,-2 0 1 15,2-6 2-15,-4-2 12 16,0-3 8-16,-3 0-8 15,-2-2 8-15,-2 0 2 0,0 0-2 16,-3-3-2-16,-3 1-1 16,-4 0-4-16,2 0-13 15,-1 1-3-15,2 4-8 16,1 2-37-16,-1 1-11 16,3 1-66-16</inkml:trace>
  <inkml:trace contextRef="#ctx0" brushRef="#br0" timeOffset="150603.22">8852 17095 190 0,'0'0'79'0,"0"0"-65"0,0 0-14 0,0 0 2 16,0 0-1-16,6 38-1 0,-4-20 0 15,0 5 0-15,-1 7 0 16,0 6-1-16,-1 1-7 15,0-3-112-15,0-7 17 16</inkml:trace>
  <inkml:trace contextRef="#ctx0" brushRef="#br0" timeOffset="151243.32">9236 16933 89 0,'0'0'173'15,"0"0"-170"-15,0 0-9 16,0 0 5-16,0 0 1 15,0 0-21-15,0 0-10 16,0 0 18-16,-3 5 15 0,-5 4 1 16,-2 0 0-16,-1 2-2 15,-2 2 0-15,-1-1-1 16,3-2 0-16,-2 1 0 16,4-4 0-16,2 2 0 15,1-3 0-15,1-3 0 0,4 0 0 16,1-1 0-16,0-1 0 15,0-1-4-15,0 2 3 16,8-2-1-16,-3 0 5 16,5 0 4-16,-3 0 8 15,4 0-5-15,0 0-3 0,3-2-3 16,-3 2-3-16,0 0 0 16,-1 0-1-16,0 0 1 15,-3 2-1-15,-3 3-2 16,-4 2-1-16,0 2-5 15,0 1 8-15,-4 1 2 0,-5 2-1 16,-3 1-1 0,2 0-1-16,3 1 2 0,-1-1 0 15,2-2-1-15,1 1 0 16,4-3 1-16,1-1 0 16,0-2 0-16,0 0 2 0,9-3 0 15,0 0 3-15,2-1 0 16,5-1-1-16,-1-2 0 15,5 0-4-15,1 0 0 16,0-3-8-16,2-6-65 16</inkml:trace>
  <inkml:trace contextRef="#ctx0" brushRef="#br0" timeOffset="151933.35">9488 17031 180 0,'0'0'33'0,"0"0"-10"0,0 0-10 0,0 0-3 0,0 0-3 16,47-23-4-16,-36 21 0 15,0 2 2-15,3 0 0 16,-5 0-2-16,4 5 0 16,-4 3-3-16,2 0 1 0,-5 2 0 15,2 0-2-15,-6-1-3 16,0 0 2-16,0 0-6 16,-2-2 0-16,0 2-2 15,-2-2 2-15,-2-2 11 16,-4 1-2-16,0-5-1 0,1 2 1 15,3-3 0-15,-2 0-1 16,3 0 0-16,0 0 1 16,1 0-4-16,2-4 1 15,0-3 4-15,0 1 2 16,0-1 3-16,0-1-3 16,5-2 0-16,1 1-1 0,3-1-1 15,0-1-1-15,-1-2 0 16,2 0 0-16,-3 1 4 15,-1 0 2-15,2-1 2 16,-2 3-1-16,-3 1-1 16,1 0-4-16,-2 2-1 0,0 1-1 15,0 2 0-15,-2 0 0 16,0 1-1-16,0 3 0 16,0 0-4-16,0 0 1 15,0 0-2-15,0 5 3 16,0 5 0-16,0 4 3 0,0 2 0 15,0 4 5-15,3-4-5 16,4 1 1-16,0-3 1 16,5-2-3-16,2-3 2 15,2-2-1-15,4-2-2 0,-1-1 2 16,6-3-3-16,0-1-8 16,0 0-44-16,-2-12-96 15</inkml:trace>
  <inkml:trace contextRef="#ctx0" brushRef="#br0" timeOffset="153015.62">5562 17693 242 0,'0'-5'-7'0,"0"0"15"0,-1 2-2 15,1-1 2-15,-2 0 5 16,2 1-2-16,-2 0 0 16,2 0 3-16,-3 3 1 0,-1-1-4 15,1 0-7-15,-1 1-2 16,2 0-1-16,-4 0 0 15,1 0-2-15,-2 0 0 16,0 0 3-16,-2 0-2 16,-3 0-2-16,-1 1 3 0,1 2 0 15,-4 1 0-15,1 0-1 16,0 3 0-16,1-1-1 16,-1 1 1-16,0 2 0 15,1-2-1-15,1 1-2 0,3-1 0 16,2 1 1-16,1-3 2 15,5 2 0-15,2-1-1 16,0-2-11-16,0 0-1 16,3-2 5-16,5-1-1 15,4 2 4-15,-1-3 4 16,3 1-1-16,1-1 3 0,-1 0-2 16,1 0 3-16,-2 0-2 15,1 0 1-15,-1 0 0 16,1 0-1-16,-5 2 1 15,1 4-1-15,-2-1 1 16,-2 4-2-16,-4 2-1 0,-2 2 0 16,0 0 0-16,0 1 0 15,-6 4 3-15,-4 0 0 16,1 1-1-16,3-2 0 16,0 0 1-16,1-1 0 15,2 0-1-15,3-5 1 0,0 3 0 16,4-4 0-16,6 0 0 15,1-3 4-15,7 0-5 16,0-1-1-16,6-3-2 16,3-3 0-16,0 0-18 15,-2-10-57-15</inkml:trace>
  <inkml:trace contextRef="#ctx0" brushRef="#br0" timeOffset="153541.28">5789 17865 239 0,'0'0'8'0,"0"0"-12"0,0 0-3 16,0 0 2-16,0 0 5 0,0 0 3 15,0 0 0-15,0 0 1 16,35-29 3-16,-22 29-3 15,0 0-3-15,3 0 0 16,-3 6-1-16,0 3 0 16,0 2-2-16,-6 4-11 0,-5 3 5 15,-2-1-2-15,0 1-9 16,-2-1-4-16,-9 0 17 16,1 0 6-16,-2-5 1 15,3-2-1-15,1-4 0 16,2-4 0-16,3-2 0 15,3 0-4-15,0-10-5 0,1-3-3 16,7-3 13-16,2-3 2 16,1-3 4-16,3 0 1 15,-4 1-1-15,1 0 0 16,-1 2 0-16,-3 2 5 16,1 3-3-16,-4 5-2 0,-1 1-1 15,-1 3-2-15,0 3-3 16,1 2 0-16,-1 0-3 15,0 7 6-15,1 4-6 16,1 2 4-16,0 4 1 0,1 0-1 16,1 1-1-16,2-1-1 15,2 0 0-15,1-1-1 16,1-6-39-16,1-6-37 16</inkml:trace>
  <inkml:trace contextRef="#ctx0" brushRef="#br0" timeOffset="154075.97">6172 17820 103 0,'0'0'150'0,"0"0"-145"0,0 0-5 0,0 0-2 15,0 0-18-15,0 0 11 16,0 0 9-16,0 0 1 15,4 45-1-15,4-40 3 16,2 2-5-16,3-3 2 0,0 0-2 16,1-3 2-16,-1-1-1 15,-2 0 2-15,3 0-4 16,-3-5 5-16,-2-3 0 16,0 0-4-16,0-1 5 15,-5 0 3-15,0-1-3 16,-4 0 1-16,0 2-1 0,0 0 0 15,0 5-1-15,0-3-1 16,0 4 1-16,0 2-2 16,0 0 0-16,0 0 1 15,0 8-7-15,0 4 1 0,0 3 5 16,0 3 0-16,0 5 1 16,0 0 0-16,5 1 1 15,0 5-2-15,-1-1 1 16,1 0-1-16,-3 1 1 15,0-3-1-15,-2-1 0 0,0 1 0 16,-8-5 0-16,-5-1-1 16,-2-3 3-16,-3-2-1 15,-1-3 2-15,-4-3-1 16,0-4 0-16,1-1-1 16,4-4 2-16,2 0-1 0,3-5-7 15,5-10-14-15,2-3-44 16</inkml:trace>
  <inkml:trace contextRef="#ctx0" brushRef="#br0" timeOffset="154391.18">6605 17865 193 0,'0'0'7'0,"0"0"-4"0,0 0 17 0,0 0-7 16,49-10-8-16,-33 3-3 0,1-3-2 16,0 1-38-16,-2-2-93 15</inkml:trace>
  <inkml:trace contextRef="#ctx0" brushRef="#br0" timeOffset="154552.87">6723 17952 241 0,'0'0'3'0,"0"0"-3"15,0 0-1-15,0 0-5 16,0 0-5-16,43 18-15 0,-21-26-34 16,3-5-78-16</inkml:trace>
  <inkml:trace contextRef="#ctx0" brushRef="#br0" timeOffset="155170.93">7143 17777 75 0,'0'0'35'0,"0"0"-35"15,0 0 1-15,0 0 0 16,0 0 1-16,0 0 1 0,0 45 12 16,0-33 1-16,0 2 1 15,0 3 1-15,0-1-12 16,-2 1-3-16,0 0-2 15,2-1-1-15,0-4 2 0,0-1-1 16,0-3 1-16,6-3-1 16,3-3-9-16,1-2 3 15,-3 0 6-15,3-7 3 16,2-3-2-16,-5-4 3 16,3 2-3-16,0-5 0 15,-2 3-1-15,-1 0 0 0,0 3 0 16,-1 3-1-16,-1 4 0 15,-2 4 0-15,-1 0 0 16,2 1-3-16,-2 7 9 16,1 4-6-16,3 1 1 15,0 1 0-15,4-1-1 0,-3-2 1 16,3-3-1-16,2-3 0 16,-1-1 0-16,-2-4 1 15,2 0 4-15,-4-1 12 16,0-8 8-16,-1-2-3 15,-1-2 3-15,-3-1-4 0,0 1-6 16,-2-1-2-16,0 0-5 16,0 0-7-16,-4 1 0 15,1 0-2-15,-1 3-2 16,2-1-16-16,0 0-24 16,1-1-66-16</inkml:trace>
  <inkml:trace contextRef="#ctx0" brushRef="#br0" timeOffset="155575.94">7548 18070 112 0,'0'0'35'0,"0"0"17"0,39-35-13 15,-27 18-10-15,-3 2-7 16,-3-1-5-16,0-1-2 16,-6 5-4-16,0-1-3 0,0 1-1 15,-10 2-2-15,-1 3-1 16,-2 2-4-16,-1 4-3 16,-2 1-1-16,1 0-23 15,-1 12-23-15,1-1 0 16,2 1-43-16</inkml:trace>
  <inkml:trace contextRef="#ctx0" brushRef="#br0" timeOffset="155962.41">7548 17918 117 0,'0'0'4'0,"0"0"11"16,0 0 15-16,0 0 0 15,0 0-3-15,-40 11-1 16,31-2-8-16,-3 6-8 16,4 1-7-16,-3 5-1 15,3 2 0-15,2 2 0 0,0-2-2 16,4 1 3-16,2-4-1 16,0-2 0-16,10-5-1 15,4-6-5-15,5-4-11 16,7-3-16-16,2-10-46 15</inkml:trace>
  <inkml:trace contextRef="#ctx0" brushRef="#br0" timeOffset="156473.76">7914 17695 275 0,'0'0'20'0,"0"0"-4"16,0 0-6-16,0 0-7 15,0 0-4-15,0 0-7 16,0 0 1-16,-41 22 2 15,27-12 4-15,0 6 3 0,-2-1-3 16,-1 0 0-16,3-1 2 16,3-3-1-16,0 2 0 15,6-4 0-15,3-2-4 16,2-3-2-16,0-1-3 16,9-1-5-16,5-2 9 0,4 0 5 15,1 0 4-15,1 0 2 16,1 0-3-16,-5 0-2 15,-1 6 0-15,-2 4 0 16,-6 3 0-16,0 3 0 0,-7 5-1 16,0 0 3-16,-3 3-3 15,-3 1 3-15,-3-3 0 16,1-1-2-16,5-2 0 16,1-6 0-16,2-2 1 15,0-4-2-15,11-5-6 0,2-2-1 16,5-3-1-16,3-10-28 15,1-5-43-15</inkml:trace>
  <inkml:trace contextRef="#ctx0" brushRef="#br0" timeOffset="156914.44">8154 17815 275 0,'0'0'7'15,"0"0"2"-15,0 0-1 0,0 0-8 0,-11-37 2 16,11 33 2-16,0 0 9 0,0 4-5 16,0 0-4-16,4 0-4 15,3 10 0-15,0 1 2 16,1 2-2-16,0 3 0 16,0 2-1-16,-4 0-4 15,-3-1 1-15,-1 2 4 0,0-5-1 16,0-1 2-16,0-2 0 15,0-4-2-15,-1-4-4 16,-1-3 1-16,0 0 4 16,0-3-5-16,0-8-1 15,2-3 3-15,0-2 2 0,0-3 1 16,0 0 4-16,0-1 1 16,0 2-2-16,4 4 0 15,-2 1 0-15,1 3-2 16,1 4-1-16,-2 5 0 15,2 1 0-15,2 0-2 0,2 8-2 16,-1 5 5-16,2 1 0 16,4 1 2-16,2 1-3 15,2-2-3-15,2-3-13 16,4-2-38-16,2-6-79 16</inkml:trace>
  <inkml:trace contextRef="#ctx0" brushRef="#br0" timeOffset="157155.71">8571 17837 62 0,'0'0'82'0,"0"0"-80"0,0 0-8 0,0 0 12 15,0 0 6-15,0 0 12 16,0 0 10-16,45 0 0 15,-31-2-10-15,4-1-8 0,4-2-4 16,2 0-8-16,3 0-3 16,0-2-1-16,2-2-14 15,-2 1-22-15,-2-1-30 16,-6-1-16-16</inkml:trace>
  <inkml:trace contextRef="#ctx0" brushRef="#br0" timeOffset="157334.9">8733 17744 225 0,'0'0'17'0,"0"0"2"16,0 0-10-16,-16 49-3 16,16-27-2-16,0 1-2 15,0 4-1-15,2 1-2 16,2 2-19-16,4-3-37 0</inkml:trace>
  <inkml:trace contextRef="#ctx0" brushRef="#br0" timeOffset="157867.21">8971 17710 186 0,'0'0'6'0,"0"0"-3"16,0 0-2-16,-2 51 1 16,2-31-2-16,2 7 0 15,8-4-5-15,-3-2 1 0,3-5-1 16,0-3 3-16,-3-2 2 15,1-4 1-15,-3-3 2 16,-2-4 7-16,0 0-1 16,0 0 3-16,-1 0 9 15,0-5-14-15,0-3 0 0,-1-1-1 16,3 0 0-16,-2 1-1 16,0 0 0-16,0 4-3 15,2 3-2-15,3 1 0 16,2 0 0-16,1 2-9 15,2 4 11-15,3 2 0 0,0-1-1 16,0-2-1-16,-1 2 2 16,0-5-1-16,-2-2-1 15,0 0 3-15,-5 0 5 16,-1-3 16-16,-5-6-4 16,-1-1-3-16,0 0 0 15,0-1 2-15,-7-4 0 0,-2 2-8 16,-2-2-6-16,1-2-4 15,4-3-3-15,2 1-25 16,-1-4-31-16,4 0-56 16</inkml:trace>
  <inkml:trace contextRef="#ctx0" brushRef="#br0" timeOffset="158737.1">9714 17567 253 0,'0'0'21'0,"0"0"15"0,0 0-11 0,0 0-14 15,0 0-10-15,0 0-1 16,0 0-3-16,0 0-1 15,-51-2 4-15,36 12 2 0,0 5-3 16,-1 0 1-16,-1 2 0 16,-2-1-2-16,3 2 4 15,1-1-2-15,2 0 1 16,-1 1-1-16,5-6-2 16,5 1-4-16,0-4 2 15,4-3-1-15,0-1 3 16,0-4-1-16,2 1 1 0,3 0-3 15,3-2 3-15,4 0 2 16,-1 0-1-16,-2 0 1 16,4-2 0-16,-1-1 0 15,-2-2 1-15,2 4 3 16,-4 0-2-16,1 1-1 0,-3 0 0 16,0 0 0-16,-2 1 0 15,-3 3-3-15,1 1 1 16,-2 2 3-16,0-1-1 15,0 2-1-15,0 1 1 16,0-1 0-16,0 2 0 0,0-1-2 16,-2 0 0-16,1 0 1 15,-3-2 1-15,4 0 0 16,0 0-1-16,0-3 1 16,0-2-1-16,4-2-1 0,7 0-5 15,5 0-1-15,4-6 6 16,3-5-1-16,3-1-3 15,1 0-18-15,0-1-21 16,-4 2-60-16</inkml:trace>
  <inkml:trace contextRef="#ctx0" brushRef="#br0" timeOffset="159134.42">9410 17959 211 0,'0'0'54'0,"0"0"-33"0,0 0 12 0,0 0-8 16,0 0-6-16,0 0-11 15,0 0-5-15,0 0-3 16,-29 37-2-16,24-13 2 0,1 7 3 15,3 0-3-15,-1-1-4 16,2 0-8-16,0-7-23 16,0-5-45-16,2-8-120 15</inkml:trace>
  <inkml:trace contextRef="#ctx0" brushRef="#br0" timeOffset="160044.51">9881 17690 154 0,'0'0'34'0,"0"0"0"0,0 0 1 0,0 0-9 15,0 0-8-15,0 0-10 16,0 0 3-16,38-24-5 15,-28 24-1-15,-2 0-3 16,3 6-2-16,1 3-1 16,-3 6-1-16,-1 2-3 15,1 2-7-15,-4 2 3 0,-3-1 2 16,-2 0 2-16,0 0 3 16,0-2 1-16,-7-2 1 15,-1-2-1-15,1-3-1 16,0-1-32-16,0-4-16 15,3-2-12-15,2-4 37 0,1 0 24 16,1-2 1-16,0-9 9 16,1 1 4-16,5-4 5 15,2-3-1-15,2 2-1 16,-1-3-7-16,-1-1-5 16,2 0-2-16,-1 0 0 0,-2 1-1 15,0 3 0-15,-3 3 10 16,0 1 6-16,-3 2-1 15,-1 6 0-15,0-1-2 16,0 1 3-16,0 3-6 16,0 0-9-16,0 0 1 0,0 5-4 15,0 7 5-15,0 6-5 16,2 4 4-16,2 6-1 16,-2-1 1-16,0 1 0 15,1 0 1-15,4-4-3 16,-1-3 2-16,1-2 0 0,-1-4-1 15,4-2 0-15,-3-3 1 16,-1-3-2-16,1-2-1 16,1-4 0-16,1-1-1 15,-2 0-3-15,0-10-6 16,-1-3-28-16,0-4-55 16,-2 0-94-16</inkml:trace>
  <inkml:trace contextRef="#ctx0" brushRef="#br0" timeOffset="160405.49">10152 17704 146 0,'0'0'13'0,"0"0"28"0,7-46-3 16,-3 33-10-16,-2 1 3 16,0 3-10-16,1 0-8 15,0 2-4-15,1 0 2 0,0 1-1 16,-1 2-3-16,0 1-5 15,2 3-1-15,-1 0-1 16,1 0-2-16,2 3 2 16,-4 8-5-16,-1-1-7 15,-2 6 7-15,0 0 4 0,0 2-3 16,0-1 4-16,-3-3 0 16,1-3 2-16,-3-4-2 15,5-3 1-15,0-4 2 16,0 0 1-16,5 0-2 15,8-10 0-15,12-7-3 16,6-1 2-16,11-7 0 0,12-8-4 16,11-2-16-16,11-8-25 15,2-4-42-15,7-2-67 16</inkml:trace>
  <inkml:trace contextRef="#ctx0" brushRef="#br0" timeOffset="162236.43">10613 16828 83 0,'0'0'9'15,"0"0"12"-15,37-6 0 0,-21 4-10 0,0 2-8 16,-1 0-2-16,1 0-1 15,-3 0 1-15,-3 3-1 16,-2 5 1-16,-4 5 2 0,-2 1 3 16,-2 3 6-16,0 7 4 15,0 5-4-15,-1 2-3 16,-2 0-3-16,-1 3-3 16,-2 2 0-16,3-1-1 15,-2-1-2-15,5 0 1 16,-2 1 0-16,2-1-1 0,0-3 0 15,5 0 2-15,2-3-1 16,4-5 2-16,3-3-3 16,-1-6 1-16,3-2-2 15,-1-5 1-15,-3-2 0 16,1-3 1-16,-5-2-1 0,-2 0 2 16,-3 0-2-16,-3 1 1 15,0 4 1-15,-2 3 1 16,-7 6-4-16,-2 7 0 15,-5 7-1-15,3 7 3 16,-1 6-1-16,5 4 0 16,3 1-1-16,3 3-3 0,3-3-3 15,0-2-1-15,3-5 6 16,3-4 1-16,1-4 1 16,0-5 1-16,0-2-1 15,-3-4 0-15,-2 0 2 16,-2-2-1-16,0 1-1 0,-13 2 0 15,-3-1 0-15,-9 3-7 16,-8-2-71-16</inkml:trace>
  <inkml:trace contextRef="#ctx0" brushRef="#br0" timeOffset="167603.72">5474 16870 87 0,'-4'0'3'0,"0"0"1"0,0 0 1 0,2 0-4 0,-2 0 0 15,1-1 0-15,-1-1-1 16,2 0 1-16,-2-1 5 16,-1 3 8-16,1-1-1 0,-3-1-4 15,4 2-5-15,-1-1-1 16,0 1-2-16,0 0 0 16,1 0-1-16,-3 0 0 15,0 0-1-15,2 0 1 16,-2 0 0-16,-1 1 0 15,-1 4 0-15,0 0 0 0,-1 0 1 16,-1 2-1-16,0 0 0 16,1 1 0-16,0 1 0 15,0-1 0-15,1 1 0 16,1 1 0-16,0 0-1 16,-2 0 0-16,2 0 0 15,-1 1 0-15,1-1 1 0,1-1 1 16,0-1-1-16,0 0-4 15,2-2 2-15,1 0 6 16,-1 1-4-16,2-3 1 16,0 2-1-16,0-2 0 0,2 2 0 15,-2-2 0-15,2 3 1 16,0-3-2-16,-1 2 1 16,1 0 0-16,0-1 0 15,-3 1 1-15,3 0-2 16,0-2 1-16,-2 2 0 0,2-2 1 15,0 2-2-15,0-1 2 16,0 1-1-16,0 1 0 16,0 0 0-16,0-1 0 15,0 3 0-15,0-1 0 0,0 0 0 16,0 3 0-16,0-2 0 16,0 2 0-16,-2 0 0 15,2 0 0-15,0 2 0 16,0-3 0-16,0 3 0 15,0-2 0-15,0 0 0 16,0 2 0-16,0-2 0 16,0 2 0-16,4-1 0 0,-1-2 0 15,0 1 0-15,1-1 0 16,0-2 0-16,-2-2 0 16,-1 1-1-16,1-1 2 15,2-1-2-15,-2-3 2 0,2 2-1 16,-1-1 1-16,2 1-1 15,-3 1 1-15,2-1 0 16,-2-1-1-16,-1 1 0 16,3 0 0-16,-2-1 1 15,2 2-2-15,-2-1 2 0,0 1-1 16,1-2 0-16,2 1 0 16,-1-1 0-16,-2 1 0 15,5 0 0-15,-3 0 0 16,1 0 0-16,2 0 0 15,-2 0 0-15,3 1 2 16,-3 0-4-16,3 1 2 0,-1-3 0 16,0 3 0-16,-1-1 2 15,1-1-2-15,1 1 0 16,0-1 0-16,-1 2 0 16,-1-2 0-16,0 0 1 0,4 1-2 15,-3-1 1 1,1-3 0-16,4 3 0 0,-3-2 1 15,-1-1 0-15,4 2-1 16,-1-3 1-16,0 0 0 16,1 0 0-16,1 0 0 15,-2 0-1-15,3 0 2 0,1 0-2 16,-1 0 0-16,-3 0 1 16,3 0-1-16,-2 0 0 15,-1 0 0-15,1 0 0 16,-1 0 1-16,-3 0-1 0,4 0 0 15,-1 0 0-15,1 0 0 16,-1 0 0-16,0 0 0 16,5 0 1-16,-5 3-1 15,3-2-1-15,-1 2 1 16,0-3 1-16,5 3-1 16,-2-3 0-16,-3 1 0 15,2-1 0-15,-1 0 2 0,1 0-2 16,1 1 0-16,-1-1 0 15,0 2 0-15,0-2 0 16,1 3 0-16,-1-3 0 16,-1 2 0-16,1-2 1 0,-1 0-1 15,-3 0 0-15,2 0 0 16,-1 0-1-16,1 0 2 16,1-5 1-16,-2 2-2 15,0-1 1-15,-3-3 0 16,-1 3-1-16,1-2 3 0,1-1 1 15,-1-1-2-15,3-1 0 16,0-2-2-16,-3-1 0 16,5-2 1-16,-5 1 0 15,2-2-1-15,2 0 0 16,-4 1 0-16,2 0 1 16,-4 1-1-16,0 0 1 0,-1 2-1 15,-3-2 0-15,1-1 1 16,-4 4-1-16,0-3 1 15,0-1-1-15,0-1 1 16,0 2-1-16,-4-4 0 16,1 1 2-16,-3 2-2 0,1-3 0 15,0 0 1-15,1 1-1 16,-3-1 0-16,3 0 0 16,-1-1-1-16,1 1 2 15,0 1-1-15,-3-1 0 16,4 1 2-16,-3 2-1 0,-1 0 4 15,-1 1 2-15,-2 0-1 16,2 1 1-16,-1 0-3 16,-1 0 0-16,-1 3-1 15,2-1 2-15,0 1-1 0,0 0 1 16,1 0-2-16,1 0 2 16,0 2-1-16,0-1-1 15,3 1-3-15,-2 1 1 16,3 0-1-16,-3-1 1 15,0 2-1-15,2-1 1 0,-2 0 0 16,1-1 2-16,-1 0 3 16,-2 1-4-1,2 1 1-15,-1-2-1 0,3 0-2 16,-3 2 1-16,0-2-1 16,1 3 0-16,-1-2 0 0,-1 2 1 15,0-2-1-15,1 3 2 16,-1-2-2-16,-1 2 0 15,-3 0 1-15,2 0-2 16,1 2 1-16,-3-2 0 16,-1 3-2-16,1-1 2 15,0 1 0-15,1 0 2 0,1 0-5 16,-1 0 4-16,2 0-1 16,-2 0 0-16,4 0-1 15,-2 0 0-15,3 0 2 16,-2 1 2-16,2-1-2 0,-2 0-1 15,3 0 1-15,-2 0-1 16,0 0-1-16,-1 3 2 16,1-2-2-16,-2 0 1 15,-3 1 0-15,4 1 0 16,-3 0-3-16,1 1 2 16,-2 0-1-16,3-1 3 0,-3 1 0 15,1 0-1-15,1 1 0 16,0-1 1-16,1 0-1 15,0-1 0-15,-2 1 0 16,4-2 0-16,-2-1 2 16,0 1-2-16,0-1 0 15,0 1 0-15,3-1 1 0,-4 1-1 16,2 0 0-16,1 0 0 16,-2-1 0-16,0 2 0 15,2 0 0-15,-1-2-1 16,0 2 2-16,0-1-1 0,3 0 0 15,-1 1 0-15,-1 0 0 16,0 1 0-16,-2-1-1 16,1 2 1-16,1 0 0 15,-2-1 0-15,2 2-2 16,0-3 2-16,3 1 0 16,-3-1 0-16,4 0 0 0,1 1 0 15,2 0-1-15,0 2-5 16,0 0-22-16,0 1-15 15,0-3-24-15,2-3-2 16</inkml:trace>
  <inkml:trace contextRef="#ctx0" brushRef="#br0" timeOffset="168640.72">5481 16713 51 0,'0'0'23'0,"0"0"-16"0,0 0-4 16,0 0-4-16,0 0 1 16,0 0-1-16,0 4 0 0,0-2-3 15,0 1 3-15,0-2 0 16,1 1 0-16,2 0 1 16,-1 0 1-16,0-1-1 15,0 2 0-15,1-2 0 16,2 2 0-16,-3 0 0 15,0 0 1-15,2-1-1 0,-3 0 0 16,3 2-1-16,0-3 2 16,0 3-1-16,-2-3-1 15,4 2 0-15,-2-2-2 16,-2 1-1-16,3-2 3 16,-3 0-2-16,2 0 3 0,-1 0 0 15,1 0 3-15,-2-4 2 16,3-3 0-16,-2 0-3 15,3-2 1-15,1-1-1 16,3-3-1-16,2 0 0 16,-1-1 0-16,3-4 1 0,1-1-3 15,1-2 3-15,1-2 3 16,0 2 0-16,2-3-1 16,1-2 2-16,1 3-2 15,-4 0 0-15,1 0 1 0,0 3 10 16,0 1-7-16,-5 5-4 15,1 3-4-15,-3 3 1 16,-1 3-2-16,-2 3 0 16,-4 2-5-16,-3 0-26 15,-1 5-6-15</inkml:trace>
  <inkml:trace contextRef="#ctx0" brushRef="#br0" timeOffset="169573.49">5470 16749 1 0,'0'0'8'0,"2"0"-6"0,0 0-1 0,0 0 0 0,-2 0-1 16,2 0 1-16,0 0-1 0,1 0 1 16,1 0 5-16,0 0 6 15,0 0 5-15,2-2 0 16,0-1-2-16,1-4-6 16,0 0 2-16,4 0-3 15,-2-3-1-15,4-1-1 0,1-3-1 16,-1-1 0-16,1 0-1 15,1-2 4-15,-1 0-3 16,-1 0-2-16,1 1 1 16,-3 5 0-16,-2-1 0 15,0 5-2-15,-3 3-2 16,-1 2 0-16,-3 2 0 0,0 0-2 16,-2 0-8-16,0 4-4 15,0 4-3-15,0-1-15 16</inkml:trace>
  <inkml:trace contextRef="#ctx0" brushRef="#br0" timeOffset="173820.34">9314 16705 11 0,'-3'1'53'0,"3"-1"-51"0,0 0-4 15,0 0 1-15,0 0 1 16,0 0 1-16,0 0 4 0,0 3 7 15,0-3 1-15,0 1-6 16,0 1-2-16,0-1-4 16,0-1-1-16,0 2 1 15,0-1-1-15,0 0 0 16,-2-1 5-16,-1 0 17 16,0 2 0-16,0-2 4 15,-1 0-11-15,0 0-12 0,-1 0-3 16,-2 0 0-16,0 0 0 15,-1 1-3-15,-1-1 0 16,-1 2 0-16,-1-2 3 16,1 1 1-16,0-1 1 15,-1 3-1-15,1-2 1 0,2 2-1 16,-1 0-1-16,0 0 0 16,1 1-1-16,-2 3 1 15,0-2 0-15,1 3 0 16,-3 0 0-16,3 1 1 0,-3 2 0 15,2 2-1-15,1 3 0 16,0 2 0-16,0 1 0 16,0 1 0-16,0 1-1 15,0 0 1-15,2-1 0 16,-4 0 1-16,5 1-1 0,-4-1 1 16,4 1-1-16,0-1 0 15,3-2 1-15,-1 0-2 16,2-1 1-16,2 0 0 15,0 0 1-15,0 0-1 16,0 0 1-16,2 2-1 0,4-1 1 16,1 1-1-16,1 0 0 15,2 1 1-15,1 0-1 16,-2-1 0-16,2 0 1 16,1 0 1-16,3-1-2 15,-2 1 1-15,2-2 0 16,2 1 0-16,1-2-1 0,-1 1 1 15,1-3-2-15,2 2 1 16,1-3 1-16,1-2 2 16,0-2 0-16,1 0 3 15,1-4-2-15,-1-1-1 16,-1-1 0-16,-2 0 1 0,1-2-2 16,-1-1 0-16,-1 0-1 15,1 0 0-15,0 0-1 16,3 0 3-16,0 0-3 15,3 0 0-15,1 0 1 16,-3-1-1-16,3-6 0 0,-2 0 2 16,-2-1 3-1,1-1 4-15,-4 0-3 0,2 0-1 16,-1-2 1-16,-2 2-1 16,2-2 1-16,-3 1-1 15,-1-1 0-15,0-2 0 0,-4 0 0 16,3 2-1-16,-5-2-1 15,1 0 2-15,0-1-2 16,-1 1 0-16,1-1-1 16,-3 0-2-16,3 0 1 15,-2-2 0-15,-2 0-1 0,-1 1 1 16,-1 1-1-16,1-6 0 16,-1 1 10-16,0-5-7 15,-2 0-2-15,-1-3 0 16,1 0-1-16,-2-3 1 0,-2 3-1 15,0 0 0 1,0-1 0-16,0 2 0 0,0 1 0 16,-4 2 0-16,-1 0 0 15,1 2 0-15,-4 1 0 16,0 0 1-16,1 3-1 0,-3-1 0 16,0-1-1-1,-3 2 1-15,0-1-1 0,-3 1 0 16,0 0 1-16,-2 1-1 15,-6 3-1-15,4-1-3 16,-4 2 3-16,-1 1 5 16,0 1-3-16,0 2 4 0,-4 1-3 15,0 1 2-15,-2 2-3 16,1 1 2-16,-1 2-3 16,-2 1 0-16,1 0-14 15,-1 1-43-15,-3-1-72 16</inkml:trace>
  <inkml:trace contextRef="#ctx0" brushRef="#br0" timeOffset="175773.03">5630 17605 79 0,'-10'0'-8'0,"0"0"13"0,1 0 2 0,3 0-1 0,-4 0 8 15,0 0 3-15,3 0 2 16,-2 0-1-16,-1 0-3 16,0 0-9-16,1 0-1 15,-3 0-2-15,2 0-1 16,-1 0-1-16,-1 0 0 16,1 0 0-16,-3 3 0 0,3-2 0 15,-2 2 2-15,-1 0-1 16,2-2-1-16,-1 2 2 15,3 0 0-15,-1 1 0 16,-1 1-1-16,3 0-1 16,-1 1-1-16,0 1 1 0,1 0-1 15,1 2 0-15,-2-1 1 16,2 1-2-16,1-1 1 16,0 2 1-16,-2 1-2 15,2-3 2-15,1 2-1 16,1-2 0-16,-1 3 0 0,-2-1 0 15,4-1 0-15,0 2 1 16,-1 1-2-16,3 0 1 16,0 1 0-16,-2 0 0 15,2 1-1-15,-1 0 1 16,2 0 0-16,0 2 0 0,-2-3 0 16,1 1 0-1,2 0 0-15,0-1 0 0,0 1 0 16,0-1 0-16,0 0 0 15,0-2 0-15,5 2 0 16,-2-2 0-16,1 1 0 16,2 1-1-16,-3-1 1 0,3 1 1 15,0 0-1-15,2 0 0 16,-4 0-1-16,3 0 1 16,-3 2 0-16,1 0 1 15,4 0-1-15,-4 2-1 16,3-3 2-16,1 2-1 0,-2-1 0 15,2 1 0-15,-1-3 0 16,1 1 0-16,-1-3 0 16,0-1 0-16,1 0 0 15,-2 0-1-15,4 0 2 16,-2-2-2-16,0 0 2 0,2 0-1 16,-2 1 0-16,2-1-2 15,3 2 2-15,-4 1 0 16,5 0 0-16,-2 0 0 15,2-1 1-15,-1 0-2 16,2-2 2-16,1 0-1 0,2 1 0 16,0-1 0-16,-1-1 0 15,1 1 0-15,0-1 0 16,-1 0 1-16,-2 3-1 16,1-3 0-16,1 1 0 15,-2-1 0-15,1 0 0 0,-1-2 0 16,3 1-1-16,-2 0 1 15,1-1 0-15,2 1 1 16,0-3-1-16,1 2 0 16,-2-3 0-16,0 2 0 15,1-2 0-15,-3-2-1 0,0 1 1 16,0-1 0-16,-1 0 0 16,1 0 1-16,-1 0-1 15,5-3 1-15,-2-3-1 16,2 1 1-16,1-2 0 15,0-2-2-15,-1 2 1 0,3 0 0 16,-5 0 1-16,2-2-1 16,2-1-2-16,-6 0 2 15,2-1 1-15,1 0 1 16,-3-4 0-16,1 2 2 16,-5-2-3-16,2 1 0 0,-2-3 1 15,0 1-1-15,2-4 0 16,-4 2-1-16,3-1 1 15,-1-2-1-15,1 1 2 16,-1-2-2-16,1 0 0 16,-3 1 0-16,-2-2 0 0,-1 2 0 15,2-2 0 1,-6 0 1-16,-1-2-1 0,1-1 2 16,-4-1-2-16,0 0-2 15,0 2 4-15,0-1-1 16,-5 2 0-16,-3 0 0 15,-2 3 0-15,-1-1 0 0,0 4 0 16,-2-2 1-16,1 1 3 16,-2-2-1-16,2 3-1 15,-3-4 1-15,-1 0 2 16,-3-1-2-16,2 0-1 16,-6 2 1-16,-1-2-2 0,-4 1-1 15,1 2 0-15,-3 2-1 16,-1 2 1-16,-4 7-1 15,2 1 1-15,0 6-2 16,1 2 1-16,1 2-3 16,0 12-8-16,0 1-21 0,1 4-29 15,-1-3-52-15</inkml:trace>
  <inkml:trace contextRef="#ctx0" brushRef="#br0" timeOffset="177164.55">8004 17543 94 0,'-13'0'3'0,"-1"0"4"0,-1 0 4 0,-2 0-7 0,1-2-3 15,-1 1 0-15,-1-3 1 16,-1 2 0-16,0-1 9 16,0 3 4-16,-2 0 1 15,1 0-5-15,1 0-2 16,2 7-5-16,0 2-4 0,3 2 0 15,1 1 0-15,1 3-1 16,3 2 1-16,3 0 0 16,0 2-1-16,4 6 1 15,2-1 0-15,0 5-1 16,0 2 0-16,0 0 1 16,4 2 0-16,2 0 1 0,-1 0-1 15,5-1 1-15,0-1-1 16,-1-1 2-16,6 1-1 15,3-1 2-15,0 0-2 16,2 2 1-16,2 1-2 0,3-3 0 16,-2 2 0-16,1 0 1 15,0-3-1-15,3-1 0 16,0-3 1-16,0-3 0 16,3-4-1-16,0-1 1 15,0-4 1-15,1-5 0 16,-2-3 0-16,0-4 0 0,-3-1-1 15,1 0 0-15,2-6 1 16,0-7 1-16,-1-5-2 16,3-2 2-16,-2-7-2 15,0-1-1-15,-2-6 0 16,-5-2 0-16,-5-3 0 0,-2 0 2 16,-7-6 2-16,-5 1 3 15,-3-1-1-15,-3-1 0 16,-11 1-2-16,-5 0 0 15,-6 3-2-15,-4 2 0 0,-5 2 1 16,-1 5 0 0,-1 2-2-16,0 4-1 0,2 4 0 15,3 6-2-15,7 4-13 16,-1 3-28-16,7 2-62 16</inkml:trace>
  <inkml:trace contextRef="#ctx0" brushRef="#br0" timeOffset="178260.37">9779 17450 117 0,'0'0'-1'0,"0"0"7"0,0 0-2 0,-41-34-3 16,28 27 0-16,-1 1 5 16,-1 2 12-16,-1 4 10 15,-1 0-5-15,0 0-8 16,0 0-5-16,1 4-4 0,-3 4-6 16,3 1 0-16,2 2 0 15,-2 4-3-15,1 5 3 16,1 1 0-16,3 6 0 15,5 2 0-15,-2 6 0 16,4 3 0-16,4 2 0 16,0 2 0-16,0 0 0 0,0-1 0 15,5 1 1-15,4-1 1 16,0-2-2-16,3 1 1 16,1 1 0-16,2-2 0 15,5-1 1-15,0 0 0 16,0-2-2-16,1-5 2 0,3-4-1 15,1-4 0-15,-2-3 1 16,3-3 2-16,1-2 4 16,1-2 3-16,4-1-2 15,-3 0-3-15,4 0-2 0,-4-3-1 16,3 0-2-16,-3-2 0 16,0 0 0-16,0-1-1 15,-2-5-1-15,0 1 0 16,-6-2 0-16,4 0 0 15,-6-5 3-15,-2-3 3 16,1-3-2-16,-4-1 1 16,2-4 0-16,-4 1 2 0,0-4 2 15,-3-2 0-15,-2-1-2 16,-1-3-2-16,0-3-1 16,-2-5-1-16,0-1-1 15,-2-3 5-15,0 0-5 0,-2-4 0 16,0 3-1-16,0 1 0 15,0 4 0-15,-4 1 0 16,-3 1 1-16,4 2 0 16,-5 2-1-16,3 1 0 15,-3 1 0-15,0-1 4 16,-3 2-2-16,-2 0-2 16,-1 1 0-16,-3-1 1 0,-3 1 1 15,-1-1-1-15,-2 0 0 16,-4 4-1-16,0-2-1 15,-3 3 0-15,-1 3-2 16,2 5-12-16,-4 1-10 0,4 7-9 16,1 3-23-16,0 0-58 15</inkml:trace>
  <inkml:trace contextRef="#ctx0" brushRef="#br0" timeOffset="183588.98">11361 17043 61 0,'-4'0'28'0,"2"0"3"0,-1 0-6 0,1-2 0 16,0-1 0-16,0 0-5 15,-1-1-7-15,3 0-1 16,0 0 1-16,0 1-9 0,0 0-4 16,0-1 1-16,5 2 0 15,-1 0-1-15,3 1 0 16,1 1 0-16,4 0 0 15,-1 0 0-15,0 1-1 16,1 6 0-16,0 1 0 16,-1 2 0-16,-1 0 0 0,-3 2 1 15,-1 0-2-15,-2 3 2 16,-4-1-1-16,0 1 0 16,0 2 0-16,-6 2-5 15,-5-1-2-15,-3 1-12 16,1-2 3-16,-5 1-7 0,1-2 8 15,1-5 11-15,1 0 5 16,1-2 1-16,4-6 2 16,2 1 2-16,2-2-2 15,2-1-1-15,2-1-2 0,2 0-1 16,0 0-3-16,0 0 0 16,0 0 4-16,3-3 1 15,4 2 2-15,0-3 2 16,1 2 1-16,1-2-2 15,1 0 1-15,0 3-3 0,1-1 0 16,1 0-1-16,-1 2 0 16,0 0 0-16,0 0 0 15,-2 0 0-15,1 4-1 16,0-1 1-16,-1 2 2 16,1-2 0-16,1-2-3 15,1 3 1-15,2-2 0 0,0-2-1 16,-1 0-23-16,0-7-117 15</inkml:trace>
  <inkml:trace contextRef="#ctx0" brushRef="#br0" timeOffset="183866.27">11736 17081 193 0,'0'0'16'0,"0"0"-14"0,0 0 0 0,0 0 6 0,0 0-3 15,0 0 0-15,0 0 0 16,41 0-3-16,-33 0-2 15,4 0 1-15,0 0-2 16,0 0-6-16,-3-2-113 16</inkml:trace>
  <inkml:trace contextRef="#ctx0" brushRef="#br0" timeOffset="184052.13">11824 17158 239 0,'0'0'4'16,"0"0"-4"-16,0 0-1 16,0 0 1-16,0 0 0 15,0 0-2-15,0 0 0 16,0 0 0-16,31 21-8 0,-15-21-25 16,-1-3-40-16</inkml:trace>
  <inkml:trace contextRef="#ctx0" brushRef="#br0" timeOffset="184641.88">12097 17016 196 0,'0'0'9'0,"0"0"17"0,0 0-16 15,0 0-7-15,0 0-3 16,0 0-2-16,0 0 3 16,0 0-2-16,-1 25 1 15,1-12 1-15,0 1-1 0,0-1 0 16,0 1 0-16,2 2 1 16,3-3-1-16,1-2 1 15,2-2-1-15,-1-2 0 16,1-2-1-16,1-3-1 15,2-2-2-15,0 0-3 16,-2 0 3-16,1-9 2 0,-2 2 3 16,-1 0-1-16,-1-3 3 15,-1 3-1-15,-2 1-1 16,-1 3 3-16,0 2-1 16,-2-2 0-16,2 3-1 15,0 0-3-15,1 0-1 0,3 6 3 16,3 1 0-16,3 2 1 15,1 0-2-15,2 0 2 16,3-2-2-16,-2-1 0 16,1-5 0-16,-2-1 0 15,0 0-2-15,-1 0 1 0,-2-4 2 16,0-6 1-16,-6 0 3 16,1-3 14-16,-4 2 11 15,-1-2-6-15,-2 3-9 16,0-1-3-16,0 1 28 0,-2 1-24 15,-1-1-22 1,-2 3 10-16,0 2-17 0,4 2-30 16,-1 3 10-16,0 0-33 15,2 0-84-15</inkml:trace>
  <inkml:trace contextRef="#ctx0" brushRef="#br0" timeOffset="185026.29">12606 17098 205 0,'0'0'47'0,"0"0"-47"0,0 0 0 0,0 0-1 16,0 0-3-16,0 0-1 15,0 0 6-15,-15 44-1 16,14-30 1-16,1 0 0 0,0 2 1 15,0-2-1-15,6 3 0 16,2-4-1-16,3 0 0 16,0-4 1-16,-1-3-2 15,3-4 0-15,-1-2-3 16,1-4 9-16,-1-6 1 0,-3-3 5 16,-1 0 0-16,-4-2 2 15,-2 0 3 1,-2 1-2-16,0 0 2 0,-3 1-5 15,-4 4-5-15,-3-2-5 16,-1 4-2-16,-1 3-1 16,-1 4 0-16,0 0-9 0,-1 1-19 15,1 8-21-15,1-1-40 16</inkml:trace>
  <inkml:trace contextRef="#ctx0" brushRef="#br0" timeOffset="185282.72">12897 17102 117 0,'0'0'15'0,"0"0"25"0,0 0-14 0,51 0-13 0,-34 0-8 16,2 0-3-16,0 0-1 16,0 0 1-16,1-2-2 15,-2-1-3-15,-2-3-40 16,1 0-62-16</inkml:trace>
  <inkml:trace contextRef="#ctx0" brushRef="#br0" timeOffset="185468.99">13075 17010 232 0,'0'0'10'15,"0"0"14"-15,0 0-7 0,0 0-12 16,0 0-5-16,0 0 0 16,0 0-2-16,-39 55 4 15,39-33-2-15,0 0-2 16,0 2-13-16,4-1-25 15,0-3-61-15</inkml:trace>
  <inkml:trace contextRef="#ctx0" brushRef="#br0" timeOffset="185931.37">13234 17023 272 0,'0'0'4'16,"0"0"-1"-16,0 0-2 16,0 0-1-16,19-43 0 0,-9 39 0 15,-3 1-1-15,2 3 0 16,2 0-1-16,-2 0 0 16,1 7-8-16,0 3-15 15,-1 2-15-15,-5 2-19 16,-1 0 23-16,-3-1 19 15,0 0 2-15,0-2 15 0,-5-1 2 16,1-2 6-16,1-2 7 16,2 0-3-16,1-1-7 15,0 1-2-15,0-3 7 16,6 2 13-16,2-1-2 16,4 1-2-16,-1 2-6 0,0-1-5 15,-1 1-5-15,0 0-2 16,-1 0 0-16,-5 1-1 15,-3-1 2-15,-1 0 1 16,0 2 8-16,-10-2 6 16,-4 1-2-16,-2 0-5 0,0 1-4 15,-2-2-4-15,2-2-1 16,3-2-2-16,4-3-5 16,3 0-33-16,3-7-85 15</inkml:trace>
  <inkml:trace contextRef="#ctx0" brushRef="#br0" timeOffset="186456.99">13509 16984 231 0,'0'0'5'0,"0"0"12"0,0 0 0 0,0 0-5 0,0 0-10 15,0 0-3-15,0 0 3 0,0 0-1 16,0 36 1-16,0-20-1 16,0-2-1-16,0-1 1 15,2-1-1-15,5-2-1 16,1-3-9-16,0-1-2 16,1-3 3-16,1-2 6 15,-3-1 2-15,2 0 0 0,0 0 2 16,-3-4 3-16,1-3 6 15,0 1-2-15,0-2-1 16,-3 1-4-16,-1 4 1 16,1 1-3-16,0 2 0 15,-1 0-1-15,3 0-2 16,1 3 1-16,2 3 3 16,0 1 1-16,2-1-3 0,1-1 1 15,1-2-1-15,-2-3 2 16,2 0-2-16,-3 0 2 15,1 0 3-15,-1-5 3 0,-4-1 6 16,0-1 2-16,-4-2 7 16,-1 1 6-16,-1-2 6 15,0 0-17-15,0-3-2 16,-5 2-5-16,-1-1-8 16,0 1-3-16,1 1-4 0,2 0-11 15,1 0-43-15,2-1-19 16,0-1-120-16</inkml:trace>
  <inkml:trace contextRef="#ctx0" brushRef="#br0" timeOffset="186649.29">13936 16909 268 0,'0'0'14'0,"0"0"-15"0,0 0 2 15,0 0-1-15,2 47-1 0,-2-26 3 16,0 4 0-16,0 4-2 16,0 1 3-16,0 4-3 15,0 4-3-15,0-1-45 16</inkml:trace>
  <inkml:trace contextRef="#ctx0" brushRef="#br0" timeOffset="187788.81">11377 17628 234 0,'0'0'10'0,"0"0"8"0,0 0-1 15,0 0-7-15,0 0-7 16,0 0-5-16,0 0 3 16,-3 41 0-16,3-22-1 0,3 3 1 15,3 0 0-15,5-1-1 16,0-4 1-16,3-2-1 15,-1-3 0-15,1-4-1 16,-1-5 0-16,3-3-2 16,-3 0-4-16,1-2 3 0,-3-9 4 15,-2-1 1-15,0-1 0 16,-3-3-1-16,-1 3 1 16,-3-1 1-16,-2 4 2 15,0 2 3-15,0 1-3 16,0 2 1-16,0 5-3 0,-4 0-2 15,4 7 0-15,-3 9-1 16,3 6 0-16,0 3 0 16,0 6 1-16,1 0 0 15,7-1 0-15,1 2-1 16,1-4-37-16,-1-4-44 0</inkml:trace>
  <inkml:trace contextRef="#ctx0" brushRef="#br0" timeOffset="188053.41">11790 17773 212 0,'0'0'15'0,"0"0"10"0,0 0-19 15,0 0-2-15,0 0-1 16,42-33-4-16,-26 19-74 0,0-1-58 16</inkml:trace>
  <inkml:trace contextRef="#ctx0" brushRef="#br0" timeOffset="188172.68">11920 17815 224 0,'0'0'7'15,"0"0"-2"-15,0 0-4 16,0 0-9-16,0 0-45 16,0 0-40-16</inkml:trace>
  <inkml:trace contextRef="#ctx0" brushRef="#br0" timeOffset="188702.76">12110 17622 126 0,'0'0'99'16,"0"0"-82"-16,0 0-5 16,0 0-11-16,0 0 2 15,0 0 1-15,0 0-2 16,43-17-2-16,-29 17 0 16,1 0 0-16,-4 3 0 0,1 5-5 15,-4 3-10-15,-4 0-7 16,-4 4-2-16,0-2-1 15,-2 1 7-15,-7-1 11 16,2-2 6-16,0-2 4 16,3-3 2-16,2-2 5 0,2-1-2 15,0 0-5-15,0-1-1 16,6 4 4-16,3 0 3 16,5-1-2-16,-3 5-4 15,5-1 0-15,-3 4 0 16,0-2 0-16,-4 2-3 0,0 0 2 15,-7-1-1-15,-2 0 3 16,0 0 4-16,-4-1 4 16,-9 1 2-16,-3-2-2 15,-5 3-5-15,0-2-3 16,0 1-3-16,1-4-1 16,3-2 1-16,3-5-3 0,7-1-9 15,3-4-30-15,4-13-81 16</inkml:trace>
  <inkml:trace contextRef="#ctx0" brushRef="#br0" timeOffset="189467.09">12465 17622 91 0,'0'0'-2'0,"0"0"4"0,0 0 6 0,0 0 1 0,0 0 5 15,0 0 9-15,0 0 3 16,-14 44-6-16,12-24-7 15,0 4-8-15,0 0-1 16,1 3-2-16,1-2-1 16,0 0 0-16,0-4-1 15,0-4 2-15,0-1 0 0,0-5-1 16,3-1 0-16,1-5 0 16,3-3-2-16,0-2 1 15,2 0-1-15,-1-5 1 16,4-4-1-16,-5-4-1 15,1 0 4-15,2-2-1 16,-5 1 2-16,1 1 4 0,0 2 1 16,-1 2 0-16,2 2-1 15,-3 3-4-15,3 4-2 16,-3 0 1-16,3 0-4 16,1 7 4-16,2 1-1 0,-3 1 1 15,2-2-2-15,2 1 1 16,-3-3 0-16,2-2-1 15,1-3 1-15,0 0 1 16,-2 0 6-16,1-10 6 16,0-2 3-16,-3 0 2 0,-1-3-1 15,-1-2 17 1,-3-1-6-16,-2 1-23 0,0-1-4 16,0-2 0-16,-2 5-2 15,-3 1-3-15,-1 4-6 16,2 2-24-16,-1 2-20 0,2-3-45 15</inkml:trace>
  <inkml:trace contextRef="#ctx0" brushRef="#br0" timeOffset="189730.55">12878 17682 225 0,'0'0'11'0,"0"0"-4"0,0 0-3 0,-2 48-1 0,2-27-2 16,0 2 1-16,0 5 1 15,0-2 0-15,0 1 2 16,0-3-5-16,4 2 0 0,-1-4-8 15,4-2-37-15,-2-7-105 16</inkml:trace>
  <inkml:trace contextRef="#ctx0" brushRef="#br0" timeOffset="190015.81">13095 17719 209 0,'0'0'26'16,"0"0"-23"-16,0 0 14 15,0 0 0-15,38-3-6 0,-22-2-5 16,0 0-2-16,1-1 0 15,0 2 0-15,0-2-2 16,1 2-1-16,-3 0-1 16,1 1-1-16,-5-3-26 15,-6 2-59-15</inkml:trace>
  <inkml:trace contextRef="#ctx0" brushRef="#br0" timeOffset="190191.98">13173 17646 229 0,'0'0'8'0,"0"0"-3"16,0 0 2-16,0 0-6 15,0 0-1-15,0 0-2 16,-10 37 3-16,10-12 0 16,2 3-1-16,3 1 1 0,1-1-7 15,0-3-74-15</inkml:trace>
  <inkml:trace contextRef="#ctx0" brushRef="#br0" timeOffset="191097.06">13450 17636 100 0,'0'0'46'0,"0"0"-37"0,0 0 12 0,0 0 1 16,0 0-20-16,0 0-2 0,0 0 2 15,0 0 0-15,0 0 6 16,36-33 6-16,-27 31-3 16,5 2-6-16,-5 0-3 15,0 0-2-15,0 0 0 0,-4 2-2 16,0 6-2-16,-2 0 0 16,-3 5-1-16,0 1 3 15,0 2-1-15,-8 1 0 16,0 1-6-16,-1-2-1 15,0 1 6-15,1 0-2 16,0-3 5-16,2-1 1 0,2 0 1 16,0 0-2-16,3-2 2 15,1 0-1-15,-2-3 0 16,2-1 0-16,0-2 1 16,0-2-1-16,0-3 3 15,2 0-1-15,1 0 1 16,3 0 0-16,1-8-2 0,2-2-15 15,-2-2-51-15</inkml:trace>
  <inkml:trace contextRef="#ctx0" brushRef="#br0" timeOffset="191491.86">13554 17629 257 0,'0'0'7'0,"0"0"-2"0,0 0 7 0,0 0-8 15,0 0-6-15,0 0 3 16,0 0-1-16,-24 54 0 16,20-29 0-16,-2 0 1 0,-1-2-1 15,3-2 0-15,-5-3 0 16,6-2 1-16,-1-4-1 15,4-3 0-15,0 0 2 16,0-5-2-16,2 0-3 16,10-1-2-16,-3-3 3 0,4 0 1 15,4 0 2-15,2 0 5 16,-1-5 3-16,4 0 2 16,-4 1-2-16,4-2-4 15,-3 3-4-15,0 1 0 16,-1 1-1-16,-5-3-1 0,1 2-9 15,-7 1-16-15,-1-3-34 16,-4 0-42-16</inkml:trace>
  <inkml:trace contextRef="#ctx0" brushRef="#br0" timeOffset="191722.12">13634 17665 200 0,'0'0'11'16,"0"0"18"-16,0 0-2 0,0 0-3 16,0 0-12-16,0 0-9 15,0 0 1-15,0 0 3 16,-18 55 1-16,18-24-6 16,0 2 1-16,0 0-3 15,0-1 0-15,0-3-4 0,4-4-17 16,2-2-26-16,0-7-37 15,0-8-52-15</inkml:trace>
  <inkml:trace contextRef="#ctx0" brushRef="#br0" timeOffset="192327.43">13833 17628 103 0,'0'0'19'16,"0"0"-1"-16,-12 37-1 15,10-22-4-15,0 2-6 0,2-2-4 16,0 0-1-16,0 1-2 15,0-3 1-15,0-2-1 16,3 0 1-16,3-2-1 16,-1-1 0-16,1-2 0 15,2-3-1-15,-2-3 1 0,0 0 0 16,1 0-1-16,0 0 4 16,-2-4 0-16,1-3-1 15,-3-2 6-15,0-1 4 16,-1 0 6-16,1-1 1 15,-3 0-10-15,0 2-1 0,0 3-1 16,0 2-2-16,0 0-2 16,0 4-1-16,0 0 0 15,0 0-4-15,2 0-3 16,1 3 6-16,3 2 1 16,1 2 1-16,0 1-2 0,2-2-1 15,0-1 1-15,-1-4-1 16,1 1 1-16,-4-2 2 15,2 0 2-15,-3 0 14 16,-1-5 8-16,1-2 14 16,-2-1 4-16,0-2-5 15,-2 0-17-15,0-1-14 0,0-1-7 16,0 2-2-16,0-1 0 16,0 2-2-16,-2 2-10 15,2-1-36-15,-2-2-28 16,-2 1-21-16</inkml:trace>
  <inkml:trace contextRef="#ctx0" brushRef="#br0" timeOffset="192555.63">14139 17655 175 0,'0'0'12'0,"0"37"2"0,0-12-1 0,0 5-6 0,0 0-1 15,-2 4-2-15,1 2 2 16,1 0-5-16,0-3 0 16,0-2-45-16,0-5-6 15</inkml:trace>
  <inkml:trace contextRef="#ctx0" brushRef="#br0" timeOffset="193813.21">14216 16913 46 0,'0'0'6'0,"0"0"20"0,0 0-14 0,0 0-3 15,0 0-7-15,0 0-2 16,0 0-2-16,0 0-5 15,0 0 6-15,0 0 1 16,-3-27 1-16,8 20 6 16,3 2 3-16,-2 0 2 0,4-2-4 15,-4 4 1-15,1-1 1 16,-1 1 1-16,1 2-4 16,-3 0 0-16,2 1-5 15,-2 0-1-15,-1 0-1 16,3 0 2-16,-2 2-1 0,1 1 0 15,2 4 1-15,-2-1 0 16,1 1 0-16,1 3 0 16,2 0 0-16,-5 0-1 15,2 2-1-15,-1 1 0 16,0 2 0-16,-1-1 1 0,0 0-2 16,-1 3-1-16,-3-3 2 15,0 2 2-15,0-1 0 16,0 0 3-16,0 0-2 15,0-1 0-15,-3 0 1 16,1 1-1-16,2-1-1 16,0-1 1-16,0-3-2 0,0 1 0 15,0-2 2-15,5-2-1 16,-1-1-1-16,1-3 2 16,0-1 1-16,-1 0 1 15,0-1 6-15,0-1 6 16,-2 0-5-16,0 0-4 0,0 0-1 15,-2 0-3-15,0 0 2 16,0 0 8-16,0 0-3 16,0 0-7-16,0 0-2 15,-1 4-4-15,-4 1 2 16,1 2 1-16,-1 3-1 0,1 3 1 16,2 3-1-16,0 1 1 15,0 3-1-15,2 1 0 16,0 2 0-16,0-2 0 15,2 1 0-15,3-2 0 16,0 1 1-16,2-1-1 0,1 2 0 16,-2 0 0-16,1 4 1 15,1-2-1-15,2 4 0 16,-3 2 0-16,1 1 0 16,-3-2 0-16,2 5 1 0,-5-3-1 15,1 0 0 1,-2-1 0-16,0-1 0 0,-1-3 0 15,0 0 1-15,0-3-1 16,0-1 0-16,-3-4 1 16,-4 0-1-16,0-4 0 15,0-2 1-15,-1-4-1 0,-3 1 0 16,0-4 0-16,-1-2 0 16,-3 0-15-16,2-3-41 15,-3-3-76-15</inkml:trace>
  <inkml:trace contextRef="#ctx0" brushRef="#br0" timeOffset="194504.05">14680 17301 62 0,'-5'1'-2'0,"-1"1"-1"0,1-1 2 0,-1-1 1 0,1 1 2 15,1 1 10-15,-2-2 17 16,2 0-3-16,0 0-5 16,0 0-1-16,2 0-4 0,0 0-12 15,1 0-3-15,1 2-2 16,0 0 0-16,0 1 0 16,0-1 1-16,0 1-1 15,2 2 1-15,5 0 2 16,-1 0-2-16,4 0 0 0,-1-2 1 15,5 1-3-15,0-2 3 16,5-2 4-16,0 0 3 16,4 0 3-16,-1 0 8 15,2 0 0-15,-1 0-5 16,0-1-3-16,1-2-1 0,-1 0-4 16,-1 1-3-16,-1 0-1 15,1 1-2-15,-5-1 1 16,-2 2-1-16,-3 0 0 15,-3 0 0-15,-1 0 0 16,-4 0-3-16,-2 0-20 0,-2 0-42 16,0 0-44-16</inkml:trace>
  <inkml:trace contextRef="#ctx0" brushRef="#br0" timeOffset="194753.8">14966 17245 144 0,'0'0'10'0,"0"0"18"0,0 0 9 16,0 0-11-16,0 0-6 16,0 0-1-16,0 0 0 15,0 0-11-15,0 0-6 16,40 38 0-16,-38-16-2 15,-2 4 2-15,0 4-2 0,0-1-9 16,-10-1-27-16,-1-4-35 16,-4-3-76-16</inkml:trace>
  <inkml:trace contextRef="#ctx0" brushRef="#br0" timeOffset="195579.82">15316 17100 133 0,'0'0'-4'0,"0"0"1"0,0 0 1 0,0 0 3 16,0 0-2-16,0 0 10 15,0 0 5-15,-2 51 5 16,-2-33 6-16,0 1-13 16,2-1-5-16,1 2-4 15,1-3 0-15,0-2-2 16,0-3 1-16,0-2 2 0,5-3-2 15,1-3-1-15,1 0 2 16,1-2 2-16,2-2-2 16,2 0-1-16,-4-2 0 15,3-5 0-15,-1-1 0 16,-5-2 1-16,3 0-1 0,-4-1 4 16,-2 2-1-16,1-1-2 15,1 2-1-15,-2 3 0 16,-2 1-2-16,3 1 1 15,-3 3 0-15,0 0-2 0,0 6-6 16,1 4 6-16,3 1 2 16,2 4 1-16,0-1-2 15,3-3 1-15,3-1-1 16,-2-4-1-16,4-2 1 16,0-3 0-16,1-1 0 15,-1 0 0-15,-1 0 3 0,-2-7 5 16,-1 0 6-16,-4-3 13 15,0-1 1-15,-3-1-1 16,-2-2-1-16,-1 0-7 16,0-3-8-16,0 2-8 15,0-1-2-15,-4 0 0 16,0 3-1-16,-2 3-2 0,3 1-2 16,-3 1-12-16,2 5-20 15,-1 2-8-15,0 1-17 16,0 0-37-16</inkml:trace>
  <inkml:trace contextRef="#ctx0" brushRef="#br0" timeOffset="195877.75">15712 17215 223 0,'0'0'11'16,"0"0"-8"-16,0 0 3 0,0 43 2 0,1-25 2 15,-1 1-3-15,2 3-1 16,-1-1-4-16,3 2 0 15,-2-1-1-15,2 0 0 0,-1-1-1 16,2-2-5-16,2-4-34 16,-2-6-51-16</inkml:trace>
  <inkml:trace contextRef="#ctx0" brushRef="#br0" timeOffset="196182.68">16001 17141 245 0,'0'0'8'0,"0"0"-5"15,0 0-4-15,0 0 5 16,0 0 4-16,0 0 1 16,0 0 5-16,0 0-6 15,0 0-4-15,32 0-3 16,-18-3-1-16,5 0-4 16,-4-1-17-16,3-2-44 0,-4 0-52 15</inkml:trace>
  <inkml:trace contextRef="#ctx0" brushRef="#br0" timeOffset="196376.12">16021 17291 248 0,'0'0'14'0,"0"0"-18"16,0 0 7-16,0 0 5 0,0 0-3 15,50-6-5-15,-30-2-2 16,1 1-9-16,-1 1-34 16,-1 0-55-16</inkml:trace>
  <inkml:trace contextRef="#ctx0" brushRef="#br0" timeOffset="197215.61">15466 17815 239 0,'0'0'9'0,"0"0"9"0,0 0-7 0,0 0-8 15,0 0-3-15,0 0 1 16,0 0-1-16,-12 38 0 16,11-24 0-16,0 4-1 0,1 0 3 15,0-1-2-15,0 3 1 16,1-4-1-16,5 0 1 15,2-1-1-15,3-5-1 16,0-3-7-16,0-3-1 0,1-4 2 16,-1 0 1-16,1 0 4 15,-2-4 1-15,-3-4 2 16,1-2 1-16,-2-2 3 16,0-2 3-16,-2 0-3 15,-1-2-4-15,-1 1 2 16,-1 3-3-16,-1-1 1 0,0 4-1 15,0 4 1-15,0 2 2 16,0 0 6-16,0 3-4 16,0 0-1-16,0 4-3 15,0 3 1-15,0 4-1 16,5 0-1-16,2-1 2 0,3 0-2 16,2 0 1-16,-3-3-1 15,3-2 1-15,-1-1-1 16,0-4 0-16,-2 0 0 15,-2 0 6-15,-1-2 6 16,-2-3 4-16,0-4 1 0,-3-1 10 16,-1 0-1-16,0-1-12 15,0-3-8-15,0 0-3 16,0 1-3-16,0-3-1 16,0 2-1-16,0 1-13 15,0 3-20-15,0 0-3 16,2 3-6-16,3 1-50 0,1 1-83 15</inkml:trace>
  <inkml:trace contextRef="#ctx0" brushRef="#br0" timeOffset="197703.38">15804 17899 162 0,'0'0'9'0,"0"0"-8"0,0 0 0 0,0 0 0 0,0 0 0 0,0 0 3 16,0 0 26-16,0 0-3 16,0 0-5-16,0 0-11 15,0 0-2-15,-17 0-5 16,26-4-2-16,-1-1 0 16,3 1 1-16,-1 3-2 15,0 1 0-15,-1 0-1 0,0 0 3 16,0 3-2-16,-5 7 1 15,0 1-2-15,0 2-3 16,-4 3 2-16,0 1-2 16,0 1-1-16,-7 1 2 15,0-1 3-15,-2-1-1 0,1-3-1 16,0 3 2-16,-1-7-1 16,5 1 0-16,-2-5 1 15,4 0-2-15,0-3 1 16,2-2 0-16,0-1-1 0,0 0 1 15,0 0 1-15,0 0 7 16,5 0 6-16,2 0-1 16,-1 0 1-16,2-1-3 15,3-2-6-15,0 0-3 16,3-1 0-16,1-1-2 16,3-2 0-16,0 0-7 0,2 0-29 15,-2-4-25-15,1-2-73 16</inkml:trace>
  <inkml:trace contextRef="#ctx0" brushRef="#br0" timeOffset="197870.15">16108 17872 270 0,'0'0'13'0,"0"0"8"0,0 0-1 0,0 0-11 15,0 0-11-15,0 0-16 16,0 0-19-16,0 0-65 16</inkml:trace>
  <inkml:trace contextRef="#ctx0" brushRef="#br0" timeOffset="197997.87">16108 17966 215 0,'0'0'67'0,"0"0"-66"16,0 0-10-16,0 0-54 16,0 0-3-16</inkml:trace>
  <inkml:trace contextRef="#ctx0" brushRef="#br0" timeOffset="198682.36">16448 17052 99 0,'0'0'9'15,"0"0"22"-15,0 0-2 0,0 0 2 16,0 0-11-16,0 0-7 15,-42 9-3-15,33-9-3 16,-1 0-3-16,-1 0-1 16,3 0-2-16,0 0-1 15,4 0-2-15,-1 0-2 0,4-3 0 16,1-1-1-16,0 1 7 16,0-1 2-16,3 0 0 15,5 2-1-15,5-1 0 16,-2 0 0-16,3 3-3 15,-1-1 1-15,0 1-1 0,-2 0 0 16,-1 1 0-16,-2 5 0 16,-3 5-5-16,-3 4-4 15,-2 3 3-15,0 1-8 16,-2 2 2-16,-7-1 5 16,2 0 6-16,-2-3 2 15,3-4 5-15,-1-3 10 16,4-2-3-16,2-2-2 0,1-3-4 15,0-1 1-15,0-2 0 16,5 0 5-16,6 0 5 16,1 0-3-16,5 0 1 0,2-5-9 15,2-2-5-15,3 1-2 16,-2 0-4-16,0 2-34 16,-1 1-20-16,-6 3-81 15</inkml:trace>
  <inkml:trace contextRef="#ctx0" brushRef="#br0" timeOffset="199242.4">16406 17819 214 0,'0'0'17'0,"0"0"1"0,0 0-3 0,0 0-9 16,0 0-1-16,0 0 2 15,0 0 5-15,0 0 4 16,0 0 1-16,46-34-6 16,-32 30-7-16,-3 1-1 15,1 2-3-15,-1 1 0 16,-1 0 0-16,-4 0-4 0,0 8-11 16,-6 4-6-16,0 2 1 15,0 2 9-15,-8-1-1 16,0 1-3-16,-1-4 8 15,-2 3 2-15,6-5-2 16,0-2-2-16,4-2-1 0,1-2-4 16,0-1 6-16,8 0 7 15,2-2 16-15,3 1 5 16,-2 2-2-16,3-1-4 16,-1 4-3-16,-1 0-4 15,-4 4 1-15,-3 1-5 0,-5 1 1 16,0 1-1-16,-7 3-1 15,-12 0 2-15,-2-1-4 16,-11-1-24-16,-4-5-58 16</inkml:trace>
  <inkml:trace contextRef="#ctx0" brushRef="#br0" timeOffset="201692.35">5016 15827 51 0,'-4'0'7'0,"1"0"2"0,-1 0 1 0,-1 0-1 0,2 0 1 16,-1 0-2-16,0 0 2 16,-1 0-4-16,3 0-3 15,0 1-1-15,0-1-1 0,0 2-1 16,2-1 0-16,0 4 0 16,0-2-1-16,0 2 1 15,0 0 0-15,0 0 1 16,0-1-2-16,4 1 2 15,1 0-1-15,3-1 0 0,2-3 1 16,-1 0 0-16,3-1 1 16,2 0 1-16,2-6 0 15,4-7 5-15,2-4-1 16,5-5 0-16,4-4-5 16,5-5-1-16,4-5-1 0,0-1-19 15,3-5-90-15</inkml:trace>
  <inkml:trace contextRef="#ctx0" brushRef="#br0" timeOffset="203898.39">22563 14861 0 0,'4'0'34'16,"1"0"10"-16,6-3-7 0,7-5-15 0,9-8-9 16,8-4-9-16,8-5-3 15,6-7-3-15,-1-6-65 0</inkml:trace>
  <inkml:trace contextRef="#ctx0" brushRef="#br0" timeOffset="204851.69">18585 12985 6 0,'0'0'1'0,"0"0"1"0,0 0-1 0,0 0 0 0,0 0 0 15,0 0 0-15,0 0 2 16,33 37 1-16,-29-36-3 16,-1-1 0-16,-1 3-1 0,-2-2-5 15,0 1-3-15,0-1-1 16,0 1 9-16,0-1 0 15,0-1 2-15,0 0 12 16,0 0 1-16,0 0-4 16,0 0 0-16,0 0 8 15,0 0 11-15,0 0-7 0,0 0-13 16,2 0-3-16,-2 0 2 16,0 0 0-16,1 0-9 15,1 3 1-15,0 4 1 16,-1 0 1-16,2 5 1 15,-1 5 2-15,1-2 3 16,0 3-3-16,1 3 1 0,0-3-4 16,0 2 1-16,1-4 1 15,-1-1-3-15,1-2 1 16,0 0-1-16,1-6-1 16,-3 1 0-16,0-1 1 0,2-4 0 15,-1 0-2-15,1 0 1 16,2 0-1-16,-3-3-16 15,0 0-38-15,-1 0-12 16</inkml:trace>
  <inkml:trace contextRef="#ctx0" brushRef="#br0" timeOffset="205108.9">18723 13053 162 0,'0'0'12'0,"0"0"-3"0,0 0-9 0,0 0-1 15,0 0-2-15,-25 37 4 16,17-20-1-16,-3 4 0 0,-3-3 0 16,-1 0 2-16,-3-2-1 15,0 0-1-15,-4-3 0 16,3 0 1-16,-2-3-6 15,3-3-32-15,1-3-6 16,2-4-35-16</inkml:trace>
  <inkml:trace contextRef="#ctx0" brushRef="#br0" timeOffset="205328.58">18413 13161 133 0,'0'0'8'0,"0"0"-7"15,0 0 7-15,0 0 7 16,49 0 3-16,-29 0-3 16,4 1-4-16,1 2-7 15,2 2-3-15,-5-3 0 0,3 1-1 16,-3 0 1-16,-4-1-1 16,-3 0 0-16,-2-1-2 15,-3-1-14-15,-5 0-44 16,-4 0-33-16</inkml:trace>
  <inkml:trace contextRef="#ctx0" brushRef="#br0" timeOffset="205621.14">18575 13062 39 0,'0'0'48'0,"0"0"-43"16,0 0-3-16,0 0-1 0,0 0 3 15,0 0-1-15,1 49 2 16,3-32 0-16,3-1-2 16,-4 0 1-16,1 1-2 15,4-3-1-15,-3 0 0 16,4-3 0-16,-4-1-1 15,3-2 1-15,-2-3-1 16,1-1 0-16,-2-4-12 0,-2 0-52 16</inkml:trace>
  <inkml:trace contextRef="#ctx0" brushRef="#br0" timeOffset="205845.76">18578 13128 95 0,'0'0'2'15,"0"0"2"-15,0 0 2 16,0 0-2-16,49 32-2 16,-38-24 0-16,1-3 0 15,-2 0-2-15,1-1 0 16,-1-2 0-16,-3-2-9 15,-1 0-24-15</inkml:trace>
  <inkml:trace contextRef="#ctx0" brushRef="#br0" timeOffset="205983.83">18694 13116 87 0,'0'0'5'0,"0"0"5"15,0 0 12-15,0 0-17 16,0 0-7-16,0 0-5 15,0 0-9-15,-4 22-2 16,4-10-9-16</inkml:trace>
  <inkml:trace contextRef="#ctx0" brushRef="#br0" timeOffset="206248.27">18576 13104 109 0,'0'0'21'0,"0"0"-13"0,0 0-7 16,0 0 2-16,0 0 0 15,0 0-1-15,0 0-1 16,46 34 0-16,-35-27-1 15,1-2 0-15,1-2-1 16,-2-1-1-16,1-2-17 16,-5 0-20-16</inkml:trace>
  <inkml:trace contextRef="#ctx0" brushRef="#br0" timeOffset="206390">18619 13090 124 0,'0'0'3'16,"0"0"-2"-16,0 0-1 16,-28 46 0-16,20-27-5 15,1-2-67-15</inkml:trace>
  <inkml:trace contextRef="#ctx0" brushRef="#br0" timeOffset="210197.63">18544 13009 4 0,'0'0'18'0,"0"0"7"0,0 0 1 0,0 0-8 16,0 0-2-16,0 0-4 0,0 0 3 15,0 0-9-15,0 0-2 16,0 0-3-16,0 0 1 16,0 0 0-16,0 0 0 15,0 0 1-15,39 38-2 16,-32-28 1-16,1-1 0 0,-1 0-1 15,4-1 0-15,-4 1 3 16,4-1-3-16,-2-4 3 16,2 3-3-16,-2 0 0 15,0-2 0-15,2 0-1 16,-4-3 1-16,1 4-1 0,0-2-1 16,-2 1-1-16,-3 0-19 15,-1-2-20-15,-2-1-35 16</inkml:trace>
  <inkml:trace contextRef="#ctx0" brushRef="#br0" timeOffset="210446.11">18686 13048 120 0,'0'0'7'15,"0"0"18"-15,0 0 8 16,0 0-19-16,0 0-11 16,0 0-2-16,-40 12 0 15,29 7 0-15,0 2-1 0,1 2 0 16,-2 2 0-16,3 2 0 16,1 2-1-16,-2-3-5 15,4-2-30-15,1-5-20 16</inkml:trace>
  <inkml:trace contextRef="#ctx0" brushRef="#br0" timeOffset="210780.91">18645 13101 35 0,'0'0'14'0,"0"0"4"16,0 0 1-16,0 0-11 16,0 0-3-16,0 0-2 15,-14 39 3-15,20-34 7 16,3-2 3-16,1 3-4 0,1-2-4 15,3-1-2-15,-5 2-4 16,3 0-1-16,0-1 0 16,-1 0 0-16,-2 1-2 15,-1-2-14-15,-3-1-20 16,-2-1-30-16</inkml:trace>
  <inkml:trace contextRef="#ctx0" brushRef="#br0" timeOffset="210953.36">18706 13116 103 0,'0'0'-2'0,"0"0"12"16,0 0-11-16,0 0 2 16,0 0 0-16,0 0-1 15,11 46 0-15,-3-30 0 16,-3-5-24-16</inkml:trace>
  <inkml:trace contextRef="#ctx0" brushRef="#br0" timeOffset="211614.97">18750 13082 52 0,'0'0'7'0,"0"0"-2"0,0 0 8 0,0 0 1 15,0 0-3-15,0 0-3 16,0 0-6-16,0 0 0 16,0 0 0-16,0 0 1 15,-32 34-2-15,31-25-1 0,1 0 0 16,0-3 0-16,0-1 0 15,0-3 0-15,0-1-1 16,0-1 2-16,0 0 15 16,0 0-2-16,0-3-9 15,-3-4 6-15,-1 2-1 16,0-1-3-16,-1-2-3 0,2 3-1 16,-1 2-3-16,-1-1-1 15,3 4 0-15,0 0 3 16,0 0-6-16,2 0-6 15,-2 5-8-15,2 2-5 0,0-2-5 16,0-1-20-16</inkml:trace>
  <inkml:trace contextRef="#ctx0" brushRef="#br0" timeOffset="211778.67">18654 13137 209 0,'0'0'-52'16,"0"0"67"-16,0 0-11 15,0 0-6-15,0 0-64 0,0 0 14 16</inkml:trace>
  <inkml:trace contextRef="#ctx0" brushRef="#br0" timeOffset="211942.61">18654 13137 162 0,'-49'14'-30'16,"46"-14"61"-16,1 0-16 16,0 0-14-16,2 3-30 0,0-2 6 15,0-1-13-15</inkml:trace>
  <inkml:trace contextRef="#ctx0" brushRef="#br0" timeOffset="212092.66">18598 13160 123 0,'0'0'28'0,"0"0"-9"15,0 0-11-15,0 0-8 16,0 0-25-16,0 0-13 0,0 0-19 15</inkml:trace>
  <inkml:trace contextRef="#ctx0" brushRef="#br0" timeOffset="212240.4">18598 13160 189 0,'-9'-3'-29'15,"3"3"74"-15,1 0-13 16,3 0-20-16,2 0-11 15,0 0-17-15,3 0-25 16,7 0-6-16,-5 0-14 0</inkml:trace>
  <inkml:trace contextRef="#ctx0" brushRef="#br0" timeOffset="212404.25">18614 13155 111 0,'0'0'25'0,"0"0"5"15,0 0-3-15,0 0-21 16,0 0-5-16,0 0-1 16,0 0 0-16,-7 0-15 15,7 2-15-15,0-1-10 0,2-1-27 16</inkml:trace>
  <inkml:trace contextRef="#ctx0" brushRef="#br0" timeOffset="-213390.85">13965 6706 70 0,'0'0'1'0,"0"0"2"0,0 0 2 0,0 0 5 0,0 0 5 15,40 8 6-15,-20-22 9 16,9-13 5-16,16-15-14 15,13-22-14-15,16-22-2 0,13-23-57 16</inkml:trace>
  <inkml:trace contextRef="#ctx0" brushRef="#br0" timeOffset="-162871.64">2544 13707 59 0,'0'0'81'0,"0"0"-74"0,0 0 11 0,-43-5 1 16,32 3-8-16,0-2-3 15,-3-1 0-15,1 2-3 16,-3 0-2-16,-1 0-1 16,-3 3-1-16,-1-2 0 15,0 2-1-15,-2 0 0 16,-2 0 1-16,-2 0 0 0,-2 0 0 16,0 0 1-16,-4 0 2 15,3 0 1-15,-3 5-2 16,0 0-1-16,1 2 0 15,1 1-1-15,-2 0 1 0,1 1-1 16,-1 4-1-16,-1 0 0 16,-1 2 2-16,-2 1 0 15,-1 2-2-15,-1 3 1 16,1 0 0-16,-1 1-2 16,1 5 2-16,2-1-1 15,-1 1 0-15,3 0 1 0,-1 0-1 16,1-3 0-16,0 1 1 15,1 1-1-15,3 1 0 16,1 0 0-16,3 1 0 16,-1 2 0-16,0 1 0 15,1-1 0-15,1 2 0 0,2-4 0 16,1 3 1-16,0-1-1 16,-1-3 0-16,4 0 0 15,-2 0 0-15,1-1 0 16,3 1 0-16,2 1 0 0,2-1 0 15,0 1 0 1,4 0 0-16,0 0 0 16,0 0 0-16,4 0 0 0,1-5 0 15,2 0 0-15,0 0 0 16,2-4-1-16,0-3 2 16,0 1-1-16,4-1 1 0,2 0-1 15,4-1 0-15,-1 1 0 16,1-1-1-16,2 2 2 15,1 0-2-15,-1 0 2 16,1 1-1-16,0 0 0 16,1-2 0-16,1-1 0 15,-1 0-2-15,1-1 2 0,-1-1 1 16,1-2-1-16,2 0-1 16,-2-1-1-16,1-3 2 15,1 2-1-15,-1-2 1 16,5 0 0-16,-4 0 0 15,4 0 1-15,1-1 0 16,2 1-3-16,1 1 4 16,-1-2-2-16,4 1 2 0,0 2-2 15,-1-1 1-15,0-1-2 16,1 0-2-16,-1-1 5 16,0 0-2-16,-2 0 0 15,2-1-1-15,0 0-1 0,2 0 1 16,0 1 2-16,1-2 1 15,3-1-4-15,-2 1 2 16,1-2-2-16,1-1 4 16,0 0-2-16,1 1 0 0,1-1 2 15,1-1-2-15,-1 2 0 16,4 0 1-16,-1 0-1 16,2 0 0-16,-2 0 0 15,0 0 0-15,2 1 1 16,0-2-1-16,1-1 0 0,-1 3 1 15,4-2-1-15,0 1 0 16,2-1 1-16,-1 0-1 16,0 1 0-16,0-2 0 15,1 0 2-15,-1 0-2 16,-1 0 0-16,6-3 0 0,-5-4 0 16,6 1 0-16,-2 1 1 15,0 0 1-15,3 0-2 16,-3-1 0-16,4 3 0 15,1-1 1-15,-1 0-1 16,1-1 0-16,0 0 0 0,4-1 0 16,-2 0 1-16,0 1-1 15,4-1 0-15,-2 0 0 16,0-1 0-16,0-1 1 16,1-4-1-16,-1 2 0 15,0-4 0-15,1 1 0 0,1-4 0 16,-1 0 1-16,-1 0 0 15,-1-3 0-15,1 2 0 16,0-2 0-16,-2 2 1 16,0 0-2-16,-3 0 1 15,1-1-1-15,-4-2 0 0,0 1 0 16,0-1 0-16,-4-2 0 16,-3 2 1-16,-1-3-1 15,-4-2 0-15,1-1 0 16,-4-1 1-16,1-2 0 15,-3-2 0-15,-1-1 0 16,1 0-1-16,-6 1 1 0,-2 0-1 16,-3 2 1-16,-4 2-1 15,-4 1 1-15,-6 1-1 16,-1 1 1-16,-5 2 0 16,-2-4-1-16,0 4 1 15,0-5 3-15,-6 2-2 0,-3-3 3 16,-3 0-1-16,-1-1-2 15,-1 2 0-15,-3-1-1 16,-4 0 0-16,2 2 0 16,-4-1 0-16,-2 0-1 15,1 4 2-15,-3-3 2 0,1 4-1 16,-1-2 3-16,-2 1 0 16,-2 0-5-16,1-1 0 15,1 1-1-15,-4 2-2 16,-1 0 2-16,-2 1 0 15,0 1-5-15,-2 0 5 0,-1 2 0 16,1-1-2-16,-3 5-1 16,-1-3 1-16,-1 3 4 15,-1 2-5-15,1-2 5 16,-2 3-5-16,-1-2 5 16,0 2-2-16,0 0 1 0,-2-1-1 15,2 4 0-15,-1 0-4 16,-3 1 6-16,0 3-2 15,2 0 0-15,-1 1-2 16,2 2 2-16,-1 1-3 16,0 0-1-16,-1 0 1 15,2 0-1-15,-2 0 2 0,2 0 1 16,0 0 1-16,3 0 0 16,-2 0 1-16,4 0 1 15,-2 0-2-15,-3 1 0 16,4 3-3-16,-4 1 3 0,0 0 1 15,2 1-2-15,-1 1 2 16,-2-1-1-16,2 1 0 16,-1-1 2-16,-3 1-1 15,4 0-2-15,-2 1 2 16,2 0-1-16,-1 1 1 0,0 0 1 16,0 1-3-16,2 0 6 15,-2 2-4-15,3 1-1 16,4 1 0-16,1 3 0 15,4 3 0-15,3 5-2 16,5 4-4-16,2 1-56 16,4-7-79-16</inkml:trace>
  <inkml:trace contextRef="#ctx0" brushRef="#br0" timeOffset="-161905.55">5121 14339 73 0,'1'-5'10'0,"0"2"3"0,2-1-2 0,-1 0-2 15,0-1-5-15,0 1-3 16,1-1 0-16,0 2 0 0,0 0-1 15,-1 0 0-15,0 1 1 16,0 1 0-16,0 1 0 16,1 0 1-16,2 0-1 15,-1 0-1-15,3 0 3 0,-1 6-1 16,1 4-1-16,2-3 0 16,0 0 1-16,2 2-1 15,-1-4 0-15,1-2 0 16,3 0 0-16,0-3 1 15,-1 0 0-15,6-13 3 16,3-3 6-16,2-8 2 16,7-7-1-16,8-9-1 0,5-6 2 15,8-8-6-15,4-9-1 16,9-6-3-16,4-7 2 16,6-2 3-16,6-3 2 15,2-1-7-15,7-1-4 0,0 4 2 16,-5-4-25-16,-6-3-119 15</inkml:trace>
  <inkml:trace contextRef="#ctx0" brushRef="#br0" timeOffset="-154959.35">5170 14236 1 0,'0'0'11'0,"0"0"8"0,0 0-9 0,0 0-5 16,0 0-5-16,0 0-4 0,0 0-2 15,0 0 7-15,0 0 3 16,29-8 11-16,-29 6 7 16,0 1-9-16,0 1-5 15,0-2-8-15,0 2 0 16,0 0-2-16,0 0 2 15,0 0 2-15,-2 0 0 0,0 0-1 16,-2 0 6-16,3 0 6 16,-3 0-1-16,1 0 0 15,1 0-6-15,0 0-4 16,0 0-1-16,2 0 1 16,-1 0 0-16,1 3 0 0,0 4-1 15,0 3 2-15,0 2-1 16,3 3 3-16,6 2-2 15,-2-1-1-15,-1 3 0 16,3-4-1-16,-1-1 1 16,0-4-2-16,-1-3 1 15,1-4-2-15,0-3 1 0,0 0 7 16,3-3 7-16,3-12 5 16,1-7-2-16,8-6-6 15,2-7-3-15,8-7-4 16,1-2 1-16,7-4-3 0,5 1 3 15,-4-1-4-15,5 0 0 16,-2 2 1-16,2-1-2 16,-1 3 1-16,0 4-1 15,2 2 1-15,2 7-1 16,-8 0-9-16,-7 2-56 0</inkml:trace>
  <inkml:trace contextRef="#ctx0" brushRef="#br0" timeOffset="-141728.92">13967 6772 64 0,'0'0'2'0,"0"0"7"0,0 0 8 0,38-18 1 16,-33 13-2-16,3-1-3 16,-3-1 5-16,2 0 2 0,-1-2-5 15,-1-1-4-15,1-1-2 16,4-5 0-16,-3-1-3 16,5-1-2-16,0-5 2 15,3-2-2-15,2-5 3 16,2-6-1-16,1-4 2 15,-2-2-1-15,5-6 0 16,1 0 0-16,3-2-5 0,4 0 1 16,5-3-5-16,-3-4-39 15,-3-1-194-15</inkml:trace>
  <inkml:trace contextRef="#ctx0" brushRef="#br0" timeOffset="-140396.45">18658 13055 79 0,'0'0'8'0,"0"0"11"0,0 0-9 0,0 0-2 15,0 0-6-15,0 0 5 16,0 0-1-16,0 0 3 0,0 0 0 16,0 0 6-16,0 0 3 15,-23-15-7-15,23 15-2 16,-1-1-3-16,1 1 0 16,0 0-4-16,0 0-2 0,0 0-1 15,0 0-5-15,0 7 8 16,0 0 1-16,0 2-2 15,2 2-2-15,4 0 2 16,0 1-2-16,0-2 0 16,1 0 3-16,3 1-2 15,-3-4 3-15,1 3-1 16,2-3-3-16,-3 0 5 0,2 0-3 16,-3 0 1-16,2-1-1 15,-3 0 0-15,3-1 0 16,-5 1 0-16,-1 0-10 15,0-2-19-15,-2 0-43 0</inkml:trace>
  <inkml:trace contextRef="#ctx0" brushRef="#br0" timeOffset="-139954.34">18689 13033 104 0,'0'0'0'0,"0"0"3"0,0 0-2 0,0 0 3 16,0 0-1-16,-26 50 1 0,21-37 1 15,-4 2 1-15,0 2 2 16,-1 0-1-16,-1-1-1 15,-1 2-2-15,3-2 0 16,0 0-2-16,-3-1-2 16,3-2 1-16,2-2-2 0,0 0 0 15,0-2-2-15,2 0-14 16,1-5-19-16,0-1-29 16</inkml:trace>
  <inkml:trace contextRef="#ctx0" brushRef="#br0" timeOffset="-139534.3">18563 13143 124 0,'0'0'2'0,"0"0"-1"15,0 0 2-15,0 0 6 16,0 0-3-16,0 0-4 0,0 0 2 15,43 14 4-15,-33-10 0 16,-3 3 4-16,3 0-3 16,-1 1-5-16,0-1-1 15,1-1-2-15,0 0 1 16,-2-1-2-16,-1-3 0 0,3 1 0 16,0-1 0-16,-2-2 0 15,1 0 0-15,-1 0-18 16,0 0-27-16,-5-3-17 15</inkml:trace>
  <inkml:trace contextRef="#ctx0" brushRef="#br0" timeOffset="-139188.71">18673 13069 106 0,'0'0'4'15,"0"0"1"-15,0 0-5 16,0 0 4-16,0 0 3 15,0 0 5-15,-6 42-2 0,2-30-1 16,0 1 0-16,-1 1 0 16,-1-2 1-16,0 4-4 15,-2-3-2-15,1 1-4 16,-2 2 1-16,0-2-2 16,0 1-19-16,-4-6-43 15</inkml:trace>
  <inkml:trace contextRef="#ctx0" brushRef="#br0" timeOffset="-43538.88">21414 12460 35 0,'0'0'2'0,"0"0"5"0,0 0 2 0,0 0 0 0,0 0-5 16,0 0 2-16,0 0 3 16,0 0-3-16,0 0 6 15,0 0-9-15,0 0 5 16,0 0-4-16,0 0-1 16,0 0 0-16,25 28-1 15,-22-23-1-15,0 0 0 16,2 0-1-16,-1 0 1 0,0-2 1 15,1 0-1-15,-2-2 3 16,1 0-1-16,2-1 2 16,0 0 1-16,0 0 3 15,0 0 4-15,3-7-3 0,1-4-2 16,0-2-1-16,1-1 2 16,3-5 3-16,0-1-2 15,2-2 4-15,0-4-1 16,3-1-3-16,1-3-2 15,0-1 1-15,1 1-3 16,1 0-2-16,-1 2-1 0,1 2-1 16,-2 4-1-16,-1 3 2 15,-3 5-3-15,-3 3 0 16,-6 4 0-16,0 4 0 16,-4 3-2-16,-1 0-13 0,-2 4-18 15,0 8-5-15,-7 3-18 16,-7 5-10-16</inkml:trace>
  <inkml:trace contextRef="#ctx0" brushRef="#br0" timeOffset="-42934.98">21530 12427 42 0,'0'0'3'0,"0"0"18"0,0 0 1 15,0 0-1-15,0 0-4 16,0 0 3-16,0 0-1 15,-2-40-8-15,2 38-2 16,0 1 1-16,0 0 0 16,0 1-4-16,0 0-5 0,0 0-3 15,2 0 1-15,0 4-3 16,2 3 8-16,2 2-3 16,0-1 1-16,-1 1-1 15,1-1-1-15,-1-3 1 16,2 0-1-16,-2-2-1 0,1 0 1 15,0-3 0-15,0 3-1 16,2-3 1-16,-3 0 2 16,3 0-1-16,-2 0 1 15,2-6 4-15,3-2-2 16,-1-2 0-16,0-2-3 16,2-1 3-16,1-2-2 0,0-2 1 15,1-2 3-15,3-1 1 16,-1-4 1-16,4 0-3 15,-2-2-2-15,4 2-1 16,-4-1 0-16,-1 3 0 16,0 4-2-16,-5 1 1 0,-1 6-1 15,-3 3 0-15,-4 3 0 16,-1 5-7-16,-3 0-21 16,0 0-23-16,0 9-8 15,-10 2-23-15</inkml:trace>
  <inkml:trace contextRef="#ctx0" brushRef="#br0" timeOffset="-42395.13">21557 12378 44 0,'0'0'2'0,"0"0"-1"0,0 0 2 0,0 0 0 0,0 0 0 16,0 0 1-16,2 40-1 16,-2-30 0-16,1-3 0 15,1-1 2-15,0-3 0 16,0 1 4-16,5-4-1 15,-2 0 8-15,3-1 7 16,2-9 4-16,4-4-14 0,2-5-2 16,3-1-1-16,3-3-1 15,-2-5 0-15,5 1 2 16,1-1-2-16,-2-2-3 16,2 0-4-16,-2 3 0 15,-1 0-1-15,-3 6-1 0,-1 2-2 16,-5 5-10-16,-6 6-23 15,-3 3-22-15,-3 5-22 16</inkml:trace>
  <inkml:trace contextRef="#ctx0" brushRef="#br0" timeOffset="-154021.7">18726 12775 45 0,'0'0'58'0,"0"0"-52"0,0 0 2 0,0 0-3 16,0 0-2-16,0 0-2 16,0 0-1-16,0 0 0 15,0 0 0-15,0 0 1 16,0 0 0-16,0 0 0 16,0 0 0-16,-11-17 5 15,8 17-4-15,1-2 0 0,-2 2-2 16,-1-1 1-16,2 1-1 15,-1-2 1-15,0 1-1 16,0-1 2-16,1-2 1 16,-2 2 2-16,1-1 4 15,1 0-2-15,-5-1 7 0,3 2-6 16,-2-1-3-16,-2 0 1 16,0 2-1-16,0-2-2 15,1 2-1-15,-3-1-1 16,0 1 0-16,2 0 1 15,-1 1-1-15,-2 0 2 0,3 0 1 16,-1 0-1-16,2 0-2 16,-1 1-2-16,-1 3 1 15,2 2 0-15,-3-2 0 16,4 3 0-16,-4-2 1 16,2 2-1-16,2-3 1 0,-4 0 2 15,2 2-2-15,2 1 2 16,-4-1-3-16,4 1 0 15,-4 1 0-15,2 2 0 16,-2-1 0-16,4-1 0 16,-3 1 0-16,0-1 0 15,3 1 0-15,-3-1 1 16,3 0-1-16,-3 1 0 0,0 4 0 16,1 0 0-16,-1 1 0 15,-2 0 0-15,1 2 0 16,-1-2 0-16,0 3 0 0,-2 0 0 15,4-1 0-15,-1 0 0 16,-2 1 0-16,4 0 0 16,2 1 0-16,-2 1 0 15,4 0 0-15,-1 0-1 16,2 1 1-16,1-2 0 16,1-1 0-16,2 0-1 0,0-1 1 15,0-2-2-15,0 2 2 16,0-2 0-16,5 3 0 15,1-3-1-15,0 2 1 16,-1 2 0-16,4-2 0 16,-4 1 0-16,1 0 0 15,1 1 0-15,2-2 0 16,-3 1 0-16,3-1 0 0,0-1 0 16,1 0 0-16,1-3-2 15,0 2 1-15,3 1 0 16,-1-4 0-16,2 2 0 15,-1 0-1-15,2-2 1 0,-2-2 3 16,1 1 0-16,0-1-3 16,1 1 2-16,1-2 0 15,-1 1-1-15,0 0 0 16,2 0-1-16,2-1 2 16,-2-1-3-16,4 0 2 0,-3-1-1 15,4-2 1-15,-2 0-1 16,1-1 1-16,-2 2 2 15,2-3-1-15,1 1 1 16,-2 3-1-16,2-2-1 0,2-1 0 16,2 0 2-16,-2-2-5 15,1-1 2-15,1 0 0 16,-1 0 1-16,0-5 0 16,0-4 0-16,-3 0-2 15,-4-2 4-15,1 0 0 0,1-1-1 16,-4 0 1-16,2-1-1 15,-2-1-4-15,-2-2 6 16,1-2-3-16,-1-1 3 16,0-1-3-16,1-1 1 15,-1-2-1-15,3-2-1 16,-3 0 2-16,2 0 0 0,-2-2 0 16,0 2-1-16,-1 0 1 15,-1 0-1-15,-3-2 1 16,-2 0-1-16,0-3 1 15,-2-3-1-15,-4-1-1 16,0-4 0-16,-2-1-3 16,0-2 0-16,0 0 1 0,-9 0 0 15,-5 1 2-15,-2 3 2 16,-6 4 3-16,-4 1 8 16,-7 3-5-16,-3 1-3 0,-4 7-4 15,-8 2-4-15,-1 4-1 16,-6 6-17-16,-5 5-34 15,-1 4-42-15</inkml:trace>
  <inkml:trace contextRef="#ctx0" brushRef="#br0" timeOffset="-151515.35">18842 12800 83 0,'0'0'9'0,"0"0"-6"0,0 0-2 0,0 0-1 15,0 0 3-15,0 0-3 16,0 0 0-16,0 0 0 15,0 0 1-15,0 0 0 0,0 0-1 16,33 17 1-16,-31-14-1 16,-1-1 1-16,1-1 0 15,0 1-1-15,-2-2 5 16,2 0 10-16,2 0 18 16,3-9 3-16,4-4-13 15,7-11-12-15,6-5-4 16,8-10-4-16,9-7-2 0,7-8-10 15,4-7-73-15,6-7-18 16</inkml:trace>
  <inkml:trace contextRef="#ctx0" brushRef="#br0" timeOffset="214487.35">9209 16043 39 0,'8'-3'7'0,"0"-1"11"0,0-1 2 0,1-2-4 0,1 0 3 16,3 0-6-16,1-1-5 0,3-2-2 16,1 0-2-16,0-2-2 15,2 1 1-15,-1 2 0 16,-2-2-2-16,3 4-1 16,-5-2 1-16,3 1-1 15,-4 1 1-15,2 0-1 0,1 0 4 16,-3-3-3-16,-1 1-1 15,-1-1-30-15,-2-1-46 16</inkml:trace>
  <inkml:trace contextRef="#ctx0" brushRef="#br0" timeOffset="214664.62">9531 15760 91 0,'0'0'-1'0,"0"0"0"16,0 0 4-16,40 40 1 15,-29-13-1-15,-2 6 2 16,-4 2-24-16</inkml:trace>
  <inkml:trace contextRef="#ctx0" brushRef="#br0" timeOffset="-213892.98">9964 15572 75 0,'0'0'4'0,"0"0"5"0,0 0-10 15,0 0 1-15,0 0 2 16,0 0 3-16,0 0 1 0,0 0 5 16,0 0 2-16,11 44 1 15,-9-32-1-15,0 1-3 16,3 0-5-16,-3-1-1 15,3 1-2-15,0-3-1 16,1 0 2-16,-2-3 0 16,3-2 0-16,0-1 0 0,2-4-3 15,-3 0 2-15,3 0 2 16,-3 0-2-16,2-9 3 16,-3 3-2-16,1-5-1 15,-2 3 0-15,-2-1 1 16,0 2-2-16,1 0-1 0,-3 1 0 15,3 3 2-15,-3 3-1 16,0-2 0-16,2 2-1 16,1 0-2-16,1 0 1 15,2 2 0-15,-1 1 1 16,3 4 2-16,4-2-2 16,-4-1 1-16,3 0 0 0,1-1 0 15,-3-1 0-15,0-2 0 16,2 0 1-16,-2 0-2 15,-4 0 3-15,4-8-1 16,-4 0 3-16,-2-4 6 0,-2-3 3 16,-1 3 3-16,0-3 2 15,0-3-4-15,-9 2-6 16,-3 0-3-16,2 0-3 16,-3 2-3-16,1 3 0 15,3 1-1-15,1 1-4 0,2 5-10 16,2 0-12-16,4 1-16 15,0-1-71-15</inkml:trace>
  <inkml:trace contextRef="#ctx0" brushRef="#br0" timeOffset="-213634.95">10304 15294 124 0,'0'0'-3'0,"0"0"7"0,0 0-4 0,0 0 0 16,0 0 7-16,0 0-1 15,-2 51 2-15,2-33-3 16,0 1-1-16,4-2 1 16,2 2-2-16,3-4 2 15,1 1 0-15,-3-3-2 0,1-2 1 16,-3-1-1-16,-1-1-12 15,-2-4-13-15,-2-2-26 16</inkml:trace>
  <inkml:trace contextRef="#ctx0" brushRef="#br0" timeOffset="-213429.1">10147 15370 126 0,'0'0'2'0,"0"0"0"15,11-36 3-15,0 22 1 16,4 1-1-16,1 0-4 16,5 1 1-16,-2 0-1 0,0-1-45 15</inkml:trace>
  <inkml:trace contextRef="#ctx0" brushRef="#br0" timeOffset="-213138.06">10485 15375 130 0,'0'0'17'0,"0"0"-23"16,0 0 5-16,0 0 1 16,0 0 4-16,42 17-1 15,-29-14 2-15,2 1 0 16,0-2-2-16,1 2-1 0,-3 2 1 16,1-2-3-16,-1 0 3 15,-1 2 0-15,0-2 0 16,-1 3-1-16,1-1-8 15,-5-2-26-15,1-1-31 16</inkml:trace>
  <inkml:trace contextRef="#ctx0" brushRef="#br0" timeOffset="-212860.54">10613 15297 113 0,'0'0'4'0,"0"0"1"0,0 0-3 16,0 0 1-16,-15 47 0 16,14-27 1-16,0 3-3 15,1 2-1-15,0 1 1 16,-2-1 0-16,0 0 2 15,2-1 1-15,-2-3 0 0,-1-3-1 16,2-3-5-16,1-3-15 16,-1-4-30-16</inkml:trace>
  <inkml:trace contextRef="#ctx0" brushRef="#br0" timeOffset="-212470.87">10844 15245 71 0,'0'0'1'0,"0"0"9"0,0 0-1 16,0 0-1-16,38-23-5 16,-28 16-1-16,0 0 1 15,-1 0-3-15,-3 0-74 0</inkml:trace>
  <inkml:trace contextRef="#ctx0" brushRef="#br0" timeOffset="-212290.64">10892 15337 183 0,'0'0'2'0,"0"0"-13"16,0 0 15-16,0 0-3 0,0 0 0 16,0 0 3-16,46-25-3 15,-32 14-21-15,1 0-33 16</inkml:trace>
  <inkml:trace contextRef="#ctx0" brushRef="#br0" timeOffset="-210690.94">10096 15493 92 0,'-11'0'3'0,"1"2"2"0,4-2 9 0,-1 2-4 0,3 0-2 16,2-1 1-16,0-1-2 15,2 0-5-15,2 0-4 16,7 0 0-16,9 0 8 16,8-10 2-16,7-4-3 15,8-4 3-15,5-7 2 16,7-4-3-16,3-3-1 0,2-3-1 15,-3-2 3-15,3 0 5 16,0 2-3-16,-2 0-4 16,-2 1-3-16,0 6-1 0,-7 1 0 15,0 6 0-15,-7 4 0 16,-9 9-4-16,-10 7-47 16,-10 1-89-16</inkml:trace>
  <inkml:trace contextRef="#ctx0" brushRef="#br0" timeOffset="-210430.65">10255 15625 190 0,'0'0'-1'0,"0"0"8"16,0 0-8-1,42-31 2-15,-13 14 1 0,7-3 0 16,2 0 1-16,2-1 0 16,-3 2-5-16,0 2-75 15</inkml:trace>
  <inkml:trace contextRef="#ctx0" brushRef="#br0" timeOffset="-209336.12">10073 16399 1 0,'0'0'50'0,"0"0"-41"0,0 0 2 0,0 0-3 0,0 0-2 16,36-7-3-16,-24 7 1 15,1 0 0-15,1 0-1 16,1 3-3-16,-1 6 1 15,1 3-1-15,3 2 1 0,-5 5 0 16,3 5 0 0,-3 5 3-16,-2 3 1 15,-3 4 2-15,-2 3-3 0,-3 1 3 16,-3 1 4-16,0-1 2 16,0 3-2-16,-5-1-3 15,-4 0-1-15,2-1-2 0,1-1-2 16,3-6-1-16,1-4-1 15,2-5 0-15,0-4 0 16,2-4 2-16,7-3-1 16,0-5-2-16,4 3-2 15,3-1 4-15,4 0 0 0,-1 4 0 16,5 3-1-16,-2 6 0 16,0 3 0-16,1 9 0 15,-4 5-1-15,2 4 0 16,-1 6 0-16,-2 3 0 15,2 4 2-15,-3 2-2 0,0 3 1 16,1-1-1-16,-5-1 1 16,0-1 0-16,-5-4-1 15,0-1 0-15,-4-3 0 16,-4 2 1-16,0-3-1 0,0 1 1 16,-4-3 0-16,-5 1-1 15,-4-5 1-15,-1-2 0 16,-2-5-1-16,-1-1 1 15,-4-6 0-15,1-4-1 16,2-2 0-16,-1-3-2 16,1-3-12-16,-1-5-13 0,1-7-12 15,1-7-25-15</inkml:trace>
  <inkml:trace contextRef="#ctx0" brushRef="#br0" timeOffset="-208505.69">11148 15750 112 0,'0'0'1'0,"0"0"-1"0,7 39 2 0,-3-22 0 0,-2 0 0 16,-1-1-1-16,-1-4 0 15,0-1 1-15,0-1 0 16,0-5 2-16,0-2 9 16,-1-2 3-16,-1-1 0 15,-2 0-2-15,2-2-10 0,-3-5-1 16,1-7-2-16,0 0-1 15,0-6 2-15,1-3-1 16,1-4-1-16,-3 0-1 16,5-2 2-16,0-3-2 15,0 3 1-15,0 0 0 0,0 2 0 16,0 3-3-16,0 4 3 16,5 6 0-16,-2 2-2 15,3 1 2-15,0 7 0 16,1 1-2-16,-1 3-1 15,6 0 2-15,-3 0 0 16,3 9 0-16,-1 5 1 0,2 1 1 16,2 4 2-16,-2 2-1 15,1 0 0-15,-1 1 1 16,1 1-1-16,-3-2 1 0,0 0 1 16,-2-1-1-16,-2-2 0 15,-1 1-1-15,-1-3 1 16,-3-1 0-16,-2-1-4 15,0-2-21-15,0-3-25 16,-7-5-62-16</inkml:trace>
  <inkml:trace contextRef="#ctx0" brushRef="#br0" timeOffset="-208312.66">11163 15743 110 0,'0'0'-6'0,"0"0"10"0,0 0-4 0,0 0 2 16,0 0 1-16,52-37 1 15,-31 29 0-15,2-1 0 16,3 1-1-16,0-1 1 16,-3-4-10-16,-2-1-92 0</inkml:trace>
  <inkml:trace contextRef="#ctx0" brushRef="#br0" timeOffset="-208057.24">11421 15533 236 0,'0'0'-4'16,"0"0"11"-16,0 0-5 15,0 0-4-15,0 0 1 16,0 0 2-16,0 0 3 0,38 31 0 15,-17-22-1-15,1 0-1 16,0 0 1-16,0 0-1 16,-1-2 0-16,-4-2 3 15,0 1-2-15,-1-4 1 0,1-2-3 16,0 0-12-16,-1 0-16 16,-3-8-22-16,1-4-21 15</inkml:trace>
  <inkml:trace contextRef="#ctx0" brushRef="#br0" timeOffset="-207814.59">11627 15397 134 0,'0'0'2'0,"0"0"3"15,0 0 6-15,-43 22-4 0,35-9-4 16,1 4 0-16,1 4-2 15,0 4 9-15,0 3-3 16,2 0-2-16,1 2 2 16,-1-1-4-16,2-1 1 15,0-1 0-15,0-3 2 0,2-2-4 16,0-4-15-16,0-4-14 16,0-8-28-16</inkml:trace>
  <inkml:trace contextRef="#ctx0" brushRef="#br0" timeOffset="-207552.52">11730 15429 196 0,'0'0'-4'15,"0"0"15"-15,0 0-8 16,0 0 0-16,0 0 5 16,0 0 0-16,0 0-4 15,42-37-1-15,-24 26 0 0,-2-2-1 16,6 2 0-16,-1-1-1 16,1 1-14-16,-4 2-39 15,-1 0-41-15</inkml:trace>
  <inkml:trace contextRef="#ctx0" brushRef="#br0" timeOffset="-207365.77">11882 15456 216 0,'0'0'2'0,"0"0"2"15,0 0-5-15,0 0 1 16,0 0-2-16,0 0 4 15,0 0 1-15,0 0 0 16,38-14-1-16,-20-2-29 16,-1-3-47-16</inkml:trace>
  <inkml:trace contextRef="#ctx0" brushRef="#br0" timeOffset="-207149.62">12088 15174 200 0,'0'0'-1'0,"0"0"-2"16,0 0 3-16,0 0 0 15,0 0 0-15,0 44 2 16,0-30-2-16,4 1 0 0,1 0 1 16,1 0 0-16,0-3 0 15,2-1-2-15,-2-2-14 16,1-2-22-16,-1-5-28 15</inkml:trace>
  <inkml:trace contextRef="#ctx0" brushRef="#br0" timeOffset="-206746.09">12136 15205 99 0,'0'0'10'0,"0"0"26"15,-19-44-15-15,13 32-5 16,4 0-6-16,0 0 1 0,2 2 3 15,0 0-4-15,0 1-2 16,2 0-4-16,6 2-4 16,0 1 1-16,3 2-1 15,1 4 0-15,-1 0-1 0,-4 0-1 16,4 10 0-16,-6 1-6 16,-1 2 6-16,-2 1-1 15,-2 4 2-15,0-5-4 16,0 0 0-16,0-1 0 15,0-4 3-15,0-3 3 0,0-3 2 16,6 0-5-16,3-2 6 16,3 0-2-16,1 0 2 15,5 0 2-15,-3 0-1 16,0 0-1-16,0 0-3 16,-3 0 1-16,-2 3-1 15,-7 5 0-15,-3 5-1 0,0 4 1 16,-11 5 1-16,-8 5 3 15,-5 2-1-15,-2 2-13 16,-4-2-34-16,3-8-56 16</inkml:trace>
  <inkml:trace contextRef="#ctx0" brushRef="#br0" timeOffset="-203052.05">11659 15762 67 0,'-5'0'7'0,"0"0"11"0,2-2-6 15,0-1-5-15,0 1-4 16,3 1 4-16,-2 1-2 16,2-2-1-16,0 2-1 0,0 0-4 15,0 0-1-15,5 0 2 16,3 0-2-16,4 7 0 16,3 0 1-16,3 3 0 15,2 0 0-15,5 1 2 16,6-1 0-16,5 1 0 15,4-2 0-15,3 1 1 0,8-3 2 16,3-2-1-16,4-3-1 16,5-2 25-16,1 0-25 15,4 0 1-15,2-7 0 16,5-6 0-16,-4 0 0 16,0-4 2-16,-1-2 2 0,1-3 3 15,-3-2-3-15,-2 0 1 16,-3 0 0-16,-5 1 0 15,-2 0 1-15,-4 3-3 16,-6 2-4-16,-8 1 1 16,-6 3-2-16,-4 2 0 0,-7 2 0 15,-6 3 1-15,-3 3-2 16,-8 3-5-16,-4 1-20 16,0 0-25-16,-6 4-7 15,-9 4-27-15</inkml:trace>
  <inkml:trace contextRef="#ctx0" brushRef="#br0" timeOffset="-202867.77">13111 15554 124 0,'0'0'1'0,"0"0"7"0,0 0-5 0,21-47 0 0,-7 33 2 15,3 4 2-15,0 0 4 16,-1 6-6-16,0 4-4 15,1 0-2-15,-1 7 0 16,0 7 0-16,-3 5-14 0,-7 2-26 16</inkml:trace>
  <inkml:trace contextRef="#ctx0" brushRef="#br0" timeOffset="-202547.46">13472 15493 111 0,'0'0'4'0,"0"0"1"15,0 0-3-15,0 0 8 16,0 0 2-16,41-1-2 15,-27 6 10-15,2 2-1 0,4 1-4 16,0-1-1-16,2 0-5 16,1 0-5-16,-2 0-2 15,2 0 0-15,-3 3 1 16,-4 1-2-16,0-1-7 16,-3 2-10-16,-1 2-19 15,-4-6-27-15,-5 0-9 0</inkml:trace>
  <inkml:trace contextRef="#ctx0" brushRef="#br0" timeOffset="-202317.2">13725 15443 140 0,'0'0'21'0,"0"0"19"16,0 0-24-16,0 0-15 0,-44 43-1 15,31-16 1-15,-1 7 3 16,0 3-1-16,0 4 0 16,-1 0-1-16,3-2-1 15,0-1 2-15,5-4-6 16,3 0-12-16,-2-5-27 0,4-8-38 16</inkml:trace>
  <inkml:trace contextRef="#ctx0" brushRef="#br0" timeOffset="-202084.92">13840 15531 97 0,'0'0'2'0,"0"0"25"16,0 0 14-16,0 0-9 15,0 0-14-15,0 0-8 16,34-47-6-16,-23 36-3 16,4 0 1-16,5-2-2 15,-1 0 1-15,0 2-22 16,-1 1-56-16</inkml:trace>
  <inkml:trace contextRef="#ctx0" brushRef="#br0" timeOffset="-201934.96">14010 15577 185 0,'0'0'-6'16,"0"0"39"-16,0 0-31 15,0 0-2-15,0 0 5 16,39-11 1-16,-12-6-4 16,4-5-45-16,1-1-52 15</inkml:trace>
  <inkml:trace contextRef="#ctx0" brushRef="#br0" timeOffset="-201551.29">14338 15480 103 0,'0'0'-2'0,"0"0"17"16,0 0 4-16,0 0 1 15,0 36 3-15,0-32-3 16,0-1-7-16,0-3 1 15,-2 0-4-15,0 0-2 0,-4 0-1 16,3-4-4-16,2-6-1 16,-1-4 0-16,0-1-2 15,0-4 2-15,2-3 0 16,0 1-2-16,0-2 1 16,2 3-2-16,3 3 1 15,4 3 0-15,-4 4 1 0,3 3-2 16,-1 6-1-16,4 1-1 15,-2 0 0-15,0 7 1 16,3 5 1-16,0 6 1 16,-1 0 1-16,-1 2 0 0,-1 1-1 15,-1-5 1-15,-2 1 0 16,0-3 0-16,-2-1-2 16,-4-6-11-16,0 1-25 15,0-3-41-15</inkml:trace>
  <inkml:trace contextRef="#ctx0" brushRef="#br0" timeOffset="-201337.18">14291 15497 112 0,'0'0'88'0,"0"0"-70"0,0 0 5 15,0 0-14-15,0 0-7 16,-6-42-2-16,16 32 1 15,0-1-1-15,3 3 0 16,-2 1-1-16,4 0 1 16,1 0 0-16,-2 1 0 0,1 1-15 15,-3-2-46-15,-2 1-13 16</inkml:trace>
  <inkml:trace contextRef="#ctx0" brushRef="#br0" timeOffset="-201075.07">14195 15266 148 0,'0'0'13'16,"0"0"17"-16,0 0-20 15,0 0-2-15,16-36 2 16,-3 25-2-16,5-2-4 16,0 2-4-16,5-1 1 0,1 1-1 15,0 0 0-15,1-1-30 16,-2-1-49-16,-1-2-22 16</inkml:trace>
  <inkml:trace contextRef="#ctx0" brushRef="#br0" timeOffset="-200897.04">14477 14992 195 0,'0'0'3'16,"0"0"41"-16,0 0-24 15,0 0-10-15,0 0-5 16,0 0-4-16,0 0-4 0,-10-6-4 16,10 27 3-16,7 8 2 15,2 5 4-15,1 6-10 16,2 4-10-16,1 1-25 15,0-1-37-15</inkml:trace>
  <inkml:trace contextRef="#ctx0" brushRef="#br0" timeOffset="-200291.86">14675 15307 127 0,'0'0'51'16,"0"0"-5"-16,0 0-23 16,0 0-27-16,0 0 1 15,0 0 3-15,0 38 4 16,0-19-4-16,3-1 3 0,1-2-2 16,-1-2 0-16,-1-2-1 15,4-4-2-15,-6-2-4 16,2-3-4-16,-2-3 8 15,0 0 5-15,0 0 2 0,-4-5-3 16,-4-6-2-16,3-5 0 16,-4-2-3-16,4-5 4 15,0-4-2-15,3 0 0 16,2-1 1-16,0 2 1 16,1 3 0-16,7 5 1 0,2 1-2 15,1 6 1-15,5 2-1 16,-1 3-1-16,3 4 1 15,-3 2-3-15,2 0-1 16,-2 3-1-16,-3 8 0 16,-4 3 0-16,-4 3 2 0,-2 1-6 15,-2 1 15-15,0-2 1 16,0-1-3-16,0-3-2 16,0-2 0-16,0-3-1 15,2-2-1-15,6-2 1 16,5-1 0-16,-2 0-2 15,3 0 5-15,1 0-2 0,1 1 0 16,-5 0 1-16,0 2-2 16,-5 1-1-16,-2 1 0 15,-4 2-1-15,-2 3 7 16,-12 1 6-16,-2 3-5 16,-5 0-4-16,1-1-2 0,1-3-4 15,0-7-36-15,6-6-73 16</inkml:trace>
  <inkml:trace contextRef="#ctx0" brushRef="#br0" timeOffset="-199829.22">15141 15031 87 0,'0'0'34'0,"0"0"-15"0,0 0-9 0,0 44 10 16,-2-14-1-16,-6 10-7 15,-1 14-3-15,-1 9-2 16,-4 12 0-16,0 10 0 16,-1 9-2-16,-1 10-1 15,-2 9-1-15,-3 11 2 0,0 2-8 16,-4-4-52-16</inkml:trace>
  <inkml:trace contextRef="#ctx0" brushRef="#br0" timeOffset="-173751.75">11138 15449 7 0,'0'0'27'0,"0"0"-13"0,0 0-4 0,0 0-4 0,0 0 1 15,0 0 8-15,0-41 6 16,0 35-1-16,0 1-10 16,0 0-5-16,0 0-2 15,0 0-3-15,0 2-1 0,2-1 2 16,0 2-1-16,0 1 0 15,0-3 0-15,-1 4 0 16,2-3-1-16,2 3-4 16,-3-1-11-16,0-1-3 0,0 2 6 15,-1-1 11-15,-1 1 2 16,0-1 1-16,0-1 1 16,0 1 0-16,0-1 3 15,-3 1 4-15,1-2-3 16,0 2 4-16,0-1-4 0,-1 1 1 15,2-2 0 1,-1 2 0-16,1-1-3 0,-1 0 3 16,-2 1-3-16,0 0 0 15,1 0-3-15,-2 1 0 16,1 0 0-16,-1 0 0 16,1 0 0-16,-4 0-1 0,1 1 0 15,-2 3 0-15,2 3-1 16,0-1 1-16,-4 2 0 15,4-2 1-15,-1 3-1 16,1-2 0-16,-3 4 0 16,2-1 0-16,1 1 0 0,-3-1 0 15,2-2 0-15,1 1 0 16,1-1 0-16,0 2 0 16,1-1 0-16,-4 1 0 15,2-1 0-15,0 6 0 16,-3-6 0-16,4 4 0 15,-2-2 0-15,3-1 0 0,-1 0 0 16,0 2 0-16,2 0 0 16,0-2 0-16,-1 3 0 15,3-2 0-15,-2 3-1 16,2-3 1-16,2 0-1 0,-3-3 1 16,2 1 0-16,1-1 0 15,0-1 0-15,-1-1 0 16,0 4 0-16,1-3 0 15,0 3 1-15,-1 3-1 16,1-2 0-16,0 1-1 0,0-1 1 16,0 0 0-16,0 1 0 15,0-2-1-15,1 0 1 16,1-1 0-16,2 1 0 16,-2 1 0-16,-2 0 0 15,2-2 1-15,0 0-1 0,-1 1 0 16,1-3 0-16,0-1 0 15,2 1 0-15,-2-3-1 16,0 2 0-16,3-2 1 16,0 2 0-16,-1-2 0 15,0 3 0-15,1 0 0 16,1-1-1-16,-3 4 2 0,6-3-1 16,-4 2 0-16,3-1 0 15,-1 0-1-15,2-1 1 16,-2 0-2-16,-1 0 1 15,1 0 1-15,0-2 0 16,-2 1 1-16,1 1-2 0,-1-1 1 16,1-2 0-16,-2 2 1 15,0-2-1-15,2-1-2 16,-2-1-1-16,0 0 1 16,1 1 4-16,1-3 0 15,-2 4-2-15,4-2-2 16,-3 0 4-16,1 0-2 0,0-1 0 15,2-1 0-15,-4 2-2 16,1 0 2-16,1-2-1 16,-1 0 1-16,3 0 0 15,-2 0 0-15,2 0 0 16,-1 0 0-16,1 0 1 0,-1 0-1 16,0 0 0-16,0 0 0 15,1 0 0-15,-2 0 0 16,2 0-1-16,-1 0 0 15,1 0 1-15,2 0-1 16,-4-2 2-16,3 0-2 0,-4-1 0 16,4 1 2-16,-4 0-1 15,3-2 0-15,-3 1 0 16,3 0 0-16,0-1 0 16,2 0-1-16,-1-2 2 15,-1 2-1-15,2-2 0 0,1-1 0 16,-1 1 0-16,0-1 0 15,2 0-1-15,2 0 2 16,-1 0 0-16,1-2-1 16,0 2 0-16,-1 0 0 15,1 0 0-15,0 3 0 16,1-2 0-16,-1-1 0 0,0 1 0 16,1-1-1-16,1 0 1 15,-1-1 0-15,1-1-1 16,-3 2 0-16,1-1 1 15,-3-1 1-15,0 0-1 0,3 1 0 16,-1-2 0-16,0 2 1 16,0-1-1-16,-1 1 1 15,2 0 0-15,-2 1 0 16,0 2 1-16,1-1-2 16,-1 0 0-16,-2 1 0 0,2 0 0 15,0-2 0-15,0 3 0 16,1-3 1-16,1 3-1 15,-1-2 0-15,1-1 0 16,-1 1 0-16,3-4 1 16,-3 3-1-16,3 0 0 0,-2-1 0 15,1 1 0-15,-2-3 0 16,1 0 0-16,-1 2 0 16,1 0 0-16,0-1 0 15,-1 1 0-15,1-2 0 16,-1 1 0-16,1 2 0 15,1 0 0-15,-2 0 0 0,2 0 0 16,-1 1 0-16,4-1 0 16,-3 0 0-16,3 1 0 15,-1 0 0-15,2-3 0 16,1 0 0-16,-2-1 0 16,2 3 0-16,-4-3 0 0,0 2 0 15,-1-1-1-15,-2-1 1 16,2 2 0-16,-4-1 1 15,1 2-1-15,-2 0 0 16,-2-1 0-16,1 1 0 16,-3-2 0-16,4 0 0 0,-3 1 0 15,0-1-1-15,1-1 2 16,-1 0-1-16,0-1 0 16,-3 0 1-16,0 2-1 15,1-2 3-15,-3 1 0 0,0 0-1 16,0 0 2-16,-2-1 0 15,2-1-1-15,-2 1-1 16,0-2 0-16,1-1-1 16,-1 3 0-16,0-1 1 15,0-1 1-15,0-1 0 16,0 0 1-16,0 0 2 0,-1 0-5 16,-1-2-1-16,0 0 1 15,0 2-1-15,-3-2 1 16,1 2-1-16,2-1 0 15,-4-2 1-15,0 1-1 16,0-1 0-16,0-3 1 0,1 4-1 16,-3-2 0-16,3 0 0 15,-2 0 0-15,2 1 0 16,-1 0 1-16,-1 3-1 16,-2 0 0-16,0 1 2 15,-1 3 1-15,0 0-2 0,-1 1 2 16,0 1-3-16,-1-2 2 15,-1 3-2-15,0 0-1 16,-3 1-2-16,1 2 2 16,-5 0-4-16,1 0 10 15,2 1-5-15,-3 1 2 16,2 1-1-16,0 0 0 0,0 1 0 16,3 0-1-16,1 0-1 15,1 0 1-15,0 0-1 16,1 0 3-16,3 2-2 15,-2 1-2-15,-3 2 2 0,4-1 0 16,-2 0 1-16,1 0-1 16,2-1 0-16,-3-1 0 15,0 2 1-15,1-1-1 16,-3 0 0-16,2-1 0 16,-3 3 0-16,1-1 0 0,-2 0 1 15,2 0-1-15,-1 1 0 16,2 0 0-16,-3 1 0 15,1-2 0-15,-1 2 0 16,1 0 0-16,-3 1 0 16,2 0 2-16,-2 0-2 0,1-1 0 15,0 1 0-15,1-2 1 16,-1 1-1-16,4 1 0 16,-5 2 0-16,5-1 0 15,-3 1 2-15,1-1-4 16,-1 2 2-16,0-1 2 15,0-1-4-15,1 2 4 0,-3-1-2 16,-2 1 0-16,4-2 0 16,-2 5 0-16,-2-3 0 15,2 1 0-15,-2-1 0 16,3 3 0-16,0 0 0 16,0 1 0-16,-3-2 0 0,4 3-2 15,-2-1 2-15,-2-1 0 16,3 1 0-16,-2 1 0 15,1-1 0-15,-1 0 0 16,2 0 0-16,0-1 0 16,-4 0 0-16,6 1 0 0,-3-1 0 15,1-1 0-15,0 2 0 16,1-1 0-16,1 0 0 16,2 1 0-16,-1-1-1 15,2-1 1-15,0-1 0 16,1 0 0-16,2 2 0 0,-3-2 0 15,3-1 0-15,1 2 0 16,-2-2-2-16,4 1 2 16,-1-1 0-16,1 0 0 15,0-3 0-15,0 3 0 16,2-2 0-16,0 0 0 16,3 0 0-16,-3 2-1 0,2-2 1 15,-1 2 0-15,1 0 0 16,1 1-1-16,0 0 1 15,-1 1 0-15,0 4 1 16,-1 0-2-16,0 2 1 0,1 3 0 16,1-1 0-1,1 0 0-15,0 0-1 0,0 1-1 16,0-3-3-16,0-3 2 16,0 2 2-16,2-1 0 0,0-2 1 15,3 0 0-15,-3-1 0 16,0-2 0-16,1 3-1 15,1-2 1-15,2-1 0 16,-3-1 0-16,5 0-1 16,-2 0-1-16,0-3 1 15,-1 3 0-15,3-3-1 0,-3 0 2 16,2 0-1-16,1 0 0 16,-1 0-1-16,2-1 1 15,2 1-1-15,-2 0 1 16,-1-1 1-16,2 0 0 15,-1-2 0-15,-2 0-2 0,1-1 1 16,2 1 1-16,-1-1 0 16,1 0-3-16,2-1 4 15,1 0-1-15,-1 0-1 16,-2-1 1-16,2-1-1 16,1 0 2-16,-2 2-1 0,3-1 0 15,-3-1 0-15,2 0 1 16,-1 0-3-16,0 0 2 15,2 0-1-15,-1 0 1 16,4-3 0-16,-4 0 0 16,0-1 0-16,3 0-1 15,-3-2 2-15,3 1-2 0,-1 0 2 16,2 0-1-16,-3-1 0 16,3 2 0-16,0-2 0 15,-1 0 0-15,2-1-1 16,2 0 1-16,-2 0-1 0,2-2 2 15,2 1-1-15,1 1 0 16,-3-2 0-16,-1 1 0 16,2 2 1-16,-2-2-1 15,2 1 0-15,-4 1 0 16,4-3-1-16,-1 1-1 16,3-1 2-16,-3-3-1 0,4 0 1 15,1 1 0-15,0-2 0 16,1-1 1-16,-1 1 0 15,0-1-1-15,1 1 0 16,-3 1 0-16,-1 0 1 16,0-1-1-16,-3 3 0 0,1-1 0 15,-3 0 0-15,2 0 0 16,-2-1 0-16,3 0 1 16,-2 2-1-16,0 0 0 15,0-1 0-15,-2 4 0 16,2-2 0-16,-1 2 1 0,-1-1-1 15,1 1 0-15,-2-2-6 16,-3 2-44-16</inkml:trace>
  <inkml:trace contextRef="#ctx0" brushRef="#br0" timeOffset="-170355.66">14343 15682 109 0,'0'0'6'0,"0"0"-2"0,0 0-3 0,0 0 0 16,0 0 2-16,0 0-1 16,0 0 4-16,0 0 9 0,0 0-5 15,4 0-7-15,1-3 4 16,3-2-3-16,1 0-2 16,1-2-2-16,-2 2 1 15,2-1 0-15,0-1-2 16,-1 0-1-16,2 2 3 0,-1-2 0 15,1 2 0-15,2 0-2 16,-6 3-13-16,0 0-17 16,-2 2-4-16,0 0-25 15</inkml:trace>
  <inkml:trace contextRef="#ctx0" brushRef="#br0" timeOffset="-170134.27">14362 15713 74 0,'0'0'-8'16,"0"0"6"-16,0 0 7 16,0 0-3-16,41-20 1 15,-28 11 0-15,-2 3 1 0,1 0-3 16,-1 2 0-16,0 0 0 15,-6 1-1-15,-1 1-17 16</inkml:trace>
  <inkml:trace contextRef="#ctx0" brushRef="#br0" timeOffset="-169949.67">14397 15716 50 0,'0'0'11'0,"0"0"-11"15,0 0 15-15,0 0 8 16,0 0-7-16,0 0-6 0,0 0-6 16,0 0 0-16,48-30-3 15,-36 23 0-15,1 0-3 16,-6 0-19-16,1 0-31 16</inkml:trace>
  <inkml:trace contextRef="#ctx0" brushRef="#br0" timeOffset="-169764.17">14421 15705 67 0,'0'0'6'0,"0"0"10"0,0 0-17 16,0 0 5-16,0 0 5 16,0 0 0-16,0 0-4 15,42-21-5-15,-29 13 2 16,2 0-2-16,-2-1-9 15,-1-1-12-15,-2 2-35 0</inkml:trace>
  <inkml:trace contextRef="#ctx0" brushRef="#br0" timeOffset="-169579.86">14440 15704 69 0,'0'0'6'0,"0"0"2"16,0 0 1-16,0 0-4 16,37-25-1-16,-23 18-3 15,-1-3 1-15,3 2-2 16,-3-2-3-16,-3 0-32 0</inkml:trace>
  <inkml:trace contextRef="#ctx0" brushRef="#br0" timeOffset="-165689.82">10167 16484 86 0,'0'0'3'0,"0"0"8"0,0-1-1 16,0 0-11-16,2-1-1 0,0 2 3 15,4-1-1-15,-2-1-1 16,-1 1 1-16,3 0 0 16,-2 1 0-16,2 0 0 15,2 0 0-15,-1 0-1 0,1 5 1 16,1 2 0 0,1 2-2-16,0 2 2 0,-1 2-2 15,-4 4-3-15,4 1-3 16,-5 4 7-16,-3 2 0 15,0 0-1-15,-1 5 2 16,0-1 2-16,0 2-2 0,0 0 2 16,1 1-2-16,1 2 0 15,0 2 1-15,2-1-2 16,-2 4 1-16,3-1 0 16,2-1-1-16,0-5 0 15,3 0-7-15,4-4 7 16,-3-1-3-16,5-3 1 0,-3-5 1 15,3 2-1-15,-2-3 3 16,1-5 0-16,0-1 1 16,-1-3 1-16,2 1-1 15,-5-5-1-15,1 0 0 0,-2-2 1 16,-3-1 0-16,-1 2 0 16,-3-2 0-16,-3 5 1 15,0 3-2-15,0 3 3 16,-3 8 3-16,-3 4-6 15,1 6 1-15,-1 4-3 16,0 3 5-16,3 3-3 0,3 1-3 16,0 2-3-16,0 0 1 15,2 3-4-15,5-2-6 16,2 2-1-16,4-2 7 16,1-2 2-16,4-5 3 15,-1 0-1-15,1-4 1 0,2-4 3 16,-2-2 0-16,1-4 2 15,-3-1 2-15,1-2 3 16,-2-2 5-16,-1-1 3 16,-3 2 2-16,-1-1-3 15,0 3-4-15,-5 1-1 0,-1-1-3 16,-2 3 1 0,0-1-4-16,-2 2 1 0,0 0-2 15,0-1 0-15,0 1 0 16,-2 1-1-16,-4 1-2 0,-1 0-1 15,-3-1 0-15,0 0-2 16,-4-3 3-16,1-3 1 16,0-3 1-16,-1-1 1 15,1-2 0-15,1-3 0 16,-1-1-1-16,4 0 0 16,-2-3-1-16,2-3-23 0</inkml:trace>
  <inkml:trace contextRef="#ctx0" brushRef="#br0" timeOffset="-164271.85">10015 16455 53 0,'-2'-6'0'0,"2"3"5"0,-2 0 3 0,2-2-4 0,0 1 0 16,0 1 0-16,0 1 1 16,0-3-3-16,6 3 3 15,2-4 0-15,1 2-1 0,3-2-1 16,2 1-1-16,-3-1 1 16,3 3-2-16,1 1 0 15,0 0-1-15,0 2 0 16,1 0 0-16,-1 0 1 15,1 4-1-15,-3 3 0 0,0 3 1 16,-3 3-1-16,-2 3 0 16,-3 4 0-16,-2 2 0 15,-3 7 5-15,0 0 0 16,0 7 0-16,-6 3-2 16,-4 0 0-16,3 2 0 0,-3 2-3 15,6-3 0-15,0-1 1 16,4-2-1-16,0-1 1 15,4-2-1-15,5-4-1 16,5-3 0-16,3-4-4 16,3-2 2-16,1-3 2 0,0-4 0 15,4-1 1-15,-2 2 0 16,-2-3 0-16,0 1 0 16,-3 1 0-16,-2 0 1 15,-2 2-1-15,-2 1 1 16,-5 4 0-16,1-1-2 15,-4 4 1-15,0 3 2 0,0 2-2 16,-3 1-1-16,2 2 2 16,2 2-1-16,2-1 1 15,0 1-1-15,1-1 0 16,4 0-2-16,1-1-3 16,1-1-3-16,3 1 3 0,2-4 1 15,0 3 2-15,0-1 0 16,0-3 2-16,0 1-1 15,-1-5 1-15,-1 0 1 16,1-1 3-16,-2-3-1 0,0 2 1 16,-3 1-2-16,1 0 2 15,-3 1-2-15,-3 2 0 16,-3 1 0-16,-4 1 1 16,-1 3 1-16,-1 1-2 15,-10 2 9-15,-2-2-3 0,-4 3-3 16,-3-2-2-16,-1-1-2 15,0-3 0-15,-2 2-1 16,4-2-26-16,-2-5 33 16,3 1-7-16,3-5-4 15,4-5 1-15,-1-1 2 16,6-5 1-16,2-2 0 0,3-2-2 16,1-2-7-16,0-1-2 15,0-1 7-15,1 0-4 16,5 0-5-16,-2 0 6 15,0-7-25-15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39:12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9877 11181 48 0,'0'0'12'0,"0"0"5"0,0 0-9 0,0 0-3 0,0 0 1 15,0 0-1-15,0 0 5 16,0 0 4-16,0 0-6 16,0 0-3-16,0 0 2 15,0 0-2-15,0 0-3 0,0 0-1 16,-8-3-1 0,8 3 1-16,0 0 0 0,0 0-1 15,0 0 0-15,-1 0 2 16,1 0-1-16,0 0 0 15,0 0 1-15,0 0-1 16,0 0 0-16,0 0 1 0,0 0-2 16,0 2 2-16,0 2 2 15,0 0-3-15,0 2 1 16,0 1 1-16,0-1-1 16,1 1 3-16,5 0-2 15,-2 0 5-15,2 3-2 16,1 0 1-16,3 0-1 0,-3 1-1 15,3 1 1-15,0-1 0 16,-1 0-1-16,1 1 0 16,-1-1 1-16,-1 2-3 15,0-3 1-15,-1 3 0 16,4-2 2-16,-4-1-5 0,-1-2 0 16,-1-2 0-16,1 1 0 15,-3-3-1-15,1 0 1 16,-1-2 0-16,1 1 0 15,-2-2-1-15,-1 0 0 0,1 0 0 16,0-1-1 0,-2 0-7-16,0 0-37 0,0-6-17 15</inkml:trace>
  <inkml:trace contextRef="#ctx0" brushRef="#br0" timeOffset="561.85">10015 11102 45 0,'0'0'31'0,"0"0"-3"0,0 0-8 0,0 0 5 16,0 0 1-16,0 0-14 15,0 0-6-15,0 0-3 16,0 0-1-16,0 0-2 16,0 0 2-16,-23 45-1 0,17-31-1 15,0 4 2-15,-1 0-1 16,-1 3 0-16,0-1-1 16,-1 0 0-16,-1 1 1 15,3-1 1-15,-5 3-1 16,1-5 1-16,1 2 0 0,0-4 1 15,1-1 2-15,-1-2-3 16,2 1-1-16,0-2 0 16,3-1-1-16,-2-2 0 15,3 0 1-15,-1-1-1 16,1-3 0-16,2-2 0 16,1 0 0-16,1-2-1 0,0-1-9 15,0 0-47-15,0-4-15 16</inkml:trace>
  <inkml:trace contextRef="#ctx0" brushRef="#br0" timeOffset="1032.02">9771 11220 52 0,'0'0'12'0,"0"0"-7"0,0 0 9 0,0 0 0 15,0 0-1-15,0 0-6 16,0 0 0-16,0 0 3 0,42 28 3 16,-32-18-1-16,-1 3-4 15,1-5 0-15,1 4 1 16,1-4-1-16,0 2 0 16,-1-1-3-16,3-1 2 15,-4-1-3-15,1 2-2 16,1-3 2-16,-1 0-3 0,-3 0-1 15,3 0 1-15,-3-2-1 16,-2 0 1-16,1 1 0 16,-2-2-1-16,-1-1 0 15,-1 1 1-15,-1-3-2 16,0 2-7-16,-2-2-42 0,0 0-22 16</inkml:trace>
  <inkml:trace contextRef="#ctx0" brushRef="#br0" timeOffset="1401.19">9925 11126 128 0,'0'0'4'0,"0"0"2"0,0 0-6 0,0 0 1 0,0 0 0 16,-8 42 1-16,2-25 3 16,3 2 2-16,-1 3 1 15,-1-1 2-15,0 1-2 16,-1 0 0-16,2-1-3 15,-1-3 0-15,-1-1-2 16,1 0-2-16,0-2 1 0,-1-4-2 16,2-2 0-16,1-1 0 15,1-1 0-15,0-5-12 16,-2-2-46-16,1 0-72 16</inkml:trace>
  <inkml:trace contextRef="#ctx0" brushRef="#br0" timeOffset="1757.6">9729 11255 59 0,'0'0'7'16,"0"0"5"-16,0 0 7 16,0 0-4-16,38 3-2 15,-24 3 0-15,-3-1 1 16,3 1-5-16,1 0 0 16,1 2-3-16,-3-1 1 0,2 1-4 15,1 2 3-15,-3-2-2 16,1 0-1-16,-1-2 0 15,-1 1-2-15,1 0 0 16,-2-2 0-16,-1 0-1 16,0-3 1-16,-1 1-1 0,-3-3-6 15,-2 0-54-15</inkml:trace>
  <inkml:trace contextRef="#ctx0" brushRef="#br0" timeOffset="2128.13">9908 11137 104 0,'0'0'9'16,"0"0"13"-16,0 0-17 16,0 0-1-16,0 0 1 0,0 0 6 15,-20 50-3-15,16-32-1 16,1 2-2-16,-1 1 1 16,2 2-3-16,-3-1-1 15,0-1 0-15,-2-1 0 16,3-2-1-16,2 1-1 0,-4-4 2 15,1-2-2-15,3-3 0 16,0 1-2-16,-3-6-6 16,2-2-23-16,1-3-16 15,0 0-49-15</inkml:trace>
  <inkml:trace contextRef="#ctx0" brushRef="#br0" timeOffset="2456.11">9781 11271 100 0,'0'0'2'15,"0"0"0"-15,0 0 7 0,0 0 3 16,0 0-1-16,42 0 4 15,-33 4-1-15,5 0-2 16,-4 2-2-16,4 0-2 16,-2-1-3-16,1 3-2 15,0 0-1-15,0-1-1 16,-1-3 1-16,-1 2-2 0,2-4 0 16,-4 0 1-16,2 1-1 15,-2-3 0-15,-1 0 0 16,-2 0-3-16,-2 0-28 15,-3-3-30-15</inkml:trace>
  <inkml:trace contextRef="#ctx0" brushRef="#br0" timeOffset="2776.45">9896 11146 104 0,'0'0'2'16,"0"0"13"-16,0 0-10 0,0 0-1 16,0 0 4-16,-12 45 2 15,9-26-1-15,-1 2-5 16,2 0 1-16,-2 2 0 15,-2-2-2-15,0 0 0 0,1-2 0 16,1 0 0-16,-4-2-1 16,3-3-2-16,-3-3 0 15,4 2-1-15,-2-4-5 16,1-3-30-16,1-3-11 16</inkml:trace>
  <inkml:trace contextRef="#ctx0" brushRef="#br0" timeOffset="2970.16">9787 11364 162 0,'0'0'13'16,"0"0"-12"-16,0 0 0 16,0 0 0-16,0 0 3 15,0 0-1-15,28 35 1 16,-20-26-2-16,1 1-1 15,1-2 0-15,0-1-5 0,-1-3-66 16</inkml:trace>
  <inkml:trace contextRef="#ctx0" brushRef="#br0" timeOffset="15982.52">18195 7491 11 0,'0'-1'1'0,"0"-3"-1"0,0 1 4 0,0 0 8 16,0-1-2-16,1 0 2 15,1 0-2-15,0 1-4 16,0 1-1-16,-2-1-4 16,1 2-1-16,0-1 0 15,0 1 1-15,0-2-1 0,-1 0 1 16,0 2 9-16,1-2 5 15,-1 0-2-15,0 0 2 16,0-1 0-16,0 4-3 16,0-3-3-16,0 2-1 15,0-1-3-15,0 1 4 16,0 1-5-16,0 0-1 0,0 0 1 16,0 0-2-16,0 0-4 15,0 0 2-15,0 0-1 16,0 1 1-16,0 5 0 15,0-1 0-15,0 0 0 16,-2 2 1-16,0 0 1 0,1 1-1 16,1 1 0-16,-2 0 0 15,0-1 0-15,1 2-1 16,0 2 1-16,1-3-1 16,0 2 1-16,0-2-1 15,0 2 1-15,0-2-1 0,4 0 1 16,-1-1-1-16,1 0 2 15,3 0-2-15,-3 0 1 16,1-2-1-16,3 1 1 16,-3-1 0-16,1-2-1 15,0 2 1-15,0-2-1 16,-1 0 0-16,-1-1 1 0,2 0 1 16,0-2 0-16,-1 1-1 15,1-2 2-15,1 0-3 16,-1 0 2-16,2 0-1 15,0 0 1-15,2-4 0 0,-3-3 1 16,3-2 0-16,0 1 0 16,-3-1 0-16,2-2-1 15,-2-2 0-15,0 3-1 16,-1-3 1-16,0 2-2 16,-2-1 1-16,-1 2 0 15,-1-1 1-15,1 4-1 0,-1-1 1 16,-2 2-1-16,2-1-1 15,-1 1 1-15,-1 2-1 16,0 1 0-16,0 1 0 16,0 1 0-16,1 1 0 0,-1 0 0 15,0 0-2 1,0 0-2-16,1 0 2 0,-1 4 1 16,0 2 1-16,2 4 1 15,0-1-1-15,0 2 1 16,0 0-1-16,1-1 0 15,2 3 0-15,1-2 0 0,-2-1 0 16,1 1 1-16,3-1-1 16,2 0 0-16,-3-4 0 15,3 1 0-15,-1-4 1 16,1 0 0-16,1-2 0 16,-1-1-1-16,0 0 0 0,-1 0 2 15,0 0-2-15,0 0 1 16,-2-1 0-16,-1-3 0 15,0-2 0-15,-2-1 1 16,0-2 1-16,0 1 1 16,-1-1 0-16,-1-1 2 0,0-1-1 15,-2 0-2-15,1-1-1 16,-1 1-1-16,0-2 1 16,0 3-2-16,0 2 2 15,0 2-2-15,0 0-1 16,0 4 2-16,0 1-2 15,0 1-7-15,0 0-35 0,0 0-7 16,0 1-14-16,0 1-60 16</inkml:trace>
  <inkml:trace contextRef="#ctx0" brushRef="#br0" timeOffset="16791.37">18782 7551 56 0,'-1'0'2'0,"-1"0"6"0,0 0 2 0,-1 0-1 0,1 0 0 15,1 0 0-15,-1 0 3 16,1 0 5-16,-2 0 2 15,1 1-5-15,-2 0-7 0,2 2-2 16,0 1-2-16,-1 1 0 16,1 1-1-16,-2 1-1 15,0 0-1-15,1 2 3 16,1-1-1-16,-3-1-1 16,3 2 0-16,-1-2 1 15,2 0 1-15,0 0-3 0,1 2 2 16,0-1-2-16,0-1 1 15,0-1-2-15,0 0 2 16,0-1-1-16,0 1 1 16,2-2 2-16,1 1-2 0,4-1 2 15,-2-2 1-15,-1 0-1 16,4 1 0-16,-2-2 1 16,3-1 0-16,-1 0 1 15,-1 0 2-15,3 0-1 16,0 0-2-16,-1 0 0 15,0-4-2-15,-1 1 0 0,-1-1 0 16,0-3 1-16,-1 1 1 16,-3 2 2-16,0-3 1 15,1 1-2-15,-2-1 0 16,-2 0-1-16,0 0-2 16,0-3 0-16,0 0 0 0,0-1 0 15,-2 1-2-15,-3-3 0 16,0 3 1-16,1 0-1 15,-3 1 0-15,1 3 0 16,-4-2 1-16,2 4-1 16,1 0 1-16,-4 2-7 15,2 2 9-15,2 0-10 0,-1 0 6 16,0 7-20-16,1 2-14 16,1-2-23-16,4-1-29 15</inkml:trace>
  <inkml:trace contextRef="#ctx0" brushRef="#br0" timeOffset="17469.66">19115 7458 67 0,'0'0'16'15,"0"0"-10"-15,0 0-3 0,0 0 2 0,0 0 4 0,0 0-1 16,0 0-2-16,0 0-2 15,0 0 4-15,0 0 4 16,0 0-3-16,0 0 3 16,0 0 1-16,0 0 4 15,15 2-11-15,-9-2-2 0,0 0 0 16,0 0-3-16,0 0 1 16,-1 2-2-16,2-1 0 15,0 0 1-15,0 1-1 16,-3-1 0-16,0 2-3 0,0 1-22 15,-2-2-23-15,-2-1 2 16</inkml:trace>
  <inkml:trace contextRef="#ctx0" brushRef="#br0" timeOffset="17685.93">19150 7557 113 0,'0'0'15'16,"0"0"-13"-16,0 0 7 15,0 0 13-15,0 0 8 0,0 0-16 16,0 0-8-16,0 0-5 16,0 0 0-16,44 4-1 15,-32-4-4-15,-4 1-66 16</inkml:trace>
  <inkml:trace contextRef="#ctx0" brushRef="#br0" timeOffset="18914.16">18466 8240 47 0,'0'0'13'0,"0"0"2"0,0 0 2 0,0 0-3 0,0 0 0 16,0 0 2-16,0 0 2 16,0 0-5-16,0 0 5 15,0 0-7-15,0 0-3 0,-16-20-3 16,14 20-5-16,2 0 0 16,-3 0 0-16,2 1 0 15,-2 5 0-15,0 0 0 16,2 1 0-16,-1 0 0 15,0 2 1-15,2 0-1 0,-3 1 0 16,2-1 0-16,-1 1 1 16,2-2-1-16,0 2 0 15,0 0 1-15,0 0 0 16,0 0-1-16,0-1 0 16,0-1 1-16,3 2-1 15,2-3 0-15,-2 0 0 0,1-1 1 16,2 1-1-16,-1-3 2 15,0-1-2-15,2 1 1 16,-3-2-1-16,2-1 3 16,-2 1-2-16,1-2 1 15,2 0 0-15,-4 0 1 0,1-2 2 16,2-2-3-16,-2-2 0 16,0-1-1-16,-1-1 1 15,1-1 0-15,0 2-1 16,-1-3-1-16,2 0 0 15,-3 3 1-15,2-3-2 16,-1 5 2-16,1 0-1 16,-4 2 0-16,2-1 0 0,-1 4 0 15,1 0-1-15,1 0-2 16,-2 0 1-16,2 6 1 16,1 0 0-16,-1 2 1 0,1-1 0 15,4 2 0-15,-3-1 0 16,4-1 0-16,-3-1 0 15,2 0 1-15,-1-2-1 16,2 0 0-16,1-3 0 16,-3 0 1-16,2-1 0 0,0 0-1 15,-3 0-1-15,1-3 4 16,0-3 2-16,0-2 0 16,-2-2 2-16,0-2 1 15,-2 2 4-15,1-1 0 16,-4-2-4-16,1 0-1 0,-1 3-3 15,0-4-1-15,0 3 0 16,0 1-2-16,0 3 0 16,0 0-1-16,0 3 0 15,0 1-2-15,0 3-4 16,0 0-11-16,0 2-31 0,0 3 15 16,0 0-51-16</inkml:trace>
  <inkml:trace contextRef="#ctx0" brushRef="#br0" timeOffset="19113.87">18815 8314 231 0,'0'0'20'0,"0"0"-20"0,0 0-2 0,0 0 1 0,1 45 1 16,-1-25 2-16,-7 1-14 16,-3-2-124-16</inkml:trace>
  <inkml:trace contextRef="#ctx0" brushRef="#br0" timeOffset="20815">13478 7538 95 0,'0'-2'28'0,"0"1"4"0,0 0-7 15,0 0-5-15,0 1-5 16,0 0-8-16,0 0-4 16,2 0-2-16,2 0 0 0,1 0-2 15,3 0 1-15,4 0 1 16,1 2 1-16,3 1 0 15,-1 0 1-15,2 1-1 16,2-1 0-16,1 1-1 16,-2-2 1-16,0 0-2 15,-2-1 1-15,1 0-1 0,-2-1 1 16,0 0-1-16,-1 0 1 16,-1 0-1-16,1 0-1 15,-3 0-13-15,-1 0-54 16,-5 0-11-16</inkml:trace>
  <inkml:trace contextRef="#ctx0" brushRef="#br0" timeOffset="21091.7">13714 7464 175 0,'0'0'5'15,"0"0"27"-15,0 0-20 16,0 0-1-16,0 0-4 0,0 0-4 16,0 0 0-16,0 0-3 15,0 0 0-15,-38 47 1 16,29-30 0-16,1 2 0 16,-4 1 0-16,1-2-1 15,-2 3 0-15,0-5 2 16,0 1-2-16,-1 0 0 15,1-4-14-15,1-4-36 0,3-4-31 16</inkml:trace>
  <inkml:trace contextRef="#ctx0" brushRef="#br0" timeOffset="21387.53">13474 7557 147 0,'0'0'3'16,"0"0"-1"-16,39-17 8 15,-22 13 11-15,6 3-6 16,0 1-5-16,0 0-2 16,3 0 2-16,0 0-4 15,2 5-1-15,-1 0-3 0,0 1-1 16,-1 0 0-16,-3-2-1 15,-3 3 1-15,-1-3 0 16,-3 1 0-16,0-1-1 16,-7-1 0-16,0-2-5 15,-6 2-44-15,-2-3-54 16</inkml:trace>
  <inkml:trace contextRef="#ctx0" brushRef="#br0" timeOffset="21725.49">13530 7520 139 0,'0'0'7'15,"0"0"-7"-15,0 0 1 16,0 0 12-16,0 0 3 16,44 16-2-16,-24-11-3 0,2 4-2 15,1-3-3-15,3-1 1 16,1 2-2-16,0-3-1 16,-3-1-1-16,1 1-1 15,-4-1-2-15,-3 0 1 16,-1-3 0-16,-1 0-1 15,-5 0 0-15,-4 0-2 0,-1 0-39 16,-4 0-54-16</inkml:trace>
  <inkml:trace contextRef="#ctx0" brushRef="#br0" timeOffset="22015.89">13440 7554 161 0,'0'0'1'16,"0"0"0"-16,0 0 6 15,0 0 6-15,0 0 0 16,40 4-6-16,-23 0-1 0,1 1-2 15,5 0-2-15,-2 1-1 16,3 0 0-16,0-1-1 16,-1 1 0-16,-2-3 1 15,0-2-1-15,-1-1-4 16,-6 0-65-16</inkml:trace>
  <inkml:trace contextRef="#ctx0" brushRef="#br0" timeOffset="22258.8">13654 7457 177 0,'0'0'15'0,"0"0"-11"16,0 0-2-16,-28 46 0 15,22-25 1-15,-1 5 0 0,3-1 2 16,0 2-1-16,2-3-2 15,-1-1 0-15,2-2 1 16,1-5-2-16,-1-1-1 16,1-3 0-16,0-3-5 15,-1-4-28-15,1-3-35 0</inkml:trace>
  <inkml:trace contextRef="#ctx0" brushRef="#br0" timeOffset="22543.14">13480 7575 88 0,'0'0'52'0,"0"0"-45"16,0 0-8-1,0 0 10-15,0 0 7 0,42 6 2 16,-24 1-4-16,5 0-5 15,-1 0-2-15,5-1 1 16,0 0-1-16,0-2-1 16,0-1-2-16,0-2 0 0,-2-1-2 15,0 0-1-15,-6 0 0 16,0 0-1-16,-1-4-2 16,-7-3-34-16,-3-2-70 15</inkml:trace>
  <inkml:trace contextRef="#ctx0" brushRef="#br0" timeOffset="22849.61">13559 7521 114 0,'0'0'53'0,"0"0"-50"16,0 0 2-16,0 0 18 0,0 0-8 15,51 23-4-15,-32-16-1 16,2-1-5-16,5-1-1 16,-1 1 1-16,0-2-3 15,-3-1 0-15,0 0-2 0,-4 0 1 16,-5-2-1-16,-1 2 0 15,-6-3-8-15,-1 0-38 16,-5 0-45-16</inkml:trace>
  <inkml:trace contextRef="#ctx0" brushRef="#br0" timeOffset="23140.27">13428 7589 57 0,'0'0'164'15,"0"0"-162"-15,0 0-3 16,0 0 3-16,0 0-1 16,0 0 2-16,43 7 0 15,-25-4 0-15,4 0-1 0,3 1 1 16,4-1-2-16,-3 0 0 15,3-1-1-15,0-1 1 16,1-1 0-16,-1 0-1 16,-3 0 0-16,0 0-1 15,-4-6-23-15,-3-1-45 0,-5-3-27 16</inkml:trace>
  <inkml:trace contextRef="#ctx0" brushRef="#br0" timeOffset="23389.28">13730 7467 226 0,'0'0'1'0,"0"0"7"16,0 0-6-16,0 0-3 0,0 0 1 15,-37 47 0-15,26-23 1 16,-1 3-1-16,1 0 1 15,-1 3-1-15,-1-3 0 16,1-2 1-16,1-2-1 16,3-3-7-16,-4-4-27 0,1-5-42 15,1-2-32-15</inkml:trace>
  <inkml:trace contextRef="#ctx0" brushRef="#br0" timeOffset="23667.72">13391 7653 172 0,'0'0'2'16,"0"0"-6"-16,0 0 6 0,46 0 4 15,-25 0 4-15,5 0-2 16,1 0 1-16,0 0 2 15,2 0-1-15,3 0-1 16,-3 0-5-16,2 0-1 16,-2-3-2-16,-3-1 0 0,-3-1 0 15,0 0-1-15,-7 2 0 16,-2-1-4-16,-5-1-38 16,-4 0-34-16,-4-3-31 15</inkml:trace>
  <inkml:trace contextRef="#ctx0" brushRef="#br0" timeOffset="23964.34">13580 7527 223 0,'0'0'4'0,"0"0"3"16,0 0-6-16,0 0-4 15,0 0 6-15,0 0-2 16,0 0 1-16,0 0-1 0,54 24 1 16,-36-17 0-16,4 2 0 15,1-2 1-15,0 0-2 16,0-2 0-16,-4 0-1 16,3-1 2-16,-5-2-2 15,0 0 1-15,-3-2 0 0,1 0-1 16,-2 0-16-16,-2 0-60 15,-7-4-40 1</inkml:trace>
  <inkml:trace contextRef="#ctx0" brushRef="#br0" timeOffset="24208.29">13645 7545 193 0,'0'0'16'0,"0"0"-14"0,0 0 9 16,0 0 1-16,-40 22-11 15,35-11 1-15,2 2 0 16,2 4 0-16,-1-1-1 16,2-1 0-16,0-1-1 0,0-1 1 15,0-1-1-15,0-4-5 16,3-1-26-16,0-5-30 15,2-2-20-15</inkml:trace>
  <inkml:trace contextRef="#ctx0" brushRef="#br0" timeOffset="24364.6">13632 7606 175 0,'0'0'5'0,"0"0"20"15,0 0-18-15,0 0-4 16,0 0-5-16,0 0 6 0,-32 44-3 15,30-27 0-15,2-1-1 16,0-2-27-16,0-4-42 16,0-4-35-16</inkml:trace>
  <inkml:trace contextRef="#ctx0" brushRef="#br0" timeOffset="24522.59">13623 7629 159 0,'0'0'6'16,"0"0"5"-16,0 0-9 0,0 0-4 16,0 0-1-16,0 0-12 15,-7 41-14-15,13-33 4 16,4-4-19-16</inkml:trace>
  <inkml:trace contextRef="#ctx0" brushRef="#br0" timeOffset="25331.35">13699 7629 87 0,'0'0'22'0,"0"0"-6"16,-13-41-1-16,4 24-11 15,-2 2-6-15,-1-3-4 16,3 0 2-16,-2 1 0 0,0 0 4 16,0 5 0-16,4-2 1 15,-2 4 0-15,-2 3-1 16,2 4 0-16,0 3 4 15,-4 0 1-15,2 2-2 16,0 10 3-16,-1 5-3 0,-1 6 0 16,1 4 0-16,3 5-1 15,3 0-1-15,2 4 0 16,4-3 0-16,0-1 2 16,8-1-3-16,5-3 0 0,6-2 5 15,3-4-4 1,0-4 2-16,4-4 3 0,2-4 12 15,0-3-3-15,2-4 1 16,-1-3-3-16,2-3-2 16,-3-11 2-16,0-2-3 15,-3-1-4-15,-3-4 0 0,-1 0-3 16,-5-1 1-16,-3-2 2 16,-1-3 0-16,-6 0 0 15,-4-1 0-15,-2-3-2 16,0 1-2-16,-5-1 0 15,-6 2 1-15,-2 2-2 0,-5 3 0 16,0 3-2-16,-5 4 1 16,0 4 1-16,1 2-1 15,-4 5 1-15,3 0-3 16,-1 6 1-16,1 0 1 16,-2 0-3-16,3 7 1 0,2 5 3 15,-2 3-3-15,4 5 2 16,2 3-3-16,1 3-1 15,1 6 0-15,3-1-1 16,1 5-2-16,4-2-3 16,2-1 2-16,4-2 1 0,0-4 1 15,4-3 0-15,8-3 6 16,3-5-2-16,2-3 1 16,5-5 1-16,-1-4 1 15,5-4 1-15,3 0-1 16,-1-7 1-16,2-4-2 0,-2 0 3 15,-2-5 4-15,-2 1-1 16,-4-2 2-16,-2-2-1 16,-7-1 1-16,-5-3 3 15,-3-1-1-15,-3-3-1 16,0-1-1-16,-9-1-5 16,-9-2-1-16,-2 3-2 15,-9 5 0-15,0 2-2 0,-7 7-1 16,-2 10-3-16,-2 4-17 15,-4 0-47-15</inkml:trace>
  <inkml:trace contextRef="#ctx0" brushRef="#br0" timeOffset="27725.86">9879 11168 57 0,'-2'1'12'0,"-2"-1"18"0,2 0-6 0,0 0 5 15,1 0 4-15,1 1-7 16,0 0-13-16,0 3-12 15,0 4-2-15,0 2 1 16,0 5 1-16,0 2-1 16,0 6 0-16,0 1 1 15,3 3-1-15,1 0 0 16,0 0 0-16,-1-4 1 0,0-2-1 16,0-4 0-16,-1-6 0 15,0-1 1-15,-2-2-1 16,0-3 0-16,0-2 0 15,0-3-12-15,0 0-14 0,0-1-26 16,0-9-44-16</inkml:trace>
  <inkml:trace contextRef="#ctx0" brushRef="#br0" timeOffset="28000.6">9892 11217 133 0,'0'0'5'0,"0"0"31"16,0 0-11-16,0 0-15 16,0 0-17-16,0 0 11 0,0 0-5 15,0 0 4-15,-8 49-3 16,8-28 1-16,0 1 0 16,0-2 0-16,0-3-1 15,0 1 1-15,4-6 0 16,0-1-1-16,-2-5 1 15,2-2-1-15,0-2-10 0,-2-2-23 16,-2 0 8-16,2-8 9 16,-2-4-20-16,0-2-38 15</inkml:trace>
  <inkml:trace contextRef="#ctx0" brushRef="#br0" timeOffset="28516.25">9894 11303 37 0,'0'0'37'16,"0"0"-4"-16,0 0 0 15,0 0-1-15,-39-32-2 16,34 32-21-16,1 0-6 15,-1 10-4-15,3 5 4 16,-3 1-4-16,5 2 2 16,-2 1-1-16,2 1 1 0,0-5-1 15,0 0 0-15,0-2 1 16,0-4-1-16,2-2 1 16,3-1 1-16,-4-2-2 15,1-4-4-15,-2 0-1 16,1 0-1-16,0-3 10 0,1-7-8 15,-2-1 0-15,0-7-6 16,0-2 1-16,0-1-3 16,0-1-1-16,0-2-8 15,2 1 17-15,-2 2-2 16,0 2 5-16,0 6 1 0,0 5 2 16,0 3 2-16,0 3 18 15,0 2-6-15,0 7-18 16,-2 9 2-16,-4 4-2 15,0 7 1-15,0 3 2 16,3 0-2-16,-1 1 1 16,2-3 0-16,-1-4 1 0,2-4 0 15,1-3 0-15,0-4-1 16,0-5 2-16,0-5-1 16,4-1 0-16,0-2 0 15,-2-5 2-15,2-6 0 0,1-6-2 16,0-2 2-16,-3-2-2 15,0 0-1-15,1 0 0 16,-3 1 0-16,0 1 1 16,0 2-1-16,0 6-1 15,0 2-12-15,0 4-32 0,0 3-53 16</inkml:trace>
  <inkml:trace contextRef="#ctx0" brushRef="#br0" timeOffset="29024.91">9936 11301 77 0,'0'0'2'0,"0"0"5"0,0 0 3 0,0 0-6 0,0 0-3 15,0 0-1-15,0 0 0 16,0 0 0-16,0 0 0 15,0 0 0-15,0 0 0 0,0 0-1 16,21 28 1-16,-12-24 0 16,2-1 0-16,0 1 0 15,5-1 1-15,-2 1-1 16,4-1 1-16,0 0 0 16,-1 3 0-16,2-3-1 15,2 0 0-15,0-1 2 0,1-2-2 16,3 0 0-16,-1 0 0 15,2 0 0-15,2 0 0 16,1 0-2-16,4 0 0 16,-3-5-12-16,3 0-1 0,0-2 3 15,-3 3 5 1,2-3 1-16,0-2-9 0</inkml:trace>
  <inkml:trace contextRef="#ctx0" brushRef="#br0" timeOffset="30993.06">21344 7456 67 0,'0'-3'6'0,"0"0"8"0,-4-1-2 16,-2 1-7-16,0-4 1 16,-1 3 6-16,2-1 4 15,0-2 5-15,1 0-4 0,0 2-1 16,2-4-3-16,2 5-7 15,0-3-1-15,0 1-3 16,0 2-3-16,5-2 1 16,4 5-1-16,3-2 2 15,1 0-1-15,0 3 0 16,2 0 0-16,0 0 1 0,-1 0-2 16,-2 3 1-16,0 4 0 15,-3 1-1-15,-1 4 1 16,-2 2-1-16,0 2 1 15,-5 2 0-15,-1 5 0 16,0 1 1-16,0 2-1 0,0-1 2 16,-3 3-1-16,-1-5 1 15,3 0-1-15,1-2 0 16,0-1 0-16,7-2 0 16,4-6 0-16,2 4 0 15,3-4 0-15,3-2 2 16,-1-3-3-16,2-2 3 0,-3-1-3 15,-1-1 2-15,-3-2-1 16,-3 0-1-16,-4 0 0 16,0-1 0-16,-6 1 1 0,0-1-2 15,0 4 0-15,-4-1-1 16,-4 4 0-16,-2 0 6 16,-1 3-3-16,2 4 0 15,-2-2-1-15,4 8 0 16,1 1 1-16,1 2-1 15,3 2 0-15,1 2 1 16,1 4-2-16,0-1 2 0,0 0 0 16,6 1-1-16,0-4 1 15,1 1-1-15,-1-3 2 16,1-1-1-16,-4 0 3 16,-1-4-1-16,-2-3 0 0,0 0 1 15,0-1 1-15,-7-3-1 16,-7-2-1-16,1 0 0 15,-4-3-2-15,1-1 1 16,1-4 0-16,2-1-7 16,4-2-21-16,3-7-71 0</inkml:trace>
  <inkml:trace contextRef="#ctx0" brushRef="#br0" timeOffset="31498.44">22254 7646 109 0,'0'0'8'0,"0"0"21"0,0 0-10 0,0 0 3 0,0 0-13 16,0 0-4-16,0 0-1 15,0 0 0-15,0 0-5 16,-43-35 2-16,31 36 0 16,0 6 1-16,-1 3-1 15,2 0-1-15,-1 4 1 0,2-1 0 16,3 0 1-16,3 1 0 16,4 0 2-16,0 0-1 15,0-2-1-15,11 0-1 16,2-3 1-16,5 0 3 15,3-2-2-15,5-3 0 16,0 0-1-16,3-1-1 0,1-1-2 16,-1-2-40-16,-3 0-91 15</inkml:trace>
  <inkml:trace contextRef="#ctx0" brushRef="#br0" timeOffset="31904.18">22355 7801 109 0,'0'0'3'0,"0"0"-1"0,0 0 0 0,-40 10 2 15,22-6 8-15,1 3 5 16,-2 2 2-16,0 0-1 16,3 2-6-16,1 0-1 0,4 2-4 15,4-2-1-15,4 1-2 16,0-2 2-16,3-1-2 15,0 0-1-15,8-2 3 16,6-4 3-16,7 1-4 16,3-4 1-16,6 0-5 0,3 0 1 15,1 0-2-15,1-4-21 16,-1-5-65-16,-3-2-39 16</inkml:trace>
  <inkml:trace contextRef="#ctx0" brushRef="#br0" timeOffset="32294.81">22525 7778 134 0,'0'0'6'0,"0"0"37"16,0 0-34-16,0 0-2 15,0 0-6-15,0 0 2 16,0 0 2-16,41-4-1 15,-28 11 0-15,1 2-1 16,0 2 1-16,1-1-3 0,-2 3 0 16,1-1 0-16,-4 0-1 15,-3-2 0-15,-1-3 1 16,-3-1-1-16,-1-2 0 16,-2-2 2-16,0-1 0 15,0-1 6-15,0 0 9 16,-3 0-6-16,-3-3-4 15,1-6 5-15,1-1 0 0,0-1-2 16,2-5-2-16,2 1-4 16,0-2-1-16,0 0-2 15,6 1 1-15,3-1-2 16,5 3-1-16,1 1-16 0,3 3-22 16,0 2-19-16,1 2-54 15</inkml:trace>
  <inkml:trace contextRef="#ctx0" brushRef="#br0" timeOffset="32699.82">22845 7706 126 0,'0'0'37'16,"0"0"4"-16,0 0-24 15,0 0-7-15,0 0-6 0,0 0 0 16,0 0-1-16,0 0-2 15,42-6 1-15,-29 6 0 16,1 0 0-16,0 7-1 16,-1 2-1-16,0 2 0 15,-1 2 0-15,-2 1 0 0,-5 2-1 16,-1-3 2-16,1 2-1 16,-5-2 0-16,0-2 1 15,0-2 0-15,-8-1-1 16,2-3 0-16,-2-4 1 15,1-1 4-15,-3 0 2 0,2 0 4 16,2-1 3-16,0-8 0 16,2-1 0-16,1-1-9 15,2-2-4-15,1 0 5 16,0-4-5-16,5 3 1 16,4 0-1-16,4 0-2 0,3 2-7 15,2 2-25-15,3 2-16 16,0 2-29-16,0 2 0 15</inkml:trace>
  <inkml:trace contextRef="#ctx0" brushRef="#br0" timeOffset="33265.58">23143 7700 66 0,'0'0'11'16,"0"0"12"-16,0 0-1 15,0 0-4-15,0 0-5 16,0 0 2-16,0 0-3 0,0 0-3 15,-1 44 0-15,1-35-5 16,0-1-1-16,0-1 1 16,0 0-1-16,2-1 0 15,3 1 3-15,-1-3-2 16,1-3 2-16,-1 1 0 16,2-2-1-16,-1 0 4 15,-1 0 1-15,1 0-2 0,-2-5 0 16,1-4 8-16,-2-1-8 15,2 0-5-15,-4-2 2 16,2-1-1-16,-1-1-1 16,2-1-2-16,1 4-1 15,2-2 0-15,-3 4 0 0,5 0 0 16,-3 3 0-16,4 3-1 16,-1 0 1-16,0 3-1 15,2 0-1-15,0 5 1 16,-1 6 0-16,1 0 0 0,-2 6 0 15,1 0 0-15,-2 0 0 16,1-1 2-16,3 1-1 16,-3-4 1-16,1-2-1 15,1-2 0-15,-1-4 0 16,-1-3 2-16,2 1 0 0,-2-3 5 16,0 0 7-16,2-5 5 15,-4-3 5-15,0-3 1 16,-1-1-4-16,-1-2 2 15,0 0-14-15,-2-2-6 0,0 2-3 16,-1 1-1 0,1 2-17-16,-2 2-10 0,3 4-30 15,-1 0-18-15,2 1-122 16</inkml:trace>
  <inkml:trace contextRef="#ctx0" brushRef="#br0" timeOffset="33632.68">23781 7656 160 0,'0'0'63'0,"0"0"-41"0,0 0 1 16,0 0-21-16,0 0-2 16,0 0-3-16,0 0-38 0,0 0-60 15</inkml:trace>
  <inkml:trace contextRef="#ctx0" brushRef="#br0" timeOffset="33770.85">23834 7733 120 0,'0'0'8'16,"0"0"29"-16,0 0-11 16,0 0-16-16,0 0-7 15,0 0-2-15,0 0-18 16,17 18-87-16</inkml:trace>
  <inkml:trace contextRef="#ctx0" brushRef="#br0" timeOffset="34045.18">24001 7582 212 0,'0'0'7'15,"0"0"12"-15,0 0-17 16,0 0-2-16,0 0-1 0,0 0 1 15,0 0-1-15,0 0 2 16,10 39-1-16,-7-24 0 16,-1 1 0-16,2-2 0 15,-1 0 1-15,1 2-1 0,3-5 0 16,-3 1-11 0,3-4-18-16,0-2-17 0,1-3-21 15</inkml:trace>
  <inkml:trace contextRef="#ctx0" brushRef="#br0" timeOffset="34437.42">24169 7616 121 0,'0'0'4'0,"0"0"19"15,0 0-22-15,0 0 1 0,0 0-1 16,0 0 2-16,0 0 4 15,-39 33-1-15,33-23 0 16,3 1 3-16,3 1-6 16,0-1-2-16,0-3 2 15,0-2-3-15,4 0 1 0,6-4 1 16,2-1 1-16,2-1-1 16,1 0 4-16,2 0-2 15,-1-6-2-15,0-1 0 16,-3-1 4-16,0-4 4 0,-3 3 0 15,-3-3-1-15,-3-1 2 16,-2 0-1 0,-2-1-2-16,0 3-2 0,-2-1-3 15,-6 2 1-15,-3 3-5 16,-1 3 2-16,0 1-2 16,0 3 1-16,2 0-16 15,4 3-21-15,2 1-37 16,4 0-4-16</inkml:trace>
  <inkml:trace contextRef="#ctx0" brushRef="#br0" timeOffset="34784.71">24543 7430 171 0,'0'0'-1'0,"0"0"7"0,0 0 0 0,0 0-5 15,0 0 1-15,0 0-4 16,0 0 4-16,0 0 5 0,0 0 0 16,8 50-2-16,-13-23-1 15,2 2 0-15,-3 4-1 16,1 0-1-16,3-2-1 15,-5 1 0-15,3-1 1 16,1-3-1-16,-1-1 0 16,-1 0 0-16,1-2-1 0,-2-3 0 15,-1 1-1-15,0-6-10 16,1 0-15-16,-1-6-21 16,3-4-9-16</inkml:trace>
  <inkml:trace contextRef="#ctx0" brushRef="#br0" timeOffset="34964.58">24449 7734 83 0,'0'0'169'16,"0"0"-157"-16,0 0 3 15,0 0-13-15,0 0-2 16,0 0-1-16,0 0-13 15,0 0-46-15,27-35-55 0</inkml:trace>
  <inkml:trace contextRef="#ctx0" brushRef="#br0" timeOffset="35083.85">24582 7727 212 0,'0'0'1'0,"0"0"-67"15,0 0-39-15</inkml:trace>
  <inkml:trace contextRef="#ctx0" brushRef="#br0" timeOffset="35397.64">24109 7977 165 0,'0'0'6'15,"0"0"-4"-15,0 0 3 16,0 0-3-16,37 0 2 16,-17 0-1-16,3-3-1 0,2 3-1 15,2-3-1-15,0 2-20 16,0-2-87-16</inkml:trace>
  <inkml:trace contextRef="#ctx0" brushRef="#br0" timeOffset="35547.39">24246 8054 191 0,'0'0'7'16,"0"0"0"-16,0 0-8 0,0 0 0 16,0 0-4-16,43 4-54 15</inkml:trace>
  <inkml:trace contextRef="#ctx0" brushRef="#br0" timeOffset="37674.66">13180 8721 92 0,'-2'0'5'0,"2"0"8"0,0 0-8 0,0 0 2 0,0 0 6 15,-2 0-1-15,2 0 6 16,0 0 3-16,0 0-6 16,-2 0-10-16,2 0-3 15,0 0-5-15,0 3 3 16,6 0 0-16,1 4 0 0,4 2 0 16,1-2 0-16,0 1-1 15,4 1 2-15,-3-1-2 16,2-1 0-16,0 1 1 15,0-1 0-15,-1-2 0 16,0 1 2-16,0-2-1 16,-1 1 1-16,-1-1-2 0,0 0 1 15,1-1-1-15,-4 0 0 16,0 0 0-16,2-1-1 16,-4 0-27-16,-3-2-29 15,-1 0-28-15</inkml:trace>
  <inkml:trace contextRef="#ctx0" brushRef="#br0" timeOffset="38000.55">13384 8720 64 0,'0'0'19'16,"0"0"11"-16,0 0-3 0,0 0 4 16,0 0-11-16,0 0-13 15,0 0-2-15,0 0-7 16,0 0 7-16,-39 33-5 16,29-18 2-16,-1-1-2 15,1 2 1-15,-1-2 1 0,0-1-3 16,-2 1 4-16,2-1-2 15,4-3 0-15,-3 0-1 16,4-3 1-16,0 1 0 16,3-2-2-16,1-4-23 15,0-1-53-15</inkml:trace>
  <inkml:trace contextRef="#ctx0" brushRef="#br0" timeOffset="38307.4">13130 8814 76 0,'0'0'25'0,"0"0"-25"15,0 0 2-15,0 0 2 16,42 7 2-16,-28-3 3 15,3-1 1-15,2 1-2 16,0 0 0-16,5-1-1 16,-1 1 0-16,-3-2-4 0,4 2-1 15,-4-2-1-15,0-1 2 16,-4 0-3-16,-2-1 1 16,-3 0 0-16,-3 0-1 15,-5 0-15-15,-3 0-32 16</inkml:trace>
  <inkml:trace contextRef="#ctx0" brushRef="#br0" timeOffset="38637.3">13194 8781 38 0,'0'0'19'0,"0"0"1"16,0 0-18-16,0 0 0 15,0 0 2-15,0 0 5 16,0 0 0-16,0 0 1 16,42 23-1-16,-27-17-1 15,0-1-2-15,2-1-1 16,1 1 2-16,0-3-1 0,0 1-2 15,0-1-1-15,-1-1-2 16,-1-1 0-16,-3 0 1 16,-1 0-2-16,-4 0-10 15,-1 0-30-15,-5-4-61 16</inkml:trace>
  <inkml:trace contextRef="#ctx0" brushRef="#br0" timeOffset="38963.94">13202 8772 92 0,'0'0'15'0,"0"0"-12"15,0 0-1-15,0 0 7 16,0 0 3-16,0 0-4 16,0 0-2-16,37 32-2 15,-23-24 0-15,1-1 0 0,1-1-2 16,1 0-1-16,-1-1 2 16,-3-2-3-16,2 0 0 15,-1-3 1-15,-3 0-1 16,0 0 1-16,-3 0-3 15,0 0-30-15,-4 0-19 16</inkml:trace>
  <inkml:trace contextRef="#ctx0" brushRef="#br0" timeOffset="39261.22">13183 8815 87 0,'0'0'15'16,"0"0"-15"-16,0 0 2 16,0 0 2-16,0 0 1 15,0 0-1-15,0 0 6 16,39 31-4-16,-27-24-2 0,1 0-2 15,1-2-1 1,-3-1-1-16,1-1 1 0,1 0 0 16,0-2-1-16,-1-1 0 15,-2 0-20-15,-3 0-56 16</inkml:trace>
  <inkml:trace contextRef="#ctx0" brushRef="#br0" timeOffset="39538.69">13232 8802 168 0,'0'0'6'15,"0"0"7"-15,0 0-12 16,0 0-2-16,0 0 0 0,0 0 1 15,0 0-2-15,0 0 2 16,13 20-1-16,-5-11 1 16,4 2 1-16,-1-4-1 15,1 2 0-15,1-1-2 16,0-2-20-16,1-2-5 0,-1-4-11 16,-3 0-57-16</inkml:trace>
  <inkml:trace contextRef="#ctx0" brushRef="#br0" timeOffset="39802.08">13220 8817 45 0,'0'0'120'0,"0"0"-125"0,0 0 6 15,0 0-1-15,0 0-3 16,0 0 5-16,43 34-2 16,-30-29 1-16,1-1 1 15,-1-2 0-15,1-1-1 16,-1 1-1-16,2-1 1 0,-3-1-2 16,-4 0-5-16,1 0-26 15,-5 0-35-15</inkml:trace>
  <inkml:trace contextRef="#ctx0" brushRef="#br0" timeOffset="40086.43">13234 8795 36 0,'0'0'42'16,"0"0"-41"-16,0 0 2 16,0 0-1-16,0 0 1 15,35 24 0-15,-24-18 1 0,2 1-1 16,2-1-1-16,-1-1 1 16,1 0-1-16,0-2 1 15,-1 0-1-15,-1-1 0 16,-1-2-2-16,-1 0 1 15,0 0-1-15,-6 0-29 0</inkml:trace>
  <inkml:trace contextRef="#ctx0" brushRef="#br0" timeOffset="40358.19">13312 8781 66 0,'0'0'3'0,"0"0"6"16,0 0-1-16,0 41-3 16,0-27-1-16,0-1 0 15,0-1-3-15,-2-1 0 16,-1 0 1-16,-1-1-1 0,2-1-1 15,-3-1 2-15,1-3-1 16,0-1-12-16,0-3-85 16</inkml:trace>
  <inkml:trace contextRef="#ctx0" brushRef="#br0" timeOffset="40575.06">13240 8845 116 0,'0'0'4'0,"0"0"-1"15,0 0-4-15,0 0 2 16,0 0-3-16,-8 40 5 16,4-29-2-16,3 0 0 15,0-1-1-15,1 0 0 16,0-4-14-16,0-2-38 0</inkml:trace>
  <inkml:trace contextRef="#ctx0" brushRef="#br0" timeOffset="41582.22">13757 7902 36 0,'0'0'6'0,"0"0"-3"0,0 0-1 0,0 0-2 16,0 0 1-16,0 0 1 16,0 0 0-16,0 0 12 0,0 0-4 15,0 0-1-15,0-37-2 16,0 35-2-16,-4 2-1 16,0 0-2-16,0 0 1 15,0 1-3-15,-1 6 0 16,1 4 1-16,-4 3-1 15,3 3 0-15,-6 3 0 0,2 6 0 16,-4 4 1-16,-1 2-1 16,-2 5-1-16,-1 3 1 15,1 4-1-15,0 0 1 16,-2 4-3-16,1 2 3 16,0-2 0-16,2 1-1 0,1-4 2 15,1 1-1-15,-2-4 0 16,3-2 1-16,0-1-1 15,-1-3 2-15,1-1-2 16,3-3 1-16,-3-4-1 16,-1-4 0-16,2-4 1 0,2-5-2 15,0-1 2-15,1-5 0 16,2-1 2-16,-1-3 9 16,3 0-4-16,0-3-4 15,0 3-1-15,2-4-1 0,0 1-1 16,1 0 1-16,1 0-2 15,0-2-2-15,0 1 2 16,0-1 2-16,0 0-1 16,0 3 0-16,0-3 5 15,0 0 7-15,-3 0 1 16,3 0 7-16,0 0-5 0,0 0-5 16,0 0-3-16,0 0-2 15,0 0-3-15,0 3-3 16,0 0-2-16,0-3-9 15,0 0-75-15</inkml:trace>
  <inkml:trace contextRef="#ctx0" brushRef="#br0" timeOffset="44034.9">18681 9582 8 0,'0'-3'14'0,"2"0"-10"0,-2-1 14 0,0 3-3 16,0-1 1-16,0 1-2 16,0-2-3-16,0 3-1 0,0 0 1 15,0 0-2-15,0 0-3 16,0 0-6-16,0 0-1 15,0 0 3-15,-2 6 1 16,0-1 2-16,0 1-4 16,1 2 0-16,-1 1-1 15,2-2 2-15,0 3-1 0,0-1 1 16,0-1 3-16,0 2-1 16,0 0 0-16,0 0-2 15,4-1 5-15,1 2-2 16,-2-1-1-16,1 0 0 0,0-2-1 15,1 0-1-15,-1-1-1 16,3 0 2-16,-2-3-1 16,-1 1 0-16,3-3-1 15,-3 2 0-15,5-3 0 16,-5-1 0-16,3 0 0 16,-1 0 2-16,1 0 1 15,1-5-3-15,0-1 0 0,-2-1 1 16,1-3-1-16,-3 2 0 15,2-1 0-15,-2-1 1 16,-1 0-1-16,-1 4 1 16,0-2 3-16,-2 1 4 0,1 4 0 15,0 0-4-15,-1 2-3 16,1 1-1-16,2 0-2 16,-3 0-1-16,2 0-1 15,1 4 3-15,1 3 1 16,3 4-1-16,-1-2 1 0,3 1 0 15,1 0-1-15,-3 0 1 16,3-2 0-16,1-2-1 16,-2 0 0-16,0-3 0 15,0-1 0-15,1-2 0 16,-2 0 1-16,1 0 1 0,-4-7-1 16,4 0 0-16,-5-3 2 15,-2-2 3-15,0 0 6 16,-2-2-1-16,0 0 2 15,0 0-5-15,-1-1 0 16,-2 0-4-16,-1 4-2 0,-1 1-2 16,1 1 0-16,3 3 1 15,1 2-1-15,0 3-7 16,0 1-25-16,0 0-45 16,0 0-5-16</inkml:trace>
  <inkml:trace contextRef="#ctx0" brushRef="#br0" timeOffset="44545.57">19097 9682 19 0,'0'0'39'0,"0"0"-38"0,0 0-2 15,0 0 2-15,0 0 2 0,-25 39 4 16,22-30-3-16,1 1 1 15,-2 0 1-15,3 0 0 16,0-2 3-16,1 2-4 16,0-1 4-16,0-1-5 15,0-1 1-15,6-1 1 0,-1-2 1 16,2 2 3-16,0-5-4 16,1-1 3-16,-1 0 5 15,2 0 12-15,-2 0-1 16,1-7-2-16,-2 0-4 15,-1-3-5-15,-1-1 2 16,-2-1-3-16,-2-2 0 0,0 1-2 16,0 1-4-16,-3 0-3 15,-5 2-5-15,2 4-2 16,-3 1 0-16,-3 2-18 16,2 3-41-16,-7 0-72 15</inkml:trace>
  <inkml:trace contextRef="#ctx0" brushRef="#br0" timeOffset="45515.08">18757 10478 92 0,'0'0'7'0,"0"0"1"0,0 0-7 0,0 0-2 16,0 0 2-16,0 0-1 16,0 0 0-16,0 0 2 15,0 0-1-15,0 47 3 16,0-33 3-16,-2 2 3 0,1 2-1 16,1-3-2-16,0 0-2 15,0-1-1-15,0-2-1 16,0-2-1-16,3 1 4 15,3-4 0-15,0-1 0 16,2 1-3-16,-3-3 12 0,3-2-9 16,1-2 5-16,0 0-3 15,-2 0 0-15,0 0-3 16,1-2 6-16,-1-5-6 16,-1 0-1-16,1-3 1 15,-4 1-1-15,0-2-1 0,3 4 0 16,-4-3 1-16,-2 0-1 15,0 3 0-15,0 1 0 16,0 1 1-16,0-1-4 16,0 5 0-16,0-1 1 15,0 2-2-15,0 0-2 16,0 0-5-16,0 0-2 0,2 7 12 16,1 2-1-16,1 0-1 15,1 0 1-15,1 1-1 16,1-2 1-16,1 0-1 15,1-1 0-15,1-1-1 0,3-2 1 16,-4-2 3-16,2-2-2 16,1 0 0-16,-2 0 0 15,2-1 1-15,-5-6 0 16,1 0 2-16,-2-3 3 16,-1 2 5-16,-2-4 3 15,-1 1-2-15,-2-3-1 0,0 1-1 16,0-1-5-16,-2 2-4 15,-4 1-1-15,2 1-2 16,1 4-2-16,2 2-2 16,-1 4-3-16,2 0-18 0,0 0-46 15,0 2 3-15,0 0-32 16</inkml:trace>
  <inkml:trace contextRef="#ctx0" brushRef="#br0" timeOffset="45807.46">19172 10590 129 0,'0'0'41'0,"0"0"-33"0,0 0 16 16,0 0 0-16,1 39-1 0,-1-27-13 15,0 3-5-15,0 2-2 16,-2 1-1-16,-3 2 0 16,4 4 3-16,-3 2-2 15,1-2-20-15,3-4-74 16</inkml:trace>
  <inkml:trace contextRef="#ctx0" brushRef="#br0" timeOffset="50734.58">4572 691 62 0,'0'0'58'0,"0"0"-45"0,0 0 9 0,-35-24-4 15,26 20-11-15,0 0 1 0,3-1-5 16,-4 2-1-16,2 1-2 16,-1 0 2-16,-3 1-2 15,0 1-2-15,-1 0 0 16,-4 0 2-16,-1 0-3 16,1 5 0-16,-2 1 4 15,2-1-2-15,-3 3 1 0,3 1-2 16,0 3-1-16,-3 2 1 15,2 2 2-15,-2 4 0 16,3 1 0-16,-4-1 0 16,1 4 0-16,0-1-1 15,-2 1 0-15,1 2 1 0,-3 1-1 16,2 0 0-16,1 0 2 16,-1 4-2-16,2-3-2 15,4 4 4-15,3 2-2 16,-1-2 2-16,3 5-2 15,3 0 2-15,0 0-1 0,4 3 0 16,-2-3-1-16,3 2 0 16,-1 0 1-16,4-2-2 15,0 0 1-15,0-2 1 16,0 1-2-16,6-1 2 16,3-2-2-16,3-2 1 0,3-1 1 15,3-3 0-15,2 1-1 16,5-2 0-16,1-1 2 15,1 1-1-15,5-2 1 16,-1 0 0-16,0-1 1 16,3 1 0-16,1 0-2 15,1 1 3-15,3-3-3 0,3 4 1 16,-2-5-1-16,3 3 1 16,-1-2-1-16,0-1 0 15,3-3 1-15,-1 2-1 16,2-1 0-16,2-1 2 0,0-2-2 15,1 2 0-15,-2-2 0 16,2-2 0-16,2 3 1 16,1-3-1-16,1 0 2 15,1 2-2-15,0-3 0 16,0 1 1-16,1 3-1 0,1-3 1 16,-3-2 1-16,3 1-2 15,1 0 1-15,1-1-1 16,0-2 0-16,0-1 0 15,1-1 1-15,-2 0 0 16,3-2 0-16,-2-3 0 16,-2 1-2-16,0-1 2 0,0-3 0 15,-3 0 0-15,3 0-1 16,-2 0-1-16,0 0 2 16,-3-3 0-16,-1-1 0 15,-1-1 0-15,-2-3-1 0,0 1 1 16,-3 1-1-16,-2-1 2 15,-1 0-2-15,-5 0 1 16,0 0 1-16,-3 0-2 16,0 0 0-16,-2-2 1 15,-3 2 1-15,0-3-2 16,-1 3 1-16,-2-3-1 0,0 0 2 16,-5 3 0-16,2-4 3 15,-4 4-1-15,0-2 2 16,-2 2-3-16,1 1-1 15,-1 1-1-15,0 2 0 16,0 2-2-16,-6 1-12 16,-6 0-99-16</inkml:trace>
  <inkml:trace contextRef="#ctx0" brushRef="#br0" timeOffset="53449.09">21523 9593 70 0,'0'0'5'0,"0"0"19"0,0 0-6 0,0 0 3 16,0 0 0-16,-38-31 5 0,32 27-10 16,1-2-2-16,-1 1 0 15,4 0-2-15,0 2-5 16,1-1-2-16,1 3-4 16,0-1 4-16,2 2-6 15,7 0 0-15,0 0 0 0,4 0 2 16,2 3-1-16,0 6-1 15,3 1 1-15,-2 1 0 16,0 3-2-16,-2 3 2 16,0 4-1-16,-3 2 0 15,-3 4-1-15,-2 3 1 0,-1 4 0 16,-3 0 0-16,-2 4-2 16,0 1 3-16,-3-3 0 15,-4 1 1-15,0-2-1 16,1-1 0-16,2-3 2 0,1 0-2 15,3-4 1-15,0-1-1 16,0-3 1-16,5-5-1 16,3-1 0-16,1-3 0 15,3-6 0-15,-4-3 1 16,1-3 0-16,1-2 0 16,-3 0 0-16,-1 0 1 0,-1 0 0 15,-3-3 0-15,1 1-2 16,-2 2 0-16,-1 0 2 15,0 0-5-15,0 6 0 16,0 7 1-16,0 4 2 16,-2 1 0-16,-1 4 0 0,1 3 0 15,0-1 0-15,2 3 1 16,0-2-1-16,0 0 0 16,3 2 0-16,4-2 0 15,2 1 0-15,1 0 0 16,-2-1 0-16,3 2 0 15,-2-2 0-15,-1 0 1 0,0-2-1 16,-2-2 0-16,-1 0 0 16,-3-2 0-16,-2-5-1 15,0 2 1-15,-1-2-1 16,-8-3-1-16,-4 2 3 0,-2-3 1 16,-4 1 0-16,-3 1-1 15,-3 1 0-15,-3 1-4 16,-5-4-35-16,3-5-54 15</inkml:trace>
  <inkml:trace contextRef="#ctx0" brushRef="#br0" timeOffset="54702.69">22272 9875 66 0,'2'7'3'0,"1"-2"6"0,2 1 1 0,1 0 2 0,-2-2-3 16,1 0-2-16,1-1 0 15,-2-1 4-15,4-1 4 16,-5 1 1-16,0-1-1 0,0-1-5 16,1 0-7-16,-4 0 0 15,0 0 0-15,0 0 9 16,0 0 2-16,-3 0-8 15,-5-3 2-15,-5 3-7 16,0 0-2-16,-4 0 1 16,-2 3-1-16,-1 5 0 0,-3 4 0 15,4 0-1-15,2 4 2 16,0 3 1-16,2-1-1 16,3 2 0-16,5 1-1 15,-2-2 1-15,7 1 0 16,1-3 0-16,1-2 0 0,0 1 0 15,9-5 1-15,2-2 1 16,3-4-1-16,2-2 2 16,0-3-1-16,2 0 2 15,-3 0-3-15,1-3 1 16,-6-2-2-16,0-1 2 0,-6 2-1 16,-3 0 0-16,-1 1 0 15,0 3 6-15,0 0-7 16,-8 0 2-16,-3 4-4 15,-2 7 2-15,-1 2-1 16,2 5 1-16,1-2 0 16,5 3 0-16,-2-1 0 0,6-2 0 15,2-2 0-15,0-3 0 16,2-1-4-16,7-2 5 16,6-1 3-16,2-3-2 15,6 0 0-15,2-3-3 0,0-1-12 16,1 0-51-16,-2 0-54 15</inkml:trace>
  <inkml:trace contextRef="#ctx0" brushRef="#br0" timeOffset="55077.41">22416 10174 155 0,'0'0'10'0,"0"0"-2"0,0 0-8 0,0 0 1 16,0 0-1-16,44-5 0 0,-31 12 0 16,-1 0 1-16,0 3 0 15,0 2 1-15,-3 1-2 16,-1 0 0-16,0-1 1 16,-5-1 3-16,-1-2-3 15,-2-3 1-15,0 0-3 0,0-3 1 16,-2-3 6-16,-5 0 13 15,-1 0-7-15,-2 0-2 16,1-6 3-16,0-3 3 16,1 0 0-16,4-3 0 15,-2 0-5-15,4-1 1 0,2-1-5 16,0 0 0-16,3-1-7 16,8 2 0-16,4 2-3 15,2 1-3-15,4 3-18 16,4 0-18-16,-1 0-21 15,-4 0-55-15</inkml:trace>
  <inkml:trace contextRef="#ctx0" brushRef="#br0" timeOffset="55549.74">22774 10153 67 0,'0'0'15'0,"0"0"2"0,0 0 4 0,0 0-1 0,0 0-1 16,0 0-1-16,40-4-4 15,-33 4-6-15,1 0-5 16,1 0-1-16,-2 3-1 0,1 2 2 15,-3 5-3-15,2 1 1 16,-2 1 0-16,-1 1 0 16,0 1 0-16,-2-1 0 15,-2-1-1-15,0-2 1 16,0-1-1-16,0-2 1 0,0-2-1 16,-5-3 8-16,1-2 8 15,0 0 0-15,-2 0-3 16,1 0-1-16,3-8 2 15,-1-2 2-15,0-3-6 16,3-1-4-16,0-2 2 0,0 0-1 16,5 1-4-16,4 1-3 15,4-1 0-15,3 1-4 16,2 6-15-16,2-1-19 16,1 3-16-16,-1 1-30 15,1 1-50-15</inkml:trace>
  <inkml:trace contextRef="#ctx0" brushRef="#br0" timeOffset="56133.17">23093 10128 120 0,'0'0'6'0,"0"0"2"16,0 0-9-16,0 0-2 16,0 0 8-16,0 0-2 15,-7 38 0-15,3-26 3 16,-1-3-3-16,2 2-1 15,2-1 3-15,0-1-1 16,1-2 3-16,0-1 1 0,0-1-4 16,1-3 3-16,3 1-4 15,1-3 0-15,-1 0 3 16,0 0 5-16,-1-2 10 16,3-5 0-16,-5-3-9 15,1-3-1-15,0-1-2 0,-2-1 0 16,1-3 0-16,-1 1-4 15,1 1-3-15,1 0-1 16,3 2-1-16,-3 2 0 16,1 4 0-16,1 1 0 15,2 4-1-15,-1 1 0 0,1 2 0 16,2 0 0-16,0 0 0 16,0 7 0-16,-1 3-1 15,0 3-1-15,-1 4-1 16,-2 2 1-16,0 1 1 15,0 1 3-15,-2-4 0 16,1 3-1-16,0-4 1 0,0-2 0 16,0-2-1-16,-1-2 1 15,2-3-1-15,1-1 2 16,2-3-2-16,2-3 1 16,2 0 2-16,0-5 2 15,1-4 4-15,-1-3 1 0,-1 0 0 16,-1 0 2-16,-2-3-3 15,-3 3-4-15,-1 1-2 16,1 2-4-16,-2 2 1 16,-2 3-15-16,1 1-15 15,1-1-26-15,3 1-87 0</inkml:trace>
  <inkml:trace contextRef="#ctx0" brushRef="#br0" timeOffset="56376.66">23622 10075 133 0,'0'0'20'0,"0"0"27"0,0 0-11 16,0 0-11-16,0 0-8 15,0 0-10-15,0 0-4 16,0 0-3-16,0 0-3 16,44-23-14-16,-34 23-38 15,0 0-46-15</inkml:trace>
  <inkml:trace contextRef="#ctx0" brushRef="#br0" timeOffset="56488.78">23708 10125 100 0,'0'0'11'0,"0"0"-11"16,0 0 1-16,0 0-4 16,0 0-62-16</inkml:trace>
  <inkml:trace contextRef="#ctx0" brushRef="#br0" timeOffset="56919.87">23988 9995 127 0,'0'0'2'0,"0"0"21"0,0 0 10 16,0 0-15-16,0 0-9 15,0 0 0-15,0 0-4 16,11-31-3-16,-17 31 1 16,-2 0-2-16,-1 4 1 15,0 3-1-15,0 3 0 0,4 0 4 16,-1 0-4-16,2 0 0 15,4 0-1-15,0 0 1 16,0-3-3-16,4 2 2 16,4-4 1-16,3 1 0 15,0 0 8-15,2-1-5 0,4 0 0 16,-4-2-1 0,1 1-1-16,-3-1 0 0,-2 1 0 15,0 0 0-15,-2 0 0 16,-1-1 2-16,-4 2-3 15,-1-1 0-15,-1 1-1 16,0 1 2-16,-1 0-2 0,-6 0 1 16,-4-1 0-16,0 1 3 15,-1 0-2-15,-2-2-6 16,1 0-1-16,-2 0-10 16,2-1-20-16,2-3-69 15</inkml:trace>
  <inkml:trace contextRef="#ctx0" brushRef="#br0" timeOffset="57157.43">23980 9995 128 0,'0'0'7'0,"0"0"5"0,0 0-7 0,0 0-2 15,36-17 3-15,-23 14 0 0,5 2 0 16,2-2-1-16,4 2-3 16,1-1 1-16,2 1-2 15,2-3 2-15,0 2-10 16,-2-2-24-16,-2 0-14 16,-1-3-14-16</inkml:trace>
  <inkml:trace contextRef="#ctx0" brushRef="#br0" timeOffset="57452.15">24333 9921 12 0,'0'0'45'16,"0"0"-10"-16,38-31-4 15,-29 23 1-15,-3-1-9 16,1 1-3-16,-3 0-12 16,-1 3 1-16,-1 1 1 15,0 0 3-15,1 2-1 0,-3 2-6 16,0 0-1-16,0 0-8 16,0 6-1-16,0 6 3 15,0 4 2-15,-5 5 2 16,1 3-1-16,1 3 1 0,1 3-1 15,-2 0 0-15,3 1 0 16,0-1 0-16,0 1 2 16,0 1-1-16,-1-1 2 15,0 0-3-15,-1-1 3 16,-4-2 0-16,2-1-1 0,-3-3 3 16,1-1-5-16,-6 0-8 15,1-3-11-15,-1-2-20 16,-1-3-19-16,2-6-31 15</inkml:trace>
  <inkml:trace contextRef="#ctx0" brushRef="#br0" timeOffset="57613.39">24239 10299 245 0,'0'0'-1'16,"0"0"22"-16,0 0-8 15,0 0-12-15,0 0 0 16,36-18-13-16,-22 15-35 16,-1 0-58-16</inkml:trace>
  <inkml:trace contextRef="#ctx0" brushRef="#br0" timeOffset="57748.34">24430 10274 81 0,'0'0'13'0,"0"0"-17"0,0 0-22 15</inkml:trace>
  <inkml:trace contextRef="#ctx0" brushRef="#br0" timeOffset="61328.05">12550 9747 25 0,'0'0'25'0,"0"-3"-3"0,0 3-6 0,0 0-8 0,0-1-5 15,0 0-1-15,0 1-1 16,0 0-1-16,0 0 0 16,0 0 0-16,0 0 2 15,0 0 2-15,0 0 1 0,0 0 3 16,0-2-1-16,0 2-3 16,0 0-3-16,0 0 0 15,0 0 0-15,0 0-2 16,0 0 1-16,4 0 0 15,1 0 0-15,-1 0 0 0,1 3 1 16,1-2-1-16,1 2 0 16,0-2 1-16,1 2 1 15,1 0 1-15,3 0-2 16,-1 0-1-16,3 1 2 16,-3 2-2-16,0-1 0 0,3 1 0 15,-2-2 1-15,1 3-1 16,1-4 1-16,-1 3 0 15,2-1 1-15,-2 0-1 16,3-1 0-16,-3 3 0 16,1-3 0-16,0 2-1 15,-1-2 0-15,-2 2 0 16,-1-4 1-16,0 0-1 0,-3 1 1 16,-1-2-1-16,0 1 0 15,-2-1 0-15,2 2 0 16,-4-3-4-16,-2 0-39 0,0 0-43 15</inkml:trace>
  <inkml:trace contextRef="#ctx0" brushRef="#br0" timeOffset="61716.22">8701 9660 75 0</inkml:trace>
  <inkml:trace contextRef="#ctx0" brushRef="#br0" timeOffset="62079.82">12530 9713 84 0,'0'0'5'0,"0"0"-4"16,0 0 3-16,0 0 3 15,0 0 4-15,44 17-3 16,-30-7-4-16,1-1 1 15,1 0 0-15,1 1 1 16,4-3 1-16,-1 0 3 0,0-1 1 16,-1-2-1-16,1-2-1 15,-3-1-5-15,-1 1-3 16,-3-1 2-16,-1-1-2 16,-5 1-1-16,1-1 0 0,-3 0 2 15,1 0-2-15,-4 0-7 16,1 0-42-16,-3 0-16 15</inkml:trace>
  <inkml:trace contextRef="#ctx0" brushRef="#br0" timeOffset="62637.89">12666 9711 89 0,'0'0'3'0,"0"0"-1"15,0 0-2-15,0 0 1 16,0 0 0-16,0 0 2 15,0 0-1-15,0 0 1 16,23 38 1-16,-17-32 0 16,-2-1 3-16,-1-1 6 15,-2 0 1-15,1 0-1 0,-2-1-5 16,0 0 4-16,0 0 8 16,0 1-2-16,-2 1-3 15,-6 0-7-15,-3 2-3 16,0 1 1-16,-5 0-2 0,1 0 2 15,1 2-2-15,3 3-2 16,-2-1-1-16,2 2-1 16,2 1 0-16,1 2 0 15,1-1 0-15,3-2 1 16,2-1 0-16,2-3 1 16,0-2 0-16,0-2-2 0,0-2 1 15,0-1-1-15,0-3 0 16,1 0-5-16,3 0 0 15,2 0-3-15,-2-7-6 16,2-4-7-16,1-2-10 16,1-3-1-16,-1-3 8 0,4-3-5 15,-2-4-10-15</inkml:trace>
  <inkml:trace contextRef="#ctx0" brushRef="#br0" timeOffset="62852.14">12724 9635 144 0,'0'0'18'0,"0"0"12"0,0 0-19 0,0 0-12 16,0 0-1-16,0 0 5 15,-11 52 0-15,7-29 0 16,-2-2 0-16,5 3 0 0,-2-1 0 16,1-2 1-16,2-1-3 15,0 0 0-15,0-4 0 16,0-4-1-16,0-3 1 15,0-2-3-15,0 0-10 16,0-3-42-16,0-3-22 0</inkml:trace>
  <inkml:trace contextRef="#ctx0" brushRef="#br0" timeOffset="62983.04">12649 9805 146 0,'0'0'32'0,"0"0"17"16,0 0-31-16,0 0-15 15,0 0-7-15,0 0 4 16,38 7-15-16,-12-3-64 16</inkml:trace>
  <inkml:trace contextRef="#ctx0" brushRef="#br0" timeOffset="64289.62">19083 11917 99 0,'0'0'5'0,"0"0"16"0,0 0 2 0,0 0-3 16,0 0-3-16,0 0-4 15,0 0-2-15,0 0-3 0,0 0 3 16,0 0-2-16,0 0-5 15,0 0-4-15,-6-30-2 16,6 30 1-16,0 7 0 16,0 3-1-16,0 3 2 15,0 5 0-15,0-2 0 16,2 4 1-16,2-1 0 0,-1 0-1 16,1-2 1-1,3-1-1-15,1-3 1 0,2-2-1 16,0-4 1-16,1-1-1 15,-1-3 1-15,0-3-1 16,0 0 0-16,3 0 1 0,-6-5 4 16,2-3-3-16,0-1 1 15,-2-2-2-15,-1 3 0 16,-2 0 0-16,-1 1 0 16,-1 0 0-16,-1 4 4 15,0 2 1-15,4 1-5 0,-2 0-2 16,1 0 0-16,4 1-1 15,-2 6 1-15,4 2 1 16,1-1 0-16,-2 0 1 16,2-1-1-16,-1-2 0 15,2 0 2-15,-3-4-2 16,0-1 0-16,0 0 2 0,1 0-1 16,-3-2 3-16,1-7-3 15,-2-2 2-15,1 0-1 16,-2-1 0-16,-3-1 0 0,-1-1 0 15,0-1 3-15,-1 1-1 16,0 3 0-16,0-2-4 16,0 5 0-16,0 0 0 15,0 4-1-15,3 0-6 16,1 4-20-16,1 0-52 0,1 0 6 16,1 0-39-1</inkml:trace>
  <inkml:trace contextRef="#ctx0" brushRef="#br0" timeOffset="64625.12">19612 11941 190 0,'0'0'3'0,"0"0"2"0,0 0-7 15,0 0-2-15,0 0 2 16,0 0 2-16,-24 46 1 0,17-32 1 15,3 0 0-15,-1 0 1 16,4-2-1-16,1-1 1 16,0-1-1-16,0-2-1 15,6-1 1-15,1-4 0 16,2-3 4-16,4 0 4 0,-2 0 2 16,-2-5 3-16,1-5-2 15,0-2-1-15,-6-2 0 16,-1 1 4-16,1-1-4 15,-4 3-7-15,0 0-3 16,-4 3-3-16,-3 6-5 16,-8 2-17-16,-5 2-41 0,-5 10-45 15</inkml:trace>
  <inkml:trace contextRef="#ctx0" brushRef="#br0" timeOffset="65459.92">19213 12678 82 0,'0'0'25'0,"0"0"5"0,0 0 5 16,0 0-9-16,0 0-5 16,0 0-2-16,0 0-6 15,0 0-6-15,0 0-4 0,0 0-6 16,-1-17-1-16,-2 27 3 16,2 1 1-16,-3 5 0 15,2 0 1-15,0 0-1 16,2 0 1-16,0-1-1 15,0-1 1-15,0-3-1 16,0 0 0-16,4-3 1 0,1-3 0 16,-1-1-1-16,2-2 0 15,-1-2 0-15,4 0-1 16,-5 0 1-16,1 0 2 16,1-6 3-16,-1-1-4 0,1-3 1 15,-2 2 0-15,0 2-1 16,-1 0-1-16,0 2 0 15,-1 1 1-15,-1 2-1 16,1 1-1-16,2 0-1 16,0 1-1-16,2 5 2 15,2 2 1-15,-2 2 0 16,3 0 0-16,0-3 1 0,0 0-1 16,2-2 1-16,1-2 0 15,-3-2-1-15,1-1 1 16,2 0 5-16,-4 0 5 15,0-7 7-15,2-2-3 0,-4-4-2 16,2-2-4-16,-4 2-4 16,0-3 0-16,-1 0 0 15,-1 1-3-15,-1 1 1 16,-1 1-3-16,0 3 0 16,0 3-1-16,0 3-1 0,0 1-2 15,0 3-12-15,0 0-32 16,0 0-56-16,0 7 20 15</inkml:trace>
  <inkml:trace contextRef="#ctx0" brushRef="#br0" timeOffset="65702.23">19635 12735 148 0,'0'0'14'0,"0"0"-10"0,0 0 20 0,0 0-3 16,0 0-7-16,6 48-2 16,-5-28-6-16,1 6-4 0,-2 2 1 15,2 5-3-15,0-2-1 16,2-4-42-16,3-4-80 15</inkml:trace>
  <inkml:trace contextRef="#ctx0" brushRef="#br0" timeOffset="66667.36">21653 11894 79 0,'0'0'3'0,"0"0"0"0,0 0 7 0,0 0-1 16,41-30-4-16,-32 26-1 16,0-1 2-16,4 3 0 15,-4-1-1-15,0 3 0 16,0 0-5-16,0 0 1 15,-2 0-2-15,-1 7 0 0,-2 5 6 16,-2 3 2 0,-1 4-3-16,-1 2-2 15,0 3 0-15,0 3 1 0,0 3-2 16,0-3 1-16,0 0 1 16,0-3 0-16,0-2 3 15,0 0-2-15,7-5 2 0,0-1 0 16,3-3 1-16,-2-2-2 15,3-2 1-15,-1-4 0 16,-3 1-4-16,2-2 0 16,-4-2 0-16,-1-1 1 0,-2 0-2 15,-2 1 0-15,0-1 2 16,-7 5 2-16,-6 1-5 16,-3 3 0-16,-4 4 0 15,-2 3 0-15,1 3 0 16,1 3 0-16,3 2 0 0,1 4 0 15,5-1 0-15,-1 3 0 16,5-1 0-16,3 0 1 16,2 0 1-16,2-2-1 15,0 2 0-15,0 2 0 16,0 0 0-16,3 2 0 0,3 3 0 16,-4-1-1-16,1 0 1 15,-1 0-1-15,0-1 1 16,-1 0-1-16,-1-4 1 15,0 0-1-15,0-3 1 16,-7 1-1-16,-4-4 1 16,-3-1 1-16,-2-1 0 0,-6-4-1 15,2-4 1-15,-2-2-2 16,1-7 1-16,0-3-2 16,7-3-34-16,7-13-129 15</inkml:trace>
  <inkml:trace contextRef="#ctx0" brushRef="#br0" timeOffset="67307.48">22595 12175 54 0,'0'0'17'0,"0"0"-2"0,0 0 3 16,0 0-3-16,0 0 4 15,0 0 9-15,-27-41 6 0,22 36-10 16,-1 0-5-16,1 2-8 15,0-1-6-15,1 3-5 16,-3 1-1-16,-1 0 0 16,-4 0-1-16,-1 7 0 15,-3 4 2-15,0 3-1 0,-1 3 2 16,3 3-1-16,0 0 0 16,4 3 0-16,3-3 1 15,3 1 0-15,4-2-1 16,0-2 1-16,0-3 0 15,8-3-1-15,3-4-1 16,5-1 0-16,-2-5 3 0,4-1 3 16,-1 0-3-16,1 0-1 15,-5-2-1-15,-3-3 1 16,-3 1 0-16,-3 1 1 16,-4 2 3-16,0-1 4 15,0 2-2-15,-4 0-7 0,-5 0-1 16,-2 9 0-16,1 2 3 15,-1 6-2-15,2-1 1 16,4 1 0-16,0 1 0 16,4-1-1-16,1-5 1 0,1 3-1 15,9-3 0-15,3-3-2 16,2-2-1-16,6-3-6 16,1-3-7-16,2-1-27 15,2 0-29-15,-1-7 4 16</inkml:trace>
  <inkml:trace contextRef="#ctx0" brushRef="#br0" timeOffset="67672.06">22735 12312 163 0,'0'0'7'0,"0"0"23"0,0 0-15 0,0 0-11 0,0 0-1 16,0 0-1-16,0 0 0 15,0 0-2-15,0 0 1 16,0 0 0-16,43 25 0 16,-36-9 1-16,-1 0-1 0,0 2 1 15,-1-1-1-15,-2 0 0 16,-1-1-1-16,-2-5 1 16,0 0-1-16,0-5 1 15,0-2-1-15,0-2 3 0,-5-2 10 16,-2 0-2-16,0 0-2 15,1-4 1 1,-1-4 1-16,2-3-1 0,0-2-4 16,4 0-1-16,1-2-2 15,0-3-2-15,8 1 0 16,4-1-3-16,4 3-16 16,4-1-19-16,1 5-13 0,-2 2-42 15</inkml:trace>
  <inkml:trace contextRef="#ctx0" brushRef="#br0" timeOffset="68091.03">23038 12312 28 0,'0'0'96'15,"0"0"-73"-15,0 0-3 0,0 0-5 16,0 0-7-16,0 0-7 15,0 0 0-15,0 0 0 16,0 0 4-16,30 34-2 16,-28-24 0-16,-2 1-1 15,0 2 1-15,0-3-3 0,0 1 2 16,0-2-1-16,-2-3 1 16,-2-1 1-16,1-2 6 15,1-2 6-15,-4-1 5 16,2 0-3-16,0 0-2 15,-1-4-2-15,2-3-3 16,1-3-3-16,2-1 0 0,0 0-3 16,0-4-1-16,5-2 0 15,5 3-3-15,2-3-1 16,2 1 2-16,2 2-4 16,-1 2-1-16,0 3-4 15,-1 3-1-15,0 3-1 0,-2 3-4 16,2 0-7-16,-3 0-18 15,2 6-16-15,-1 0-11 16</inkml:trace>
  <inkml:trace contextRef="#ctx0" brushRef="#br0" timeOffset="68730.94">23323 12277 142 0,'0'0'32'0,"0"0"4"0,0 0-18 0,0 0-5 15,0 0-9-15,0 0-5 16,0 0 1-16,0 0-1 0,0 0 2 16,-24 32-1-16,20-18 1 15,2 2-1-15,0-2 2 16,2-1-2-16,0-1 0 15,0-1 1-15,2-3-1 16,4-1-1-16,2-3-3 0,-3-1 0 16,1-2 1-16,0-1 1 15,2 0 0-15,-4-2 4 16,1-7 4-16,-2-2 2 16,1-1-3-16,-1-4-2 15,0 1-2-15,0-2 1 16,-1 1 0-16,0 0-2 0,0 3 1 15,1 0 4-15,-1 2-4 16,4 3 0-16,-3 2-1 16,3 1 0-16,2 4 0 15,-2 1 0-15,0 0 0 16,1 1-1-16,-1 8-1 0,0 4 0 16,-2 2 2-16,2 2 0 15,-1-1 1-15,-1 2 0 16,1-1 0-16,-1 0-1 15,0-4 1-15,1-3-1 16,-4-3 1-16,3-1-1 0,2-2 1 16,-4-1 1-16,1-3 3 15,2 0 16-15,1-3 2 16,-3-4-5-16,1-3-2 16,2-1 6-16,-1-3 0 15,-2-1-11-15,3 0-7 0,-3-1-3 16,1 3-2-16,0-1-1 15,0 4-12-15,0 3-29 16,-1 0-7-16,2 3-54 16</inkml:trace>
  <inkml:trace contextRef="#ctx0" brushRef="#br0" timeOffset="68944.89">23747 12246 125 0,'0'0'12'0,"0"0"30"0,0 0-11 0,0 0 0 16,0 0-2-16,0 0-2 16,0 0-13-16,0 0-6 0,0 0-6 15,0 0-5-15,44-24-29 16,-31 23-51-16</inkml:trace>
  <inkml:trace contextRef="#ctx0" brushRef="#br0" timeOffset="69066.23">23831 12302 199 0,'0'0'44'16,"0"0"-33"-16,0 0-15 15,0 0-3-15,0 0-15 16,0 0-74-16</inkml:trace>
  <inkml:trace contextRef="#ctx0" brushRef="#br0" timeOffset="69585.17">24193 12160 165 0,'0'0'31'0,"0"0"5"16,0 0-19-16,0 0-1 15,0 0 0-15,0 0-11 16,0 0-1-16,13-34-2 0,-16 31 1 16,1-1 3-16,2 1-2 15,0 1-1-15,0 2 0 16,0-4-3-16,1 3 4 16,6-1-2-16,3 1-2 15,1-1 1-15,1 2-1 16,2 0 0-16,0 0 1 0,-2 0-2 15,-3 3 1 1,-1 4-1-16,-2 3-3 0,-1 0-6 16,-5 3-2-16,0-2 5 15,0 4 5-15,-4-3-1 16,-3 1 1-16,-2-2 1 16,-3 1 1-16,2-1 1 15,0-2-1-15,-2-2 1 0,4 0 0 16,2-3-1-16,2-1 1 15,2-1-1-15,1-1 2 16,1-1 1-16,0 0 1 0,5 0-1 16,6 0 4-16,3 0-4 15,1 0-2-15,0-1 1 16,2-2 0-16,1 1 0 16,0 1 0-16,2-1-2 15,0 1 1-15,-2 1-1 16,2 0-1-16,0 0-5 0,-6-1-43 15,2-1-49-15</inkml:trace>
  <inkml:trace contextRef="#ctx0" brushRef="#br0" timeOffset="69881.12">24691 12011 102 0,'0'0'7'0,"0"0"24"0,0 0 12 0,14-39-12 0,-14 38-8 16,0 1-10-16,0 0-10 15,0 7-6-15,-1 7 2 16,-4 9 3-16,-1 3 0 16,0 6 0-16,1 2-1 15,-2 0 0-15,1 0 1 16,1-2 0-16,2 0-2 15,-1-2 1-15,-1-3-1 0,0 0 2 16,1-3-2-16,0 2-5 16,-2-6-42-16,-1-2-21 15,2-8-16-15</inkml:trace>
  <inkml:trace contextRef="#ctx0" brushRef="#br0" timeOffset="70047.84">24575 12255 275 0,'0'0'1'16,"0"0"-2"-16,0 0 2 16,37-7-10-16,-23 5-52 0,-1 0-43 15</inkml:trace>
  <inkml:trace contextRef="#ctx0" brushRef="#br0" timeOffset="71323.56">11509 10697 117 0,'-2'0'11'0,"1"0"18"16,1 0-25-16,0 1-4 0,0 1-2 15,0 1 4-15,2 1 2 16,5 3 2-16,-1 0-1 16,4 3-1-16,-1 3 0 0,0 0-2 15,1 1 0-15,2-1-1 16,-3-1 0-16,-1 0 0 16,2 1 0-16,-1-2 0 15,0 0-1-15,2-1-1 16,-4-3-25-16,1-3-31 0</inkml:trace>
  <inkml:trace contextRef="#ctx0" brushRef="#br0" timeOffset="71584.64">11667 10708 210 0,'0'0'-1'0,"0"0"9"16,0 0-2-16,0 0-3 0,0 0-7 16,0 0 4-16,0 0 1 15,0 0 0-15,-35 47 0 16,30-27 0-16,1-3-1 16,-5 3 1-16,4-3-1 15,-1 1 0-15,1-3-14 0,-3-2-24 16,4-2-2-16,0-4 0 15,-2-4-17-15</inkml:trace>
  <inkml:trace contextRef="#ctx0" brushRef="#br0" timeOffset="71776.89">11548 10850 124 0,'0'0'41'0,"0"0"-34"16,0 0-5-16,0 0 3 15,0 0 3-15,0 0 0 0,48-10-1 16,-37 8-1-16,-2-1-4 16,3-1-1-16,0 1 0 15,-3-2-1-15,-1 0-1 16,0-2-35-16,-4-1-45 16</inkml:trace>
  <inkml:trace contextRef="#ctx0" brushRef="#br0" timeOffset="71904.94">11649 10735 88 0,'0'0'83'0,"0"0"-66"15,0 0-15-15,-9 40-2 16,9-16 1-16,0 0-7 0,0-1-106 16</inkml:trace>
  <inkml:trace contextRef="#ctx0" brushRef="#br0" timeOffset="73259.89">19248 14076 2 0,'0'0'69'0,"0"0"-49"0,0 0-3 15,0 0-9-15,38-36-1 16,-32 32 6-16,-4-2 3 15,1 3 15-15,-2 2-2 16,-1-2-5-16,0 3-8 0,0 0-13 16,0 3-5-16,0 7-1 15,-1 4 2-15,0 0 3 16,-1 5-1-16,2-1 0 16,0-1-1-16,0-1 1 15,1-3 0-15,6-2 0 0,2 0 0 16,0-3-1-16,4-3-1 15,-1-3 1-15,2-2 0 16,-2 0 0-16,-1 0 2 16,-1-4 2-16,0-4-2 15,-1 0-2-15,-1-1 1 0,0 2 0 16,-4 0-1-16,0 0 0 16,-1 5 0-16,-1 0 1 15,1 2-2-15,0 0 0 16,0 0-3-16,2 4-1 15,-1 3 4-15,3 3 1 16,0-1 1-16,4 0-1 0,-3-3 1 16,3-1-1-16,0-3 0 15,1-2 0-15,1 0 2 16,-1-3 1-16,-1-7 1 16,-1-1 2-16,-1-2 4 15,-1-2-1-15,-3 0-3 0,-1 0 0 16,-3 1-1-16,-1-1-4 15,0 3 1-15,0 1-2 16,0 3 1-16,0 4-2 16,-1 1-16-16,0 2-11 0,1 1-48 15</inkml:trace>
  <inkml:trace contextRef="#ctx0" brushRef="#br0" timeOffset="73562.97">19719 14071 8 0,'0'0'165'0,"0"0"-167"0,0 0 2 0,0 0 0 0,0 0 1 16,4 37 0-16,-4-27 1 0,0 0-1 16,4-1 1-16,0-1 0 15,1-1 1-15,3-1-1 16,-1-3-1-16,5-2 3 15,-3-1 4-15,1 0 5 16,0-4 7-16,-2-3 0 16,-1-3 3-16,-3-1-6 0,-2-1-2 15,-2-2 0-15,0 3-9 16,0-2-3-16,-10 5-8 16,-1 4-10-16,-5 4-13 15,-2 0-33-15,-5 4-38 16,-1 10-12-16</inkml:trace>
  <inkml:trace contextRef="#ctx0" brushRef="#br0" timeOffset="74289.38">19411 14787 187 0,'0'0'6'0,"0"0"2"0,0 0-7 0,0 0-2 16,0 0 2-16,-5 44 0 15,2-28 1-15,2 1 1 16,0 0-1-16,1-1 0 0,0 0 0 15,0-2-1-15,2 0 0 16,6-5 0-16,-2-1 0 16,2-5 0-16,0-1 1 15,1-2 2-15,3 0 8 16,-1-8 0-16,-2-3 3 16,2-1-9-16,-2-1 0 15,-2 2-5-15,2 0 0 0,-7 2-1 16,1 2 1-16,-1 1 1 15,-2 2 0-15,0 4-1 16,2 0-1-16,0 0-2 16,1 0-1-16,1 4 2 0,4 2 3 15,0 1 0-15,1 2-1 16,3-1-1-16,0-2 0 16,-3-2 1-16,1 0-1 15,1-3 0-15,-1-1 2 16,-5 0 5-16,1 0 7 15,0 0 0-15,-2-5 15 16,2-1-9-16,-4-1 0 0,0-1-11 16,-1 0-5-16,1-3-1 15,0 2-3-15,2 0-2 16,2-1-5-16,0-1-38 16,3-1-24-16,2 1-94 0</inkml:trace>
  <inkml:trace contextRef="#ctx0" brushRef="#br0" timeOffset="74454.88">19800 14848 243 0,'0'0'1'0,"0"0"3"0,7 40 3 16,-1-20 0-16,-2 3-5 15,0 2-1-15,2 2-1 16,0 2-1-16,2-4-22 15,3-4-74-15</inkml:trace>
  <inkml:trace contextRef="#ctx0" brushRef="#br0" timeOffset="75188.59">21484 14098 95 0,'0'0'42'0,"0"0"-5"16,0 0 0-16,0 0-23 15,0 0-11-15,-15-39-3 0,17 33 3 16,6 0-6-16,1 1 4 16,2 0-1-16,3 1 2 15,0 0-2-15,3 2 1 16,-1 2-1-16,1 0 0 0,-1 2 0 15,-1 8 0-15,-2 3 0 16,1 4-1-16,-3 5 1 16,-1 5 1-16,1 0 1 15,-4 2-2-15,3-1 0 16,-3-1 1-16,5-3-1 16,-1-1 0-16,3-5 1 15,-1-2-1-15,1-4 1 0,-2-3-1 16,-3-6-1-16,-2 0 1 15,-2 0 1-15,-4-3-1 16,-1 0 5-16,0 0 17 16,-6 0-18-16,-3 0-5 0,-4 4 1 15,-1 6-1-15,-1 6 2 16,-3 4 0-16,3 5-1 16,1 3 0-16,3 5 0 15,2 4 1-15,2 0 0 16,4 0 0-16,1 2 0 15,2-1 1-15,0-4-1 0,0 0 0 16,2-4 1-16,1-3-1 16,-1-3-1-16,1-4 1 15,-3-2-1-15,0-1 0 16,-6-4 1-16,-4-2-1 16,-3-1 0-16,-6-3-1 15,-1-2-5-15,2-5-90 0,2 0-28 16</inkml:trace>
  <inkml:trace contextRef="#ctx0" brushRef="#br0" timeOffset="75720.28">22434 14134 202 0,'0'0'-4'0,"0"0"10"0,0 0 2 0,0 0-9 0,0 0 1 0,0 0 0 16,0 0 0-16,-44-32 1 15,32 32 4-15,-4 5-4 16,0 4 2-16,-2 5-2 15,-2 1-1-15,2 0 1 16,3 2-1-16,3 0 0 0,4-2 1 16,6-1-1-16,2-1 2 15,0-3-2 1,10-1 1-16,2-1-1 0,6-3 1 16,1-3 2-16,0-2 1 15,0 0-1-15,-3 0-1 16,-4 0-1-16,-3 0 0 0,-5 0-1 15,-4 3-1-15,-2 3 4 16,-11 4 6-16,-5 3-4 16,-3 3 1-16,1 0-2 15,-4 1 2-15,5 2-3 0,4-3-2 16,4-2 1-16,2 1 0 16,7-4 1-16,2-1 0 15,2-1-2-15,12-2-1 16,7-3-4-16,2-2-1 15,6-2-14-15,2 0-30 16,-1-7-46-16</inkml:trace>
  <inkml:trace contextRef="#ctx0" brushRef="#br0" timeOffset="76089.87">22503 14331 114 0,'0'0'6'0,"0"0"33"0,0 0 0 0,0 0-23 0,0 0-8 16,0 0-6-16,0 0 0 16,0 0-1-16,0 0-1 15,0 0 1-15,42 3 0 0,-30 10-1 16,-1 1 2-16,0-2-2 16,0 2 1-16,-4-1-1 15,1-1 0-15,-4-3 0 16,-1-2 0-16,-3-3 0 15,0 0-1-15,0-4 1 16,-4 0 6-16,-1 0 6 0,-3-2 7 16,3-5 1-16,-2-2-3 15,5-1-3-15,2-3-2 16,0-1-4-16,4-2-1 16,7-2-6-16,3 1 0 15,6 0-2-15,0 0-1 0,2 4-13 16,-1 3-13-16,1 3-15 15,-4 1-32-15,-2 3-86 16</inkml:trace>
  <inkml:trace contextRef="#ctx0" brushRef="#br0" timeOffset="77052.5">22807 14302 100 0,'0'0'16'16,"0"0"9"-16,0 0 2 16,0 0-7-16,0 0-2 15,0 0-6-15,0 0 1 16,38-22-5-16,-28 22 1 16,2 0-3-16,1 0-2 0,2 2-1 15,0 6-2-15,3 2 1 16,-2 4-2-16,1 3 0 15,-2 0 0-15,-1 1 0 16,-3 0 0-16,-2-4 0 16,-3 0 1-16,-2-4-1 15,-3-1-1-15,-1-4 1 0,0-3 0 16,-5-1 5-16,-4-1 2 16,1 0 0-16,1-2 2 15,-1-4 7-15,4-5 0 16,1 1-5-16,3-3-2 0,0 0-5 15,0-1 2-15,6-3-6 16,6 1 1-16,2-1-2 16,3 2-3-16,2 2-15 15,1 1-11-15,2 2-4 16,-3 4-2-16,3 1-6 16,-3 3 1-16,-2 2 18 0,-1 0 13 15,-5 0 10-15,-3 0 1 16,-1 3 0-16,-4 5 11 15,-1 0 7-15,-2 3-7 16,0 0-2-16,0 4-7 16,-4-2 2-16,-2-2 3 0,3 3-3 15,2-1 2-15,-1-2-3 16,2-2 2-16,0 0-3 16,0-2 1-16,3-2-1 15,3-2 2-15,1 0 1 16,0-3 2-16,0 0-2 0,-1 0 3 15,1-6 0-15,-2-2-1 16,-1-2-3-16,0-1 1 16,-4-1 2-16,0-4-1 15,0 2 2-15,0 0-4 16,0-1-3-16,0 0 0 0,0 4-2 16,1 0 0-16,3 1-1 15,5 2 1-15,-2 1-2 16,4 3-2-16,1 1-3 15,0 3 2-15,-1 0 1 16,0 0 2-16,-1 6 0 0,-2 4-1 16,-1 4 1-16,1 3 0 15,-2 2 1-15,0-1-1 16,-1 2 2-16,-1-1 0 16,3-4 1-16,-4-2 0 0,2-3 0 15,1-2 0 1,-1-2 1-16,2-3 0 0,1-2 4 15,-2-1 6-15,1 0 2 16,0-1 4-16,0-6-1 16,-1-2 2-16,-1-2-4 15,-1 1-3-15,0-2-7 0,-2-2-4 16,-1 4-3-16,2 0-14 16,1 2-23-16,0-1-14 15,0 2-93-15</inkml:trace>
  <inkml:trace contextRef="#ctx0" brushRef="#br0" timeOffset="77306.69">23852 14242 122 0,'0'0'150'0,"0"0"-120"0,0 0-6 0,0 0-20 0,0 0-1 15,0 0-2-15,0 0-1 16,0 0 0-16,42-2-2 16,-25 2-17-16,-2 0-28 15,-1 0-30-15,-1 0-25 16</inkml:trace>
  <inkml:trace contextRef="#ctx0" brushRef="#br0" timeOffset="77893.64">24285 14257 165 0,'0'0'13'0,"0"0"1"16,0 0-8-16,0 0-4 15,0 0-1-15,0 0-1 16,0 0 7-16,0 0 14 16,0 0 5-16,22 0-6 15,-19-2-9-15,1-5-5 16,0 2-5-16,2-4-1 0,-2 0 0 16,1-3-1-16,0 0 0 15,0 0 1-15,-2 2 1 16,2-1 0-16,-3 1 0 15,-1 2 2-15,2 2-3 16,-1 2 0-16,-1 1 1 0,1 0-1 16,0 3-1-16,-2 0-1 15,0 2-3-15,0 5 4 16,0 3 2-16,0 5 1 16,0 1-1-16,0 2 0 15,0 2 0-15,2 1-1 0,0-2 2 16,1-1-2-16,1-1 1 15,-1 0-1-15,0-4 0 16,-2 0 0-16,-1-2-1 16,0 1-24-16,0-4-20 15,-2 1-10-15,-7-3-3 16,-2-3-21-16</inkml:trace>
  <inkml:trace contextRef="#ctx0" brushRef="#br0" timeOffset="78061.3">24277 14391 112 0,'0'0'87'0,"0"0"-57"0,0 0-16 0,0 0 7 16,0 0-8-16,50 0-6 15,-29-1-3-15,2-2-2 16,3 2-1-16,2-3-1 16,2-1-1-16,1 1-21 0,0-1-40 15,-2-4-27-15,-2 0-8 16</inkml:trace>
  <inkml:trace contextRef="#ctx0" brushRef="#br0" timeOffset="78297.99">24695 14255 72 0,'0'0'27'0,"27"-42"4"0,-18 24-12 15,0 3-3-15,-4 4 6 16,-2 3 10-16,-3 4 1 16,0 1-6-16,0 3-12 15,0 0-12-15,-5 4-3 16,-3 9 0-16,-1 5 2 15,-1 2 1-15,-1 7-1 0,3 3 0 16,0-2 0-16,2 2 0 16,0-3-1-16,2 2 0 15,0-5 0-15,1-1-1 16,-1-2 0-16,0-1-5 16,-1-2-17-16,-2-6-48 15,2-3-8-15</inkml:trace>
  <inkml:trace contextRef="#ctx0" brushRef="#br0" timeOffset="78461.39">24541 14336 204 0,'0'0'11'15,"0"0"-12"-15,51-23 2 16,-29 16-14-16,0 3-48 0,0 2 11 15,2 2-35-15</inkml:trace>
  <inkml:trace contextRef="#ctx0" brushRef="#br0" timeOffset="78561.28">24787 14318 0 0,'0'0'71'16,"0"0"-29"-16,0 0-1 0,0 0 7 16,0 0-26-16,0 0-17 15,0 0-7-15,27 16-68 16</inkml:trace>
  <inkml:trace contextRef="#ctx0" brushRef="#br0" timeOffset="79036.66">23956 14523 189 0,'0'0'9'0,"0"0"-3"0,0 0-2 0,42-5-2 16,-27 3-2-16,-3 2-26 16,-1-2-48-16</inkml:trace>
  <inkml:trace contextRef="#ctx0" brushRef="#br0" timeOffset="82078.47">10963 11032 56 0,'-6'5'3'0,"1"0"0"0,-3 1-1 0,4-1-2 16,-2 0 0-16,-1 1 2 16,-1-1-2-16,0 2-3 15,-2-2 2-15,1 2-4 0,-1-2-1 16,-3 1-3-16,-2 2-33 15</inkml:trace>
  <inkml:trace contextRef="#ctx0" brushRef="#br0" timeOffset="83146.46">9885 11136 7 0,'0'0'-3'0,"0"0"1"0,0 0 1 15,0 0 3-15,0 0 7 16,0 0 1-16,0 0 7 0,0 0-6 15,0 0-2-15,0 0 2 16,0 0-4-16,0 0-8 16,0 0 2-16,5-6-2 15,-5 15 2-15,0 1 1 16,0 2 1-16,0 3 0 16,0 2 0-16,0 1-1 0,-2 6 0 15,-2-2-2-15,-1 2 2 16,1 0-1-16,-3 1 0 15,0-2-1-15,-1 0 1 16,3-3 1-16,1-2-2 0,1-1 0 16,1-4 1-16,2 2-1 15,0-3-1-15,0-4-6 16,0-2-37-16</inkml:trace>
  <inkml:trace contextRef="#ctx0" brushRef="#br0" timeOffset="83632.64">9877 11157 74 0,'0'0'7'0,"0"0"-4"0,0 0 4 15,0 0 1-15,-6 44-6 0,3-27 0 16,0 2-1-16,1 2 1 16,2 2-2-16,-2 1 0 15,2 0 1-15,-2-3-1 16,2 2 1-16,-2-2-1 15,1-1 0-15,0-3 0 16,0 0 0-16,0-1 0 0,1-4-5 16,0-1-10-16,-1-6-27 15</inkml:trace>
  <inkml:trace contextRef="#ctx0" brushRef="#br0" timeOffset="84086.74">9884 11173 58 0,'0'0'14'0,"0"0"-13"0,0 0 0 0,0 0 1 16,1 44-2-16,-2-30 1 16,-1 3 0-16,-1 3-2 15,1 1 2-15,0 0-1 0,0 1 1 16,0-1-1-16,1 2 2 16,0-2-1-16,0-1-1 15,-2-3 0-15,3-2 0 16,-2-2 0-16,2-3-4 15,-2-4-12-15,2-6-26 0</inkml:trace>
  <inkml:trace contextRef="#ctx0" brushRef="#br0" timeOffset="84656.89">9877 11230 7 0,'0'0'24'0,"0"0"-8"0,0 0-5 0,0 0-3 16,0 0 0-16,0 0-1 16,-8 42 0-16,7-29 1 15,-2 1 0-15,-1 1-2 16,1 1-2-16,2 1-1 0,-1 0-1 15,1-1-1-15,0 0-1 16,1-1 0-16,0-2 1 16,0 0-1-16,0-3 0 15,0 1 0-15,0-2 1 0,0-1-1 16,0-2-3-16,1 0-24 16</inkml:trace>
  <inkml:trace contextRef="#ctx0" brushRef="#br0" timeOffset="84936.24">9894 11355 110 0,'0'0'1'0,"0"0"-1"0,0 0 1 16,0 0-1-16,0 45 1 15,-2-35-3-15,2-4-58 16</inkml:trace>
  <inkml:trace contextRef="#ctx0" brushRef="#br0" timeOffset="89243.67">17114 7371 66 0,'0'0'5'0,"0"0"3"0,0 0 3 0,0 0-7 16,0 0-7-16,0 0-5 16,0 0 11-16,0 0-2 15,0 0 0-15,0 0 0 0,0 0-1 16,0 0 1-16,0 0-1 16,0 0-1-16,4-8 1 15,-3 8 0-15,0 0 0 16,0-1 2-16,1 0 6 0,0 1-4 15,0-3 0-15,0 2-4 16,-1 0 1-16,0 1-1 16,0-2 0-16,0 2 1 15,-1 0 1-15,0 0 10 16,0 0 4-16,0-2 6 0,0 2-1 16,0 0-12-16,-3 0-8 15,-4 0 0-15,0 0-2 16,-3 0-1-16,-3 2 3 15,1 2-2-15,-2 3 1 16,-1 0 0-16,0 2 1 16,1 1 0-16,-2 2-1 0,2 1 0 15,-4 3 0-15,1 1 0 16,-1 1 0-16,2 1 0 16,-2 6 0-16,-2-1 0 15,2 3 0-15,-4 0-1 16,4 3 2-16,-6-3-1 0,3 3 0 15,-1 0 0-15,2-2 0 16,-2 4 0-16,3 0 0 16,0 2 0-16,1 3 1 15,2 2-1-15,0 0 0 16,1 0 0-16,0 0 0 0,3-2 0 16,0 0 0-16,2-1 2 15,1 1-2-15,2-2 0 16,-1 2 0-16,4 0 0 15,0 0 0-15,0-1 1 16,2-1-1-16,2 1 0 0,0-2 0 16,0-1 2-16,3-1-2 15,4 0 0-15,2 0 0 16,-1 1 0-16,3-1 0 16,1 1 0-16,0-2 0 15,1 0 0-15,-1-1 0 0,3 0 0 16,-1 1 0-16,-1-1 1 15,3-2-1-15,-3 2 0 16,2 0 0-16,-1 1 0 16,1-1 1-16,-3 1-1 15,-1-1 0-15,-1 1 0 0,-1-2 0 16,1-1 0-16,-4 1 1 16,2-1-1-16,-1 3 0 15,3-1 0-15,-4 0 0 16,3 3 0-16,1-1 0 15,-3 1 0-15,3 1 0 0,2 0 0 16,-3-2 0-16,1 0 0 16,2-1 0-16,-1 1 0 15,1-3 0-15,1 4 0 16,-2 0 0-16,3-1 0 0,-1 1 1 16,3 1-1-1,-3 0 1-15,3-1-1 0,-1-2 1 16,0 2 1-16,2-2 1 15,3 2 0-15,-3 1-1 16,0-1 0-16,1 2 0 16,1-1-1-16,-3 4-1 0,-1-3 2 15,1 1-1-15,0 0 0 16,2-2 1-16,-1 2 0 16,1-1 0-16,1 5 0 15,-1 0-1-15,2 2 1 16,-1 1-2-16,-2 1 1 15,1-2-1-15,-3 2 1 0,0 0-1 16,-4 2 0-16,-2 0 1 16,-4 2-1-16,-1 0 2 15,-4-1-1-15,0 0 0 16,-6-2 1-16,-4 2-1 16,-2-4 3-16,-5-1-2 0,-1 2 1 15,1-3-1-15,-5-1-1 16,4-3 0-16,-6-4-1 15,3 2 0-15,-1-8 0 16,0 0 0-16,1-5 0 0,-1-2 1 16,2-5-2-16,-4-1 2 15,5-4-1-15,-1-3 0 16,2-1 1-16,3-3 1 16,1-1-2-16,2-1 0 15,1-1 1-15,3 0-1 16,0 0 2-16,5 0-2 0,-2 0 1 15,2 0 1-15,2-1-1 16,1 1-2-16,0 0-1 16,0 0-13-16,9 0 16 15,0 0 0-15,3 5-1 0,3 2 2 16,5 3-2 0,-4 1 0-16,4 1 1 0,-1 1-1 15,0 2 0-15,1 2 0 16,-3 4 0-16,2 2 1 15,-2 1-1-15,3 2 0 16,-5 4 0-16,2 1 0 0,1 2-1 16,-5 1 1-16,2 4 0 15,-3 5 1-15,-1-1-1 16,-1 3 1-16,-2 1-1 16,-3 1 2-16,-1 3-2 15,0-1 2-15,-4 4-4 16,0 1 7-16,0 3-5 15,0 0 0-15,-8 0 0 0,3 1 0 16,-4-2 0-16,-2 0 1 16,1 1-1-16,-1-2 0 15,0 0 0-15,0-1 0 0,0 0 0 16,2-1 0-16,1 1 1 16,-1 0-1-16,1 0-1 15,0-2 1-15,1 1 1 16,-1-2-1-16,-1-1-1 15,2 4 2-15,0 1-1 16,0 2 0-16,2 0 1 0,-2 2-1 16,3-2 1-16,2 3-1 15,-2-2 0-15,2 2 0 16,-1-2 0-16,1 0 0 16,0 0 0-16,-2 1 1 15,3 0-1-15,0 0 0 0,0 2 0 16,1 3 0-16,0 2 1 15,0 2-1-15,0-1 0 16,0 0 1-16,0 1-1 16,0-2 1-16,0-2-1 15,7-2 3-15,-2-1 1 0,3-3-1 16,0 3 1-16,3-4 4 16,1 0-3-16,1-2-1 15,3-1-3-15,0-1 0 16,4-1-1-16,-1-3 0 15,7-1 1-15,-2-3-2 16,5-5 2-16,0 1-1 0,3-1 2 16,1-1 0-16,0-1 1 15,2-4 1-15,1 1-1 16,-1-4 2-16,2-3 0 16,1-3-1-16,1-2 0 0,1-3 2 15,-2-3 0-15,0-3 0 16,-1-1-1-16,-3-2-2 15,0-2-2-15,-1-1 0 16,2-5-1-16,4 1-1 16,-3-4-19-16,0-7-75 15</inkml:trace>
  <inkml:trace contextRef="#ctx0" brushRef="#br0" timeOffset="93506.89">23260 10968 56 0,'-3'0'3'0,"2"0"7"0,1 0-7 0,-1 0-3 16,1 0-1-16,0 0-8 15,0 0 7-15,0 0 1 16,0 0 1-16,1 0 0 16,1 0 1-16,0 0-1 0,-2 0 0 15,0 0 1-15,0 0 10 16,0 0-2-16,0 0 0 15,1 0-7-15,3 0-3 16,-4 0 1-16,0 0-3 0,2 0-7 16,-1 0-2-16,-1 0-5 15,0 0-31-15</inkml:trace>
  <inkml:trace contextRef="#ctx0" brushRef="#br0" timeOffset="94127.21">24067 10823 77 0,'0'0'17'0,"0"0"4"0,0 0 0 0,0 0-5 16,0 0-6-16,0 0-4 15,0 0-2-15,0 0-3 16,0 0-1-16,0 0 0 16,0 0 0-16,39 2 0 15,-29 4 1-15,-3 2-1 0,4-1 0 16,1 3 0-16,2-1 0 15,1 0 0-15,-1 0 0 16,2-1 0-16,-1-2 0 16,0 0-9-16,-2-3-30 15,1-3-16-15</inkml:trace>
  <inkml:trace contextRef="#ctx0" brushRef="#br0" timeOffset="94390.89">24274 10826 137 0,'0'0'3'16,"0"0"22"-16,0 0-8 16,0 0-8-16,0 0-4 0,0 0-5 15,0 0 2-15,-37 14-2 16,31-7 0-16,0 3 0 15,0-1 0-15,-1 1 0 16,1 0 0-16,1-2 0 16,-2 2 0-16,1-2-6 0,-1 0-26 15,0-2-20-15,-3-3-56 16</inkml:trace>
  <inkml:trace contextRef="#ctx0" brushRef="#br0" timeOffset="94599.7">24120 10896 134 0,'0'0'14'16,"0"0"5"-16,0 0-18 0,0 0 3 16,0 0 0-16,42-9-3 15,-22 8 1-15,1 1-2 16,0-2 1-16,1 2-1 15,2-1-1-15,-5-2-30 16,-1-1-29-16</inkml:trace>
  <inkml:trace contextRef="#ctx0" brushRef="#br0" timeOffset="94723.57">24338 10840 33 0,'0'0'102'0,"0"0"-91"0,0 0 8 16,-39-2-16-16,31 13-3 15,1 4-6-15,0 4-30 16,3-2-54-16</inkml:trace>
  <inkml:trace contextRef="#ctx0" brushRef="#br0" timeOffset="96111.06">24347 12717 48 0,'4'0'9'0,"-2"0"0"0,-1 0 2 0,1 1-2 0,2 0 2 16,2 1 1-16,-1-2-2 16,4 1 1-16,-2-1 3 15,2 0-4-15,2 3-4 0,-3-3-5 16,1 1 0-16,3 1-1 15,-1-1 0-15,-3 2-1 16,3-3-14-16,-5 0-20 16,2 2-22-16</inkml:trace>
  <inkml:trace contextRef="#ctx0" brushRef="#br0" timeOffset="96345.58">24470 12702 142 0,'0'0'3'15,"0"0"22"-15,0 0-3 16,0 0-13-16,0 0-11 16,0 0 1-16,0 0 3 0,0 0-3 15,-42 28 4-15,35-16-3 16,1-1 1-16,2-2-2 15,0 4-10-15,-1-4-27 16,1-2-16-16</inkml:trace>
  <inkml:trace contextRef="#ctx0" brushRef="#br0" timeOffset="96503.59">24411 12765 140 0,'0'0'13'0,"0"0"8"16,0 0-15-16,0 0-6 16,0 0-2-16,0 0-8 15,0 0-33-15</inkml:trace>
  <inkml:trace contextRef="#ctx0" brushRef="#br0" timeOffset="100279.87">18808 3854 96 0,'1'0'6'0,"1"-4"11"16,-1-1 0-16,0-1 0 0,1-1 7 15,-2 1-3-15,0 0-3 16,0-1-11-16,0 1-1 15,0 2 0-15,0 0-5 16,0-2 0-16,0 3-1 0,0 0 1 16,-2-2-1-16,-3 2-1 15,-3 0 2-15,-3 0 0 16,-1 3-1-16,-2 0 1 16,-4 0-2-16,0 9 1 15,1 2-1-15,-5 5 1 0,1 2 0 16,1 1 1-16,0 3-1 15,0 2 0-15,0 4 1 16,0 4-1-16,5 1 1 16,-1 4-1-16,6 4 1 15,3 1-1-15,7 1 0 16,0-4 1-16,3-1-1 0,9-6 1 16,4-4 0-16,3-6 1 15,2-5-4-15,0-7 2 16,0-3 0-16,1-4 0 15,-2-3 4-15,2 0-2 0,-3-5 0 16,-1-4 1-16,1-4 0 16,-2-1-1-16,-4-2 1 15,-1 1-3-15,-4-4 0 16,-2 1 1-16,-1-1 0 16,-3-2 0-16,2 3-2 15,-4-1 0-15,2 3 0 16,-2 2 1-16,1 0-2 0,1 5 4 15,2 0-2-15,3 3-2 16,0 0 2-16,2 2-1 16,4-2 1-16,-2 2 0 15,5 1-2-15,0 3 1 0,4 0 1 16,0 0 0-16,0 0-1 16,1 7 0-16,0 3-1 15,0 2 1-15,-3-1 1 16,-3 3-1-16,3-1 0 15,-5 1 1-15,1-1-1 16,-7-2 1-16,1 2 0 0,-1-3 0 16,-1 1-1-16,-3 1-4 15,-2-1-14-15,1-1-28 16,-2-4-9-16,2-3 7 16</inkml:trace>
  <inkml:trace contextRef="#ctx0" brushRef="#br0" timeOffset="100624.39">19242 4106 136 0,'0'0'5'0,"0"0"5"0,0 0 5 0,0 0-4 0,0 0-6 16,44-37-4-16,-33 37-1 15,0 0 1-15,0 0-2 16,1 8 0-16,-1 2 3 0,0 5-1 15,-2 0 0-15,0 2 0 16,-4-3-1-16,1 0-1 16,-1-2 0-16,-4-4 2 15,-1-3 1-15,1-1 2 16,-1-3 2-16,0-1 10 16,0 0 18-16,0 0 7 0,0-3-22 15,-2-5-7-15,0-5-2 16,-1-2-6-16,1-3 1 15,2-3 0-15,0 1-4 16,7-1 0-16,2 1-3 16,4 1-25-16,3 1-25 0,-1 2-47 15</inkml:trace>
  <inkml:trace contextRef="#ctx0" brushRef="#br0" timeOffset="101038.46">19780 3972 147 0,'0'0'3'0,"0"0"8"16,0 0 13-16,0 0-11 15,0 0-13-15,0 0 0 16,0 0-2-16,-47 4 4 15,32 7-7-15,1 2 10 16,-1 3-4-16,3-2 0 0,2 2 0 16,5-1 0-16,-2-2 0 15,4-3 0-15,3-1 0 16,0-2 2-16,0-3-2 16,7-1-2-16,3-2 1 15,1-1 6-15,2 0-2 0,-2-1 3 16,0-3 3-16,-3-1-2 15,0 1-1-15,-4 1 0 16,1 2 0-16,-1 0-4 16,-2 1-3-16,3 0 0 15,3 0-1-15,-1 2-1 0,3 6-9 16,1-1-34 0,1-2-31-16,2-2-53 0</inkml:trace>
  <inkml:trace contextRef="#ctx0" brushRef="#br0" timeOffset="101835.55">20071 4005 97 0,'0'0'11'16,"0"0"8"-16,0 0 4 16,0 0-2-16,0 0-8 0,0 0-6 15,0 0-8-15,-45-29 0 16,30 38 1-16,0 2 0 15,2 2 1-15,3 0-2 16,1 2 2-16,4-3-1 16,3 0 0-16,2 1 1 15,0-3-1-15,0-3 1 0,9 0-3 16,3-3 4-16,2-4-2 16,2 0 3-16,1 0 0 15,4-7-2-15,-4-4 1 16,0 0-2-16,-1-6 2 15,1 0 0-15,-6-4 1 0,-1-2 1 16,0-3 3-16,0-2-4 16,-4-5-2-16,-1-2-1 15,-1-1-7-15,-1-1-5 16,-3 3 6-16,0 0 6 16,0 6 0-16,-1 2 4 0,-6 3 2 15,1 5 0-15,-2 2 3 16,2 2-5-16,-1 6-3 15,1 0-1-15,0 4-4 16,-1 4-1-16,2 0-8 16,-2 2 5-16,3 10 5 0,-2 6 1 15,3 4 2-15,2 4 0 16,1 2 2-16,0 2-1 16,5 3 1-16,6-2-2 15,1-1 1-15,1 1 0 16,1-4 0-16,1-3 0 0,-2 0 0 15,1-4-1-15,0-2 1 16,0-2 0-16,-2-3-3 16,1-3 2-16,1-3 1 15,0-4 0-15,1-3 3 16,-1 0-1-16,2 0-1 16,-3-7 1-16,1-3-2 0,-1-3 2 15,-1-3-1-15,-1-1-2 16,-4 3 1-16,-1 1-1 15,-2 3 0-15,-1 3 0 16,1 2 1-16,-4 3 0 0,0 2 0 16,2 0-5-16,-1 3-6 15,3 5 9-15,2 3 4 16,-1 1-2-16,3 1-1 16,2 3 2-16,2-2-3 15,1 0 0-15,0-3 1 16,0-1-16-16,2-3-18 0,-3-5-5 15,1-2-26-15</inkml:trace>
  <inkml:trace contextRef="#ctx0" brushRef="#br0" timeOffset="102682.21">20669 3922 94 0,'0'0'5'0,"0"0"16"0,0 0 8 0,43 3 5 16,-36-10-11-16,-4 1-6 16,0-3-2-16,-2-2-4 15,-1-1-3-15,0 0-1 16,-2 1-4-16,-5 2-1 0,-2 2 1 16,-2 4 0-16,0 2-2 15,2 1-2-15,-5 4 0 16,4 8 1-16,0 3 1 15,3 5 0-15,3 0-1 16,2 3 0-16,2-2-1 0,0-4-2 16,4 0 0-16,3-3-5 15,4-2 0-15,0-4 3 16,5 1 0-16,-3-6-1 16,5-3-7-16,-1 0-2 15,4 0-11-15,-4-7 8 0,1-5-2 16,1-2 9-16,-4 0 9 15,0-3 0-15,-3 2 5 16,-1 3 2-16,-3 0 12 16,0 3 7-16,-2 3-4 15,-1 3-6-15,-1 0-6 0,1 2-6 16,0 1-1-16,0 0-1 16,1 0 0-16,1 5 1 15,-1 1 0-15,2 3 2 16,-2-1-1-16,1-1-2 15,-3 0 0-15,2 0 0 0,-1-2 1 16,-3-2 1-16,-1-1-2 16,0 0 1-16,0-2 0 15,-1 0 2-15,2 0 5 16,0-2 13-16,2-7-13 16,1 0-9-16,1-4 3 0,1 2-3 15,2-1 1-15,-2 4 0 16,3 0 0-16,1 3 0 15,1 2 0-15,2 3 0 16,-1 0 0-16,0 0-1 16,1 6 0-16,-1 1-1 0,1 4 0 15,-3 1 1-15,-2 2-3 16,2-3-11-16,-4-1-11 16,-1 0-15-16,-1-3-8 15,2-3 0-15,-2-4-23 16</inkml:trace>
  <inkml:trace contextRef="#ctx0" brushRef="#br0" timeOffset="102894.74">21228 3898 13 0,'0'0'3'0,"16"-59"3"0,-9 27 6 0,0 2 3 0,-4 4-2 16,1 4 13-16,-3 5 8 0,0 6 9 16,-1 4 2-16,0 4-16 15,0 3-6-15,0 0-24 16,0 8-5-16,0 9 5 15,0 2 5-15,4 5 0 16,-1 2-2-16,2 2-2 16,1 2 0-16,-2-3 0 0,-2 1-19 15,-2-1-44-15,0-3-40 16</inkml:trace>
  <inkml:trace contextRef="#ctx0" brushRef="#br0" timeOffset="103009.83">21299 3957 97 0,'0'0'127'16,"0"0"-102"-16,0 0-7 16,0 0-16-16,29-45-2 15,-10 32-25-15,6-2-67 0</inkml:trace>
  <inkml:trace contextRef="#ctx0" brushRef="#br0" timeOffset="103620.92">21964 3695 185 0,'0'0'13'15,"0"0"-12"-15,0 0-1 16,0 0-1-16,0 0-4 16,0 0 4-16,0 44 2 15,0-24-1-15,0 6 0 16,0 0 2-16,0 0-2 16,-2-2 0-16,1-4 0 0,-1-3 1 15,-2-4-4-15,-1-4 0 16,0-4-1-16,-3-1-5 15,1-4-2-15,-4 0 2 16,-1-1-14-16,1-9-7 0,-1-3 18 16,2-4 10-16,2-4 2 15,5-5-2-15,1 1-3 16,2-2-1-16,0 0 7 16,9 1 6-16,5 3-2 0,3 4 1 15,0 3-1-15,3 4 0 16,1 1 1-1,1 4 3-15,0 3 3 0,-2 2 0 16,0 2 0-16,-2 0-3 16,1 9-1-16,-2 2-3 15,-3 5 0-15,0 1-2 0,-5 4 1 16,-2 0 0-16,-4 1-4 16,-3-1 3-16,0 1 0 15,-1-3 0-15,-8 0 1 16,-3-3-1-16,-1-1 3 15,0-1-1-15,-3-3-2 0,0 0-1 16,1-2-1-16,2-1 0 16,3-3-3-16,0-3-67 15</inkml:trace>
  <inkml:trace contextRef="#ctx0" brushRef="#br0" timeOffset="104377.61">22219 3812 101 0,'0'0'1'0,"0"0"0"0,0 0 4 15,0 0 6-15,0 0 3 16,0 0-6-16,40-13-3 0,-36 4-2 15,1-1-1-15,-1 2 1 16,-2-1 1-16,-1-1 0 16,-1 3-1-16,0 0-1 15,0 3 2-15,-3 1 3 16,-4 3-5-16,1 0-2 16,-3 0 0-16,-1 11-2 15,2 2 2-15,-1 4-1 0,1 3 1 16,3 0 1-16,4-1-1 15,1 2 0-15,0-5 1 16,6 0 0-16,6-3 1 0,-1 0-2 16,3-6 1-16,0 0 0 15,2-1 1-15,3-3 0 16,-1-2 1-16,0-1 2 16,0 0-1-16,0 0-2 15,-4-7 0-15,-1 0 2 16,-2-2 0-16,-2-2 7 15,-1-2-5-15,0 0-1 0,-1-1-4 16,-1-1 0-16,-1-1-1 16,1 2 1-16,-1 0-2 15,0-1 1-15,-1 3 0 16,2 0 0-16,-1 2 0 0,4 0 0 16,-1 2 0-16,2-1 1 15,1 2-2-15,2 2 1 16,0 0 1-16,1 1-1 15,-3 1 1-15,0 3 0 16,1 0-1-16,-1 0 1 0,0 0-1 16,-3 3 0-16,0 3 0 15,0 1-1-15,0 0-1 16,-6 3 1-16,0 0 3 16,-1-3-2-16,-1 0 1 15,0 0 1-15,-3 0-2 0,-7 0 2 16,-1 0 2-16,-2-1 1 15,-3 1-5-15,-2-1 2 16,3-1-2-16,-1 0 0 16,5-2-4-16,4-2-38 15,3-1-43-15</inkml:trace>
  <inkml:trace contextRef="#ctx0" brushRef="#br0" timeOffset="104946.56">22841 3594 121 0,'0'0'3'0,"0"0"10"0,0 0 3 0,0 0-15 0,0 0-2 15,0 0-1-15,-41-23 2 16,30 23 1-16,-1 4 1 15,1 5-1-15,0 3 2 16,2 3-2-16,-1 2 0 16,3 3 0-16,2-1 1 0,1 1 1 15,4-1 2 1,0 0 1-16,2-2 0 0,6 0 0 16,5-3 3-16,1-3-3 15,3-2 3-15,0-2 2 16,3-1-1-16,3-3-3 15,-2-3-1-15,2 0-2 0,0 0 0 16,0-2-2-16,0-6 2 16,-2-2-1-16,-4-2-1 15,1 1 1-15,-2-4-2 16,-7 3 0-16,-3-2-1 16,-3 5 1-16,-3-2 3 0,0 4-2 15,-1 1 1-15,-8 2-1 16,-2 4-1-16,-1 0-2 15,-1 0 2-15,-1 7 1 16,1 3-2-16,2 3 2 16,5 0-2-16,0 1 0 0,4-1 1 15,2-1-1-15,0 0-1 16,2-1-8-16,8-4-15 16,3 0-2-16,3-1-5 15,2-6-18-15,0 0 11 16,-1 0-6-16,-1 0-23 15</inkml:trace>
  <inkml:trace contextRef="#ctx0" brushRef="#br0" timeOffset="105416.85">23094 3773 41 0,'0'0'23'0,"0"0"-12"0,0 0 11 0,23-44-3 0,-20 36 7 0,-1 3-1 0,-1 1 1 0,2 1-10 16,-3 1 1-16,2 2-9 15,0 0-6-15,1 0-2 16,1 0-1-16,2 4 2 15,0 3 0-15,0 1-1 16,0 2 3-16,1 2-1 16,-3-1-1-16,0-3 0 15,-1 1-1-15,0-3 0 0,-2-1 0 16,0-3 1-16,-1-1-2 16,0-1 2-16,1 0 5 15,-1 0 15-15,0 0 8 0,0-6-24 16,0-5-4-16,0-2-3 15,3-1-2-15,1-2 6 16,2 2-4-16,3-1-5 16,-1 2 4-16,2 0 3 15,3 6-1-15,0 0 0 16,1 1 1-16,-1 2 1 16,2 4-1-16,0 0 0 0,1 0 0 15,0 0 0-15,-2 6-1 16,0 3 1-16,-1 0-1 15,-3 1-2-15,-3 4 1 16,-1-1 0-16,-3 0 0 0,-2 1-2 16,-1-3-1-1,0 2 3-15,0-3-2 0,-2 1-6 16,-1-4-9-16,-3-2-11 16,4-2-33-16,2-3-15 15</inkml:trace>
  <inkml:trace contextRef="#ctx0" brushRef="#br0" timeOffset="105694.55">23486 3519 145 0,'0'0'9'0,"0"0"9"0,0 0 13 0,0 0-26 15,0 0-13-15,0 0 9 0,0 0 7 16,0 0-3-16,2 54 2 16,1-33-5-16,1 2 1 15,0 1-1-15,-1-1-1 16,-1-2 1-16,0-1-2 16,0 0 0-16,-1 1 0 0,-1-4 0 15,0 2-16-15,0-2-72 16,-4-3-39-16</inkml:trace>
  <inkml:trace contextRef="#ctx0" brushRef="#br0" timeOffset="105851.83">23500 3766 200 0,'0'0'3'0,"0"0"4"16,46-29 0-16,-22 21-5 15,7 1 0-15,4 1-4 0,1-1-41 16,-3-1-63-16</inkml:trace>
  <inkml:trace contextRef="#ctx0" brushRef="#br0" timeOffset="107815.56">18394 4739 102 0,'0'0'0'0,"0"0"2"0,0 0 3 0,0 0 6 16,0 0-1-16,0 0 7 0,43 24-1 16,-30-19-6-16,7 0-4 15,4-2-2-15,5 0-2 16,6-2 0-16,1-1 0 16,5 0-1-16,7 0 0 15,1-1-1-15,7-5-2 16,7-1 2-16,4-3 1 15,6 1-2-15,6-2 4 0,6 1-4 16,2-2 2-16,5 0-1 16,6-1 1-16,6 2-1 15,2-3 0-15,4 2 0 0,8-3-1 16,2 3 1-16,3 0-2 16,3 1 3-16,7 0-1 15,0 1 0-15,3 2 1 16,4-1-1-16,4 1 0 15,-3 0 0-15,4 0 1 16,-3 2-2-16,2-1 1 0,4 3 0 16,-1-2 1-16,1 1 4 15,-3-1-1-15,4 2 0 16,-5-3 0-16,0 1-2 16,-4 1-1-16,-4-3 1 0,-2 1-2 15,-6 2 1-15,-5-3 0 16,-5 1-1-16,-7-1 0 15,-5-1 0-15,-7-1 0 16,-8-1 1-16,-10-4-1 16,-7 0 1-16,-8-2-1 0,-8-3 3 15,-6-1 3-15,-6-6 5 16,-3-3 0-16,-7-2-2 16,-5-4 0-16,-6-4-1 15,-4 0-1-15,-7-1 0 16,-3-4 0-16,-4-1 2 0,-5-2-4 15,-1-2-3-15,-1-2 1 16,0 0-3-16,-5-3 0 16,-4 1 0-16,-5 0 0 15,-2 0-1-15,-2 0-2 16,-3 0 0-16,-4 2 3 16,-2 2 0-16,-2 3 3 0,-2 3-2 15,-1 3-1-15,-1 1 0 16,0 1 2-16,-2 4-6 15,0-1 2-15,-5 1 4 16,-1 4-4-16,-2 4-2 0,-3 0 7 16,-1 5-7-16,-4 3 3 15,1 3 1-15,-5 5 0 16,1 1-6-16,-6 4 11 16,0 2-3-16,-1 4-2 15,-5 0 0-15,-1 0-2 16,-4 3 3-16,0 4 0 0,-7 4-2 15,-2-1 1-15,-3 2 0 16,-1 0 0-16,1 3 0 16,-3-1 1-16,-1 1-1 15,-1 0 0-15,1-1 0 16,-1 0-1-16,-2 0 2 16,-2-1-2-16,3 0 2 0,-1-2-1 15,1 2 0-15,-3-3 0 16,1 1 0-16,-1-1 0 15,-4 2 0-15,-4-1 0 16,2 0 1-16,-1 1-1 0,-2-1 0 16,-3-2 0-16,0-1 1 15,-2 2-2-15,-2 0 1 16,1-2 0-16,1 2 0 16,1-3 1-16,1 0-1 15,3 1 0-15,2-3 0 0,-1 1 0 16,2 1 0-16,4 0 1 15,-1 1-1-15,2-1 0 16,3 1 0-16,4-1-1 16,-1 0 2-16,1 4-2 15,3-2 1-15,3 3-1 0,3 0 0 16,4 4 0-16,4-2 1 16,2 2 0-16,7-1 0 15,1 1-1-15,4 2 1 16,7 2 0-16,4-1 0 15,4 2-1-15,3-1 1 16,6 4-3-16,2 0 4 0,3 3-2 16,1 2 0-16,4 2 1 15,3 3 0-15,2 7 0 16,3 2-2-16,1 4 2 16,1 2 0-16,2 4 0 15,-2 4-1-15,0 0-1 0,-1 2-1 16,3 2 2-16,0-3 1 15,2 1 0-15,1-7 0 16,3-2 0-16,3-3 0 16,0-6 1-16,0 0-1 0,9-3 1 15,7 1-1 1,7-2 0-16,12-2 0 0,13-1-2 16,16-2 0-16,18-7 4 15,19-4-1-15,13-9-14 16,9-12-97-16</inkml:trace>
  <inkml:trace contextRef="#ctx0" brushRef="#br0" timeOffset="201457.94">12228 10323 152 0,'0'0'9'0,"0"0"-8"0,0 0 0 16,0 0 1-16,0 0-1 15,0 0-1-15,0 0 0 0,37 8 0 16,-29-6-5-16,-3-2-27 15,1 0-11-15</inkml:trace>
  <inkml:trace contextRef="#ctx0" brushRef="#br0" timeOffset="201620.72">12288 10246 163 0,'0'0'21'0,"0"0"-1"15,0 0-14-15,0 0-1 16,0 0 1-16,-27 43-2 0,23-24-1 15,-2 2-2 1,2-1 1-16,1 1-2 0,-4 2 0 16,2-3-26-16,-3-3-64 15</inkml:trace>
  <inkml:trace contextRef="#ctx0" brushRef="#br0" timeOffset="201828.18">12057 10508 198 0,'0'0'4'15,"0"0"7"-15,0 0-1 16,0 0-5-16,0 0-2 16,0 0 0-16,0 0-3 15,0 0 0-15,-12 2-3 0,12-2-13 16,4 0-32-16,-2-2-19 15</inkml:trace>
  <inkml:trace contextRef="#ctx0" brushRef="#br0" timeOffset="201991.29">12057 10508 186 0,'-44'-11'5'15,"42"13"-4"-15,0 0-2 16,0 1-2-16,-1 1-18 0,1-1-19 16,0 1-11-16</inkml:trace>
  <inkml:trace contextRef="#ctx0" brushRef="#br0" timeOffset="202711.08">11616 10826 42 0,'0'0'14'0,"0"0"4"0,0 0-4 0,0 0-5 0,0 0 0 16,0 0-1-16,0 0 0 16,0 0-2-16,0 0 1 15,0 0-4-15,0 0-1 16,-3 0-2-16,3 0-2 15,0 2-35-15,0-1-39 0</inkml:trace>
  <inkml:trace contextRef="#ctx0" brushRef="#br0" timeOffset="204183.91">11182 11042 0 0,'0'0'10'0,"0"0"3"0,0 0 9 0,0 0-5 16,0 0-7-16,0 0-5 0,0 0-4 16,0 0 0-16,0 0-5 15,0 0-17-15,0 0 0 16</inkml:trace>
  <inkml:trace contextRef="#ctx0" brushRef="#br0" timeOffset="204348.21">11182 11042 78 0,'0'-6'11'0,"0"6"4"0,0 0-7 16,0 0-5-16,0 0-3 15,0 0-2-15,0 0-16 16,0 0-55-16</inkml:trace>
  <inkml:trace contextRef="#ctx0" brushRef="#br0" timeOffset="204534.03">11243 10964 95 0,'0'0'14'16,"0"0"-8"-16,0 0-1 15,0 0-2-15,0 0-1 16,0 0-2-16,0 0-14 16,0 0-50-16</inkml:trace>
  <inkml:trace contextRef="#ctx0" brushRef="#br0" timeOffset="204726.58">11312 10924 97 0,'0'0'30'0,"0"0"-28"16,0 0 3-16,0 0-4 15,0 0-1-15,0 0-3 0,0 0-25 16,0 0-41-16</inkml:trace>
  <inkml:trace contextRef="#ctx0" brushRef="#br0" timeOffset="204890.62">11242 11004 100 0,'0'0'2'16,"0"0"-1"-16,0 0 2 0,0 0-3 15,0 0-5-15,0 0-24 16</inkml:trace>
  <inkml:trace contextRef="#ctx0" brushRef="#br0" timeOffset="205074.05">11242 11004 150 0,'9'-30'5'0,"-9"30"-2"0,0 0-1 15,0 0-3-15,3 0-21 16,1 0-6-16,0-3-22 15</inkml:trace>
  <inkml:trace contextRef="#ctx0" brushRef="#br0" timeOffset="205309.72">11792 10590 94 0,'0'0'3'0,"0"0"-3"16,0 0-1-16,0 0-11 15,0 0-24-15,0 0 16 16</inkml:trace>
  <inkml:trace contextRef="#ctx0" brushRef="#br0" timeOffset="205494.65">11877 10548 148 0,'0'0'1'0,"0"0"-2"16,0 0-18-16,0 0-51 15</inkml:trace>
  <inkml:trace contextRef="#ctx0" brushRef="#br0" timeOffset="206924.08">13573 7674 107 0,'3'1'0'0,"-3"1"-1"0,4 3 2 0,-4-1-1 16,1 3 0-16,1 0 0 16,-1 0 1-16,0 0-15 15,-1-2-80-15</inkml:trace>
  <inkml:trace contextRef="#ctx0" brushRef="#br0" timeOffset="207180.88">13489 8017 62 0,'0'0'2'0,"0"0"8"0,0 0 4 16,0 0-1-16,0 0-2 15,0 0-1-15,0 0 0 16,0 0-2-16,-17 25-4 16,17-25-4-16,0 0-8 15,0 0-9-15,0 0-30 0</inkml:trace>
  <inkml:trace contextRef="#ctx0" brushRef="#br0" timeOffset="207386.27">13463 8142 14 0,'0'0'49'16,"0"0"-45"-16,0 0-2 15,0 0-2-15,0 0-15 16</inkml:trace>
  <inkml:trace contextRef="#ctx0" brushRef="#br0" timeOffset="207566.11">13319 8430 120 0,'0'0'1'0,"0"0"0"15,0 0-1-15,-33 42-6 16,26-33-31-16</inkml:trace>
  <inkml:trace contextRef="#ctx0" brushRef="#br0" timeOffset="207756.68">13151 8669 133 0,'0'0'2'0,"0"0"-1"16,0 0 0-16,0 0 0 0,-19 38-2 16,19-32-10-1,0-2-23-15,0-3-27 0</inkml:trace>
  <inkml:trace contextRef="#ctx0" brushRef="#br0" timeOffset="207936.01">13156 8861 119 0,'0'0'2'16,"0"0"1"-16,0 0-2 0,0 0 0 16,0 0-1-16,-20 39-2 15,20-32-26-15,-2-4-32 16</inkml:trace>
  <inkml:trace contextRef="#ctx0" brushRef="#br0" timeOffset="208120.23">13084 9111 111 0,'0'0'2'0,"0"0"9"0,0 0-7 15,0 0-3-15,0 0 0 16,-20 39-1-16,20-33 0 16,0-2-13-16,0 0-37 15</inkml:trace>
  <inkml:trace contextRef="#ctx0" brushRef="#br0" timeOffset="208342.17">12894 9424 185 0,'0'0'1'0,"0"0"1"15,0 0-3-15,0 0 2 0,0 0-1 16,0 0 0-16,0 0-12 15,0 0-30-15,-6 21-15 16</inkml:trace>
  <inkml:trace contextRef="#ctx0" brushRef="#br0" timeOffset="208541.23">12772 9589 218 0,'0'0'0'16,"0"0"0"-16,0 0-12 16,0 0-52-16,0 0 18 0</inkml:trace>
  <inkml:trace contextRef="#ctx0" brushRef="#br0" timeOffset="208757.27">12574 9836 242 0,'0'0'2'0,"0"0"-2"16,0 0 0-16,0 0-18 16,0 0-21-16,0 0-20 15,0 0-43-15</inkml:trace>
  <inkml:trace contextRef="#ctx0" brushRef="#br0" timeOffset="208973.7">12328 10101 243 0,'0'0'5'16,"0"0"-4"-16,0 0-1 0,0 0 0 15,0 0-17-15,-25 36-32 16,25-33-15-16</inkml:trace>
  <inkml:trace contextRef="#ctx0" brushRef="#br0" timeOffset="209195.3">12252 10231 258 0,'0'0'1'16,"0"0"1"-16,0 0-2 15,0 0-13-15,0 0-7 16,0 0-17-16,0 0-59 0</inkml:trace>
  <inkml:trace contextRef="#ctx0" brushRef="#br0" timeOffset="209445.55">11938 10578 248 0,'0'0'1'16,"0"0"1"-16,0 0-3 15,0 0-28-15,0 0 8 0,0 0-25 16,0 0-32-16</inkml:trace>
  <inkml:trace contextRef="#ctx0" brushRef="#br0" timeOffset="209624.13">11922 10610 214 0,'0'0'23'0,"0"0"-23"16,0 0 0-16,0 0-20 16,0 0-62-16,0 0 19 15</inkml:trace>
  <inkml:trace contextRef="#ctx0" brushRef="#br0" timeOffset="209828.03">11784 10730 277 0,'0'0'6'0,"0"0"-4"16,0 0-2-16,0 0 0 15,0 0-6-15,0 0-28 16,0 0-2-16,0 0-52 0,-25 28-33 15</inkml:trace>
  <inkml:trace contextRef="#ctx0" brushRef="#br0" timeOffset="210043.56">11500 10954 271 0,'0'0'-2'0,"0"0"5"0,-39 21-1 15,35-16-1-15,1-4-1 16,3 2-7-16,0-3-35 16,0 0-36-16,0 0 3 15</inkml:trace>
  <inkml:trace contextRef="#ctx0" brushRef="#br0" timeOffset="210263.65">11415 10999 269 0,'0'0'-2'0,"0"0"3"0,0 0-1 16,0 0-19-16,0 0-62 15,0 0 27-15,0 0-46 16</inkml:trace>
  <inkml:trace contextRef="#ctx0" brushRef="#br0" timeOffset="210776.46">11057 11119 101 0,'0'0'71'0,"0"0"-82"0,0 0 9 15,0 0-20-15,0 0-18 16,0 0 25-16,0 0-3 16</inkml:trace>
  <inkml:trace contextRef="#ctx0" brushRef="#br0" timeOffset="210982.21">10862 11279 165 0,'0'0'0'0,"0"0"3"16,0 0 0-16,0 0-3 15,0 0-1-15,0 0-25 16,0 0-7-16,0 0-8 16</inkml:trace>
  <inkml:trace contextRef="#ctx0" brushRef="#br0" timeOffset="211210.98">10842 11248 198 0,'0'0'-3'16,"0"0"6"-16,0 0-3 15,0 0 0-15,0 0 1 0,0 0-2 16,0 0-5-16,0 0-49 15,-26 18-6-15</inkml:trace>
  <inkml:trace contextRef="#ctx0" brushRef="#br0" timeOffset="211419.52">10755 11269 209 0,'0'0'2'0,"0"0"6"0,0 0 0 16,0 0-6-16,0 0 0 15,0 0-2-15,0 0-10 16,0 0-18-16,-13 0 0 16,19-1-9-16,1-5-4 15</inkml:trace>
  <inkml:trace contextRef="#ctx0" brushRef="#br0" timeOffset="211616.05">10679 11292 107 0,'0'0'1'0,"0"0"1"16,0 0-2-16,0 0-10 16,0 0-39-16</inkml:trace>
  <inkml:trace contextRef="#ctx0" brushRef="#br0" timeOffset="211843.15">10713 11222 99 0,'0'0'2'0,"0"0"0"16,0 0-4-16,0 0-8 0,0 0 5 15,0 0-15-15,0 0-35 16</inkml:trace>
  <inkml:trace contextRef="#ctx0" brushRef="#br0" timeOffset="212632.84">10641 11242 47 0,'0'0'3'0,"0"0"-4"0,0 0-6 0,0 0 2 15,0 0-12-15</inkml:trace>
  <inkml:trace contextRef="#ctx0" brushRef="#br0" timeOffset="212889.8">10641 11242 99 0,'-17'10'-2'0,"17"-10"4"16,0 0-5-16,0 2-9 0,0-1 7 15,2-1-7-15,-2 0-40 16</inkml:trace>
  <inkml:trace contextRef="#ctx0" brushRef="#br0" timeOffset="213117.31">10583 11285 49 0,'0'0'84'0,"0"0"-82"15,0 0 2-15,0 0-2 16,0 0-1-16,0 0-5 16,0 0-26-16,0 0-12 0</inkml:trace>
  <inkml:trace contextRef="#ctx0" brushRef="#br0" timeOffset="213523.5">10431 11254 82 0,'0'0'1'0,"0"0"0"0,0 0-1 0,0 0-25 16,0 0-26-16</inkml:trace>
  <inkml:trace contextRef="#ctx0" brushRef="#br0" timeOffset="213751.47">10431 11254 59 0,'-6'-17'3'0,"6"17"-1"16,0 0-3-16,2 0-16 15,-2 0-27-15</inkml:trace>
  <inkml:trace contextRef="#ctx0" brushRef="#br0" timeOffset="214006.93">10375 11258 109 0,'0'0'-1'0,"0"0"7"16,0 0 0-16,0 0-4 0,0 0 0 16,0 0-15-16,0 0-21 15,0 0 6-15</inkml:trace>
  <inkml:trace contextRef="#ctx0" brushRef="#br0" timeOffset="-214734.71">10315 11282 75 0,'0'0'3'0,"0"0"-4"0,0 0-14 0,0 0 4 15,0 0 2-15,0 0-29 16</inkml:trace>
  <inkml:trace contextRef="#ctx0" brushRef="#br0" timeOffset="-214313.56">10315 11282 52 0</inkml:trace>
  <inkml:trace contextRef="#ctx0" brushRef="#br0" timeOffset="-214205.8">10315 11282 52 0,'-42'30'17'0,"42"-30"-10"0,0 0-2 0,0 0-3 0,0 0-2 0,0 0 0 16,0 0 0-16,0 0 1 16,0 0-1-16,0 0 0 15,0 0 0-15,0 0-1 16,2 0-16-16,-2 0 5 16,0 0-13-16</inkml:trace>
  <inkml:trace contextRef="#ctx0" brushRef="#br0" timeOffset="-212290.67">9917 11092 76 0,'-2'-2'6'0,"-1"0"3"0,1 0 4 16,0-1-5-16,0 3 3 15,0-2-5-15,0 1-1 0,-2 0-4 16,0 1-1-16,2 0 1 15,0 0-1-15,-2 0 0 16,0 0 2-16,1 2-1 16,-1 7-1-16,-3 1-1 15,0 7 3-15,1 5-1 16,1 3 2-16,-1 5 0 0,1 4-1 16,0 0 0-16,0 0-1 15,2-4-1-15,0-3 1 16,1-6-1-16,0-2 0 15,-1-8 1-15,2 1 0 0,-1-7-1 16,1 0 0-16,1-1 2 16,-2-3-1-16,2-1 0 15,-2 0 5-15,2 0 13 16,0-7-13-16,0-3-7 16,0-5 4-16,0-4 0 0,0-1 0 15,0-3-3-15,0 0 1 16,0-3 0-16,0-1 0 15,0 1-1-15,0-1 1 16,0 4-1-16,2 2 0 16,1 3 0-16,-1 2 0 0,2 6 0 15,-2 4 0-15,-2 0 0 16,2 6-1-16,-2 0-16 16,0 4 0-16,0 10 18 15,0 4-1-15,-2 5 2 16,-4 4-1-16,1 3-2 0,1-2 2 15,-3-1-1-15,4-7 0 16,-1-3 1-16,0-7-1 16,2-3 1-16,1-4-1 15,1-3 5-15,0 0 5 16,0 0 0-16,0-7 0 0,0-6-9 16,1-4 3-1,5-4-2-15,0-3-2 0,2-1 1 16,-2 0 0-16,1 2-1 15,-3 2 0-15,0 2 0 16,1 4 1-16,-5 6-1 16,2 2 0-16,-2 5 0 0,0 2-2 15,0 0-3-15,0 7 3 16,0 8 2-16,0 2-1 16,0 7 2-16,0 1 1 15,0 1-1-15,-2-2-2 16,2-5 2-16,0-3-1 0,0-4-1 15,0-6 2-15,0-1-2 16,0-4 0-16,0-1-4 16,0 0 0-16,0 0-2 15,2-9 6-15,4-2 1 16,0-3-1-16,0-5 1 0,0 2-1 16,1-1 1-16,-4 1 0 15,-1 4 1-15,-1 2-1 16,-1 4 1-16,0 2 0 15,0 5 4-15,0 0 5 16,0 0-7-16,0 7-5 0,-2 6 4 16,1 1 0-16,-4 5-3 15,3-1 2-15,-2-2-1 16,4 1 0-16,-1-6 0 16,0-1 0-16,1-3-2 15,0-4 1-15,0 1-3 16,0-4-1-16,0 0 2 0,0 0 3 15,0 0 0-15,0 0 0 16,0-4-5-16,0-1 4 16,0 0 2-16,0-2 1 15,0 3-4-15,0 0 2 16,1 1 2-16,0 0-4 0,0 0 2 16,0 2-1-16,1-1-6 15,-2 2-7-15,0 0 3 16,0 0 6-16,0 0 3 15,0 0 0-15,0 0 4 0,0 0 0 16,0 0-2-16,0 0 3 16,0 0 1-16,0 0 1 15,0 0 0-15,0 0-2 16,0 0-2-16,0 0-1 16,0-1 0-16,0 1-1 15,0 0-4-15,0 0 1 0,0-3 3 16,0 3 1-16,2 0-3 15,0 0 1-15,1 0 2 16,-3-1 0-16,0 1 0 16,0-2 0-16,0 2 0 15,0 0 0-15,0-1 0 16,1 1 0-16,0 0-1 0,-1 0-3 16,1-2-1-16,-1 2-4 15,4-1 2-15,-4 1-3 16,2-1-5-16,0-1-8 15,0 0-13-15</inkml:trace>
  <inkml:trace contextRef="#ctx0" brushRef="#br0" timeOffset="-202069.62">9921 11108 35 0,'0'0'3'16,"0"0"-2"-16,0 0 0 0,0 0 0 0,0 0 0 15,0 0 10-15,0 0 5 16,0 0-8-16,0 0-4 15,0 0-3-15,0 0-1 0,-17 41 1 16,17-33-1-16,0 1 0 16,0 0 1-16,0 3-1 15,0-1 0-15,2 2 0 16,0 4 0-16,0-1 1 16,1 1-1-16,1 1 1 15,-2-1 0-15,-2 1-1 0,2-6 0 16,-1 1 0-16,0-5 1 15,0-2-1-15,0-3 0 16,3-2 0-16,-4-1-1 16,0 0 6-16,0-4 25 0,2-6-1 15,-2-3-22-15,0-3 5 16,0-2-4-16,0 1-2 16,-2-1-4-16,-5 1 0 15,2 1 1-15,-1 2-1 16,1 4 1-16,-3 0-1 0,2 3 1 15,2 3 1-15,-2 1-3 16,3 2-1-16,1 1-1 16,0 2 7-16,0 11-7 15,0 8 0-15,0 6 1 16,2 3 1-16,0 3-2 16,0-1 2-16,0-2-1 0,0-6 0 15,6-5 0-15,-2-6-1 16,-1-6 1-16,-1-2-1 15,2-5-1-15,-2 0-1 16,2-1 3-16,-3-10-1 16,3-2 2-16,1-7 0 0,-3-3 0 15,0-2 0 1,-2-3-1-16,0 0 3 0,0 0-4 16,0 7 2-16,0 2 0 15,0 5-1-15,-2 6 1 16,0 4 0-16,0 4 1 0,0 2 6 15,0 15-9-15,-1 3 1 16,2 4 1-16,-1 3-1 16,2 2 1-16,0-4-1 15,0-2 0-15,0-6 0 16,0-6 0-16,0-2 0 16,0-5 0-16,0-3-1 0,0-1 2 15,3-4-5-15,1-9 8 16,1-4-4-16,-1-7 1 15,1-3-1-15,1 0 1 16,-4-1-2-16,1 6 2 0,-2 5-1 16,3 3 1-16,-4 7-1 15,0 7-3-15,0 4 3 16,0 13 0-16,0 7 0 16,0 2-1-16,-5 3-2 15,5-1 0-15,-1-5 3 16,1-5 2-16,0-6-2 0,0-7 0 15,0-1 0-15,1-4-1 16,4-2-3-16,-1-11 4 16,2-1 1-16,-1-6-2 15,-1-3 3-15,-2 0-3 16,-2 3-1-16,1 2 5 0,-1 4-2 16,0 3 0-16,0 6-1 15,0 5 0-15,0 1 1 16,0 12-2-16,-3 3-1 15,1 5 3-15,0-1-1 16,0 0 1-16,0-4-1 16,2-5 0-16,0-7 0 0,0-4-1 15,0 0-3-15,0-1-2 16,2-11 9-16,2-2-6 16,-2-3 3-16,1 0 4 15,-1-1-4-15,0 2 1 0,0 7-1 16,-2 2 1-16,0 3 0 15,0 4-3-15,0 0 8 16,0 9-7-16,0 2 2 16,-3 3-1-16,2-1 0 15,0-1 0-15,0-3 0 16,1-4 1-16,0-5-2 0,0 0-4 16,6-7-6-16,1-9-8 15,-6-8-44-15</inkml:trace>
  <inkml:trace contextRef="#ctx0" brushRef="#br0" timeOffset="-190354.7">9846 10907 8 0,'0'0'32'0,"0"0"-12"0,0 0-6 0,0 0-4 15,0 0 1-15,0 0 3 16,0 0 3-16,0 0 4 15,0 0 3-15,0 0-5 16,0 0-5-16,-23-7-2 16,21 4 1-16,0 3-2 15,2-1 15-15,-3-1-2 0,2 2-11 16,-1 0-6-16,1-1-4 16,-1 1-1-16,0-2-1 15,0 2 0-15,-3-2 3 16,2 0-4-16,1 1 0 15,0 1 0-15,2-3 2 0,-2 3 2 16,-1 0-6-16,1-3 3 16,1 3 0-16,0 0-5 15,-1 0 4-15,0 0-3 16,2 0 3-16,-2 0-2 16,-1 0-5-16,0 6-5 0,1 4-5 15,-2 4 18-15,-2 4 0 16,1 2 0-16,-3 0-2 15,2 3 2-15,-2-6-1 16,3 4 1-16,-1-1-1 0,-1 0-1 16,2 3 1-16,-1-3-2 15,1 1 0-15,1 2 1 16,-1-1 0-16,1 1-1 16,0 1 1-16,-3-1 0 15,2 1 1-15,1-3 0 16,0 0 0-16,2-3 0 0,1-1 0 15,1 1-1-15,0-1 1 16,0 0-2-16,0 1 2 16,3 1 0-16,3 2 0 15,-2-1 0-15,-1 0 0 16,4 0-1-16,-3-3 2 0,1 0-3 16,1-3 1-16,0-3-1 15,1-2 0-15,1 1 1 16,2-2-2-16,-3 1 0 15,3-3 4-15,0 0-1 16,1 1-2-16,-2-3 0 0,2 0 1 16,0-2-4-16,-1-2-1 15,1 0 3-15,-2-7 1 16,2-6 3-16,0-3 4 16,0-4-5-16,-2-2 5 15,2-4-3-15,-2-1-1 16,-1-4 0-16,-2-6 0 0,-1 1 0 15,-1-5 0-15,-2-1 0 16,-2-2 0-16,0 1 2 16,0 3 0-16,-3 6-3 15,-1 3-7-15,-6 3-21 16,0 3-78-16</inkml:trace>
  <inkml:trace contextRef="#ctx0" brushRef="#br0" timeOffset="-188981.36">12407 10326 87 0,'0'0'14'0,"-2"0"14"0,2 0-4 16,0 0-5-16,0 0-6 0,0 0-5 16,0 0-3-16,0 0-4 15,0 3 4-15,4 0 15 16,2 1-9-16,5 0-6 16,1 2-2-16,-1 1-2 15,3 0-1-15,-1 0 1 0,3 0-1 16,-3 1 0-16,1 0 0 15,-3-2-4-15,2-2 8 16,-3 0-5-16,0-1-2 16,-1-3-1-16,0 0-18 15,-2 0-16-15,-2-3-10 0,-2-4-30 16</inkml:trace>
  <inkml:trace contextRef="#ctx0" brushRef="#br0" timeOffset="-188728.39">12543 10290 117 0,'0'0'11'0,"0"0"7"16,0 0 1-16,0 0-7 0,0 0-3 15,0 0-5-15,0 0 1 16,-38 33-2-16,33-20 1 15,2 4-1-15,1 3 0 16,1 3-3-16,-1 2 0 16,2 1 0-16,0-1-2 0,-2 0-13 15,2-4-31-15,-4-5-47 16</inkml:trace>
  <inkml:trace contextRef="#ctx0" brushRef="#br0" timeOffset="-188018.65">13099 9595 100 0,'0'0'1'0,"0"0"0"0,0 0 3 0,0 0-2 0,0 0 3 16,37 6 3-16,-28-4 0 16,1 1 1-16,0-1-3 15,3 0-2-15,-3 0-2 16,2-1-1-16,0 1 0 15,0-2-5-15,0 0-17 16,-5 0-6-16,-1 0-32 0</inkml:trace>
  <inkml:trace contextRef="#ctx0" brushRef="#br0" timeOffset="-187792.01">13180 9562 119 0,'0'0'7'15,"0"0"16"-15,0 0-15 16,0 0-5-16,-25 37-2 16,23-26-1-16,0-2 1 15,2 4-1-15,0-2 0 16,0 3-11-16,0-2-27 15,-2 0-69-15</inkml:trace>
  <inkml:trace contextRef="#ctx0" brushRef="#br0" timeOffset="-182488.85">9850 11164 95 0,'0'0'2'0,"0"0"5"0,0 0 0 0,0 0-6 16,0 0 1-16,0 0-1 16,0 0 0-16,0 0 3 15,0 0 5-15,-4 33-1 16,4-15-3-16,0 2-2 16,2-1-3-16,2-1 0 0,-3-1 0 15,2-2 0-15,-1-4 0 16,1-3-1-16,-3-5 1 15,2 0-3-15,0-3-2 16,1 0 3-16,-2-6 3 0,1-5 4 16,2-5-5-16,-2-4 1 15,-2-1 0-15,0 4 2 16,0 2-2-16,0 3 2 16,0 6 13-16,0 4 11 15,0 2-8-15,0 5-20 16,-2 13 0-16,-1 4-2 0,-1 6 9 15,1-1-2-15,1 0-3 16,0-4 0-16,2-4-1 16,0-7-1-16,0-5 1 15,0-2-1-15,0-5-2 0,0 0-9 16,0-6 14-16,0-8 0 16,4-2-2-16,-1-2 0 15,-2-1 1-15,0 2 2 16,-1 4-2-16,1 5 1 15,-1 2 5-15,0 6 10 16,0 0-14-16,0 4-5 0,0 9 0 16,0 2 4-16,0 0 4 15,0 1-6-15,0-2 4 16,0-3-3-16,0-5-1 16,0-3 0-16,0 1-4 15,0-4-2-15,0 0-1 0,0 0 5 16,0 0 0-16,0-4 6 15,0-3-1-15,0 0-1 16,0 0 0-16,0 1 0 16,1 0-2-16,2 2 1 15,-1 1-1-15,-2 0 0 0,2 0 0 16,-2 2 0-16,2 1 1 16,-2-1-1-16,0-1 3 15,0 2 0-15,0 0 0 16,0 0-2-16,0-1 0 0,0 1-2 15,0-2 1-15,0 2-1 16,0-1 0-16,0 1 1 16,0 0-1-16,0 0 1 15,0-2 0-15,0 2 0 16,0 0 1-16,0 0-2 16,1 0 1-16,-1 0 0 15,0 0 0-15,2 0 0 0,-1 0 0 16,2-1 0-16,-3 1 0 15,2 0-1-15,0-1 1 16,-2 0 0-16,2 0 1 0,0 1-1 16,1 0 0-16,0 0 0 15,-1 0-1-15,-2 0-2 16,2 0 1-16,-2 0 1 16,2 0 1-16,-2 0 0 15,0 0 0-15,0 0 1 16,0 0-1-16,0 0-1 0,1 0-4 15,1 0-3-15,0 0-4 16,2 0-13-16,-2 0-4 16,2 0-8-16,2 0-5 15,-2-2-35-15</inkml:trace>
  <inkml:trace contextRef="#ctx0" brushRef="#br0" timeOffset="-176649.44">21880 3207 16 0,'0'0'3'0,"0"0"-2"0,0 0 2 16,0 0 7-16,0 0 2 16,0 0-3-16,0 0-2 15,0 0-2-15,39 14 0 0,-36-10-2 16,3-1-2-16,-4-1 0 16,1 0 2-16,-1 1 2 15,0-3-2-15,-2 0 4 16,0 0 5-16,1 0 14 0,1 0 3 15,-1 0-4-15,2-1-18 16,-2-5 1-16,1 0-1 16,0 0-3-16,1-1 0 15,2-1 1-15,-3 2-1 16,3-4-1-16,4 2 1 16,-1-6-1-16,2-3 0 15,6-5 1-15,4-8-1 0,8-8 1 16,11-10-3-16,8-11 0 15,13-13-4-15,7-10-41 16,7-12-61-16</inkml:trace>
  <inkml:trace contextRef="#ctx0" brushRef="#br0" timeOffset="-71268">9685 11262 69 0,'0'0'3'0,"0"0"0"0,4 39-4 0,-3-25 2 15,2-4 1-15,0-2-2 16,-1-1 2-16,0-4-5 16,0 0-1-16,-2-3 4 0,0 0 31 15,0-6 37-15,0-6-57 16,0-4-7-16,0-5-2 15,0-2 0-15,0-4 0 16,0 1-1-16,0 2-1 16,0 0 0-16,-2 4 2 15,2 3 4-15,-2 4 4 0,0 4-5 16,2 4-2-16,0 5-1 16,0 0-5-16,0 0-5 15,0 11-2-15,0 5 15 16,0 3-4-16,0 5 2 15,0 1-2-15,0 2 0 0,2 0-2 16,0 0 0-16,0-3-2 16,0-4 1-16,1-3-3 15,1-4-1-15,-4-2-1 16,3-5 3-16,-3-3 1 16,0-3 4-16,0 0 12 0,0-6 45 15,0-7-47-15,0-4-6 16,2-4-2-16,-2-3 1 15,0-3-3-15,1 1 0 16,0-2 0-16,0 5 0 16,0 4-1-16,2 3 0 0,-1 4-1 15,0 4 0-15,0 5 0 16,0 3-2-16,1 6-10 16,-1 8 4-16,0 7 8 15,-2 5 1-15,0 5 0 16,0 3 0-16,0 0-1 15,0-1 0-15,0-2-3 0,0-4 2 16,0-7-2-16,2-3 2 16,0-4 2-16,0-6 0 15,-2-4-3-15,1-3 3 16,0-3 10-16,1-8 18 16,0-5-19-16,-2-8-6 0,2-2-1 15,0-5-1-15,0 0 0 16,-1 0 1-16,1-1-1 15,-1 4 0-15,-1 1 1 16,-2 0-3-16,-20-4-128 16</inkml:trace>
  <inkml:trace contextRef="#ctx0" brushRef="#br0" timeOffset="-30744.01">9801 11246 39 0,'0'0'0'0,"0"0"1"0,0 0 1 0,27-41 0 0,-21 32 0 15,-3 0 8-15,-1 2 15 16,-2 1-2-16,0 1-2 16,0 0 3-16,0 3-5 0,0 2-5 15,0 0-7-15,0 2-17 16,0 9 6-16,0 6 4 16,1 5 5-16,3 6-2 15,0 2-3-15,1 0 2 16,1 0 0-16,3-2-1 15,-2-6 0-15,0-4 1 0,3-2-1 16,-2-7 2-16,0-1-5 16,1-3-4-16,-5-5-33 15,0 0-49-15</inkml:trace>
  <inkml:trace contextRef="#ctx0" brushRef="#br0" timeOffset="-30480.02">9871 11194 103 0,'0'0'11'0,"0"0"-10"16,-21 50 1-16,14-23 3 16,1 1-1-16,-2 5 0 15,2 1 2-15,0-3-4 0,1 0 2 16,1-2 0-16,2-5-1 15,-1-6-2-15,2-2 1 16,1-3-1-16,0-5 4 16,0-5-8-16,4-3-19 15,0 0-11-15,-1-7-1 16,0-11-30-16</inkml:trace>
  <inkml:trace contextRef="#ctx0" brushRef="#br0" timeOffset="-30295.08">9794 11333 117 0,'0'0'11'0,"0"0"-2"16,0 0-6-16,-13 53 3 15,13-29 1-15,0-1 0 16,0 1-5-16,0-3 1 16,0-2 0-16,4-1 1 15,-1-4-2-15,3-2-1 0,-4-5-10 16,1-3-23-16,0-4-13 15</inkml:trace>
  <inkml:trace contextRef="#ctx0" brushRef="#br0" timeOffset="-25823.8">9826 11191 106 0,'0'0'1'0,"0"0"7"0,0 0-2 0,0 0-6 0,0 0-1 15,0 0 0-15,0 0-1 16,0 0 4-16,0 0-2 16,0 0 1-16,11 40-2 0,-9-29 1 15,-2 4 4-15,1 3-3 16,0 1 0-16,0 2-1 15,1 0 2-15,0-2-1 16,0-3 0-16,-2-4-1 16,2-5 0-16,-2-4 0 0,0-3 1 15,0 0 3-15,0-2 4 16,0-6-4-16,0-4 0 16,0-2-1-16,-2-3-1 15,-2 0 3-15,-1 0 0 16,-2 3 3-16,1 3-4 0,1 2-2 15,0 5-1-15,1 4 4 16,0 3-1-16,-4 15-8 16,2 7-2-16,-1 4 5 15,1 4 5-15,-3-1-4 16,6-2 2-16,1-1-1 0,2-5-1 16,0-6 2-16,0-2-2 15,0-5 1-15,0-4-1 16,0-4-3-16,0-3 6 15,0-3 5-15,2-11-5 0,1-4-3 16,4-6 3 0,-1-3-2-16,1-3 0 0,-3 1-1 15,1 4 1-15,0 3-1 16,-1 7 0-16,-2 2 1 16,-2 7-1-16,1 5 2 15,1 1-5-15,-2 0-4 0,0 6-5 16,0 6 6-16,0 4 8 15,0 4-2-15,0 1 2 16,0 2 0-16,0-4-1 16,0-4 0-16,0-2-1 15,0-4 1-15,0-4-1 16,0-2 1-16,0-2 0 0,0-1 10 16,0 0 10-16,-1 0-1 15,1 0-9-15,0 0-4 16,-1-2-4-16,1-2 0 15,0 2-2-15,0-1 0 16,0 0-1-16,0 2 0 0,0-1 0 16,0 1 1-16,0 1-2 15,0-2 1-15,0 2-2 16,0 0-1-16,0 0-4 16,3 0-12-16,0 2-30 15,-1-2-28-15</inkml:trace>
  <inkml:trace contextRef="#ctx0" brushRef="#br0" timeOffset="-24704.92">13129 8876 95 0,'1'-4'4'0,"-1"3"-3"0,2-1 1 0,0 1-2 16,0-1 0-16,2 2 0 15,0 0 0-15,3 0 1 0,5 0-1 16,1 0 0-16,2 0 1 16,1 0 1-16,3 0-1 15,0 3 0-15,2 0 0 16,-3-3 0-16,3 3 1 15,-4-3 0-15,2 0 3 0,-3 0 0 16,-1 0 0-16,-1-3-1 16,-3 0-3-16,-3 0 0 15,2 0-1-15,-4 3 1 16,-1 0-2-16,-1 0-5 16,-4 0-22-16,0 0-50 15</inkml:trace>
  <inkml:trace contextRef="#ctx0" brushRef="#br0" timeOffset="-24066.45">12617 9645 38 0,'0'0'2'0,"0"0"3"0,0 0 1 0,0 0 6 16,0 0-6-16,0 0-2 15,0 0 0-15,0 0 0 16,42 34-2-16,-33-30 1 0,-1 2 0 16,3-1 2-16,-1 1 1 15,4-1 1-15,-1-2-2 16,3 2-2-16,0-1-1 15,0 0 1-15,1-1-2 16,1 1 1-16,0-1 1 0,-2 1-2 16,1 1 0-16,-1-1 0 15,0 0-1-15,-5-1 1 16,2 4-1-16,-3 0 0 16,-2 0-2-16,-3-1-11 15,-3 4-5-15,-2-3-79 0</inkml:trace>
  <inkml:trace contextRef="#ctx0" brushRef="#br0" timeOffset="-23354.77">11851 10369 13 0,'0'0'2'0,"0"0"-1"0,0 0 3 0,42 20-1 16,-30-12 2-16,-2 5 7 0,-1 0 1 16,1-1-4-16,1 3 1 15,1-2-6-15,0 2-2 16,1-4 2-16,1 1 2 16,-3 1 0-16,2-2-1 15,-1 1-4-15,0 2 1 16,-1-3-1-16,1 2 0 15,-1 0-1-15,-1-1 3 0,-1-2-2 16,1 0 1-16,2-1-1 16,-3 1 0-16,-1 0 0 15,1-2-6-15,-4 2-8 16,-4-3-47-16</inkml:trace>
  <inkml:trace contextRef="#ctx0" brushRef="#br0" timeOffset="-22821.54">11256 10879 49 0,'0'0'3'0,"0"0"3"0,0 0 0 0,0 0 2 15,0 0-2-15,0 0 0 0,42 12-4 16,-33 0 1-16,1 2-1 15,-1 2 1-15,1 1-1 16,4 1-1-16,-3 1 1 16,-1-2-2-16,3 0 0 15,0-1 1-15,1-2-1 0,-3 0 1 16,1-1 0-16,0-1 0 16,-7 2-1-16,-2 1-1 15,-3-1-23-15</inkml:trace>
  <inkml:trace contextRef="#ctx0" brushRef="#br0" timeOffset="-22279.28">10494 11223 2 0,'0'0'18'0,"0"0"-2"0,13 45-4 16,-6-27-4-16,0 2-2 0,0 2-1 15,3-3-3-15,0 1 0 16,-3-1-1-16,3-4 0 16,-2 1 0-16,2-3 0 15,-3 0 0-15,-3-1-1 0,1-2 0 16,1 0 1-16,-1-3-1 15,-4 0 1-15,1-4-25 16</inkml:trace>
  <inkml:trace contextRef="#ctx0" brushRef="#br0" timeOffset="-21823.1">10433 11204 47 0,'0'0'12'0,"0"0"-9"0,0 0 1 0,0 0-1 15,0 0-1-15,0 0 3 16,0 0 3-16,5 38-4 0,-3-18 0 16,0 4-2-16,3 4-1 15,2-2 1-15,-1 1 0 16,3-1-2-16,-2-2 1 16,4-4 1-16,0-2-7 0,0-6-38 15</inkml:trace>
  <inkml:trace contextRef="#ctx0" brushRef="#br0" timeOffset="-21347.5">11115 10889 26 0,'0'0'5'0,"0"0"6"0,0 0 1 0,0 0-2 16,0 0 2-16,40 25-1 15,-28-18-4-15,-3 5-2 16,3-1-2-16,2 2-1 0,-1 0 0 15,1 1-1-15,-1 0 0 16,1-1 0-16,-1-1 0 16,0 0 0-16,1-1 0 15,1-4-1-15,0-2-3 16,-2-3-19-16,2-2-61 0</inkml:trace>
  <inkml:trace contextRef="#ctx0" brushRef="#br0" timeOffset="-20891.32">11798 10400 83 0,'0'0'14'0,"0"0"-5"0,0 0-6 0,0 0-3 15,0 0 1-15,0 0-2 0,0 0 2 16,0 0-1 0,0 0 0-16,14 37 0 0,-7-27 0 15,2 3 0-15,5 1 1 16,-3 0-1-16,5 3 1 16,-1 0-1-16,5 2 0 15,-5-2 0-15,4 1 1 16,-2-1 0-16,-1-2-1 0,0 0 0 15,0-4 1-15,-3-1-2 16,-1-4-13-16,-2-3-53 16</inkml:trace>
  <inkml:trace contextRef="#ctx0" brushRef="#br0" timeOffset="-20187.07">12482 9815 6 0,'0'0'2'0,"0"0"3"15,0 0 9-15,0 0 1 0,0 0 1 16,8-40-1-16,-8 39 2 15,2-1-1-15,0 1-5 16,-1 0-5-16,3-1-5 16,2 2-1-16,-1 0 0 15,4 0-2-15,-4 3-3 0,3 4 8 16,1 2-3-16,2 2 0 16,1-1 2-16,3 1 0 15,0 2-1-15,4-2 0 16,-2-1 0-16,1-2 1 0,5-1 1 15,-5-2 0-15,4-2 2 16,0 0-3-16,0-2 2 16,1-1-1-16,-2 0-1 15,-2 0 0-15,1 0-1 16,-3 0 0-16,2-4-1 0,-3 1 2 16,-1-3-5-16,1-1-17 15,-3-7-12-15,-2-1-45 16</inkml:trace>
  <inkml:trace contextRef="#ctx0" brushRef="#br0" timeOffset="-19923.28">12997 9510 121 0,'0'0'-7'0,"0"0"7"0,0 0 0 0,38 19 1 0,-20-10-1 16,3-2 0-16,4 0-34 15</inkml:trace>
  <inkml:trace contextRef="#ctx0" brushRef="#br0" timeOffset="-18112.03">23902 8472 51 0,'-5'-2'5'0,"1"-1"13"0,0 2-1 0,2-1-6 16,0-2-1-16,2 3-1 15,0-1-5-15,0 1 1 16,0-2-1-16,0 2-3 15,0-1 0-15,0 2-1 16,4-3 0-16,2 2 0 0,3-2 0 16,5 0 1-16,2 0 0 15,6-3 1-15,4 0 0 16,4 0 1-16,7-4-1 16,-1 2-1-16,7-1 2 15,-2-2 1-15,2 0 2 0,0 0 0 16,-3 1-3-16,-3 0-1 15,-2 3-1-15,-2 2 0 16,-5 2 0-16,-5 1 0 16,-5 2-11-16,-8 0-21 0,-6 0-8 15,-4 0-23-15</inkml:trace>
  <inkml:trace contextRef="#ctx0" brushRef="#br0" timeOffset="-17899.48">24009 8472 125 0,'0'0'-6'16,"0"0"8"-16,53-8 2 0,-12-2 8 15,5-1-2-15,11 0-6 16,7 1-2-16,3 1 0 15,3 2 0-15,-3 2-12 16,-4 0-33-16</inkml:trace>
  <inkml:trace contextRef="#ctx0" brushRef="#br0" timeOffset="-17243.71">24128 10693 87 0,'0'0'7'0,"0"0"7"0,0 0 0 0,0 0-1 0,0 0-3 15,0 0-6-15,0 0-1 16,0 0 5-16,0 0-3 16,0 0 2-16,25-6-2 15,-6-1-2-15,2 0 0 0,3-3-3 16,3 1 2-16,3-2-1 15,2-2 0-15,6 3 0 16,0 0-1-16,3 0 0 16,-2 2-9-16,-4 2-38 15,-5 0-16-15</inkml:trace>
  <inkml:trace contextRef="#ctx0" brushRef="#br0" timeOffset="-17031.53">24275 10781 187 0,'0'0'-17'16,"0"0"21"-16,0 0-2 0,57-33 6 15,-18 13-5-15,11-1-1 16,6-2-1-16,2-1-7 15,0 1-42-15,-3 2-77 16</inkml:trace>
  <inkml:trace contextRef="#ctx0" brushRef="#br0" timeOffset="-16438.17">24188 12789 121 0,'0'0'5'0,"0"0"15"0,0 0 13 0,0 0-19 16,0 0-7-16,0 0 2 15,0 0-4-15,0 0-3 16,0 0 3-16,0 0 0 0,16 7 3 16,0-10-5-16,6-8-2 15,6-5 1-15,3-4-2 16,5-4 1-16,0 0-1 16,0-3-2-16,-1 4-16 15,-3 2-36-15,-5 5-25 16</inkml:trace>
  <inkml:trace contextRef="#ctx0" brushRef="#br0" timeOffset="-16233.9">24393 12826 147 0,'0'0'4'15,"46"-28"-1"-15,-9 2 19 16,5-7 2-16,10-6-12 0,7-7-8 16,8-4-4-16,4-2-1 15,-2 1 0-15,-2 5-78 16</inkml:trace>
  <inkml:trace contextRef="#ctx0" brushRef="#br0" timeOffset="-15401.47">24391 14851 121 0,'0'0'-13'0,"56"-37"14"0,-27 17-1 0,2-5 1 16,5-1 0-16,-3 1-1 15,3 0 0-15,-7 2-1 0,-1 4-36 16</inkml:trace>
  <inkml:trace contextRef="#ctx0" brushRef="#br0" timeOffset="-15195.13">24648 14824 216 0,'0'0'-6'0,"0"0"-3"15,0 0 8-15,52-22 2 0,-21 1 2 16,9-10 1-16,9-7-10 16,6-10 14-16,2-5-29 15,-3-1-92-15</inkml:trace>
  <inkml:trace contextRef="#ctx0" brushRef="#br0" timeOffset="-7775.82">9855 11062 31 0,'0'0'4'0,"0"0"1"0,0 0 11 0,0 0-6 15,0 0-7-15,0 0-1 16,39 14-16-16</inkml:trace>
  <inkml:trace contextRef="#ctx0" brushRef="#br0" timeOffset="-6767.66">11528 9413 27 0,'0'0'4'0,"0"0"-1"0,0 0 1 16,0 0 2-16,41-6 1 15,-35-1 2-15,-1 0-3 0,-1 1 1 16,-1-1-1-16,2-1-3 16,-1 2-3-16,0 0 1 15,1-1-1-15,1 2 0 16,-2 0 0-16,6 4 0 16,-3-1-1-16,6 2 0 0,7 2-1 15,1 8 5-15,9 4-2 16,7 5 2-16,6 3 0 15,7 4 0-15,8 4 2 16,3 0 1-16,8 5 1 16,4 5-4-16,6 2-1 0,-1 2 0 15,6 1 0-15,2-4 0 16,-3-3 0-16,-5-10 0 16,0-8-1-16,-8-4 1 15,-4-9-1-15,-10-3 0 16,-7-4 1-16,-6 0-2 15,-10 0-2-15,-6 0-8 0,-9-2-15 16,-6-7-51-16</inkml:trace>
  <inkml:trace contextRef="#ctx0" brushRef="#br0" timeOffset="-6295.11">12101 8456 137 0,'0'0'-15'0,"-38"-6"29"0,21 6-4 0,2 20-9 0,0 7-2 15,1 18 0-15,-1 12 0 16,0 13 1-16,1 15-2 15,1 17 0-15,2 13 3 0,1 17-3 16,1 12 5-16,-1 16-1 16,-1 11 4-16,3 9 1 15,-3 2 6-15,-3-3 2 16,2-4 1-16,0-8-1 16,3-10-2-16,0-11-6 15,5-7-4-15,-2-7-1 0,2-9-8 16,0-7-39-16,-4-16-43 15</inkml:trace>
  <inkml:trace contextRef="#ctx0" brushRef="#br0" timeOffset="-5861.89">10782 10428 111 0,'0'0'-1'0,"0"0"4"0,0 0-1 0,0 0-3 0,58-7 2 16,-20 7 1-16,7 0 3 16,13 0 1-16,5 0 2 15,10 3 0-15,8 1-3 16,6-2-2-16,7 2-2 0,0 1 1 15,6-1 0-15,-1 0 0 16,-2-3-1-16,-4 1-1 16,-2-2-1-16,-4-2-11 15,-8-9-19-15,-8-9-47 16</inkml:trace>
  <inkml:trace contextRef="#ctx0" brushRef="#br0" timeOffset="-4785.68">9837 11075 103 0,'0'0'3'0,"0"0"0"0,0 0-3 0,0 0 4 0,0 0 5 15,7 48-4-15,-3-28 3 16,-2 1-4-16,0 0 3 16,0-2-4-16,1-3-1 0,1-5-1 15,-2-3 1-15,0-3-1 16,1-3 2-16,-3-2 1 15,0 0 8-15,0 0 0 16,0-9-9-16,0-3 0 16,-7-2-2-16,2 3-4 15,1 2-5-15,-2 4 5 0,2 5 0 16,-1 6-3-16,2 16 2 16,-3 8 3-16,3 5 7 15,-1 5 3-15,2 5-2 16,2-1-4-16,0-1-1 15,0-5-15-15,0-9-25 0</inkml:trace>
  <inkml:trace contextRef="#ctx0" brushRef="#br0" timeOffset="-3573.46">22272 6563 116 0,'0'0'-10'0,"0"0"25"0,-13-47 16 16,10 35 1-16,1 1-15 15,1 4-7-15,1 4-4 0,0 0-2 16,0 3-6-16,2 0 0 15,6 1-1-15,4 8-1 16,4 5 0-16,4 2 2 16,1 0 2-16,2 1 0 15,-2-2 1-15,-2-3 0 16,1-4 1-16,-4-5-1 0,0-3-5 16,-1 0-8-16,-1-7-16 15,-4-7 10-15,-2-4-5 16,-5-4 14-16,-3-1 8 15,0-1 7-15,0 1 21 0,-10 6 22 16,-1 5-18-16,-5 8-11 16,0 4-9-16,-7 13-14 15,-3 14 2-15,-3 8-1 16,0 4 8-16,-1 8-2 16,3-2-5-16,1-6-36 15,4-8-62-15</inkml:trace>
  <inkml:trace contextRef="#ctx0" brushRef="#br0" timeOffset="-3446.42">22205 6476 322 0,'0'0'-9'0,"0"0"12"16,0 0-41-16,0 0 1 15,-18 50-96-15</inkml:trace>
  <inkml:trace contextRef="#ctx0" brushRef="#br0" timeOffset="3332.35">9832 11350 19 0,'0'0'0'0,"14"44"1"0,-10-24 0 0,-1-4 1 15,0-2 0-15,-2-3 0 16,-1-2 5-16,0-5 5 16,0-1 14-16,-4-3-10 15,-1 0-10-15,-3 0-3 16,0-7-1-16,1-6 0 15,-3-1 0-15,3-2-1 0,-2-1 1 16,2 0 0-16,0 3-1 16,3 3 1-16,-4 2 1 15,4 5 2-15,0 4 0 16,-3 0-1-16,3 10-4 16,0 4 0-16,-2 4-1 15,2 5 2-15,0-3-1 0,0-1 0 16,2-4 1-16,1-4-1 15,1-3 0-15,0-6 0 16,0-2 3-16,0 0 7 16,0-8 8-16,0-2-17 0,5-6 3 15,1-3-1-15,-1 0-3 16,0 1 2-16,1 5-1 16,-4 3-1-16,0 1 0 15,1 6 0-15,-1 3 0 16,0 0-1-16,-2 0-31 0,0-2-23 15</inkml:trace>
  <inkml:trace contextRef="#ctx0" brushRef="#br0" timeOffset="8333.25">9840 11296 14 0,'0'0'-1'0,"0"0"-1"0,0 0 2 0,0 0 2 16,0 0 6-16,0 0 8 0,0 0-6 16,0 0 1-16,0 40 1 15,0-30-5-15,0 1-2 16,0-1-3-16,0-1 0 16,0-1-2-16,0-1 1 15,0-2 0-15,0-2 0 0,0 1 0 16,0-4 1-16,0 1 2 15,0-1 4-15,0 0 7 16,0 0 4-16,0 0-2 16,0 0-13-16,0 0-3 15,0 0 0-15,0 0 0 16,-1 0-2-16,-1 0 1 0,-1 0-1 16,1 0 0-16,0 6 2 15,1-2-1-15,1 3-3 16,-1 0-13-16,1 0-6 15,-2-2-22-15</inkml:trace>
  <inkml:trace contextRef="#ctx0" brushRef="#br0" timeOffset="136702.8">18149 9278 66 0,'0'0'3'0,"0"0"-1"0,0 0 0 0,0 0 0 0,0 0-1 16,0 0 0-16,43 0 0 15,-33 0 0-15,4 0 1 16,-1 0 0-16,3 0 0 16,0 0 0-16,4 0-1 15,0 0 0-15,2-3-1 16,2 0 1-16,0 1 0 0,3-1 0 16,-1 0 2-16,3-1-1 15,2 1 1-15,4 0-1 16,0-1 3-16,4 0-2 15,1-2 0-15,5 1-1 16,2-1 0-16,5-2 1 0,1 1-2 16,5-3 0-16,4 1 0 15,4 1 0-15,-3-2 0 16,2 2-1-16,0-1 0 16,-1 2 1-16,-2 0 0 0,1 1 0 15,0-1 0-15,4 0 3 16,0-3-2-16,3 2 1 15,1-2-1-15,2 0 0 16,0-1 2-16,0-1-3 16,-2 1 2-16,3-1-1 15,-1 1 0-15,4 0 2 0,-5 1-1 16,1 1-1-16,3 0 0 16,-2-2-2-16,4 1 2 15,-2 0-1-15,0-1 1 16,-2 1-1-16,4-3-1 15,-4 3 1-15,1 0-1 0,0-1 0 16,0 1 0-16,2-1 0 16,0 1 1-16,-2 1 2 15,0-2-1-15,2 5-1 16,0-2 2-16,4 1-3 0,2 1 2 16,0-1-2-16,3 0 2 15,4 0-2-15,-4-1 0 16,-2 1 0-16,1-1 1 15,1 1-1-15,2 0 0 16,-3-2-1-16,0 3 2 16,4-4 0-16,-1 2-1 0,-2-2 1 15,-1 0 0-15,-2 0 1 16,2-3 2-16,0 3-1 16,-1-2 0-16,5 1 0 15,-1-1 0-15,2 1-1 16,0-1 0-16,-1 4-1 0,1-1 1 15,-3-1-1-15,-1 2-1 16,-1-1 2-16,-5 2-2 16,-2-2 0-16,-6 0 1 15,-5 0-2-15,-6 1 2 16,-5-1 4-16,-10 2 2 0,-2 1 0 16,-8 2-3-1,-3 4-2-15,-4 0-1 0,-9 0 1 16,-9 4-30-16,-11-1-109 15</inkml:trace>
  <inkml:trace contextRef="#ctx0" brushRef="#br0" timeOffset="137814.16">18469 11634 92 0,'-13'-8'5'0,"1"1"2"0,3 2 2 0,-2-2 1 15,0 3-4-15,2 0-1 16,-1 2 0-16,2-1-2 16,1 2 2-16,-1 1-1 0,5 0-2 15,-3 0-1-15,4 0-1 16,2 0-1-16,0 0-6 15,0 0-5-15,5 0 12 16,5 3 3-16,3 0-2 16,5 0 1-16,3-1-1 0,5 1 2 15,4-1-3-15,6-1 0 16,3-1 1-16,1 0 1 16,4 0 0-16,5 0 0 15,4-6 0-15,4-1-2 16,6 0 2-16,2-1-2 0,1 1 0 15,6-2 2-15,3 1-2 16,2-2 0-16,0 0 1 16,3 0 0-16,3-3-1 15,6 2 1-15,-2-4 0 16,3 4 0-16,2-2 2 0,3 2-2 16,-1 0 0-16,0 2 0 15,2-1 1-15,0 2-1 16,0-1-1-16,0 1 1 15,3 2-1-15,2 0 1 16,-3 1 0-16,2-1 0 16,0 3 1-16,3-3 0 0,1 1-1 15,6-4 1-15,1 2 0 16,3-3-1-16,4-1 0 16,-1-2 1-16,4 0-2 15,-1 0 1-15,5-1 0 16,-1 0 0-16,-1 0-1 0,4-1 0 15,-2 1 0-15,2 0 1 16,0-1-1-16,-1 0 6 16,1 0 2-16,-3 0 3 15,-2 0-2-15,-4-1-1 16,-3 3 0-16,-5 2-1 0,-4 1-5 16,-5 1 0-16,-8 4-1 15,-10 4-10-15,-16-2-57 16</inkml:trace>
  <inkml:trace contextRef="#ctx0" brushRef="#br0" timeOffset="185754.5">8360 16065 10 0,'0'0'5'0,"-3"0"-3"0,3 0-2 0,0 0 2 0,-1 0-2 15,1 0 2-15,0 0 2 16,0 0-2-16,0 0 2 16,0-2 0-16,0 0 1 15,-1 2-1-15,1-1-3 0,0 0 0 16,0-1-1-16,0 2 0 16,0-1 0-16,0-1 0 15,0 2 1-15,0-2-1 16,0 1 1-16,0 1 7 15,0 0-1-15,-1 0 2 16,1-1-6-16,0 1-1 0,0 0-2 16,0 0 0-16,0-2-2 15,0 2 1-15,0-1 1 16,0-2 0-16,0 3 0 16,0-1 0-16,0-1 0 15,0 1 1-15,0 0-1 16,0-1 1-16,0 2-1 0,0 0 1 15,0-1-1-15,0-1 0 16,0 1 0-16,0-1 0 16,0 1-1-16,0 0 1 15,0-1 0-15,0 1-1 0,0-2 1 16,0 2 0-16,-2-1 1 16,2 1-1-16,0 1 0 15,0-2-1-15,0 2 1 16,0 0 0-16,0 0-3 15,0 0-5-15,0 0 2 16,0 0 4-16,0 0 0 0,0 0 2 16,0 0 0-16,0-1 0 15,0 1 2-15,0 0-2 16,0 0-2-16,0 0 2 16,0-2 0-16,0 2-10 15,0 0-5-15,0 0 5 0,0 0 4 16,0 0 3-16,0 0 2 15,0 0 2-15,0 0 6 16,0 0 0-16,0 0-6 16,0 0-1-16,0 5-1 15,0-1-9-15</inkml:trace>
  <inkml:trace contextRef="#ctx0" brushRef="#br0" timeOffset="199273.58">13620 7301 115 0,'-2'3'-2'0,"-3"-1"8"0,4 0-5 0,0 4-1 0,1-2 1 16,-1 2-1-16,1 1 0 16,0-2 0-16,0 4 0 15,0 0-1-15,0-1 0 16,0-2-32-16</inkml:trace>
  <inkml:trace contextRef="#ctx0" brushRef="#br0" timeOffset="199543.34">13616 7403 104 0,'0'0'5'0,"23"-44"2"15,-10 18 0-15,4-5-2 16,0-1-1-16,-2-7-2 16,1-3 3-16,-1-5-3 15,-2-4-1-15,1-6-1 16,-5-5-5-16,-3-4-19 16,-6-8-6-16,0-4-47 0</inkml:trace>
  <inkml:trace contextRef="#ctx0" brushRef="#br0" timeOffset="201774.24">9828 11153 8 0,'0'0'143'0,"0"0"-140"0,0 0-2 0,0 0 1 15,0 0-2-15,0 0 0 16,40 31-2-16,-35-22 1 15,1 1 2-15,-3 1-1 16,0 0 2-16,2 3-2 16,-3 1 0-16,0 0 0 0,2 1 0 15,-3 1 0-15,-1-2 0 16,1-2 0-16,1-3 0 16,-2-3 0-16,0-2 1 15,2-4-1-15,-2-1-3 0,2 0 2 16,0 0-2-16,-2-5 10 15,0-4 0-15,0-4-4 16,0-2-1-16,0 0 1 16,-2 0 3-16,-2 2 4 15,-4 2 6-15,4 2-2 16,-2 5-2-16,1 2-5 0,1 2-6 16,-1 0 1-16,0 9-6 15,1 5-2-15,-1 0 4 16,2 3 1-16,0 3 1 15,3-3 1-15,-2-1-2 16,2-1 1-16,0-6 0 0,0-2-2 16,0-1-9-16,0-3-3 15,0-3-1-15,0 0 0 16,0-5 14-16,0-8 4 16,0-5 0-16,0-2-1 0,0-7-1 15,0 0 5-15,0 0-6 16,0 3 1-16,0 3 0 15,0 5-1-15,0 5 0 16,0 4 0-16,0 7-1 16,0 0-19-16,-2 11-2 15,2 9 19-15,-4 7 2 16,1 7 3-16,-2 0 0 0,-1 6 0 16,3-6 0-16,-1 0 1 15,2-5-2-15,0-4 0 16,0-5-1-16,1-7 0 15,1-2 0-15,-1-5 0 0,1-6 6 16,-1 0 6 0,1-13-9-16,0-4-3 0,-2-5 0 15,0-9 1-15,2-4-2 16,0-4 3-16,-2-1-1 16,2-2 2-16,0 1 2 15,0 4-4-15,0 4-1 0,0 5 2 16,0 9 1-16,0 4-1 15,0 8 3-15,0 1-2 16,0 6 1-16,0 4-8 16,0 14-8-16,0 10 8 15,-4 7 6-15,3 11-1 0,0 5 1 16,0 0-2-16,1-1 0 16,0-5 0-16,2-5-1 15,5-3-2-15,-1-6-22 16,1-7-2-16,-3-4-26 15,3-10 21-15,-2-6 32 16,-2-4-20-16,-2-13 3 0,0-10 18 16,0-5 7-16,-1-7 2 15,0-4 6-15,0-2-7 16,0-3 5-16,-1 2-2 16,-2 1 1-16,-2 4 4 15,0 5 3-15,1 6 0 0,0 4 0 16,-2 8-8-16,3 3-6 15,-1 5 0-15,2 3 0 16,-3 3 0-16,3 0-1 16,-1 17-20-16,1 7 4 0,2 6 12 15,-2 7-1-15,-2 4 0 16,2 1-1-16,1-6 0 16,1 0-8-16,-4-10-5 15,2-5 9-15,-1-10-2 16,-1 0 5-16,3-8 3 15,-1-3 3-15,-2-3 3 0,2-11-2 16,-4-6-5-16,3-7 2 16,-3-3-2-16,0-8 2 15,2 1-1-15,-1 0-1 16,2 3-1-16,0 7 2 16,-1 7 0-16,4 6 7 0,-4 8 4 15,3 2 11-15,0 4-12 16,1 2-2-16,-1 10-21 15,1 8 1-15,0 7 8 16,0 4 2-16,0 4 1 16,0-1-3-16,0-3-6 0,0-5-11 15,0-5-1-15,0-8-14 16,0-5-33-16</inkml:trace>
  <inkml:trace contextRef="#ctx0" brushRef="#br0" timeOffset="202864.65">9736 11205 9 0,'4'17'24'0,"0"-4"-10"0,2-2-2 15,0-3 0-15,-1-4-4 16,1 3 2-16,-2-7 1 0,2 0 3 16,0 0-1-16,-3-3 0 15,1-7 8-15,0-4-6 16,0-2-7-16,-1-5-6 16,-1 0-1-16,1-2-4 15,-1 3-9-15,-2 4-9 0,0 3 3 16,0 7 11-16,-2 3 10 15,-5 3 9-15,2 7-12 16,-1 7 1-16,1 3 2 16,-3 6-2-16,2 1 1 15,0-1-1-15,0 1 0 16,3-3-1-16,1-4 1 0,0-3-1 16,2-4 0-16,0-4 0 15,0-1 0-15,0-4-3 16,0-1 2-16,4 0 1 15,-1-3 4-15,-1-6 7 0,2-3-3 16,-4 0-4-16,2-2 0 16,-2 1 0-16,0 0-2 15,0 5 3-15,0 1-1 16,0 1 6-16,0 5 6 16,0 1-4-16,0 0-9 15,0 0-8-15,0 0-5 16,2 0 14-16,0 5-4 0,1 4 1 15,2-2-1-15,1 0 0 16,-3 0 0-16,3-1 0 16,-4-2 0-16,2-1 0 15,-1-3 0-15,-1 3-1 0,3-3 0 16,-3 0 1-16,-2 0-1 16,2 0 1-16,-1 0-2 15,1 0 4-15,-2 0-1 16,1 0 0-16,0 0-1 0,-1 0 1 15,0 0 1 1,0 0 1-16,0 0-1 16,0 0 2-16,0 0-2 0,0 0 0 15,0 0-2-15,0 0 0 16,0 0-1-16,0 0 0 16,-2 0-2-16,0 0 1 15,1 3 1-15,-1-3 1 0,2 1-3 16,0-1-7-16,-2 0-10 15,2 0-7-15,0 3-12 16,0-3 18-16,0 0 2 16,0 0-27-16</inkml:trace>
  <inkml:trace contextRef="#ctx0" brushRef="#br0" timeOffset="205143.71">9711 11383 79 0,'-8'-4'-5'0,"3"1"13"0,-3 0-2 0,5 0 6 15,-4 2 2-15,1-2-2 16,1 1 3-16,-2 0 1 15,1 0 1-15,-1 2-5 16,2 0-6-16,1 0 2 16,-2 4-7-16,3 8-3 15,-1 3 3-15,2 6-1 16,0 2 0-16,2 3 1 0,0-2-1 16,0 0-1-16,0-1 1 15,6-6-1-15,-1-1 0 16,3-8-8-16,-2-5-18 15,2-3 4-15,0-1 7 0,1-14 7 16,1-6-2-16,-2-3-6 16,1-2-6-16,-3-1 19 15,2 2 2-15,-5 5 1 16,0 2 2-16,0 6 15 16,-1 7 10-16,-2 2-13 0,2 3-1 15,-2 0-1 1,2 4 0-16,1 4 2 0,1 4 0 15,0 2-7-15,0-3-4 16,2 2 0-16,-2-3-1 16,-1 0-1-16,3-4 0 15,0-5-1-15,0-1-31 0,0-4-19 16</inkml:trace>
  <inkml:trace contextRef="#ctx0" brushRef="#br0" timeOffset="205343.18">9794 11418 140 0,'0'0'4'0,"0"0"-2"0,0 0-1 0,0 0-1 16,0 0-1-16,-23 41-3 15,23-39-23-15,0-2-25 16</inkml:trace>
  <inkml:trace contextRef="#ctx0" brushRef="#br0" timeOffset="205514.33">9767 11529 29 0,'0'0'144'0,"0"0"-146"16,0 0-12-16,0 0-1 15,0 0-20-15,0 0-19 16</inkml:trace>
  <inkml:trace contextRef="#ctx0" brushRef="#br0" timeOffset="207174.95">13692 7331 12 0,'0'0'21'0,"0"0"-21"0,0 0 1 0,0 0 2 16,0 0-3-16,0 0-1 16,0 0-2-16,0 0-3 0,0 0-12 15</inkml:trace>
  <inkml:trace contextRef="#ctx0" brushRef="#br0" timeOffset="212323.82">4368 842 151 0,'0'0'-88'0,"0"0"86"0,-40-19 3 0,30 16-9 0</inkml:trace>
  <inkml:trace contextRef="#ctx0" brushRef="#br0" timeOffset="212736.28">4307 602 56 0,'0'0'-7'16,"0"0"10"-16,42-50 1 16,-26 34-3-16,0 4 0 0,2 0-1 15,0 2 2-15,-2 2 2 16,4 1-1-16,-1 1 0 16,4 2-1-16,4 1-1 15,0 0 0-15,4 3-1 16,2 0 1-16,5 0-1 0,2 0 0 15,5 3 1-15,-2 4-2 16,4 0-8-16,-7-1-45 16</inkml:trace>
  <inkml:trace contextRef="#ctx0" brushRef="#br0" timeOffset="-214235.95">4267 3222 50 0,'2'-6'6'0,"-1"-1"-3"0,1 3 11 0,0-1-2 16,0 0-1-16,0 1-5 0,-2 1 2 16,0-1-2-16,2-2 1 15,-2 2-2-15,0-3 3 16,0-3 3-16,0-1-5 16,0-1 1-16,0-4 0 15,0 1 0-15,0-5-5 0,0 0 0 16,0 0-1-16,0-4 0 15,0-2-1-15,0 1 2 16,0-2-1-16,0-4-1 16,2 2 0-16,1-2 0 0,3-2 0 15,1-1 0-15,0 0-1 16,2 2-1-16,-3 0 1 16,2 7 2-16,-2 2 1 15,1 3 1-15,-1 4 4 16,0 4 2-16,6 1-6 15,-3 6-3-15,0 2-1 0,5 3 1 16,-1 0 0-16,1 0-2 16,3 10 1-16,1 6 2 15,-2 1 0-15,2 3-2 16,0 7 2-16,-1 1 0 16,0 3 4-16,0 2-8 0,1 3 3 15,-3-1 3-15,-1 1-6 16,-3-1 7-16,-2-1-4 15,-2 0-4-15,-3 0 9 16,-3 0-11-16,-1 0 12 16,-1 2-14-16,-10-2-10 0,0-2-30 15,-9-6-15-15</inkml:trace>
  <inkml:trace contextRef="#ctx0" brushRef="#br0" timeOffset="-214043.45">4365 3164 218 0,'0'0'-15'0,"0"0"41"0,-29-38-6 0,27 26-8 16,2 1-8-16,0-1-5 0,0 1 1 16,11 0 2-16,5-2-2 15,3 3-2-15,6-1-21 16,0-1-33-16,2-2-28 15</inkml:trace>
  <inkml:trace contextRef="#ctx0" brushRef="#br0" timeOffset="-213489.55">4982 2742 121 0,'0'0'-4'16,"0"0"15"-16,0 0 3 15,0 0-11-15,0 0-2 16,-35 46-1-16,28-31 0 16,0 4 0-16,0-1 0 15,1 2 0-15,-1 0 1 0,0 0-1 16,3-2 0-16,1 1 0 15,3-2-1-15,0-2 1 16,0 0-1-16,2-3-2 16,6-2 1-16,-1 0 0 15,3-1 3-15,4-2-1 0,-3-2 1 16,2 1 1-16,-1-3 0 16,1 4 1-16,-4-1 0 15,2-1-2-15,-4 1 1 16,-1 2 2-16,-3 1 0 0,-3 0 0 15,0 2 5-15,-1 6-1 16,-12 4-4-16,-7 5-2 16,-5 4-3-16,-6 0-1 15,-3-6-69-15</inkml:trace>
  <inkml:trace contextRef="#ctx0" brushRef="#br0" timeOffset="-204040.8">7866 15892 28 0,'0'0'44'0,"0"0"-37"0,0 0 5 16,0 0-1-16,0 0-2 0,0 0 1 16,-3 0-2-16,2-1 1 15,0 1 6-15,1-1 5 16,-1-1-6-16,0 2-2 16,1 0-3-16,0 0-4 15,0 0-2-15,0 0-3 0,0 0-1 16,0 0 0-16,0 0 1 15,0 6 1-15,0-1-1 16,0 1-1-16,0 0 1 16,0 2 0-16,0 0 0 15,0 1 1-15,1 3-1 16,0-2 0-16,-1 2 0 0,0 0 0 16,0 0 1-16,0 0-1 15,0 1 0-15,0-1 0 16,0 1 1-16,0 0-2 15,0 2 1-15,0 0 1 16,-2 2-1-16,-1-2 0 0,1 4 0 16,0-2 0-16,-2 0 0 15,1-1 0-15,1-2 0 16,0 1 1-16,0-5-1 16,0 0 0-16,2-1 0 15,0-1 0-15,0-2 0 0,0 1 0 16,0-1 0-16,2-2-1 15,0 2 1-15,-2-2 1 16,2-1-1-16,0 0 0 16,-2 0 0-16,1-1 0 15,1 1 0-15,-1-3 0 0,2 3-1 16,-1-3 1-16,0 0-1 16,-2 0 0-16,2 0 1 15,-1 0 0-15,1 0 0 16,-1 0-1-16,3 0 2 15,-2 0-1-15,2 0 2 16,-2 0-2-16,3-4 2 0,-1-2 1 16,-2 2-2-16,2-2 1 15,1 1 0-15,1-1-2 16,0 0-1-16,-2-2 0 16,2 1 3-16,-1 0-2 0,2 0 1 15,-4-1-2-15,1 1 1 16,0 1 1-16,-1-3-1 15,-1 1 1-15,2 1-1 16,-2-2 2-16,2 1-2 16,0-2 0-16,2 2 0 0,-2 1 0 15,-1-2 0-15,1 3 0 16,0 1 0-16,-2 1 0 16,-2 1 0-16,1-1 0 15,1 2 0-15,-2-1 0 16,1 3 0-16,-1-3 1 0,0 2-1 15,0 1 2 1,0-1-2-16,0 1 0 0,0 0 0 16,0-2 0-16,0 2 1 15,0 0-1-15,1 0 0 16,-1 0 1-16,0 0-1 16,0 0 0-16,0 0 0 0,0 0-1 15,0 0 0-15,0 0-1 16,0 0 1-16,3 0 1 15,-3 0 0-15,0 0 0 16,2 0 0-16,-2 0 1 16,0 0-1-16,0 0 0 0,2 0 0 15,-2 0 0-15,0 0 2 16,2 0-2-16,-2 0-2 16,2 0 2-16,-2 0 0 15,1 0 0-15,0 2 0 0,0-1-1 16,1-1 1-1,0 1 0-15,-2-1 1 16,2 1-1-16,-2 1 0 0,2 0 0 16,0-1 0-16,-1 1 0 15,0 0 0-15,2 1 0 16,-3-1 0-16,2 0 0 0,1 0 0 16,-3-1-1-16,0 3 2 15,2-2 1-15,-2 1-2 16,2-2 1-16,-2 2-1 15,1 0 0-15,1 0 0 16,-1-2 0-16,2 3 0 16,-3-1 0-16,2 2 0 0,0-1 0 15,-2 1 1-15,2 0-1 16,0-1 0-16,-1 0 0 16,0 1-1-16,0-1 2 15,1 1-1-15,-2-3 0 16,2 4 0-16,-2-2 0 0,2 2 1 15,1-1-1-15,-3 1 0 16,1-2 0-16,1 1-1 16,0 0 1-16,0-2 1 15,0 1-1-15,0-2 0 0,-2 0 0 16,2 1 0-16,-1-1 0 16,1 1 0-16,-1-1 0 15,2 1 0-15,-1 0 0 16,0-3 0-16,-2 3 0 15,2-2 0-15,2 2-1 0,-2-3 1 16,2 3 0-16,0-2 0 16,-2 1 0-16,3-1 0 15,-3 1 0-15,2-1 0 16,-2 2 1-16,1-3-2 16,2 1 1-16,-3 1-1 0,0-1 0 15,1-1 1 1,0 2 0-16,0-1 1 0,1-1-1 15,-2 1 0-15,1-1 0 16,1 0 0-16,-1 0-1 16,-1 0 1-16,1 0 0 0,0 0 0 15,2 0 0-15,-3 0 1 16,0 0-2-16,1-2 2 16,1 0 1-16,-2-1-2 15,3-1 3-15,-2 1 0 16,1-1-2-16,0 1 2 15,-2-2-2-15,1 0-1 0,1 1 0 16,0 0 1-16,0-1-1 16,-3 0 0-16,3 0 0 15,-1-2 1-15,-1 0-1 16,0 0 1-16,0-4 0 16,1 1 0-16,1-1-1 0,0-1 3 15,-2 1-2-15,1-1 0 16,2 1-1-16,-3 0 1 15,0 2 1-15,-2-1-2 16,2 3 1-16,-2 0 1 16,1 1-1-16,-1-1 0 0,0 0 1 15,0 1-1 1,0-2 0-16,0 0 0 0,0 0-1 16,1 1 0-16,-1-1 1 15,1-2-1-15,-1 1 0 16,1 1 0-16,0-1 0 0,-1 1 0 15,2 0 2-15,-2 0-4 16,0 1 4-16,0 0-2 16,0 0 0-16,0 0 0 15,0-2 0-15,0 4 0 16,0-2 0-16,0 2 1 0,0-1-1 16,0 1 0-16,0-1 0 15,0 2 0-15,0-2 0 16,0 2 0-16,0 1 1 15,0-1-1-15,0 0 0 16,0 1 0-16,0 1 1 0,0-1-1 16,0 0 1-16,0 2 1 15,0-2 0-15,0 3 1 16,0-2 2-16,0 1-4 16,0 1-1-16,0 0-1 15,0 0-1-15,0 0-8 16,4 0-13-16,1 0-29 0,2 0-54 15</inkml:trace>
  <inkml:trace contextRef="#ctx0" brushRef="#br0" timeOffset="-202339.4">8208 16690 10 0,'-1'0'13'0,"0"2"2"0,1-1-3 0,0 1-4 16,0 0-4-16,0-1 1 16,0 0 5-16,0 0 0 0,0-1 0 15,0 2 1-15,0-2-3 16,0 0-4-16,0 3-1 16,0-3-3-16,0 1 1 15,0-1-1-15,0 0 0 0,0 0-1 16,1 0 6-16,2 0 6 15,-1 0 1-15,0-4 0 16,0 1-3-16,1-3-4 16,1-1 0-16,-2 0-4 15,0 0 1-15,-2 0 0 16,2-2 2-16,-2 2 1 0,0-1-2 16,0 1 3-16,0-2 2 15,0 2-2-15,0-2 1 16,0 1-5-16,0-1 1 15,0 1-2-15,0 1 2 0,0 2-3 16,0 0 0-16,0-1 1 16,1 2-1-16,0 1 0 15,-1-1 0-15,1 1 0 16,-1 2 0-16,1-1 0 16,1 2 0-16,0 0-1 15,-2 0 1-15,2 0-1 0,-2 0-1 16,2 0 2-16,-2 3-1 15,2 0-1-15,-2 1 7 16,2-1-4-16,-1 3-1 16,1-1 0-16,0-1 1 0,0 2-1 15,0 0 0-15,-2 1 1 16,2 0-2-16,0-1 2 16,-1-1-2-16,0 0 2 15,2 0 0-15,0 1-2 16,-3 0 2-16,2 0-1 0,-2-1 0 15,2 1 0-15,0 0 0 16,-1-2 0-16,1 0 0 16,0-1 0-16,0 0 0 15,0-2 0-15,0 2 0 16,0-2 0-16,-1 0 0 16,1 0-1-16,-1-1 1 0,2 0 0 15,-1 0 0-15,1 0-1 16,-1 0 1-16,0 0-1 15,3 0 1-15,-3 0 0 16,2 0 1-16,1 0-1 16,1-3 0-16,-3-3 0 0,4 1 0 15,-1-1-2-15,1-1-21 16,-3-3-35-16,-2 0-43 16</inkml:trace>
  <inkml:trace contextRef="#ctx0" brushRef="#br0" timeOffset="-202011.4">8263 16398 123 0,'0'0'23'0,"0"0"27"0,0 0-19 15,0 0-10-15,0 0-14 16,0 0-4-16,0 0-2 0,0 0-2 15,0 0-7-15,0 0-29 16,0 0-2-16,0 0-29 16</inkml:trace>
  <inkml:trace contextRef="#ctx0" brushRef="#br0" timeOffset="-201443.11">8453 16573 23 0,'0'0'8'0,"0"0"7"0,0 0 2 0,0 0-1 0,0 0-4 16,0 0-2-16,0 0 3 0,0 0 3 15,36 1-2-15,-31-1 0 16,3 0-1-16,-3 0-5 15,6 0-2-15,-4-2-3 16,1 0-1-16,4 0 0 16,-5-1-2-16,1 2 1 0,1-2 1 15,0 1-2-15,-2-1 1 16,0-1-1-16,1 0 0 16,0 0-6-16,-2 0-33 15,-4 0-20-15</inkml:trace>
  <inkml:trace contextRef="#ctx0" brushRef="#br0" timeOffset="-200989.32">8543 16504 73 0,'0'0'27'0,"0"0"1"0,0 0-2 16,0 0-1-16,0 0-6 15,0 0-4-15,0 0-10 16,0 0-6-16,0 0-1 0,0 0 2 16,-5 19 0-16,5-11-1 15,0 2 2-15,0 3-2 16,0 0 1-16,0-2-2 15,0 3-2-15,0 1-6 16,0 0 0-16,0-2-8 0,0 0-8 16,0-2-1-16,0-1-13 15</inkml:trace>
  <inkml:trace contextRef="#ctx0" brushRef="#br0" timeOffset="-200510.91">8708 16449 95 0,'0'0'24'0,"0"0"3"0,0 0-3 15,0 0-15-15,0 0-9 0,0 0 0 16,0 0 0-16,0 0 0 16,0 43 1-16,0-26-1 15,0-1 0-15,0 3 3 16,0 1-3-16,0 0 0 15,0-2 0-15,0 2-1 0,0 0-2 16,0-3-38-16,0-4-97 16</inkml:trace>
  <inkml:trace contextRef="#ctx0" brushRef="#br0" timeOffset="-199628.59">9285 15981 71 0,'0'0'5'0,"0"0"-5"0,0 0 0 16,0 0 1-16,0 0 0 16,0 0 0-16,0 0 4 0,0 0 2 15,0 0 5-15,0 0 0 16,0 0-3-16,0 0-3 15,29 23 0-15,-23-22-1 16,3 0-1-16,-3-1 0 16,4 0-1-16,-1 0 4 15,-2 0-3-15,1 0 1 0,2 0-1 16,-3 0-3-16,1 0-3 16,0 0 6-16,2 0-2 15,-3 0-1-15,-1 0-1 16,0 0 1-16,2 0 0 15,-4 0 1-15,1 1-2 0,-1 2 0 16,-1 0-10-16,-1 0-27 16,-2-2-24-16</inkml:trace>
  <inkml:trace contextRef="#ctx0" brushRef="#br0" timeOffset="-199322.15">9358 16141 51 0,'0'0'18'0,"0"0"0"0,0 0 1 0,0 0-4 0,0 0-1 16,0 0-5-16,0 0-3 16,42 3-3-16,-30-3 3 15,1 0-2-15,1 0-2 16,1 0-2-16,2 0 1 16,2 0 0-16,-1 0-14 0,-3 0-35 15</inkml:trace>
  <inkml:trace contextRef="#ctx0" brushRef="#br0" timeOffset="-196589.64">8492 16473 42 0,'0'0'6'16,"0"0"12"-16,0 0-5 0,0 0-4 0,0 0-3 16,0 0-5-16,0 2 1 15,0 0 0-15,0 0-2 0,0 1 1 16,-1-1 1-16,-1 1 2 15,2 0-1-15,0 0 1 16,0-2-1-16,0 2-2 16,0-1-1-16,0 1 2 0,0-1-4 15,0-1 2-15,0 0-3 16,3-1-10-16,-2 0-14 16</inkml:trace>
  <inkml:trace contextRef="#ctx0" brushRef="#br0" timeOffset="-196013.86">8285 16395 12 0,'0'0'82'0,"0"0"-67"0,0 0 8 0,0 0-3 16,0 0-9-16,0 0-1 15,0 0-10-15,0 0 0 16,0 0 1-16,0 0-1 15,-29 35 0-15,25-18 1 16,-2 3-1-16,3 3 0 0,1 1 1 16,-2 3 0-16,-1 4 1 15,2-2 2-15,1 1 0 16,2-2-1-16,0 1-1 16,0-4-2-16,0-2 0 15,0-5 0-15,4-3 0 16,4-4-1-16,0-3 0 0,3-5-6 15,1-3-9-15,1 0-5 16,1-8-12-16,-1-6-34 16</inkml:trace>
  <inkml:trace contextRef="#ctx0" brushRef="#br0" timeOffset="-194851.9">8435 16466 123 0,'0'0'10'0,"0"0"8"0,0 0 5 0,0 0-24 16,0 0 1-16,-4 36 0 16,4-19 1-16,0 1-1 15,4 2 0-15,-1-1 0 16,3-1 0-16,1-3 0 0,-2-2 0 16,1 0 0-16,1-5 0 15,1 0-1-15,0-5 1 16,-2-2-1-16,3-1 1 15,-2 0 2-15,4 0 1 0,-2-9 3 16,-2-1 0-16,4-4-4 16,-4 1 2-1,1-2-4-15,-4-1 1 0,1 1 1 16,-3 0-1-16,1 4 0 16,-3 1 0-16,0 3 3 15,0 3 3-15,0 1 9 0,0 2-3 16,0 1-6-16,0 0-10 15,0 8 9-15,0 2-6 16,0 1 1-16,3 2-1 16,3 0-1-16,-2-6 0 15,5 2 0-15,-2-4 0 0,4-1-3 16,-2-2 2-16,-1-2-1 16,4 0 2-16,-3-7 1 15,2-3 0-15,-1-4-3 16,0-2-5-16,-1 0 2 15,-4-1 1-15,-2 0 4 0,-1 0 1 16,-2 6 1-16,0 0 2 16,0 2 6-16,0 3 6 15,-2 4-1-15,-1 1-6 16,0 1-5-16,1 1 5 16,0 9-9-16,2 5 1 15,0 3-1-15,0 2 2 16,0 2-2-16,7 0 1 0,0 2 0 15,-1-4-2-15,3 3 1 16,-3 0 0-16,2-2 0 16,-2 1-13-16,-3-3-3 15,-1 0-36-15,-2-8-7 0,0-4-56 16</inkml:trace>
  <inkml:trace contextRef="#ctx0" brushRef="#br0" timeOffset="-194514.95">8408 16507 141 0,'0'0'10'0,"0"0"-2"0,0 0-6 0,0 0 2 16,0 0 1-16,23 40 10 0,-15-15-8 15,4 3-1-15,-3 1-5 16,2 1-1-16,-2 1 0 16,2-4 1-16,-4 0-2 15,-1-4 1-15,-3-2-1 16,1-4 1-16,-4-2 0 15,0-2-6-15,0-5-15 0,-7-4-21 16,-3-4-12-16</inkml:trace>
  <inkml:trace contextRef="#ctx0" brushRef="#br0" timeOffset="-194134.5">8406 16568 121 0,'0'0'7'0,"0"0"6"16,17-35-3-16,-3 25-7 16,0 4 0-16,1 3-1 0,4 3-4 15,0 3 3-15,2 7 0 16,1 6 2-16,-2 2-2 16,3 4 2-16,-1 0 1 15,-3-2-3-15,2 1 0 16,-3-2-1-16,-4-4 1 0,-1-2 0 15,-2-4 2-15,-5-2 0 16,1-3 3-16,-5-1-2 16,0-2-2-16,-2-1 2 15,0 0 31-15,0-11 14 16,0-2-38-16,-4-7 0 0,-3-2 2 16,1-5-7-16,-2-2-2 15,0-2-2-15,2-2 1 16,1 1-3-16,3 3-6 15,0 2-6-15,2 7-7 0,0 3-13 16,0 6-29-16,6 4-45 16</inkml:trace>
  <inkml:trace contextRef="#ctx0" brushRef="#br0" timeOffset="-193536.91">8788 16588 121 0,'0'0'-9'16,"0"0"13"-16,0 0 0 16,0 0-1-16,0 0 6 15,0 0 0-15,0 0 0 0,38-29 3 16,-35 17 6-16,-3 1-3 16,0 0 2-16,0 2 0 15,0 0-8-15,-4 3 1 16,-1 2-3-16,0 2-3 0,-2 2-1 15,3 0 4-15,-3 7-7 16,3 5 0-16,2 4 0 16,-1 2-1-16,3 2 1 15,0 0 0-15,0 0-1 16,0-3 1-16,8 0-2 16,0-3 2-16,0-4 0 0,3-2-1 15,-1-2-2-15,-1-3-1 16,1-3 0-16,0 0 0 15,-3 0 0-15,-1-3 2 16,-1-5 1-16,0-3-2 16,-1-2 8-16,-2 0-4 0,-1 0 1 15,-1 2 0-15,0 1-1 16,0 3-1-16,0 1 2 16,0 5 2-16,0 1 2 15,0 0-7-15,0 0-7 16,2 7 12-16,4 1-2 0,-1 2-3 15,1-2 1-15,3-1 0 16,0-2 0-16,-2-1-1 16,-1-2 1-16,0-2-1 15,0 0 2-15,-4 0 4 16,0 0 7-16,-2 0 5 0,0-2 4 16,0-5-15-16,0 0-5 15,0-4 1-15,0-2-11 16,0-4-22-16,-4 1-52 15,-2-2-103-15</inkml:trace>
  <inkml:trace contextRef="#ctx0" brushRef="#br0" timeOffset="-193402.34">8948 16429 122 0,'0'0'30'0,"0"0"-27"0,0 0 10 0,44 23-4 0,-24-6-4 16,0 4-4-16,3 2 1 15,-3 1-21-15,-5 0-64 16</inkml:trace>
  <inkml:trace contextRef="#ctx0" brushRef="#br0" timeOffset="-192395.32">9968 15743 119 0,'0'0'2'0,"0"0"1"0,0 0 2 16,0 0 2-16,0 0 11 16,0 0 6-16,0 0 0 0,0 0 2 15,0 0-7-15,0 0-9 16,1-25-8-16,-2 25-3 15,1 0 2-15,0 1-10 16,0 5 4-16,0 5 7 16,0 3-2-16,0 2 0 15,0 2 0-15,1 4-2 0,3 0 4 16,-2 5-4-16,1-2 4 16,-1 2-2-16,2 2-3 15,0-3 4-15,-1-1-2 16,0-3 2-16,1-1-1 15,2-3 0-15,-2-5 0 0,3 0 0 16,3-6-1-16,-2-1-2 16,1-3 1-16,1-3-2 15,-1 0 0-15,-1-1 2 16,-1-7-1-16,2-5 0 16,-2 1 4-16,-1-3-1 15,-1 1 0-15,1-2 0 0,1 2 0 16,0 3 1-16,-5 0-2 15,2 3 1-15,-1 3 0 16,1 2 4-16,-2 2-3 16,0 1-1-16,4 0-1 0,0 9 1 15,2 3 0 1,2 4 1-16,4 3-1 0,0 1 2 16,3-3-2-16,-2-1 0 15,3-3-3-15,-3-4 1 16,2-4 0-16,-2-2 1 0,1-3-3 15,1 0 4-15,-3-4 2 16,-1-5 1-16,-3-3 4 16,0-3 4-16,-4-1 3 15,-1-2 0-15,-5-3-3 16,0-2-2-16,-2-4-2 16,-6 0 0-16,-3-1-3 15,1-1-1-15,-1 0-2 0,0 3 0 16,-1 2-2-16,3 5-7 15,1 8-13-15,-1 4-23 16,2 5-74-16</inkml:trace>
  <inkml:trace contextRef="#ctx0" brushRef="#br0" timeOffset="-191920.43">10517 16141 116 0,'0'0'9'0,"0"0"4"0,0 0-4 0,0 0-4 15,0 0-2-15,-42 27 4 0,34-12 1 16,-1 3 2-16,-3 3 8 15,4 1-3-15,-1 4-6 16,0-2-4-16,4 4-1 16,-1-2-3-16,4-2 1 15,2 1 0-15,0-3-1 0,0-1 0 16,6-1-1-16,1-3 1 16,5-2-2-16,1-1-2 15,3-2 0-15,1-3-2 16,1-2-24-16,0-5-41 15</inkml:trace>
  <inkml:trace contextRef="#ctx0" brushRef="#br0" timeOffset="-191117.08">10611 16368 70 0,'0'0'18'0,"0"0"15"15,0 0-22-15,0 0-7 16,-17 47 0-16,17-32-2 16,0 1 2-16,0-2 0 15,2-1 5-15,5-3 0 16,0-3-1-16,0-1 2 15,-1-3 0-15,3 0-4 0,-3-3-4 16,2 0 2-16,-3 0 0 16,3-1 6-16,-2-5-1 15,-2-1 0-15,2-1 2 16,-4-2-1-16,-2 0-5 0,0-1 0 16,0 0 2-16,0 1-4 15,-6 0 0-15,-2 1-1 16,-1 1 0-16,1 1-1 15,-2 1 0-15,2 4 0 16,1-2-2-16,3 4-1 16,0 0 0-16,3 0-3 15,1 0-15-15,0 0-4 0,0 0 15 16,7 0-2-16,0 0 4 16,3-1 2-16,4-6 4 15,1-3-1-15,1-3 2 16,3-4 1-16,-2 5 0 15,-3-6 0-15,-1 4 0 0,-6 1-1 16,-1 0 3-16,-4 1 3 16,-2 3 10-16,0-1 1 15,0 0-8-15,-2-1-4 16,-5 1-3-16,3 3-2 0,-2 0 1 16,2 0-1-16,1 2-1 15,1 2 1-15,-1 2-2 16,3 1 2-16,-2 0-3 15,2 0 2-15,0 0-5 0,0 9 2 16,0 5 4-16,0 3 0 16,0 4 2-16,2 2-2 15,3 2 0-15,0-2 0 16,1 1 1-16,0-1-1 16,1 0 0-16,0-4 1 15,2 0-1-15,-3-2 1 0,3-3-1 16,1-1-1-16,-3 1 2 15,3-4-2-15,2-2 0 16,-1-2 0-16,2 1-6 16,3-4-11-16,-1-3-53 15,3 0 28-15</inkml:trace>
  <inkml:trace contextRef="#ctx0" brushRef="#br0" timeOffset="-190562.06">11063 16398 121 0,'0'0'17'0,"0"0"43"0,0 0-19 0,0 0-24 16,0 0-7-16,0 0-5 16,0-36-5-16,-6 34 1 15,-3 0-3-15,-1 2-1 16,-1 0 11-16,3 0-6 16,-3 3 0-16,0 3-2 0,4 2 1 15,-2 5-2-15,2 0 0 16,0 4 1-16,3-2-2 15,2 1 0-15,2-3-1 16,0-2 2-16,0 0 0 16,0-3-2-16,6-3-2 15,4-3 0-15,-3-1 0 0,3-1 4 16,-1 0 1-16,1 0-1 16,0-6 1-16,-1-2 3 15,0-1-4-15,0-1 3 16,-2-5 0-16,0 3 2 15,0-4 1-15,-3 1-4 0,-2-2 1 16,-1 0 0-16,-1 0 1 16,0 0 0-16,0-1-2 15,0-1-1-15,0 1 2 16,0 1-3-16,-1 2 1 16,-1 1 0-16,0 4 0 15,2 6 0-15,-2 0 1 0,2 2-1 16,0 2-1-16,0 0-5 15,0 3-8-15,0 7 11 16,0 4 1-16,0 1 9 16,4 3-4-16,1-1-1 0,1 1-2 15,0-2 0-15,2 0 0 16,-1-1 0-16,1-2-2 16,0-2-10-16,2-2-13 15,-1-3-39-15,-2-5-2 16</inkml:trace>
  <inkml:trace contextRef="#ctx0" brushRef="#br0" timeOffset="-190198.64">11104 16105 145 0,'0'0'-1'0,"0"0"22"0,0 0 9 0,0 0-6 15,40-18-7-15,-31 18-6 16,1 0-4-16,1 13 0 0,1 7-3 15,2 8-1-15,-1 5 1 16,1 4-1-16,-3 2-3 16,-4 4 4-16,-1 1-3 15,-3 0-1-15,-3 4 0 0,-3 4 0 16,-6-2-19-16,-4-1-34 16,-7-7 21-16,0-9-142 15</inkml:trace>
  <inkml:trace contextRef="#ctx0" brushRef="#br0" timeOffset="-189514.64">11478 15841 103 0,'0'0'10'0,"0"0"21"0,0 0-13 0,0 0-12 15,0 0-1-15,0 0-6 16,0 0-3-16,0 0 4 0,0 0 0 15,0 0 4-15,0 0 3 16,39 6 1-16,-24-4 1 16,2-2 0-16,3 1 2 15,-1-1-6-15,4 0 0 16,-2 0-3-16,3 0 1 0,-4 0-2 16,0 0 3-16,1 0 0 15,-2 1-2-15,-2-1-1 16,-1 3 0-16,-1-3 0 15,-2 1 1-15,-1 1 0 16,-2-2-8-16,-5 0-58 0</inkml:trace>
  <inkml:trace contextRef="#ctx0" brushRef="#br0" timeOffset="-188276.39">12025 15757 81 0,'0'0'11'0,"0"0"8"0,0 0-8 0,0 0-7 15,0 0-1-15,0 0 5 16,0 0-6-16,0 0 4 16,0 0 2-16,0 0 1 15,-22-32-4-15,22 23-6 0,1 1 6 16,6-1-4-16,-2-1-1 16,4 2-2-16,0 1 4 15,0 1 1-15,2 0-2 16,0 3 0-16,0 1 1 15,-1 2-1-15,0 0-1 0,-1 0 2 16,3 1-1-16,-3 6 1 16,1 0-1-16,-1 4 0 15,0 1-1-15,0-1 1 16,-4 3-1-16,1 0 1 16,-3 2 0-16,-1-3 0 15,-2 0-1-15,0-2 1 0,0-1 0 16,0-1-1-16,-5-2 2 15,-1-2-1-15,3-1-1 16,1-3 2-16,-2-1-2 16,0 0 1-16,2 0 1 0,2 0-1 15,-1-5-2-15,1-2-1 16,0-3 1-16,0-2-2 16,1-1 1-16,5-2 1 15,-2-1 0-15,2 0 2 16,4-2-1-16,-3 0 0 15,2 0 0-15,1 1 0 0,2 1 0 16,-4 3-1-16,2 2 1 16,1 1 0-16,-2 3 0 15,-2 0 0-15,2 3-1 16,-3 1 0-16,3 2 2 16,-3-1-1-16,1 2 0 0,1 0 0 15,0 0 0-15,-1 0 0 16,-1 0 0-16,0 3 0 15,0 3 2-15,-1 2 2 16,1 3-2-16,-2 1 2 16,1 1 4-16,0 4-5 0,-1 1 0 15,-2 1-1-15,-1 5 2 16,1-1-2-16,0 5 0 16,0 0 1-16,-2 4-1 15,0 0-2-15,0 2 0 16,0 2 1-16,0 1-1 15,0-2 0-15,0 4 0 0,0-3 0 16,0 0 0-16,0 2 0 16,0-4 2-16,0-4-4 15,0 1 4-15,0-5-4 16,0-2 4-16,0-3-2 16,0-3 0-16,2-1 0 0,0 0 0 15,1-3 1-15,3 0-1 16,-1-1 0-16,-2-2 4 15,3 0 4-15,0-1-1 16,0-3-4-16,2-2 7 16,1-1-5-16,-2 0 0 0,3-4-1 15,0 0 0-15,0 0 2 16,0 0 1-16,3 0-1 16,-2-4-4-16,-2-1 0 15,1-1-1-15,0 1 1 0,1-2-2 16,1-1-1-1,-3-2-14-15,1-3-37 0,-2-3-122 16</inkml:trace>
  <inkml:trace contextRef="#ctx0" brushRef="#br0" timeOffset="-187042.06">13330 15554 95 0,'0'0'7'0,"0"-3"11"0,0 1-9 0,0 0-4 0,0 1 1 16,-2-1 2-16,-4 2-3 15,3-1 3-15,-2 1-3 0,-1 0 7 16,1 0-1-16,1-2-4 16,-2 2-5-16,3 0-1 15,-4 0-1-15,3 0 0 16,-1 0 1-16,-1 0-1 16,1 0 1-16,-1 0 1 0,-2 3 0 15,1 0-2-15,1 4 0 16,-3-4 0-16,2 3 0 15,-2-1 0-15,3 2-1 16,-2-1 0-16,0 2 2 16,2 1-1-16,1 0-1 0,1 2 1 15,0 0 0-15,3 1 0 16,1-1-1-16,0 2 1 16,0-2 0-16,0 1-2 15,7-1 1-15,-1-4 0 16,1 2 2-16,3-2-2 15,-2-3 2-15,0-1 0 0,3 0 1 16,-1-2-1-16,-1-1 2 16,1 0 1-16,1 0 1 15,-1-2 2-15,-2-3-2 16,2-2-1-16,-1 0-1 0,-4 0-1 16,1 0 1-16,0-3 1 15,-2 1 1-15,2-1-1 16,-4-1-1-16,1 0-1 15,-1-2 2-15,-2 2-3 16,0-1 1-16,0 1 0 0,0-1 0 16,0 2 0-16,-2 2 2 15,-1-1-1 1,-1 2-1-16,-1-1 0 0,1 1 1 16,-1 1 3-16,0-1 1 15,1 0 0-15,0 1-2 16,-3 0-1-16,1-1 0 15,-3 0-1-15,4 0-1 0,-4 0-2 16,0 0-1-16,-2 0 3 16,2 1-1-16,-1 1-1 15,0 0 0-15,1 1-1 16,-1 2-1-16,1 2 2 0,1 0-9 16,0 0-6-16,1 0-7 15,0 2-5-15,2 3-15 16,1 0-15-16,0-4-15 15</inkml:trace>
  <inkml:trace contextRef="#ctx0" brushRef="#br0" timeOffset="-185949.65">13520 15384 51 0,'0'0'57'0,"0"0"-30"0,-2 0-11 0,1 0-12 0,1 0-2 16,0 0-1-16,0 0 0 0,0 0 0 16,0 0 4-16,0 0 10 15,0 0-8-15,0 0-6 16,0 0-1-16,0 0 0 15,0 0 0-15,0 0 1 16,0 4-1-16,0 3 1 16,0 2 1-16,0 2-1 0,0 0-1 15,0 1 2-15,0 2-2 16,0 0 1-16,3 2-1 16,-3-3 2-16,2 1-2 15,-2 0 0-15,2 0 1 0,0 0 0 16,-2-1 0-16,0 1 0 15,1-1-1-15,-1 3 0 16,0-5 1-16,1 3-1 16,-1-2 0-16,0-1 1 15,0 0-1-15,0-1 1 16,0-3-1-16,0-1 0 0,0 0 0 16,0-2 0-16,0-2-1 15,0 1 2-15,0-2-2 16,0 0 1-16,0 1-1 15,1-1 0-15,0 2 1 16,1-2-1-16,2 1 1 16,-2-1 1-16,2 1-1 0,-1-1-1 15,3-1 1-15,-2 0 1 16,4 0-1-16,-3 0 3 16,3 0 1-16,-2 0 1 15,3 0 3-15,1 0 1 0,-1-3-1 16,1 2-2-16,2-3 2 15,-3 1-3-15,2 0 1 16,1 0-4-16,1 0 3 16,0 0-2-16,-2 2-2 15,2 0 1-15,-4 0-2 16,1 1-1-16,-4 0-23 0,-2 0-33 16,-4 0-71-16</inkml:trace>
  <inkml:trace contextRef="#ctx0" brushRef="#br0" timeOffset="-185265.08">13111 15929 85 0,'0'0'4'0,"0"0"7"0,0 0-7 0,0 0-4 16,0 0 2-16,42-3-1 15,-30 3 0-15,3 0 2 16,2 0 6-16,6 0 1 0,2 0 0 15,6 0-4-15,1 0-2 16,5-1 5-16,2-2 6 16,1 0-2-16,0-1 2 15,5-2 0-15,-3-1-3 16,1 2-2-16,-3-1-2 16,2-1 0-16,-7 2-4 0,2 1 1 15,-3-1-2-15,-1 2-2 16,-4 0 0-16,-1 1 0 15,-3 1-13-15,-2 1-21 16,-7 0-40-16,-5 0-46 0</inkml:trace>
  <inkml:trace contextRef="#ctx0" brushRef="#br0" timeOffset="-184432.84">13297 16277 88 0,'0'0'21'0,"0"0"2"0,0 0-11 0,-38 17-8 0,28-10-3 16,2-1 0-16,1 4 0 15,-1 0 3-15,0 0 8 16,2 0 3-16,1 4-4 15,3-3-3-15,0 3-5 0,2-1-2 16,0-1-1-16,0-1 0 16,4-3-1-16,1 0 0 15,1-3 1-15,1-1 0 16,0-2 3-16,-1-2 6 16,1 0-1-16,1 0 0 15,2 0-5-15,-3-4 3 0,2-3-2 16,2-2-1-16,-2-1 0 15,-1 0 0-15,2 0 1 16,-5-1 3-16,3-2-3 16,-3 3-1-16,1-3-2 15,-4 2 1-15,0 0-2 0,1 1 2 16,-3-1 0-16,0 2 4 16,0 0-2-16,0-1 2 15,-7 2 5-15,-2-1 2 16,1 1-1-16,-2-1-4 15,-1-1-2-15,1 0-3 0,-3 0-1 16,1-1-1-16,1 1-1 16,-3 0 1-16,3 3-3 15,-1 3 0-15,-1-2-1 16,3 5-4-16,-1 1-5 16,5 0-10-16,-2 1-3 0,3 6-22 15,3 0-22-15,-3 0 2 16</inkml:trace>
  <inkml:trace contextRef="#ctx0" brushRef="#br0" timeOffset="-183165.2">13516 16117 115 0,'0'0'17'0,"0"0"0"0,0 0-3 15,0 0 1-15,0 0 5 16,0 0-10-16,0 0 1 15,0 0-4-15,0 0-2 16,0 0-4-16,0 0 1 0,-5-6-2 16,5 8 3-16,0 3-5 15,-2 2 5-15,2 0-3 16,0 2 0-16,-2 1 0 16,2 0 0-16,-4 2 0 15,4-1 0-15,-3 1 2 0,3 1-1 16,-2 0-1-16,2 1 1 15,0-3-1-15,0 3 0 16,0-1 1-16,0-3-1 16,0 3 0-16,0-3 0 15,0 1 0-15,0-2 1 16,2-2-1-16,3 0-1 0,-1-1 1 16,0-2 1-16,-3-1-2 15,3-2 0-15,0 1 2 16,-2-2-2-16,0 0 4 15,1 0 2-15,2 0-1 0,-1-2-1 16,0-2 2-16,3-3-2 16,-3-3-1-16,1 1 1 15,4-1-1-15,-4-1 0 16,1 1-2-16,-1 0 1 16,1 1-1-16,-1 2 0 15,-2 0 1-15,0 0-1 0,0 2 1 16,1 0 0-16,-2 1 0 15,1-3-1-15,-1 4 1 16,0-1-1-16,0 1 0 16,-2 2 0-16,2-1 2 0,-2 2 0 15,0 0 2-15,0 0-1 16,0 0-1-16,0 0-3 16,0 0 2-16,0 0-3 15,0 0 0-15,2 0 1 16,-1 0 1-16,2 3 0 15,-2 1 0-15,1 2 0 0,1-1 1 16,-1 1-2-16,1 0-1 16,-2 1 5-16,2 0-3 15,1 2 0-15,-2-2 1 16,1 0-1-16,0 3 1 16,3-3-1-16,-2 3 0 15,-1-2 0-15,3 0 0 0,-1 0 1 16,-1-1-2-16,3 0 1 15,-2-1 0-15,1 1 0 16,0-3 0-16,-1 2-1 16,4-2 1-16,-4-1 1 0,1 1-4 15,0-2 3-15,1 1-2 16,-1-2 5-16,0 0-7 16,-2 0 4-16,1-1 0 15,1 0 0-15,-4 0-1 16,3 0 2-16,2 0 0 0,-5 0-1 15,1 0 2-15,-1-2-1 16,2 0-2-16,0-2 3 16,-2 0-2-16,1 1 2 15,0-4 0-15,3 2 1 16,-4-4-1-16,0 1-2 0,1-1 0 16,1-1 0-16,0 1 0 15,-3 0 0-15,1 0 2 16,-2 2-1-16,0 0 2 15,0 0 4-15,0 1 0 16,0-1-1-16,0-1-1 16,0 0-2-16,-1-1 0 0,-1 0 1 15,-2-2 0-15,0-2-3 16,0 1-1-16,1-2 1 16,-5 1-1-16,4-1 0 15,-2 0 0-15,0 3 0 0,1-1-8 16,-5 1-21-16,-3-1-38 15</inkml:trace>
  <inkml:trace contextRef="#ctx0" brushRef="#br0" timeOffset="-178300.92">13415 15187 82 0,'-2'-3'17'0,"0"1"7"0,-3-1-11 0,2 0-4 0,1 2-6 16,0-2-1-16,-3 1-1 0,2 0-1 15,0-1 2-15,-1 2 2 16,-1-1 1-16,1 1 3 15,1-1-5-15,-3 2 0 16,4 0-3-16,-1 0 0 16,-1-1 0-16,2 1 0 0,-2 0 0 15,1 0 0-15,-4-1 0 16,1-1 0-16,-1 2 1 16,-1 0-1-16,-1-1 0 15,1 1 0-15,0 0 0 16,-1 0 0-16,-1 0-1 15,0 0 1-15,1 0 0 0,-3 0 0 16,1 0 0-16,-3 0 0 16,3 0 1-16,-2 0-1 15,-1 1 1-15,1 3-1 16,0 1 1-16,2 0-1 16,2 1 0-16,-3-2 0 0,2 3 0 15,1-2 0-15,-1-1 0 16,1 1-1-16,1 1 2 15,1 0-1-15,-3 1 0 16,2 0 0-16,-1 3 0 16,-1-3 0-16,2 4 0 0,-3 1 0 15,-1-1 1-15,-1 2-1 16,1 1 0-16,0 2 0 16,1-2 0-16,-1 3 0 15,1 0 0-15,0-1 0 16,-2 4 0-16,2-2 0 0,0 2 0 15,1 0 0-15,0-2 0 16,3-1 0-16,-1 1 0 16,4-2 2-16,-2 0-4 15,3 0 2-15,-1 1 0 16,2 1 0-16,-2-1 2 0,1 2-2 16,0 2 0-16,1-1-2 15,0 1 4-15,0 2-2 16,1 1 0-16,1 3 0 15,0 0 1-15,0 0-2 16,-1 1 2-16,1 1-1 16,0 1 0-16,0-3 1 0,0 2 0 15,0 1 1-15,0-3-1 16,0 3 1-16,0-1-1 16,0 0 0-16,0 0 2 15,4 2-2-15,0-3 1 16,3 2-1-16,0-1 0 0,1 2 0 15,0-3 0-15,5 1-1 16,-2-1 0-16,1-1 1 16,1 0-1-16,3-4 0 15,-1-2 0-15,-2 0 1 0,3-2 0 16,-1-5-1-16,-1 0 1 16,0-4 1-16,2 0 0 15,0 1 3-15,1-3-3 16,1 0-1-16,-2 2 3 15,0 0-3-15,0 0 0 0,3 0-1 16,-2 0 0-16,0 1 2 16,0-1-3-16,1 0 1 15,-1 1 1-15,0-1-1 16,1-1 1-16,-1 0-1 16,2 0 0-16,0-3-1 15,4 1-3-15,2 0 8 0,1 0-3 16,1-1-1-16,0-2 1 15,-3-1-1-15,1 0 0 16,-1-2 0-16,1-1 0 16,-2 0-1-16,-1 0 1 0,5-2 2 15,-2-5 1-15,3 0 1 16,0-4 0-16,1-1-10 16,-2-1 15-16,0-1-9 15,-1-1 4-15,-2 0-3 16,-3 2 2-16,-4-2 1 15,1 0 2-15,-3 1-2 0,-1 0 1 16,-1-3-3-16,2 0 2 16,-1-3-3-16,-2 0 0 15,1-1-1-15,-2-3 1 16,1 1 0-16,-2-1-1 16,0-2 0-16,1 1 1 0,-3-2-1 15,1 1 0-15,1-2-1 16,-4-1 1-16,1-2 1 15,-1-3-2-15,1 4 2 16,-1-5-2-16,-2 2 0 16,2-1 1-16,-4 1-1 0,-1 2 2 15,-1-2-3-15,0 3 3 16,0-4-1-16,-1 0-1 16,-6 0 1-16,1-3-1 15,-6 2-3-15,1-1 2 0,-4 4-1 16,0 0 1-16,-4 1 1 15,-2 5 1-15,-4 0 0 16,0 1 0-16,-5 3 0 16,0-1 0-16,-1 0 1 15,-5 0-1-15,2 2-1 16,-6 1 2-16,3 2-1 0,2-1 0 16,0 6 1-16,5 2-1 15,3 1-10-15,3 3-38 16,2 0-47-16</inkml:trace>
  <inkml:trace contextRef="#ctx0" brushRef="#br0" timeOffset="-175704.3">12235 15344 8 0,'0'-1'7'0,"-5"-1"19"0,0 1-8 0,-1-1-1 16,0 1-6-16,-1-2 1 16,2 2 1-16,-1-1-6 0,1-2-2 15,1 3-1-15,-1-1 0 16,1-1-3-16,-1 0 0 16,-1 1 0-16,1 0 3 15,0 0 6-15,-1-1 0 16,-1 1-4-16,0 1 2 0,1-1-2 15,-1 2-2-15,1-2-1 16,-2 2-2-16,2 0 0 16,-1 0 0-16,-2 0-1 15,0 0 0-15,-1 2 0 16,0 2 0-16,1 1 0 0,0-2 0 16,-2 2 1-16,2 0-1 15,2 0 0-15,-3 0 0 16,3 0 0-16,-2 1 0 15,4 1 0-15,-3-3 0 16,3 3 0-16,3-2 0 16,-5 0 0-16,4-1 0 0,1-1 0 15,0 3 0-15,0-2 0 16,-1 2 0-16,2 0-1 16,-1 2 2-16,1-1-1 15,-1 2-1-15,0-1 1 0,0 2 1 16,-2 2-1-16,2-2-1 15,1 1 2-15,-2-1-1 16,3 5 0-16,-2-3 0 16,0 3 1-16,-2-2-1 15,2 2 0-15,1-1 0 16,-3 1 0-16,2 1 0 0,2-4 1 16,-4 4-1-16,3 0 0 15,1-2 0-15,0 3 0 16,0 0 1-16,0 2-1 15,0-1 0-15,0 1 2 16,0 2-2-16,1 0 0 0,3-2 0 16,0 1 1-16,-1 1-1 15,3-3 0-15,-2 1 2 16,2 1-2-16,0-2 0 16,-2 2 0-16,-1-2 0 0,1 1 0 15,0-1 0-15,-2-2 0 16,-1 1 2-16,1 0-1 15,1 1 1-15,1-1-1 16,0 2-1-16,-1 1 1 16,5 0-2-16,-4 0 2 15,4 0-1-15,-2 1 0 16,1-1 0-16,-1-2 0 0,1 2 0 16,0-3 0-16,0-1 1 15,-1 1-2-15,1 0 2 16,2 0-2-16,0 0 2 15,-1-1-1-15,2 2 0 0,1-1 0 16,-2 0 0-16,-2-1 0 16,4 2 0-16,-5-2 0 15,3-3 0-15,0 2 0 16,-1-2 2-16,0-2-2 16,0 2 0-16,3-3 1 0,-1 1-1 15,-1 0 1-15,1-2-1 16,0 1 0-16,1-1 0 15,1-1 1-15,-5 0-1 16,3 0 1-16,2-2-1 16,-5 2 0-16,3-2-1 15,-3-2 2-15,1 0-1 0,2 1 1 16,-3-1-1-16,1-1 1 16,2 1 0-16,-3-3-1 15,1 2 0-15,-1-3 1 16,4 2 1-16,-4-2-1 0,0 1-1 15,4-1 0-15,-5 0 2 16,3 0-4-16,0 0 2 16,-1 0 0-16,2-4 4 15,-1-2 0-15,1-1 0 16,1 0-3-16,1-3 1 0,2 1-1 16,-1 0-1-16,-1-1 1 15,-1 1-1-15,0-1 0 16,-1 0 0-16,0 2 0 15,-4 1 0-15,3-1 1 16,-2-1-1-16,0 0 1 16,-2-1-1-16,3-3 1 0,-2 0 0 15,0-1-1-15,0-2 1 16,1 1-1-16,-2-2 0 16,2 3-1-16,-1-2 2 15,-3 4-2-15,3-3 2 16,-2 3-1-16,-1-1 0 0,0 0 0 15,0-1 0-15,2 0 0 16,-2-1 0-16,1-2 0 16,2 0 0-16,-4 0 0 15,1-5 1-15,1 0-1 0,-4-1 0 16,0-1 0-16,0-3 0 16,0 0-1-16,0-1 0 15,-5-2-1-15,2-1 1 16,0-3-2-16,1-2 0 15,2-2-2-15,-2 1-6 16,2 0-2-16,-1 2 0 0,0 1-1 16,-1 2 0-16,-1 2 5 15,-2 3 6-15,-1 3 3 16,1 0 1-16,-4 4 1 16,3 2 3-16,-4-1 0 15,0 3 0-15,3-2-1 0,-5 1-4 16,0-1 0-16,1-1 0 15,-3 1-1-15,0-1-3 16,-1 1 3-16,0 0 1 16,0 3 0-16,0-2 0 15,-1 6 2-15,1-1 3 0,1 1 2 16,1 1-3-16,-1 0-2 16,3 3 0-16,-2 0 0 15,1 1-2-15,0 1 0 16,2-2 0-16,-1 2 1 15,0 1-1-15,-1-1 0 0,-1 1 1 16,1 0 0-16,-2 0 2 16,1 1-2-16,0 0-1 15,1 2 2-15,-2-2-2 16,0 3 0-16,4 0 0 16,-2 0 1-16,1 0-1 15,1 0 0-15,2 3 0 0,0 0-1 16,3 1 1-16,-1 0 0 15,1-2 0-15,-2 2 0 16,3-1 0-16,1 0 0 16,-3-1 0-16,1 1 0 15,1 0 0-15,-4-1 0 0,4 1 0 16,-3-1 0-16,3 0 0 16,-2 0 0-16,-1 0 0 15,2-1 0-15,-3 1 0 16,1 0 1-16,-2 0-1 15,0 2 0-15,2-1 0 0,-1 1 0 16,3 1-1-16,0-1 1 16,0-1 0-16,3 1-3 15,2-1-5-15,0 0-6 16,0 0-1-16,0-1 2 16,0 1-6-16,0-1-18 0</inkml:trace>
  <inkml:trace contextRef="#ctx0" brushRef="#br0" timeOffset="-171233.85">10165 16124 76 0,'0'0'6'0,"0"0"16"0,0 0-2 0,0 0-10 0,0 0-6 16,0 0-5-16,2 0-2 16,1 0-4-16,0 0-20 15,3-5-49-15</inkml:trace>
  <inkml:trace contextRef="#ctx0" brushRef="#br0" timeOffset="-167250.97">11307 15862 15 0,'0'-1'33'0,"0"0"-10"0,0-1-8 15,0 1-2-15,0 1-5 16,0 0-4-16,0-1-2 16,0 1-1-16,2 0-1 0,-2 0 1 15,2 0 0-15,-1 0 4 16,0-1 3-16,3 1 4 16,0-1-1-16,0-1-1 15,3 1-5-15,-1-1 0 16,0 0-2-16,3-1-2 15,-1 0 1-15,1 2-1 0,2 0-1 16,-2 0 1-16,-1 1 1 16,3 0-1-16,-1 0 1 15,-1 0 0-15,1 0 2 16,0 0 0-16,-1 0-1 16,-2 0-1-16,2 0 0 0,-1 0-1 15,1 1-1-15,-2 0 1 16,1 0 0-16,0-1 2 15,-3 0-1-15,3 3-1 16,-1-3 0-16,0 1-1 16,-1 1 1-16,-1-2-1 0,3 1 0 15,0-1 0-15,-1 0 1 16,3 0 0-16,-4 0 0 16,4 0 1-16,-3 0-1 15,-1 0 1-15,-2 0-1 16,2 0 0-16,-1 0-1 0,-1-1 1 15,2 1 1-15,-2-2 0 16,3 1 2-16,-2-2 0 16,0 3-2-16,1-2-2 15,-1 1 1-15,1 0-1 16,-2 1 0-16,-1 0 0 0,2 0 1 16,-1 0-1-16,0 0 1 15,-1 0-2-15,3 0 2 16,-2 0 0-16,-1 0-2 15,0 0 1-15,1 0 0 16,-2 0 1-16,0 0-1 0,0 0 0 16,-2 0 0-16,0 0 1 15,0 0 1-15,0 0 6 16,0 0 10-16,0 0-1 16,0 0-12-16,0 0-6 15,-4 0 3-15,-1 0-2 0,-2 0 0 16,0 0-1-16,1 0 2 15,-2 0-1-15,-2 0 0 16,1 0 0-16,0 0 0 16,0 0 0-16,-2 1 0 15,0-1-1-15,1 2 1 0,2-2-1 16,-3 0 1-16,-2 0-1 16,2 0 1-16,-2 0-1 15,-4 0 1-15,2 0-1 16,-3 0 1-16,-2 0 0 15,2 1 0-15,0 1 0 16,-1-1 0-16,2 0 0 0,1 1 0 16,1 0-1-16,2 0 1 15,1-2 0-15,1 1 0 16,3 1 0-16,0-2 0 16,2 0 0-16,-1 0 0 15,3 0 1-15,-2 0-1 0,2 0 0 16,0 0 1-16,0 0 0 15,-1-3-1-15,3 2-1 16,-2 0 1-16,1 0 0 16,0 0 1-16,2-1-1 15,-2 1 0-15,1 1 0 16,0-3-1-16,-2 3 1 0,4 0 0 16,-2 0 0-16,2 0 0 15,0 0 0-15,0 0-4 16,0 0-4-16,0 0-3 15,0-1 8-15,1 1 3 0,4 0-2 16,-1 0 2-16,2 0-1 16,0 0 1-16,0 0-2 15,3 0 2-15,1 0 2 16,-2 0-4-16,3 0 2 16,3 0-1-16,-1 0 2 0,3 0-1 15,0 0 0-15,0-1 0 16,-1 0-1-16,1 1 2 15,-1 0-2-15,1 0 2 16,-3 0-1-16,3 0-1 0,-3 0 1 16,1 0 0-1,-1 0 1-15,0 0-1 0,-1 0-1 16,1 0 2-16,-1 0-1 16,1 0 0-16,-2 0 0 15,4 1 0-15,1 0 0 16,-4-1 0-16,1 0 0 15,0 0 0-15,-1 0 0 0,-1 0 0 16,0 0 0-16,0 1 2 16,-3-1-4-16,2 0 2 15,-5 2 2-15,3-1-2 16,-5-1 0-16,3 1 0 0,-4-1 0 16,1 0 0-16,-1 2 0 15,-2-2 0-15,0 0 1 16,0 0 1-16,0 0 10 15,0 0-4-15,0 0-4 16,-2 0-3-16,-3 0 1 16,-1 0-1-16,1 0-1 0,-3 0 0 15,1 0-1-15,-1 0 1 16,-3 0 0-16,-1 0 0 16,0 0 0-16,1 0 0 15,-3 0 0-15,-1 0 1 16,1 0-1-16,-3 0 0 0,2 0 0 15,0 0 0-15,-1 0-1 16,1 1 1-16,-3 0-1 16,0 0 1-16,1-1 0 15,1 1-1-15,0-1 2 16,1 1-1-16,-1 1-1 0,3-1 2 16,1-1-1-16,-1 1 0 15,1 0 0-15,3-1-1 16,1 1 2-16,1-1-1 15,0 0 0-15,0 0 0 16,3 0 0-16,0 0 0 16,0 0 0-16,1 0 0 0,-1 0 0 15,-1 0 0-15,1 0-1 16,1 0 1-16,1 0 0 16,-4 0 0-16,3 0 0 15,-1 0 0-15,-1 0 0 16,0 0 0-16,3 0 0 0,-2-1 1 15,4 1-1-15,-4-1 0 16,3 0 0-16,1 1 0 16,0 0-1-16,0 0 0 15,0 0-7-15,0 0 4 16,1 0 3-16,5 0-2 0,0 0 1 16,2 0 2-16,0 0-1 15,2 1 0-15,1 0 1 16,0 0 0-16,-1 2 0 15,3-2 0-15,2 2 0 16,1-3-1-16,1 3 1 0,0-2 0 16,3 0 0-16,1 1-1 15,-3-2 1-15,2 0 1 16,-2 0-2-16,-1 0 1 0,0 0 0 16,-3 0 0-1,1 1 0-15,-1 0 1 16,-1 0-2-16,0-1 2 0,1 0-1 15,-3 2 0-15,1-2 0 16,-2 1 0-16,-1 0 0 16,-2 1 0-16,2-1 0 15,-3 1 0-15,-1 0 1 0,-1-1-2 16,-1 0 1-16,-1-1 0 16,3 0 0-16,-5 0 0 15,2 2 1-15,-2-2-1 16,0 0-1-16,0 0 2 15,0 0-1-15,0 0 1 0,0 0 2 16,0 0 0 0,0 0-2-16,0 0 2 0,-7 0-1 15,4-2-1-15,-1 1 0 16,-1-2 0-16,-1 3-1 16,-2-3-1-16,2 3 0 0,-4 0 1 15,1-1 0-15,-1 0 0 16,0 1 1-16,1 0-1 15,-1-2 0-15,-1 0 0 16,-1 2 0-16,0-2 0 16,-1 1 0-16,0-2 0 0,-1 1-1 15,1 0 2-15,-3 2-2 16,1-1 1-16,0 1-1 16,0 0 0-16,1 0-1 15,1 0 1-15,-1 0 1 16,2 0-2-16,1 0 1 15,1 0 1-15,1 0 0 0,-2-2 1 16,0 1-2-16,2 0 2 16,0-1-1-16,-2 1 0 15,4 0 1-15,-1 0-3 16,3 1 3-16,-2 0-1 0,2-1 0 16,3 1 0-1,-3 0 0-15,2 0 0 0,2-2 0 16,-1 1 0-16,2 1 0 15,-2 0 0-15,2 0 0 16,0-1 0-16,0 1-4 16,0-1 0-16,0 1 2 0,0 0 1 15,5-1 1-15,3 0 0 16,-1 1 0-16,2-2 0 16,2 1 0-16,-2 1 0 15,5-3 0-15,-1 3 0 16,5-2 0-16,-1 1 0 15,0 0 0-15,3 0 0 0,1-1 0 16,-2-1 0-16,0 3 0 16,-1-1-2-16,-2 1 4 15,-2 0-2-15,-2 0 0 16,0 0 0-16,-1 0 0 16,-3 0 0-16,3 1 0 0,-1 1 0 15,1 1 0-15,-2-1 0 16,1 0 0-16,2-1 0 15,-2 2 0-15,1-2 0 16,1-1-6-16,0 2-28 16,-1-2-43-16,-1-2-46 0</inkml:trace>
  <inkml:trace contextRef="#ctx0" brushRef="#br0" timeOffset="-152556.43">11287 15822 71 0,'0'0'10'0,"0"0"11"0,0 0-12 0,0 0-6 0,0 0-1 16,0 0-1-16,0 0 1 15,0 0-2-15,0 0 1 16,0 0 2-16,0 0 11 15,-36-3 4-15,34 2-3 16,-2 1-7-16,3-2-3 0,-1 2-2 16,2 0-1-16,0 0-1 15,0 0 0-15,0 0-3 16,0-1-2-16,0 1 2 16,0 0 0-16,0 0 5 15,0 0-3-15,0 0 1 0,0 0 0 16,0 0-1-16,0 0 0 15,0 0 1-15,0 0-1 16,3 0 0-16,1 0 0 16,1 0-2-16,-2 0-2 15,2-2 7-15,2 0-1 0,-2 1 1 16,1-2-3-16,2 3 1 16,0 0-1-16,-1 0 1 15,1-1-1-15,2 1 0 16,-2 0 1-16,1 0-1 15,3 0-1-15,-3 0 1 16,4-2 1-16,3-1-2 0,-3-1 1 16,5 0-3-16,-3 0 4 15,0 1 0-15,-1-1-1 16,0 2 1-16,-3 1-1 16,-2-1 0-16,0 2 1 0,0 0-2 15,2 0 2-15,-3 0-1 16,0 0 0-16,-1 0 1 15,1 0-1-15,2 2 0 16,-4-1 0-16,1-1 0 16,-1 3 0-16,2-2 0 0,-1 1 0 15,1-1 0-15,0 1 1 16,2-1-1-16,-1 0 0 16,0-1 0-16,2 2 0 15,-4-2 0-15,-1 0 0 16,1 1 0-16,-1-1 0 15,2 0 0-15,-4 0 0 0,1 0 0 16,1 0 0-16,-2 0 0 16,-1 0-1-16,0 0 0 15,1 0-1-15,-4 0-11 16,0 2-1-16,0-1-4 0,0 0 1 16,0 1-2-16,0-1 5 15,0 0-14-15,0 1-25 16</inkml:trace>
  <inkml:trace contextRef="#ctx0" brushRef="#br0" timeOffset="-147357.24">11363 15836 16 0,'0'-5'20'0,"0"4"-5"0,0-2 0 0,0 1-6 0,0 1 2 16,0-1-1-16,0 0-3 16,0 1-2-16,0 0-2 15,0-2 0-15,-2 1 3 16,2 0 4-16,-2 2 1 0,0-1 1 15,1 0 1-15,0-1 0 16,0 2-4-16,0 0-6 16,0 0-2-16,1 0 5 15,0 0-6-15,-2 0 3 16,2 0-2-16,0 0 0 0,0 0-1 16,0 0-1-16,0 0 1 15,0 0-2-15,0 0 0 16,0 0 2-16,5 0-5 15,1 0 2-15,1 0 8 16,4 0-7-16,-5-1 4 0,3 1-1 16,0 0-1-16,-1 0 0 15,0 0 2-15,1 0-2 16,1 0 1-16,1 0 1 16,3 0-1-16,0 0 0 15,-1 0-2-15,1 0 2 0,-1 0-1 16,-2-2 1-16,1 2 0 15,-3-2-1-15,1 1 0 16,0 1 0-16,1-1 1 16,-4-2-2-16,6 3 2 15,-2-3-1-15,-2 2 0 16,3-1 0-16,0 0 2 0,0 2-4 16,-1-2 4-16,-2 2-2 15,0 0 0-15,0 0 1 16,2 0-1-16,0-1 0 15,1 1 0-15,1-2 0 16,-1 1 0-16,0-2 0 0,0 2 0 16,-3-1 0-16,-1 2 1 15,-1 0-2-15,-2 0 1 16,0 0 0-16,1 0 1 16,-4 0-1-16,0 0-1 0,-1 0-2 15,-1 0-1 1,0 0 2-16,0 0 0 0,0 2 0 15,0-1 4-15,0-1 2 16,-1 0-3-16,-5 0-1 16,0 0 1-16,0 0 0 15,-1 3-1-15,1-3 0 16,-2 3 0-16,0-2-4 0,-1-1 7 16,-1 3-3-16,3 0 2 15,-5-2 0-15,1-1-2 16,-2 3 1-16,2-2 0 15,0 1-1-15,-3-2 1 0,1 1-1 16,-1-1 1-16,-4 0 0 16,1 0 1-16,1 0 0 15,-4 0 0-15,-1 0 1 16,0 0 0-16,0 0 0 16,-1 0 0-16,2 0 0 15,-4 0-2-15,3 0-1 0,1 0 1 16,2 0-1-16,-2 0 1 15,6 0 0-15,1 0-1 16,2 0 0-16,2 0 0 16,1-1 0-16,0-2-1 0,2 0 1 15,1 0 1-15,1 1 0 16,0 0-1 0,2 1 1-16,1-1-1 0,-2 2 1 15,3-1-6-15,0 1 4 16,0 0-5-16,0-1-6 15,0 1 14-15,3-2-6 0,1 2 4 16,1 0 0-16,-1-3 0 16,3 3 1-16,-3 0 0 15,-1 0-1-15,2 0 0 16,1 0 0-16,0 0 0 16,3 0 0-16,1 0-1 0,1 0 0 15,2 0-1-15,3 0 2 16,-1 0 1-16,3-1 0 15,-1 1-1-15,2-2 0 16,2 2 0-16,1-1 1 16,-3-2-1-16,4 3 0 15,-2-1 0-15,0-2-1 0,-4 0 2 16,0 1 0-16,1 0-1 16,0-1 0-16,-7 1 1 15,2-2 0-15,-1 3 2 16,-5-2-1-16,-2 0-1 0,0 3 0 15,-3 0 0-15,-1-1 3 16,-1 1 16-16,0-2-4 16,0 2-14-16,0 0-2 15,-1-1-16-15,-6-2-47 16</inkml:trace>
  <inkml:trace contextRef="#ctx0" brushRef="#br0" timeOffset="-144327.19">6924 16325 14 0,'0'-5'28'0,"0"2"-9"0,-2-1 1 0,0-2-5 0,0 3-1 16,-2 1-2-16,2 1-1 16,-2 0-5-16,2 1 1 15,0 0 0-15,0 0-2 16,-2 0-2-16,3 0 2 16,0 0-4-16,1 4 0 0,0 3-1 15,0 0 0-15,0 2 2 16,6-2-2-16,0 3-2 15,2-3 4-15,2-1-4 16,3-2 0-16,6-4 3 0,1 0-2 16,7-11 3-16,3-8 0 15,9-11 3-15,5-10-4 16,12-11 3-16,9-10-2 16,5-12-1-16,8-14-69 15</inkml:trace>
  <inkml:trace contextRef="#ctx0" brushRef="#br0" timeOffset="-143195.73">19415 7560 83 0,'-2'0'4'0,"2"0"1"0,0 0-1 0,0 1-1 16,0 0-3-16,0 1 2 16,0 1 1-16,0 0-1 15,0-1 0-15,0 1 0 16,0 0-1-16,4-3 2 15,0 0 5-15,3 0 5 0,3-4 4 16,1-6 3-16,5-4-8 16,2-3-7-16,2-2-1 15,5-2-2-15,2 2-1 16,2-1 1-16,4 2-4 16,-2 6-2-16,-6 0-42 0,-2 3-36 15</inkml:trace>
  <inkml:trace contextRef="#ctx0" brushRef="#br0" timeOffset="-142782.15">19273 8503 59 0,'0'0'5'0,"0"0"0"0,0 0 13 0,0 0 5 16,0 0 1-16,0 0 2 16,0 0-3-16,56-19-13 15,-29 5-3-15,5-2-5 16,7-1-2-16,3-3 0 0,0-2-22 15,0-1-86-15</inkml:trace>
  <inkml:trace contextRef="#ctx0" brushRef="#br0" timeOffset="-138505.77">13238 15226 57 0,'0'-5'1'0,"0"-1"0"0,0 0 0 0,1 2-1 0,1-1 0 15,0 0 1-15,2-1-1 16,-2 3 0-16,0-2 0 16,0 1 0-16,1 1 0 0,0-1 1 15,-1-1 1-15,0 2 0 16,0 0 1-16,2-1-2 16,3 1 0-16,-1-1 0 15,2 0 0-15,1-2 0 16,0 4 1-16,0-3 0 15,0 1 2-15,0 0 2 0,4-1 1 16,-4 2-2-16,4-1-1 16,-1 1-1-16,1 2-1 15,-1 1-2-15,2-2 2 16,-2 2 0-16,0 0 0 16,0 0-2-16,-1 0 1 15,1 0 0-15,1 2 2 0,1-1-1 16,1 1 0-16,1-1 0 15,-1 1-1-15,0-1 0 16,-1 1-1-16,0 0 1 16,-1 1 0-16,-2 0 2 0,1-2-2 15,1 3 3-15,1 0 0 16,-3 0-1-16,5 0-2 16,-5 0 0-16,1 2-1 15,0 1 1-15,-1-1 0 16,0 1 0-16,-3 1 0 15,3-1 1-15,-1 1-2 0,0-1 1 16,-1 0-1-16,1 0 0 16,0 1 1-16,-5-2-1 15,3 1 0-15,-4 0 2 16,1 0-1-16,-1 1 0 0,2 0 0 16,-1 2 1-16,2 0-2 15,-2-1 1-15,1 0 1 16,2 1-4-16,0 1 4 15,-1-2-2-15,1 1 0 16,-1 0 1-16,1 0-1 16,-3-2 1-16,2 2 0 0,-2-1 2 15,2 1-1-15,-4 1-1 16,2 1 0-16,2 0-1 16,-4 1 1-16,3 1 0 15,1-1-1-15,-2 3 0 16,3-1 0-16,-1 1 0 0,3 0 0 15,0 2 0-15,3 2-1 16,-3 2-1-16,-2-3-38 16,-1-3-94-16</inkml:trace>
  <inkml:trace contextRef="#ctx0" brushRef="#br0" timeOffset="-136303.38">16319 16362 54 0,'0'0'16'0,"0"0"-1"0,0 0-1 0,0 0-7 15,0 0 4-15,0 0 10 16,0 0 14-16,0 0-3 15,0 0-6-15,0 0-8 16,0 0-12-16,0 0-5 16,0 0 0-16,-1-36-1 0,1 36 1 15,0-1-1-15,0 1 0 16,0 0 1-16,0 0 1 16,0 0-1-16,0 0 1 15,0 0-4-15,0 0 2 16,0 1 2-16,0 3-2 0,0 3 0 15,3 0 1-15,0 0-1 16,0 3 0-16,1 1 0 16,-3-1 0-16,3 1 0 15,-1 0 1-15,1 0-1 16,0 0 0-16,-2-1 1 0,2-1-1 16,1 2 0-1,0-4 0-15,2 3 0 0,-2-3 0 16,3 0 0-16,-1 0 0 15,2-4-1-15,-4 2 1 16,1-3-1-16,0-1 1 16,-1-1-1-16,2 0 3 0,-3 0-1 15,1-3 2-15,1-2-1 16,-3 0 0-16,1-1-1 16,0-1-1-16,-2 1 1 15,0 0 1-15,0 1 0 16,-1-1 3-16,0-1 3 0,1 3-3 15,0 1-1-15,2 1-3 16,-3-2-1-16,1 4 0 16,0 0 0-16,2 0 0 15,0 0 0-15,-1 0 0 0,4 0 0 16,-2 6-1-16,0 1 1 16,2 0 0-16,0 3 0 15,2-3 0-15,0 0 0 16,-3 0 0-16,4-1 0 15,-1-3 1-15,0-2-2 16,1 1 2-16,0-2-1 0,-3 0 0 16,3 0 0-16,-3-3 0 15,0-3 1-15,-1-1 0 16,-1-1 1-16,0-1 0 16,-1-1 2-16,1-1 5 15,-5 0-1-15,2 0-4 0,-2 0 1 16,0-2-3-16,0 0 2 15,0 2-2-15,0-2 0 16,0 0-1-16,0 1-1 16,-4 0 0-16,0 0 1 0,1 3-1 15,0-1 0-15,1 6-1 16,-1-2 0-16,2 5-3 16,-1 1-8-16,1 0-13 15,0 0-17-15,0 1-22 16,-1 2-32-16</inkml:trace>
  <inkml:trace contextRef="#ctx0" brushRef="#br0" timeOffset="-135742">16812 16460 104 0,'0'0'19'0,"0"0"19"0,0 0-16 16,0 0-9-16,0 0-9 0,0 2-2 15,0-1-2-15,0 2 2 16,0 1 5-16,0 1-4 15,0 3 2-15,0 2 1 16,0 1-3-16,0 3 1 16,0-1-1-16,0 3 0 0,2 2-1 15,-2-2-1-15,3 4 0 16,-1-3 0-16,2 0 0 16,-2 0 0-16,2-1 1 15,-2-2-1-15,1 0 2 16,0-2-2-16,-1-1 0 0,0-1-1 15,-2-2 1-15,0-1-2 16,1-1 1-16,-1-2-1 16,0 1-11-16,0-5-38 15,0 0-61-15</inkml:trace>
  <inkml:trace contextRef="#ctx0" brushRef="#br0" timeOffset="-134710.39">17162 16369 108 0,'1'0'14'0,"-1"0"2"16,1 0-13-16,0 0 3 0,-1 0-2 15,3 0 4-15,-3 0 7 16,0 0 1-16,2 0 2 0,0 1-4 16,1-1-4-16,1 0-1 15,2 0 2-15,-1 0-4 16,4 0 0-16,-3 0-3 15,3 0 0-15,0 0-3 16,1 0 0-16,-1 0-1 0,1 0 0 16,-1 0 1-16,0 0-1 15,0 0 1-15,-3 0-2 16,2 2-22-16,-5-2-29 16,-1 3-44-16</inkml:trace>
  <inkml:trace contextRef="#ctx0" brushRef="#br0" timeOffset="-134499.74">17217 16480 112 0,'0'0'7'0,"0"0"-3"15,0 0 7-15,0 0 15 16,0 0 2-16,0 0-5 15,0 0-9-15,0 0-8 0,43 10-3 16,-24-10-3-16,2-3-19 16,2-5-75-16</inkml:trace>
  <inkml:trace contextRef="#ctx0" brushRef="#br0" timeOffset="-133677.94">17858 16307 138 0,'0'0'13'0,"0"0"28"0,0 0-17 16,0 0-9-16,0 0-1 15,0 0-7-15,0 0-2 16,0 0-4-16,0 0-1 15,-9 2-2-15,7 6 3 16,0-1-1-16,2 0 1 0,-3 3-1 16,3-1 0-1,0 2 0-15,0-3 1 0,0 2-1 16,0-1 0-16,3 0 0 16,0-1 0-16,3 1 0 15,0-4 0-15,3 2-1 16,-1-3 1-16,2-1-1 0,-1-2 0 15,-1-1 1-15,3 0-1 16,-1 0 2-16,-1-1-1 16,0-4 1-16,0-1 1 15,-4-2 3-15,0 1-3 16,1-1 0-16,-4 3 2 16,-2 1 2-16,0 0 1 0,0 0 5 15,0 3-1-15,0-1-7 16,0 2-3-16,0 0-1 15,1 0-7-15,1 0-10 16,1 2 11-16,2 4 2 0,-2 1 1 16,3 0 3-16,2 1 0 15,2-1-1-15,-3-1 0 16,4-3-1-16,2 0 1 16,0-2 1-16,-1-1-1 15,1 0 1-15,-2 0 0 0,1-4 2 16,-2-2 1-16,-1-2 2 15,-3-1 5-15,0 0 5 16,-2-2 1-16,-4 3-1 16,0-2-1-16,0 0 1 15,0 1 0-15,-2 1-9 0,-4 2-3 16,2 0-3-16,-2 3-3 16,2-1-8-16,0 4-15 15,1 0-6-15,1 0-32 16,2 0-51-16</inkml:trace>
  <inkml:trace contextRef="#ctx0" brushRef="#br0" timeOffset="-133357.81">18312 16419 238 0,'0'0'9'0,"0"0"19"0,0 0-13 0,0 0-13 15,0 0-2-15,0 0-3 16,0 0-3-16,0 0 5 15,0 0 1-15,0 40 0 0,0-26 0 16,0 3 0-16,0-2 0 16,0 0-1-16,0 3-16 15,2-1-28-15,-1-2-64 16</inkml:trace>
  <inkml:trace contextRef="#ctx0" brushRef="#br0" timeOffset="-132916.06">18758 16031 228 0,'0'0'17'15,"0"0"6"-15,0 0-12 16,0 0-6-16,0 0-1 0,-45-25-4 16,33 25 3-16,0 10-5 15,-1 5 5-15,-4 6-2 16,1 7-1-16,0 2 0 15,-2 4 0-15,1 1 0 16,0-1 1-16,4 0-1 16,3-1 0-16,2-2 1 15,2-2 1-15,4 0-4 0,2-3 4 16,0 1-2-16,3-4 2 16,6-1 0-16,3-3-4 15,-1 0-4-15,5-4-6 0,-1-2-25 16,0-8-40-16,3-5-88 15</inkml:trace>
  <inkml:trace contextRef="#ctx0" brushRef="#br0" timeOffset="-132508.16">18865 16358 138 0,'0'0'73'16,"0"0"-47"-16,0 0-1 15,0 0-17-15,0 0-6 0,0 0-2 16,-44-20-2-16,34 23 1 16,0 6 0-16,1 3 0 15,0 1-1-15,3 2 2 16,2-1-1-16,2 1 1 16,2-4-6-16,0 0-2 15,6-3 0-15,2-5 4 0,3 1 1 16,2-2 2-16,-1-2 1 15,2 0-2-15,-3-2 2 16,-2-5 0-16,0 1 4 16,-2-4 3-16,-1-1 9 15,-4 1-4-15,-1-3 2 0,-1 2 0 16,0-2 0-16,0 3-1 16,-3-1-4-16,-6 1-5 15,3 0-1-15,-5 4-4 16,2 2 0-16,-2 0 5 15,-1 2-9-15,2 2-21 16,-2 0-20-16,2 0-43 16,4 0-80-16</inkml:trace>
  <inkml:trace contextRef="#ctx0" brushRef="#br0" timeOffset="-132127.25">19038 16065 122 0,'0'0'12'0,"0"0"39"0,0 0-19 16,0 0-14-16,0 0-8 0,0 0-13 15,0 0 4-15,0 0 0 16,0 0 0-16,-7 57-1 16,7-34 2-16,-1 4-2 15,1-1 1-15,0-1-1 16,0 1 2-16,0-2-2 16,0-1 2-16,-1-2-1 15,1-1 0-15,0-3 0 0,0-1 0 16,0-2 0-16,1 0-1 15,4-3 1-15,3-1-2 16,5-3 0-16,0-3-11 16,4-3-29-16,5-1-56 0</inkml:trace>
  <inkml:trace contextRef="#ctx0" brushRef="#br0" timeOffset="-131443.82">19363 16354 92 0,'0'0'114'0,"0"0"-78"16,0 0-8-16,0 0-12 16,0 0-3-16,0 0-9 15,0 0 2-15,-21-36-4 0,11 36 0 16,-3-1-3-16,1 1-1 16,-1 0 5-16,-1 0-4 15,2 5-1-15,-1 0 2 16,4 2 0-16,-1 4-2 15,2-1-3-15,2 3 1 16,5-3 2-16,1 0-5 0,0-3-1 16,0 0 0-16,4-1 0 15,7-2 4-15,1-4 1 16,-1 0 1-16,3 0 1 16,-1 0 0-16,1-1 1 15,-2-6-1-15,1-2 2 0,-2 1-1 16,-2-4 2-16,2 2 2 15,-6-4 2-15,-1 1-1 16,-3-2 0-16,0-1 0 16,-1 2 1-16,0-2-3 15,0-2 0-15,-3-1 1 0,-2-1-1 16,0 0-2-16,-1 2-1 16,0-2 1-16,0 6-1 15,1 0 0-15,-1 2 0 16,1 2 1-16,2 2-3 15,-1 1 1-15,0 1 1 0,1 3-2 16,1-1 2-16,0 3-1 16,0-1 2-16,2 1-2 15,0 1 2-15,0 0 1 16,0 0-4-16,0 0-6 0,0 4 5 16,0 3 4-16,0 3 0 15,0 1-1-15,0 4 0 16,0-1 1-16,0 4 0 15,4 2 0-15,-1 0 0 16,0 1-1-16,2-1 1 16,-1 0-1-16,2 0 2 0,1-3-2 15,0 1 0-15,3-2 0 16,0 1 0-16,0-3-2 16,-1-1-12-16,2-4-26 15,0-5-53-15</inkml:trace>
  <inkml:trace contextRef="#ctx0" brushRef="#br0" timeOffset="-131009.41">19583 15946 99 0,'0'0'15'0,"41"0"16"0,-19 6-1 0,-1 5-15 15,1 3-3-15,-2 6-4 16,0 2-3-16,-4 6 1 16,1 3-2-16,-5 5-2 15,2 2-1-15,-4 1-1 16,-3 0 0-16,-3 1 1 16,-2-1-1-16,-2-3-1 15,0-2-3-15,-5-4 5 0,-2-5-1 16,0-3 0-16,0-3 0 15,-3-4-1-15,2-1-7 16,-1-4-15-16,-2-1-17 0,6-6-13 16</inkml:trace>
  <inkml:trace contextRef="#ctx0" brushRef="#br0" timeOffset="-130666.29">20028 16275 216 0,'0'0'2'0,"0"0"5"0,0 0-5 16,0 0-2-16,0 0 1 16,0 0 0-16,39 0 1 15,-29 0 1-15,1 0 4 16,3 0 1-16,-3 0-2 16,3 0-3-16,-1 0-2 15,3 0-1-15,-3 0 2 0,0-2-5 16,3-2-32-16,-5-3-80 15</inkml:trace>
  <inkml:trace contextRef="#ctx0" brushRef="#br0" timeOffset="-129670.9">20530 16127 4 0,'0'0'161'15,"0"0"-139"-15,0 0 4 16,0 0-15-16,0 0-4 16,0 0-1-16,0 0 1 0,0 0 2 15,-19-9-1-15,12 6-3 16,4-1-2-16,-2 0-3 15,0-1 1-15,2 1-1 16,1-3 1-16,2 0-2 16,0-1 1-16,0-1-2 0,0-1 3 15,5 1-2-15,5 1 2 16,0 1-1-16,2 0-1 16,1 1 0-16,0 3 2 15,3 3-1-15,-1 0 0 16,-1 0 0-16,-1 0 0 15,-1 7 0-15,-3 5-1 0,-1 0-2 16,-3 1-2-16,1 3 4 16,-1 1 0-16,-4 0 2 15,1-1-1-15,-1-2 1 0,0 0-1 16,0-3 0 0,0-1 0-16,-1-2 0 0,2-2 0 15,0-3 2-15,-2-3-2 16,0 2 1-16,2-2-1 15,-1 0 0-15,2 0 2 16,1-7 0-16,2-2 1 0,-1-2-2 16,3-2 0-16,-1-2-1 15,2 0 1-15,-2-3-1 16,1 2 2-16,1 0-2 16,0-2 2-16,0 2-1 15,0 1 0-15,-2 0-1 16,2 1 0-16,-3 4 0 0,2 2 0 15,-4 1 0-15,0 2 0 16,1 3 0-16,-3 0 0 16,1 2 0-16,0 0-1 15,0 0 0-15,1 0-1 16,-1 5-5-16,1 2 2 16,0 2-2-16,-1 1 2 0,0 3 2 15,-2 0 1-15,0 4 2 16,1 0 0-16,-2 1 2 15,0 1-2-15,0 2 1 16,0 1 0-16,0 0-1 16,0 3 1-16,0-1 1 0,0 1-1 15,-2-1 1-15,-2 3 0 16,0-1 2-16,0 1-1 16,0 3-2-16,1-1 1 15,1 1-1-15,2-1 1 0,0 2-1 16,0-1-1-16,0-2 1 15,0-1 1-15,5-4-1 16,3-1 1-16,0-4 5 16,1-3 4-16,3-2-1 15,0-6-3-15,1-1-1 0,-1-3-4 16,2-2 2-16,3-1-1 16,0 0 0-16,4-8-3 15,3-5 0-15,1-6-3 16,4-5-31-16,0-7-61 15</inkml:trace>
  <inkml:trace contextRef="#ctx0" brushRef="#br0" timeOffset="-128402.43">21766 15665 36 0,'0'-3'21'0,"0"0"16"0,0 1-10 0,0 0-1 16,0 1 1-16,-1-1-12 0,-3 1 2 15,0 1-10-15,-2-2-3 16,-2 2-3-16,3 0 0 16,-3 0-1-16,0 0 2 15,0 0 0-15,3 0 4 16,-2 0-3-16,3 0 2 0,-3 2 1 16,1 1 0-16,1 2-3 15,-1 2-2-15,1 1 0 16,-1 1-1-16,-1 2 1 15,4 1-2-15,-3-2 2 0,2 3-1 16,3-2 1-16,1 3-1 16,0-5 1-16,0 1 1 15,0 0 0-15,0-2-4 16,3-2 1-16,2 1 2 16,3-4 1-16,1 3-2 15,-1-3 1-15,1-1-1 0,3-2 3 16,-5 0-1-16,2 0 1 15,1 0 1-15,-1 0-1 16,0-4 0-16,-2-3-1 16,-1 2 1-16,0-3 3 15,-2 0 2-15,-1-2 0 0,-2 0 0 16,0 0-2-16,-1 0 0 16,0-2 1-16,0 1-3 15,0-1 0-15,0 0-1 16,0-3 0-16,-3 0-1 15,-3 1-2-15,-1 0 2 0,1 0-2 16,-2-1 0-16,-1 1-1 16,-2 0 1-16,-1 3 0 15,2-1 1-15,-2 2 3 16,0 2-1-16,-2 1-6 16,1 1 3-16,0 2-1 0,-2 2-1 15,1 2-3 1,-1 0-10-16,2 0-12 0,0 6-11 15,2 0-30-15,4-1-38 16</inkml:trace>
  <inkml:trace contextRef="#ctx0" brushRef="#br0" timeOffset="-127761.85">21834 15520 173 0,'0'0'16'0,"0"0"-7"0,0 0-9 0,0 0 1 16,0 0 0-16,0 0-1 15,0 0 0-15,0 0 1 16,0 0 2-16,4 37-1 15,-2-24 0-15,0 0-1 0,1 2-1 16,0-1 0-16,-1 1 0 16,-1-1 0-16,1 0 1 15,-2-1-1-15,2-2 0 16,-1-1 0-16,0 1 1 16,1-5-1-16,0 1 0 0,1-1 0 15,-1-2 0-15,1-1 1 16,2 0-1-16,1-2-1 15,2-1 0-15,-2 0 2 16,3 0 2-16,1 0 1 16,-1 0 2-16,2-1 4 0,1-2-1 15,0-1 3-15,-2 0-5 16,5 1-3-16,-2-1-1 16,3 1-3-16,-3 0 1 15,3 2-1-15,-5-1 1 16,1 2-1-16,-1 0 0 0,-1 0 0 15,0 0-1-15,-3 2-20 16,-4 0-40-16,0 1-66 16</inkml:trace>
  <inkml:trace contextRef="#ctx0" brushRef="#br0" timeOffset="-127284.62">21547 15992 123 0,'0'0'28'0,"0"0"4"0,0 0-17 0,0 0-10 0,0 0-4 16,0 0-1-16,0 0 0 0,0 0 0 16,0 0 2-16,0 0 1 15,42 0 1-15,-26 0-2 16,5 0 0-16,2-3-2 15,4 0 2-15,2-3 1 16,5-1 1-16,2 1 1 0,3-2 2 16,2-1 3-16,3 0 1 15,-1 0-1-15,1 0-4 16,-3 1-2-16,-1 0-2 16,-4 2-1-16,-6 3-1 0,-4 0 0 15,-7 2 0-15,-4 1 0 16,-7 0-7-16,-4 1-29 15,-4 5-48-15</inkml:trace>
  <inkml:trace contextRef="#ctx0" brushRef="#br0" timeOffset="-126656.92">21741 16318 141 0,'0'0'1'0,"0"0"4"0,0 0 2 15,0 0 4-15,0 0-5 16,0 0-2-16,0 0-2 16,-42 4 0-16,32 1 1 15,1 2 0-15,0 0 1 0,-1 1-2 16,4 1-2-16,-2 3 1 16,3-1-1-16,0-1 0 15,2 1 1-15,1-1-1 16,2 1 2-16,0-3-1 15,0 1 1-15,1-2-1 0,6-2 6 16,0-1-3-16,2 0-1 16,4-2 0-16,0-2 0 15,-3 0-3-15,3 0 4 16,-2-3-2-16,0-4 4 0,-2 0 1 16,-2-2 3-1,-1-1-1-15,-2 0 1 0,0-2-1 16,-2 0 1-16,-1-1 7 15,-1 1-3-15,0-3 0 16,0 1-4-16,-3 1-3 16,-3-1-2-16,-3 1-2 0,0-1-3 15,-2 4 1-15,0-1-4 16,-2 2 4-16,-3 2-4 16,-2 3-1-16,0 1-8 15,-2 3 3-15,1 0-3 0,1 2-18 16,2 3-8-16,2 2-44 15,4-4-39-15</inkml:trace>
  <inkml:trace contextRef="#ctx0" brushRef="#br0" timeOffset="-125893.94">21868 16223 0 0,'0'0'126'0,"0"0"-105"0,0 0 33 0,0 0-27 0,0 0-6 16,0 0-11-16,0 0-5 0,0 0-5 15,0 0 2-15,0 0-3 16,0 0 1-16,2 11 0 16,-2 0 0-16,-1 0-1 15,0 2 1-15,1-2 0 0,0-1-2 16,0 1-2 0,0-2 2-16,0-1 1 0,2 0-1 15,4-3-1-15,0-2 0 16,0 1-2-16,-1-4 5 15,0 2 0-15,1-2 0 16,1 0 2-16,-1 0 4 0,0-2-1 16,1-2-1-16,-2 0-1 15,1-1-1-15,-2 0-1 16,-1 0 0-16,0-1 0 16,-2 1 4-16,-1 2 2 15,1 2-2-15,-1-2 0 0,0 3-3 16,0 0-3-16,0 0 0 15,0 0-10-15,2 1 8 16,2 3 2-16,-1 1-3 16,3 3 1-16,2-3 0 15,0-1 3-15,0-1-2 0,2 0-1 16,1-3 3-16,-2 0-1 16,3 0 1-16,-3 0 1 15,-1 0-1-15,-1-3 5 16,0-2-1-16,-3 0 4 15,-1-5 1-15,-2 4 4 16,0-2 4-16,-1-2-6 0,0 0-2 16,0-1 0-16,0-1-4 15,-2-1 0-15,-1 2-2 16,-3-3 3-16,0 3-6 16,2 1 0-16,-3 2-2 15,3 3 1-15,-1 2-5 0,1 1-6 16,0 2-8-16,2 0-21 15,1 0-29-15,-1 2-33 16</inkml:trace>
  <inkml:trace contextRef="#ctx0" brushRef="#br0" timeOffset="-125362.89">22192 16264 92 0,'0'0'3'0,"0"0"1"0,0 0 3 16,0 0 13-16,0 0-6 16,0 0-8-16,0 0 6 15,0 0 5-15,0 0-5 0,0 0-3 16,0 0-5-16,-9 36-2 15,8-25 0-15,0 0-1 16,1 1 2-16,0 1-2 16,0-2 2-16,0 1 2 15,0-1 5-15,0 1-2 16,0-3 0-16,0 1-3 0,0-3-2 16,0-1-1-16,0-2 1 15,0-1 0-15,0-2 2 16,0 0-1-16,0-1 2 15,0 0 10-15,0 0 3 16,0 0-9-16,0 0-9 0,0 0-1 16,0 0-7-16,0-3-26 15,0-3-82-15</inkml:trace>
  <inkml:trace contextRef="#ctx0" brushRef="#br0" timeOffset="-123569.64">16654 17396 146 0,'0'0'-1'0,"2"-2"1"0,0-1 0 0,0 2 0 15,-2-3 0-15,2 4 3 16,-2 0 2-16,0 0 2 15,0 0-5-15,0 0-2 0,0 6 1 16,0 1 1-16,1 6-1 16,1-2 1-16,0 6 0 15,2-1-2-15,-1 2 1 16,0 1-1-16,3 1 1 0,0-2-1 16,-1-1 0-16,3 0 0 15,1-5 0-15,0-1 0 16,2-4 0-16,1-1-1 15,-1-4 0-15,-1-2 1 16,1 0 0-16,0 0 1 16,0-5 2-16,0-5 2 0,-2 2 4 15,-1-2-2-15,0 0 0 16,-2 1 1-16,-3-1-2 16,-1 4 2-16,0 1-1 15,-1 1 0-15,0 2-3 16,-1 1-2-16,2 1-1 0,0 0-3 15,0 0-1-15,3 7 3 16,2 1-1-16,-2 2-2 16,3 0-6-16,0 0 3 15,2 0 2-15,-1-3 3 16,0-4 0-16,2-1 0 0,0-2 1 16,-3 0 1-16,3-2 1 15,-2-4 4-15,1-2 0 16,-1-1 0-16,-2-2 3 15,-2-2 4-15,-2-1 4 16,0 0-6-16,-3 0 5 0,0-1-1 16,0 1-5-16,-2-1-4 15,-2 0-3-15,-1 4-3 16,1 1 0-16,0 2-8 16,0 0-16-16,2 4-20 15,-3 1-44-15</inkml:trace>
  <inkml:trace contextRef="#ctx0" brushRef="#br0" timeOffset="-122857.64">17175 17586 89 0,'0'0'15'0,"0"0"11"0,0 0-5 16,0 0 5-16,0 0-10 15,0 0 7-15,0 0-8 0,0 0-3 16,0 0-3-16,0 0-2 16,0 0-1-16,0 0-5 15,-34 16 0-15,30-9-1 16,-1 3 0-16,2 0 0 0,-3 2-1 15,2 0 1-15,1 1 0 16,-1 0 0-16,-1-4 1 16,1 2 0-16,3 0-2 15,1-2 2-15,0 1-1 16,0-2 1-16,0 3-1 16,0-3 0-16,5-1 0 0,2-1 1 15,-1-2-1-15,3-3 0 16,-1 1 1-16,1-2-1 15,1 0 1-15,-3 0 1 16,2-2-1-16,0-5 0 0,-4 1 1 16,3-2 1-16,-2-3 2 15,-2 0 7 1,2 0-2-16,-4-1 1 0,-2-3-4 16,0 2-3-16,0-1-1 15,0 0 0-15,-2-3-2 16,-5 2 1-16,1 3-1 15,-4-4 0-15,0 6 2 0,1 2-1 16,-1 4-3-16,0 1 1 16,-4 3-7-16,2 1-15 15,2 5-35-15,-2 1-73 16</inkml:trace>
  <inkml:trace contextRef="#ctx0" brushRef="#br0" timeOffset="-122396.75">17631 17480 165 0,'0'0'38'0,"0"0"-29"0,0 0 15 16,0 0-2-16,0 0-8 16,0 0-6-16,0 0 0 0,0 0-4 15,40-6-3-15,-30 4-1 16,4-1 0-16,-1-1-3 15,1 1-17-15,-1-1-34 16,-2-1-46-16</inkml:trace>
  <inkml:trace contextRef="#ctx0" brushRef="#br0" timeOffset="-122247.33">17725 17564 218 0,'0'0'18'0,"0"0"-16"0,0 0-2 16,0 0 0-16,0 0 1 16,42 10-12-16,-22-14-56 15</inkml:trace>
  <inkml:trace contextRef="#ctx0" brushRef="#br0" timeOffset="-121471.65">18177 17358 183 0,'0'0'-1'0,"0"0"4"15,0 0 3-15,0 0 9 0,0 0 7 16,0 0-6-16,0 0-5 16,0 0-4-16,-10 1-4 15,8 6-2-15,0 2 0 16,-1 4-1-16,1 2 0 15,2 0 0-15,-2 0 0 0,2-1 0 16,0 2 0-16,0-3 0 16,2-2 1-16,3-1-2 15,1-1 1-15,1-4 0 16,4 0-2-16,-2-4 1 16,2-1-1-16,3 0 2 0,-3 0 0 15,2-1-1-15,-2-5-1 16,-3 0 2-16,-1-2-1 15,-1 2 1-15,-4-2 7 16,2 0 2-16,-2 3-4 16,-2-1-2-16,1 2-1 15,-1 0 2-15,1 2-2 0,0-1-1 16,-1 2-1-16,2 1 0 16,0 0-3-16,2 0-4 15,0 0 0-15,2 6 1 16,2 1 2-16,-2 0-1 15,2 0 4-15,5 0 1 0,-5 0 0 16,2-3-1-16,0 1-1 16,0-4 1-16,-4-1 1 15,1 0 1-15,0 0 5 16,-2-3 4-16,-1-3 3 16,-2-2 10-16,-1 0 4 0,-1 0-5 15,0-1 4-15,0-3-4 16,-1 2-5-16,-1 0-3 15,-4 0-6-15,2 0-4 16,-2 2-4-16,1 0-2 16,0 0-7-16,2 1-20 15,-1 4-13-15,3 0 3 0,0 0-15 16,1-1-61-16</inkml:trace>
  <inkml:trace contextRef="#ctx0" brushRef="#br0" timeOffset="-120973.27">18548 17491 224 0,'0'0'25'0,"0"0"-5"0,0 0-8 0,0 0-3 0,0 0-6 0,0 0 1 15,0 0-2-15,-37 22 0 16,33-11-2-16,1 1 1 16,1 0-1-16,0 4 1 15,2-1-1-15,0-2 0 16,0 0 0-16,4 0-1 0,1-4-4 15,5-1-2-15,0-3 1 16,1-3 4-16,1-2 0 16,1 0 2-16,0 0 1 15,1-4-2-15,-3-5 2 16,2-1-3-16,-2-1 9 0,-3-2 9 16,-1 3-3-16,-2-5-3 15,-2 3 1-15,-3-1-2 16,0 2-1-16,0 0 2 15,-5-1-6-15,-4 5-3 16,0-1 0-16,-1 2-3 0,-2 3-4 16,2 3-2-16,2 0-11 15,-3 0-25-15,6 3-23 16,-1-3-52-16</inkml:trace>
  <inkml:trace contextRef="#ctx0" brushRef="#br0" timeOffset="-120574.68">19017 17109 239 0,'0'0'9'0,"0"0"8"0,0 0-6 0,0 0-12 0,-44-7 10 15,31 14-9-15,-1 6 2 16,-1 5 0-16,-1 4 0 16,-1 6 1-16,2 5-3 15,2 3 2-15,3 4-2 0,0-1 2 16,6 2-2-16,2-1 2 15,2-4 0-15,2-4 0 16,6 1-1-16,5-5-1 16,3-3 2-16,5-4-1 0,0-3 0 15,2-6-4-15,3-5-7 16,1-5-21-16,1-2-32 16,-1-4-50-16</inkml:trace>
  <inkml:trace contextRef="#ctx0" brushRef="#br0" timeOffset="-119870.19">19197 17437 173 0,'0'0'10'0,"0"0"10"16,0 0-4-16,0 0-1 16,0 0-12-16,-43-21 0 0,35 21 7 15,1 7-6-15,-2 3-2 16,4 0 0-16,-1 5-2 15,4-3 1-15,2 1-1 16,0-2 2-16,0-1-2 16,8-3 1-16,3-1-1 0,1-4 0 15,0-2 2-15,3 0-2 16,2 0 0-16,-3-5 0 16,-1-3 1-16,-1-1-2 15,-3-2 2-15,-1 0 2 16,-6-1 3-16,-2 2-1 0,0-1 1 15,0 2 0-15,-10-1-3 16,-2 3-2-16,-3 3 1 16,-1 1-1-16,2 3-1 15,0 0 0-15,4 0 1 16,3 0-2-16,3 0 0 0,4 3-14 16,0-2-3-16,0-1 2 15,9 0 11-15,2 0 2 16,3-1 2-16,1-8 3 15,3 1-2-15,2-4 4 16,-4-1-2-16,6-2 1 16,-5-2 0-16,0 2-2 0,-1-3 2 15,-4 3-3-15,-2-1 1 16,-2 0 5-16,-3 1 2 16,-4 2 8-16,1 2-3 15,-2-2-1-15,0 5-4 16,0 0-2-16,0 3 0 0,0 0-3 15,0 4-3-15,0 1-1 16,0 0 1-16,0 0-5 16,-3 7 5-16,-1 6-4 15,-3 4 5-15,2 4-1 16,-1 2 3-16,1 3-3 16,3 1 1-16,-2 0 0 0,4-1-1 15,0 0 1-15,0 1-1 16,0-3 1-16,8-1-2 15,1-2 1-15,5-2-1 16,1-2-12-16,2-5-22 0,2-4-8 16,4-4-24-16,2-4-20 15</inkml:trace>
  <inkml:trace contextRef="#ctx0" brushRef="#br0" timeOffset="-119327.34">19624 17486 101 0,'0'0'40'0,"0"0"27"0,31-37-17 0,-29 28-16 0,-2 1-4 0,0 1-8 16,-6 1-12-16,-4 3-8 16,-5 2 2-16,0 1-4 15,-4 0-6-15,1 4-2 0,0 5 0 16,3 0 0-16,2 2 3 16,2 1 2-16,6-2 0 15,3-1-5-15,2-1-8 16,0-2 2-16,5 0 5 15,5-4 3-15,3-2 4 0,1 0 2 16,-1 0-2-16,2 0 1 16,-2-7 1-16,1 0 3 15,-2-3-3-15,-5 0 6 16,2-1 3-16,-2-2 0 16,-1-1 0-16,-2-3-1 15,-1-3-3-15,1 0-4 16,-4-3 1-16,0 1-2 0,0-4 2 15,0 3-2-15,-2 1 0 16,-4 0 0-16,3 1 1 16,-1 3-1-16,0 3-1 0,1 2 1 15,0 2-4-15,0 3 4 16,-2 2 2-16,3 4-2 16,0 0 3-16,0 2 0 15,2 0-2-15,-1 3 0 16,1 8 0-16,-2 5 0 0,2 3 0 15,0 3 0-15,0 2 1 16,0 1 1-16,7 0-3 16,2 0 0-16,0-2 1 15,0 0-1-15,3-3-1 16,0-3-7-16,-1-5-20 16,0-2-40-16,-1-8-56 15</inkml:trace>
  <inkml:trace contextRef="#ctx0" brushRef="#br0" timeOffset="-118949.73">19816 16969 191 0,'0'0'2'0,"0"0"3"0,45 1 10 0,-24 9-5 0,0 4-1 0,0 4-2 16,3 5-3-16,-5 3 2 16,2 7-2-16,-3 4 0 15,-2 5-3-15,1 4 2 16,-5-1-3-16,0 1 0 15,-4-2 1-15,-3-6-2 16,-3 0 2-16,-2-5-1 0,0-5 0 16,-1-2 2-16,-8-5-2 15,-2-1 0-15,-2-6 0 16,0-4 0-16,-1-2-3 16,3-7-30-16,0-1-71 15</inkml:trace>
  <inkml:trace contextRef="#ctx0" brushRef="#br0" timeOffset="-118713.1">20298 17291 189 0,'0'0'14'16,"0"0"8"-16,39-3-9 16,-19 0-8-16,5-1-4 15,0 0 0-15,3-3-2 16,0 4-27-16,-1-6-56 16</inkml:trace>
  <inkml:trace contextRef="#ctx0" brushRef="#br0" timeOffset="-117919.77">20807 17183 198 0,'0'0'2'15,"0"0"2"-15,0 0 0 16,-46 0-1-16,33 0 3 0,0-4 17 15,3 0 4-15,4-1-10 16,-2 0-3-16,2-1-9 16,4-1-3-16,2 1-3 15,0 0-8-15,0-1-4 16,0-1 9-16,8 1 1 16,0 1 0-16,0 2 5 0,2 0-2 15,1 2 0-15,0 2 0 16,-3 0 1-16,3 0-1 15,0 3 0-15,-3 4 0 16,2 3 0-16,-2 1-1 0,-4 2-3 16,1 0-2-16,-1 0-1 15,-1-2-1-15,0 1-5 16,0-5 0-16,0 0 1 16,1-4 4-16,-1-2 3 15,5-1-2-15,-3 0 8 0,4-1 5 16,-2-7 0-16,-1 0 1 15,-1-1 0-15,-1 0 10 16,-1-2-1-16,1 2 4 16,-2-1-7-16,0 0-2 15,2 1-7-15,1 0-1 16,-2 1-3-16,3 4 0 0,1 0-1 16,-2 1-1-16,1 2 0 15,-3 1 0-15,1 0-2 16,2 2 4-16,-4 7 4 15,2 2-4-15,-3 3-1 16,0 2 0-16,0 5 1 0,-1 1-1 16,0 3 0-16,0 5 1 15,0 3 0-15,0 1 0 16,0 0 1-16,-1 1-1 16,-1 1 1-16,1-2-1 0,0-3 0 15,1-1 0-15,0 0 1 16,0-3 0-16,0-3-1 15,4-3 2-15,4-4-2 16,-3 0 0-16,5-4 1 16,-1-2 3-16,3-3-1 15,-1-3 1-15,3 0 3 16,0-3-1-16,0-1-2 0,-1-1 1 16,2 0-2-16,0-3-3 15,0-9 0-15,3-2-1 16,0-6-17-16,0-7-52 0</inkml:trace>
  <inkml:trace contextRef="#ctx0" brushRef="#br0" timeOffset="-117350.51">21739 16899 196 0,'0'0'3'0,"0"0"27"0,0 0-5 0,0 0-10 0,0 0-8 16,0 0-6-16,0 0 0 16,-37-14-1-16,26 15 0 15,2 9 0-15,-4 2 0 16,0 3 0-16,2 2 0 0,2-1 0 16,1 1-2-16,4 0-4 15,2-5 1-15,2-1 2 16,0-4 2-16,4 0 1 15,4-3-5-15,3-2 3 16,1-2 1-16,2 0 2 0,0 0-1 16,0-9-1-16,-1 2 1 15,0-4 2-15,-2-1 4 16,-4-2 4-16,-1-1-2 16,-3-1 1-16,0 0 4 15,-3-2 1-15,0-1-6 16,0 1-1-16,-6-1-4 0,-2 2 1 15,-1 2 0-15,-1 3-1 16,0 2-3-16,1 5 1 16,-2 3-12-16,3 2-18 15,-3 0-12-15,5 0-40 16,-2 4-40-16</inkml:trace>
  <inkml:trace contextRef="#ctx0" brushRef="#br0" timeOffset="-116960.49">21897 16768 97 0,'0'0'24'0,"0"0"2"0,0 0-8 0,0 0 0 0,4 39-11 16,-7-18-5-16,-1 2-1 16,0 0-1-16,-2-1 0 0,4-1-4 15,2-5 2-15,0-2 2 16,0-5 1-16,0-3 0 16,6-2 3-16,0-3 14 15,3-1 2-15,3 0 2 16,1 0-4-16,3-4-5 15,0-1-2-15,3-1-3 0,1 0-3 16,-3 0-3-16,2 2-2 16,-1-1 0-16,-2 2 0 15,-2 0-5-15,-1 3-14 16,-5-1-16-16,-2 1-54 16,-4 0-47-16</inkml:trace>
  <inkml:trace contextRef="#ctx0" brushRef="#br0" timeOffset="-116620.64">21696 17154 133 0,'0'0'6'0,"40"0"20"0,-15-5 17 16,2-2-12-16,4 1-2 0,-1-2 0 16,2-1-2-16,2 2-2 15,0 0-7-15,1 0-8 16,-4 2-8-16,0 0-2 15,-3 2-1-15,-4-1-1 16,-6 4-15-16,-2-1-8 16,-6 1-18-16,-5 0-29 0,-5 0-77 15</inkml:trace>
  <inkml:trace contextRef="#ctx0" brushRef="#br0" timeOffset="-116083.53">21794 17422 249 0,'0'0'3'0,"0"0"6"15,0 0 0-15,0 0-7 0,-42 16-2 16,32-9 2-16,-1 3-2 16,0 1 1-16,0 0-1 15,3 2 1-15,-2 0-1 16,5 0 1-16,1-1 0 16,1 1-1-16,2 0 0 15,1-2 1-15,0 1-2 0,0-1 0 16,7-4 0-16,-1 2-11 15,6-5 9-15,-3-3-8 16,5-1 6-16,-2 0 7 16,1-1-2-16,-1-8 0 15,-2 0 3-15,-2-1 3 16,-1 0 4-16,-1-2-1 0,-3-2 0 16,0 0 2-16,-3-2-1 15,0-1 2-15,0 2-4 16,-3-2-3-16,-4 0-1 15,-3 2 1-15,-2 1 2 0,-3 3-2 16,1-1-3-16,0 6-1 16,-5 1-2-16,3 3 0 15,1 2-3-15,0 0-14 16,4 2-18-16,2 4-5 16,-2-1-46-16</inkml:trace>
  <inkml:trace contextRef="#ctx0" brushRef="#br0" timeOffset="-115302.11">21892 17351 217 0,'0'0'14'0,"0"0"8"0,0 0-17 15,0 0-2-15,0 0-3 16,0 0 0-16,0 0 0 16,0 0 0-16,1 43 0 0,-3-28 0 15,1 1 1-15,-1 1-2 16,2 0 2-16,0-2-1 15,0-2 0-15,0-1-3 16,3-1-2-16,4-4-1 16,1 0 1-16,3-4 2 0,-3 0 1 15,2-3 2-15,2 0 0 16,0 0 0-16,-3 0 0 16,3-7 0-16,-2 1 1 15,-1-1 1-15,-3-2 5 16,0 1 4-16,-4-1-1 0,-1 1 2 15,-1-1-2-15,0 0-3 16,0-2-1-16,0 2-3 16,0 0-2-16,0 2 0 15,0-2-1-15,0 2 1 16,-1 0 0-16,-1 3 3 0,-1 1-1 16,2-1-1-16,1 2-1 15,-1 2-2-15,1 0-4 16,-1 0-3-16,1 2-4 15,0 6 7-15,0 1 3 16,0 2-4-16,0 2 1 16,3-2 2-16,3 2-4 0,2-3-2 15,0-3 3-15,2 0 2 16,-1-1-1-16,2-5 3 16,0-1 2-16,0 0 1 15,-3 0 0-15,2 0 8 16,-1-5 3-16,-4-1-1 15,0-1 2-15,1 0 4 0,-5-2 3 16,-1 1-1-16,0-1 0 16,0 1 0-16,0-1-4 15,-1 2-6-15,-5-3-5 16,2 3-3-16,0 0-1 0,2 1-8 16,-2 2-18-16,2 1-5 15,0 0-10-15,2 2-28 16,-1-1-86-16</inkml:trace>
  <inkml:trace contextRef="#ctx0" brushRef="#br0" timeOffset="-114786.06">22254 17460 167 0,'0'0'15'0,"0"0"6"0,0 0 0 0,0 0-14 15,0 0-4-15,0 0 4 16,0 0 2-16,-40 30-4 16,35-21 2-16,1 3-2 15,-2 1-4-15,3 1-1 16,0-1 1-16,3 1-1 16,0-1 0-16,0-3 0 15,0 0-1-15,6-3 0 0,3-1-1 16,4-5 5-16,0-1 5 15,1 0 4-15,0 0 3 16,-1-3-1-16,1-4-1 16,-2-2-8-16,-2 1-1 0,-3 0 3 15,-3-2 6-15,-2 1 2 16,-2-4-6-16,0 2-1 16,0-3-7-16,-7 2-4 15,-6-3-3-15,0 2-17 16,-4 2-13-16,-2-2-17 15,0-3-59-15</inkml:trace>
  <inkml:trace contextRef="#ctx0" brushRef="#br0" timeOffset="-113422.85">22574 15504 96 0,'0'0'4'0,"0"0"8"0,0 0-3 0,0 0-4 16,0 0 2-16,0 0 9 15,0 0 14-15,-37-7 1 0,36 7-6 16,1-2-5-16,0 0-6 16,0 2-8-16,0-1-5 15,5-2-2-15,3 3 3 16,1 0-2-16,1 0 0 0,1 0 1 15,3 0 0-15,0 0-1 16,1 1 0-16,1 5 1 16,2 2-1-16,0-2 0 15,-1 3 0-15,-2-1 0 16,1 4 0-16,-2 3 0 16,-3-3 0-16,-1 6 0 0,-7-1 0 15,0 4-1 1,-3 2 0-16,0 1 0 0,0 3 1 15,-3 0 2-15,-4 4-1 16,-1-2 0-16,-2 1-1 16,1 0 1-16,1-1-1 15,1 0-1-15,0-1 2 0,5-1-1 16,2 0 1-16,0-1-1 16,2-2 0-16,7-1 0 15,-1-2-1-15,2-3 1 16,1-3-1-16,-1-3 1 15,0-3 0-15,1-2 0 0,0-3 0 16,-3-1 2-16,0-3-2 16,-3 0 1-16,1 0 0 15,-5 0-1-15,-1 0 4 16,0 0 2-16,0 0 0 0,-5 0-5 16,-4 0 3-16,0 0-3 15,0 2-2-15,-3 5 2 16,2 1-1-16,-1 6-1 15,0 2 2-15,0 1-1 16,4 3 0-16,0 0 0 16,0 1 0-16,4 3 1 0,1 0-1 15,2 2 0-15,0 2 1 16,0 2-2-16,0 2 1 16,0 1 0-16,3 1 0 15,3 2 0-15,1 1 0 16,-1 1 0-16,1 2 0 0,-1 3 0 15,2-1 0-15,-2 5 0 16,3-1 0-16,-2 2-1 16,3-1-1-16,0-2-1 15,-1-2-1-15,0-2 1 0,0-3 2 16,-1 1 1 0,-1 0 0-16,0 1 0 0,0 2 0 15,-2 1 0-15,1 0 0 16,-2-2 0-16,1-1 1 15,2-3 1-15,-4-1-1 16,1-4 4-16,-2 2-1 16,-2-4-2-16,0-1 0 0,-2 0-1 15,-7-2 2-15,-5 2-2 16,-6-4-2-16,0-2 2 16,-7-3 0-16,-4-3-3 15,-7-2-1-15,-10-2-12 16,-9-2-34-16,-9-5-92 0</inkml:trace>
  <inkml:trace contextRef="#ctx0" brushRef="#br0" timeOffset="-109869.36">1286 16445 7 0,'0'0'20'0,"0"0"-13"0,0 0-1 0,0 0 4 0,0 0 12 15,0 0 1-15,0 0-5 16,0 0-8-16,0 0-1 0,0 0 4 16,0 0-3-16,0 0-2 15,0 1-5-15,0-1-1 16,0 0-2-16,0 0 0 15,0 0 0-15,0 0 2 16,0 0 6-16,0 0 5 16,0-3-12-16,0-2 0 0,-2-3 1 15,1 0-1-15,-1-2-1 16,0 0 0-16,0-1 0 16,2-1 0-16,0-2-1 15,0-2-1-15,0 1 1 0,8-1-5 16,3 0 2-16,1 4-1 15,1-1 3-15,0 6 2 16,3 1 0-16,-3 3 0 16,3 3 0-16,-3 0-1 15,2 6 1-15,-1 3 0 0,-2 5 0 16,-1-2 1-16,-2 6-1 16,0-4 1-16,-4 4-1 15,1 0 0-15,-3-2 0 16,1-3 0-16,-2 0 0 15,0-3 0-15,0-4 0 0,0-4-1 16,-2-2 1-16,1 0 0 16,1-1 1-16,1-9-2 15,-3-2 1-15,2-3 0 16,0-2 1-16,-2-1-1 16,0-1 0-16,0 1 1 15,2-2-1-15,0 0 0 0,0-3 0 16,1-1 0-16,1-3 0 15,0 0-2-15,1-1-6 16,0-1-5-16,1 4 9 16,1 2 2-16,-1 1 2 15,2 6 1-15,-2 0-1 0,-1 6-1 16,-1 2 2-16,0 2 0 16,1 3 0-16,-3 0-2 15,3 3 1-15,-2 0 0 16,3 0 1-16,-2 0-1 0,0 3 0 15,1 4 0-15,-1-1 1 16,2 2-1-16,0 2 0 16,0 3 2-16,1-2-1 15,-3 2 1-15,0 3 0 16,2 0 0-16,0 1 0 16,-1 1 0-16,-1 2 0 15,0 0-1-15,1 2 1 0,0-2-1 16,-3 3 0-16,2-2 0 15,-1 0-1-15,-1 1 2 16,0 1-1-16,2 1 0 16,-2 1 0-16,1 1 1 0,1 4-2 15,1 1 2 1,-2-1-1-16,3 2 1 0,-2 0-2 16,0-1 2-16,3 5-2 15,3-2 1-15,-2 1 1 16,-1 2-2-16,5 0 1 0,-4-1-1 15,3-1 0-15,1-1 1 16,-3 0-1-16,2-2 0 16,2-1 1-16,-2-3 4 15,0-1-2-15,3-1 1 16,-3-4 1-16,1-2-4 0,1-3 1 16,-2-1-1-16,0-5 0 15,0-2 0-15,-2-3-1 16,2-4 2-16,0-2-3 15,0 0 3-15,3-5 3 16,-1-8-3-16,3-7-1 0,-1-7-3 16,-1-5-55-16,-5-9-45 15</inkml:trace>
  <inkml:trace contextRef="#ctx0" brushRef="#br0" timeOffset="-109350.11">1813 15541 57 0,'2'5'2'0,"-2"1"0"0,0 1 3 16,0 2 6-16,0 1-3 16,0 2-2-16,2 2-3 15,0 0-3-15,-2-1-2 16,0-2-23-16</inkml:trace>
  <inkml:trace contextRef="#ctx0" brushRef="#br0" timeOffset="-108770.71">807 15715 121 0,'0'0'3'0,"0"0"32"0,0 0-7 0,0 0-11 16,0 0-10-16,0 0-5 15,0 0-2-15,-36 46 1 16,34-20 0-16,2 7-2 15,0 4 0-15,0 0-8 16,6-5-73-16</inkml:trace>
  <inkml:trace contextRef="#ctx0" brushRef="#br0" timeOffset="-106609.23">2327 16541 24 0,'0'0'21'0,"0"0"-10"0,0 0 3 0,0 0-1 16,0 0-5-16,0 0-2 15,0 0 1-15,0 0-1 16,0 0 3-16,0 0 2 16,0 0-3-16,0 0-4 15,0 0-1-15,0 0-3 0,-7 0-3 16,7 0 6-16,0 0-1 16,3 0-1-16,1 0-1 15,1 0 0-15,1 0 0 16,-1 0 1-16,3 0-2 0,2 0 0 15,-1 0 1-15,3 0 6 16,4 0-6-16,1 0 2 16,0-1 2-16,1-2-4 15,2 0 1-15,2 0-1 16,-1 1 1-16,1-1 0 0,0 1 0 16,-1-2 1-16,1 3-2 15,-5 0 0-15,2 0 1 16,-2 0 0-16,-1-1 0 15,-1 2-1-15,1-1 2 16,-3 1-2-16,1-1 0 16,-3 0 1-16,2 1-1 0,-3-2 0 15,-1 0 0-15,1 1 1 16,-2-1 0-16,0-1-1 16,-1 1 0-16,0 0 1 15,2 0-1-15,-4 1 1 0,3 0-1 16,-2 1 0-16,-1-1 0 15,2 1 0-15,0 0 1 16,-1 0-2-16,-1 0 0 16,4 0-3-16,-2 0-22 15,-3-2-9-15,0-1-47 16</inkml:trace>
  <inkml:trace contextRef="#ctx0" brushRef="#br0" timeOffset="-105991.39">2839 16368 4 0,'0'0'42'0,"0"0"-40"0,0 0 1 0,0 0-2 16,0 0 0-16,0 0 0 16,0 0 1-16,0 0-1 15,0 0 1-15,0 0 0 16,0 0 0-16,0 0 1 16,9 25 1-16,-2-19-2 0,1 0-2 15,1-2 2-15,1 2 1 16,0-2 1-16,1 0-1 15,1-1 3-15,-1 1-1 16,1-1-1-16,-2 0-2 16,-3-1-1-16,0 2 1 0,0-1 1 15,-3-1-2-15,-2 0 1 16,-2 4 1-16,0-2 3 16,0 3-2-16,-2 2 7 15,-10 4 0-15,-1 3-5 16,-3 3 0-16,-1 2-3 0,-1 3-2 15,0 3 0-15,2 2-1 16,1 3 0-16,1 2-1 16,1 1-3-16,-1-4-53 15</inkml:trace>
  <inkml:trace contextRef="#ctx0" brushRef="#br0" timeOffset="-103592.65">1677 17247 3 0,'0'-1'1'0,"2"-2"1"0,-2 3-2 15,0-2 0-15,0 2 0 16,0-1 1-16,0 1 3 15,0 0 6-15,0-3 2 0,0 2 1 16,0 1 5-16,0-3-4 16,0 2-2-16,0-1-3 15,0 1-4-15,0 1 3 16,-2-2 0-16,-1 1-1 16,3 0 1-16,-2 0-2 15,0 1 3-15,0 0 2 0,1 0-1 16,1 0-4-16,0 0-3 15,0 0 1-15,0 0-4 16,0 0-1-16,0 3 1 16,0 4-1-16,0 2 1 15,0 2 0-15,0 2 0 0,0 4-2 16,0 0 2-16,0 4 0 16,0-2-1-16,0 2 1 15,0 0-1-15,0-1 0 16,0 0 1-16,-4-1 1 15,-2 2-1-15,-1-4 0 0,-1 2 0 16,2-2 0-16,-3-2-1 16,1-2 2-16,-2 1-1 15,1-5 1-15,1-1-1 16,1 1 1-16,0-3-1 16,0-1 2-16,-1 1-2 0,3-2 0 15,-1 0 0-15,0-1 0 16,2-3 1-16,0 0-1 15,0 0 1-15,-1 0 0 16,1 0 0-16,-1-4-1 16,2-2 0-16,-1-1 0 0,0-1 0 15,-1-1-1-15,3-2 0 16,-2-1 0-16,2-2 0 16,-2 0 1-16,1 0-2 15,2-2 2-15,-1 3 0 16,0-1 0-16,2 4-1 0,0-2 2 15,0 4-2-15,0 0 1 16,0 1 0-16,0 2 0 16,0 1 0-16,0 0 0 15,0 1-1-15,0 2 0 16,2 1 1-16,0-3 0 0,-1 3 0 16,4 0 0-16,-3 0 0 15,0 0-1-15,0 0 1 16,2 0 1-16,-1 0-1 15,-1 0 0-15,2 3 0 16,0-2 0-16,-1 5 1 0,2-3-1 16,-1 1 0-16,1-1 1 15,-1 1-1-15,0 0 0 16,0-1 0-16,2 1 0 16,-2-2 0-16,0 1 1 15,1 0-1-15,1-1 0 0,-3 1 0 16,1-1 0-16,1-1 0 15,-1 2 0-15,1-2 2 16,-1 1-2-16,0-1 0 16,1 2 0-16,-1 0 0 15,1 1 0-15,0-1 0 16,1 1 0-16,1 0 0 0,-1 2 0 16,4-3 1-16,-1 1-1 15,2 0 0-15,2 1-1 16,0 0 1-16,3-2 0 15,-1 3 0-15,4-3 0 0,-2 1 0 16,2 2 1 0,3-1-1-16,0 0 0 0,-2 0 0 15,3 1 0-15,-2-2-1 16,0-4-19-16,-3 0-43 16</inkml:trace>
  <inkml:trace contextRef="#ctx0" brushRef="#br0" timeOffset="-102099.24">3188 16980 11 0,'2'2'22'0,"2"-2"2"0,-2 0-3 0,1 0 3 16,1-9-2-16,-2-1-8 15,2-1-3-15,2-3 0 16,-2-4-3-16,1 0-3 15,1-3-3-15,0-1 0 0,1-2-1 16,0-3 0-16,-2 0 0 16,1-2-1-16,1-1 2 15,-1-2-2-15,-2 0 0 16,0-1 0-16,0 0 1 0,-2-2-1 16,-2 1 0-16,2-2 0 15,-2 1 0-15,0 2 0 16,0 2 1-16,0 3-1 15,-6 1 0-15,0 3 0 16,0 5 1-16,-2-1-1 16,1 5 0-16,0 3 1 15,0 2-1-15,1 3 1 0,1 3-2 16,3 4 4-16,-2 0-5 16,2 1-7-16,1 6-4 15,1 6 9-15,0 0 3 0,0 1 0 16,0 3 1-16,0 0 0 15,0 3 1-15,0 0-1 16,1 3 0-16,3 0 1 16,0 2-1-16,-2 0 0 15,3 3 1-15,2-2-1 16,-3 2 0-16,3 0 1 0,-1-1 1 16,1 0-2-16,1 0 0 15,0 0 2-15,-1-2-1 16,1 1-1-16,2-2 2 15,-2-3-2-15,-1-1 0 16,2-3 1-16,2-1-2 0,-2-3 2 16,2-2-1-16,1 0 0 15,0-5-1-15,1-6-9 16,0 0-49-16</inkml:trace>
  <inkml:trace contextRef="#ctx0" brushRef="#br0" timeOffset="-101648.27">3527 16827 19 0,'0'0'4'0,"0"0"12"0,0 0 8 15,0 0-3-15,0 0-8 0,0 0-6 16,0 0 1-16,34-44-1 16,-28 29 3-16,-5 1 1 15,0-3 0-15,-1 3 4 16,0 1-4-16,0 1-5 16,-2 0 1-16,-4 2 1 0,-4 2-3 15,0 2 1-15,1 0-1 16,0 4-3-16,-2 0-2 15,4 2 0-15,0 0 0 16,0 0-3-16,2 9 3 16,1-1 0-16,2 4 0 0,0 2 0 15,2 3 0-15,0 0 0 16,0 1 0-16,0 2 0 16,4-3 1-16,3 0-1 15,2 0 0-15,4-2 0 16,1 0-1-16,1-4-1 15,4 0-19-15,0-4-27 0,2-5-2 16</inkml:trace>
  <inkml:trace contextRef="#ctx0" brushRef="#br0" timeOffset="-100775.51">3759 16669 24 0,'0'0'30'0,"0"0"-11"0,0 0-5 0,-37 36-4 0,32-25-5 16,-1 2-1-16,-1 1-2 0,6 0 0 15,-1-1 0-15,2 4-1 16,0-3 0-16,0 2 0 16,2-5 0-16,4 1 0 15,-2-2 1-15,3-3-1 16,1-2 0-16,-3-2 1 0,4-3 0 16,0 0 0-16,-1 0 0 15,4-6 1-15,-3-5-3 16,-1 0 4-16,1-4-1 15,-1 0 3-15,-2-1 4 16,-2 0 1-16,-1 2-3 0,1 2-5 16,-2 3 2-16,-2 2-2 15,0 3 4-15,0 2 10 16,0 2-2-16,0 0-5 16,0 0-10-16,0 2-3 15,0 6 7-15,2 2-3 16,1 2 0-16,6-1-1 0,-4 2 0 15,3-2 0-15,1-3 0 16,1 0 0-16,0-4-1 16,-1-1 1-16,3-3-1 15,-4 0-3-15,3-2 4 0,1-8 1 16,-1-2 3-16,-2-4-1 16,2 0 0-16,-4-1 0 15,-1-2 1-15,-3 2-2 16,-1 1 0-16,-2 0 0 15,0 3 0-15,-1 2-1 16,-3 1 0-16,-5 3 2 0,3 3-1 16,-3 2-2-16,2 2 0 15,1 0 0-15,1 2-2 16,1 5 1-16,2 1-1 16,1-2 1-16,1 1-3 0,0-3-3 15,5-1 0-15,2-1 3 16,3-2 0-16,2 0 3 15,1 0-1-15,3-6 2 16,-1 0 0-16,2 2 2 16,0 0-2-16,-1 4 0 15,-1 0 0-15,1 0 0 0,-5 8 0 16,1 5 0-16,-3 4 0 16,-1 3 0-16,-1 1 4 15,0 3-3-15,-2 2 0 16,3 4-1-16,-3 1 0 15,3 1-1-15,1-1-12 0,0-7-74 16</inkml:trace>
  <inkml:trace contextRef="#ctx0" brushRef="#br0" timeOffset="-100281.98">4294 16764 219 0,'0'0'-53'0,"0"0"57"0,0 0-3 0,0 0-2 0,0 0-15 16,0 0 6-16,0 0 7 15,0 0 3-15,0 0 0 16,0 0 3-16,0 0 0 16,-3 46-1-16,3-26-1 15,0 1 0-15,0-3-1 16,0 0 1-16,3-4-1 0,-1-3 0 15,-1-4 0-15,0-2 0 16,0-1 1-16,1-3-1 16,-2-1 0-16,2 0-1 15,0-3 4-15,0-6 9 16,1-3-9-16,1-5-3 0,0-2 0 16,2-2-2-16,2-2 0 15,-3 2 1-15,5-2-2 16,2 3 1-16,1-1 1 15,1 4-1-15,-1 3 3 16,-2 4-1-16,3 1 0 0,-4 5 0 16,1 4-1-16,-1 0-1 15,-3 0 1-15,1 11 0 16,-3 2 3-16,2 3 0 16,-5 3-2-16,2 0 1 15,-3 4-2-15,0-2 1 16,2 1 0-16,-1-4-7 0,2-4-20 15,-2-6-38-15</inkml:trace>
  <inkml:trace contextRef="#ctx0" brushRef="#br0" timeOffset="-100056.79">4653 16683 191 0,'0'0'27'0,"0"0"-19"0,0 0-11 0,0 0 4 0,0 0 0 16,1 46 0-16,-1-25-1 15,0-1 0-15,0 4 0 16,0-3 0-16,1-1-1 16,2-3-1-16,2-1-13 15,-5-3-18-15,2-3-22 0,-2-6-65 16</inkml:trace>
  <inkml:trace contextRef="#ctx0" brushRef="#br0" timeOffset="-99899.26">4620 16595 176 0,'0'0'8'16,"0"0"-5"-16,-9-44-2 15,9 34-5-15,0 3-55 0,5 0-56 16</inkml:trace>
  <inkml:trace contextRef="#ctx0" brushRef="#br0" timeOffset="-99351.9">4774 16801 107 0,'0'0'-7'16,"0"0"10"-16,0 0 2 0,0 0-2 15,0 0-2-15,0 0 0 16,0 0 3-16,0 0 3 16,-33-20 1-16,33 9 0 15,0 4 1-15,0-4-3 16,6 3-2-16,2 1-3 0,1 4-1 15,1 2 0-15,2 1 0 16,-1 0-1-16,-1 7-3 16,2 5 0-16,-3 2 1 15,-3 0 2-15,1 2 1 16,-5-1 0-16,0-2 0 0,-2 0 0 16,0-2 0-16,0-4 0 15,0 0 0-15,-2-4 0 16,0-3 1-16,0 0 0 15,2-1-2-15,0-9-2 16,0-6-2-16,0-2 3 16,0-3 1-16,6-1 2 0,2-1-2 15,1-1 1-15,2 4 1 16,2 2 1-16,-2 2 4 16,1 5 0-16,-1 4 2 15,-1 4-6-15,2 3-1 0,-3 2 1 16,-1 10-1-16,-1 5 4 15,1 3-4-15,-2 4 0 16,-2 0-1-16,1 2 0 16,-1 0 2-16,1-1-4 15,4 1-9-15,0-2-22 0,-1-6-21 16</inkml:trace>
  <inkml:trace contextRef="#ctx0" brushRef="#br0" timeOffset="-98895.62">5172 16777 97 0,'0'0'13'0,"2"-55"25"0,-2 30-7 0,0 1-11 0,-6 3-6 15,-3 6-6-15,-1 3-2 16,-2 9-2-16,1 3 2 16,-3 0-6-16,1 7 1 15,-1 8-2-15,1 4 1 0,4 3 0 16,-1 2 0-16,4 0 1 15,6-1-2-15,0-2 1 16,0-2 0-16,0-5 0 16,6-4 0-16,4-5 0 0,-1-2-5 15,0-3 2-15,1 0 2 16,2-5 2-16,-1-4 1 16,-3-1-2-16,2 0 1 15,-5 1 2-15,3 1-1 16,-4 5-1-16,1 2-1 0,0 1 0 15,-1 2 0 1,1 11 1-16,1 6 3 0,-3 4-3 16,3 5-1-16,-3 5 0 15,-1 1 0-15,-2 3 0 16,0 1-1-16,-11 3 2 0,-2-1-2 16,-6 1 2-16,0-1-2 15,-4-4 1-15,1-2 0 16,4-8-2-16,0-4 2 15,5-11-2-15,-1-9-48 16,3-5-60-16</inkml:trace>
  <inkml:trace contextRef="#ctx0" brushRef="#br0" timeOffset="-98357.3">5452 16644 109 0,'0'0'17'0,"0"0"-13"0,53-13 6 0,-38 13-6 16,2 0-3-16,-2 10 0 15,-3 3 0-15,-4 2 0 16,-2 2 2-16,-1 2-2 0,-5 1 0 15,0 1 0-15,0-1 2 16,-6-1 0-16,-1 0 0 16,-4-3 1-16,-1-1 2 15,-3-5 1-15,3 0 3 0,0-6 8 16,3-2 0-16,-1-2 0 16,1 0 0-16,3-7-8 15,2-6-2-15,0-3-6 16,3-2-3-16,1-3 0 15,0-3 2-15,1-1-2 16,11 1-1-16,1 1 1 0,4 1-1 16,5 3-22-16,-2 5-22 15,2 3-23-15,-2 2-8 16</inkml:trace>
  <inkml:trace contextRef="#ctx0" brushRef="#br0" timeOffset="-97239.61">5739 16656 26 0,'0'0'1'0,"0"0"1"16,0 0 3-16,0 0 3 16,19 37 3-16,-19-35 10 0,0-2 44 15,-2 0-22-15,-3 0-20 16,-2-4-9-16,0-2-2 16,-1 0-8-16,1 0-1 15,1 2-2-15,-2 0 0 16,2 2 0-16,1 2 0 15,-1 0 1-15,-1 2-2 0,0 6 0 16,1 5-1-16,3 1 1 16,1 3-1-16,0 2 1 15,2-3-1-15,0 0 1 16,0-3 0-16,4-3-1 16,-1-2 0-16,3-5 0 15,1-1-5-15,-3-2 1 0,1-3 7 16,1-7 1-16,-1 0 1 15,2-1 0-15,-3 0-3 16,3 3-1-16,-3 2 1 16,1 1-1-16,1 5 0 0,0 0-1 15,2 0 2-15,1 0-1 16,3 0 0-16,-1 0 0 16,-1 3 0-16,4-1 0 15,-3-1 1-15,-2-1-1 16,1 0 0-16,0 0 0 0,-1-3 0 15,-3-6 0-15,2 2 0 16,-2-3 1-16,-3-2 0 16,1-3 1-16,0-1 2 15,-4-3 1-15,0-4 3 16,0-1-3-16,0-4-2 16,-4-5-1-16,-1-1-1 0,-1-4-1 15,-1 1 0-15,-2-2 1 16,2 3-1-16,-3 1-1 15,2 4 2-15,-1 1-1 16,1 3 0-16,1 4 0 0,-3 1 1 16,4 6 0-16,2 5-1 15,-1 2 1-15,3 4-1 16,0 3 0-16,0 2 0 16,2 0-1-16,0 5-2 15,0 11 2-15,0 4-1 16,0 6 4-16,0 5-2 15,6 2 1-15,1 2-2 0,-1 2 1 16,6 3 1-16,-1 3-1 16,0-1 0-16,3 2 0 15,-1-1 0-15,3-1 0 16,-1 0 1-16,1-3-2 0,-1-3 2 16,0-1-1-16,-1-5 0 15,1-4 0-15,-1-6 0 16,-1-5-1-16,0-5 1 15,-1-3-1-15,0-4-1 16,-1-3 1-16,-2 0 1 0,2-7 1 16,-2-6 3-16,-2-1 0 15,0-4 0-15,-3-1 3 16,-3-1-3-16,-1 0 2 16,0-1-3-16,0 3-2 15,-1-2 0-15,-6 4 0 16,0 2-1-16,1 3 0 15,0 4-1-15,1 4-1 0,1 3-1 16,-2 0 3-16,4 8-4 16,0 6 2-16,2 5 2 15,0 2 0-15,0 3 2 0,4-1-2 16,4-3 0-16,0-3 0 16,3-3 0-16,-1-3 0 15,1-5-3-15,-1-1 2 16,3-3-1-16,-1-2 0 15,1 0 2-15,1-4 0 0,-3-3-4 16,3-4-13-16,-3-2-14 16,-4-4-7-16,2-3-39 15,-7-3 26-15</inkml:trace>
  <inkml:trace contextRef="#ctx0" brushRef="#br0" timeOffset="-97001.5">5933 16534 148 0,'-17'2'-16'0,"2"-2"33"0,3 0 8 0,1 0-4 16,7 0-10-16,0 0 0 15,4-3-1-15,0-3-3 16,8 1-10-16,9-4 3 0,6-2 0 15,4-3 1-15,7-2 1 16,5-4-13-16,3 0-33 16,2-5-23-16</inkml:trace>
  <inkml:trace contextRef="#ctx0" brushRef="#br0" timeOffset="-15741.52">22842 7138 191 0,'0'0'-8'0,"0"0"28"0,0 0 2 0,0 0-10 0,0 0-6 15,0 0 0-15,0 0-1 16,0 0-3-16,0 0 0 16,-11-5-1-16,9 1-1 0,-1-1 2 15,-1-1-4-15,-3 2-3 16,-3-1-4-16,0 2 0 15,-6 1 4-15,-1 0 2 16,-2 2 1-16,-3 0 3 16,-2 0-5-16,-4 4 6 0,-4 4-3 15,0 3 1-15,-4 3-1 16,-1 3 1-16,1 1 0 16,-4 1-1-16,3 3 1 15,-3 2 0-15,1 1 1 16,-4 2-1-16,1 3 0 0,0 0 0 15,2 1 1-15,3 2-1 16,0 2 0-16,5 1 1 16,0 5 0-16,4 0 0 15,5-1 0-15,0 4-1 16,6 0 1-16,1 2 1 16,5 2-2-16,0 4 0 0,6-1 1 15,3 2-1-15,2-3 3 16,0-1-2-16,8-2-2 15,6 0 1-15,5-3 0 16,2 0 0-16,6 0-3 16,4-1 5-16,7-5-1 0,6-1 1 15,6 0-2-15,4-3 2 16,4 1-1-16,3 0 0 16,3 0 0-16,2 1-1 15,5-2 1-15,1-2-1 0,5-2 0 16,4-3-1-16,4-6 1 15,2-3 0-15,2-6 1 16,1-2-1-16,3-3 0 16,1-5 0-16,1-2 0 15,-2 0 0-15,2-6 2 16,0-8-2-16,-4-3 3 0,-3-6-2 16,-1-1 3-16,-4-7 2 15,-6-1 0-15,0-2 1 16,-8-4 1-16,-2-3-3 15,-6-3 3-15,-5-3-2 16,-6-4 1-16,-7-3 0 0,-7-4 1 16,-7-3-3-16,-6-5 1 15,-7-5-2-15,-7-1-1 16,-8-5 2-16,-1 0-2 16,-8-5 2-16,-16 0 4 15,-6-1-3-15,-9 5-1 16,-7 1 3-16,-5 2 1 15,-10 10 3-15,-4 5-9 0,-8 12 1 16,-5 10-6-16,-9 16-30 16,-8 14-15-16,-9 8-37 15,-5 11-86-15</inkml:trace>
  <inkml:trace contextRef="#ctx0" brushRef="#br0" timeOffset="-14896.02">22930 9539 297 0,'0'0'-5'0,"0"0"16"0,7-51-5 0,-4 31 1 0,0-4-3 15,-2 0-1-15,-1-3-2 16,0-1 1-16,-1 1-2 15,-11-3 0-15,-5 4-1 0,-4 1-4 16,-7 3-6-16,-8 4-3 16,-6 1 4-16,-7 7 6 15,-3 3 1-15,-9 5 3 16,-1 2-4-16,-4 2 6 16,-3 12-4-16,-1 6 2 0,1 3-3 15,1 7 0-15,1 4 6 16,4 5-2-16,6 8 2 15,7 2-1-15,4 5 0 16,11 5-1-16,3 2 0 16,12 5 0-16,6-1-1 0,9 6 0 15,5 4 1-15,6 5-1 16,14 2 1-16,10 1-1 16,5-1 1-16,9 0-1 15,11-2 1-15,8-5-1 16,11-4 2-16,4-4-2 0,7-6 1 15,8-6-1-15,5-5 1 16,5-9-1-16,5-4 1 16,8-9 0-16,-2-5 2 15,8-10 3-15,0-9-1 16,3-4-1-16,3-4-1 0,-3-13 0 16,0-8 0-16,-3-5-2 15,-3-6 0-15,-7-5 0 16,-7-6 0-16,-12-7 0 15,-7-6-1-15,-12-5 1 16,-10-6 0-16,-17-5-1 0,-9-5 4 16,-14-1 4-16,-10 0 1 15,-14-2 1-15,-8 2 1 16,-20 4-4-16,-12 4-2 16,-13 4-2-16,-13 7-3 15,-14 7 2-15,-12 9 6 0,-8 10-24 16,-12 17-8-16,-9 13 1 15,-7 7-12-15,-4 20-39 16,-2 16-75-16</inkml:trace>
  <inkml:trace contextRef="#ctx0" brushRef="#br0" timeOffset="-14134.02">23087 11828 280 0,'0'0'-33'0,"-7"-42"44"0,-6 20 6 0,0 0-4 15,-3-3-9-15,1 2-2 0,-3 0-3 16,-5-1 1-16,-1 3-2 16,-4 2 0-16,-5 2-5 15,-5 6-5-15,-5 5 1 16,-3 6 3-16,-8 0 5 15,-1 14-1-15,-3 8 4 0,0 3-1 16,1 9 5-16,3 3-2 16,0 6 1-16,4 7-2 15,2 6 2-15,2 7-2 16,6 7 0-16,7 5 2 16,3 6-2-16,10 3 1 0,8-2-1 15,8-4 2-15,4-1-3 16,12-8 1-16,15-2 0 15,8-5 3-15,13-2-2 16,7 0 1-16,8-2 0 0,13-3-1 16,5-4 3-16,5-1-2 15,8-6 0-15,8-4 0 16,5-4 0-16,6-8 0 16,4-10-2-16,1-6 2 15,4-11-1-15,0-1-1 0,1-17 1 16,-3-7 0-16,-7-6 0 15,-5-8-1-15,-8-5 0 16,-14-6 0-16,-7-9-1 16,-10-5 2-16,-11-11 2 15,-8-4 5-15,-11-11 1 16,-9-4-2-16,-8-3-1 0,-12-4-4 16,-10-1-1-16,-3 3-1 15,-23 6-1-15,-13 4 0 16,-15 11-2-16,-15 9-6 15,-16 16-6-15,-12 15-6 16,-16 17-16-16,-10 18-25 16,-8 11-47-16</inkml:trace>
  <inkml:trace contextRef="#ctx0" brushRef="#br0" timeOffset="-13286.56">22583 13577 138 0,'0'0'-5'0,"-69"-27"18"0,35 14 1 0,-3 2-2 0,1 4-5 16,-3 0 3-16,1 4 5 15,-3 3-5-15,0 0 0 16,-5 7-8-16,1 12-2 16,-1 6 1-16,2 6-2 15,-3 8-2-15,3 8-3 0,3 5 6 16,7 6 0-16,2 7 1 16,11 5 0-16,7 8 1 15,6 6 0-15,8 2 0 16,0 0-1-16,15-2-1 15,10-4 0-15,12-4 0 0,5-4-1 16,8-6 3-16,11-2 2 16,8-3-1-16,4-2 1 15,4-2-2-15,5 0 0 16,5-1-1-16,5-4 0 0,0 1 2 16,4-5-2-16,8-7-1 15,0-7 2-15,-1-11 0 16,4-10 10-16,-3-13 7 15,2-3-5-15,-1-20-3 16,1-8-4-16,0-6-3 16,-7-8-1-16,-3-4 0 15,-6-5-2-15,-5-2 3 0,-10-4-3 16,-4-5 5-16,-8-4 5 16,-1-2-3-16,-8-2-1 15,-10-3-6-15,-3-2-1 16,-11-2 1-16,-6-2-2 15,-14 3-4-15,-10-4-3 0,-5 2 5 16,-20 0 2-16,-11 6 2 16,-18 3-1-16,-15 4-2 15,-12 5 4-15,-14 5 0 16,-16 5-2-16,-15 8 1 0,-18 8 0 16,-13 7-2-16,-14 12-2 15,-16 9-8-15,-12 9-11 16,-13 5-17-16,-10 16-23 15,-16 5-77-15</inkml:trace>
  <inkml:trace contextRef="#ctx0" brushRef="#br0" timeOffset="44630.38">9881 11137 3 0,'0'0'7'0,"0"0"4"0,0 0 4 0,0 0-3 0,0 0-2 15,0-41-4-15,0 35 2 16,0 2-1-16,0 1-1 16,0-1-4-16,0 4-2 15,-2-3 1-15,2 2-1 16,0-1 0-16,0 0 0 0,0 0 0 16,0-1 0-16,0-1 0 15,0 2 0-15,0 0-1 16,0-1-2-16,0 3 0 15,0 0 0-15,0 0-5 0,0 0 7 16,-4 0-2-16,0 0 9 16,1 3 3-16,-2 0-9 15,3 0 3-15,-1 0-3 16,0-1 1-16,1 2-1 16,1-2 1-16,-1-1 0 0,-2 2-1 15,1-1 1-15,0 2 1 16,2 1 3-16,-4 1-3 15,-1 1 0-15,1 0-1 16,1 4 1-16,-2-2-1 16,1 4 0-16,0-2 1 0,1 4-1 15,1-1 0-15,1 1-1 16,-2 2 1-16,2-1 0 16,-1 3 3-16,1 0 1 15,0-2-1-15,2 0-2 16,0-1 1-16,0 0-1 15,0-2 0-15,0-1-2 16,0-2 1-16,2 2-1 0,0-2-1 16,1-1 1-16,1-3 1 15,-2 0-5-15,2-3 3 16,-1 1-1-16,2-2 1 16,-1-1 5-16,1-1-4 0,3-1 1 15,-1 0-3-15,2-1 8 16,0-6-4-16,-2-4 1 15,6-2 2-15,-4-1-3 16,-2-3 1-16,1-3 0 16,2 0-1-16,-3-1 1 0,1-4-2 15,-2 0 0-15,4 1-1 16,-6 0-1-16,1 1-2 16,-5 3 3-16,0 2 2 15,0 2-1-15,-3 2-1 16,-5 1 2-16,-2 5-2 0,-3 2 2 15,-1 0-2-15,1 5-2 16,-3 1-3-16,3 0 9 16,-2 4-1-16,1 8-8 15,1 3-3-15,-1 2 4 16,1 6 1-16,1 1 1 0,0 3 2 16,3 3-1-1,1 3 1-15,2-2-1 0,0 1 0 16,5-2 0-16,1-1 0 15,0-4 1-15,2-4 0 16,7-2-2-16,1-2 1 0,1-3-2 16,1-2 4-16,3-5-2 15,-1-4 4-15,3-2-6 16,1-1 7-16,-3-4 0 16,2-9 1-16,-2 0-1 15,-1-4-2-15,-1-4 2 16,-3-3 3-16,-2-2 1 0,-2-2 1 15,-3-5-2-15,-3 1-3 16,0 0-1-16,-1 2 0 16,-7 2 0-16,-4 6-4 15,-3 6 1-15,-3 4-3 16,2 9 1-16,-4 3-6 0,1 0 1 16,2 10 11-16,1 6-7 15,-1 5 0-15,1 6 2 16,3 3 0-16,3 4 0 15,0 3-1-15,5 1 1 16,0 2 0-16,5-7 0 0,0-2-1 16,0-4 0-16,9-4-2 15,2-7-2-15,3-4 2 16,-3-4 4-16,3-5-2 16,-1-3 1-16,-2-1 8 15,1-10 0-15,-1-6 0 16,2-3-1-16,-4-6-1 0,-1-4-1 15,1-4 1-15,-5-3-2 16,-2-4 0-16,-2 2-1 16,0 0 1-16,-2 2-7 15,-6 7-13-15,-5 10 1 0,-1 9 5 16,-1 8 2-16,-3 3-6 16,3 14 15-16,-2 9 1 15,2 7-1-15,-1 4-1 16,5 6 0-16,1-2 0 15,4 2 0-15,2-4 0 16,4-4 0-16,0-8-2 0,2-2 1 16,5-7 1-16,4-5 2 15,-2-7 5-15,1-3-3 16,3 0 2-16,1-10 9 16,3-7-3-16,-1-7-2 15,-1-3-4-15,1-6 0 0,-5-2-1 16,-2-5-1-16,2-3 0 15,-8 1 0-15,-1-1-1 16,-2 4-1-16,0 4-3 16,-8 8-11-16,-4 6-2 15,-2 8 9-15,-2 9 2 0,-1 4-8 16,-1 7 9-16,-1 10 3 16,2 9 0-16,1 6 0 15,1 4 0-15,3 4-1 16,1-1-1-16,3-1 4 15,7-5-4-15,1-4 1 0,0-6 1 16,0-4-1-16,9-6 1 16,-3-3-1-16,4-7 0 15,1 0 5-15,-2-3 1 16,2-3 6-16,1-10 1 16,0-4-3-16,0-6-3 0,-1-4-2 15,-3-5 2-15,0-4-3 16,-3-2-1-16,-3 2 0 15,-2 2 0-15,0 3-1 16,-1 8-3-16,-5 6 1 0,-4 10-2 16,1 5-4-16,-1 2-6 15,-2 15 6-15,1 5 6 16,-3 8-1-16,3 6 2 16,3 3-2-16,-1 2 1 15,4-1-2-15,3-4 0 16,2-5-3-16,0-7 2 0,2-7 0 15,5-6-1-15,2-4-1 16,-4-5 7-16,5 0 2 16,0-12 8-16,1-6-2 15,0-5-4-15,2-4 0 16,-2-6-3-16,-4-1 0 16,2-1-1-16,-6 4-1 15,1 2-1-15,-4 6 1 0,0 8 0 16,0 5 1-16,0 6-2 15,-4 4 2-15,1 0-3 16,-3 10-1-16,-2 5 5 16,2 4-2-16,-1 2 0 0,3 0 0 15,-2-2 1-15,4-5-1 16,2 0 0-16,0-7 0 16,0-3 1-16,0-2 3 15,2-2 1-15,4 0 1 16,-2-6 6-16,-1-5-1 0,3-3-6 15,-1-2-1-15,-2-1-1 16,1 0-1-16,-2 4-1 16,0 2-1-16,-2 2 0 15,0 5-3-15,0 4-8 16,0 0-22-16,-4 8-5 0,-3 5 36 16,2 2 1-16,-2 0 0 15,3 2 1-15,0-5 0 16,1-1-1-16,2-4 0 15,1 0 0-15,0-3 0 16,0-2 0-16,0-2-5 0,0 0-8 16,0 0-24-16,2 0-18 15</inkml:trace>
  <inkml:trace contextRef="#ctx0" brushRef="#br0" timeOffset="45015.44">9700 11468 2 0,'7'7'6'0,"2"-2"-2"0,-2-5 8 16,2 0 1-16,-1-4 7 16,4-7 0-16,-3-4-6 15,1-2-3-15,2-4-7 0,-1-4-1 16,-4 2-2-16,2-5 1 15,-3 0-5-15,-1 1-6 16,-5 3-2-16,0 4-7 16,0 4 3-16,-8 3 6 15,1 8-1-15,-3 3-6 16</inkml:trace>
  <inkml:trace contextRef="#ctx0" brushRef="#br0" timeOffset="46097.87">9760 11058 45 0,'0'0'2'0,"0"0"1"15,0 0 4-15,0 0 2 16,38-19 0-16,-28 19-6 16,-1 0 1-16,0 0 0 15,2 0-1-15,0 5-1 16,0 4 1-16,1 3 2 0,-1 4-1 15,1 3 2 1,0 4-2-16,-1 1-3 0,-3 3 0 16,2 0 7-16,-6 1-7 15,1 0 1-15,-5 0-1 16,0-2 1-16,0-1 1 16,-7 3 0-16,-5-5 0 15,-1 1-1-15,-3-2 0 0,-1-1 1 16,-3-1-1-16,0-2-1 15,-2-1 0-15,1-1-2 16,-3-3-2-16,4-3-8 16,0-5 11-16,4-5 0 15,2 0-5-15,2-7-5 0,2-7 2 16,4-6 6-16,3-3 2 16,3-6 2-16,0-7 0 15,2-1-2-15,10-3 1 16,1 2 0-16,0 0 0 15,1 4 0-15,-1 5 1 0,1 6 0 16,-3 5-1-16,1 5 1 16,-1 6-2-16,-1 4 0 15,2 2 0-15,-5 1-1 16,3 3 0-16,-3 8 1 16,0 8 2-16,0 4-1 15,-3 6-1-15,-2-2 7 0,-2 4-6 16,0-3 0-16,0-6 0 15,0-2 0-15,0-6 0 16,-6-4 1-16,-1-3 3 0,-4-3 0 16,2-2-2-16,-2-2 0 15,-1 0 1-15,1-6-1 16,-1-7 0-16,4-5 8 16,-1-5-9-16,3-4 5 15,2-3-5-15,3-2 0 16,1-1 0-16,0 3-2 15,2 2 1-15,7 4-1 16,0 2 0-16,1 5 0 0,1 3-1 16,2 4 1-16,1 2-2 15,0 6 0-15,0 2 0 16,0 0-4-16,0 8 1 0,-2 9 3 16,-3 5-2-16,-1 8-4 15,-2 1 15-15,-4 3-6 16,-2 1 2-16,0-3-3 15,-6-3 1-15,-4-4 1 16,-1-4 1-16,-3-5 0 0,-1-5 0 16,2-2 0-16,-1-6 1 15,1-3-1-15,2 0 0 16,4-6-4-16,3-8 1 16,2-5 0-16,2-4 1 15,0-1-12-15,8-1-14 16,4 3-3-16,1 4 7 0,0 4 9 15,1 7-8-15,-2 4-22 16</inkml:trace>
  <inkml:trace contextRef="#ctx0" brushRef="#br0" timeOffset="47694.86">9819 11089 33 0,'-4'-3'18'0,"1"0"-12"0,1 2-4 0,-2-2-1 15,0 0-1-15,2 2 2 16,0-1-1-16,0-2 0 16,0 3 1-16,-2 0 1 0,1 0 1 15,1 1 4-15,0 0 2 16,0 0-5-16,0 0-2 15,-2 0-3-15,1 0 1 16,0 0-1-16,-3 9 0 16,-1-1-1-16,1 6 1 0,-4 3 0 15,1 2 0-15,1 5 0 16,1 2 0-16,-4 3 0 16,2 5 0-16,0 1 1 15,2 2 0-15,0-2 0 16,1-1 0-16,2 0 2 15,2-5-1-15,2-4 0 0,0-2 0 16,0-2 2-16,1-2 2 16,6-2-4-16,-1-3 0 15,4-1 0-15,1-3 2 16,-2-2-4-16,2-2 1 16,0-2 0-16,0-4-1 15,1 0-1-15,-3-1 5 0,3-8 3 16,2-1 2-16,-3-4 3 15,3 2-9-15,-1-4 2 16,1 0-2-16,-3-1-2 16,-1 0 1-16,1 0 1 15,-1-3 4-15,-4-3 2 0,1-1-2 16,-1-1 0-16,-2-4-4 16,-4-2 1-16,0-2-1 15,0 1-1-15,-4-1 0 16,-6 2-1-16,1 2 1 0,-2 4 0 15,-3 2-1 1,2 3 3-16,-2 5-1 0,2 2 3 16,2 2-1-16,-2 3-3 15,1 4-1-15,0 1-2 16,4 3-1-16,-2 0 4 16,3 0-2-16,-2 7-5 0,2 2 1 15,-1 5 2-15,1 0 1 16,-1 5 1-16,0 2-1 15,0 3 0-15,3 4-1 16,-2 1 2-16,3 3-1 0,3 1 1 16,-2 0-1-1,2-3-1-15,0-2 1 0,0-2 1 16,3-4-3-16,5-2 1 16,-1 0 0-16,2-4 0 15,2-1-2-15,-2-2 4 16,2-3-2-16,1-1-1 0,0-4 2 15,2-3-5 1,-1-2 3-16,1 0 1 0,-1-9 6 16,1-2 1-16,-1-5-3 15,-2-2 0-15,3-3 0 16,-6-2 0-16,-1-4 2 0,-2-3-2 16,-2-3 0-16,-3-1 0 15,0 0 1-15,0-1-3 16,-6 3 1-16,-5 3 1 15,-1 6 0-15,-4 3-2 16,2 6 0-16,0 3-1 0,-1 3 1 16,3 5-4-16,-1 3-2 15,0 0-2-15,4 2 3 16,-2 9-7-16,3 2 2 16,-2 5 5-16,3 1 2 15,3 4-1-15,-1 2 0 16,4 6 0-16,1 1-1 0,0 0 1 15,6 1 2-15,2-2 1 16,3-2 0-16,3-4-2 16,1-5 0-16,2-6-2 15,1-4 5-15,-3-7-4 16,3-3 2-16,-3 0 0 0,2-4 9 16,-2-9 0-16,3-2 1 15,-5-4-1-15,-1-7-1 16,1 0-1-16,-4-6 0 15,0-2-2-15,-7-4 0 0,-2 0-1 16,0 1 0-16,0 0-2 16,-11 5-1-16,-1 4 1 15,-1 4 0-15,-2 7-1 16,-2 5 1-16,2 7-1 16,1 3-4-16,-1 2 5 15,-1 9-13-15,3 6-25 0,0 1-2 16</inkml:trace>
  <inkml:trace contextRef="#ctx0" brushRef="#br0" timeOffset="48997.25">9714 11049 12 0,'-9'13'8'16,"0"4"-2"-16,0 1-1 0,-2 0-2 0,4 3 0 0,-2 0 0 15,1 1 1-15,0-1-1 16,4 1-1-16,-2 0 0 0,3-1-1 16,3-1 0-16,0 0 0 15,0 1-1-15,0 0 0 16,0-1 0-16,3 2 2 15,5-1-2-15,-1-3 0 16,4 1 2-16,0-1-4 16,1-4 2-16,1-1 4 15,0-3 0-15,1-1-5 0,-1-5 4 16,1-1 0-16,1-2 2 16,-3-1 0-16,3 0 2 15,-6 0-3-15,3-4 0 16,0-2-1-16,-3-4 0 0,3 0-1 15,-5-1-1-15,3-5 2 16,2-2-2-16,-5 0 0 16,3-1 0-16,-3-5 0 15,0-2 1-15,-2 0 0 16,-1-1-1-16,-2 1 1 0,-2-1 2 16,0 2-1-16,-4 4 3 15,-5 1 3-15,-1 3 0 16,-3 0 0-16,0 3-1 15,-3 0-5-15,1 1 3 16,1 2-3-16,-1 2-2 16,1 1 0-16,3 2-1 15,-1 2-2-15,4 1 0 0,-1 3-2 16,2 0-2-16,0 0 9 16,1 11-6-16,1 2 0 15,-1 8 3-15,-1 2-1 16,0 4 1-16,1 7-1 0,3 5 0 15,1 2 0-15,0-2 1 16,2-1 0-16,0-2-1 16,2-4 1-16,3-8-2 15,6-3 0-15,0-7-1 16,0-2-2-16,-1-8 5 0,3 0-3 16,-1-4 2-16,3 0 0 15,-1-6 8-15,2-5-4 16,0-2 0-16,0-5 1 15,-1-1-2-15,-1-2 2 16,-1-6 1-16,-4-1 2 0,-2-5 2 16,-2 1-3-16,-5-4-3 15,0 2 2-15,-3 0-3 16,-7 1-1-16,-4 5 1 16,-2 2-2-16,-2 6 3 15,-3 3-3-15,2 6 2 16,-1 4-4-16,1 5-2 0,2 2 4 15,-1 0 6-15,1 5-9 16,1 6-1-16,2 6-2 16,1 1 3-16,4 5 0 15,2 3 0-15,3 3 1 0,2 4-3 16,2 1 3-16,0 2-1 16,6-3 2-16,5-2-1 15,5-3-2-15,0-5-5 16,2-5-4-16,1-6 3 15,0-4 5-15,3-6 1 16,-4-2-1-16,4-5-2 16,-2-9 2-16,0-7-21 0</inkml:trace>
  <inkml:trace contextRef="#ctx0" brushRef="#br0" timeOffset="49638.76">9826 10937 51 0,'-1'0'16'0,"-1"0"-2"0,2 0-5 16,-2 0-5-16,0-2-1 15,0 0-1-15,2 0 0 0,-2 0-1 16,2 1 1-16,0-1-5 16,0 0 3-16,0 1 1 15,4-1-2-15,0-1 1 16,1 2 0-16,4 0 0 0,0 1-1 15,0 0 2-15,4 0-1 16,0 1 1-16,0 6 1 16,1 6 0-16,0 3 0 15,2 2 1-15,-2 5 0 16,-1 1 2-16,-5 4-8 0,-3 1 9 16,-3 1-3-16,-2 2-1 15,0 1-1-15,-9 0 3 16,-2 1-4-16,-5-2 2 15,3-2-1-15,-5 0 0 16,3-6-1-16,-2-4 0 0,1-2-2 16,1-2-6-16,4-6-10 15,-3-4-23-15</inkml:trace>
  <inkml:trace contextRef="#ctx0" brushRef="#br0" timeOffset="49895">9813 11242 35 0,'0'0'0'0,"0"0"-4"0,0 0-14 16</inkml:trace>
  <inkml:trace contextRef="#ctx0" brushRef="#br0" timeOffset="50396.06">9828 11019 78 0,'0'0'5'0,"0"0"9"16,0 0-9-16,0 0-1 15,-42 47-1-15,35-23 0 16,-1 2 2-16,6 1-1 15,-2 0-2-15,4-3-2 0,0-1 0 16,0-5 0-16,4-2-1 16,4-5-7-16,1-4-6 15,1-5-17-15,0-2-38 16</inkml:trace>
  <inkml:trace contextRef="#ctx0" brushRef="#br0" timeOffset="50595.66">9861 11114 77 0,'0'0'5'0,"0"0"-2"15,-11 37 2-15,7-17 2 16,0 0-4-16,1 3-1 16,1-2-1-16,2-1 0 15,0-1-1-15,0-4 0 16,0-2-1-16,0-1-5 0,0-7-16 15,-3-1-43 1</inkml:trace>
  <inkml:trace contextRef="#ctx0" brushRef="#br0" timeOffset="50813.71">9846 11129 74 0,'0'0'-1'15,"0"0"4"-15,-12 49 0 16,10-33 0-16,2-2-2 16,-3 3-1-16,2-5-2 15,0-3-13-15,0-3-44 16</inkml:trace>
  <inkml:trace contextRef="#ctx0" brushRef="#br0" timeOffset="51412.66">9852 11201 13 0,'0'0'21'0,"0"0"-21"0,0 0 0 0,0 0-1 0,0 0-10 0,0 0-2 16,3 41 7-16,-2-37 3 16</inkml:trace>
  <inkml:trace contextRef="#ctx0" brushRef="#br0" timeOffset="51598.17">9870 11203 45 0,'0'0'12'0,"0"0"-10"16,0 0-2-16,0 0 0 15,0 0-12-15,0 0-26 16</inkml:trace>
  <inkml:trace contextRef="#ctx0" brushRef="#br0" timeOffset="52929.3">9872 11279 95 0,'-7'-4'2'0,"-1"0"1"0,4-1-2 16,1 1-2-16,-1 0-13 15,0 4-36-15</inkml:trace>
  <inkml:trace contextRef="#ctx0" brushRef="#br0" timeOffset="53043.92">9817 11257 14 0,'0'0'52'0,"0"0"-68"16,0 0-3-16</inkml:trace>
  <inkml:trace contextRef="#ctx0" brushRef="#br0" timeOffset="53820.58">9817 11257 66 0,'2'-36'3'0,"-4"32"5"16,0-1 3-16,1 1 2 16,0 1-2-16,0 1 3 0,-1 0-2 15,2-1-8-15,-2 2-2 16,2-2-2-16,-2 3 0 15,-1-1 0-15,2 0 0 16,0 0-2-16,0 1 0 16,0 0-2-16,1 0-3 15,0 0-1-15,0 6 11 16,0 2-7-16,0 5 4 0,0 2 2 16,0 3-1-16,0 3 0 15,0 3-1-15,2-2 0 16,3-1 1-16,-3-3 0 0,2-3-1 15,-3-7 0-15,1-1-1 16,2-4 0-16,-2-3-4 16,-2 0 9-16,2-4-1 15,0-6-2-15,0-2-4 16,-1-6 2-16,-1-2 0 16,0 0 1-16,0-1 1 0,0-3-1 15,0 1 1-15,0 2-1 16,0 0 1-16,-2 4 0 15,1 2 1-15,-1 5 0 16,2 5 1-16,0 3-1 16,-2 2-3-16,0 0-7 0,2 10-3 15,-4 6 13-15,2 2 2 16,1 3-3-16,-1 2 0 16,0 0 0-16,0-2-1 15,2-2 0-15,0-5 1 16,0-6-1-16,0-2 0 0,0-4-1 15,0-2 1-15,0 0-1 16,0-2 15-16,4-8-13 16,-1-1-1-16,0-2 2 15,0-1-1-15,1 1 0 16,-4 0 2-16,2 3 1 16,-2 3 2-16,0 3 4 0,0 1-5 15,0 0-3-15,0 3-1 16,0 0-2-16,0 0-1 15,0 0-3-15,0 0 3 16,0 0 1-16,0 0 2 0,1 0 1 16,-1 0-2-16,0 0 0 15,0 0-4-15,0 0 1 16,0 3-1-16,0-2 2 16,0 1 5-16,0 2-8 15,0-1-7-15,0-2-16 16,0 1-8-16</inkml:trace>
  <inkml:trace contextRef="#ctx0" brushRef="#br0" timeOffset="89418.23">17287 8400 29 0,'0'0'38'0,"0"0"-33"0,0 0 9 0,0 0-1 15,0 0-3-15,-43-8-2 16,28 8 4-16,-1 0-4 16,2 0-4-16,-4 0 0 0,-2 0-3 15,0 0-2-15,-4 4 3 16,-2 3-1-16,-3 5-1 15,-2-1-1-15,-4 3-1 16,-1 3-2-16,0 2 5 16,-2 1 1-16,2 3-4 15,-2 2 5-15,1 3-2 0,1 3 0 16,-1 1 1-16,2 5-3 16,1 1 2-16,1 0 0 15,0 3-1-15,3 2 0 16,3 1 1-16,0 6 0 0,2 1 1 15,6 4 1-15,-1 1 0 16,7-2-3-16,4 0 1 16,0-2-1-16,8-1-2 15,1-1 2-15,0-4-1 16,5-1 1-16,6-4-3 0,2-2 7 16,4-4 2-16,0-4-5 15,4-1 4-15,1-1-1 16,0-4 0-16,3-1 0 15,2 0-2-15,0-4 1 16,1 0-1-16,0-3 0 0,-1 0-1 16,1-1 2-16,-1-1-1 15,0 1 1-15,0-2 0 16,1 2-5-16,-5-2-37 16,-5-2-25-16</inkml:trace>
  <inkml:trace contextRef="#ctx0" brushRef="#br0" timeOffset="94450.55">24771 8189 58 0,'0'0'13'0,"0"0"1"0,0 0-11 0,0 0-4 0,0 0 3 16,3 1 1-16,3-1 2 0,0 2-3 15,2 0-2-15,3 3-2 16,-2 0 5-16,2 1-2 15,3 4 0-15,-1 3 0 16,1 1 2-16,-1 6-3 16,1 1 1-16,3 5 0 15,-2 2-1-15,3 1 0 0,-2 3 2 16,0 4-1-16,-4 2-1 16,0 6 1-16,-5 7 2 15,-1 6 1-15,-6 6-1 16,0 3 0-16,-2 7 0 15,-5 0-1-15,-2 0-2 16,-2-2-1-16,2-3 2 0,-1-3-1 16,-2-6 0-16,1-5-1 15,-2-3 2-15,1-1-1 16,-1-5 6-16,-1 0-4 0,1-5 1 16,0-3-2-16,2 0 1 15,0-3-1-15,-1-2 0 16,3-3 0-16,-2-2-1 15,2-4 0-15,0-3 0 16,-1-5 1-16,3-2 0 16,-2-3 0-16,2-2 6 0,1-4 1 15,0-2 5-15,0 0-1 16,3-1-4-16,-1-1-4 16,2 2-3-16,2-2-2 15,-2 0-24-15,2 0-17 16,-2 0-10-16</inkml:trace>
  <inkml:trace contextRef="#ctx0" brushRef="#br0" timeOffset="94922.2">24602 9745 49 0,'0'0'3'0,"0"0"5"0,0 0 4 0,0 0-6 16,0 0 0-16,0 0-2 16,0 0 0-16,24 45-1 15,-22-36-1-15,-1-2-2 16,2 1 0-16,-2-3 0 0,3 0 2 16,0-1 2-16,-1-3 6 15,1 1 3-15,4-2-2 16,1 0-1-16,1 0-3 15,5-2 0-15,-1-3-2 16,4-3 0-16,-1 0 0 16,2-2-2-16,2-3 1 0,-2 3-2 15,3-2-1-15,-3 0 0 16,2 1 0-16,-2-1-15 16,-4 2-36-16,-1 2-27 15</inkml:trace>
  <inkml:trace contextRef="#ctx0" brushRef="#br0" timeOffset="99659.71">24153 8987 38 0,'0'-6'15'0,"0"-1"9"0,0 0-7 0,0 0-3 0,0 0-3 15,0-2 2-15,0 2 2 16,0 0-1-16,0 1 1 16,0 2-6-16,0 1-6 15,0 3-2-15,0 0-2 16,0 0-9-16,-1 5-3 0,1 6 8 16,-3 3 13-16,1 3-2 15,0 2-4-15,2 1-1 16,0 1 1-16,0 0-1 15,4-1-1-15,3-1 4 16,2-4-2-16,1 1 2 0,0-5 1 16,0-1-8-16,1-4-3 15,3-3-15-15,0-3-7 16,2 0-8-16,4-2-32 16</inkml:trace>
  <inkml:trace contextRef="#ctx0" brushRef="#br0" timeOffset="100055.82">24414 8983 51 0,'0'0'11'0,"0"0"10"0,0 0-5 16,0 0-2-16,0 0-8 16,0 0-14-16,0 0 21 15,0 0-11-15,0 0-1 16,-18 28 1-16,18-15-2 15,0 1 1-15,0 0 1 0,0-2 0 16,2-1 4-16,7-2-4 16,-4-4-2-16,3-1 5 15,0-2-3-15,3-2 1 16,-1 0 2-16,1 0-1 0,1-7 0 16,-1-2-3-1,0-2 1-15,-1 0 1 0,-2-2-1 16,-4 1 0-16,-3-3 0 15,-1 1 1-15,0-1 2 16,-1 3-2-16,-9-1 2 16,1 3 2-16,-3 1-4 15,1 4-6-15,-1 3 13 16,-1 2-12-16,2 0-11 0,0 0-10 16,4 7-10-16,0-1-7 15,3-2-50-15</inkml:trace>
  <inkml:trace contextRef="#ctx0" brushRef="#br0" timeOffset="100525.15">24586 8929 49 0,'0'0'13'0,"0"0"-11"0,0 0-3 0,0 0 4 15,0 0 6-15,0 0 1 16,0 0-6-16,0 0-2 16,0 43 1-16,0-31-1 15,0 0 1-15,0-1-1 0,0-3-1 16,5 1 3-16,-1-3-1 15,1-2-1-15,1-3 0 16,0 1 1-16,-1-2 1 16,4 0-1-16,-3-2 1 15,3-5-2-15,0-1 2 16,0-4-2-16,1 1 1 0,-3-2 1 16,1 0 4-16,-3 2 2 15,-3-2 4-15,-2 3 3 16,0 0-6-16,0 2-4 15,-2 1-4-15,-3 1-3 0,-3 3 2 16,0 3 2-16,0 0-8 16,-2 0-8-16,1 9-8 15,0-1-4-15,3 1-11 16,2-1-17-16</inkml:trace>
  <inkml:trace contextRef="#ctx0" brushRef="#br0" timeOffset="101003.67">24787 8903 42 0,'0'0'37'0,"0"0"-28"0,0 0 2 0,0 0-8 15,0 0-2-15,0 0-1 16,0 0 0-16,0 0-1 16,0 0 0-16,0 0 0 15,10-1 1-15,-10 9 0 16,0-1-1-16,0 3 9 16,1 0-6-16,1 0-2 0,3-3 0 15,-2-1 3-15,1-2-2 16,2-1 2-16,1-3 0 15,1 0 1-15,1 0 1 16,1 0 1-16,1-7-2 16,1 0-1-16,-2-3 3 15,-2 1-3-15,0 1 2 0,-5-1 6 16,-1 2 7-16,-2-3-4 16,0 3-3-16,0 1-6 15,-2-2-2-15,-1 4-2 16,-7 1 2-16,2 0 2 15,1 3-5-15,-1 0-3 0,0 0-7 16,0 6-7-16,3-1-7 16,1 3-13-16,3-4 1 15</inkml:trace>
  <inkml:trace contextRef="#ctx0" brushRef="#br0" timeOffset="103770.15">24778 8727 41 0,'-13'-3'4'0,"2"-1"5"0,0 0 3 0,1-1-4 0,1 1-4 16,-1 1 0-16,-3-1-2 16,1 1 0-16,-2 1-1 15,1 0 0-15,-2-1 0 16,-1 2 0-16,-1-1 0 16,-1 2 2-16,-3 0-3 0,0 0 2 15,0 0-1-15,-1 0 1 16,0 0 0-16,1 0 1 15,0 0 2-15,-3 0-2 16,1 5-1-16,3-2-2 16,-2 2 1-16,2-1-1 15,1 2 0-15,-1-2 0 0,3 2 1 16,-4 0-1-16,1 1 0 16,-1 3 0-16,0 0 1 15,-3 2 1-15,0 0-1 16,2 3-1-16,1-1 0 0,-2 1 0 15,3 2 0-15,0-2 0 16,3 1 0-16,0 0 0 16,1-1-1-16,1 2 1 15,1-1 0-15,1 0 1 16,-1-1-1-16,2 2-1 0,1-1 1 16,2 1 1-16,2 0-2 15,1-1 1-15,1-1 0 16,1 2 0-16,3-3 0 15,-3 1-3-15,1-1 3 16,3-1 0-16,0-1 1 16,0 1-1-16,0-2 0 15,0-1-1-15,3-1 0 0,4-2-3 16,0 2 8-16,2-2-3 16,2 0 4-16,2-1-3 15,0 1-1-15,3 0-1 16,-1-1 1-16,3 1-1 0,2 0 0 15,-3 1 0-15,2-2 2 16,2-1 0-16,-2 1-1 16,3-2-1-16,1 1 0 15,-1-1 2-15,3-1-1 0,-1 2 0 16,0-3-1-16,-1 2 0 16,2-1 1-16,0 0 0 15,1-3-1-15,1 0 1 16,0 0 0-16,0 0 0 15,1 0-1-15,1 0 0 16,0 0 0-16,1 0 1 16,-2 0-1-16,-2-3 0 0,-1 2 0 15,-3-3 0-15,-3 0 1 16,-1 0 0-16,0-1 3 16,1 0-1-16,-1-2-1 15,2 0 0-15,0 0 0 0,0-3 1 16,-1 2-1-16,-1-3 0 15,-2 0-1-15,1-2 2 16,0-1-1-16,-1-1 1 16,1-2-1-16,0-2 0 0,2 1-1 15,-3-2 0-15,0 1-1 16,-2 2 0-16,-1-1 0 16,-3 1 0-16,-3 1 1 15,0-1 8-15,1 3 4 16,-3 0-1-16,-3-1-2 15,1 1-1-15,0 0-5 16,-1 1-2-16,1 2-1 0,-2-1-1 16,1 1 1-16,-2 0 0 15,0-2 0-15,0 4-1 16,-1-2 1-16,-4-2 1 16,-2 2 5-16,0 0-1 0,-2-1-1 15,0 2-3-15,0-1-1 16,-3 0-2-16,1 1-1 15,-1-2 8-15,-2 1-3 16,1 0-3-16,-1 1 0 16,1 0 1-16,-2-1-1 0,1 0 2 15,-1 3-1-15,0 1-1 16,-3-2-1-16,1 2 1 16,-2 3-2-16,-1-2 2 15,-2 2 2-15,0 1-1 16,1 2-2-16,-2-1 2 0,0 2-1 15,2 0 0-15,-5 0 0 16,1 0 0-16,-1 0 1 16,-1 4-2-16,-2-1 2 15,0 3-2-15,0 0 2 16,0-1-1-16,1 1-1 0,-1 1 1 16,-3-1 0-16,4 0 0 15,0 2 1-15,0-1-2 16,2 3 1-16,-1 0 0 15,2 2 0-15,0 2 0 16,1-3 0-16,3 5 1 0,1-2-2 16,2 2 0-16,-1-1 2 15,3 2-2-15,1 0 1 16,1 0 0-16,2 2-2 16,3-1 1-16,0 1 0 15,3 4 0-15,1-1 0 0,2 3 0 16,0-3 0-16,0 2-1 15,3-2 2-15,0-1-2 16,0-3-1-16,0-1 1 16,0-1-2-16,5-1 0 15,1 2 5-15,1-1-1 16,1-1 0-16,-1 1 1 0,1 0-2 16,1-3 1-16,3 0-3 15,0-1-4-15,3-3 11 16,2-1-4-16,5-1 0 15,0-1 0-15,1-1 1 16,3 0-1-16,1-2 2 0,-2 1-2 16,1-1 0-16,0 1 0 15,0-2 0-15,-1-1 1 16,3 1-1-16,1-1 0 16,1-1 0-16,2 0-1 15,2 0 2-15,0 0-1 0,0 0-1 16,-1-3-1-16,-3-1 1 15,-2-2 0-15,-3-1 0 16,-2 0 1-16,0-1 0 16,0 0-1-16,0 0 2 15,0-1-1-15,2-1 0 0,-2-1 0 16,0 4 0-16,-1-3 1 16,-1 1-1-16,-2-2 0 15,-3-2 1-15,-2 1-1 16,0-1 0-16,-1-4 1 15,-3-2-1-15,1-1 0 0,-3-1 3 16,-1-3-3-16,-2 0 0 16,-3-2 1-16,-2 2-1 15,0 1 1-15,0-1 0 16,-8 1 0-16,-1 2 0 0,-2 0 1 16,-4 2 1-1,-4 1 0-15,2 2-7 0,-4 2 4 16,-2 3 4-16,-1 1-1 15,-1 1-2-15,1 4-1 16,-1 0-1-16,-1 1-5 16,3 4 0-16,1 0-7 0,-4 0-4 15,0 0-21-15,0 0-37 16</inkml:trace>
  <inkml:trace contextRef="#ctx0" brushRef="#br0" timeOffset="106704.65">24679 8150 4 0,'3'-1'9'0,"-2"-2"4"0,0 3-5 0,0-1-5 15,-1 1-2-15,0-2 0 16,2 1 0-16,-2-1-1 15,2 1 0-15,2 1 0 16,0-3 0-16,0 3 0 16,1-1 0-16,1 1 1 15,0 0-1-15,0 0 0 0,-3 0 1 16,1 0-1-16,2 0-1 16,0 0 2-16,-2 1-1 15,1 2 2-15,0 1 0 16,2-1 2-16,-3 2-1 0,2 0 1 15,1 2-1-15,0 0 0 16,1-1 0-16,3 1-3 16,-2 3 1-16,2-1 1 15,0 0-2-15,-1 4 1 16,2-3 0-16,-4 2-1 0,-1 0 0 16,-1 1 0-16,2 1 0 15,-4-1 1-15,4 4 3 16,-1 0-1-16,1 0 0 15,-1 3-2-15,3 0 0 16,0-1 0-16,-5 2-1 16,0-1 2-16,0 2-4 0,-1 0-1 15,-1 2 4-15,0 1 0 16,1 0 1-16,-3 3-2 16,0-1-4-16,-1 4 8 15,1-1-3-15,-1 1 0 16,0 0-2-16,0-1 0 0,-2 2 1 15,-1 0 3-15,-5 1-3 16,2 2 2-16,-2-2-2 16,0 3 3-16,1-1-1 15,-1-1-2-15,2 0 1 16,-1-3-1-16,1-1 2 0,3-1-2 16,-6-1 0-16,4 0 1 15,-1 1-1-15,0-1 0 16,-1 3 0-16,-2 0 0 15,1 1-1-15,-1 2 1 16,0-1-2-16,-1-2 4 0,3 0-1 16,-1-5-1-16,3-1 1 15,-4-2-1-15,4-3 1 16,-1 0-1-16,-1 0 1 16,-3-2-1-16,0 3 0 15,1-3-1-15,-1-1 1 0,1 1 1 16,3-2 0-16,-2 0-1 15,2-1 0-15,-1 1 2 16,2-3-2-16,-1-1 1 16,1-2-1-16,1 0 1 15,-2-4 1-15,3 1 2 16,0-3 3-16,0 0 1 0,1-1-2 16,0 1-5-16,0 1 1 15,1-2-4-15,-1 1-7 16,-1 0-14-16,0-4-45 15</inkml:trace>
  <inkml:trace contextRef="#ctx0" brushRef="#br0" timeOffset="107734.54">24600 9672 10 0,'0'-2'24'0,"0"1"-5"0,0-1-2 15,0-2-1-15,0 3-3 16,0-1-9-16,0-1 1 16,0 2-1-16,0-2 0 0,0 2-1 15,0-1-1-15,0 1 3 16,0-2 6-16,0 2 1 15,0-1-2-15,0 2-3 16,0 0-2-16,0 0-3 16,0 0-3-16,0 0-4 0,0 0 3 15,0 0-1-15,0 2 1 16,0 3 1-16,0-1 1 16,2 2-2-16,0-1 3 15,0 2-1-15,0 0 0 16,0 0-1-16,0 1 1 0,0 1 0 15,-1-1-2-15,-1 1 1 16,1-1-3-16,0 2 2 16,-1 0 6-16,0 0-4 15,0 0 0-15,2 0-1 16,0 1 1-16,0-2 0 0,1-1 0 16,-1 0-1-16,-1 0 1 15,1-1-2-15,-1 0-2 16,0-1-3-16,0 1-1 15,-1-3 3-15,1 3 2 16,1-4 2-16,2 1-2 16,-3-2 1-16,1-1 1 15,1-1-1-15,1 0 1 0,0 0 1 16,0 0 2-16,1 0 4 16,2-5 0-16,4-2 2 15,-2-2-1-15,4-2 3 16,5-4-6-16,0-1 0 0,8-6-3 15,1-2 1-15,1-6-30 16,3-7-64-16</inkml:trace>
  <inkml:trace contextRef="#ctx0" brushRef="#br0" timeOffset="111603.58">23770 7149 34 0,'-1'-4'3'0,"1"0"4"0,0 1-9 0,0 0-3 16,6 0-32-16</inkml:trace>
  <inkml:trace contextRef="#ctx0" brushRef="#br0" timeOffset="112344.56">23969 7190 17 0,'0'0'4'0,"0"0"-4"16,0 0 0-16,0 0-1 15,0 0-3-15,0 0 0 16,0 0 4-16,0 0 3 0,0 0 7 16,11 30-8-16,-11-23 2 15,0-1-1-15,0 1 0 16,3 0 0-16,-1 0-2 15,2 3 0-15,2-3 2 16,-3 0-3-16,3-2-3 0,-1 0 10 16,0-3-3-16,-1-1 1 15,2-1 0-15,1 0 3 16,2 0-1-16,2-3 2 16,1-7-1-16,3-2 0 0,3-5 0 15,2-3 1 1,4-3 3-16,2-6 2 0,3-2 2 15,2-4 1-15,1-2-1 16,1-2-7-16,0 0-2 16,0-4-4-16,0-1-1 0,0 0 0 15,-2 2-2-15,-2 3 3 16,-2 2-2-16,-5 7 0 16,-6 9 0-16,-4 4-1 15,-4 9-2-15,-4 5-4 16,-4 3-23-16,-2 4-43 15,-9 9 44-15,-3 5-34 0</inkml:trace>
  <inkml:trace contextRef="#ctx0" brushRef="#br0" timeOffset="112703.6">24070 7234 17 0,'0'0'2'0,"0"0"5"0,0 0 4 0,0 0 8 15,0 0-5-15,0 0 3 0,0 0-4 16,52-38-2-16,-29 14 1 16,6-6 4-16,1-3 3 15,5-5 0-15,5-3-5 16,3-3-5-16,3-4-4 16,3-1-2-16,2 1 0 0,-2 2-2 15,-3 4-8-15,-6 3-39 16,-8 8-47-16</inkml:trace>
  <inkml:trace contextRef="#ctx0" brushRef="#br0" timeOffset="120253.26">530 10426 79 0,'0'0'7'0,"0"0"3"0,0 0-7 0,0 0-3 15,0 0-2-15,0 0 2 0,0 0-1 16,0 0 0-16,0 0 1 15,0 2 0-15,0 0 2 16,4 2 0-16,1 2-2 16,2 5 0-16,1 2 5 15,1 1-2-15,3 4-2 0,-3 1 0 16,2 1-1-16,0 0-1 16,0 0 2-16,1-2 0 15,-4-1 0-15,1 1-1 16,-2-2 2-16,0-2-2 15,-2 1 1-15,-1-4 1 0,0-1-1 16,-2 0 1-16,-2-3-4 16,0 0-6-16,0-4-39 15</inkml:trace>
  <inkml:trace contextRef="#ctx0" brushRef="#br0" timeOffset="120867.04">452 10525 47 0,'0'0'19'0,"0"0"-9"0,0 0-5 0,0 0-2 16,0 0 1-16,0 0 0 15,15-40 1-15,-10 30-2 16,2 3 0-16,-1 0 0 15,3 0-2-15,0 4 0 16,0-1-2-16,4 4 0 16,1 0-1-16,1 0 1 0,2 0 2 15,0 3-1-15,1 4-1 16,2 0 1-16,0 1-1 16,-2 1-1-16,0 2-1 15,-2 1 2-15,-1-1 0 16,-1 3 0-16,-5 0 1 15,-1 3 3-15,-3-1-1 0,-2 4 7 16,-3-3-6-16,0 3 0 16,0 0 3-16,-8-4-5 15,0-1 5-15,-1 1 0 16,-1-3 0-16,-1 0 2 0,1-2-1 16,0-1 4-16,1-3-1 15,3 0 1-15,-1-3-8 16,3 0-2-16,-1-2 1 15,1 1-1-15,3-2-1 0,-1-1-5 16,2 0-28-16,0-2-40 16</inkml:trace>
  <inkml:trace contextRef="#ctx0" brushRef="#br0" timeOffset="121592.72">825 10394 14 0,'0'0'6'0,"0"0"10"0,0 0-2 0,0 39-6 0,0-28 0 16,0 3-3-16,2-1-1 15,0 0-1-15,1-1 1 16,3-1-2-16,0 0-1 0,2-4 1 15,-3 2 0-15,5-4-1 16,0-1 1-16,-4-1-2 16,3-1 9-16,0-2-7 15,2 0 2-15,-2-1-1 16,0-7 4-16,0-1 3 16,-2-2-5-16,0-1-1 0,1-1-1 15,-4-1 0-15,2 1 1 16,-2-3-1-16,-2 1 0 15,-2 2 0-15,0-3 2 16,0 2 0-16,-6 0-2 16,-2 0 1-16,-2 0 2 15,1 2-1-15,-5-1 1 0,3 3 0 16,-2 0 0-16,1 3-2 16,1 2 0-16,3 1-2 15,0 3-4-15,2 1-3 16,2 1 5-16,3 8-28 0,1 0-19 15,-2 1-5-15</inkml:trace>
  <inkml:trace contextRef="#ctx0" brushRef="#br0" timeOffset="122198.15">939 10082 64 0,'0'0'6'0,"0"0"-9"0,0 0 5 0,0 0 1 16,0 0 3-16,0 0 1 15,0 0-3-15,0 0-2 16,22 44 2-16,-16-33-3 0,0 1 0 16,2 0 1-16,-1 5-2 15,3-5 1-15,-2 6 1 16,-1 0-1-16,1 2 0 15,0-1 1-15,-2 1 0 16,-1 0-1-16,-1-2 0 0,0-2-1 16,-1 0 1-16,-1-2 0 15,0-3 0-15,3-2 0 16,-5-2 0-16,2-3 0 16,0-1-1-16,-2-2 0 15,1-1-1-15,1 0 2 0,2 0 3 16,-2 0 2-16,3-4 10 15,3 0 7-15,-2-5-8 16,2 1-7-16,1-1-3 16,-1 1 0-16,2-1-2 15,-3-1 0-15,3 3 1 0,0 0-1 16,-1 1-1-16,-1 1 3 16,-1-1-1-16,2 2-8 15,-2-2-19-15,-3 0-38 16,-1-5-21-16</inkml:trace>
  <inkml:trace contextRef="#ctx0" brushRef="#br0" timeOffset="122647.37">1185 9995 99 0,'0'0'13'0,"0"0"-2"0,0 0-10 16,0 0 0-16,0 0-1 15,-20 52 0-15,20-33-1 0,0 4 1 16,0 0 0-16,0 1-1 16,4-2 1-16,3 1 0 15,0-3 0-15,0-4 1 16,1-3 0-16,1-5 0 0,-2-2-2 15,2-4 0-15,0-2 9 16,-1 0-4-16,0-8 1 16,0-5 5-16,-1-2-1 15,-1-5-3-15,0 1 3 16,-4-3-1-16,-2-1 2 16,0 2 5-16,0-1 0 0,-8 0-6 15,0 3 0-15,-3-1 3 16,-3 3-7-16,1 4 1 15,-1 2-4-15,1 1 0 16,2 4 0-16,0 5-4 16,4 1-2-16,3 4 6 0,-1 9-25 15,3 4-16-15,0-1-27 16</inkml:trace>
  <inkml:trace contextRef="#ctx0" brushRef="#br0" timeOffset="123116.15">1515 9936 108 0,'0'0'6'0,"0"0"-6"0,0 0-1 0,0 0 1 16,0 0 2-16,0 0-1 16,0 0 2-16,39-29-1 15,-24 19 1-15,1-2 1 16,-1-4 3-16,4 0 0 0,0-4 5 16,2 2-3-16,1-3 1 15,0-1-5-15,-1 3 0 16,3-1-3-16,1 1 0 15,-5 5 2-15,2-2 0 16,-2 4-1-16,-4 0-19 0,-2 1-50 16</inkml:trace>
  <inkml:trace contextRef="#ctx0" brushRef="#br0" timeOffset="123807.86">2271 9025 53 0,'0'0'7'0,"0"0"3"0,0 0-1 16,0 0-3-16,0 0-1 16,0 0 2-16,-35 33 0 0,30-26 1 15,0 0-1-15,1 3-3 16,1 2-2-16,-1 2-1 15,0 0 0-15,0 4-1 16,1 2 0-16,1-1 0 16,-3 2 0-16,3 0 0 0,2 2 0 15,0 1 0-15,0-3 0 16,2 1-1-16,5-1 0 16,0-3 0-16,4 1-1 15,0-5 4-15,-2-2-1 16,4 0 1-16,-3-6 5 15,1-3 3-15,-1-3-2 0,2 0-14 16,-1-3 14-16,0-8 3 16,0-2 3-16,0-4-7 15,-2 1-3-15,1 0-1 16,-4 1 2-16,-2 0-2 16,-1-1 0-16,-3 3 3 0,0-1-1 15,0 1 2-15,-5-1 2 16,-1 5-1-16,-3-1-3 15,-2 5 1-15,2 0-4 16,0 4 0-16,-3 1-5 16,2 0 6-16,1 11-4 15,-1 6 3-15,-1 3-8 0,3 4-8 16,-2 2-4-16,4 1 0 16,3-6-10-16,1-2-11 15,2-9-14-15</inkml:trace>
  <inkml:trace contextRef="#ctx0" brushRef="#br0" timeOffset="124411.11">2398 8994 57 0,'0'0'21'0,"0"0"-5"0,0 0-6 16,0 0 6-16,0 0-7 15,0 0-6-15,0 0-5 16,0 0 2-16,0 0-1 0,-14 43-1 15,15-29 1-15,4-1 0 16,1-1 0-16,1 0-1 16,-3-6 2-16,4-1 2 15,-2 1 1-15,-2-5 4 16,3 1-5-16,-1 0 1 0,-1-2 3 16,4 0-4-16,-4 0 1 15,3-4 0-15,-1-1-1 16,2-2 1-16,0 1 0 15,0-3-2-15,1 2 0 0,0 0 1 16,1 3-2-16,-1-2 0 16,-1 2 0-16,1 2-2 15,0 2 2-15,-2 0-2 16,1 0 0-16,-2 0-2 16,0 1 1-16,-3 4 2 0,-1 2 1 15,1 0 1-15,-2 3 6 16,-2 0-3-16,0 2 3 15,0 0-1-15,-6 1-2 16,-4 1 2-16,1-1-3 16,-2 1 1-16,-3-1-2 15,4-3-4-15,-1 0-6 0,-1-3-12 16,3-3-7-16,-3-4-21 16</inkml:trace>
  <inkml:trace contextRef="#ctx0" brushRef="#br0" timeOffset="124714.72">2411 8976 82 0,'0'0'5'0,"0"0"-8"0,0 0 5 0,0 0 1 16,0 0 2-16,0 0 0 15,39-25 3-15,-30 18-4 16,2-1-1-16,1-3-2 16,0 0 1-16,3 0 0 15,0 1-1-15,1-4 1 16,1 4-2-16,-3-3-8 0,1 2-24 15</inkml:trace>
  <inkml:trace contextRef="#ctx0" brushRef="#br0" timeOffset="125200.53">2671 8795 97 0,'0'0'10'15,"0"0"-8"-15,0 0-1 16,0 0-1-16,0 0 1 16,-8 43 1-16,8-32 0 0,-4 0 0 15,4 0 1-15,0 1-3 16,0 0 1-16,0 0 1 16,0 0-2-16,4-1 0 15,2-1 0-15,-1 0 1 16,3-3-1-16,-2 0 2 0,4 0-5 15,-3-1 4-15,1-2 2 16,-1-1-3-16,2 0 1 16,-2-3 3-16,2 0-2 15,0 0 2-15,0-6 2 16,0-1-1-16,1-4 0 0,0-1 0 16,-1 0-3-16,0-3 0 15,0 1 0-15,-4-1 1 16,-1-1 0-16,-2 0 1 15,-2 2 7-15,0 0-1 0,0-2 2 16,-6 1-2 0,-1 3-3-16,-5 0 0 15,1 0 1-15,-5 2-3 0,3 3-1 16,-3 1 0-16,3 4-3 16,0 2-4-16,-1 0 8 15,3 7-19-15,0 7-15 0,0 2-19 16,0-1-32-16</inkml:trace>
  <inkml:trace contextRef="#ctx0" brushRef="#br0" timeOffset="127890.47">719 11105 3 0,'0'0'0'0,"0"0"0"0,0 0 1 0,4 0 7 16,0 0 3-16,0-1 1 0,3-3-3 15,1 1-3-15,0-1-4 16,-1-1 0-16,5-1 0 16,-2-1-2-16,3-2 4 15,0 1-1-15,5-4 4 16,-1 0 0-16,4-4 1 16,2-3-1-16,4-2 3 0,0-2-6 15,6-3 0-15,0 0-1 16,3-4-1-16,2-3-1 15,3-1-3-15,1-1 8 16,-2-3-10-16,5-1 10 16,-1-2-5-16,6-2 2 0,-2-2-1 15,4-2-2-15,0 0 4 16,-2-1 0-16,5-2-2 16,3-4 2-16,0 0 1 15,2-1-2-15,3-1 12 16,-3 1-14-16,3 2 1 15,-3 4 0-15,1-1-1 0,1 2-2 16,-3 1 2-16,5 1-1 16,-3-2 1-16,1 1-1 15,-1 1 0-15,1 0 1 16,-2-1 0-16,-3-1 0 16,-2-1 0-16,-2 2 1 0,-1-1-1 15,-6 4 2-15,0 2-2 16,-4 3 1-16,-7 3-3 15,-1 0-1-15,-5 3 7 16,-4 1-4-16,-3 0 4 0,-4 1 1 16,-2 1 0-16,-3 2 7 15,-3 0-8-15,-2 2 4 16,-3 0 1-16,-3-1-4 16,-2 2 1-16,0-1 2 15,0-3-6-15,-2 0-1 0,-3-2-1 16,-1-2 1-16,-1-2 1 15,-3 0-2-15,0 2-1 16,-1 0 1-16,-3 0 0 16,1 3 0-16,-3 0 0 15,-1 2-3-15,0 1 3 16,-1 2 1-16,-2-1-1 0,2 2 0 16,-3-2 0-16,0 5 0 15,1 0-1-15,2 2 1 16,-2 2-3-16,-3 3 3 15,2 1-2-15,0 5 1 16,-3-1 0-16,1 3-1 0,1 2 1 16,-1 1-4-16,1 0 2 15,-3 2 5-15,1 1-4 16,-2 0 1-16,-2 0-4 16,-1 0 4-16,0 6-3 15,-4 2 2-15,2 5-2 0,-1 0 2 16,-1 4 0-16,0 4-1 15,1 1 3-15,-1 4-2 16,-4 1-1-16,1 2-1 16,-1-1 2-16,-1 2 0 15,-3 3-2-15,1-2 1 16,2 3-2-16,-2 0-3 0,0 2 3 16,2 0-2-16,-4 1 1 15,-4 0 1-15,4-1-2 16,-5 0 0-16,1 0 5 15,0 1 2-15,0 2-3 16,-2-1 3-16,2 3-2 16,-4 3 3-16,2 0-3 0,-4 0 0 15,2 3-1-15,4-1-6 16,-4-1-6-16,4 0-7 16,-1 1 2-16,0-1 8 15,0-1 3-15,1 0 6 0,2-1 1 16,2-3 2-16,1-2-1 15,1-1 1-15,0 0 0 16,3 0 0-16,-4 0 0 16,3 1-1-16,0 1 0 15,5 0 0-15,-3-2 0 0,5 1 0 16,-2 1 0-16,3-1 1 16,1-1-1-16,0-1 0 15,0-1 0-15,2 1 1 16,0-4 0-16,0 0 1 15,2-1 0-15,4-3 0 0,-2-1 0 16,3 0 0-16,2-3 0 16,0 2 1-16,3-3-2 15,1 1 1-15,3-3 0 16,2 3-2-16,2-4 0 16,3 3 0-16,4 0 0 0,0-2-1 15,0 2 0-15,0 0 0 16,8-1 0-16,2 1 0 15,1 0 1-15,0 1-1 16,5 1-1-16,-3 1 2 16,5-1-1-16,-3 2 2 0,4 0-1 15,1 0-1-15,-3-2 0 16,4 0-1-16,1-2 1 16,0 0 3-16,1-1-1 15,-1-1-1-15,1-2 1 16,-1 2 0-16,0-2-1 0,3-5-1 15,2 0 0-15,4-7 2 16,5-4-1-16,6-3 3 16,7-6-2-16,5-16-1 15,2-11-15-15,6-12-33 16</inkml:trace>
  <inkml:trace contextRef="#ctx0" brushRef="#br0" timeOffset="129134.84">1055 8896 28 0,'0'-3'14'0,"0"2"-3"0,0-1 2 0,2 2-3 15,-2-1-7-15,3 1-1 16,-3 0-1-16,0 0-1 0,0 0 0 15,2 0 0-15,0 0 0 16,3 0 0-16,-1 0 0 16,0 0-1-16,3 0 1 15,0 4 0-15,0 0 1 16,0-1 1-16,-1 0-2 16,0 0 1-16,2-3-1 0,-2 0 2 15,1-6 0-15,4-7 8 16,1-9-1-16,3-7-2 15,3-10-1-15,5-11-4 0,6-7-1 16,2-7 1-16,2-4-1 16,3-7-16-16,0-2-51 15</inkml:trace>
  <inkml:trace contextRef="#ctx0" brushRef="#br0" timeOffset="130803.59">1021 8900 63 0,'1'-5'3'0,"-1"3"4"0,2-1 1 16,0 2-4-16,1 1-3 15,-1 0-2-15,0 0 1 16,0 0 0-16,1 0 0 16,1 1-1-16,0 4 1 0,1 0 0 15,4 1 1-15,-5-2 0 16,3 2-1-16,-1-3 0 16,1 0-1-16,3-3 2 15,-6 0 0-15,2 0 1 16,-1-5 5-16,1-6 5 0,2-5 0 15,-2-6 3-15,3-7-4 16,2-9-3-16,3-6 1 16,1-6-2-16,3-7-4 15,5-4 0-15,4-4-1 16,4-6-1-16,7-3 3 16,4-4-2-16,7-2-5 0,-4-9-58 15</inkml:trace>
  <inkml:trace contextRef="#ctx0" brushRef="#br0" timeOffset="136116.3">894 8981 13 0,'0'0'12'0,"0"0"-2"0,0 0-3 0,0 0 2 16,0 0-4-16,0 0 1 15,0 0-2-15,0 0-3 16,0 0 1-16,0 0-2 16,0 0 0-16,0 0 0 0,0 0 2 15,9-10 1-15,-4 9-1 16,4-2 1-16,0-4 4 15,5-6-1-15,3-4-1 16,7-7-2-16,1-10-1 16,2-6-25-16</inkml:trace>
  <inkml:trace contextRef="#ctx0" brushRef="#br0" timeOffset="137967.89">747 10980 61 0,'0'1'10'0,"0"-1"1"0,-1 0-4 0,1 0-1 16,0 0 2-16,0 0-2 15,0 0-5-15,0 0-3 0,0 0 3 16,0 0 1-16,6 0 0 15,0 0-2-15,1 0 1 16,-1 0-1-16,3 0 1 16,3-1-2-16,1-5-3 15,3-3 1-15,3-1 0 0,2-2 2 16,3-5 5-16,8-3 0 16,3-3-2-16,7-7-1 15,6-4 1-15,6-6 1 16,6-6-1-16,3-7-2 15,3-8-11-15,1-5-99 0</inkml:trace>
  <inkml:trace contextRef="#ctx0" brushRef="#br0" timeOffset="139982">1849 10190 46 0,'0'0'14'0,"0"-3"1"0,0 2-2 0,0-1-4 15,0 2-6-15,0-1 1 16,0-1 1-16,0 1-5 16,2-1 0-16,2-2 0 0,1-1 1 15,2-1-1-15,-1 1 0 16,3 0-1-16,1-1 2 16,0 1-1-16,1 2 0 15,1 0-1-15,1 3 1 16,0 0-1-16,1 0-1 15,-1 4-1-15,3 5-1 0,-1 0-1 16,2 6 0-16,0-1 1 16,-1 5 2-16,-1 3 0 15,3-2 4-15,-2 6 3 16,-2 1-4-16,4 1 0 16,-3 3 0-16,1-1 0 0,-1 4 1 15,-1 2-2-15,1-3 1 16,-4 2 0-16,1-5 0 15,-3 1-1-15,-1-3 2 16,-4-4-1-16,2-2 0 16,-4-2 2-16,0-2 0 15,0-1 0-15,0-1-1 0,-2-1 0 16,0-2-1-16,0-1 1 16,0-1 1-16,0-2-1 15,0 0 0-15,0-1-1 16,0 0 1-16,0 2-1 15,0 4 1-15,0-1-2 0,0 0-19 16,0-2-80-16</inkml:trace>
  <inkml:trace contextRef="#ctx0" brushRef="#br0" timeOffset="140629.36">2146 10801 66 0,'0'0'3'0,"0"0"-2"0,0 0 0 0,0 0 0 16,0 0 0-16,0 0-1 16,0 0-2-16,0 0 2 0,0 0 0 15,0 0-4-15,0 0 3 16,0 0 2-16,34 24 4 15,-24-13-1-15,0 0-3 16,1 0 0-16,2 0 0 16,-1-1-1-16,-2 0 2 15,-1-3-1-15,-2-2 0 16,0 0-1-16,-2-1 1 0,1-3-2 16,-2-1 0-16,-1 0 9 15,4 0-3-15,-3 0-1 16,0-11-3-16,3-2 1 15,-3-5 0-15,3-5 0 0,2-4 0 16,0-3-1-16,0-2-1 16,1-1-10-16,0-4-54 15</inkml:trace>
  <inkml:trace contextRef="#ctx0" brushRef="#br0" timeOffset="142207.94">2148 10792 7 0,'0'0'9'0,"0"0"-2"0,0 0 3 0,0 0-3 16,0 0-6-16,0 0-1 0,0 0 0 16,0 0 0-16,0 0-2 15,0 0 4-15,0-1 8 16,0 1 2-16,0-2 1 16,0 2-4-16,0 0-2 15,0 0 0-15,0 0-3 16,0 0 0-16,0 0-1 0,0 0-1 15,0 0-1-15,0 0-1 16,0 0-1-16,0 0 0 16,0 0 0-16,0 0-1 15,0 0 1-15,0 0 1 16,0 0 0-16,5 0 0 0,-1 0 0 16,2 0 0-16,2 0 0 15,0 0 1-15,1 0-1 16,0-3 0-16,3-2 1 15,-2-1-1-15,2-2 1 16,1-1 0-16,0-1 0 0,1-1 0 16,-1-1 0-16,-1 2-1 15,1-1 1-15,-2 3-1 16,0-1 0-16,-2 2 1 16,0 1-1-16,-2 3 0 0,-2-1 1 15,-1 1-1 1,-2 2-1-16,0 1-6 0,-2 0-25 15</inkml:trace>
  <inkml:trace contextRef="#ctx0" brushRef="#br0" timeOffset="142998.16">2200 10784 31 0,'0'0'5'0,"0"0"-5"0,0 0 0 15,0 0-1-15,0 0-1 16,0 0 2-16,0 0-7 16,0 0 2-16,0 0 5 0,0 0 1 15,0 0 5-15,0 0 8 16,0 0 2-16,2 2-3 16,-2-1-9-16,0-1-3 15,0 0-2-15,0 1 0 16,0 0 1-16,2-1-1 0,-2 0-1 15,1 3 0-15,-1-2-3 16,2 2 0-16,0-3 2 16,-2 3 3-16,2-1 0 15,-2-1 1-15,2 1 0 16,0-1-1-16,0 0 1 0,-2 1-1 16,2-2-1-16,1 0 3 15,-1 3-2-15,2-2 1 16,1 2-2-16,-2-2 1 15,-1 2 0-15,2-1-1 16,0 0-2-16,-3 1-2 16,1-3-6-16,0 3-23 0</inkml:trace>
  <inkml:trace contextRef="#ctx0" brushRef="#br0" timeOffset="145254.75">1949 10093 35 0,'-2'-1'3'0,"2"-3"-2"0,0 1 0 0,0-1-3 16,0 1-5-16,0-2-3 15,0 1 1-15,0 1 9 16,0 2 0-16,0 0 4 16,0 1 11-16,0 0-5 15,-2 0-4-15,2 0-7 0,0 0-3 16,0 0 4-16,0 0 0 15,0 0 2-15,0 0-2 16,0 1-3-16,0 2-5 16,0 0 2-16,2 1 4 15,-2-3 1-15,2 2 2 0,0 0 1 16,-2-2-1-16,3 2 0 16,-1-3-1-16,0 3 2 15,-2-3-2-15,3 1 2 16,-1-1 1-16,-2 2-2 15,0-2 0-15,2 1 0 0,-2-1-1 16,0 1 1-16,0-1 5 16,0 0 8-16,0 0 0 15,0 0-5-15,0 0-4 16,0 0-4-16,0 0 2 16,0 0-1-16,0 0-2 0,0 0-2 15,2 0 4-15,-2 0-2 16,0 0 0-16,2 0 0 15,-2 0 0-15,0 0 0 16,2 0 0-16,1 0 0 16,-1 0 0-16,-2 0 0 0,2 0 0 15,0 0 0-15,0 0 1 16,-2 0-2-16,3 0 1 16,-2 2-2-16,1-2 2 15,2 3 0-15,-2-2 0 16,0 2 0-16,0 0 0 15,1-1 0-15,1 2-1 0,-2 0-2 16,0 2 1-16,1-2 1 16,2 2 2-16,-3-1 1 15,0 1-3-15,0 0 2 16,1 1-1-16,1 0 3 16,-2 3-2-16,4-2-1 0,-1 1 2 15,2 4-2-15,-3-2 0 16,3 3 0-16,-1-2 1 15,4-1-1-15,-3 3 0 16,1-1 0-16,-1-3 0 0,-1 1 0 16,2-2 0-16,-2 2 0 15,-1 1 0-15,3-3 0 16,0 2 0-16,0 0 0 16,1 0 0-16,-2-1 0 15,4 0 0-15,-4 0 0 16,1 0 0-16,2 1 1 0,-5-4-1 15,3 2 0-15,-2-2 0 16,-1 2 1-16,2-2 1 16,-2 1-2-16,1 1 0 15,-1 1 0-15,1 1 1 16,-2 1-1-16,4 0 1 0,-4 2 0 16,0 1-1-16,1 0 1 15,1-1-1-15,-2 2 0 16,4 0 1-16,-4-1-1 15,3 2 0-15,-3-1 0 16,1 1 2-16,2 0-2 0,-3-1 0 16,-1-3 1-16,1-1 0 15,0-1-1-15,-2-5 0 16,0 3 1-16,0-2-1 16,3 0 0-16,-3 1 0 15,1 2 0-15,-1 2 1 0,3-1-1 16,-3 2 1-16,0-2 0 15,0-1-1-15,-2-1 0 16,2-4 1-16,-2 0-1 16,0-2 0-16,0-2 0 15,0 3 2-15,0-4 3 16,0 3 1-16,0 0 1 0,0-3-3 16,0 1-3-16,0 1 0 15,0 0-1-15,0-1 0 16,0 0 0-16,0 2 1 15,1-3-2-15,0 1 0 0,2-1-2 16,-1 2-6-16,0-1-4 16,-2-1-8-16,0 0-7 15</inkml:trace>
  <inkml:trace contextRef="#ctx0" brushRef="#br0" timeOffset="146179.19">2273 10826 9 0,'0'0'14'0,"0"0"1"0,0 0-1 0,0 0 6 0,0 0-6 16,0 0-1-16,0 0-6 15,0 0-1-15,0 0-3 16,0 0-2-16,0 0-2 0,0 0 0 16,0 0-1-16,0 0 2 15,0 0-1-15,0 0 1 16,0 2 1-16,0-1-1 16,5-1 0-16,-1 0 1 15,0 2-1-15,2-1 0 16,0 2 0-16,1-2 0 0,-3 3 0 15,2 2-1-15,2-2-1 16,-2 2-1-16,1-2 0 16,-3 3 3-16,1-4 0 15,1 1 2-15,-1-2-2 16,-4-2 1-16,0 0 0 0,0 0-1 16,-1 0 4-16,0 0 12 15,0 0 24-15,0-2-30 16,0-6-4-16,-3-2-1 15,-2 0 7-15,3-7-4 0,-4 0-3 16,5 1-1-16,-3-5-3 16,4-2 1-16,0-1-1 15,0 4-1-15,0-1-4 16,0 3-9-16,4 4-13 16,3 3-16-16,-2 4 4 15,-2 4-46-15</inkml:trace>
  <inkml:trace contextRef="#ctx0" brushRef="#br0" timeOffset="146643.91">2307 10728 34 0,'0'0'36'0,"0"0"-34"0,0 0 0 16,0 0-1-16,0 0 0 15,0 0-1-15,0 0 0 0,0 0 1 16,0 0-1-16,0 0 4 16,0 0 1-16,0 0-4 15,-15 14-5-15,15-14-26 16</inkml:trace>
  <inkml:trace contextRef="#ctx0" brushRef="#br0" timeOffset="148044.88">749 11056 10 0,'0'0'7'0,"0"0"-1"0,0 0-1 15,0 0 1-15,0 0-2 0,0 0 0 16,41-41 0-16,-35 34-1 16,1 0 1-16,1 0 1 15,2 0-1-15,-1 0 0 16,1-3 0-16,4 0 0 15,-1-2-1-15,3-1 1 0,-1-3-2 16,4 0-1-16,1-1 0 16,0-2 0-16,4 2 0 15,-1-4 0-15,4 2 0 16,-1 0 0-16,3-3 0 0,-2 0 2 16,2-1-1-16,0-1 1 15,0-2-2-15,3 1 1 16,-1-4 0-16,3 1 0 15,6-4 0-15,-2 0-1 16,4-2 0-16,-2 1 0 16,3 0 0-16,-3-2 0 0,-2 5 0 15,3-2-1-15,-3-1 0 16,1 0 0-16,3 2 0 16,-1-3 1-16,-1 1 0 15,3 1-1-15,-3 0 0 16,1 1 1-16,2-1-1 15,-2 2 0-15,1-2 2 0,2 1-2 16,-2-3 0-16,0 1 1 16,-3 1 1-16,-1-1 0 15,-1 2-1-15,-1 1 0 16,-1 0 0-16,0 3 0 16,1-1 0-16,1-1 2 0,-1 2-2 15,0-1 1-15,2 0-1 16,-2-1 1-16,-3 1 0 15,-2 2-1-15,-3-1 0 16,0 2-1-16,-4 3-1 0,-3 0 0 16,-1 0 1-16,0 2-1 15,-2 0 2-15,-3-1-1 16,3 4 0-16,-3-3 0 16,0 2 0-16,1 2 0 15,-5 2 0-15,2-2 0 0,1 1 0 16,-2 0 0-16,-3 0-1 15,3-4 1-15,-4 0-1 16,-1 0-1-16,1-2-1 16,0-2-3-16,-2-1-4 15,1 0-3-15,3-2-2 16,-4-1 0-16,1-1-5 16,-1-1 2-16,1 0-5 0</inkml:trace>
  <inkml:trace contextRef="#ctx0" brushRef="#br0" timeOffset="157307.32">1788 11455 21 0,'-6'4'5'0,"1"-1"5"0,-1 0 3 0,0 0-1 0,2-1-3 16,0-1 3-16,0 0-2 16,1-1 1-16,1 0 2 15,2 0-3-15,-2 0 5 16,2 0-1-16,0 0-8 0,0-1-6 15,0-3 4-15,2-2-3 16,3-2 1-16,1-1-3 16,4 2 2-16,-2 0-1 15,1 0 0-15,0 2 0 16,2 1-1-16,-2 4 0 0,0 0 0 16,-2 0-3-16,0 0 0 15,-1 3-3-15,-3 4-2 16,-1 4 0-16,0 1 15 15,-2 2-6-15,0 1 1 16,0 1 0-16,0 1-1 0,-2-4 1 16,-1 1-1-16,-1-2 0 15,2-1 0-15,0-4 0 16,2-1 0-16,0-3 0 16,0-2 0-16,0 1-2 15,0-2-3-15,0 0 9 0,0 0-3 16,4-2 5-16,0-4 1 15,3-2 0-15,0-3-1 16,2-1-4-16,0-1 1 16,1-1-2-16,0 0 0 15,1 1 0-15,0-1-1 0,3 2 1 16,-5-3-1-16,6 4-3 16,-4-1-28-16,0 2-10 15,-1 0-58-15</inkml:trace>
  <inkml:trace contextRef="#ctx0" brushRef="#br0" timeOffset="157706.27">2015 11292 104 0,'0'0'17'0,"0"0"4"0,0 0-17 0,0 0-9 15,0 0 11-15,0 0-8 16,0 0 1-16,0 0-3 15,-17 44 3-15,17-33-2 16,0 2 0-16,5-4-2 16,1-2 2-16,2-3 0 15,0 0 6-15,1-4 0 0,-2 0 2 16,2-1 1-16,-2-9 1 16,1-1 0-16,-1-5 0 15,-2 0-2-15,-1 0-3 16,-3-2 2-16,-1 1-1 15,0 0 7-15,0 3-1 16,-1 3 2-16,-6 2-2 0,0 2-1 16,-1 3-3-16,1 1 0 15,-2 3-5-15,0 1 0 16,1 9 4-16,1 6-3 0,0-2-5 16,4 6-2-16,1-4-6 15,2-2-13-15,0-2-13 16,5-6 0-16,6-4 0 15</inkml:trace>
  <inkml:trace contextRef="#ctx0" brushRef="#br0" timeOffset="158048.18">2150 11164 66 0,'0'0'17'15,"0"0"14"-15,0 0-7 16,0 0-3-16,0 0-7 0,0 0-15 15,0 0 11-15,0 0-10 16,0 0-2-16,-4 40 1 16,4-26 0-16,0-6-2 15,5 1-4-15,3-5 0 16,-1-1 6-16,2-3 0 0,-2 0 3 16,2-5 4-16,0-7 3 15,-3-2-3-15,1 0-2 16,-1-3-2-16,-1 1 0 15,-3 1-1-15,-2 3 1 16,0 1 1-16,0 4 1 0,-4 2 4 16,-3 1-4-16,-3 4-5 15,0 0 0-15,-1 11-1 16,0 5-8-16,-1 4-12 16,1 2-10-16,3-3-22 15</inkml:trace>
  <inkml:trace contextRef="#ctx0" brushRef="#br0" timeOffset="159187.51">2307 11141 21 0,'0'0'1'0,"0"0"4"0,0 0 3 16,0 0-1-16,0 0 7 16,0 0 3-16,0 0-4 15,0 0 0-15,0 0 2 16,0 0 0-16,0 0-4 15,0 13-7-15,0-23-1 16,0 0-1-16,0-1-1 0,0 0 0 16,0-1 1-16,0 4 0 15,4-1-4-15,0 2 2 16,1 0 0-16,2 4-3 16,0 2 0-16,2 1-2 0,2 0 2 15,0 0 0-15,0 1 2 16,-1 4 0-16,0 0 1 15,-1 1 0-15,1-2 0 16,-4-1 0-16,-2-2 0 16,-1 1 0-16,-1-2 0 15,-2 0 1-15,0 0 4 0,0 0 32 16,0 0-28-16,-3-6-7 16,-1-1 1-16,0-1-2 15,0-1 0-15,0 0 2 16,2-1-1-16,0-1-1 15,2 0 0-15,0 1-2 0,0 0 2 16,2 0-1-16,6 0 0 16,-2 3-1-16,3 1 0 15,0 3 1-15,2 2-7 16,-2 1 1-16,2 0 1 16,1 0 1-16,-4 1 1 15,1 4 2-15,0-1 1 0,-2 0 0 16,-2-1 0-16,-1 1 0 15,0 0-2-15,-4-2-1 16,2-2 2-16,0 0 2 16,-2 0 4-16,0 0 1 0,0 0 0 15,0-6-5-15,0 1-2 16,0-3 3-16,0 3-3 16,4 2-6-16,0-1 2 15,2 2-1-15,-1 1 2 16,1-1 0-16,1 1-1 0,0 1 4 15,-2 0-1-15,1-3 2 16,-2 0 0-16,1-1 0 16,-3-3 1-16,3 1 5 15,-5-4 1-15,0 0-2 16,0-1 2-16,0-2-1 0,-5 0 2 16,-4-1 2-1,0 3 0-15,-2-2-3 0,-2 2 0 16,2 0-1-16,-3 1-3 15,3 2-2-15,-1-1-1 16,4 2 0-16,1 3-1 0,3 3-2 16,2 1-1-16,2 0 4 15,0 11-5-15,2 4 1 16,7 2 2-16,6 1 1 16,3 2-13-16,2-2-22 15,1-5 8-15,1-3-14 0</inkml:trace>
  <inkml:trace contextRef="#ctx0" brushRef="#br0" timeOffset="159636.55">2899 10262 86 0,'0'-1'4'0,"0"1"1"0,0 0-6 0,0 4-6 16,0 6 2-16,0 7 15 16,0 6-5-16,0 5-3 15,0 5 1-15,2 8-1 16,2 5 0-16,4 4-1 15,-4 3 1-15,3 3 1 0,-1 0 0 16,2-3 1-16,-4-3-3 16,2-5-5-16,1-7-12 15,-3-10-26-15</inkml:trace>
  <inkml:trace contextRef="#ctx0" brushRef="#br0" timeOffset="160198.69">3138 10352 81 0,'0'0'5'0,"0"0"-3"0,0 0-2 0,0 0 0 16,-13 41 1-16,13-27-2 15,0-2 1-15,0-1 0 16,3 2-2-16,5-5 3 0,1-1-1 15,1-4-1-15,2-1 2 16,1-2 0-16,1 0 0 16,-3 0 0-16,1-2 3 15,-5-1-1-15,1 2-1 16,-4 0 1-16,-1 1-2 0,-3 0-1 16,0 5 0-16,-1 8-1 15,-7 3 5-15,-5 4-21 16,-1-1-23-16</inkml:trace>
  <inkml:trace contextRef="#ctx0" brushRef="#br0" timeOffset="160950.75">2586 11304 33 0,'0'0'5'0,"0"0"31"0,0 0-14 0,0 0-4 0,-42 15 0 15,38-15 5-15,0 3-10 16,3 0-8-16,1 1-3 16,0 2-7-16,0 2 0 0,5 2 0 15,3 1 2-15,-1 1 0 16,2-2 3-16,4 0 3 16,-2-2 0-16,-2-2 2 15,5-2-5-15,-3-4-16 16,0 0-18-16,0-10-78 0</inkml:trace>
  <inkml:trace contextRef="#ctx0" brushRef="#br0" timeOffset="161167.45">2754 11233 195 0,'0'0'-16'0,"0"0"11"16,0 0 9-16,-11 39-7 15,6-15 4-15,-1 6-1 16,-1 4 1-16,-2 3-1 16,2 1 0-16,3 2 1 0,-1 3-1 15,3 1 1-15,0 4 0 16,2 3-4-16,0-1-34 16,0-6-17-16</inkml:trace>
  <inkml:trace contextRef="#ctx0" brushRef="#br0" timeOffset="161479.78">2765 11683 142 0,'0'0'8'16,"0"0"7"-16,0-40-1 15,0 27-6-15,2 2-6 16,1 2-1-16,3 3-2 15,0 6-3-15,0 0-9 0,2 3-2 16,1 12 16-16,1 4 0 16,-4 4 2-16,1-1 0 15,-1 2-3-15,-2-5 0 16,-4-2-2-16,0-6 6 16,1-4 0-16,1-4-2 0,0-3 1 15,3 0-6 1,2-12 10-16,3-8 2 0,4-7-6 15,2-7-19-15,2-4-26 16,-1-1-19-16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57:05.8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10800 7504 42 0,'0'0'5'0,"0"0"4"0,0 0-1 0,0 0-1 0,0 0-4 16,0 0 0-16,0 0 2 15,0 0-3-15,-43-27 3 16,35 24 1-16,3-1 2 0,-2 2 0 15,3 1 1-15,-3 1 0 16,3 0-3-16,1 0-3 16,1 0 3-16,0 0-4 15,2 0-1-15,0 0-1 16,0 7 1-16,0-1-1 16,2 2 0-16,3 1 1 0,1 1-1 15,1 1 0-15,0-2 1 16,-1-2-1-16,1-3 1 15,0-1-2-15,0-3-1 16,2 0 7-16,5-10 1 0,3-7 1 16,3-8 3-16,7-6 0 15,4-7-4-15,5-7 1 16,4-6-1-16,5-6 2 16,2-4 4-16,4-2-2 15,0 1-2-15,1 1-3 16,6 1-4-16,4 4 0 0,5 3-1 15,0 0 0-15,-4 2-38 16</inkml:trace>
  <inkml:trace contextRef="#ctx0" brushRef="#br0" timeOffset="2163.81">4564 8660 15 0,'0'0'18'0,"0"0"-9"0,0 0-5 0,0 0-4 15,0 0 1-15,0 0 0 16,0 0 0-16,0 0 2 16,2 0 3-16,5 0 0 15,2-4 3-15,4-6 0 16,5-7-3-16,5-6 1 0,9-8 2 15,14-12 2-15,10-12-2 16,17-13-4-16,17-10-1 16,13-9-3-16,11-8-1 15,8-9-17-15</inkml:trace>
  <inkml:trace contextRef="#ctx0" brushRef="#br0" timeOffset="7355.31">16014 10352 27 0,'-2'1'15'0,"2"-1"-7"0,-2 0-2 0,2 0-4 0,0 0-2 16,0 0-6-16,0 0 2 16,0 0 3-16,0 0 0 15,0 0 1-15,0 0 2 0,0 0 2 16,0-2 3-16,0 1-2 15,0 0 2-15,0-2-3 16,0 3 0-16,0-3 0 16,0 2 0-16,0-1-1 15,0 1 3-15,0 1 4 16,0-1-2-16,0-1 1 0,0 2-5 16,0-1-1-16,0 1 2 15,0-2 0-15,0 1 3 16,0 0 2-16,-1 1-3 15,1-2 0-15,-1 2-1 16,1 0 0-16,0 0-4 0,0 0-3 16,0 0 1-16,0 0 0 15,0 0 0-15,6 0 1 16,-3 0-1-16,1 2 0 16,3 2 0-16,-4-1 0 15,2 1 0-15,0 0 0 0,0 0 0 16,1 1 0-16,-2 2 0 15,0-2 0-15,0 0 0 16,0-1 0-16,0 0 1 16,1-1-1-16,1-1 0 0,-2-1 1 15,4-1-1-15,0 0 0 16,2 0 3-16,4-6-4 16,1-1 3-16,3-4-2 15,4-3 3-15,-3-2-2 16,6-1 1-16,1-4-2 15,3-2 0-15,4-4 0 0,0-2 2 16,-1-2-2-16,1-1 2 16,0-1-2-16,1 0 1 15,-3 0 1-15,1 2-1 16,1 1 2-16,-1 1 1 16,0 2 0-16,0 1 2 0,-6 3-1 15,0 3-1-15,-3 1 0 16,-5 3-2-16,-2 0-1 15,-4 5-1-15,0-2 1 16,-2 3 0-16,-1 2 0 16,-2-1-1-16,0 4 1 15,-2 0 0-15,-1 1 0 0,2 1-1 16,-3 3-1-16,2 0 1 16,-2 0-1-16,2 0-3 15,-3 3-3-15,0 7-1 16,-2 0-21-16,0 0-37 15</inkml:trace>
  <inkml:trace contextRef="#ctx0" brushRef="#br0" timeOffset="9707.76">16089 10183 31 0,'0'0'7'0,"0"0"1"0,0 0-3 15,0 0 1-15,0 0-2 16,0 0 1-16,0 0 6 15,8-40-2-15,-8 37-5 0,0 0-2 16,0 2 1-16,0-2-3 16,0 3 0-16,0 0 1 15,0 0 2-15,0 0 0 16,0-1 3-16,0 1 0 16,0 0 4-16,0 0-2 15,0 0-3-15,0-2-2 0,0 2 1 16,0 0-3-16,0 0-1 15,0 0-1-15,0 0-1 16,0 0 1-16,0 6-2 16,0 1 1-16,0 3 2 0,0-1 2 15,0 3-2-15,2 0 1 16,0-1 0-16,1 0-1 16,1 1 0-16,0-2 1 15,0 0-1-15,2-3 0 16,-2 1 1-16,0-2-1 15,1-2 2-15,0-1-2 0,1-3 1 16,2 0 0-16,2 0 0 16,3 0 0-16,3-11-1 15,0-2 1-15,6-5 1 16,1-3-3-16,3-3 3 16,3-4 0-16,1-2-1 0,1-4 1 15,0 0 0-15,0-4 0 16,1 1 0-16,1-3 0 15,-2 0-1-15,5 0 1 16,-3-1 1-16,3 4 0 16,-2 4-2-16,-1 2 0 0,-2 6 0 15,-6 4-1-15,-4 6 0 16,-4 7-1-16,-1 2-1 16,-9 6-6-16,-3 0-30 15,-4 0-28-15</inkml:trace>
  <inkml:trace contextRef="#ctx0" brushRef="#br0" timeOffset="10512.03">16131 10265 33 0,'0'0'6'0,"0"0"14"0,0 0-16 0,0 0-3 16,0 0 1-16,0 0-2 16,0 0 0-16,-16 38 1 15,15-29 1-15,0 1 0 0,1-3 0 16,0 3-2-16,0 0 1 15,0-2 0-15,1 2 0 16,4-1-1-16,2-2 1 16,-2-3-1-16,3-1 0 15,-1-3 2-15,3 0 0 0,2 0 6 16,3-10 2-16,2-2-1 16,5-5-4-16,3-3-1 15,2-5-1-15,1-3 1 16,5-8-3-16,0-1 1 15,0-5 3-15,-1-1 0 16,1-1 3-16,-1 0-1 0,-1 2 3 16,2 2-4-16,-1 0-2 15,-1 5-3-15,-2 3 1 16,-3 3-1-16,-4 5 0 16,-2 2 0-16,-1 5-1 0,-8 6-1 15,-2 2 2-15,0 6-2 16,-5 0 0-16,-2 3-4 15,-2 1-17-15,0 10-3 16,-8 5 0-16,-10 3-17 16</inkml:trace>
  <inkml:trace contextRef="#ctx0" brushRef="#br0" timeOffset="10742.48">16356 10117 46 0,'0'0'1'0,"52"-32"0"0,-19 12-1 0,-1-1-7 0</inkml:trace>
  <inkml:trace contextRef="#ctx0" brushRef="#br0" timeOffset="17608.37">8134 11947 1 0,'1'0'14'0,"0"0"-7"0,-1 0 0 0,0 0 0 16,0 0 2-16,0 0 7 16,0 0 6-16,0 0-6 15,0 0-6-15,1 0-6 16,2 0-2-16,0 0 0 0,1 0 0 15,-1 0-2 1,3 0 1-16,1 0-1 0,4 0 1 16,-4 0-1-16,2 0 1 15,3 0 1-15,-2 0-1 16,1 0 0-16,3 0 2 16,-3 0 1-16,4 0 0 0,-1 0-1 15,1 0 1 1,1 0-2-16,-1 0-1 0,3 0 0 15,-2-3 0-15,2 3-1 16,0-1 0-16,0-1-2 16,2 2 4-16,-3 0-1 0,3-1-1 15,-1-1 0-15,-1 0 1 16,2-1-1-16,0 0 2 16,-4-1 2-16,4 1 0 15,-1-3 0-15,2 4-1 16,1-2-1-16,-2 1 0 15,3 1-2-15,1-1 0 16,-1 1 1-16,-3 1-1 0,4 0 1 16,-1 1-2-16,-1 0 1 15,0 0 1-15,-1 0-2 16,3 0 2-16,-2 0-2 0,0 0 2 16,1 1-1-16,-3 0 0 15,0-1 0-15,1 0 1 16,1 2-1-16,-4-2 0 15,2 1 0-15,-1-1 0 16,2 0 0-16,-3 2 0 16,-1-2 1-16,2 1-1 0,1-1 0 15,-4 0-1-15,2 0 2 16,1 0-1-16,-1 0 0 16,0 0 1-16,2 0-1 15,-1 0 0-15,2 0 0 0,-2 0 0 16,1 0 0-16,-1 0 0 15,0 0 0-15,1 0 0 16,-1 0 0-16,2 0 0 16,0 0 0-16,0-1 0 15,0-1 1-15,3 2-1 16,-4-1 0-16,2 1 0 0,1 0 0 16,-3 0 0-16,2 0 0 15,-1 0 0-15,3-2 0 16,-2 2 0-16,-1 0 0 15,3 0 0-15,-1 0 0 16,-2 0 0-16,4 0 0 0,-2 0 1 16,0 0-1-16,1 0-1 15,2 0 2-15,1 0-2 16,0 0 1-16,-2 0 0 16,2 0 0-16,-4 0 0 0,1 2 0 15,0-1 0-15,-2-1 0 16,-2 3 0-16,1-3 1 15,1 1-2-15,0 1 1 16,-1-1 0-16,3-1 0 16,1 3 1-16,-3-3-1 15,3 0 0-15,1 0 0 0,-1 0 0 16,0 0 0-16,-4 0 0 16,4 0 0-16,-4 0 0 15,1 1 0-15,0 0 0 16,1 0 0-16,1 2 0 15,-2-2 1-15,5 2-2 16,-3-2 1-16,3 2 0 0,1-3 0 16,-1 4 1-16,0-4-2 15,0 2 1-15,-1-1 0 16,0 1 0-16,-1-2 0 0,0 1 1 16,0 1-2-16,-1-1 1 15,1-1 0-15,1 0 0 16,1 0 0-16,-2 0 1 15,4 0-1-15,-2 0 0 16,-3 2 2-16,5-1-2 16,-5-1 1-16,2 0-1 0,1 3 0 15,-2-2 0-15,0-1 0 16,2 0 0-16,0 0 0 16,2 0 1-16,0 0-1 15,-2 0 0-15,2 0 0 16,1 0 0-16,-1 0 1 0,-2 0 0 15,1 0-1-15,-2 0 0 16,0 0 0-16,0 0 0 16,1 0 0-16,0 3 1 15,-2 0-1-15,4 0 0 16,0 0 0-16,-2-1 0 0,2 1 0 16,0 0 0-1,-1 0 0-15,-1-2 0 0,-1-1 0 16,0 0 1-16,1 0-1 15,-2 0 0-15,1 0 0 16,1 0 1-16,-2 0-1 0,0 0 0 16,2 2 0-16,-3-1 0 15,0 3 0-15,-1-1 0 16,1 0 0-16,-1-1 0 16,-4 1 0-16,2-1 1 15,-3 0-2-15,0-2 2 16,2 2-1-16,-3-1 0 0,0 0 3 15,2 0 2-15,1 1-2 16,-3-1 0-16,2 0-2 16,0 1 2-16,3-1-3 15,-5 1 0-15,4-1 0 16,-2-1 1-16,0 2-1 0,-1-2 0 16,-1 1 1-16,1-1-6 15,-4 2 8-15,3-1-1 16,1 0-1-16,0-1-1 15,-3 1 0-15,4 1 0 16,-1-2 0-16,-1 3 0 0,0-2 0 16,2 2 1-16,1 0-3 15,-3 0 3-15,2-3-1 16,2 1 1-16,1 1-1 16,-2-1 0-16,2 1 0 15,1-1 0-15,1 2 1 0,0-1-1 16,1 0 0-16,0 1 0 15,0 1 0-15,0-2 0 16,1 0 0-16,0 1 0 16,1 1 0-16,-2-2-1 15,2 1 2-15,-5 0-1 0,4-2 0 16,1 2 0-16,0-3 1 16,1 0-1-16,-1 0 0 15,1 0 0-15,-1 0 0 16,0 0 0-16,1-6 1 15,1 2 0-15,0-2 1 0,5 2 2 16,-3-1 1-16,4 0-1 16,-1 1 0-16,1 0-4 15,-1 1 1-15,1 0 0 16,-1 3-1-16,1-3 0 16,-3 3 0-16,1-1 1 0,0-1-1 15,-2-1 1 1,0-1-1-16,1 1 1 0,-1-1 0 15,-2-2 2-15,-2 2 0 16,0 0-1-16,0 0 0 16,-2 1-1-16,0-2 0 15,-1 1 0-15,2 1-1 0,0-2 1 16,0 0-1-16,1 1 1 16,0 0-1-16,0 0 0 15,-1-1 0-15,1 1 1 16,-3 0-1-16,0 0 0 15,-2-1 0-15,-2 0 0 0,2 0 0 16,-4 0 1-16,-1-1-1 16,0 2 0-16,-2-2 0 15,1 0 0-15,-5 1 1 16,2-1-2-16,1-1 2 0,-4 1-1 16,3 1 0-16,-2-3-4 15,-1 0-22-15,-1-2-25 16,-2-4-19-16,-2-1-38 15</inkml:trace>
  <inkml:trace contextRef="#ctx0" brushRef="#br0" timeOffset="18825.73">14826 11709 85 0,'2'-34'24'0,"0"0"30"0,-2 2-15 0,0-1-3 0,0 5-19 0,0 1-3 0,0 0-5 0,-2 4-2 0,-5-1-2 15,2 2-3-15,-2 0 0 16,-1-1-1-16,-1 2-1 0,0-3 0 15,2 1 2-15,-4-2-2 16,-1 0 0-16,0 2 0 16,-1-1-4-16,-1 2 2 15,-3 0 0-15,0 2 5 16,-1 1-2-16,0-1-1 0,0 4 1 16,-4-4 0-16,4 2 1 15,-2 2-2-15,0-1 0 16,2 0 1-16,-6 1-2 15,3 2-5-15,-1 0 8 16,-5 1-2-16,0 3-1 16,-1-2 0-16,0 2-2 15,-1-1 4-15,0 0-2 0,0 1 2 16,2-1 0-16,1-1 0 16,1 1-1-16,-4-2 0 15,2 2 1-15,-2-2-2 16,-2 3 1-16,0 0 1 0,0-2-1 15,-1 1 0-15,-1 1 0 16,-1 1-3-16,-2 1 4 16,-2-1 0-16,0 3-2 15,-4 1-1-15,1 1 2 0,-1 2 0 16,0 0 1-16,1 1-2 16,1-1 1-16,2 2 1 15,-2 0-1-15,-3 0 1 16,1 0-1-16,-1 0 0 15,-3 0 0-15,4 3 0 0,-3 3 0 16,4-2 0 0,-2-1-1-16,1 1 2 0,2-2-1 15,-3 3 0-15,1-1 0 16,0 1-1-16,-1 2 2 16,3 2-1-16,0 2 0 15,2 0-2-15,1 3-1 0,4 1 6 16,0 0-2-16,3 2-2 15,2 0 1-15,2-1 1 16,5 4-1-16,-1-2 0 16,4 2 0-16,2 0 0 15,0 0 0-15,1 1 0 0,3 0 0 16,1-1 0-16,1-1-1 16,4 2 2-16,-2-1-1 15,3 0 0-15,0 1-1 16,0-1 2-16,2 3-1 15,-2-2 0-15,1 1-1 16,1 0 2-16,-1 2-1 0,-1-1 0 16,2 1 0-16,0-1 0 15,1 1 0-15,0-1 1 16,-1 0-1-16,1-2 0 16,2 3 0-16,0-4 0 0,0 4 0 15,0-1 0-15,0-2 1 16,5 3-1-16,-3-1 0 15,2 0 0-15,0 1 0 16,1 0 1-16,-1-3-1 16,0 2 0-16,4-2 0 0,-3 1-1 15,3-2 2-15,-1 0 0 16,3 0-1-16,0-2 0 16,1 2 0-16,1-2 1 15,1-1 0-15,1 0-1 16,3 0 2-16,1 2-2 0,-1-4 0 15,4 2 0-15,-2 0 0 16,2-3-2-16,0 2 4 16,3 0-6-16,-4-3 5 15,3-1 0-15,1 0-2 16,-2-1-1-16,1-4 2 0,-1 0 0 16,-1-2-1-16,0-3-1 15,-1 1 3-15,1-3-1 16,-4 0 0-16,-1 0-1 15,1 0 3-15,-1 0-1 16,0-1-1-16,-4-2 1 16,0-1 1-16,1 1 0 0,-1-1-2 15,1 1 1 1,2 0 0-16,2 0-1 0,1-1-1 16,-2-6-18-16,-7-4-135 15</inkml:trace>
  <inkml:trace contextRef="#ctx0" brushRef="#br0" timeOffset="26898.68">4732 12976 50 0,'0'0'16'0,"0"0"-5"0,0 0-4 0,0 0-3 0,0 0-3 16,0 3 0-16,0-3 0 0,0 3-1 16,0-1 1-16,0-1-1 15,0 3 0-15,0-2 2 16,0 0-2-16,0 0 0 16,0-1 1-16,4 1 0 0,-1-2 2 15,3 2 2 1,-2-2 2-16,4 0 2 0,-2 0-1 15,-1 0-3-15,1 0-1 16,1 0-2-16,2 0-1 16,-2 0 0-16,-1 0-1 15,1 0 1-15,2 2-1 0,-4-1 0 16,1 1 0-16,1-1 2 16,-1 1-2-16,4-2 0 15,-4 1 0-15,3-1 0 16,1 0 1-16,-2 0-1 15,1 0 0-15,0 0 0 16,0 0 0-16,2 0 0 0,-2 0 0 16,2 0 0-16,1 0 0 15,3-1-1-15,-2-3 7 16,1 0-2-16,4 0-1 16,-2 1-1-16,3 1-1 15,-3 0-1-15,2 1 0 0,-2 0 0 16,1 1 0-16,-1 0 0 15,0 0 1-15,2 0-1 16,-3 0 0-16,1 0 0 16,2 0 0-16,-4 0 1 15,1 0-1-15,0 0 0 0,1 0 0 16,-2 0 1-16,-1 0-2 16,3 0 1-16,-3-2 0 15,3 2 1-15,-3-1-1 16,3-1 0-16,-1 2 0 15,-1-3 0-15,1 3 2 0,-1-1-2 16,-1-1 0-16,3 1 0 16,-3 0 0-16,0 1 0 15,1-2 0-15,-1 2 0 16,3 0 0-16,-2 0 0 16,2 0 0-16,-1 0 0 0,1 0 0 15,-1 0 0-15,1 0 0 16,1 0 0-16,-2 0 0 15,2 0 0-15,1 0 0 16,-3 0 0-16,4 0 0 16,-1 0 0-16,1 0 1 0,-1 0 0 15,5 0 0-15,-5 0-1 16,4 0 2-16,-1 0-2 16,2 0 0-16,0 0 0 15,0 0 0-15,-1 0 1 16,2 0-1-16,-4 3 0 15,3 1 1-15,-3-1-1 0,4-1 0 16,-1-1 0-16,1 2 0 16,3-2 1-16,-1-1-2 15,2 0 1-15,1 0 1 16,0 0 0-16,-4 0 1 0,1 0-1 16,-3 0-1-16,-1 2 1 15,-2 0 0-15,1 0-1 16,0-1 0-16,2 1 0 15,-2 0 0-15,5-2 0 16,-2 1 1-16,1 1-1 16,2-1 0-16,2 0 0 0,-2-1 0 15,0 1 0-15,0-1 2 16,-1 0-2-16,0 0 0 16,0 0 0-16,1 0 0 15,-1 0 1-15,1 0-1 16,-2 2 0-16,1-2 0 0,3 1 0 15,-2 2 0-15,2 0 0 16,1-2 0-16,1 2 0 16,0 1 0-16,0 0 0 15,0-1 0-15,-1 0 0 16,3 2 0-16,-4-1 1 16,2 1-1-16,0 0 1 0,1 0-1 15,2 0 0-15,1-1 1 16,-1-1-2-16,0-2 0 15,-1 1 2-15,-2-1 0 16,1 1 1-16,-3-2 1 0,2 1 1 16,-1 0-1-16,3 1-3 15,-2-1 1-15,0 1 0 16,1 0-1-16,-1 1 0 16,0-1 0-16,-4-1 1 15,0-1-1-15,-3 0 0 0,1 0 0 16,-1 0 0-16,1 0 1 15,0 0-1-15,-1-1 0 16,-1-2 0-16,3 1 1 16,-1 1-1-16,-4 0-1 15,2 1 2-15,0 0-1 16,-3 0 0-16,-2 0 0 0,2 0 0 16,-4 0 0-16,2 0 0 15,2 0 0-15,-2 1 1 16,2-1-1-16,3 0 0 15,0 0 0-15,2 0-1 0,0 0 2 16,2 0-1-16,-4 0 0 16,0 0-1-16,0 0 2 15,-3-3-1-15,-4 2 0 16,2-1 1-16,-3 0-2 16,1 0 2-16,1 0-1 15,-1 0 0-15,0 1 0 16,4-3 1-16,-1 0-1 0,2-2 0 15,-1-1 0-15,1-2 0 16,-1-2 0-16,2-1 2 16,-4-2-1-16,-1 1 0 15,2-1 1-15,-4 1 0 0,1-1-1 16,-1 1 1-16,-3 1-1 16,-1-2 0-16,-3 3 2 15,2-3 0-15,-5 1 1 16,3-1 1-16,-4-2-2 15,1-1 0-15,-1 3 0 0,0-2 2 16,-2-1 0-16,2 0-1 16,-4 0-2-16,2 1 1 15,-2 1-1-15,0-2-1 16,0 3 0-16,0-2 0 16,0 2-1-16,0-2 1 0,-2 3 0 15,-2-1-1-15,-2-1 0 16,0 2 0-16,-1-2 0 15,3 2 1-15,-3-3-1 16,0 2 0-16,1-2 0 16,3 0 0-16,-4-1 0 15,1 0 0-15,-3 0 1 0,2 2-2 16,-3 2 0-16,0-3 0 16,-1 5 2-16,0-1 0 15,0 1 0-15,-1-2 2 16,0 3-5-16,-1 0 2 0,1 2-2 15,-3-2 2-15,1 1 1 16,-2 1-2-16,0-1-1 16,-4-1 2-16,1 2 3 15,-2-3-2-15,-2 3 1 16,2-1-4-16,-2 1 2 0,0 0 0 16,-1 1-1-16,2 0 2 15,-1-2-1-15,0 1 2 16,1 0-2-16,-1-1 0 15,2 0 0-15,-4-1 1 16,2 3-1-16,-2-1 0 0,2 1-3 16,-2 2 3-16,0 0-1 15,-2 0 0-15,1 4 1 16,-1-1 0-16,-1 2-1 16,0 0-2-16,-1 0 6 15,-2 0-3-15,4 0 1 16,0 0-1-16,0 0 1 0,0 5-2 15,4 0 1-15,0 3 0 16,0 0 0-16,0 0 0 16,2 4-1-16,-2-1 2 15,3 2-2-15,0 0 2 16,-2 2-2-16,1 2 1 0,4 1 0 16,-3 2 0-16,3 1 0 15,0 0 1-15,1 0-1 16,1 3 0-16,-2 0 1 15,4 1-2-15,3 0 2 16,-2 2-1-16,3 0 0 0,1 1 1 16,2-2-2-16,0 0 2 15,4 1-2-15,-1-2 1 16,2 1 1-16,1-1-1 16,0 1 0-16,0-2 0 15,0 2 0-15,0-1 2 0,0 0-2 16,4-1 0-16,0 1 0 15,3-4 1-15,0 1-1 16,2-2 0-16,2-1-1 16,1-1 1-16,0-3-2 15,2 2 2-15,-1 0 2 16,1-2-2-16,1 0-2 0,0 1 4 16,0 1-2-16,3-1 0 15,-1 0 0-15,2 1 0 16,0-2-2-16,1-1 0 15,1 1 2-15,-2-5-1 0,4 3 0 16,0-4 0-16,2-2 1 16,3 1 0-16,-2-2 1 15,3 0-1-15,5-1 1 16,-3 1-1-16,4 0 0 16,0-5 1-16,-3 2-1 15,3-3 0-15,-4 0 0 0,-1 0-1 16,1-1 1-16,-2-5 0 15,2-3 0-15,-2 1 1 16,1-2-1-16,0-1 0 16,0 1 1-16,-1-3-2 15,0 0 1-15,0-1 1 0,-5-2-1 16,-1-1 0-16,1-1 0 16,-1-1 1-16,-4 0 1 15,0 0-1-15,0 0 0 16,-1 0 1-16,-2-1 0 15,-3 1 0-15,-1-2-1 0,1 1 2 16,-4 0 0-16,-2-2 0 16,2 0-2-16,-5-1 0 15,1 2 0-15,-3-3 1 16,0 0 0-16,-2 1 1 16,0 0-1-16,0-1-1 0,0 1 1 15,-2 0-2-15,-2-2 1 16,-1 1-1-16,-4 0 1 15,2-5-1-15,-2 2 0 16,1-4 1-16,-4 0-1 16,1 1 0-16,-1 1 0 0,-1 0 1 15,-2 2-1-15,-1 1 19 16,-4-1-18-16,2 3 0 16,-2 3-1-16,-2 0-2 15,-2 1 2-15,1 3 2 16,0 1-2-16,-3-1 0 0,3 4 0 15,1-1-1-15,-1 1 3 16,1 1-3-16,0-1 0 16,0 1 1-16,3 1-1 15,-2 1 2-15,2-1 0 16,1-1-1-16,3 2 1 16,-4 2-1-16,2 1 0 0,1 1-2 15,-5 3 1-15,0 0-5 16,-2 3 7-16,-2 0-5 15,0 0-1-15,-2 6 7 16,-2 1-2-16,0 2-2 16,0 1 1-16,2 1-1 0,0 2 2 15,2-2-1-15,-2 2 0 16,3-2 1-16,-3 4 0 16,2-2-1-16,-2 3 2 15,0-1-4-15,0 3 4 16,1-1-1-16,4 2 0 0,-1 0 0 15,0 3-1-15,4-2 1 16,1 2 0-16,-2 0-1 16,4 0 1-16,0 3-1 15,1 0 1-15,-1-1 0 16,5 0 0-16,2 0 1 0,0-1-1 16,2 1 0-16,3-2-1 15,2-1 2-15,0 0-1 16,2-2 0-16,0 2 0 15,0 0 0-15,0-1 0 16,2 3-1-16,4 1 2 0,1-1-1 16,2 2-1-16,0-1 0 15,2 1 0-15,5 0-1 16,-1-2 1-16,1 0-1 16,0-1 1-16,2-1 1 15,2 0-1-15,-3-1 1 16,4 1 0-16,-2-3 0 0,2 2 0 15,0-1-3-15,1-1 2 16,-1 2 1-16,2-2 0 16,0 1 0-16,-4-2-1 15,4-2 1-15,-2 1-1 0,3-3-1 16,-2-2 2-16,1-2-1 16,3-1 1-16,-1-2 0 15,2-2-2-15,-3 0 2 16,3-1-1-16,2-3 2 15,-2 0-1-15,2 0-1 0,-2 0 1 16,2-4 0-16,-2-4 0 16,2-4 0-16,0 2 0 15,-1-4 1-15,2 1-2 16,-1-4 1-16,2 0-1 0,0 0 1 16,0-3 1-16,-2 2-1 15,0-2-1-15,-1 1 1 16,-3-2 1-16,1 3-1 15,-6-3 0-15,2-1 1 16,-1 2-1-16,0-4 0 16,-2 1 2-16,-1-1-2 0,-3-2 0 15,1 1 0-15,-3-2 0 16,-4 2 1-16,0-1-1 16,-2 2 1-16,-3 0 0 15,-3 1-1-15,0 0 2 16,-1 1-2-16,0-1 2 15,0-1-2-15,-2-1 2 0,-4-2-2 16,-3-1 0-16,-1 1 1 16,0-1-1-16,-1-1 0 15,-3 2 0-15,-1 0 1 16,-1 2 1-16,-3 1-2 16,2 2 0-16,-5 1 1 0,4 1-1 15,-5 4 0-15,1 0 1 16,-3 1 0-16,2 1-2 15,-3 1 3-15,-1 0-2 16,1 1-1-16,1 2-1 16,-4-2 4-16,5 1-2 0,-3 1 1 15,-2 2-1-15,4-1 0 16,-2 2-1-16,0 1 2 16,0-1-1-16,0 3-1 15,1 0 1-15,-3 2 0 16,0 2-2-16,-2 0 2 0,-2 0-1 15,3 0-1-15,-1 5 0 16,0 3 2-16,-2 2 0 16,1 1-2-16,1 1 1 15,-4 2 1-15,0 2 1 0,1-1-2 16,-1 2 1 0,1 2-1-16,1-1 2 0,4 3-2 15,-1-2 1-15,4 4 0 16,1-1-1-16,3 1 0 15,2 3 1-15,-1 0 0 16,4 0 0-16,1 1 0 0,3 0-1 16,1 0 1-16,2-1-1 15,5-4 2-15,0 0-1 16,3-1 0-16,2-4 0 16,0 1 0-16,1 1 1 15,5-2-1-15,-1 1 0 0,1 0 0 16,0 0 0-16,2 3 0 15,-1-1 0-15,1 0-1 16,-1 1 2-16,4 1-1 16,-2-1-1-16,-2 2 1 0,4 0 1 15,-2-1-2 1,1 1 1-16,1-2 0 0,1 2 0 16,-1-3 0-16,3 2 0 15,-1-2-2-15,3 0 2 16,-1-1 0-16,3-1-2 15,0 1 1-15,3-1 1 16,1-1 0-16,-3 0 0 0,4 0 0 16,2 2 0-16,-3-2 1 15,2-3-2-15,-1 0-1 16,0-3 2-16,1-1-2 16,-2-3 1-16,3-1 1 0,0-3-1 15,2-3 2-15,0 0-2 16,2 0 2-16,-1 0-1 15,2-3-1-15,-1-4 1 16,-3-1 0-16,1-2 1 16,0-2-1-16,-5 0 0 0,1-1 1 15,-3-3 0-15,2-1 0 16,-4 0 0-16,-1 0 0 16,0 0-1-16,-2 0 3 15,-3-1-1-15,-3 2-1 16,-1 0 1-16,-4-1 2 15,0 3-2-15,4-2 0 0,-3-1-2 16,5-7-3-16,-3-6-24 16,1-14-144-16</inkml:trace>
  <inkml:trace contextRef="#ctx0" brushRef="#br0" timeOffset="28360.9">16269 12579 66 0,'0'0'5'0,"0"0"3"0,0 0 7 0,0 0 3 0,0 0-7 15,-40 3 1-15,35-3 6 16,1 0 1-16,0 0-4 0,1 0-2 15,0 0-3-15,2 1-5 16,0-1-3-16,1 0-1 16,0 2-2-16,0 2 1 15,0 0 1-15,0 0 0 16,1 3-1-16,6 0 0 16,0-1 2-16,3 3-4 15,2-2 2-15,3 0-1 0,3 0 4 16,2-1-3-16,5-1 3 15,3-2 0-15,4-2 4 16,1-1 2-16,3 0 1 16,5 0-6-16,-2-1 3 0,6-3-5 15,0-2 1-15,1-1-1 16,0 0-1-16,-1 2 1 16,-1-1-2-16,-4-1 0 15,-2 0 1-15,-4 2-1 16,-3 1-1-16,-5-2-21 0,-5-1-63 15</inkml:trace>
  <inkml:trace contextRef="#ctx0" brushRef="#br0" timeOffset="28574.86">17139 12452 177 0,'0'0'1'0,"0"0"0"0,40-2 5 0,-27 3-4 0,-1 10 0 16,-3 5 1-16,-4 0-2 15,-4 6 2-15,-1 4 0 16,-4 2-4-16,-12 5-5 16,-6-2-41-16,-1-1-41 15</inkml:trace>
  <inkml:trace contextRef="#ctx0" brushRef="#br0" timeOffset="29259.02">18104 12202 66 0,'0'0'50'16,"0"0"-47"-16,0 0 5 15,0 0 0-15,13-37 1 0,-13 33-3 16,-6 0 7-16,-1 1-3 15,-4 3-6-15,-3 0 3 16,-1 0 1-16,-5 0-2 16,0 10-5-16,0-1 3 15,-1 3-2-15,-3 4 1 0,4 1-3 16,-1 3 0-16,1 1 1 16,3 2-1-16,1-2 0 15,7-1 1-15,1 1 0 16,8-3 2-16,0-1 0 15,2-2 2-15,10-2-4 16,3-3 1-16,2-2-1 0,3-3 2 16,-1-1-4-16,2-3 5 15,-2-1 0-15,0 0-2 16,-1 0-1-16,-7 0 0 16,-1 0 0-16,-4-1-1 15,-4 1 1-15,-2 0-1 0,0 0 1 16,0 0 0-16,-4 1 8 15,-8 7-9-15,2 3 1 16,-2 2 0-16,-1 2 0 16,4 0 0-16,0 2 0 15,1-2 0-15,5-1-1 0,1 0 3 16,2-3-1-16,0 0 1 16,5-3-4-16,6-1 3 15,1-1-2-15,5-2 0 16,2-2 1-16,2-2-2 0,4 0 4 15,2 0-4-15,0-6-57 16,-2-5-51-16</inkml:trace>
  <inkml:trace contextRef="#ctx0" brushRef="#br0" timeOffset="29649.39">18234 12432 242 0,'0'0'6'0,"0"0"-5"0,0 0-5 0,0 0 7 16,0 0-3-16,39-11 2 15,-24 11-1-15,0 0 0 16,1 6 0-16,2 2-1 16,-3 4 0-16,-2 1 0 15,1-1 0-15,-3 1-1 16,-1 0-1-16,-2 0-6 0,-5-3 2 15,-1-2 1-15,-2-2-3 16,0-1 7-16,0-3-6 16,0-1 8-16,-2-1 5 15,-1 0 3-15,-3 0 2 0,2-1 1 16,0-6 4-16,-1-2-3 16,3-3-4-16,1-2 0 15,1-4-5-15,0 0-2 16,8-2 0-16,4 0 0 15,1 0-3-15,5 2-3 0,1 2-9 16,3 1-9-16,2 3-34 16,-6-1-95-16</inkml:trace>
  <inkml:trace contextRef="#ctx0" brushRef="#br0" timeOffset="30091.43">18598 12389 154 0,'0'0'5'0,"0"0"3"0,0 0 0 16,0 0-7-16,0 0 2 16,45-25 1-16,-30 22 0 15,-1-1 5-15,1 4-3 16,-1 0-2-16,2 3-1 15,1 4-1-15,1 6 0 0,-2 1 0 16,-3 2 0-16,0 1-1 16,-1-3 2-16,-6 2-2 15,-2-2-5-15,-1-3 2 16,-3-1-3-16,0 0-7 16,-8-3 19-16,-1-1 3 0,-1-2 5 15,0-4 8-15,1 0-9 16,1 0-2-16,0-3 5 15,3-7 5-15,-1-2-6 16,4 0-12-16,1-3 4 16,1-2-4-16,0 1-3 0,1-1-1 15,7 4 3 1,3-1-2-16,5 3-1 0,-1 1-6 16,5 2-20-16,3 1-19 15,0 0-19-15,-1 3-52 16</inkml:trace>
  <inkml:trace contextRef="#ctx0" brushRef="#br0" timeOffset="30689.48">19025 12343 125 0,'0'0'47'0,"0"0"-26"0,0 0-13 0,0 0-4 0,0 0-3 16,0 0-8-16,0 0 7 15,0 0 1-15,0 0-1 16,-27 44 0-16,19-30 0 16,5-1 1-16,-3 0-1 0,5-2 1 15,1-1 1-15,0 1 5 16,2-5-7-16,6 0-3 16,2-2 3-16,1-1 1 15,0-3-5-15,-1 0 8 16,1 0 2-16,2-6 0 0,-6-1 2 15,1-3 1-15,-2-1-2 16,-2-1 0-16,-2-3-4 16,-2-1 1-16,0 0-1 15,-2-2-3-15,-3 1 2 16,1 0 1-16,1 3 0 0,1-2 1 16,2 3-2-16,0 2 0 15,0 1-2-15,2 0-2 16,10 2 1-16,-2 1 2 15,7 1-2-15,-2 3 1 0,4 2-1 16,-1 1 1 0,2 0 0-16,-3 7 0 0,3 6 0 15,-2 4 0-15,-4 2-2 16,2 3 5-16,-1-1-3 16,0-2 1-16,-2-1 0 0,2-5-1 15,-1-2 1 1,5-5-1-16,-2-5 0 0,0-1 2 15,4-1 9-15,0-9 6 16,2-6 1-16,1-4-10 16,-4-1-2-16,2-2-2 15,-5-1-2-15,-3 3-1 16,-8-2-2-16,-6 3-9 0,-6 3-55 16</inkml:trace>
  <inkml:trace contextRef="#ctx0" brushRef="#br0" timeOffset="31465.87">16449 13493 107 0,'0'0'1'0,"0"0"1"0,0 0 2 0,0 0 2 0,0 0-2 16,0 0 1-16,0 0 7 16,0 0-2-16,0 0-9 15,0 0-1-15,0 0 8 16,0 0 2-16,0 0 0 0,3 7 0 15,15-7-4-15,2 0 1 16,4 0 1-16,5 0-2 16,5 0-1-16,3-2 2 15,4-1 3-15,4 0-2 16,2 0-3-16,3-3 0 0,-1 2 0 16,3 0 0-16,1 0 0 15,-2-1-1-15,-4 1-3 16,-1 3 0-16,-4-2-1 15,-3 2 1-15,-5 1-1 16,-5 0 1-16,-4 0-1 16,-5 0 0-16,-2 0 0 15,-5 0 0-15,-3 1-2 0,-2 2-12 16,-6-2-13-16,0 2-11 16,-2-3 5-16,0 3 17 15,-4-3-13-15,-5 0-28 16</inkml:trace>
  <inkml:trace contextRef="#ctx0" brushRef="#br0" timeOffset="31663.16">17268 13434 58 0,'0'0'26'16,"0"0"2"-16,-11-37 5 15,10 24-1-15,1 6-11 16,0-1 4-16,0 3-7 0,3 2-4 16,2 1-4-16,2 2-6 15,3 0-4-15,0 0 2 16,1 7 1-16,2 4 0 15,0 3-2-15,-3 6 0 16,-2 1 0-16,-3 4-2 0,-4 1 5 16,-1 6-10-16,-6-1-32 15,-3-4-66-15</inkml:trace>
  <inkml:trace contextRef="#ctx0" brushRef="#br0" timeOffset="32226.52">18180 13165 165 0,'0'0'37'0,"0"0"1"0,0 0-14 0,0 0-22 0,0 0-2 15,0 0 0-15,0 0 1 16,-4 56 0-16,8-32-1 15,3 3 1-15,-3-1-1 16,2 0 1-16,0 0 0 16,1-2-1-16,1-1 0 0,-4-2 0 15,3-5 1-15,-4-2-1 16,1-3-1-16,0-4 2 16,-2-1-2-16,1-3 1 15,0-2-2-15,0-1 0 16,2 0 3-16,1 0 1 15,3-5 6-15,0-2-5 0,3 1 0 16,2-2 1-16,1 3-2 16,3-1 1-16,-2 2 1 15,3 1-4-15,-1 1 0 16,0 1 0-16,-2 1 0 0,1 0 0 16,-4 0-9-16,-2 0-11 15,-3 0-22 1,-5 0-40-16,-3-2-38 0</inkml:trace>
  <inkml:trace contextRef="#ctx0" brushRef="#br0" timeOffset="32460.85">18232 13335 109 0,'0'0'26'0,"0"0"-24"0,0 0 5 0,46-17 1 16,-30 11 6-16,2 1-5 15,-3-2-6-15,2 3-2 16,-2-2-1-16,-3 1 0 16,-2 0-1-16,-6 2-12 0,-3-2-19 15,-1-1-15-15</inkml:trace>
  <inkml:trace contextRef="#ctx0" brushRef="#br0" timeOffset="32596.7">18314 13232 3 0,'0'0'71'0,"0"0"-33"16,0 0 0-16,-41-37-3 15,39 29-10-15,2 0-16 16,0 1-3-16,4-1 7 16,9 1-12-16,3 1-1 15,7 0-8-15,2 1-30 0,2-2-35 16</inkml:trace>
  <inkml:trace contextRef="#ctx0" brushRef="#br0" timeOffset="32844.25">18609 13211 183 0,'0'0'12'0,"0"0"-9"15,0 0 0-15,18 48 0 16,-13-29 3-16,0 3 1 15,0 1 1-15,-1 4-2 0,0 7 3 16,-4 6-1-16,0 4-5 16,0 0 0-16,0 3-4 15,-3-2 4-15,-2-4-2 16,1-6-1-16,0-4 0 16,2-7 0-16,0-3-1 0,1-4-7 15,-1-7-31-15,-4-3-47 16</inkml:trace>
  <inkml:trace contextRef="#ctx0" brushRef="#br0" timeOffset="33186.81">18617 13373 91 0,'0'0'8'0,"0"0"-4"0,25-38 10 16,-16 30-4-16,3 0-3 16,4 1-3-16,1 2 0 15,0 1 1-15,2 1 1 16,4 3 0-16,-3 0-3 16,-1 0 0-16,-2 3-2 0,-3 6 0 15,-2 1-2-15,-6 0-2 16,-3 1 8-16,-3-2-6 15,0 1-1-15,-9-1 4 16,-4-3 5-16,-2 3-3 16,-2-1-2-16,0-1 1 0,-1 0-2 15,3-1-1-15,1-2-14 16,5 0-26-16,5-4-18 16</inkml:trace>
  <inkml:trace contextRef="#ctx0" brushRef="#br0" timeOffset="33582.01">19011 13303 204 0,'0'0'-4'16,"0"0"4"-16,0 0-1 15,0 0-16-15,0 0 10 16,0 0 6-16,0 0 2 15,-40 54 1-15,30-36 0 16,5-2-1-16,0 0-1 0,5-3 3 16,0-3-3-16,9-3 3 15,2-3-5-15,5-4 2 16,0 0 1-16,6 0 2 16,-1-4-2-16,2-6 0 0,-2-2 7 15,2-2-3-15,-2 1 0 16,-2-2 0-16,-4 2-1 15,-3-1 1-15,-6 2 1 16,-2 1 33-16,-4 0-27 16,0 2-8-16,-5 3-6 15,-5 1-2-15,-2 3 4 16,-1 2-11-16,-5 1-7 0,3 8-14 16,1-1-8-16,1 0-29 15</inkml:trace>
  <inkml:trace contextRef="#ctx0" brushRef="#br0" timeOffset="33925.06">19497 13250 126 0,'0'0'12'0,"0"0"24"0,0 0-20 0,0 0-15 16,0 0 0-16,-48-4 2 0,31 11 1 15,1 5 3-15,0 0 0 16,3 0-4-16,-1 2 2 16,4 2-1-16,5-2 0 15,0-1 1-15,5 0 0 16,0-2-1-16,10-3 0 0,3 0-3 15,6-4 0-15,5-3 2 16,5-1 2-16,4 0 3 16,0-4-7-16,5-5-1 15,-4-1-28-15,1-4-43 16,-6 0-4-16</inkml:trace>
  <inkml:trace contextRef="#ctx0" brushRef="#br0" timeOffset="34388.85">19695 13073 150 0,'0'0'7'0,"0"0"13"16,0 0-21-16,0 0 1 15,0 0 2-15,0 0-1 16,0 0 0-16,13 55 1 0,-6-33-2 15,-2 3 1-15,4-2-1 16,-6 1 1-16,3-1 1 16,0-3 2-16,-3-2-1 15,1-4 2-15,1-2-4 16,-3 0 0-16,-2-3 0 0,0-2 0 16,0 0 0-16,0-1 0 15,0-3 1-15,0-2 0 16,0-1 1-16,0 0-1 15,0 0 23-15,0 0-6 16,0-4-9-16,1-6-2 16,3 0 0-16,4-2 0 0,-2-3-6 15,5 3 2-15,-1 0-4 16,3-1 0-16,3 3 0 16,-3 4 0-16,3 1 0 15,-1 3 0-15,1 2 0 16,-2 2 0-16,1 8 0 0,-3 4 0 15,-2 6 0-15,-4 0-7 16,-6 1-22-16,0 0-60 16</inkml:trace>
  <inkml:trace contextRef="#ctx0" brushRef="#br0" timeOffset="38389.96">20250 13226 7 0,'0'-1'1'0,"2"-2"5"0,0 3 8 0,1-3 9 0,-1 0 1 15,2-1 0-15,0 0 2 16,-1 0 8-16,0-2-8 15,3 3-2-15,-3-3-7 16,1 1-7-16,2-1-5 16,-4 2-1-16,1-2-1 15,-1 2-2-15,-1-2 1 0,0 3 0 16,-1-1 2-16,0-1 1 16,0 0-3-16,0 1-1 15,0 0-1-15,-4 1 0 16,-1 0 4-16,-3 3-3 0,-3 0-1 15,1 0 1-15,-1 0-1 16,-2 1 0-16,0 5 0 16,0 1 1-16,1 2-2 15,1 2 1-15,1 0 1 16,3 1-1-16,3-1-1 16,2 2 1-16,0 0 0 15,2-2-1-15,0 0 1 0,6-1-2 16,5-1 1-16,1 2-1 15,3-4 1-15,-1 0 1 16,1-1 0-16,1 1 0 16,-1-4 0-16,2 1 0 15,-3 1 0-15,1-2 0 16,-4 1 1-16,-1-2 0 0,0 1-2 16,-6 2 2-16,-1-1-2 15,-3-1 0-15,0 2-1 16,-5 1 2-16,-9 1-7 0,-1 3-17 15,-7-1-9-15,0 1-14 16,2-2 4-16,-2-1-13 16</inkml:trace>
  <inkml:trace contextRef="#ctx0" brushRef="#br0" timeOffset="38546.4">20182 13320 83 0,'0'0'9'0,"0"0"-5"0,0 0-10 0,0 0-34 15,0 0 37-15,0 0-32 16</inkml:trace>
  <inkml:trace contextRef="#ctx0" brushRef="#br0" timeOffset="45519.43">20238 13222 57 0,'-4'3'9'0,"-2"1"9"0,1 2-3 0,-4 0-4 0,0-1-2 16,2 2-1-16,-4-1 2 16,2 1 0-16,2-1-3 15,-3 0-1-15,3-1-1 16,-2 1-3-16,0-2 1 0,2 3-2 16,-6 1 0-16,2 2 0 15,0-2-1-15,1 1 0 16,-1 2 0-16,0 0 0 15,-1 5 0-15,0 1-1 16,-4 1-6-16,0 1-34 16,0 0-68-16</inkml:trace>
  <inkml:trace contextRef="#ctx0" brushRef="#br0" timeOffset="47859.48">16577 14407 0 0,'0'0'0'0,"0"0"0"0,0 0 0 16,0 0 0-16,0 0 0 15,0 0 10-15,0 0 19 0,0 0-5 16,0 0-4-16,0 0-11 16,0 0-2-16,0 0-5 15,0 0-1-15,0 0-1 16,0 0 1-16,0 0-1 16,0 0 0-16,0 0 1 0,0 0-1 15,0 0 2-15,0 0-1 16,0 0 1-16,0 0 0 15,0 0-2-15,2 0-1 16,-2 0 2-16,4 0-2 0,-2 0 1 16,2 0 0-16,-2 0 0 15,1 0-1-15,-1 0 2 16,1 0-2-16,2 0 2 16,-3 0 1-16,2 0 2 15,1 0 1-15,2 0-3 16,0 0-2-16,2 0 0 0,3 0 0 15,1 0 0 1,1 0 0-16,2 0 0 0,2 0 0 16,2 1 0-16,1 1-2 15,2 0 2-15,1 0 0 16,2-1 0-16,1 2 1 0,2-3-1 16,3 1 1-16,3 0 2 15,4-1 0 1,-1 0 2-16,2 0-4 0,-2 0 1 15,2 0-1-15,-2 0 0 16,-4 0-1-16,5 0 2 0,-5 0 4 16,5 0 0-16,-2 0 0 15,-2-1 0-15,-1 1-5 16,-6 0 0-16,-1 0 2 16,-3 0-3-16,-7 0 2 15,-2 2-1-15,-3 2-1 0,-3-2-2 16,-3 0-28-16,-5 0-17 15</inkml:trace>
  <inkml:trace contextRef="#ctx0" brushRef="#br0" timeOffset="48856.41">19963 12265 94 0,'0'0'6'0,"1"0"7"0,1 0-5 0,2 0-3 15,1 0 4-15,2 0 5 0,4-4 0 16,6-3 0-16,7-3 0 16,6 0-4-16,8-3-7 15,7-4-2-15,9-2-5 16,6-2-35-16,1-3-42 15</inkml:trace>
  <inkml:trace contextRef="#ctx0" brushRef="#br0" timeOffset="51583.41">4503 13022 90 0,'0'0'9'0,"0"0"26"0,0 0-11 0,-2-1-7 0,-2-1-6 16,0 2-1-16,-3 0-3 16,-3 0-4-16,2 0-1 0,-3 0 0 15,-3 2-3-15,1 3 1 16,-3 1-1-16,1-2-1 16,-4 3 0-16,2 0 2 15,-3-4 0-15,-1 3 0 16,2-1 1-16,-4-1 0 15,-3-3 1-15,4 1-1 16,-5-1 0-16,2-1 0 0,-4 0 2 16,2 0 2-16,-2 0 5 15,-2-4-1-15,2-2 0 16,-1-3-4-16,1 1-2 16,2-2-2-16,-2-2 0 0,0-2-1 15,3 0-1-15,-3-3 0 16,2-3 0-16,2-1 2 15,0-2-2-15,0-4 2 16,4 0-3-16,-1-3 4 16,3 0-3-16,2-1 3 15,-2-1-3-15,4 3 3 0,1-2-1 16,1 2-2-16,0-2 0 16,2 1 0-16,2 0 0 15,2-2 2-15,2-4-1 16,-1 2 1-16,2-3-3 15,3 1 2-15,-1 1 0 0,0 0 1 16,0 2 0-16,2 3-2 16,0 3 2-16,0-1-2 15,4 5-1-15,3 1 1 16,1 3 0-16,6-1 2 16,1 3-2-16,4 3-1 0,1 0 1 15,4 2 1-15,1 2 0 16,4 0 0-16,0 0 0 15,2 3-1-15,3 0 1 16,1-1 0-16,4 1-2 16,3 0 1-16,2 0-3 0,4-1 4 15,1 0 1-15,-2-1-2 16,4 2 1-16,0-1 0 16,-1 0-1-16,4-3 1 15,-3 4 1-15,5-3 0 16,0 3-1-16,2 0 1 0,-2 0 0 15,4-2-1-15,-1 2 0 16,3 2 0-16,1-1 0 16,1 0 0-16,-1 2 0 15,1-1 0-15,1 1 1 16,0 0-1-16,2 3 0 0,3-2 0 16,-1 2 0-16,4-1 0 15,0 2 1-15,4 0-2 16,0 0 1-16,1 0 0 15,0 0 1-15,-3 0-2 16,4 0 2-16,-3 3-1 0,2 1 0 16,0 0-1-16,1 1 1 15,1-1 0-15,5-2 1 16,0 0-1-16,0 2-1 16,1-1 2-16,4-1-1 15,2 0-1-15,-1 1 2 0,1-2-1 16,4 0-1-1,3 0 2-15,-5-1-2 0,4 0 1 16,-2 2 1-16,2-1 13 16,0 0-12-16,-1 1-1 15,2 1 1-15,1 0-2 16,-4 1 0-16,2-3 0 0,2-1 0 16,4 0 0-16,-4 0 1 15,1 0-1-15,4 0 1 16,-7 0-1-16,0-1 0 15,-2 1 0-15,-2-3 0 16,-2 3 1-16,-3 0 0 0,1 0-1 16,-3 0 0-16,-4 3 0 15,-3 1 1-15,-4 2-1 16,-2 0 0-16,-5 2 0 16,-1 2 0-16,-4 1 0 0,-1 4 0 15,-8 1 0-15,-1 1 0 16,-5 4 1-1,-4 1-1-15,-4 2 1 0,-5-1-1 16,-1 4-1-16,-6 1 2 16,-4-1-2-16,-3 3 2 15,0 1-2-15,-4 2 3 0,-4 4-2 16,1 2 2-16,-2 4-2 16,0 0 1-16,-1 3-1 15,-3-2 0-15,0 0 0 16,-2-3 2-16,-3-3-2 15,-3-1 0-15,-1-3 0 16,0 0 0-16,-3 0 1 0,-11-1-1 16,-1-3 0-16,-5 1 1 15,-1-4 0-15,-3 1-1 16,-5-1 1-16,-2-2-1 0,-4 0 0 16,-2 1 0-16,-1-1 0 15,-2 0 1-15,2 0-1 16,-2-4 1-16,4 2-1 15,0-4-1-15,-1-3 1 16,3 1 1-16,1-2-1 16,1-2 0-16,1 1 0 15,0-3 0-15,1 2 0 0,4-2 0 16,-1 1 0-16,4 0-1 16,1 1-14-16,4 0-37 15,-2-1-35-15</inkml:trace>
  <inkml:trace contextRef="#ctx0" brushRef="#br0" timeOffset="52706.77">10328 12482 89 0,'-3'0'6'0,"2"-3"15"0,1-4-16 0,0 0-3 15,2-3-4-15,7-1 3 16,0-1-3-16,4 0-1 15,3-1 3-15,3-1-3 16,0 1 3-16,2 2 3 16,3 2-1-16,0-1 3 15,-1 4 0-15,2 4 4 0,1 2 2 16,-1 0 0-16,-1 1 0 16,-1 8-3-16,-1 5-2 15,-4 2-2-15,-2 3 0 16,-3 7-1-16,-2 2 0 15,-4 2 0-15,-7 4 1 16,0 3 1-16,0 3-3 16,-9 4-1-16,-5 5 0 0,-1 3-1 15,-3 1 1-15,3 0 0 16,0 1-1-16,5 0-1 16,3-3 1-16,5 0 0 15,2-4-2-15,0 0-1 0,4-7-3 16,7-3-1-16,4-9 2 15,0-4 3-15,2-7 2 16,1-5-3-16,1-2 3 16,0-6 0-16,-1-1 0 0,0-3 2 15,-5 0 1-15,0 0 2 16,-1-2-5-16,-7 0 1 16,1 0 0-16,-4 1 2 15,-2 1 9-15,0 0-1 16,0 0-12-16,0 8 5 15,-4 5-5-15,-3 4 0 0,1 4 1 16,-1 4 0-16,2 2 0 16,3 4 0-16,0 1 0 15,2 1 0-15,-1 1 0 16,1 0 1-16,0 0-1 16,0-1 0-16,0-3 1 0,0 1-1 15,0-3 0-15,0-3 0 16,0-2 2-16,-1-3-2 15,-4-5-2-15,1-3 4 16,-3-4-1-16,-4-4 11 16,2-2 9-16,-5-2-7 0,1 0-7 15,-2 0-3-15,-3 0-3 16,1 0-2-16,2-2-3 16,1-2-17-16,1-4-81 15,7-7-50-15</inkml:trace>
  <inkml:trace contextRef="#ctx0" brushRef="#br0" timeOffset="53049.22">11102 13212 122 0,'0'0'3'16,"0"0"16"-16,0 0 0 0,0 0-10 0,0 0-7 16,0 0-5-16,0 0-1 15,0 0 9-15,0 0 1 0,0 0 4 16,0 0-2-16,0 0-5 15,0 0 0-15,38 12 11 16,-15-24 11-16,14-10-11 16,14-10-8-16,19-10-3 15,17-12 0-15,14-12-31 16,17-14-157-16</inkml:trace>
  <inkml:trace contextRef="#ctx0" brushRef="#br0" timeOffset="54264.42">20025 12180 79 0,'-1'-5'6'0,"-2"1"15"0,2 0-1 0,0 1 0 0,1 3 4 15,-2 0-7-15,2 0-13 16,-2 0-4-16,1 2 0 16,1 3-1-16,0 1 1 0,0-1-2 15,3-3 0-15,6-2-1 16,7 0 4-16,7-6 13 16,4-8 1-16,8-7-6 15,5-5 4-15,4-2-8 16,4-5 4-16,4-1-6 15,1 2-1-15,1 0-1 16,1 2-4-16,-3 1-47 0,-8 2-99 16</inkml:trace>
  <inkml:trace contextRef="#ctx0" brushRef="#br0" timeOffset="55156.15">20641 13337 23 0,'0'0'26'0,"0"0"7"0,0 0-13 0,0 0-5 16,0 0-5-16,0 0-2 16,0 0-5-16,0 0 0 15,0 0-3-15,0 0 3 16,0 0-2-16,0 0 1 16,-16-30 4-16,16 28 3 0,0 0 0 15,0 2-2-15,0 0-6 16,0 0-1-16,2 0 3 15,1 0-5-15,0 0 4 16,2 0-2-16,-4 3 0 16,1 3 0-16,0 1 2 15,0 1 0-15,1-2-1 0,1-2-1 16,-3 2 1-16,3-5-2 16,2-1-2-16,2 0 3 15,7-3 9-15,7-8 7 16,6-7-11-16,11-7-1 15,5-4-1-15,9-7 0 16,5-6 0-16,11-4-1 16,8-4 0-16,8-4-10 0,5-4-60 15</inkml:trace>
  <inkml:trace contextRef="#ctx0" brushRef="#br0" timeOffset="56273.11">17512 14198 26 0,'-4'0'38'0,"1"0"-13"0,0 0 3 0,3 0-12 0,0 3-14 16,0 2-1-16,0 2 0 15,1 1 1-15,6 1 3 16,-1 3 0-16,3 2 1 16,-1 3 0-16,4 0-4 0,0 6-2 15,2-2 2-15,1 2-2 16,-1 1 0-16,0-1 0 16,-2 2 0-16,-1-2 0 15,-8 5 1-15,-2 1 1 16,-1 2 2-16,-12 5 1 15,-9 4-2-15,-10 6 0 16,-5 1-2-16,-5 3-3 0,1-5-21 16,5-6-45-16</inkml:trace>
  <inkml:trace contextRef="#ctx0" brushRef="#br0" timeOffset="56643.38">18081 14520 110 0,'0'0'-1'0,"0"0"0"0,0 0 2 0,-2 39-1 0,2-22 0 0,0 0 1 16,1 1-1-16,4-2 0 15,1-2-1-15,-2 0 1 16,0-1-3-16,-3-5-15 16,-1-3-22-16</inkml:trace>
  <inkml:trace contextRef="#ctx0" brushRef="#br0" timeOffset="57005.63">18050 14501 139 0,'0'0'-5'16,"0"0"6"-16,0 0 9 15,43-15-8-15,-27 15 0 16,2 0 0-16,1 9 0 0,2 5-1 16,1 2-1-16,-3 2 1 15,2 3 1-15,0-1-1 16,0 0-1-16,-4-6 1 15,-2-1-1-15,-1-5 0 16,-3 0 0-16,-2-7 0 0,-4 1 2 16,-2-2 14-16,-1-2 24 15,-1-7 5-15,-1-5-35 16,0-3-2-16,0-4 0 16,0 0-1-16,0-1-3 15,0 0-1-15,0 0-2 16,0 1-1-16,4 1 0 0,2 3-6 15,4 4-22-15,-4 2-45 16,2 1-37-16</inkml:trace>
  <inkml:trace contextRef="#ctx0" brushRef="#br0" timeOffset="57455.83">18587 14488 4 0,'0'0'10'0,"0"0"9"0,0 0 9 0,0 45-11 0,0-31 0 15,0-1-1-15,3-3-6 16,5 1-7-16,-2-4 7 15,6-1-3-15,-3-2-3 16,4-4 0-16,3 0 1 16,-1-1 2-16,2-10-2 15,1-2-6-15,1-3 4 0,-1-2 1 16,-1-1-3-16,-3 1 2 16,-3 2 3-16,-2-1 7 15,-6 7 2-15,-1-1 2 16,-2 5 6-16,0 3-6 15,0 1-7-15,0 2-8 0,-2 0 5 16,-1 8-5-16,0 3-1 16,2 2-2-16,1 2 1 15,0 1-3-15,2 0 1 16,7-1-3-16,1-2-15 16,2-1-21-16,2-4-25 15,-3-2-11-15</inkml:trace>
  <inkml:trace contextRef="#ctx0" brushRef="#br0" timeOffset="58039.43">18973 14486 157 0,'0'0'2'0,"0"0"16"16,0 0-2-16,0 0-8 16,0 0-4-16,0 0-1 15,0 0-2-15,38-34-2 16,-35 43 2-16,-1-1 0 0,0 2 0 15,0 1 0-15,0-1 2 16,1 0-3-16,-3-4-1 16,0 0 0-16,0-2 0 15,0-4 1-15,0 0 6 16,0 0 0-16,0 0 1 0,0-7 5 16,0-3-2-16,0-2-5 15,4 1 2-15,5-4-6 16,0 3 2-16,1 0-2 15,4 2 0-15,2 2-1 16,0 3 0-16,4 2 1 16,-2 1-1-16,1 2 0 0,0 0 0 15,-3 3 2-15,0 6-2 16,-3 1 0-16,-1 1 0 16,-2 3-2-16,-5-1 2 15,-2-3-1-15,-1-1-1 16,-2 0 1-16,0-3 3 0,0-4-1 15,-1-1 2-15,-1-1 1 16,-2 0-2-16,3 0 1 16,1-3 0-16,0-7-1 15,0-1-4-15,3-2 6 16,5 0-4-16,4-1 1 0,-1 1-1 16,2 5 1-1,-1-2 0-15,1 4 0 0,1 3 0 16,0 3 1-16,1 0-2 15,-3 0 0-15,1 6 1 16,-1 1 0-16,-1 7-1 16,-1-1-8-16,-2 1-17 0,1-1-23 15,-1-4-43-15</inkml:trace>
  <inkml:trace contextRef="#ctx0" brushRef="#br0" timeOffset="58846.25">19575 14436 157 0,'0'0'-2'0,"0"0"2"16,0 0 2-16,0 0-2 0,0 0 0 0,0 0 0 15,0 0 0-15,42-28-2 16,-33 18 2-16,1 0 8 15,2-2 1-15,-1-3-1 0,-1 1-3 16,-1 0-4-16,-4-1 0 16,0 3 0-16,-5 2 1 15,0 3 1-15,0 1 2 16,-10 6 2-16,1 0 1 16,-3 0-8-16,3 7 0 15,-1 6 0-15,3 2-1 0,-1 3 1 16,5-1-1-16,3 1 0 15,0 0 0-15,2-2 0 16,9 0-2-16,0-1 1 16,2-4 0-16,3 0 1 15,0-4 0-15,2-3 0 0,2 0 1 16,-3-4 0-16,3 0 0 16,1 0 2-16,-2-8 1 15,2-1 2-15,-3-3-2 16,2 0 0-16,-2-2 1 15,-4-2-1-15,1 2 1 16,-2 0 0-16,0 0 1 0,-1 1 0 16,-1 0-2-16,-1 5 0 15,-1 0 1-15,-1 3-3 16,-1 1 0-16,2 2-1 16,-5 2 0-16,1 0 1 15,1 7-1-15,-2 2 0 0,2 2 2 16,1 1 0-16,0-1 0 15,1 0-2-15,0-2 0 16,4-2 0-16,-1-3 0 16,5-1-1-16,-1-3 0 15,3 0 1-15,-4 0 0 0,2-7 1 16,-2-3-3-16,-1-3 6 16,-1-1 1-16,-4 0 0 15,0 0 0-15,1 1-2 16,-6 1 0-16,1 4 0 15,-2 1-1-15,-1 1 3 0,0 6-1 16,1 0-1-16,-2 0-3 16,2 0-2-16,0 7 2 15,4 3 2-15,0 0 0 16,-1 4-2-16,3-1 0 16,1-3-6-16,2 0-8 0,-1-4-17 15,0-5-29-15,0-1-41 16</inkml:trace>
  <inkml:trace contextRef="#ctx0" brushRef="#br0" timeOffset="59000.78">20308 14072 94 0,'0'0'30'0,"0"0"-22"0,0 0 8 0,0 0-15 0,0 0-14 15,0 0-32-15,0 0-46 16</inkml:trace>
  <inkml:trace contextRef="#ctx0" brushRef="#br0" timeOffset="59278.17">20459 14192 102 0,'0'0'63'0,"0"0"-51"0,0 0 22 16,0 0-21-16,0 0-6 15,0 0 2-15,0 0-7 16,-47 0-1-16,31 13-1 16,2 3 1-16,3 2 0 15,3 1-1-15,3 2 0 16,4-3-1-16,1 1 1 0,4-4-3 15,8 1-4-15,0-2-2 16,5-1-12-16,2-4-41 16,4-4 28-16,-1-5-73 15</inkml:trace>
  <inkml:trace contextRef="#ctx0" brushRef="#br0" timeOffset="59876.06">20641 14272 92 0,'0'0'47'15,"0"0"-27"-15,25-43 14 0,-12 32-15 16,-2 1-10-16,2 3-7 16,-1 1 0-16,0 3 1 15,1 3-3-15,-4 0 3 16,1 3-3-16,-4 10 3 16,2 5-3-16,-6 1 0 15,-2 4-3-15,0-1 0 0,-2 1-3 16,-8-3-1-16,-2-6-3 15,-2-3 8-15,1-5 2 16,0-5 1-16,1-1 3 16,5 0-1-16,2-7 0 15,2-4-3-15,3-2-2 0,0-2 3 16,6-1 0-16,1 3-2 16,4 0 0-16,0 5 2 15,0 3-3-15,1 4 3 16,1 1 1-16,0 0-2 15,2 1 0-15,0 5 1 16,2 0 0-16,0 1-1 16,-2-3 0-16,1-2 0 0,-1-2 0 15,-2 0-1-15,0-6 3 16,-2-4-3-16,1-6 1 16,-5-2 1-16,0-3 0 15,-2-3 2-15,-2-2-2 0,-1-1 4 16,-2 0 3-16,0 0-5 15,0 3 0-15,-6 1 6 16,1 5 2-16,-1 5-1 16,2 2 1-16,1 8 1 0,1 3-5 15,-3 0-6-15,5 10 2 16,0 7-2-16,0 7-1 16,5 1-1-16,4 4 0 15,4 1 0-15,7 0-4 16,0-1 0-16,5 0-24 15,4-7 3-15,2-3-50 0,2-6-52 16</inkml:trace>
  <inkml:trace contextRef="#ctx0" brushRef="#br0" timeOffset="60324.92">21427 14206 70 0,'0'0'140'0,"0"0"-121"0,37-51 16 16,-31 40-21-16,-6 1-4 15,0 1-4-15,0 2-2 16,-5 4-4-16,-5 3 1 16,-4 0 4-16,1 0-4 15,-1 10 1-15,1 2 0 0,4 2-2 16,-1 4 0-16,8-1-1 16,2-1-2-16,0 1-7 15,8-4-5-15,5-2 1 16,5-6 9-16,2-3 1 0,4-2 2 15,3 0-1-15,0-11 5 16,2-3-4-16,-2-5 5 16,-3 1-1-16,-2-5-1 15,-1 3-1-15,-8 0 1 16,-2-1 1-16,-3 3-2 16,-2 3 3-16,-2 4-3 0,-2 3 0 15,-2 4 5-15,0 4 3 16,0 0-8-16,0 5-3 15,0 10 1-15,-2 4 6 16,0 5-3-16,2 3 0 0,0 4-1 16,0-2 0-16,2 2 0 15,1-3 0-15,1 1-7 16,-3-4-14-16,-1-2-37 16,0-7-32-16,0-9 38 15</inkml:trace>
  <inkml:trace contextRef="#ctx0" brushRef="#br0" timeOffset="60555.04">21739 14061 170 0,'0'0'-24'0,"0"0"28"0,36-45 4 0,-22 38-5 0,-1 5-4 15,-2 1 3-15,-1 1-2 16,-1 3 1-16,-4 8 2 15,0 5 3-15,-2 0-3 0,-3 3-6 16,0 1 5-16,-5 0-4 16,-8-1 2-16,-5-2-7 15,-3-4-13-15,-2-4-15 16,0-7-38-16</inkml:trace>
  <inkml:trace contextRef="#ctx0" brushRef="#br0" timeOffset="60781.09">21915 13979 180 0,'0'0'0'0,"0"0"3"16,0 0 3-16,27 43-3 15,-24-22 1-15,0 0-2 16,-2 2 1-16,-1 1-2 15,0-1-2-15,0-4 1 16,0-1-3-16,0-3-8 0,0-6-10 16,0-3-15-16,-5-6-12 15</inkml:trace>
  <inkml:trace contextRef="#ctx0" brushRef="#br0" timeOffset="61036.89">21921 13988 130 0,'0'0'5'0,"42"-25"0"16,-16 17 2-16,1 4-5 0,0 1-1 15,-1 3-1-15,-8 4 0 16,0 8 1-16,-5 3-2 16,-2 2 2-16,-4 0-1 15,-4-1-1-15,-3-3-2 16,0-3 1-16,0-1 3 15,-9-2 4-15,-4-4-5 0,0 0 2 16,-1-3-1-16,1 0-1 16,3 0-2-16,1-2-10 15,6-6-21-15</inkml:trace>
  <inkml:trace contextRef="#ctx0" brushRef="#br0" timeOffset="61293.48">22270 13932 51 0,'0'0'81'16,"0"0"-73"-16,41 0 11 15,-31 0-15-15,-1 4-2 16,-4 5-1-16,0 1 1 16,-3 1-2-16,-2 0 2 15,0-2 2-15,0 0-2 16,0-6 0-16,-6-1 9 0,1-2 25 15,2 0-8-15,-3-8-13 16,2-5-4-16,4-3-6 16,0-3-6-16,3-4 0 15,8-1-23-15,2-4-74 16</inkml:trace>
  <inkml:trace contextRef="#ctx0" brushRef="#br0" timeOffset="62113.11">19600 14841 60 0,'0'0'18'0,"0"0"18"0,0 0 7 0,0 0-7 16,0 0-8-16,0 0-6 15,0 0-9-15,0 0-4 0,0 0-4 16,0 0 1-16,0 0-5 15,0 0 0-15,-33-23-1 16,32 24 0-16,1 11-2 16,-1 8 1-16,1 11 3 0,0 6-1 15,0 9-1-15,0 2 0 16,0 2 0-16,6-2 0 16,2 0 0-16,-3-5 0 15,1 0 0-15,-1-4-14 16,-2-4-21-16,3-6-46 15,-4-9-22-15</inkml:trace>
  <inkml:trace contextRef="#ctx0" brushRef="#br0" timeOffset="62438.87">19734 14857 100 0,'0'0'49'0,"0"0"-32"0,0 0 20 0,0 0-24 0,0 0-11 15,0 0-3-15,0 0 0 16,0 0 4-16,-2 70 5 16,2-24-4-16,0 7 0 15,0 5-3-15,5 3-1 16,2 2 0-16,-2-1-8 0,2-4-82 16</inkml:trace>
  <inkml:trace contextRef="#ctx0" brushRef="#br0" timeOffset="64125.12">21244 14661 12 0,'0'11'63'0,"0"6"-50"0,0 2 14 15,0 2-4-15,0 2-1 16,0 1-4-16,0 1 0 0,0 0-6 16,0 0-3-16,0-1-3 15,0 2-3-15,0-2-1 16,3-1-1-16,1-2 1 16,0 1-2-16,0-3 0 15,2 0 0-15,-2-5 0 16,0-1-7-16,0-3-7 0,1-2-12 15,0-5-16-15,4-3-1 16</inkml:trace>
  <inkml:trace contextRef="#ctx0" brushRef="#br0" timeOffset="64515.69">21397 14654 133 0,'0'0'13'16,"0"0"8"-16,0 0-18 16,0 0-3-16,0 0 0 15,0 0 2-15,0 0 6 0,0 0 10 16,-9 52-5-16,7-28-5 16,0 5-4-16,2 1-3 15,0 2 0-15,0 1-1 16,0 0 0-16,3-2-2 15,2-1-3-15,-2-2-7 16,3-2-8-16,2-8-26 16,4-5-18-16</inkml:trace>
  <inkml:trace contextRef="#ctx0" brushRef="#br0" timeOffset="65157.21">21984 14601 123 0,'0'0'25'0,"0"0"-16"0,0 0-11 0,0 0 4 15,0 0-1-15,0 0 0 16,0 0-1-16,0 0 3 15,0 0 1-15,-4 23 1 16,-3-15 0-16,-7 1 1 0,1 2-4 16,-2 1 0-16,1 0-1 15,-2-1-1-15,0 0 0 16,1 0 1-16,2-1-1 16,1-3 0-16,1 1 1 15,3-1-1-15,1-2 0 16,1-1 0-16,3 0 0 0,1-1 0 15,2-1-1-15,0-1 0 16,0 2-1-16,5-1 1 16,4-1-1-16,3-1 4 15,2 3 2-15,-1-2 1 16,2-1 1-16,0 2 0 0,3-1-1 16,-2 2-1-16,4 0-1 15,-1 0-2-15,3-1 0 16,-3 1-1-16,-2 2 2 15,-2-2-8-15,-3 0-5 16,-2 3-1-16,-2-3 3 0,-5 3-13 16,-3-1-15-16,0 0-23 15</inkml:trace>
  <inkml:trace contextRef="#ctx0" brushRef="#br0" timeOffset="65413.26">21840 14912 85 0,'0'0'16'0,"0"0"-21"0,0 0-5 0,0 0 7 16,0 0 3-16,0 0 4 16,0 0 6-16,40 0 14 15,-27 0 0-15,1 0 1 16,2 0-10-16,2 0-7 15,1 0-2-15,1 1-5 0,-1 1 0 16,1 1 0-16,3 0-1 16,-5-2 0-16,4-1-22 15,-5 0-54-15</inkml:trace>
  <inkml:trace contextRef="#ctx0" brushRef="#br0" timeOffset="66230.56">22557 14521 86 0,'0'0'8'0,"0"0"14"0,0 0-3 0,0 0-4 0,0 0 2 16,0 0 3-16,0 0 1 16,0 0-4-16,0 0 1 15,0 0-6-15,-10-8-1 16,7 5-6-16,-1 2-2 0,0 1-2 15,-2 0-1-15,1 0 0 16,-2 0 0-16,0 0 0 16,0 0-1-16,-1 0 1 15,-1 5-2-15,-1 0 1 16,2 2 1-16,-2 0-1 0,2 2 1 16,0 0-1-16,1 3 0 15,-1-1-3-15,1 2-6 16,1 1 1-16,2 0 1 15,-2-1 2-15,1 0 4 16,2 1 1-16,-1 0 2 16,1-1-1-16,2 0 0 0,0 0 0 15,1-2 0-15,0 2 0 16,0-2-1-16,0-2 1 16,5-1-2-16,1 1 2 15,0-2-1-15,2-1-2 16,-1 1 2-16,1-3 2 0,4 0-2 15,-3-1-4-15,2-1 7 16,2 0-3-16,1-2 1 16,0 0 6-16,-1 0-2 15,3 0-2-15,-1-3 1 16,3-1-1-16,-3 1-1 0,2-1 0 16,-3 0 0-16,1 1-1 15,-3-1 0-15,-2 1-9 16,-1-2-24-16,-3 0-40 15</inkml:trace>
  <inkml:trace contextRef="#ctx0" brushRef="#br0" timeOffset="66672.28">22470 14713 19 0,'0'0'15'0,"0"0"4"0,0 0-14 0,0 0-2 16,0 0 8-16,0 0 8 16,0 0 3-16,0 0-2 15,0 0-1-15,0 0 3 16,0 0-9-16,0 0-9 16,35 0-2-16,-20-4-2 15,1 1 3-15,0-1-1 16,2 0-4-16,-1 1 2 0,1 1 0 15,-3-2 0-15,0 2 0 16,1 1 2-16,-3-3-2 16,0 4 1-16,-1-1-2 0,-2 1-5 15,-5 0-31-15,-3-2-17 16</inkml:trace>
  <inkml:trace contextRef="#ctx0" brushRef="#br0" timeOffset="70523.39">8289 12161 104 0,'-6'-14'-7'0,"0"-3"29"0,1 1-5 0,-4-1-2 16,2 3-12-16,-1 0 0 15,-1 1 2-15,-1 3 1 0,-2 0-2 16,0 3 0-16,-3 0-2 16,1 1-2-16,-2 4-2 15,1 0-6-15,-1 1-6 16,1-1 1-16,-1 2 2 16,-3 0 4-16,4 0 0 15,-5 0 10-15,3 5-2 0,-2 2 0 16,0 4 1-16,-1-2-1 15,1 3 0-15,0 0 0 16,0 3 0-16,1-2-1 16,1 3 0-16,0-1 1 15,2 2-1-15,-1 2 1 0,1 3 0 16,-3 1 1 0,1 6 0-16,2 2 2 0,2 0-1 15,2 6 0-15,6 1-2 16,1 2 0-16,4-1-1 15,0 0 0-15,4 1 0 0,6 0 0 16,1-2 0-16,2 3 1 16,1 1-2-16,3 2 2 15,2 0 0-15,3 0 2 16,3 0-1-16,3-2 0 16,3-2 0-16,3-3-6 15,4-6 5-15,2-4-1 0,2-6 0 16,0-5 0-16,0-9 0 15,2-7 6-15,-1 0-1 16,1-10 2-16,1-7-3 16,1-3-1-16,4-5 0 15,-3-2-5-15,0-3 5 0,-2-3-1 16,-5-2-1-16,-4-5-1 16,-5-2 1-16,-4-1 0 15,-6-1 1-15,-4-3 1 16,-7 1 4-16,-2-5-1 15,-8 0 2-15,0-3-3 0,-10-1 1 16,-5 0-2-16,-3 2 3 16,-6 0 23-16,-3 6-26 15,0 2-2-15,-4-2-3 16,0 7 1-16,-5-1 0 16,-3 6 3-16,0 3-3 0,-3 7-4 15,-2 4 4-15,-2 5 0 16,-1 3-6-16,2 8 4 15,-6 3 4-15,2 2-7 16,-3 4 1-16,-2 12-1 16,1 5-1-16,4 9-2 0,-3 4 3 15,2 9 5-15,2 1-2 16,0 6 1-16,6 5 2 16,2 2-2-16,7 4 1 15,4 3 1-15,6 0-1 16,7 0 0-16,4 2-1 15,9-2 1-15,3 0-1 0,0-1 0 16,11-2 0-16,7-2 0 16,5-3-1-16,3-7 1 15,8-4-3-15,4-7-1 16,2-7 1-16,5-3 1 0,1-9 0 16,4-5 2-16,1-7 1 15,-1-4 3-15,3-3-2 16,0-3 5-16,-1-10-2 15,2-5-1-15,-5-5 1 16,4-4-2-16,-3-3 0 0,-4-2-1 16,2-1 3-16,-8-4-4 15,-4-3 0-15,-5-3 3 16,-7-3-2-16,-7-1 1 16,-7-3 3-16,-8-2 2 15,-2 2-3-15,0-5-1 16,-10 2 26-16,-8-1-26 0,-3-3-5 15,-3 3 4-15,-7 0-4 16,-2 6 0-16,-4 4 2 16,-1 4 1-16,-2 5-1 15,0 2 0-15,-1 5 1 16,-1 5-1-16,-5 6-1 0,1 9-7 16,0 8-2-16,-5 3 9 15,-1 19-7-15,3 7-2 16,-4 10-2-16,2 8 1 15,1 9 3-15,4 7-3 16,6 8 8-16,5 3 5 0,11 9-2 16,6 5 0-16,9 5 1 15,5 0-1-15,4 3-1 16,8-2 1-16,11-6 0 16,7-13-1-16,7-13-1 0,8-17-1 15,4-11-7-15,6-17 8 16,5-8 4-16,3-9 0 15,3 0 3-15,3-12 0 16,-1-9-1-16,1-6 0 16,-2-4 2-16,-1-9-2 15,-3-4 3-15,-1-6-2 0,-4-4 0 16,-6-4 2-16,-5-4 3 16,-12-4 1-16,-11 2-5 15,-11 0 4-15,-9-1-2 16,-11 3-1-16,-16 2 0 15,-15 2 4-15,-10 5-14 16,-8 6-3-16,-13 12-10 0,-11 9-18 16,-14 12-53-16</inkml:trace>
  <inkml:trace contextRef="#ctx0" brushRef="#br0" timeOffset="74741">18126 7308 79 0,'0'0'5'0,"0"0"8"0,0 0-4 0,0 0-7 0,0 0-1 16,0 0 0-16,0 0 0 15,0 0 0-15,-39 10 2 16,31-7 4-16,0-3 3 16,1 0-2-16,0 0 1 15,3 0 2-15,1 0-4 0,1-3 0 16,2-7-5-16,0 3-1 15,0-6 0-15,0 0-1 16,2-2 0-16,1-1 1 16,6 1-2-16,-2-1-1 0,3 0 3 15,2 3 0-15,-2 3-2 16,2-1-1-16,1 4 2 16,0 5 1-16,1 1-1 15,0 1 1-15,-1 0-1 16,2 5 0-16,-1 5 0 15,0 1 0-15,-1 3 1 0,0 3 0 16,-2 0 0-16,-2 0-1 16,-2-1 0-16,-2-2 2 15,-1-4-4-15,-3-3 5 16,-1-2-1-16,0-4-2 16,0-1 11-16,0 0 17 0,0-2-24 15,0-8-1-15,-1-1-2 16,1-6 1-16,0-2-4 15,0-2 2-15,0-3 3 16,5 2-3-16,1-3 0 0,0 3 1 16,2 0 0-1,-1 2-3-15,1 3 3 0,-1 4-1 16,3 4 1-16,0 0-2 16,-3 6 1-16,3 0-1 15,0 2 1-15,-2 1 0 0,1 0 0 16,-2 2 0-1,0 5 0-15,-1 2-1 0,-1 2-1 16,-2 1 2-16,-1 5 0 16,1-1 2-16,-1 4-2 15,0-2 1-15,0 6-1 16,0-1 0-16,0 4 0 0,0 2 0 16,-1 0 0-16,1 4 1 15,-2 1-1-15,0 2 0 16,0-1 0-16,0 3 0 15,0 1 0-15,0 2 1 16,0-1-1-16,0-1 0 0,2-3 0 16,2 1 0-16,-3-2 0 15,3-2 0-15,1-2 0 16,0 1 0-16,0-2 0 16,2-1 1-16,0-2-1 15,3-1 0-15,2-1 0 0,-3-2 1 16,4-1-1-1,0-4 0-15,2-1 0 0,0-6 0 16,3-1 1-16,-2-4-1 16,0-3 0-16,0-3 2 0,1 0 1 15,-2-3 4 1,1-6 0-16,-3-6 1 16,1-4-3-16,-1-2 1 0,1-4-3 15,-3 0-1-15,0-3-2 16,-1-2-1-16,0 0-17 15,-7-5-83-15</inkml:trace>
  <inkml:trace contextRef="#ctx0" brushRef="#br0" timeOffset="75478.14">19147 7318 13 0,'3'0'7'0,"-1"2"-3"0,2-1 10 0,3-1-4 16,2 0-2-16,3 0 0 16,3 0-1-16,5 0 0 15,1-1-1-15,8-4-2 16,4-2 0-16,2-3 1 0,4 0 1 16,4-1-1-16,5-3-1 15,2-3 1-15,4 1 1 16,8-2-1-16,-1-1 3 15,3 1 0-15,3-4 0 16,0 3 0-16,0-3-1 0,-4 1 1 16,-1 4 0-16,-4-3-2 15,-2 1-3-15,-4 1 3 16,-5 4-4-16,2 0-1 16,-7 0 1-16,-2 3-2 0,-6 4 0 15,-8 0-2 1,-3 0-41-16,-11 0-32 0</inkml:trace>
  <inkml:trace contextRef="#ctx0" brushRef="#br0" timeOffset="75780.64">20424 6840 66 0,'0'0'15'0,"0"0"-12"0,56-8 9 0,-35 4 5 0,-1 3-5 16,2 1-1-16,-2 0-5 15,-1 1 0-15,0 9-1 0,-3 3 0 16,-5 1-3-16,-3 7 1 15,-6 2-1-15,-2 6 0 16,-8 1 1-16,-11 3-7 16,-2-1-22-16,-2-6-22 15</inkml:trace>
  <inkml:trace contextRef="#ctx0" brushRef="#br0" timeOffset="76895.63">20967 6906 87 0,'0'0'2'0,"0"0"6"0,0 0 15 0,0 0-5 16,0 0 9-16,38-25-9 16,-30 12-8-16,3-3-1 15,-1-1-3-15,-1-4-3 16,1 0-1-16,0-4-1 0,-4 0 0 15,1-1 0-15,-4-2 0 16,-2-1-1-16,-1-2 0 16,0-1-2-16,0-4-2 15,-6 1-1-15,0-3 5 16,1-1 2-16,-2 1-4 16,2 2 5-16,2 6-3 0,-3 3 2 15,1 7 0-15,2 6-1 16,-3 6 0-16,2 4 2 15,1 4-3-15,-4 0-1 16,2 11 1-16,-1 3 1 0,2 7-1 16,1 2 0-16,3 2 1 15,0 1 1-15,0 3-1 16,9-1-1-16,3 0 1 16,1-1-1-16,7 0 1 0,-4-1-1 15,2-3 0-15,1-1 1 16,3-2-1-16,1-3-1 15,-3 0 1-15,3-2-2 16,2-3-19-16,-3-7-41 16,0-4-2-16</inkml:trace>
  <inkml:trace contextRef="#ctx0" brushRef="#br0" timeOffset="78262.44">21421 6520 25 0,'0'0'2'0,"0"0"6"0,-43 13-2 0,28-7 0 15,0 0-1-15,3 1 0 0,1 1-2 16,-3 0 1-16,4 1 1 15,-2-1 1-15,5 4 2 16,0-1-1-16,3-1-2 16,2 1 0-16,-1-1 1 0,3 0-2 15,0 0 11-15,3-4-1 16,4 0-9-16,3-2-3 16,3-3 1-16,0-1-1 15,2 0 1-15,-2 0 3 16,2-3-3-16,-2-4 1 0,0-3-1 15,-2 1 0-15,-2-3-1 16,-2 2 0-16,-2-1 0 16,-1 1 1-16,-2 1-1 15,-2 2-1-15,0 0 0 16,0 4 0-16,0 2 2 16,0-1-3-16,0 2 0 0,0 0 6 15,0 0-7-15,0 3-2 16,0 4 2-16,0 3 0 15,4 1-1-15,3-2 2 16,2 0 0-16,3 0-1 16,1-1 1-16,1-2 0 0,-1-1 0 15,1-5-3-15,1 0 5 16,-1 0-2-16,2 0 4 16,-1-7 1-16,1-3-2 15,-2-3 2-15,0 2 0 16,-1-3-1-16,-1-2 1 0,-3 0 0 15,1-2-2-15,-2 0-2 16,2 2 0-16,1 0-1 16,-4 5 0-16,3 2 0 15,0 5 0-15,-2 3-1 16,1 1 1-16,1 0-1 0,-3 3 1 16,2 5 0-16,2 1 1 15,-1-1-1-15,3 2 0 16,0-3 0-16,3-2 0 15,3-1-1-15,0-3 0 16,2-1 2-16,2 0-1 0,2-5 1 16,0-6 0-16,1-1 1 15,-6-2 1-15,1-1 0 16,-3 1 0-16,-6-3-1 16,-3 4 0-16,-4 0 0 15,-3 0 1-15,-2 4-2 0,0 3 0 16,-7 0 1-16,-4 6-6 15,-2 0 8-15,-1 0-7 16,-1 5-3-16,3 3 6 16,2 4 0-16,3 2-1 15,1-1-1-15,4 2 2 16,2 1 0-16,0-1-2 0,1 2 2 16,8 0-1-16,2-1-1 15,-1 0 2-15,5-1-2 16,-2 0 5-16,1 0-2 15,-1-1-1-15,-2 1 1 16,0-1-1-16,-6 0 1 0,1-3-1 16,-5 1 1-16,-1-1-2 15,0-2 2-15,0-1-2 16,-3-2 5-16,-5-2-3 16,1 0 0-16,0-4 0 0,2 0 1 15,-1 0-1-15,2 0 0 16,3-4 2-16,1-5-2 15,0-2-1-15,2-3-3 16,10-2 2-16,2-1 1 16,3-1-1-16,5-1 0 15,-1-3-2-15,2-1 4 0,2-3-2 16,0 2 2-16,0-3 1 16,-2 3-4-16,0-3 2 15,-6 4 2-15,-2 2-2 16,-3 2 0-16,-4 3 1 0,-4 4 0 15,-3 2-1-15,-1 5 1 16,0 0-2-16,-8 5-4 16,-3 0 3-16,-4 0 0 15,0 10 1-15,-1 3 1 16,1 5 1-16,1 1-1 16,3 1 1-16,4 3 1 15,3-1-3-15,4 2 1 0,2-2-1 16,13 2 1-16,4-1-2 15,9 2 3-15,4-1-1 16,4 2-1-16,1-6-58 16</inkml:trace>
  <inkml:trace contextRef="#ctx0" brushRef="#br0" timeOffset="79180.49">19249 7690 97 0,'-3'-1'4'0,"0"-2"7"0,2 2 0 0,0-1-5 0,0 2-5 16,1 0-2-16,0 0 1 16,1 3 1-16,8 3-2 15,4 1 1-15,3 1 0 0,7 2 1 16,0 0 1-16,8 3-2 16,1 1 0-16,7 3-2 15,4 0 4-15,8-1 0 16,2 4-2-16,8-2 0 15,4 1 2-15,4-1-1 0,0-1 4 16,3 0 1 0,-3-3-2-16,-1-1 2 0,0 1-1 15,-3-1 0-15,1 0 2 16,0-3 3-16,1 3 1 16,0-2-1-16,-2-1 0 15,-1 1-7-15,-5-1 1 16,-6-1-1-16,-5-1 0 0,-7 1-1 15,-5-1-2-15,-6-1 1 16,-6 1-1-16,-4-1 2 16,-6 0-2-16,-1 0 2 15,-8 5-3-15,-2 0-22 0,-3 1-40 16,0-2-45-16</inkml:trace>
  <inkml:trace contextRef="#ctx0" brushRef="#br0" timeOffset="79977.92">21205 8129 111 0,'0'0'6'0,"0"0"3"0,0 0-2 0,0 0-4 0,0 0 2 0,0 0 3 15,0 0-2-15,0 0 7 16,0 0 9-16,0 0 9 15,0 0-20-15,8-14-6 16,-1 0-1-16,3-3-1 0,0-3 1 16,-2-2 0-16,1-2-2 15,-2 0-1-15,-2 0 0 16,-2 0-1-16,-1 0 0 16,-2 1 1-16,0 3-1 15,0 2-3-15,-2 2-2 16,-3 3-2-16,-3 6 2 0,0 6 3 15,-1 1-4-15,0 1-8 16,-2 12 11-16,2 1 3 16,-1 0 1-16,3 3-1 15,5-1 0-15,2 1 0 0,0-1 0 16,9-3 0-16,7-1-1 16,3 1 2-16,2-2 0 15,4 1 1-15,-2-2 1 16,0 1 1-16,-2 0-1 15,-2 0-1-15,-1 0-1 16,-5-4-1-16,-2 3 2 16,-2-3-2-16,-7 1 1 0,-2-1 2 15,0 2 1-15,-11-1-1 16,-3 2-2-16,-3 1-1 16,-1 0 0-16,0-1 0 15,3-1-1-15,1 0-18 0,3-6-52 16,5-3-11-16</inkml:trace>
  <inkml:trace contextRef="#ctx0" brushRef="#br0" timeOffset="80696.13">21455 8001 114 0,'0'0'-12'0,"0"0"25"15,0 0-3-15,0 0-6 0,0 0 1 16,38-11-1-16,-33 21 0 0,0-1 4 16,1 2-3-16,-2 0 1 15,2 0-2-15,-1-1-1 16,1 0 1-16,-1-1-3 16,0-2-1-16,1-1 0 15,-1-2 2-15,-1 0-2 0,0-4 0 16,-3 0 2-16,2 0-1 15,-2 0 4-15,1 0 22 16,-1-4-21-16,3-3-5 16,-1-5 0-16,1 1-2 0,1-3 1 15,2-3-2-15,2 1-1 16,0 1 2-16,1 0 0 16,2 1 1-16,1 3 0 15,0 1 0-15,2 3 0 16,0 1-1-16,2 3 1 15,-1 1 1-15,1 2-1 0,-2 0 1 16,0 5 0-16,-1 5 0 16,0 0-1-16,-1 4 1 15,-1 1 0-15,-3 0 0 16,-3-2-1-16,-1-2 0 0,-3-1 0 16,-2-3 1-16,0-2 0 15,0-3 0-15,-1 0-1 16,-5-2 3-16,-1 0 0 15,1 0 0-15,-3-5 0 16,4-5 0-16,1-1-1 16,3-3 0-16,1 0-1 0,0-5-1 15,5 2-1-15,3-1 1 16,5-1 0-16,0 2 0 16,5 3-1-16,-1 2 0 15,1 4 2-15,-1 3-1 0,0 3 0 16,0 2 0-16,-3 0 1 15,1 7-2-15,-1 3 1 16,-2 3 0-16,3-2-1 16,-1 5 1-16,1-2-2 15,2-1-9-15,2-2-11 16,1-3-14-16,0-3-4 0,3-3-4 16,0-2-37-16</inkml:trace>
  <inkml:trace contextRef="#ctx0" brushRef="#br0" timeOffset="81656.78">22283 7903 10 0,'0'0'27'0,"0"0"-8"0,0 0-5 0,7-44 0 0,-13 39-6 15,-4 3-1-15,-3 2-7 16,-3 0 1-16,-1 0 2 16,-1 4 2-16,2 4-1 15,1 0 0-15,1 2 3 16,3 0 3-16,6-2-4 0,0 1-1 15,4-2-3-15,1-1-1 16,1-1-1-16,8-2 2 16,4-3 1-16,2 0 2 15,5 0 0-15,1 0-2 16,2-3-2-16,-2-4 0 0,1 2-1 16,1-1 3-16,-4 3-1 15,0-1 4-15,-3 1 3 16,0 0 2-16,-2 3-5 15,-2 0-4-15,-3 0 1 0,1 0-2 16,-2 0-1-16,0 0 1 16,-2 0-1-16,0 0 0 15,0 0 1-15,1 0 0 16,-5-7 0-16,1 0 2 16,0-3 3-16,0 0-2 0,-3-1-2 15,2-4 0-15,-2 0-2 16,0-2 0-16,0-2 0 15,-2 0-5-15,-2-3 0 16,-1-1-3-16,1-1-4 16,-1-4 0-16,2-3 2 15,1-1 4-15,1-3 5 0,1 0 1 16,-1 3 0-16,1 2 1 16,-2 5 0-16,0 5 3 15,0 6 8-15,0 5-2 16,1 2 0-16,0 7-6 15,1 0-4-15,-1 4-2 0,0 9 2 16,0 4 0-16,1 8 1 16,0 3 0-16,0 6-1 15,0 0 1-15,0 1-1 16,0 1 1-16,6-3-1 0,3-2 0 16,4-4 0-16,1-3 0 15,1-5 0-15,2-4 0 16,1-1-1-16,0-7 1 15,2-5 0-15,0-2 1 16,-1 0-2-16,0-7 2 16,-2-6 0-16,0-3-1 0,-3-2 0 15,-1-3-1-15,-1-2 0 16,-3-4-4-16,1-3-3 16,-2-1-3-16,-1-2-1 15,1-2 1-15,-3 3 5 16,-1 2 5-16,-1 3 2 0,-3 5 2 15,0 3 2-15,0 5 3 16,0 4 1-16,-5 3-5 16,1 1 1-16,0 5-3 15,-1 1-2-15,-1 0 0 16,1 0 0-16,0 10 0 16,1 4 0-16,2 5 0 15,-2 4 2-15,3 6 0 0,1 2 1 16,0 3 3-16,8 2-2 15,7 0 0-15,7-2-1 0,8 1-2 16,9-2 0-16,8-2-2 16,6-10-11-16,3-8-111 15</inkml:trace>
  <inkml:trace contextRef="#ctx0" brushRef="#br0" timeOffset="95126.88">23019 6118 12 0,'0'0'13'0,"0"0"-2"0,0 0-1 15,0 0 1-15,0 0-7 0,0 0 1 16,0 0 2-16,0 0-3 16,0 0 1-16,0 0 1 15,0 0 1-15,0 0-3 16,30-33-3-16,-25 32 1 15,2-1-1-15,0 1-1 0,2 1 0 16,1 0 1-16,-1 0-1 16,0 0 0-16,1 0 0 15,-2 0 4-15,0 3-3 16,3 1 0-16,-3 2 0 16,3-1-1-16,0 3 1 0,-1-1-1 15,0 1 0-15,1 1 1 16,-1-1-1-16,-1 2 0 15,-1-1 0-15,0 1 0 16,-2 1 2-16,-2-1 0 16,-1 1 0-16,0 2 1 15,-2 1 0-15,0-1 0 0,-1 1-1 16,0 3 0-16,0 0-1 16,0 2 0-16,0 1 1 15,-4 0 0-15,1 1-1 16,-1 0 0-16,1 3 0 0,0-2-1 15,2 0 1 1,-1 0-1-16,2-1 0 0,0-1 2 16,0-2-2-16,0-2 0 15,2-2 0-15,3-1 0 16,3-3 0-16,1 1 1 16,2-2 1-16,0-3 4 15,2-1 2-15,1-2-1 0,0-3 1 16,0 2-2-16,-3-1-2 15,-2-1-2-15,-3 0-1 16,-3 0 0-16,-1 0 1 16,-2 0 4-16,0 0 4 0,0 1-3 15,0 1 1 1,-6 2-7-16,-2 0-1 0,-2 3 0 16,0 0 0-16,-6 2 0 15,5 1 0-15,-5 1 1 16,3 2-1-16,0 1 0 15,-1 2 0-15,1 1 0 16,2 1 0-16,3 2 0 0,2 0 0 16,4 0-1-16,0 0 1 15,2 3-1-15,0-2 1 16,0 0-1-16,4 1 1 16,5 1-1-16,-2 1 1 15,2 2-2-15,1 1 2 0,0 2 0 16,0-1 0-16,0 2 0 15,0 3 0-15,1-2 0 16,-2 2 0-16,1-1 2 0,-1-2-4 16,-1 0 2-16,0-1 2 15,1-1-4-15,0-3 2 16,-1 2 0-16,0 0 0 16,3 1 2-16,-5 0-2 15,1 0 0-15,-2 0 0 16,1-2 0-16,-2 0 0 15,-2-2 1-15,-2-2 0 0,0-2 0 16,0 0 1-16,-2-1-1 16,-8-2 0-16,-2-1 2 15,-3-4 1-15,-1 2 2 16,-4-4 5-16,-1 0-2 16,0 0-4-16,-2-1 1 0,-4-1 0 15,0 2-5-15,-5 4 0 16,-2 3-1-16,-8 5-1 15,-10 6-4-15,-5-2-61 0,-7-6-130 16</inkml:trace>
  <inkml:trace contextRef="#ctx0" brushRef="#br0" timeOffset="97019.1">18388 9446 56 0,'11'0'-2'0,"0"0"12"0,0-3 4 0,3-3 0 0,-1 1-4 16,3-1-3-16,-3 1-2 15,4 1 0-15,0-1-1 16,3 0 0-16,-1 1-1 16,4-2-1-16,4 1-1 0,-3 0-1 15,4-2 1-15,3 2-1 16,-2-3 0-16,3 1 0 15,5-3 0-15,1 0 1 16,3-1-1-16,-1 1 0 16,4-3 0-16,1-1-1 0,2 0 2 15,2 1-1-15,5-2 0 16,1-1 0-16,4 0 0 16,3-1 1-16,-1 2-1 15,3-2 0-15,1-2 1 16,3 1-2-16,0-2 0 0,4 0 2 15,3-1 0-15,2 1 0 16,2 0-1-16,-3-3 0 16,4 3 1-16,0-1-2 15,3-2 2-15,2-2-5 16,1 1 5-16,5-2 3 0,1-1 5 16,1 0-1-16,-1 1-2 15,1-2-1-15,2 1-1 16,-1-1 1-16,0-1 1 15,0 2-2-15,2-1 1 16,-1 3-2-16,-3-1 0 16,2 0-2-16,3 1 3 0,0 1-2 15,1 0 1-15,1 2-3 16,0 1 0-16,-4 1 0 16,-7 0 0-16,-3 1 0 15,-6 1-2-15,-6 1 2 0,-6 1 0 16,-5 1 0-16,-4 3 0 15,-7 1-3-15,-4 1-15 16,-8 0-19-16,-7 2-23 16</inkml:trace>
  <inkml:trace contextRef="#ctx0" brushRef="#br0" timeOffset="99220.35">18106 9562 135 0,'0'0'-46'0,"0"0"57"0,0 0 4 0,0 0-4 15,0 0-1-15,0 0-5 16,-4 0-2-16,-1 0 2 0,1 0-3 15,-4 0-1-15,3-1 1 16,0 0-2-16,-3-3 1 16,1 0-1-16,-1-1-1 15,-2-2 1-15,-2-2 0 16,-2-2 1-16,0-2-1 0,-4-4 3 16,-1-2 2-16,0-3 4 15,-2-1 3-15,-4-3 0 16,-2-2 0-16,-1-1-10 15,-7-2 1-15,2-3 5 16,-2 0 0-16,1-4 1 0,1-4 1 16,1-3 1-16,2-3 8 15,1-5-4-15,2-2-16 16,2-4-1-16,1-3 3 16,-2-4 0-16,2-3-1 0,-1-1-4 15,-4-3 1-15,-2-4-2 16,0 0 2-16,-2 1 2 15,-1-1 1-15,1-3 1 16,1-1-1-16,-1-1 0 16,1 0-1-16,3 1 1 15,-2-2 0-15,1 1 0 16,4 4 1-16,-1 1-1 0,2 5 0 16,0-1 1-16,3 5 0 15,3 4-1-15,3 3 0 16,2 4 2-16,5 2-2 15,5 4 1-15,2 4-1 0,2 0-5 16,0 0 2 0,8 3 5-16,4 1-1 0,4 1-2 15,4 2 1-15,-2 3 0 16,6 3-2-16,3 3 2 16,2 1-6-16,3 0 6 0,6 2-3 15,2 0 6-15,6-1-3 16,6-1 0-16,6 3 0 15,8-1-1-15,7-1 0 16,8 1 1-16,7 0 0 16,5-2 1-16,2 3-2 15,2 1 1-15,5-1 2 0,1 0-2 16,4 0-1-16,3-1 1 16,5-2 0-16,2 2 1 15,0-2-1-15,6 3-4 16,2-3 2-16,4 3 4 15,-2-3-1-15,5 2-1 0,1-3 0 16,3-1 1 0,2-2-2-16,-3 2 1 0,2-3 0 15,3 0 2-15,-2 3-2 16,1 0 0-16,-4 2-1 16,0-1 2-16,-6 0 0 0,1-2-1 15,-5 3 0-15,3-4 0 16,-1 0 0-16,3 0 0 15,0-2 0-15,1 2 0 16,0-2 0-16,0 4 1 16,-6 1-2-16,-4 0-1 0,-8 5 0 15,-5-1-3-15,-8 3 3 16,-8 0 2-16,-7 1 0 16,-5 2-1-16,-4 2 1 15,-6 2 0-15,-7 3 1 16,-5 4-1-16,-6 3-1 0,-8 5-3 15,-5 2-3-15,-6 0 0 16,-6 2 4-16,-3 9 0 16,-4 4 2-16,-3 3-1 15,-1 2 1-15,-3 3 0 16,1 1-1-16,-3 6 0 0,1 0 2 16,0 2 0-16,-1 2 0 15,1 5-2-15,-1 3 2 16,0 2 0-16,-4 0 0 15,2 5-2-15,-2 1 2 16,0 0 0-16,1 3 2 16,0 5-2-16,2-1 1 0,-3 1-1 15,3 3 1-15,0 0-1 16,-1 2 0-16,5-1 1 16,-2 0-1-16,3 2 0 15,0 1 0-15,5 0 0 0,-2-1 1 16,4 4-1-16,-1-2 0 15,3-1 0-15,1 0 0 16,1-1 1-16,3-3-2 16,-1-1 1-16,-1-2 0 15,1-1 1-15,-1-3 0 16,-3-2-1-16,-2-2-1 0,1 0 1 16,-6-3 1-16,0 0-1 15,-2-1 0-15,-3-4 0 16,-3-3 1-16,-3-2-1 15,-1-4 0-15,-5-2 0 16,0 0-1-16,-3-2 0 0,-11-1 1 16,-2 1 5-16,-5-1-4 15,-6 2 2-15,-12-3-1 16,-7 4 0-16,-13 0-3 16,-11 2 3-16,-19 8-2 15,-16 6-5-15,-20 1-42 0,-20 2-77 16</inkml:trace>
  <inkml:trace contextRef="#ctx0" brushRef="#br0" timeOffset="122524.49">18686 6909 35 0,'0'0'3'0,"0"0"5"0,0 0 2 0,0 0-4 16,40-45-4-16,-33 35 0 0,0-2-2 15,-3 1 1-15,-1-2 2 16,0-1-1-16,-1 1 2 15,-2-1 3-15,0 0 0 16,0 0 0-16,-5-1-2 0,-2 1 1 16,-3 3-2-16,-1-2-3 15,-1 2 1-15,-1-1-2 16,-5 3 1-16,0 1-2 16,-4-1 5-16,0 1-6 15,-3 2 4-15,-4 1 2 16,-2 2-3-16,-2 0 4 15,2 3 10-15,-1 0-13 0,-3 0 2 16,2 0-5-16,0 6 11 16,-1 2-4-16,-3 5-9 15,-1 2 12-15,2 3-8 16,-3 3 1-16,2 5-1 0,3 2-1 16,1 5-1-16,4 0 1 15,1 5-1-15,0 2 0 16,1 1 2-16,-2 3-2 15,1 3 1-15,-1 1-2 16,1 0 3-16,2 3-1 16,1 0 1-16,4-1 2 0,2 0 0 15,3 1-2-15,3 0-1 16,1 2 0-16,5 4 0 16,1 1 1-16,3 0-1 15,3 3 3-15,0 3-1 16,0 3 1-16,9-1-1 0,3-1 4 15,1-2-6-15,5-5 2 16,4-2-5-16,4-6-1 16,6 0 6-16,0-1-2 15,3-3 2-15,2 0-1 16,2-3-2-16,2-2-1 0,2-3 5 16,0-4-3-16,6-5 2 15,-1-4-1-15,2-9 1 16,2-4-2-16,0-7-3 15,-4-5-3-15,0 0 2 0,-1-10-1 16,-1-4 5 0,0-6 1-16,-2-4-1 0,-3 0 5 15,1-3 2-15,-7-2-1 16,-1 1 0-16,-4-2-1 16,-3 0 4-16,-3-2 1 15,-4-4 5-15,0-2-9 16,-3-2 3-16,0 0-4 0,3-4-2 15,-3-1-2-15,0-2-1 16,-2-4 1-16,2-4 1 16,-1-2-2-16,-2-3 1 15,-5 1-1-15,-1-1-1 0,-4-1 1 16,-3 0 1-16,-1 1 0 16,0 0 1-16,-9 2 0 15,-2 1 0-15,-5 2 4 16,-4 1-3-16,-2-3 0 15,-1 2 1-15,-6-1-3 0,3 0-1 16,-1 0 2-16,-2 2 0 16,0 0-1-16,0 0-1 15,-1 3-1-15,-1 5 2 16,-2 1 0-16,-5 8 0 0,-2 2 2 16,-2 5-3-1,-1 7-3-15,0 5 5 0,-1 3-7 16,-2 7 6-16,2 5-4 15,-1 3 1-15,-2 3-2 16,-1 8 6-16,3 8-6 16,-4 4 5-16,4 7-4 15,-2 6 7-15,2 7-7 0,0 10 3 16,-2 2 0-16,2 7 1 16,2 1-2-16,0 5 1 15,5 3 0-15,4 2-1 16,2-1 0-16,4 0 1 15,3 1-1-15,5-2 1 16,4-3-4-16,3-1 4 0,4-2-3 16,7-1 2-16,2-1-1 15,2-4 1-15,12 3 1 16,6-2-2-16,1-1 2 16,5-3-1-16,3-2 0 0,6-2-1 15,-1-1 1-15,6-2 1 16,1-2-1-16,1-1-1 15,1-5 0-15,1-4 0 16,3-7 7-16,-1-5-4 0,5-5-1 16,3-4 1-16,1-7 0 15,2-3-2-15,0-6 2 16,1 0-1-16,-2-3 2 16,-2-11 0-16,1-2-2 15,-4-5 0-15,-1-6 1 0,-6 0 0 16,-1-7-2-16,-3-3 3 15,-2-5-1-15,-2-4 0 16,0-1-2-16,-4-2 2 16,-4-5-1-16,-1-3 1 15,-7-1-1-15,-5-5 0 16,-1-1 1-16,-8-1-1 16,-1-3 2-16,-5-2-2 0,0-4 1 15,0 3 1-15,-4-4-1 16,-5-3-1-16,-5 1 1 15,1-1 0-15,-1 3-1 16,-1-2 0-16,-5 2 1 16,-1 2-2-16,-2 1 2 0,-5 5-4 15,-6 6 3-15,-4 4-1 16,-4 5 2-16,-4 6 0 16,-4 5-1-16,-6 8-4 15,0 8 7-15,-6 6-10 0,1 12 5 16,-4 7 0-16,-3 8 1 15,-2 18 4-15,-4 10-3 16,-4 11 0-16,-7 17 2 16,-2 8-2-16,2 12 1 15,1 7 0-15,3 8 0 16,12 6 0-16,13-2-2 0,13 3 1 16,14-4 3-16,15-1-7 15,14-3 4-15,9-4 0 16,20-3-1-16,10-6 0 15,12-10-4-15,13-7-5 16,14-13-3-16,11-12-2 0,14-14-9 16,14-19-37-16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6:59:43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16227 5182 29 0,'-1'-1'9'0,"0"-1"-7"0,1 2-2 0,0 0-4 15,0 0 6-15,0-1-2 0,0 1 0 16,0 0 1-16,0 0 0 16,0 0 0-16,0 0 0 15,0 0 3-15,0 0 1 16,0 0-4-16,0 0-3 16,0 0 3-16,0 0-2 0,0 0-15 15</inkml:trace>
  <inkml:trace contextRef="#ctx0" brushRef="#br0" timeOffset="16365.86">16414 5392 3 0,'2'3'10'0,"0"-2"4"0,1 2-4 16,1 0 2-16,-1-1 0 15,0 2 0-15,0-1-3 16,2 1-2-16,-3 1 3 0,1-1-6 16,2 1 5-16,0 2-2 15,1-1-1-15,4 1 2 16,-4 3 0-16,2-1-1 15,3 0-2-15,-2 2 0 16,1 0-1-16,2 0-1 0,-1 2 0 16,0-2 2-16,5-1-1 15,-3 2 1-15,4-3-1 16,3 0 2-16,1-2 0 16,2 0 2-16,1-1 2 15,2 0-1-15,1-2-3 16,-1 0-2-16,1-1-2 0,0-3 1 15,-1 1-2-15,-3-1 1 16,-1 0 0-16,2 0 1 16,-4 0-1-16,1-1 0 15,-3-2 0-15,2 0-1 16,-5 2-15-16,-1 0-31 0,-6-2-29 16,-1 3-15-16</inkml:trace>
  <inkml:trace contextRef="#ctx0" brushRef="#br0" timeOffset="16618.83">17062 5510 116 0,'0'0'5'0,"0"0"13"0,0 0 3 0,0 0 5 0,40-26-4 16,-33 24-9-16,0 2-6 15,-1 0-4-15,1 0 0 16,0 10-2-16,0 0-1 16,-2 1-1-16,-3 5 1 0,-2 2 1 15,0 2 0-15,-7 7 5 16,-9 4-11-16,-8 5-47 16,0-1-34-16</inkml:trace>
  <inkml:trace contextRef="#ctx0" brushRef="#br0" timeOffset="19229.13">17767 5452 71 0,'4'-7'5'0,"0"1"19"0,-1-1 4 0,1 3 3 16,-2 0 0-16,1 2-13 0,-3 1-2 15,2 1-4-15,0 0-13 16,-1 4-6-16,1 10 1 16,0 6 6-16,2 3 4 15,0 5-3-15,-2 3 6 16,1 2-2-16,2-2-2 0,-1 2-2 15,-1-5-1-15,0 1 1 16,-2-4 0-16,-1 1 1 16,0-5 0-16,0 0-1 15,0-5-12-15,-2-2-11 16,-3-4-32-16,1-6-19 16</inkml:trace>
  <inkml:trace contextRef="#ctx0" brushRef="#br0" timeOffset="19642.31">17793 5470 104 0,'0'0'-2'16,"0"0"9"-16,47-35 12 0,-27 25 4 15,-3 2-3-15,0 0-1 16,1 3-5-16,-3 1-6 16,-3 3-4-16,1 1-2 15,-4 0-3-15,3 3 0 16,-2 7-1-16,-1 0 1 0,-1 0 0 16,0 3 1-16,-5-2-2 15,1 1 2-15,-3-2-2 16,-1-2-2-16,0 3 8 15,0-4 0-15,-3 2-5 16,-4-2 6-16,-3 0 7 0,-5-2-8 16,2 1 8-1,-1 0-7-15,-1-1-1 0,1-1-2 16,3-3 2-16,-2 2-1 16,6-2-1-16,2 2-2 15,3-1-7-15,2-2-47 16,0 0-50-16</inkml:trace>
  <inkml:trace contextRef="#ctx0" brushRef="#br0" timeOffset="20389.43">18173 5516 134 0,'0'0'-13'0,"0"0"15"0,0 0 1 0,0 0 0 16,0 0 1-16,0 0-3 15,36 0 3-15,-29 0 5 16,-1-2-6-16,3 1-1 16,2-2-2-16,1-1 1 15,-2-2 0-15,1-1-1 0,-1 0 0 16,-3 0 1-16,0-2-1 15,-3 1 2-15,1 0-1 16,-3-1 1-16,-2 2 9 16,0 1 1-16,0 0 3 15,-8 2-10-15,2 3-3 0,-4 1 1 16,0 0 5-16,-1 0-7 16,2 3 0-16,-5 5 0 15,3 3-3-15,2 2 2 16,3 1-2-16,-3 1 1 15,6 0-1-15,3 1-2 0,0-2 0 16,0-1 1-16,4 1 0 16,6-4 4-16,-1 0 2 15,1-2-2-15,3-2-1 16,-1 1 2-16,1-3-2 16,-2-2 1-16,1-1-1 0,0-1 3 15,-4 0-2-15,1 0 3 16,1-1 4-16,-4-3-1 15,-1-2 1-15,1 0-1 16,-1-2-1-16,4-1-3 16,-4 1-1-16,3-2 0 0,3-2-1 15,-1 1-1-15,1 1 1 16,2-1 1-16,-1 1-2 16,0 3 1-16,2 0-1 15,-1 1 0-15,1 2 0 16,1 1 0-16,1 1-1 0,0-1 1 15,1 3-2-15,-1 0 1 16,0 0 0-16,-3 0 0 16,1 5 0-16,-1 1 0 15,-4 1 1-15,1 1-1 16,0 1 1-16,-4-1 1 0,3 2-1 16,-3-3 0-16,3 0-20 15,-1-2-37-15,1-3-47 16</inkml:trace>
  <inkml:trace contextRef="#ctx0" brushRef="#br0" timeOffset="20745.81">18882 5425 23 0,'0'0'69'0,"0"0"-54"0,0 0 13 0,0 0-8 16,0 0-3-16,0 0-5 16,0 0 0-16,0 0-8 15,0 0 1-15,-45-25 1 16,34 27-3-16,0 7-2 0,2 0 1 16,-3 0-1-16,1 4 0 15,2 1 1-15,0 0 2 16,3-2-3-16,2 3 0 15,3-2 1-15,1-2 0 16,0-1 1-16,1 0-1 0,9-2 0 16,4-1 7-16,2-2-8 15,6 0 3-15,3-1-2 16,6-3 2-16,2-1-6 16,3 0-53-16,-4-3-44 15</inkml:trace>
  <inkml:trace contextRef="#ctx0" brushRef="#br0" timeOffset="21193.89">19065 5507 67 0,'0'0'2'0,"0"0"1"16,0 0 10-16,0 0 4 16,0 0 5-16,48 6-1 15,-29-10-12-15,1-5-2 16,0 2-2-16,2-4 1 16,-3 4 0-16,1-3-2 0,-3 0-1 15,0 0 0-15,-4 0-2 16,-3 0 1-16,-3 1 0 15,-4 2 3-15,-3 0-2 16,0 3 0-16,-8 1-5 16,-6 2 12-16,-1 1-8 15,-4 0-1-15,-1 5 0 0,0 5 2 16,1 2-1-16,3-1-1 16,2 3-1-16,3-1-3 15,6 1 2-15,2-2-2 16,3-1 0-16,0 0 1 15,10-1 0-15,5 0 5 16,5-3-1-16,3 0-1 0,3-4-20 16,0-3-57-16</inkml:trace>
  <inkml:trace contextRef="#ctx0" brushRef="#br0" timeOffset="21487.34">19422 5422 173 0,'0'0'16'0,"0"0"-4"0,0 0-15 0,0 0-2 16,0 0 11-16,0 0 3 15,0 0 1-15,0 46-2 16,0-28-6-16,0 3 1 15,0-1-3-15,0 2 1 0,0-1-1 16,1 0 2-16,1-1-1 16,-2-3 1-16,0 0-2 15,2-4-12-15,-2-5-17 16,0-1-6-16,0-5-15 16,0-2 3-16</inkml:trace>
  <inkml:trace contextRef="#ctx0" brushRef="#br0" timeOffset="21770.75">19434 5479 99 0,'0'0'0'0,"0"0"18"15,21-53 9-15,-9 40-12 16,0 2-4-16,3 1-5 16,1 3-2-16,0 3 0 15,0 4-1-15,0 0-1 16,-1 0-2-16,-1 7-1 0,-3 3 1 15,0 1 1-15,-3 2-1 16,-6-3 0-16,-2 4 0 16,0-1 0-16,-2-2 1 15,-9-2 2-15,-5 1 5 0,-3-2 4 16,-2 2-8-16,-3-1-2 16,1-2-8-16,5-3-4 15,3 0-41-15,6-4 12 16,7 0-16-16</inkml:trace>
  <inkml:trace contextRef="#ctx0" brushRef="#br0" timeOffset="22076.88">19703 5198 162 0,'0'0'-17'16,"0"0"27"-16,0 0 0 15,0 0-10-15,0 0-2 0,0 0 4 16,0 0 7-16,17 41 5 16,-14-20-9-16,-3 5 1 15,2-1-2-15,0-2 1 16,2 1-4-16,-2-4 0 15,0 0 0-15,1-3 0 16,-1-3 0-16,-2-1-6 0,0-3-14 16,0-3-25-16,0-3-16 15</inkml:trace>
  <inkml:trace contextRef="#ctx0" brushRef="#br0" timeOffset="22589.3">19680 5363 144 0,'0'0'-4'0,"0"0"23"15,0 0-6-15,0 0-8 16,0 0 1-16,0 0-3 16,44-29 2-16,-26 25 2 15,3-2 0-15,4 2 0 16,0-1-1-16,2 1-1 15,1-1-2-15,-1 2-1 0,1 3-1 16,-1 0-1-16,-2 0 2 16,-6 0-2-16,0 1-2 15,-1 9 2-15,-7-1-1 16,-2 2-1-16,-3 2 3 0,-3-1-2 16,1 1 0-16,-4 0 0 15,0-2 4-15,0 0-4 16,0-2-2-16,-5-3 1 15,-1-2 3-15,-1-1 5 16,0 0-8-16,1-3 10 16,-2 0-2-16,2 0-4 0,-2 0 0 15,4-4 3-15,-1-2-1 16,0-3-1-16,3-2 0 16,2 1 2-16,0-4-3 15,0-3 0-15,0 1 2 16,7-1-4-16,-1 2 3 15,3-1-4-15,2 3 1 0,1 2-2 16,-1 2 4-16,3 2-1 16,0 3-17-16,0 1-18 15,-2 2-30-15,1-1-31 16</inkml:trace>
  <inkml:trace contextRef="#ctx0" brushRef="#br0" timeOffset="23058.87">20259 5282 73 0,'0'0'49'0,"0"0"-44"0,0 0-2 16,0 0-8-16,-36 41 9 16,22-26-1-16,4 2 0 15,0 2 0-15,3-4-1 16,5-2 2-16,0 0 0 0,2-3 1 16,0-3 1-16,4-1 0 15,4-2 3-15,3-3-6 16,1-1 4-16,2 0 1 15,2 0 1-15,1-6-1 16,0-2 1-16,-2-3 2 0,-2 1-2 16,-3-3 2-16,-3 2 2 15,-5-3 1-15,-2-1-5 16,0 2-1-16,-2 1-4 16,-5 0 2-16,-3 4-4 15,-1 1 1-15,-2 4-3 0,-1 3 8 16,1 0-13-16,0 2-9 15,3 7-5-15,2 1-16 16,3-1-49-16,4-2-15 16</inkml:trace>
  <inkml:trace contextRef="#ctx0" brushRef="#br0" timeOffset="23457.33">20382 5318 171 0,'0'0'9'0,"0"0"4"0,0 0-7 16,0 0-4-16,0 0-1 15,40-11-3-15,-36 17 0 16,1 1 2-16,-2 2 3 16,-1 3 0-16,1-3 1 15,0 5-1-15,1-4 1 0,-1 1-2 16,-1-2-1-16,-2-3 0 15,0-2 2-15,2 1-6 16,-2-3 5-16,0-2-2 16,0 0 7-16,0 0 26 15,0 0-3-15,0-2-23 0,1-5-4 16,2-3 1-16,3 2-2 16,2-2 2-16,-1-1-2 15,2 0 0-15,4 2-1 16,-2 2 0-16,-1 2-1 15,5 5-1-15,-2 0 0 0,5 9-1 16,-3 5 0-16,0 7 0 16,-1 6-18-16,0-1-60 15,-9 2-110-15</inkml:trace>
  <inkml:trace contextRef="#ctx0" brushRef="#br0" timeOffset="25334.04">19215 6545 22 0,'0'0'3'0,"0"0"5"0,0 0-5 0,0 0 2 16,0 0 0-16,0 0-3 15,0 0 0-15,0-1 0 16,0 1 4-16,0-1-4 0,0 1-1 16,0-2-1-16,0 2-14 15,0 0-32-15</inkml:trace>
  <inkml:trace contextRef="#ctx0" brushRef="#br0" timeOffset="26545.31">19215 6545 6 0,'0'0'39'0,"0"-11"-7"0,0 8 1 15,0-1-10-15,0 3-4 16,-1-2-8-16,-1 0-2 15,-1 0-6-15,0 1-1 16,-3 0-1-16,1-1 4 16,0 0 0-16,-1 3 2 15,1-1-4-15,-1 1 0 0,2 0-3 16,-2 0-1-16,-1 0 4 16,3 0-4-16,-3 1 2 15,2 5-1-15,-2-1 1 16,4 1-1-16,-1 1 0 0,1 0-1 15,-1-2 1-15,2 0 0 16,0 1-1-16,-1-2 1 16,3-1 0-16,-2 3-1 15,2-2 1-15,-2 2 0 16,2-2 0-16,-3 3 0 16,1-4 0-16,1 4 0 0,-2-1 0 15,2 0 1-15,0-1-1 16,1 2 0-16,-1 2 0 15,-1-2 0-15,2 3 0 16,0 1 0-16,-3-2 0 16,2 2 0-16,0 1 0 15,1 0-1-15,0-1 0 0,0 2 1 16,0 0 1-16,0 0-1 16,0 1 3-16,0 2 2 15,0 1-4-15,1 0 0 16,3-2-1-16,2 2-2 0,4-1 2 15,1 2 5-15,1-3-2 16,3-2 2-16,3 2 0 16,2-1 3-16,2-1-5 15,-4 0 1-15,4 0-3 16,3-3 0-16,-4-2 0 16,2-1-3-16,-1-2 13 0,2-3-1 15,0-2-4-15,-3 0 2 16,2 0-3-16,0-2 1 15,-4-4-3-15,4 0-1 16,0-1-1-16,0 0 1 16,0-2-1-16,2-2 0 0,0 1 1 15,0-2-1-15,0 0 0 16,-2-2-1-16,2 1 1 16,-5-1 0-16,1-2-1 15,-3 0 2-15,-2-2-1 16,-1 1 0-16,-2 0 0 0,-2 1 1 15,-2-2 3-15,-2-1 0 16,2 1 0-16,-4-1-1 16,-1 1-2-16,0-1-1 15,-2 1 1-15,-2 0 0 16,0-1-1-16,0 4 0 0,-2-3 1 16,-4 2 1-16,-1-1-2 15,-2-1-1-15,0 1 1 16,0 0 1-16,-1 1-2 15,-2 1 1-15,1 1 1 16,-1 1-2-16,1 0 1 0,0 2 2 16,0 4-2-16,4-2 2 15,-2 0-2-15,-2 1-1 16,4 3 0-16,-3-1-1 16,0 0 2-16,-1 1-3 15,2 0 3-15,-1 0-4 0,-1 2 5 16,3-1-1-16,-3 2-1 15,-1 1 1-15,2 1-2 16,-3 0 1-16,2 0-3 16,-1 0 2-16,0 0 4 15,-1 1-6-15,-1 5 6 16,1 1-3-16,0 0 0 0,-1 0-2 16,1 3 1-16,-3 1 0 15,1-1-3-15,-3 2-3 16,-1-3-2-16,2 0 5 15,-3-2 3-15,2 0 1 16,0-4 0-16,1 0 0 0,1-3 1 16,3 0-1-16,1 0 1 15,3 0-1-15,0 0 1 16,2 0-2-16,3 0 1 16,2 0 1-16,0 0-1 0,2 0-3 15,0 0-6-15,0 3-13 16,4 3 2-16,6-1-23 15,-2 0-32-15,0-5-84 16</inkml:trace>
  <inkml:trace contextRef="#ctx0" brushRef="#br0" timeOffset="27348.06">17856 6345 63 0,'2'3'-2'0,"2"1"1"0,3 0 2 0,0-1 2 16,2 3 3-16,2-3 2 0,-1 1 4 16,1 1 4-16,2 0-3 15,2 1 0-15,2 1-4 16,4 0 4-16,6 3-1 16,0 0-5-16,5 1-6 15,3-1 0-15,-1 3-2 16,3-2 2-16,-3 2 0 0,2 0 0 15,-2 0 1-15,1-1 2 16,-1 0 0-16,2-1 1 16,3-2 1-16,0 1-3 15,-1-3 2-15,0-1 0 16,-1-2-1-16,-3 0 0 0,-1-1 5 16,-4-3 3-16,-4 0-3 15,-4 0-3-15,-1 0 0 16,-7 0-3-16,0 0-3 15,-4 0 3-15,-2 0-2 16,-4 0 0-16,0 1 0 16,-2-1 0-16,0 3-5 0,-1 0-16 15,0 1-29-15,0 0-22 16,-5-1-29-16</inkml:trace>
  <inkml:trace contextRef="#ctx0" brushRef="#br0" timeOffset="27545.37">18785 6520 174 0,'0'0'5'0,"0"0"14"0,0 0-1 0,0 0-3 0,0 0-8 16,36-20-2-16,-26 23-3 15,-1 8 0-15,1 5-2 16,-5 4-2-16,-4 4-17 15,-1 2-35-15,-10 1-46 16</inkml:trace>
  <inkml:trace contextRef="#ctx0" brushRef="#br0" timeOffset="28054.71">17901 6997 108 0,'0'0'5'0,"0"0"-2"0,0 0-4 16,0 0 7-16,0 0 1 16,43-3 1-16,-28-1 1 15,5 3 1-15,5-4 2 16,3 1 1-16,6-2 3 16,6 0-2-16,3 0-5 0,4 0-2 15,2-4-2-15,-2 4-1 16,2-1-1-16,-6-1 0 15,2-1 4-15,-1 2-1 16,2-3-1-16,-3 2 0 16,1-2 0-16,-2 0-3 0,-1 0 1 15,-5 1-2-15,-4 1 0 16,-3-1 0-16,-2 2 0 16,-2 2 0-16,-3 0 0 15,-3 1-1-15,0 1 1 16,-2 2 0-16,-1-1-2 15,-5 2-16-15,-3 0-33 16,-2 0-34-16,-6 0-46 0</inkml:trace>
  <inkml:trace contextRef="#ctx0" brushRef="#br0" timeOffset="28253.16">18826 6776 95 0,'0'0'66'0,"0"0"-47"16,0 0 20-16,0 0-24 16,0 0-10-16,0 0-3 0,0 0-2 15,43-6 1-15,-33 20-1 16,-3 5-3-16,-2 3-10 16,-5 5-17-16,-10 2-6 15,-9 5-22-15</inkml:trace>
  <inkml:trace contextRef="#ctx0" brushRef="#br0" timeOffset="28715.31">18152 7497 157 0,'0'0'-2'0,"0"0"5"16,0 0-3-16,0 0-1 15,0 0 2-15,0 0 0 16,0 0 0-16,0 0 0 16,-21 17 5-16,21-17 4 15,7 0 13-15,5-1-9 0,5-6-9 16,5-3-2-16,0-3-1 15,7 0 2-15,2-6-4 16,4 0 11-16,1-4-2 16,3 0 0-16,-1 0 1 15,3-1-5-15,1 0 0 0,-2-1-2 16,-1 2-1-16,-1 0 0 16,-1 1-1-16,-4 2 0 15,-3 1 1-15,-1 2-2 16,0 3 1-16,-5 1-1 15,-1 3 0-15,-1-1 1 0,-2 5-1 16,-4 3 1-16,-3 1-2 16,-2 2-10-16,-2 0-15 15,-7 0-21-15,-2 2-45 16</inkml:trace>
  <inkml:trace contextRef="#ctx0" brushRef="#br0" timeOffset="28901.76">18865 7064 211 0,'0'0'-23'0,"0"0"33"0,0 0 8 16,44-23-5-16,-31 23-3 16,-2 0-5-16,0 4-2 15,-6 9-2-15,-3 4-6 16,-2 2-33-16,0-2-63 0</inkml:trace>
  <inkml:trace contextRef="#ctx0" brushRef="#br0" timeOffset="30090.01">19479 6486 115 0,'2'6'0'0,"-2"5"12"0,2 3 6 0,-1 5-6 15,1 6-3-15,1 5-1 16,2 6-4-16,0 3-2 0,4 4 1 15,-2 1-3-15,2-1 1 16,-1-1-1-16,1-6-1 16,0-4-3-16,-2-5-14 15,1-10-17-15,0-8-25 16</inkml:trace>
  <inkml:trace contextRef="#ctx0" brushRef="#br0" timeOffset="30795.43">19919 6700 52 0,'0'0'-2'0,"0"0"3"0,0 0-1 0,0 0-1 0,0 0 7 15,0 0 4-15,0 0 7 16,39 3-3-16,-22-3-1 16,0 0-2-16,4-1 0 15,5-1-1-15,2 1-2 0,1-2-4 16,4 3 3 0,-1-3 2-16,3 1 1 0,1 0 2 15,3-1 5-15,6-1-3 16,4-1-3-16,3 0-6 15,2-1-1-15,2 0 0 16,2 0-2-16,-2 1 0 0,-2-3-1 16,-1 2 1-16,-7 2-1 15,-4 0 0-15,-4-1 0 16,-7 1 3-16,-5 1 0 16,-4 0-1-16,-4 2-2 0,-3 0 0 15,-2 1 1-15,-3 0-2 16,-3 0-10-16,0 0-25 15,-6 0-24-15,-1 0-17 16</inkml:trace>
  <inkml:trace contextRef="#ctx0" brushRef="#br0" timeOffset="31050.67">21024 6535 27 0,'0'0'93'0,"0"0"-80"0,0 0 12 16,0 0-10-16,42 3-3 16,-32 2-1-16,1 5-4 0,-1 2 2 15,-2 1-5-15,-1 4-1 16,-4 3-3-16,-3 3 2 15,-6-1-12-15,-11 1-28 16,-8-3-28-16</inkml:trace>
  <inkml:trace contextRef="#ctx0" brushRef="#br0" timeOffset="32038.97">21573 6328 116 0,'0'0'-4'0,"0"0"14"0,0 0 3 0,0 0 5 0,0 0 3 16,0 0-9-16,0 0-12 15,0 0-1-15,0 0 3 16,0 0 1-16,4 24 0 15,-4-11-4-15,1 1 2 16,7 1 1-16,1-3 1 0,3 0 4 16,-1-2 1-16,0-3-3 15,3-2 4-15,-2-2-2 16,2-3 1-16,-1 0-1 16,1 0-4-16,1 0-3 15,0-7 0-15,-2-1 2 0,1-2-1 16,-1 0 0-16,-1-2-1 15,-2 0 1-15,-3-1 0 16,-3 1 0-16,2 0 2 16,-4 3-1-16,-2-1-2 15,0 3 0-15,0 3 1 0,0 0 0 16,0 2-1-16,0-1-1 16,0 3 3-16,0 0-4 15,0 0 1-15,-2 0 4 16,-2 3-2-16,2 6-2 15,0-1 1-15,0 4-2 0,2 0 1 16,0 2 1-16,0 1 0 16,0 0-5-16,0 4 5 15,1-2 0-15,4 0 2 16,1 2-2-16,-4 1 1 16,1-1-1-16,2 1 2 0,-1-3-2 15,-3 3 0-15,0-3 0 16,0-3 0-16,0 1 0 15,-1-4 0-15,0-1 1 16,0-2-1-16,0-1 1 16,-3-3 2-16,-2 0-3 15,-2-2 7-15,-2 1-1 0,2-3 0 16,-4 0 1-16,2 0-1 16,2 0-3-16,-1 0-1 15,1 0-1-15,-1-6 0 16,2 0-1-16,-3-2-5 15,-1-2-21-15,2-2-96 16</inkml:trace>
  <inkml:trace contextRef="#ctx0" brushRef="#br0" timeOffset="32675.2">21642 6182 130 0,'0'0'8'0,"0"0"19"0,0 0-8 15,0 0 3-15,0 0 8 16,0 0-13-16,0 0-4 0,0 0-4 16,0 0-1-16,0 0 0 15,0 0-2-15,0 0-2 16,0 0-2-16,1-32-1 16,0 27-1-16,0-1 1 0,1-1 0 15,0-1-1-15,2-2 2 16,-1-1 0-16,0-1-1 15,1 1-1-15,0-2 1 16,0 0 0-16,-1 4 1 16,1 2-2-16,0 0-3 15,-1 3 3-15,0 3-1 0,0-1-1 16,4 2 1-16,-4 0 0 16,1 9 1-16,3 2-1 15,3 5 1-15,-2 5 0 16,3 0-3-16,1 2-11 15,3-1-10-15,-2-3-36 16,3-3-35-16</inkml:trace>
  <inkml:trace contextRef="#ctx0" brushRef="#br0" timeOffset="33691.15">21980 5878 66 0,'0'0'3'0,"0"0"-1"0,0 0 0 0,-40-24 1 0,30 18 8 16,1-1 13-16,1-2-1 15,-1 2 2-15,1 0-10 16,0 0-6-16,-2-1-4 16,0 2-3-16,-1-2-2 0,2 0 2 15,-5 4-2-15,1 0 1 16,-1 2 2-16,-1 2-1 16,-4 0-2-16,2 0 0 15,-1 1 0-15,-3 4 0 16,2 2 0-16,-1 0 2 0,1-1 2 15,0 3 1-15,-3 0 0 16,1 0-1-16,-2 5 0 16,0-2-2-16,-3 4 0 15,0 0-1-15,1 4 0 16,-1 0-1-16,-1 3 1 0,1 2 1 16,1 2-1-16,0 3-1 15,5 4 0-15,-2 2 2 16,1 1-2-16,3 1 0 15,0 3 0-15,4 0 0 16,0 2 0-16,3 2-2 16,3 2 4-16,3 0-4 0,4 0 2 15,1-6 3-15,0 2-3 16,10-4-1-16,3-4-1 16,3 0 4-16,0-2-1 15,5-2 2-15,1-4-1 16,4 2 0-16,2-4 0 0,5-1-1 15,1-4-2-15,5-2 2 16,3-3 1-16,1-4-1 16,3-4 2-16,2-2-5 15,4-4 7-15,2-1 3 16,-2 0 1-16,2-7-6 0,2-2-1 16,-2-2-1-16,-3-3-1 15,-5-2-1-15,-1-1 0 16,-7-4 1-16,-2-4 1 15,-4-3 0-15,0 0 0 0,-5-5 1 16,-2-1 1-16,-4 0-2 16,-2-3 3-16,-3-3 0 15,-7-2 2-15,-1-3 0 16,-7-1-3-16,-1-1 3 16,0 0-3-16,-6 0 3 15,-4 3-2-15,-9 0 0 0,-1 4-3 16,-7-1-2-16,-4 4-2 15,-9 3-2-15,-7 7-10 16,-10 2-13-16,-8 3-45 16,-7 1-56-16</inkml:trace>
  <inkml:trace contextRef="#ctx0" brushRef="#br0" timeOffset="41223.99">21763 6864 66 0,'2'0'3'0,"-2"0"-3"0,1 0 2 0,0 1 3 0,0-1 0 16,0 0 0-16,0 2-1 16,-1-1 1-16,1 2-1 15,0 0 3-15,-1 2 0 16,1 2 0-16,0 2-4 0,3 2 0 16,-2 1 4-16,1 6-2 15,2 2 2-15,1 3-3 16,-3 2-1-16,0 4 0 15,2 2-3-15,-2 4 4 16,-2 1 2-16,1-1-6 16,0 1 7-16,0-2-4 0,2-3-1 15,-2 0 0-15,2-2 1 16,-1-4-1-16,1-2-2 16,-2 0 1-16,1-5 0 15,-2-2-1-15,0-1 0 0,1-3 1 16,-2-5-1-1,2-3 0-15,0 1 1 0,1-3-1 16,-3-1 1-16,1-1 1 16,0 0-11-16,-1 0-13 15,0 0-11-15,0 0-28 16</inkml:trace>
  <inkml:trace contextRef="#ctx0" brushRef="#br0" timeOffset="41485.54">21669 7525 150 0,'0'0'5'0,"0"0"-18"0,0 0 19 0,0 0-2 16,0 0 1-16,27 37-3 16,-18-28 0-16,0-2-1 15,2 3-1-15,-3-4 0 0,2-1-5 16,2-3-29-16,-2-2-23 16</inkml:trace>
  <inkml:trace contextRef="#ctx0" brushRef="#br0" timeOffset="41619.23">21848 7481 190 0,'0'0'10'16,"0"0"35"-16,0 0-25 15,0 0-21-15,0 0 2 16,0 0-11-16,-18 49 9 16,9-17-22-16,-5 4-61 0</inkml:trace>
  <inkml:trace contextRef="#ctx0" brushRef="#br0" timeOffset="42176.24">21126 8153 201 0,'0'0'-25'0,"0"0"55"16,0 0-21-16,0 0-3 16,0 0-5-16,0 0-1 0,0 0-1 15,0 0-8-15,0 0-2 16,28-29-2-16,-23 27 5 16,-2 1 6-16,-2 0 1 15,-1 1 1-15,0 0 1 0,0 0 13 16,-1 0-7-16,-6 4-8 15,0 5 1-15,-4 3 5 16,0 2 0-16,2 6 0 16,-3 1 4-16,4 3 3 15,3 2-6-15,1 2-3 16,2 1 2-16,2-1-4 16,0-2-1-16,4-2 1 0,4-6-1 15,5 1 0-15,2-5-1 16,5-3 3-16,-1-1-2 15,4-3 1-15,2-5-37 16,-2-2-48-16</inkml:trace>
  <inkml:trace contextRef="#ctx0" brushRef="#br0" timeOffset="42537.03">21411 8292 144 0,'0'0'2'0,"0"0"2"16,0 0-3-16,-17 47 2 16,15-33 1-16,2 2 3 15,0-2 1-15,0-2-1 16,0-4-3-16,6 2-2 0,3-4 0 16,1-5 1-16,1-1 4 15,2 0 1-15,3 0 1 16,3-11 0-16,-2-2-1 15,1-4-1-15,-2-1-1 0,-3-4 2 16,-3 2 1-16,-6-1-3 16,-4 4 0-16,0 3 0 15,-4 1 7-15,-10 6-3 16,-3 4-8-16,-4 3-3 16,-3 0-1-16,0 10-1 0,-2 4-1 15,3 2-9-15,5 0-8 16,5-1-4-16,6-2-25 15,5-5-27-15</inkml:trace>
  <inkml:trace contextRef="#ctx0" brushRef="#br0" timeOffset="42999.63">21636 8207 110 0,'0'0'36'15,"0"0"-33"-15,0 0 1 0,0 0-2 16,0 0 2-16,39-13-4 16,-36 23 4-16,3 3 10 15,-3 3 5-15,1 2-6 16,3 2-7-16,-4 1-4 16,-1-1-1-16,0-1 2 0,-1-4-2 15,-1-3 0-15,0-4 0 16,0-2-1-16,0-2 2 15,0-4-1-15,0 0 3 16,0 0 16-16,0-7-7 16,3-4-10-16,-1-5-3 0,0-2-5 15,4-2-2-15,1-1-3 16,1-1 7-16,1 4 3 16,3 1 1-16,-1 1-1 15,3 5 0-15,0 1 0 16,-1 1 2-16,2 4 0 0,-1 2-1 15,0 3-1-15,-1 0 0 16,0 2 0-16,1 9-1 16,-5 3-1-16,1 4 1 15,-2-1 1-15,-2 3 1 16,-1 1-1-16,0-1-1 16,-2-3-19-16,1-2-32 0,0-7-21 15</inkml:trace>
  <inkml:trace contextRef="#ctx0" brushRef="#br0" timeOffset="43291.96">22099 7977 129 0,'0'0'-5'0,"0"0"28"0,0 0 20 0,0 0-21 0,0 0-28 16,0 0 8-16,0 0 1 15,-2 50 9-15,1-25-4 16,1 5-1-16,0-3-3 0,0 3-1 16,0-2 0-16,1-2-2 15,1 2 0-15,-1-4 0 16,-1-1 0-16,0-3-13 15,0-4-26-15,0-5-43 16</inkml:trace>
  <inkml:trace contextRef="#ctx0" brushRef="#br0" timeOffset="43605.46">22027 8179 145 0,'0'0'13'16,"0"0"4"-16,0 0-12 16,0 0-5-16,0 0 0 15,53-34 2-15,-34 28-4 16,4 0 2-16,-1 2 0 0,1 2-1 16,0 1 1-16,-4 1-1 15,0 0 0-15,-4 6 2 16,-3 5 1-16,-2 4 6 15,-3 3 2-15,-2 0 1 16,-1 2-3-16,-2 0 1 0,0 0-4 16,1-3-4-16,-3 0 1 15,3-4-2-15,0 0-3 16,4-8-39-16,-4-5-48 16</inkml:trace>
  <inkml:trace contextRef="#ctx0" brushRef="#br0" timeOffset="43756.13">22385 8014 199 0,'0'0'3'16,"0"0"-2"-16,0 0-62 15,0 0-36-15</inkml:trace>
  <inkml:trace contextRef="#ctx0" brushRef="#br0" timeOffset="44309.94">22381 8180 184 0,'0'0'-19'16,"0"0"25"-16,0 0 0 15,0 0-3-15,27-41-1 16,-20 33-2-16,0 2 0 16,1 0 0-16,2 2 4 0,-2 1 5 15,1 3 0-15,2 0 0 16,-1 0-6-16,-1 3-3 16,1 8 0-16,0 1-1 15,-4 1 1-15,1 3 2 16,-1-1 0-16,-1 0-2 0,0-2 0 15,0 1 2-15,-3-2-1 16,1-3-2-16,0-1 1 16,-3-4 1-16,0 0-1 15,0-4 1-15,0 0 4 16,0 0 7-16,0-4-9 0,1-6 1 16,2-1-3-16,2-4 0 15,1-2-1-15,2-1 0 16,2 2-1-16,3-2 0 15,0 2 1-15,1 2 0 16,0 3 0-16,1 2 0 16,-2 3 0-16,-2 2 0 0,2 4 1 15,-2 0 0-15,-2 0-1 16,1 4 0-16,-2 4-1 16,0 3 2-16,0 3 0 15,-1 0 1-15,-1 2-1 16,-1 1 0-16,3-1 0 0,-3-1-1 15,0 2-18-15,1-5-29 16,-2-2-30-16,1-6-28 16</inkml:trace>
  <inkml:trace contextRef="#ctx0" brushRef="#br0" timeOffset="44723.28">22913 8092 109 0,'0'0'30'16,"0"0"-12"-16,0 0 20 0,0 0-21 0,0 0-6 15,0 0-12-15,0 0 7 16,0 0-3-16,0 0 3 16,0 0-2-16,-35 44 3 15,33-28-2-15,2 1-4 0,0-4 0 16,0-2 0-16,5 0-2 15,5-4 3-15,-2-1-1 16,4-3 0-16,1-3 2 16,2 0-1-16,0-3 0 0,1-7 0 15,-1-1 0-15,1-3 0 16,-3 1 0-16,-1 0-1 16,-4 2-1-16,-3 1 1 15,1 4 0-15,-5 2 4 16,-1 1 10-16,0 3-6 15,0 0-6-15,0 0-5 0,0 5 0 16,0 4-1-16,0 3-1 16,3-1-5-16,5 2-11 15,-1-3-18-15,5-6-28 16,3 0-11-16</inkml:trace>
  <inkml:trace contextRef="#ctx0" brushRef="#br0" timeOffset="45535.28">23280 8067 107 0,'0'0'35'0,"0"0"6"15,0 0-2-15,0 0-24 16,0 0-12-16,0 0-3 16,-50-15 8-16,35 24-9 15,-1 5-2-15,2 0 6 16,-1 1-2-16,5 1-2 0,3 0-2 15,2 0 2-15,4-2-3 16,1 0-4-16,0-4 9 16,2 0-2-16,4-4-7 15,3-3 2-15,2-2 10 16,-1-1-2-16,2 0-2 16,0-4-1-16,-2-6 3 0,2 0-1 15,0-2 1-15,-3-3-2 16,0 2 1-16,0 0 0 15,1 2-1-15,-5 0 0 16,1 1 2-16,0 1-2 16,0 3 0-16,-1 1 1 0,0-1 1 15,2 3-2-15,-3 2 0 16,4-1 0-16,-4 2-2 16,1 0-1-16,1 5 1 15,-3 3 0-15,2 4 4 16,1 0 0-16,0 3 0 0,3 0-2 15,-2-1 0-15,5-1 0 16,-1 0 0-16,3-3 0 16,-3-3 0-16,1-3 0 15,-2-1 0-15,1-3 0 16,0 0 1-16,0 0-1 0,0-10 3 16,0 0-1-16,1-3 0 15,-1-2 0-15,3-1 0 16,-3 2 0-16,-1 0 0 15,-2 2 0-15,0 4 3 16,-5 1 5-16,-1 3-6 16,-2 2 2-16,2 2-2 0,-1 0-5 15,2 0-4-15,0 4 2 16,1 5 3-16,1 1 1 16,1 0-1-16,-1 0 0 15,2-2 0-15,-2-2 0 16,3-2 0-16,-3-1 0 0,3-3 0 15,-3 0 2-15,6 0 1 16,-3-7 5-16,2-3 6 16,1-6-3-16,3 2 0 15,0-1-5-15,-2 0-1 16,-1 4-2-16,-4 5 2 16,0 3 4-16,-7 3-9 0,0 0-5 15,-2 12-4-15,-14 11 2 16,-6 6-9-16,-10 4-37 15,-8 2-151-15</inkml:trace>
  <inkml:trace contextRef="#ctx0" brushRef="#br0" timeOffset="47223.9">22008 8565 70 0,'-2'-5'2'0,"0"-1"4"0,0 0 3 0,-1 1-1 16,1 0 3-16,-2 0 2 0,2 0 2 15,1 2 4-15,0-1-1 16,1 1-9-16,0-1-5 15,0 4-3-15,0-1 0 16,0-1-1-16,0 2 0 16,0 0-2-16,0 3-3 15,-1 9 4-15,-1 4 3 0,2 7 6 16,-2 4-5-16,2 7 2 16,0 3-3-16,0 4 1 15,0 0-2-15,4-1-1 16,1-1 1-16,1-3 0 15,-3-3-1-15,0-4-1 0,0-4 2 16,0-2-1 0,-1-5 1-16,-1-5-2 0,0-3-8 15,-1-3-21-15,0-5-15 16,0-2-31-16</inkml:trace>
  <inkml:trace contextRef="#ctx0" brushRef="#br0" timeOffset="47436.23">21901 8951 112 0,'0'0'-1'16,"0"0"6"-16,0 0-4 16,0 0 2-16,0 0 1 15,0 0 1-15,14 43 3 16,-5-32 0-16,3-2-2 0,3-2-3 15,5 2-2-15,-2-4 2 16,0-1-14-16,1-1-27 16</inkml:trace>
  <inkml:trace contextRef="#ctx0" brushRef="#br0" timeOffset="47571.42">22113 8943 90 0,'0'0'33'16,"0"0"3"-16,0 0-2 15,0 0-22-15,0 0-18 16,0 0 2-16,0 0-15 16,-8 51-11-16,3-24-26 0</inkml:trace>
  <inkml:trace contextRef="#ctx0" brushRef="#br0" timeOffset="47978.42">21749 9338 84 0,'0'0'15'16,"0"0"15"-16,0 0-5 16,0 0-4-16,0 0-22 15,0 0-11-15,0 0 11 0,0 0 7 16,16 48-1-16,-14-22 5 15,1 2-9-15,-1 0 0 16,0-1-1-16,-1 2 0 16,-1-4 1-16,0 0-2 15,0-5-26-15,-3-3 8 16,-3-6-13-16,1-4-12 0</inkml:trace>
  <inkml:trace contextRef="#ctx0" brushRef="#br0" timeOffset="48446.76">21707 9349 108 0,'0'0'-4'0,"0"0"17"16,0-43 14-16,5 31-11 16,5 0-4-16,0 2-5 15,3-1-2-15,2 4-2 0,0 0-2 16,2 3 0-16,-2 1 0 15,0 3-2-15,0 0 1 16,-1 0-1-16,0 10 1 16,-1 1-5-16,0 3-1 15,-3 5 6-15,-5 2-1 0,0 0 5 16,-4-1-1-16,-1 3-4 16,0-3 1-16,-3-2 0 15,-5-2 3-15,-2-2-3 16,0 2 3-16,-1-5-1 15,4-1 4-15,-1-4-2 0,3 1-1 16,0-3-1-16,5-2 1 16,0-1-1-16,0-1 0 15,0 0-3-15,0 0-6 16,3 1 12-16,3 1 0 16,4 1-3-16,2 2 1 0,5 1 0 15,1 1-2-15,-1 2-1 16,2-1 0-16,0 2 1 15,2-3 0-15,0 2 0 16,-1-4-4-16,0 1-15 16,1-2-36-16,-5-4-10 15</inkml:trace>
  <inkml:trace contextRef="#ctx0" brushRef="#br0" timeOffset="48847.07">22219 9488 45 0,'0'0'22'0,"0"0"-22"0,0 0-1 0,0 0-1 16,0 0 4-16,0 0 8 0,0 0-1 15,0 0 1-15,45-17-5 16,-35 9-1-16,0-2 0 15,-1-3-2-15,-1 3 5 16,-3-3 2-16,0 3-2 16,-4-2-3-16,-1 3 0 0,0 1 0 15,-6 2 2-15,-4 3 6 16,-1 3 2-16,-2 0-6 16,0 3-1-16,-1 10-1 15,1 2-5-15,0 4 1 16,3 2-1-16,4 2 0 0,4-1-2 15,2-2 1-15,2-3-2 16,10-1 0-16,5-5 0 16,2 0 1-16,4-6-11 15,0-1-19-15,2-4-10 16,0 0-12-16</inkml:trace>
  <inkml:trace contextRef="#ctx0" brushRef="#br0" timeOffset="49357.62">22543 9385 63 0,'0'0'6'0,"6"-37"22"0,-6 24 5 16,-2 3 9-16,-6 3-24 15,-3 4-8-15,-1 3-1 16,-2 0-5-16,-1 4 1 16,0 8-1-16,0 2-2 15,3 6-1-15,3-2-1 0,2 2-1 16,4-3 1-16,3 0-1 15,0-4 0-15,0-3-2 16,8-3-2-16,1-4-6 16,2-3 1-16,3 0 21 15,1-6-10-15,1-4 2 0,-1-4-2 16,1-2 0 0,-3 0 0-16,1 0 1 0,-1 0-1 15,-4 2 0-15,0 2 0 16,-4 4 1-16,0 4-1 15,-3 1-1-15,-1 3 0 16,-1 0-8-16,0 8 2 0,0 5 16 16,-3 7-7-16,0 3 0 15,1 2-1-15,1 4-1 16,1-1-1-16,0-1 1 16,1 2-2-16,2-1 1 0,1-1 0 15,1 0 0-15,-3-3 1 16,1-2-2-16,-1-4 1 15,2-4 0-15,-1-3 0 16,-2-2 1-16,-1-5-1 16,0-1 1-16,0-3 1 0,0 0-1 15,0 0 4-15,-1-3-17 16,-4-7-32-16,0-7-32 16</inkml:trace>
  <inkml:trace contextRef="#ctx0" brushRef="#br0" timeOffset="49735.51">22683 9358 100 0,'0'0'1'0,"37"-19"5"0,-18 12 6 0,-1 4-5 0,-1 3-1 16,-3 0 6-16,-2 4-2 15,2 8-7-15,-3 6 5 16,2-1-6-16,-3 3-1 16,0-1 3-16,0-1-1 0,-4-1-4 15,0-4 0-15,-4-2 2 16,-1-5-3-16,-1-2 8 16,0-4-4-16,0 0 34 15,0 0-16-15,0-7-12 16,-3-6-1-16,-2-4-3 0,2-1 2 15,1-5 4-15,2-1-7 16,0-2-2-16,0-2-1 16,4 4 0-16,5 1-1 15,4 2-7-15,-1 4-7 16,1 5-17-16,0 3-17 16,-5 4-20-16</inkml:trace>
  <inkml:trace contextRef="#ctx0" brushRef="#br0" timeOffset="50056.1">23019 9363 110 0,'0'0'-3'16,"0"0"8"-16,0 0 3 16,0 0-1-16,0 0 4 15,0 0-1-15,0 0-6 0,0 0-2 16,36-31-1-16,-31 18 1 15,-2-1-1-15,-1 1 1 16,-2-1 5-16,0 3 6 16,0 1-3-16,-4 3 0 15,-2 4 3-15,-3 3-8 16,0 0 1-16,2 8-4 0,-3 5-4 16,2 4 5-16,3 2-4 15,2-1 0-15,3 0 0 16,0-2-1-16,2-2-1 15,8-2-7-15,1-4-15 16,2-3-20-16,4-4-6 0</inkml:trace>
  <inkml:trace contextRef="#ctx0" brushRef="#br0" timeOffset="50461.16">23272 9200 49 0,'0'0'2'0,"0"0"18"16,0 0 4-16,-10-37-19 16,-1 36 6-16,-2 1-8 15,-3 0-1-15,1 1 2 0,-1 6 5 16,4 2-3-16,1-1 4 16,3 5-8-16,3-2-2 15,3 3-1-15,2-1 1 16,0-1 1-16,4-1-2 15,5-1 2-15,3-2 3 0,2-2 2 16,3 1 5-16,-2-4-1 16,2 2-5-16,-2 0-1 15,1-2-3-15,-5 4 2 16,-1-1-2-16,-3 1 3 16,-2 0-4-16,-5 0 7 0,0 1 5 15,-2 2-2-15,-6-2-6 16,-4 0-2-16,1 1 8 15,-2-1-7-15,1-2-3 16,3-2 0-16,0 0-6 16,6-3-17-16,2-1-21 0,1 0-6 15,2-9-59-15</inkml:trace>
  <inkml:trace contextRef="#ctx0" brushRef="#br0" timeOffset="51065.45">23472 9143 84 0,'0'0'8'0,"0"0"20"0,0 0 1 0,1-42-13 16,-7 36-7-16,-2 4 0 16,-5 2-7-16,2 0 2 0,0 2-10 15,-1 8 13-15,1 0 1 16,1 3-6-16,2 1-1 15,2 1 0-15,5 2 0 16,1-1-1-16,0-1 0 16,5 0-1-16,7-1 1 0,1-1-1 15,3 0 2-15,-1-1-2 16,1 1 2-16,-3-3-1 16,-1 3 0-16,-2-2 1 15,-3 1-2-15,-2-1 1 0,-4-2 1 16,-1 0-1-16,0-2-1 15,0-2 4-15,-6-1 0 16,-2-2-1-16,1-2 2 16,1 0 1-16,2 0-1 15,-2-6-2-15,4-3-2 16,1-4-2-16,1-1-2 0,0-3 2 16,7-2 8-16,5 0-12 15,1-1-5-15,3 5 11 16,1 0 2-16,-3 5-2 15,2 3 0-15,-2 3-2 16,0 1 2-16,-3 3 2 16,-1 0-1-16,-1 3-1 0,-1 6 3 15,-3 2-2-15,2-1 5 16,-2 3-3-16,-1-1 0 16,2 1-2-16,-4-4-1 15,-1-1 1-15,1-1 0 0,0-1-1 16,-1 0 0-16,-1-4 1 15,1 0-1-15,0-2-11 16,2 0-20-16,-3-3-4 16,0-7-51-16</inkml:trace>
  <inkml:trace contextRef="#ctx0" brushRef="#br0" timeOffset="51208.34">23629 9103 177 0,'0'0'-6'0,"0"0"43"0,0 0-21 0,0 0-13 0,0 0-2 16,0 0-23-16,0 0-71 15,0 0-20-15</inkml:trace>
  <inkml:trace contextRef="#ctx0" brushRef="#br0" timeOffset="51888.7">23832 9152 203 0,'0'0'-14'15,"0"0"38"-15,0 0-8 16,0 0-11-16,0 0-4 0,-40 5-9 15,27 2 7-15,3 1-10 16,2 2 9-16,-2 1 1 16,4 0-1-16,0 2 0 15,2 0 0-15,3 0 1 16,-1-1-1-16,2 1 0 16,0-3 1-16,0 0 0 0,0-3 0 15,2 0-7-15,3-2-7 16,3-2-3-16,-3-2 0 15,4-1 7-15,-3 0 8 16,2-3 3-16,-2-3 0 16,1-1 2-16,-2-1 0 15,-2-1 2-15,2-2-1 0,-3-1 3 16,0 0-3-16,1 0-1 16,1 2 0-16,0-1 1 15,2 1 3-15,0 4 1 16,0-1-4-16,3 3-1 15,-2 1-2-15,2 2-2 0,0 1 2 16,0 0-1-16,2 0 0 16,-1 4 0-16,-2 3 1 15,1 3-3-15,0 1 2 16,-4-1 0-16,3 2 0 0,-5-5 1 16,3 3-1-16,-3-3 2 15,2-3-1-15,-3 0-1 16,0-4-2-16,0 0 5 15,2 0 2-15,0-1 19 16,1-8 1-16,3-2-1 16,1 4-2-16,5-3-4 0,0 1-6 15,4 4-8-15,-2 3-3 16,3 2-1-16,-1 9-2 16,-6 11-1-16,-8 7-1 15,-4 4-52-15,-16 3-130 16</inkml:trace>
  <inkml:trace contextRef="#ctx0" brushRef="#br0" timeOffset="53859.17">16155 10164 42 0,'-7'5'44'0,"-1"-3"-28"0,3 0 8 0,1-1-5 0,0-1-11 16,3 0-2-16,1 2-4 15,0-2-1-15,-2 0-1 16,2 2 1-16,0-2-1 16,-2 3 0-16,2-1-1 15,0 1 1-15,0 1-2 16,0 2 1-16,0 1 0 0,4 1 1 16,3 5 2-16,3-2-2 15,3 4 0-15,0 0 2 16,5 2-4-16,3 0 1 15,2 3 0-15,2-1 0 16,3 3 2-16,4 1-2 0,-1 4 2 16,2 0-2-16,4 4 1 15,0 2 0-15,4-2 3 16,1 2-2-16,4-6-1 16,2-1 1-16,0-5-1 15,2-4 3-15,-2-2 3 0,3-3 3 16,-4-1-2-1,2-4-4-15,-4 2-1 0,2-2 2 16,-5-2-2-16,0-1-2 16,-6 1 1-16,-2-1 0 15,-7 2 1-15,-6-3-2 16,0-1-10-16,-8-1-28 16,-1-1-25-16</inkml:trace>
  <inkml:trace contextRef="#ctx0" brushRef="#br0" timeOffset="54166.06">17293 10544 141 0,'0'0'19'0,"0"0"-14"0,42 32 14 0,-26-12-5 16,-3 4-9-16,0 6 0 15,-1 5-3-15,-8 6 2 16,-4 8-1-16,-1 5-9 15,-18 4-17-15,-8-1-41 0</inkml:trace>
  <inkml:trace contextRef="#ctx0" brushRef="#br0" timeOffset="55978.82">17994 10133 39 0,'2'-8'30'0,"2"0"-28"0,-2-1 2 15,2 2 6-15,0-1 6 16,-3 1 4-16,1 0 0 0,0 1 0 15,-1 1-1-15,0 2-4 16,-1 0-2-16,0 3-8 16,0 0-3-16,0 0-9 15,0 4-9-15,0 6 19 0,0 4-2 16,0 4 3-16,0 7-3 16,0 3 3-16,-2 5-4 15,2 1 1-15,0 3 1 16,0 3-4-16,0-2 2 15,0 2 2-15,0 0-4 0,-1-2 2 16,-1-2-1-16,0-1 2 16,0-2-2-1,-4-5 1-15,2-1 1 0,-2-1-1 16,0-8 0-16,1 1 0 16,0-5 0-16,1-4 2 0,2-3-2 15,0-1 0-15,-1-4 0 16,3 0 0-16,0-2 0 15,0 0 0-15,0 0-3 16,0 0-4-16,0 0-5 16,5 0 11-16,0-6 2 15,4 1-1-15,3 0 0 0,2-2 1 16,-1 2 2-16,3-1 0 16,-2 0 4-16,3 2 1 15,0 0-1-15,2 1-1 16,-2-1 1-16,1 1-1 15,1 0-4-15,-1 1-1 0,0 1 0 16,-3 1-1-16,1 0 1 16,-3 0-2-16,1 0-8 15,-3 0-8-15,1 3-9 16,-3 0-31-16,-2-2-46 0</inkml:trace>
  <inkml:trace contextRef="#ctx0" brushRef="#br0" timeOffset="56201.03">18457 10542 123 0,'0'0'2'0,"0"0"9"0,0 0-3 15,0 0 1-15,0 0-4 16,0 0 2-16,0 0-1 15,34 44-2-15,-34-23-3 0,2-3 2 16,-2-2-3-16,0-3-5 16,0-4-23-16,0-2-34 15</inkml:trace>
  <inkml:trace contextRef="#ctx0" brushRef="#br0" timeOffset="56371.32">18528 10346 221 0,'0'0'8'0,"0"0"4"16,0 0-13-16,0 0-7 16,0 0-41-16,0 0-38 15</inkml:trace>
  <inkml:trace contextRef="#ctx0" brushRef="#br0" timeOffset="56948">18706 10558 107 0,'0'0'3'0,"0"0"2"15,0 0 4-15,0 0 13 0,0 0 2 16,0 0-4-16,0 0 3 16,0 0-1-16,7-33-8 15,-7 29-2-15,0-2-6 16,0 3-2-16,0-1-3 0,4 3-1 16,2 1 0-1,-1 0-1-15,6 0 1 0,2 5 0 16,0 5-1-16,1 3 2 15,1 1-2-15,-1 2 0 16,-3 1 0-16,-3 0 1 16,0-4-4-16,-3 0 5 15,-2-4-2-15,0-1-1 0,-3-3 4 16,0 1-4-16,0-5 1 16,0-1 4-16,0 0 4 15,0 0-4-15,-4-4-6 16,1-7-2-16,1-2 6 15,0-3 0-15,2-2 0 0,0-1-1 16,0 0 1-16,0 0 0 16,2 3 2-16,7 1-3 15,-2 3-2-15,5 3 5 16,0 4-3-16,2 2 1 16,-1 3-1-16,0 0 0 15,3 10 0-15,-5 5-2 0,1 4 0 16,-5 1 4-16,-2-1-5 15,-2 2 2-15,-3 0-5 16,2-4-4-16,-2-2-13 16,0 0-31-16,0-5-10 15</inkml:trace>
  <inkml:trace contextRef="#ctx0" brushRef="#br0" timeOffset="57330.91">19078 10603 162 0,'0'0'10'0,"0"0"2"0,0 0 2 0,0 0-1 0,0 0-6 15,0 0 1-15,40-30 0 16,-35 25-2-16,0-2-1 16,-1-1 0-16,3-2-3 0,-4 1-1 15,1-1 1-15,0-2 0 16,-4 1-1-16,0-1 3 15,0 3-1-15,0 0-1 16,0 1 0-16,0 2-2 16,-4 0-1-16,0 5 0 0,1 1-2 15,-4 0 3-15,2 7-3 16,-1 4 9-16,0 6-5 16,1 6-4-16,-3-1 6 15,5 2-3-15,1-2-1 0,2 1 0 16,0-5 1-16,1-2-2 15,9-2-1-15,3-1-2 16,2-4-13-16,4-2-16 16,5-5-5-16,1-2-6 15,2 0-16-15</inkml:trace>
  <inkml:trace contextRef="#ctx0" brushRef="#br0" timeOffset="57751.82">19438 10549 66 0,'0'0'3'0,"21"-38"16"15,-13 23 15-15,-6 3 11 16,-2 2 3-16,0 3-7 0,-2 1-22 16,-4 3-16-16,-1 3-2 15,-3 0 0-15,1 0-1 16,-1 7 0-16,-2 6 5 16,0 2-5-16,2 3 1 15,-1 0 1-15,4 1-2 16,1-1 0-16,2-3-3 0,4-3 2 15,0 0-2-15,0-5-2 16,8-2-7-16,0-3-4 16,5-2 8-16,-2 0 8 15,3-2 2-15,-3-8-1 0,1-1 1 16,0-2 0-16,-5-1-2 16,1 0 3-16,-3 5 3 15,2-2 6-15,-5 4 1 16,-2 1 3-16,2 5 3 15,-2-2-5-15,0 3-8 16,0 0-7-16,0 0-4 0,2 3-1 16,1 4 4-16,1 3-1 15,1 1-6-15,0 2-12 16,3-2-3-16,-1-1-9 16,-1-1-19-16,1-5-5 15,1-1 0-15</inkml:trace>
  <inkml:trace contextRef="#ctx0" brushRef="#br0" timeOffset="58086.98">19607 10514 78 0,'0'0'8'0,"0"0"20"0,14-36 0 0,-9 26 3 16,2 5-11-16,-2 0-3 16,1 1-5-16,-1 4-3 15,1 0-5-15,1 0-3 16,0 0 0-16,2 7-1 0,1 4 1 15,2 2 2-15,-1 4-2 16,1 0 0-16,-1 0 0 16,-1 1-11-16,-5-3-13 15,2-1 15-15,-5-1 3 16,-2-4 0-16,0-4 2 16,0-2 1-16,0-3 19 0,0 0 7 15,-2-1-1-15,0-10-10 16,0-4-4-16,2-2-1 15,0-3-6-15,0-1 5 16,8-3-6-16,4 0-1 16,5 1-2-16,3 0-22 0,1 2-47 15,3 1-87-15</inkml:trace>
  <inkml:trace contextRef="#ctx0" brushRef="#br0" timeOffset="58597.65">20474 10433 199 0,'0'0'-16'0,"0"0"32"0,0 0-4 0,0 0-6 16,46-31 1-16,-34 25-4 16,-2 0 1-16,2 3-1 15,-2 2-1-15,0 1-1 0,1 0 0 16,0 0 0-16,-3 10 0 15,1 2-2-15,3 6 1 16,-7 0-2-16,1 3-1 16,-6 1-3-16,0 2 4 15,-4 0 1-15,-5-4-3 16,-5-2-4-16,2-5 18 0,3-2-9 16,-1-5 9-16,4-6 4 15,1 0 0-15,1-1 2 16,1-9 0-16,2-3-2 15,1-6-6-15,1-2-2 16,9-4-3-16,6-2-3 0,1 0-2 16,6 0-15-16,1 2-13 15,-4 4-12-15,3 3-27 16,-2 2-13-16</inkml:trace>
  <inkml:trace contextRef="#ctx0" brushRef="#br0" timeOffset="58960.47">20875 10417 132 0,'0'0'-4'0,"0"0"12"16,0 0-2-16,0 0 5 15,0 0-5-15,39 11-3 16,-28-15 0-16,-2-4 0 15,0-1 3-15,-1-4 2 0,0 2 0 16,0-2 2-16,-6 0-5 16,-2 2 1-16,0 0 0 15,0 2-1-15,0 2-3 16,-6 6-2-16,-1 1-2 16,-3 0 11-16,2 8-9 0,-3 6-3 15,-2 6 1-15,3 3 2 16,2 1-1-16,1-1 1 15,5-2-1-15,2-1-2 16,0-3-5-16,11-3-7 16,2-4-9-16,3-3-4 15,4-5-12-15,5-2-54 0</inkml:trace>
  <inkml:trace contextRef="#ctx0" brushRef="#br0" timeOffset="59495.1">21299 10312 249 0,'0'0'6'0,"0"0"18"16,0 0-19-16,-48-4-6 0,33 14 1 16,-3 1-5-16,2 2 7 15,2 2-3-15,1 1 1 16,3 0 0-16,6-1-3 15,4 0-6-15,0-4-3 16,0-2-5-16,4-4-5 0,7-2 1 16,1-3 17-16,2 0 3 15,1-7-3-15,0-3 2 16,-2-3 3-16,0 0 0 16,0-2 5-16,-4 1 2 15,-1 1 4-15,2 1 3 0,-6 2 0 16,-1 3-3-16,-1 3 1 15,0 1-5-15,-2 3-2 16,0 0-5-16,0 5-7 16,0 6 8-16,0 4 0 15,0 4 1-15,2 5 0 16,-1 0-3-16,2 2 2 0,0-1-2 16,4 1 0-16,-4 1 0 15,0-2 0-15,-3 0 0 16,0 0 1-16,0-2-2 15,-3-2-8-15,-7-5 15 16,1-1-7-16,-4-3 2 0,-1-4 5 16,-3-1-3-16,-1-1 0 15,-1 1-3-15,-2-4 0 16,3-3-11-16,4 0-30 16,0 0-19-16,6-13-37 15</inkml:trace>
  <inkml:trace contextRef="#ctx0" brushRef="#br0" timeOffset="59871.24">21451 10282 171 0,'0'0'20'0,"0"0"-13"0,0 0 0 0,46 0 0 15,-34 12-6-15,-2 0-3 16,-2 7 3-16,-2-1-1 16,1 2 1-16,-3 0 5 15,-1-3-8-15,-1 2 6 16,-2-7-4-16,0 0-3 16,0-4 6-16,0-3-3 0,-1-3 1 15,-3-2 9-15,-3 0 3 16,3-5 4-16,1-5-1 15,-1-3-5-15,4-4-5 16,0-2 1-16,0-1 1 16,0-2-6-16,4-1-1 0,4 0 1 15,4 2-2-15,1-1-6 16,4 2-12-16,0 2-14 16,2 0-32-16,-1 4-32 15</inkml:trace>
  <inkml:trace contextRef="#ctx0" brushRef="#br0" timeOffset="60206.34">21703 10348 125 0,'0'0'-10'0,"0"0"16"16,0 0 3-16,0 0 11 15,0 0 7-15,0 0-3 16,37 7-7-16,-28-16-8 15,-3-2-5-15,2-1-3 16,-3-3 4-16,-1 1 0 0,-2 1 3 16,-2-1 3-16,0 2-5 15,0 4 1-15,0 1-2 16,-4 4-4-16,-1 3 0 16,-3 1-1-16,0 11 5 15,-1 3-6-15,1 5 1 0,1 1 1 16,1 1-1-16,5-1-1 15,1-2 0-15,0-1-2 16,7-4-11-16,4-1-13 16,2-2-17-16,4-7-1 15,0-4-15-15</inkml:trace>
  <inkml:trace contextRef="#ctx0" brushRef="#br0" timeOffset="60567.23">22000 10262 116 0,'0'0'6'16,"0"0"23"-16,7-47 3 0,-7 38-3 16,-4 3-12-16,-7 4-12 15,-1 2-4-15,-4 0 6 16,-1 9-7-16,0 4 2 16,2 2-2-16,-1 1-3 15,5 1 6-15,2-3-3 0,6 0-1 16,3-2-2-16,0-1-1 15,2-1-1-15,10-1-1 16,2-4 7-16,2 2 5 16,1-2 3-16,3 0-7 15,-3 0 3-15,-3-2-3 0,-3 1-1 16,-3-1 0-16,-2 0 2 16,-6-1-4-16,0 4 1 15,-6-2 8-15,-7 0-2 16,-1 2-7-16,-4 1 9 15,2-1-7-15,1-2-1 0,3 0-12 16,4-2-44-16,4-2-29 16</inkml:trace>
  <inkml:trace contextRef="#ctx0" brushRef="#br0" timeOffset="61146.19">22153 10181 13 0,'0'0'117'0,"0"0"-85"0,12-48 8 16,-12 38-11-1,0 0-8-15,-5 5-11 0,-3 3-8 16,0 2-2-16,0 0 4 16,-3 0-4-16,-1 11 2 15,2 4 2-15,1 0-3 16,0 1-1-16,4 4 0 0,3-3-1 15,2 1-2 1,0-2 1-16,5-2-2 0,8-1 0 16,0 0 1-16,3-3 2 15,0-2 5-15,0 1-3 16,-1-2 1-16,-1 1 0 0,-3-1-1 16,-3-1 0-16,-5 1-1 15,-2-1-2-15,-1-2 0 16,0 0 2-16,-7-1 2 15,-2-1 3-15,-1-2-1 16,1 0-2-16,0 0-1 16,1 0-1-16,2 0 1 0,4-6-1 15,0-3-9-15,2-2-5 16,0-2 3-16,10-1 9 16,1-2 0-16,3 2 1 15,2-1 1-15,0 5 2 16,2 1 1-16,-5 4 3 0,1 3-1 15,-3 2-2-15,1 2 3 16,-3 8-2-16,1 2 1 16,-3 2 0-16,2 2 1 15,-3-2-3-15,1 2-1 16,-3-2 0-16,-1 0-4 0,-2-2 4 16,1-2-14-16,-2-3-14 15,0-4-9-15,0-3-17 16,0 0-12-16</inkml:trace>
  <inkml:trace contextRef="#ctx0" brushRef="#br0" timeOffset="61330.21">22318 10092 217 0,'0'0'38'0,"0"0"-9"0,0 0-16 0,-44-34-4 0,37 32-7 15,4 2-1-15,1 0-2 16,2 0-17-16,0 8-29 16,0 3-10-16,5 0-2 15,4-1 1-15</inkml:trace>
  <inkml:trace contextRef="#ctx0" brushRef="#br0" timeOffset="61977.88">22458 10160 165 0,'0'0'22'0,"0"0"8"16,0 0-12-16,0 0-5 15,0 0-4-15,0 0-11 16,0 0 3-16,0 0 7 16,-16 7-13-16,7 4 12 0,2 1-6 15,-1 3-1-15,3 1-1 16,1 0 1-16,2-1 0 15,2 1-2-15,0-2 0 16,0-4-3-16,6-1-1 16,1-2-1-16,0-3 3 0,4-1 3 15,-4-3 2-15,1 0 0 16,1 0-1-16,1 0 0 16,0-7 3-16,-3 4-2 15,2-5 1-15,-3 0 0 16,0-2 2-16,-2-1-1 15,-2-2 3-15,2 0-1 16,-1-1 3-16,0 1-4 0,-1 1-3 16,4-1 0-16,-3 4 0 15,4-1-1-15,1 0 1 16,4 3-1-16,0 0-1 16,2 2 1-16,-1 0 0 0,0 4 0 15,1 1 0-15,-1 0-1 16,1 1 1-16,-3 5 0 15,1 4-1-15,-3 0 2 16,-2 3-3-16,-1-3 3 16,-3 0-1-16,-2-1-2 15,-1-3-1-15,0 1-1 0,-2-1 1 16,-3-4 7-16,-2 0-4 16,3-2 3-16,-1 0-1 15,4-3 0-15,1-5 1 16,0-4 5-16,11 1-3 0,2 0-5 15,4 1 2-15,3 0-4 16,-2 7 0-16,3 3 4 16,-5 1-3-16,0 14 1 15,-2 6-1-15,-6 6-1 16,-8 3-9-16,-2 0-73 0</inkml:trace>
  <inkml:trace contextRef="#ctx0" brushRef="#br0" timeOffset="63499.93">18896 11039 53 0,'0'0'3'0,"0"0"-2"0,0 0 0 16,0 0 0-16,0 0-1 15,46 0 0-15,-40 2 0 16,2 0-1-16,-2 1 1 16,-1-3-4-16,1 3-2 15,-3-1-6-15</inkml:trace>
  <inkml:trace contextRef="#ctx0" brushRef="#br0" timeOffset="64761.22">18925 11371 84 0,'0'0'4'0,"0"0"9"0,0 0 3 0,0 0 1 0,0 0-7 15,0 0-4-15,0 0 4 16,0 0-7-16,0 0 5 0,0 0-2 16,-31-31 0-16,31 20 1 15,5-1-5-15,3 0-2 16,2 1 1-16,2-1-1 16,-1 2 0-16,3 3 0 15,-3 0-1-15,1 3-1 16,1 1 3-16,-1 3 3 0,2 0-4 15,-5 1 1-15,0 9-1 16,-1 3 2-16,0 3 1 16,-2-1-2-16,-1 4-1 15,-1-2 0-15,0-2 1 16,-1-1 0-16,2-2-2 0,-1-2 2 16,-1-3-1-16,1 0-1 15,2-3 0-15,-1-1 0 16,4-3-1-16,-3 0 1 15,3 0-2-15,0-3 6 16,1-5-1-16,0-2-3 16,1-3 4-16,-3 0 4 0,0-4 3 15,-3 2 2-15,1-2-5 16,-2-2-2-16,-3 1-1 16,1 1-1-16,-2 0-1 15,0 1-1-15,0 5 0 0,0 1 1 16,0 1-2-16,0 5 1 15,0 1 0-15,0 3-1 16,0-1 0-16,0 1-1 16,0 0 0-16,0 4-3 15,0 6 2-15,0 5 0 16,0 4 2-16,0 4 4 0,0 2-4 16,0 5-1-16,3 1 1 15,-3 5-3-15,2 1 0 16,-2 4-1-16,0 0 5 15,0 2 1-15,-2 0-4 0,-4-1 1 16,-1-4 4-16,-1-4-2 16,-2-4-3-16,-2-6-3 15,-1-1 15-15,-1-7-11 16,-1-3 1-16,0-4 10 16,0-3-3-16,0-2-1 0,1-4 2 15,0 0 3-15,-1-1-6 16,-4-9 0-16,1-2-1 15,1-3-1-15,-3-3-1 16,1-2-1-16,0-2 0 16,4 1 0-16,3 0-1 0,2 2-1 15,3 2 0-15,5 0-1 16,2 6-1-16,0 2-2 16,9 1-5-16,5 2-12 15,3-1-22-15,5 0-31 16</inkml:trace>
  <inkml:trace contextRef="#ctx0" brushRef="#br0" timeOffset="65252.19">19501 11417 89 0,'0'0'13'0,"0"0"9"0,0 0-10 0,1 0-3 16,0 0-2-16,4 0-1 0,-3 1 6 16,1-1-3-16,3 1-1 15,2 0 3-15,1-1-3 16,5 1 2-16,-1-1 1 15,1 0 0-15,2 0-7 16,2 0-2-16,-1 0-1 0,1 0 1 16,1 0-1-16,-2 0 0 15,1 0 0-15,-3 2-1 16,-1 1-6-16,-3 1-23 16,-4 1-20-16,-5 1-9 15,-2 1-13-15</inkml:trace>
  <inkml:trace contextRef="#ctx0" brushRef="#br0" timeOffset="65437.7">19651 11541 127 0,'0'0'28'0,"0"0"0"0,0 0-27 16,0 0-2-16,0 0 1 15,0 0 4-15,0 0 7 16,41 7-5-16,-18-7 1 15,2 0 0-15,0 0-6 16,6-4-35-16,-2-4-31 0,1 0-55 16</inkml:trace>
  <inkml:trace contextRef="#ctx0" brushRef="#br0" timeOffset="66523.34">20462 11061 96 0,'0'0'1'0,"0"0"1"0,0 0-2 0,0 0-2 0,0 0 2 16,0 0 13-16,0 0 12 15,0 0 10-15,0 0-3 0,0 0-11 16,-16 18-7-16,1-12-7 16,-4-1-4-16,0 2-1 15,-3 0 0-15,-1 1 0 16,-3 1-2-16,0 0-2 0,0 0 9 16,0-1-7-16,5 1 4 15,-2-1-2-15,5-1 4 16,7-2-4-16,1 0 0 15,5-1-2-15,3 1 0 16,2-3-6-16,0 0-9 16,0 1 10-16,7-2-1 15,4 2 0-15,3-3 14 0,4 3-7 16,3 0 1-16,2 1-1 16,0 0 1-16,5 2-1 15,-1-1 0-15,1 4 0 16,0 0 0-16,-1 1-1 0,-1 1 0 15,-4 3 0-15,-3 0 0 16,-4 1 0-16,-3 0-2 16,-4 1 2-16,-5-2 2 15,-1 3-1-15,-2 0 1 16,0 0 2-16,-7 0-3 0,-4 0 2 16,-5 2-4-16,-1-3 7 15,-2 0-7-15,1 0 4 16,-1 1 2-16,3 0-4 15,1 3 1-15,1-1 0 16,3-3-3-16,6 0 0 16,-1-3 1-16,4-2-1 0,2-4-1 15,0-4-3-15,8 0-1 16,1-3 5-16,5 0 7 16,3 0-1-16,1 0 1 15,4-4 1-15,-1-2-4 16,3 1 0-16,-2-1 0 0,1 0 0 15,1 0-1-15,-3 2 0 16,-1-1 1-16,0 2-1 16,0 0-2-16,-5 2 1 15,1 0-1-15,-5 1 0 0,1 0 1 16,-5 0-1 0,1 0-1-16,-3 3-1 0,3 2-12 15,-3-3-12-15,-2 1-55 16,0-3-107-16</inkml:trace>
  <inkml:trace contextRef="#ctx0" brushRef="#br0" timeOffset="67248.46">20970 11282 66 0,'0'0'26'0,"0"0"-1"0,0 0 23 0,0 0-13 16,0 0-12-16,0 0-17 0,0 0-6 16,0 0-4-16,0 0 0 15,0 0-2-15,0 0 7 16,0 0 0-16,-1 41 10 15,1-21-3-15,1 4-2 0,-1 0-1 16,2-1-1-16,-2 0-3 16,2-1-1-16,0-3 1 15,0-3-1-15,2 1 0 16,-3-6 0-16,3-1 1 16,-1-1-1-16,1-4 0 15,-1 1 0-15,1-5-2 0,2-1 0 16,-1 0 9-16,4 0-2 15,-3-7-1-15,3-4 0 16,-2-3-2-16,3-2 2 16,0 2-2-16,-1-1-1 15,1 3-1-15,0-1 1 16,-2 5-1-16,2 2 1 0,-1 0-1 16,0 5 0-16,0 1 0 15,2 0-1-15,-3 0-1 16,2 7 1-16,2 0 0 15,1 6-1-15,0-3 3 0,0-1 0 16,-1 0-1-16,1-2 0 16,0-1 0-16,-3-2 0 15,1-2 1-15,-2-2-1 16,4 0 1-16,-2 0 0 16,-2-7 0-16,1-1 1 0,0-3 2 15,-3-2 4-15,-1-3 5 16,-1-2-2-16,-2-2-5 15,-2-4 1-15,-1-1-3 16,0-1-2-16,0 1-1 16,-1 1 0-16,-2 2 0 15,0 5-1-15,-2 6-1 16,2 0-4-16,1 6-9 0,0 1-9 16,2-2-10-16,0 3-87 15</inkml:trace>
  <inkml:trace contextRef="#ctx0" brushRef="#br0" timeOffset="67574.02">21566 10961 96 0,'0'0'10'0,"0"0"49"0,0 0-10 0,0 0-19 16,0 0-18-16,0 0-6 16,0 0-4-16,0 0-4 0,0 0 1 15,-12 57 4-15,9-29-2 16,2-1-1-16,1-1 0 16,0 1 0-16,0-4 1 15,0-1-1-15,1-3-1 16,3-4 2-16,0-2-1 0,-1-1 1 15,-1-4-1-15,-1-4-6 16,1 0-23-16,-2-4-16 16,0 0-2-16,0-8-16 15</inkml:trace>
  <inkml:trace contextRef="#ctx0" brushRef="#br0" timeOffset="67809.37">21372 11005 127 0,'0'0'8'0,"0"0"20"16,0 0-9-16,15-37-17 16,0 24 3-16,6-1 9 15,4-4-2-15,6 1 1 0,1 0-4 16,4 0-4-16,0 2-3 15,0 4-1-15,0 3-1 16,-7 2-33-16,-1 3-53 16</inkml:trace>
  <inkml:trace contextRef="#ctx0" brushRef="#br0" timeOffset="68173.28">21802 11237 11 0,'0'0'128'0,"0"0"-126"16,0 0 20-16,0 0 1 0,46 24-9 15,-33-13-8-15,4 0 2 16,0 2-4-16,1 0-1 16,-1-2-2-16,-1 1 0 15,-1-1 0-15,0-2 0 16,-3-1 0-16,0-3-1 0,1-1-21 15,-3-4-39-15,0 0-59 16</inkml:trace>
  <inkml:trace contextRef="#ctx0" brushRef="#br0" timeOffset="68435.41">22016 11129 231 0,'0'0'-53'0,"0"0"55"0,0 0 2 15,0 0-6-15,0 0 3 16,-39 18-4-16,26 5 7 16,0 3 5-16,-3 6 6 15,0 2-6-15,0 3-3 16,-2 1-5-16,2-2 0 0,2-2-1 15,0 0 0-15,1-3-11 16,-1-5-30-16,5-3-80 16</inkml:trace>
  <inkml:trace contextRef="#ctx0" brushRef="#br0" timeOffset="68800.77">22449 11185 170 0,'0'0'-4'0,"0"0"12"16,0 0 16-16,47-15-5 15,-31 9-4-15,2-1-5 16,1 3-2-16,4-2-1 0,2 0-3 16,2-1-3-16,2 2 1 15,1-1-2-15,0 0 1 16,-1 3-1-16,-3-1-4 15,-2 0-25-15,-4 1-30 16,-6-1 3-16</inkml:trace>
  <inkml:trace contextRef="#ctx0" brushRef="#br0" timeOffset="69090.96">22659 11055 141 0,'0'0'11'0,"0"0"21"0,0 0-17 16,0 0-11-16,0 0-4 16,0 0-1-16,0 0 3 15,0 0 11-15,-13 48-2 16,12-26-1-16,-1 0-5 15,1 2-4-15,0 2 0 16,-1-2-1-16,1-1 0 0,0-2 2 16,0-1-7-16,1-6-15 15,0-1-25-15,0-9-25 16</inkml:trace>
  <inkml:trace contextRef="#ctx0" brushRef="#br0" timeOffset="69874.35">23019 10948 77 0,'0'0'4'0,"0"0"2"0,0 0 2 16,0 0-3-16,0 0 1 16,0 0-4-16,0 0-2 15,0 0 2-15,0 0 8 16,0 5 3-16,0 3-4 16,0 2-3-16,0 0-1 0,0 3-1 15,0 0-2-15,0-1 0 16,0 0 2-16,0 0-2 15,1-3 5-15,1-1 1 16,-1 0-3-16,1 0-3 16,0-3-1-16,3 0 0 0,-2 1 0 15,1-5 2-15,2 2 0 16,0-2-2-16,0-1 0 16,1 0-1-16,1 0-1 15,0-4 3-15,-1-3 2 16,-1 0 5-16,1-3 2 15,-1-1-4-15,1 1 1 0,-2-2-4 16,1 1-1-16,-2 1-2 16,1 0 0-16,-2 4 0 15,3-1 0-15,-5 3 0 16,1 1 0-16,0 1 0 0,0 2-2 16,2 0-2-16,-1 2-3 15,1 7 2-15,0 2-5 16,1 3 7-16,1 1 4 15,-1-1-2-15,1 0 0 16,1 0 0-16,1-4-2 0,3 0 0 16,-1-3 0-16,4-2 2 15,-3-3 1-15,3-2 0 16,1 0 1-16,0 0 1 16,-1-5 7-16,1-4 6 15,-1-1 1-15,-3-3 0 16,1-2-3-16,-4 0-3 0,-2-2-3 15,-1-1-2-15,-2 1-2 16,-2-3-1-16,-1 3-1 16,0 3-1-16,0 0 0 15,0 2-1-15,-3 5-2 16,-4 3-12-16,1 4-8 0,-4 0-23 16,1 0-25-16,-1 1-25 15</inkml:trace>
  <inkml:trace contextRef="#ctx0" brushRef="#br0" timeOffset="70251.45">23556 11046 17 0,'0'0'52'0,"0"0"-50"0,0 43 1 15,0-33 4-15,0-1-3 0,2-1 0 16,2-1 7-16,2-4 4 16,0-3 2-16,2 0 9 15,-1 0-2-15,2 0 6 16,2 0-6-16,-2-7-7 15,-1-2-6-15,2 2-1 16,-3-3-1-16,-3 3 1 0,-2-3 1 16,-2 0 0-16,0 2-4 15,-2-1-4-15,-9 2-4 16,-3 1-2-16,-8 5-14 16,-5 1-16-16,-7 0-35 15,-8 4-46-15</inkml:trace>
  <inkml:trace contextRef="#ctx0" brushRef="#br0" timeOffset="71452.3">17972 12305 83 0,'0'0'2'0,"0"0"0"0,0 0 1 0,0 0 2 15,9-43 0-15,-7 37 1 16,-1 2 2-16,-1 0 1 0,1 2 5 16,-1 0 4-16,0 2 7 15,0 0-6-15,0 0-7 16,0 0-9-16,0 0-6 16,0 0-6-16,0 4 3 0,0 7 10 15,0 3 1-15,0 6-7 16,-2 3 5-16,-2 5 0 15,-2 5-3-15,1 1 0 16,-3 2 0-16,4 2 0 16,-4 2 0-16,1-3 2 0,-2 1-3 15,2-4-7-15,-2 0 8 16,-1-4-7-16,0-3 4 16,1-2 3-16,-1-6 0 15,2-3 0-15,2-3 1 16,3-4-1-16,1-6 0 15,2-1-3-15,0-2-10 0,0 0 1 16,2 0-1-16,4 0 21 16,3-2-6-16,1-3 2 15,1 0 5-15,3-2 2 16,1 2-4-16,1 0-2 16,1 1-2-16,4 2-1 15,0 0-1-15,2 0-1 0,-4 1 0 16,3 1 1-16,-5 0-1 15,0 0 0-15,-3 0 1 16,1 0-1-16,-3 0-6 16,1 0-22-16,-3 0-31 15</inkml:trace>
  <inkml:trace contextRef="#ctx0" brushRef="#br0" timeOffset="71817.74">18252 12614 159 0,'0'0'28'0,"0"0"14"0,0 0-18 16,0 0-13-16,0 0-17 15,0 0 6-15,0 0-2 16,0 0 4-16,-23 51-3 0,21-31 0 16,2 0 1-16,0-4-1 15,4-3-2-15,2-4-1 16,5-2-2-16,0-5 0 15,1-2 1-15,0 0 12 16,-1-6-3-16,2-5-2 16,-1-3 2-16,-2-3-1 0,2-4 1 15,-7 0 5-15,-1-1-2 16,-2-1 2-16,-2 0-3 16,0 1 5-16,-7 2-4 15,-1 1-4-15,-4 3-2 16,-1 4 0-16,0 5-1 0,2 5-5 15,0 2-2-15,0 6-10 16,4 8-16-16,2 3-29 16,1 2-15-16</inkml:trace>
  <inkml:trace contextRef="#ctx0" brushRef="#br0" timeOffset="72273.53">18549 12562 26 0,'0'0'84'0,"0"0"-82"15,0 0 7-15,22-46-4 16,-22 38-1-16,0-2 2 16,-4 4 7-16,-3 3 3 15,-1 2-1-15,-3 1 3 0,3 0-13 16,-5 5-3-16,2 7-2 15,0 0 0-15,1 4-1 16,2 1 1-16,3-1-1 16,1 1-1-16,4 0-1 15,0 0 1-15,1-2-2 16,9 0-1-16,2-3-2 0,2-1 3 16,1-3-1-16,0 1 1 15,1-2 5-15,-2 0 5 16,-2-3-5-16,0-1 0 15,-4 0 1-15,-5-2 0 16,-1 1 2-16,-2-1-1 0,0-1 39 16,-3 2-12-16,-10 0-25 15,-1 0-4-15,-3 1 1 16,-4 1-2-16,3 0 0 16,1-2-6-16,1 2-8 0,5-1-15 15,2-2-11-15,5-1-31 16,4 0-36-16</inkml:trace>
  <inkml:trace contextRef="#ctx0" brushRef="#br0" timeOffset="72708.48">18765 12566 77 0,'0'0'4'0,"0"0"7"0,24-48-1 0,-19 33 1 16,-4 1 8-16,-1 3 4 16,0 2 38-16,-3 4-34 15,-5 3-26-15,-3 2-4 16,-1 0 5-16,-1 10 3 16,2 3-14-16,-3 5 9 15,4 0-5-15,3 0 7 0,2-1-3 16,5-3 0-16,0-1-4 15,0 0 0-15,9-4-3 16,2-2 0-16,5-2 0 16,-1 1 8-16,2-2 5 15,0-1 1-15,3 1-4 0,-7-1 0 16,1 1 0-16,-3 1 2 16,-4-1-1-16,-2-1 0 15,-4 1 2-15,-1 0 5 16,0 0 15-16,-7 2-12 0,-6 3-9 15,-2 0-2-15,3 3 0 16,-2-1-2-16,3-1-2 16,3 0-16-16,2-7-26 15,4-1-53-15</inkml:trace>
  <inkml:trace contextRef="#ctx0" brushRef="#br0" timeOffset="73895.67">19421 12149 75 0,'0'0'11'0,"0"0"12"0,-29-35 25 0,19 26-4 15,1 3-24-15,-1 4-6 16,5 2-6-16,-4 0-3 15,2 6-2-15,-1 10-4 16,1 9 1-16,-2 9-1 0,3 9 6 16,2 5-5-16,1 9 2 15,3 4-1-15,0 2-2 16,0 3 4-16,0 0-3 16,0-1 3-16,-1-3-4 15,-3-3 4-15,-4-4-1 16,0-7 0-16,0-3 2 0,2-6 0 15,-1-5-2 1,-1-7 0-16,4 0-2 0,2-4 1 16,1-4-1-16,1-4 1 15,0-3-1-15,0-3-1 16,0-3 2-16,4-4-3 0,3-1 5 16,1-1 4-16,0 0-2 15,-1-2-2-15,3-8-3 16,0-4 5-16,0-4 0 15,3-4-3-15,-3-3 1 16,0-5 0-16,1 3-2 0,-6-4 1 16,-1 0 0-16,-3-1 0 15,-1 1 0-15,0-3-1 16,-1 3 0-16,-6 0 2 16,-2 2-3-16,-2 2 0 0,0 2-3 15,-3 2 2-15,1 3 0 16,-1 4-1-16,1 2-3 15,-1 3 2-15,3 2-1 16,2 2 3-16,5 4-1 16,0-1 3-16,4 3-5 15,0-1-18-15,4-2 5 16,9-2 18-16,4-1 0 0,4-3-1 16,8-3-3-16,0-1-3 15,1-2 1-15,1-2-5 16,2 0 6-16,-4-2 1 15,-2 3 3-15,2-2 0 0,-4 1 0 16,-2 2 1-16,-2 3-1 16,-2 2 0-16,-4 1 0 15,-4 3 1-15,-2 4-1 16,-6 3 0-16,-1 0-2 16,-2 9-3-16,0 6 5 15,0 7 12-15,-3 2-4 0,-1 3-2 16,0 0-2-16,3-1-2 15,1-2-2-15,0-5 0 16,0-2-2-16,7-4 2 16,1-4-3-16,2-1 0 15,1-5-1-15,2-3 2 0,2 0 8 16,-1 0 0-16,3-9-3 16,-1-2 0-16,1-6-2 15,1 0 0-15,-4-1 3 16,-2-3-4-16,0 2 2 0,-3-1-1 15,-3 7 1-15,-1 2-2 16,-2 4 1-16,-2 4 3 16,-1 0 7-16,0 3-7 15,0 3-9-15,0 5 0 16,0 4 7-16,0 1 1 0,0 2-2 16,1 1-6-16,5-2-16 15,1-3-20-15,1-2-28 16,2-5-23-16</inkml:trace>
  <inkml:trace contextRef="#ctx0" brushRef="#br0" timeOffset="74308.81">19982 12444 159 0,'0'0'32'0,"0"0"0"0,0 0-2 0,0 0-21 0,0 0-7 16,0 0-11-16,0 0-10 15,0 0 15-15,0 0 13 16,0 0-8-16,0 41 4 16,0-25-5-16,0-2 1 15,0-3-1-15,0-1 0 16,0-3 0-16,0-2 0 0,0-1 1 16,0-3-3-16,0-1-5 15,0 0-1-15,0 0 16 16,0-10-1-16,1 2-5 15,4-5 3-15,0 0-1 16,4-4-1-16,-2 1 0 0,3 2-2 16,2 0-1-16,-2 3 1 15,0 2-1-15,2 5 0 16,-2 3-1-16,-2 1 0 16,0 0-4-16,0 11 1 15,0 2 0-15,0 2 6 0,-3 1 1 16,4 0 0-16,-2-1-3 15,1-1-17-15,0-4-22 16,2-4-23-16,1-5-41 16</inkml:trace>
  <inkml:trace contextRef="#ctx0" brushRef="#br0" timeOffset="74805.47">20311 12400 162 0,'0'0'20'0,"0"0"24"15,0 0-9 1,0 0-30-16,0 0-9 0,0 0 0 16,0 0 10-16,-39 1-9 15,32 15 3-15,-1 4-2 16,3 1 1-16,0-1 1 16,4-1-1-16,1-2 0 15,0-3 0-15,4-2-2 0,4-4-5 16,2-3 0-16,3-1-2 15,0-4 12-15,1 0 1 16,-1-4-2-16,0-6 2 16,1-1-1-16,1-5-1 0,-3-2 0 15,-3-2 1-15,0-4-2 16,0-2 2-16,-6-1-1 16,1 0 2-16,0 0-1 15,0 0 0-15,-2 3-1 16,0 3 1-16,-1 2-1 0,0 7 0 15,-1 4 0-15,0 4 6 16,0 4 1-16,0 0-5 16,0 4-12-16,0 9 9 15,0 7 3-15,0 4-1 16,1 3 1-16,3 3-3 16,-1-1 1-16,2 0-1 0,1-2-3 15,0-1 5 1,-1-5-1-16,1 1-1 0,-5-5 1 15,2-3-6-15,-3-3-43 16,0-6-55-16</inkml:trace>
  <inkml:trace contextRef="#ctx0" brushRef="#br0" timeOffset="75065.3">20343 12398 74 0,'0'0'134'0,"0"0"-129"16,0 0-1-16,29-42-2 0,-11 32 2 16,-1 0-2-16,1 4-1 15,1 3 1-15,0 3 4 16,-3 0 3-16,0 3-3 0,0 7-6 16,-2 3 4-16,-2 1-3 15,-2 3 0-15,0 0 6 16,-4-1-5-16,0 2-1 15,-3-5 0-15,1 0-8 16,0-5-7-16,-2-3-30 16,-1-5-35-16</inkml:trace>
  <inkml:trace contextRef="#ctx0" brushRef="#br0" timeOffset="75239.21">20630 12236 243 0,'0'0'10'0,"0"0"6"16,0 0-15-16,0 0-23 15,0 0-12-15,0 0 10 16,0 0-19-16,-9 36-10 16,9-22-4-16</inkml:trace>
  <inkml:trace contextRef="#ctx0" brushRef="#br0" timeOffset="75555.38">20709 12389 66 0,'0'0'29'15,"0"0"4"-15,0 0 7 16,0 0-6-16,0 0-10 16,0 0-10-16,0 0-2 15,3-32-9-15,-6 32-7 0,-1 0 1 16,-2 7 7-16,4 5-6 15,0-1 1-15,2 2-1 16,0 1-3-16,0-1-6 16,2-2-4-16,6-1 0 15,0-3-2-15,0 0 4 16,-1-4 0-16,0-3 3 0,4 0 12 16,-4 0 1-16,2-8 3 15,4-5 2-15,-2 1 4 16,0 0-4-16,2-1-6 15,-1-1 0-15,2 4-5 16,-3 0-32-16,0 1-28 0</inkml:trace>
  <inkml:trace contextRef="#ctx0" brushRef="#br0" timeOffset="76623.53">22034 12144 58 0,'0'-3'5'0,"0"-1"11"0,0 1-1 0,0 1 2 0,0 0-2 16,0 0-2-16,0 1 3 16,0-2 3-16,0 2-2 15,-1 0-3-15,0 0-4 16,1 1-4-16,0 0-2 16,-2 0-1-16,2 0-2 0,0 0-6 15,0 6 4-15,0 1 0 16,0 3 5-16,0 4 4 15,0 1-3-15,0 0-2 16,0 1-3-16,0 1 0 16,0-1 1-16,0 1-1 15,0-2 0-15,0 1-2 0,0-3 3 16,0-2-4-16,0-1-7 16,0-6-21-16,0-1-47 15</inkml:trace>
  <inkml:trace contextRef="#ctx0" brushRef="#br0" timeOffset="77222.94">22249 12055 95 0,'0'0'4'0,"0"0"14"16,0 0 7-16,0 0 4 15,3-40-2-15,-3 30-11 16,-3 1-1-16,-3 1-3 16,-1 2-4-16,-3-1-2 15,-1 3-3-15,1 2-3 16,-3 2-3-16,-1 0 3 15,1 2 2-15,-1 6 5 16,-1 4-10-16,-1 2 4 0,3 6-1 16,0 1 2-16,1-1-2 15,5 3 0-15,3-2-3 16,4-3-1-16,0 0-1 16,4-3 1-16,6-1-6 0,4-1 10 15,0-3 0-15,2 1-1 16,0-1 2-16,2 0 1 15,-2 0-1-15,-1 2-1 16,-2-1 1-16,-1 3-2 0,-2-1 2 16,-4 0-1-16,-1-3 0 15,-3 1 0-15,-2-1-1 16,0-3 2-16,-4 0 14 16,-6-1-2-16,-3-2-3 15,-1 3 0-15,1-4-2 16,-4 2-2-16,2-1-2 0,-2-2-1 15,4-1-3-15,-1 0 1 16,3-1-1-16,4 0-1 16,0 0-6-16,3-2-12 15,3-5-17-15,1-4-31 16,0-3-39-16</inkml:trace>
  <inkml:trace contextRef="#ctx0" brushRef="#br0" timeOffset="77718.67">22529 12029 195 0,'0'0'1'0,"0"0"21"0,0 0 2 0,0 0-19 15,0 0-1-15,0 0-3 16,0 0 0-16,-39-28-3 16,31 26 2-16,-2 2 13 15,0 0-13-15,1 0 3 0,0 2-2 16,0 6 0-16,0 2-1 16,1 3-1-16,3 1 1 15,-1 0-1-15,3 3 0 16,2-1 0-16,1 1-2 15,0-3-2-15,2-1 1 0,6 0 0 16,0-2 3-16,2 2-3 16,2-2 4-16,0-2-1 15,1 2 2-15,-1-1 2 16,-3 0-2-16,1 0 0 16,-4-1-1-16,-2 1 1 0,-3 1-1 15,-1-1-5-15,0 0 13 16,-9 1-5-16,-3-1 5 15,-3 0-5-15,-1 1 0 16,1-2-1-16,-1-2-2 16,3 0 0-16,2-3-7 15,2-4-15-15,4 0-20 0,4-1-49 16</inkml:trace>
  <inkml:trace contextRef="#ctx0" brushRef="#br0" timeOffset="78132.36">22651 12032 175 0,'0'0'7'0,"0"0"10"0,0 0-10 0,0 0-4 0,0 0-4 15,0 0-6-15,0 0 5 16,0 0 6-16,0 0 15 15,15 58-14-15,-19-34-3 16,1-1 0-16,-2 1 1 0,3 0-2 16,2-5 0-16,0-1-1 15,0-1 0-15,1-3-1 16,7-2 0-16,-3-4 1 16,4-2 0-16,2 0-2 15,-2-5 10-15,3 2 1 16,3-3 1-16,0 0-1 0,3 0-5 15,-3 0-2-15,2 0 4 16,-1-3-3-16,-1-1-2 16,0 1 0-16,-3-1 3 15,-1 1-4-15,0 0 0 16,-4 0 0-16,1-1-3 0,-3 1-11 16,1-1-29-16,-6-2-44 15,0-1-55-15</inkml:trace>
  <inkml:trace contextRef="#ctx0" brushRef="#br0" timeOffset="78344.28">22757 12167 165 0,'0'0'-4'0,"0"0"16"15,0 0 1-15,0 0-6 16,0 0-8-16,0 0 7 15,0 0-6-15,0 0 5 16,0 0-2-16,32-33-1 16,-18 27 0-16,1-3-1 0,1 1-7 15,-3 0-60-15,-2-2-45 16</inkml:trace>
  <inkml:trace contextRef="#ctx0" brushRef="#br0" timeOffset="78509.38">22772 12005 202 0,'0'0'14'0,"0"0"15"15,0 0-16-15,0 0-9 16,0 0-11-16,0 0 13 16,0 0-8-16,52-41-10 0,-23 29-40 15,5 1-44-15</inkml:trace>
  <inkml:trace contextRef="#ctx0" brushRef="#br0" timeOffset="78821.27">23404 11641 206 0,'0'0'-13'0,"0"0"26"16,0 0-1-16,-49 39-8 16,31-11-3-16,-3 6-1 15,-2 6 8-15,-1 6 3 16,-1 4 5-16,-1 6-6 0,1 1-3 16,0 5-2-16,-1 1-1 15,-1 3-2-15,0-1 0 16,1 3-2-16,0-1 1 15,4-5-1-15,6-6-19 16,8-13 17-16,3-7-35 0,5-18-41 16,10-11 6-16</inkml:trace>
  <inkml:trace contextRef="#ctx0" brushRef="#br0" timeOffset="79483.42">23425 12244 59 0,'0'0'22'0,"0"0"-14"0,0 0 16 16,0 0-1-16,0 0 1 15,0 0 5-15,0 0-15 16,0 0-6-16,-5-29 0 15,5 19-3-15,3-1 0 0,1-3 1 16,1-2-3-16,0-4 0 16,1-1 0-16,0-3 5 15,2 0-5-15,0-2 3 16,1 3-2-16,1 2-2 16,-1 4 0-16,0 4-2 15,-2 5 0-15,0 5-1 0,-3 3-2 16,2 0 0-16,-3 5-3 15,1 8 4-15,2-1 3 16,-1 3 1-16,1 1 0 16,1-2-2-16,2 0-1 15,-1-3 0-15,3-5-1 0,-1 1 1 16,0-5-3-16,1-2 2 16,-1 0 1-16,2 0 3 15,-1-9-1-15,-1-1-1 16,1-2 2-16,-1-1-1 15,1-3 1-15,-2-1 1 16,1 0 1-16,-1 0-1 0,2 0-2 16,0 1 0-16,-2 2 0 15,2 1-1-15,-4 4 0 16,-1 4 1-16,0 2-1 16,-1 3-1-16,1 0 1 15,-3 3-2-15,2 6 1 0,-2 4 3 16,1 3 0-16,0 2 7 15,2 0-6-15,-1 2-1 16,2-3-1-16,0 0-1 16,1 0 1-16,2-3-1 0,1-1-1 15,1-3-6-15,3-4-18 16,0-5-28-16,3-1-59 16</inkml:trace>
  <inkml:trace contextRef="#ctx0" brushRef="#br0" timeOffset="79902.5">24175 11847 159 0,'0'0'8'0,"0"0"11"0,0 0-1 0,0 0-12 0,0 0-10 15,-38-21 3-15,26 21 8 16,3 0-2-16,-1 2 2 15,0 3-5-15,0 5 0 16,1-1-2-16,2 3 0 0,0-2 0 16,4 3 0-16,2 1-1 15,1-1-3-15,0 1-1 16,4-1 0-16,5-3 6 16,-1 0 1-16,3-2 3 15,-1 2-2-15,-1-2 1 16,0-1 0-16,0 1 0 0,-1-1-1 15,-2-1-1-15,-3 1 0 16,-2 0 0-16,-1-1 2 16,0 0 0-16,-8 1 11 15,-5 0-8-15,0 0-3 16,-2 0 0-16,-3-1-3 0,1-1 0 16,2-2 0-16,4 1-2 15,0-2-6-15,6-2-16 16,5 0-21-16,0-6-58 15</inkml:trace>
  <inkml:trace contextRef="#ctx0" brushRef="#br0" timeOffset="80271.49">24304 11782 170 0,'0'0'4'0,"0"0"20"0,0 0 1 0,0 0 0 0,0 0-25 16,0 0-5-16,0 0 7 16,0 0 17-16,0 0-15 15,-4 51-1-15,-1-28-2 16,-3-1-1-16,5 3 2 0,-2-4-2 16,3-1-2-16,2-2 2 15,0-1-1-15,0-4-1 16,2-2 0-16,5-3 0 15,2-3 1-15,1-2 2 0,5-3 6 16,2 0-4-16,3 0 0 16,3 0-1-16,-3-7 1 15,1 1-2-15,1 1 0 16,-3-2 0-16,0 2 1 0,-2-2-1 16,-2 0-1-16,-1 0-5 15,-6 0-24-15,-2-3-40 16,-4 2-69-16</inkml:trace>
  <inkml:trace contextRef="#ctx0" brushRef="#br0" timeOffset="80463.88">24398 11880 184 0,'0'0'7'0,"0"0"26"16,0 0-18-16,0 0-11 0,0 0 4 15,0 0-10-15,0 0 3 16,0 0-2-16,45-21 2 16,-30 15-1-16,0 0-11 15,-3-1-62-15,-4-1-69 16</inkml:trace>
  <inkml:trace contextRef="#ctx0" brushRef="#br0" timeOffset="80607.57">24378 11769 202 0,'0'0'14'0,"0"0"5"16,0 0-18-16,0 0 1 15,13-44 0-15,4 33-3 16,3-5-36-16,1 2-74 16</inkml:trace>
  <inkml:trace contextRef="#ctx0" brushRef="#br0" timeOffset="84517.46">21813 12620 103 0,'-3'0'6'0,"0"0"2"0,1 0 3 16,-1 0-9-16,1 0-2 0,1 0 2 15,-1 0-1-15,2 0-1 16,0 0 1-16,0-3 3 16,0 3-1-16,0-1-3 15,0 1 0-15,4 0-1 16,3 0 0-16,2 0 0 16,1 0 1-16,3 0 0 0,4 0 0 15,2 0 0-15,4 0 1 16,2-2 4-16,4-1 2 15,4 1 0-15,1-2-2 16,4 2-3-16,3-1-1 0,3-3-1 16,3 2 0-16,3-1 0 15,1 0 0-15,2 0 0 16,2-1 0-16,-1-1 0 16,4 2 0-16,0-1 0 15,3-2 0-15,0 3 0 16,0-1-1-16,1 0-3 0,-1 1-2 15,1-1 2-15,0 0 2 16,-2-1 2-16,1-1 1 16,2-1-1-16,0 2 1 15,2-2 3-15,2 2-1 16,2 0-2-16,0 0-1 0,0 0 0 16,-3 1 0-16,-3 1 0 15,-1-2 0-15,-3 1 1 16,-2 0-1-16,-1-1 5 15,-3 1 2-15,0 1 8 16,-1-1 0-16,-4 2-3 0,-1-2-1 16,-6 1 0-16,-1 0-3 15,-9 0 0-15,0 0-4 16,-6 2-2-16,-1 2-1 16,-5-2 1-16,-4 3-4 15,-2 0-13-15,-10 0-25 0,-3 0-47 16</inkml:trace>
  <inkml:trace contextRef="#ctx0" brushRef="#br0" timeOffset="85692.44">22272 12654 78 0,'-9'0'11'0,"1"0"24"0,1 0-7 0,-3 1-6 0,4 2-16 16,-1 0 2-16,1 0-4 15,-1 0-3-15,2 1 11 16,-1 0-8-16,0 1 0 16,1 0-1-16,-3 4 9 15,2-2-6-15,0 3-3 16,1 1 0-16,-1 2 0 0,1 4-2 16,2 0-1-16,-2 3 1 15,2 1 1-15,1-1 2 16,0 3-1-16,2-3 0 15,0 1-1-15,0-3 0 0,0 2 1 16,0-2-3-16,4-1 2 16,2-2 0-16,-1-1 2 15,2-1 1-15,-2 0 1 16,1-2-3-16,0-1 1 16,-1-1 0-16,2-1-1 15,-1 1-1-15,-1-1 0 0,1-1-1 16,1 1 0-16,0 0 0 15,1-2 1-15,0 0-2 16,3 3-11-16,-6-3-34 16,-3-3-71-16</inkml:trace>
  <inkml:trace contextRef="#ctx0" brushRef="#br0" timeOffset="86174.25">22125 13161 188 0,'0'0'14'0,"0"0"13"0,0 0-24 0,0 0-3 15,0 0 0-15,0 0-1 0,0 0 1 16,0 0 0-16,0 0 0 16,44 14 3-16,-32-9-3 15,1 2 3-15,1 1-1 16,0-2 0-16,1 1 4 15,-1-1-2-15,0-1-2 0,0-2-1 16,-2 0 1-16,0-2-1 16,2-1 0-16,-7 0 3 15,0 0-2-15,0-5 1 16,0-4 2-16,-4-3 7 16,-1-3 2-16,-1-5-8 0,-1-4-3 15,0-3-2-15,0-1-1 16,0-1-5-16,-2 2-27 15,0 3-26-15,-1 7-35 16,-1 7-24-16</inkml:trace>
  <inkml:trace contextRef="#ctx0" brushRef="#br0" timeOffset="86670.02">22467 13383 142 0,'0'0'9'0,"0"0"32"0,0 0-28 0,0 0-7 0,-45-10-4 16,36 10-1-16,1 0 0 16,0 0-1-16,-2 4 4 15,2 2 8-15,0 4-1 16,-1 2-1-16,2 4-4 0,0 3 1 15,3 2-3-15,2 1-2 16,2 3 1-16,0-3-3 16,2 1 1-16,5-3 0 15,2 0-1-15,3-5 2 0,0-2 0 16,1-4 0-16,1-1 0 16,-1-2 0-16,1-2 2 15,1-1-3-15,2-3-10 16,2 0-9-16,-1-3-25 15,0-7-37-15,-2-3-23 16</inkml:trace>
  <inkml:trace contextRef="#ctx0" brushRef="#br0" timeOffset="87428.45">22583 13437 214 0,'0'0'17'16,"0"0"14"-16,0 0-21 15,0 0-6-15,0 0-4 16,0 0-5-16,0 0 8 16,-37-12-7-16,33 19 3 15,1 6 1-15,1 1-4 0,1 2 6 16,1-2-1-16,0 3-2 16,0-1 1-16,0-3 0 15,3-1 0-15,4 0 1 16,1-3-2-16,1-4-2 15,0-1-4-15,0-1 4 0,2-3 1 16,-3 0 1-16,0-3 1 16,0-4-2-16,0-3 0 15,-4-3-1-15,0-1 4 16,0 0 1-16,-1-2-1 16,-1 1-1-16,2-1 1 0,2 2-1 15,-4 1 1-15,2 0-1 16,0 4 1-16,1 1 1 15,1 1 2-15,-1 3 0 16,2 1-1-16,-1 2-3 16,0 1 0-16,1 0 0 0,3 0-3 15,-3 3 1-15,1 5 1 16,3 3 1-16,-1-1 0 16,2 3 0-16,1 0 0 15,-2 0 0-15,1-2 1 16,-2 0-2-16,-1-2-1 15,-1 1-3-15,-5-3-2 0,0-3-3 16,-2 2 1-16,2-3 6 16,-3-2-1-16,0-1 5 15,0 0 5-15,0 0 3 16,0-4-6-16,0-5 2 0,-1-2-5 16,-3-2 0-16,2-1 0 15,0-3 1-15,1 0 0 16,-1 1 3-16,2 2 6 15,0-3 2-15,0 3-4 16,0 2-4-16,4 1-3 0,4 1 0 16,0 3-1-16,1 0 0 15,1 3 0-15,3 1 2 16,-1 2 1-16,1 1-3 16,1 0 0-16,0 4-1 15,0 6 1-15,-2 1 0 0,2 3 0 16,-2 2 0-16,0 0-8 15,-3-1-17-15,-1-3-14 16,0-3-53-16</inkml:trace>
  <inkml:trace contextRef="#ctx0" brushRef="#br0" timeOffset="87805.57">23070 13285 224 0,'0'0'-2'0,"0"0"7"0,0 0-4 0,0 0-6 16,0 0 1-16,0 0-1 16,0 0 4-16,0 0 3 15,40 48 0-15,-29-35 0 0,0-2 0 16,2 1-1-16,-2-4 0 15,1 2 0-15,-2-6-1 16,1 0-1-16,-2-2-1 16,2-2 0-16,-2 0 1 15,0-2 0-15,0-5 2 16,-2-3-1-16,-1 0 1 0,-3-5 2 16,-1-1-1-16,1 2 2 15,-2-6 4-15,1 2-4 16,3-5-2-16,-2 4-2 0,1-2-4 15,2 1-21 1,0 5-48-16,1 3-17 0</inkml:trace>
  <inkml:trace contextRef="#ctx0" brushRef="#br0" timeOffset="88174.97">23371 13239 138 0,'0'0'4'0,"0"0"20"15,0 0-3-15,0 0-10 16,43 7-5-16,-34-10-1 16,1-5-4-16,-2-1-7 15,0-2-5-15,-3 0-2 0,-2-1 6 16,-3 0 6-16,0 2 3 16,0-2 2-16,-4 4 16 15,-3 1-7-15,-1 2 1 16,0 1-8-16,-1 4-6 0,0 0 3 15,0 0-6-15,0 3 3 16,0 7-3-16,1 4 3 16,3 2 0-16,-1 2 0 15,4-1 1-15,1 3 2 16,1-1 1-16,0-1 0 16,4-4 4-16,5 0-1 0,3-2-3 15,3-2 3-15,2-3-5 16,2-3 1-16,1-4-5 15,2 0-14-15,-3 0-32 16,-3-3-45-16</inkml:trace>
  <inkml:trace contextRef="#ctx0" brushRef="#br0" timeOffset="88431.49">23539 13158 213 0,'0'0'18'0,"0"0"15"0,0 0-27 15,0 0-7-15,0 0 6 16,0 0 3-16,44 17-2 0,-27-10-3 16,3 2-1-16,-1 0-1 15,-2 0-1-15,-1 0 1 16,-2-2-3-16,0 0-6 15,-2-4-7-15,-1 1-17 16,0-4-32-16,-6 0-20 0</inkml:trace>
  <inkml:trace contextRef="#ctx0" brushRef="#br0" timeOffset="88681.66">23712 13096 221 0,'0'0'1'0,"0"0"22"16,0 0-10-16,0 0-10 15,0 0-6-15,0 0 1 0,0 0 0 16,-36 34 1-16,29-14 2 16,0 1 2-16,1 0 4 15,1 1-4-15,0-1-1 16,2-2-1-16,1 0 0 15,2-3-1-15,0-2-10 16,0-5-27-16,1-5-63 0</inkml:trace>
  <inkml:trace contextRef="#ctx0" brushRef="#br0" timeOffset="88994.66">23844 13107 186 0,'0'0'13'0,"0"0"14"15,0 0-19-15,0 0-11 16,0 0 6-16,-5 38-2 15,10-25 0-15,4 3 1 16,-1-2-1-16,-1-1 0 0,1-3 0 16,1 0-1-16,-2-3 1 15,1-3 0-15,5-3 1 16,-2-1-2-16,-1 0-8 16,1-8-17-16,0-8-65 15</inkml:trace>
  <inkml:trace contextRef="#ctx0" brushRef="#br0" timeOffset="89173.07">23837 12957 276 0,'0'0'-8'0,"0"0"14"16,0 0-5-16,0 0-38 0,0 0-31 15,0 0 8-15,0 0-50 16</inkml:trace>
  <inkml:trace contextRef="#ctx0" brushRef="#br0" timeOffset="89613.71">23927 12627 190 0,'0'0'37'16,"0"0"7"-16,0 0-40 15,0 0-7-15,0 0 5 16,0 0 1-16,4 51-1 16,4-27 0-16,1 4 0 0,1 1-2 15,-2 4 1-15,2-2 0 16,-1 3-1-16,-3-3 1 15,0 1-1-15,2-4 0 16,-2 2 2-16,0-4-2 0,1-1 0 16,3-4 0-16,-1-1 1 15,2 0 0-15,1-6-6 16,1-2-13-16,-1-4-37 16,0-7-51-16</inkml:trace>
  <inkml:trace contextRef="#ctx0" brushRef="#br0" timeOffset="90195.18">24180 13023 206 0,'0'0'4'15,"0"0"-5"-15,0 0-2 16,0 0 3-16,0 0 3 0,0 0 0 16,13 39 7-16,-5-30 2 15,0 0 1-15,3 1-3 16,-2-3-3-16,3-1-5 0,2-2 0 16,-1-3 1-1,3-1 0-15,-3 0-6 0,2-1-6 16,-2-6-2-16,-1-3 4 15,-1 0-2-15,-2-2 2 16,0-2 6-16,-4 1 2 16,2 0 0-16,-5 0 1 0,1 4 4 15,-2 3 0-15,0 1 5 16,-1 3 0-16,2 2-7 16,-2 0-6-16,0 2-6 15,1 7 2-15,0 3 7 16,1 7 3-16,0 1 3 15,1 4-3-15,1-2 2 0,3 4-2 16,-3-2-2-16,3 3-1 16,1-1 1-16,-1 0-2 15,-3 2 1-15,0-1-1 16,-3-3-18-16,-1-3 18 16,0-1 0-16,0-6 1 0,-6-1 1 15,-2-6 8-15,0 0-4 16,-2 0 0-16,-2-2-3 15,1-1-1-15,-1-3-4 16,-3-1-13-16,0 0-17 16,-4-10-54-16,-1-4-14 0</inkml:trace>
  <inkml:trace contextRef="#ctx0" brushRef="#br0" timeOffset="90510.57">23985 12833 202 0,'0'0'3'0,"0"0"21"0,0 0 6 0,0 0-7 15,16-45-6-15,3 29-6 16,4 0-5-16,6-2-5 16,7-1-1-16,1 1-7 15,-3-1-56-15,-5 1-159 0</inkml:trace>
  <inkml:trace contextRef="#ctx0" brushRef="#br0" timeOffset="94317.81">21794 13356 114 0,'0'0'3'0,"0"0"5"0,0 0-8 0,0 0 0 0,5 0 1 16,4-3-1-16,0 0 1 15,0 0 0-15,0 0-1 16,1-1 0-16,-2 1 0 16,0 1 2-16,0 0 1 15,1-1 2-15,3 0 2 16,-1-1-4-16,1 0-1 0,3-1-1 16,1-2-1-16,0 0 1 15,4 0-1-15,0 0 1 16,1-1-1-16,2-1 4 15,0-1 1-15,-1 1 3 0,1 1 2 16,1-1-3-16,3 1-3 16,-3-2 0-16,3 2-3 15,4-1-1-15,0-1 2 16,3 0-2-16,0-2 0 16,-2 1 0-16,3-3 0 0,-3 2 1 15,1-3 1-15,2 2 0 16,-1-1 0-16,3-1 1 15,1 2-1-15,1 0-2 16,-3 0 1-16,4-1-1 16,1 1 0-16,-1 0 1 0,3-1-1 15,1-1 0-15,0 1 0 16,-1-1 0-16,-1 2 0 16,-1-1 0-16,-1 1 0 15,-3 0 0-15,1-2-1 16,-1 2 2-16,3-1-1 0,-3 1 0 15,2-2 0-15,-1 1 0 16,3 0 0-16,-2 1 0 16,-1 0 1-16,-3-1-1 15,2 2 0-15,0-1 0 16,-2 1 0-16,0-1 0 0,-1 2 0 16,3 0 0-16,-2 0 0 15,0 1 1-15,3-1 0 16,-6 3 2-16,3-1 1 15,-1 0-3-15,-2 2-1 16,2 3 1-16,-4-2-1 16,1 1 0-16,-2 0 0 0,0 1 0 15,0 0 3-15,0 0 5 16,0-1-1-16,-2 1-1 16,2 0-2-16,-3-1-2 15,-3 1 0-15,1 2 0 0,-3-1-1 16,-3 1 1-1,0 2-2-15,-3 0 0 0,3 0 1 16,-5 0 1-16,1 0 2 16,-1 0-2-16,1 0 0 15,-3 1-2-15,-1 3 0 16,1 0-1-16,-4 3 0 0,2 0-1 16,1 1 1-16,-2 4 1 15,2 2 0-15,2-1 0 16,-1 4 0-16,-1 1 0 15,1 2-1-15,-3 3 1 16,2 5 1-16,-5 3 0 0,4 5 0 16,-4 2 2-16,2 4 0 15,0 3-1-15,3-1 0 16,-1 1-2-16,0-2 1 16,3-3 0-16,-2-3 1 15,1-3-1-15,-1-3 1 0,-1-3 2 16,-2-1 0-16,0-1 0 15,1-2-1-15,-3 3 0 16,-1-3 0-16,-1 2-2 16,-2-1 0-16,-1 0-1 15,0-1 1-15,0 0-1 0,-3-3-1 16,-3-1 0-16,-3-3 0 16,-2-3 1-16,0-1 1 15,-5-2-1-15,1-2 0 16,-5 1 1-16,-3 0-2 15,-2-1 1-15,-3 0-1 16,-7 1 0-16,-3 1-1 0,-6 1-7 16,-6 2-3-16,-6-1 3 15,-3 1 1-15,-4 3 3 16,-2 0 5-16,-4 0 1 16,-1 3 5-16,-3 0 6 0,1 1-1 15,-3 0-5-15,1 1 0 16,3-1 0-16,1 2 2 15,0-2-1-15,3-1-1 16,-1 2-4-16,3-1 0 16,-1-1-2-16,-2-1-2 0,0 0 0 15,-1 1-3-15,0-3 4 16,1 0 1-16,1-2 0 16,2 1 2-16,3-1 3 15,4-1-4-15,5-2-1 16,3 0 1-16,1-1-1 15,8-4 1-15,4 0 0 0,5-2-1 16,2-4 0-16,3 2 1 16,4-3 1-16,1 0-2 15,2 0 1-15,1 0 0 16,2 0-1-16,3-3-1 16,-1-3-1-16,1-1 2 0,0 0-7 15,0 0-1-15,4-3 7 16,-2 0 2-16,1-1-1 15,1 0 3-15,3-1-2 16,-4-2 3-16,2 0-2 16,0-1 0-16,-2-3-1 0,-2 2 3 15,1-5 2-15,-1 0 0 16,1-5 2-16,0-1 0 16,-2-4-5-16,3-4-1 15,-1-4 0-15,-1-2-1 0,0-7-1 16,0-5 1-16,1-12-1 15,0-6-1-15,2-14-4 16,2-14-24-16,-2-11-47 16,-3-8-140-16</inkml:trace>
  <inkml:trace contextRef="#ctx0" brushRef="#br0" timeOffset="95991.42">18466 14260 6 0,'0'0'1'0,"53"8"0"0,-28-4 0 0,-2 0-1 16,1 0 0-16,-1-1 0 16,-4 0-3-16</inkml:trace>
  <inkml:trace contextRef="#ctx0" brushRef="#br0" timeOffset="99108.98">16170 12242 72 0,'-2'0'4'0,"0"-3"5"0,2 0 0 0,-2 1-2 0,2 0-1 15,0-1-2-15,-2 2 1 16,1 0 1-16,0-1-1 15,1 2 3-15,-1-1 5 16,0 1-3-16,1 0-6 0,0 0-1 16,0 0-6-16,0 1 2 15,0 6 0-15,0 0 0 16,0 3 1-16,1 2 0 16,4 2-1-16,-2-1 1 15,1 2 0-15,4 1 0 16,-2 0 0-16,2-1 0 15,-2 2 0-15,3 0 0 0,5-1 1 16,-3 0 0-16,3 0 0 16,1-1 0-16,1 2 0 15,2-2 1-15,4 0-2 16,3 0 1-16,-2 1 1 0,3-3 1 16,-1 0-1-16,2-2 0 15,0 0-2-15,0-1 1 16,-1 0 1-16,3 0 0 15,1-4 4-15,0-1-4 16,4 1 2-16,-4-2 0 0,3 0 1 16,0 0-1-16,-3-2 0 15,-1 1-1-15,0 0-1 16,-3 1 1-16,0 0-1 16,-1-1 2-16,-4 0-1 15,-2 1-1-15,-1 0-1 0,0-1 1 16,-4 0-2-16,-1 0 0 15,1-3 1-15,-3 1 1 16,3-1-1-16,-2 0 1 16,0 0 0-16,-1 0 0 15,-2 0-1-15,0 0-2 0,0 0-22 16,-2 0-21-16,-2-1-22 16</inkml:trace>
  <inkml:trace contextRef="#ctx0" brushRef="#br0" timeOffset="99315.49">17186 12556 170 0,'0'0'7'0,"0"0"16"0,0 0-20 0,0 0-8 0,0 0-2 16,0 0 5-16,0 53 5 15,0-19 0-15,-3 8-2 16,-7 11 1-16,-5 5-28 16,-9 5-63-16</inkml:trace>
  <inkml:trace contextRef="#ctx0" brushRef="#br0" timeOffset="100795.6">16491 14410 79 0,'0'0'7'0,"0"0"-2"0,0 0 0 16,0 0-4-16,0 0 1 16,0 0-4-16,0 0 4 0,0 0-2 15,0 0 0-15,-12 38 1 16,12-31-1-16,0 2 2 16,0 0-2-16,0 1 1 15,2 2-1-15,3 1 0 16,4 0 0-16,-4 2 0 15,5-1-1-15,-3 0 1 0,5 2 0 16,0-2 0-16,3 0 0 16,-1-1 0-16,5 0 0 15,-4 1 2-15,4-1-2 16,-2 0 5-16,5 0-1 16,-3 1-2-16,2 1-2 0,-3-1 1 15,3 2-1-15,-4-2 0 16,1-1 3-16,-2 3-3 15,4-4 0-15,-3 1 2 16,0 0 2-16,3 1 0 16,0-1 7-16,4-3-3 0,-1 1-4 15,0 0 1-15,4-3-3 16,-1 2-1-16,2-3-1 16,2 1 0-16,-3 0 0 15,2 1 2-15,-2 0-1 16,-1 1-1-16,-2 0 2 15,1 0-2-15,0-2 0 0,-2 2 0 16,3-3 0-16,0 0 0 16,1-1 2-16,-1 0 4 15,1-2 3-15,1 0-4 16,-1-1-2-16,0-2 0 0,-4-1-1 16,-1 0 1-16,2 0-1 15,-5 0-1-15,2 0 0 16,-4 0-1-16,1 0 0 15,1 0 1-15,-2-2-2 16,-1 0 2-16,1-2 1 0,-2 3 2 16,1-1-1-16,-4 1-2 15,1-2-1-15,-4 2 1 16,1-1 1-16,-3 1-2 16,0 1 1-16,-4-2 0 15,1 2 2-15,0 0-1 0,0 0-1 16,-4 0-10-16,2-1-20 15,-1-2-34-15,-1-3-15 16</inkml:trace>
  <inkml:trace contextRef="#ctx0" brushRef="#br0" timeOffset="101741.86">17743 14732 52 0,'-1'0'5'0,"-1"0"7"0,2 0 1 0,0 0-8 16,0 0-4-16,0 0-1 0,0 1 0 15,0-1 0-15,0 3 1 16,0-1 0-16,0 1 0 15,0-1 3-15,0 3 0 16,0-1-1-16,0 1 1 0,0 1-3 16,4 0-1-1,1 0 1-15,1 2 2 0,1 1 1 16,0-1-3-16,1-1 0 16,-1 2 1-16,1-1 0 15,2-1 3-15,-3-1 2 16,3-2 0-16,0 2-2 15,-2-2 2-15,2 0-4 0,-1-1 1 16,-3 0-1-16,1 1-2 16,0-1-1-16,0-1 2 15,-3 1-1-15,-1-1 0 16,0 0 0-16,2-1 1 0,-3 2-2 16,1-1 1-16,2-1-1 15,-1-1 0-15,-2 2 1 16,1-2-1-16,0 0 1 15,0 1-1-15,1-1 0 16,-3 1 1-16,1-1-1 16,-2 2 0-16,2 0 1 15,-1 0-1-15,0-1 0 0,-1 1-1 16,0-1 3-16,0 1-1 16,0-1 4-16,0 2 1 15,0-2-1-15,0 3 0 0,0 2-4 16,0 0 2-16,-2 2-1 15,-2 1 0-15,1 3 1 16,-5 3-1-16,-3 3 0 16,-3 6-2-16,-3 8 6 15,-8 12-2-15,-9 13-4 16,-9 19 3-16,-11 16-6 16,-9 12-35-16,-9 8-78 0</inkml:trace>
  <inkml:trace contextRef="#ctx0" brushRef="#br0" timeOffset="106510.31">18423 15013 15 0,'15'-6'-4'0,"-1"1"3"0,-2 1 0 0,-3 1 2 16,-2 1-1-16,-2 2 0 15,1-1 0-15,-4-2-4 0</inkml:trace>
  <inkml:trace contextRef="#ctx0" brushRef="#br0" timeOffset="107550.44">18904 14829 53 0,'0'0'22'0,"0"0"5"0,0 0-4 16,0 0-2-16,0 0-2 15,30-43-2-15,-27 36 3 16,0-1-5-16,-1 2-1 15,0-1-8-15,-2-1-3 0,0 3 1 16,0-2-4-16,-5 1 3 16,-1 0-3-16,-7 2 3 15,2 1-3-15,0 2 3 16,-2 1 5-16,0 0-7 16,-3 0-1-16,1 3 2 0,-3 5-4 15,1 2 4-15,-2 1-2 16,1 2 0-16,-1 1 0 15,1 3 0-15,3 3 0 16,-1 2-2-16,2 2 1 16,1 4-1-16,2 2 2 0,4 0 0 15,2 2-1-15,3 0 1 16,2-1 0-16,0-3-1 16,2 1-1-16,6-5 2 15,2-3-1-15,2-1 1 16,-3-3 2-16,3-3-5 15,1-1 3-15,0-3 0 0,0-3 0 16,0-1 0-16,-2-5 1 16,1-1 3-16,-5 0 2 15,1 0 0-15,-1-1-1 16,-2-6 1-16,-1-2 2 0,-3 1-4 16,-1-2 0-16,0-2 1 15,0 0-2-15,0-1-1 16,0 1-1-16,0-1 1 15,0 1-3-15,0-1 1 16,0 3 0-16,0 0 0 16,4 0-1-16,4 2 0 0,-5-1 0 15,6 2 0 1,-1 1 0-16,1 2 1 0,1 0-1 16,-1 1 1-16,1 0 0 15,2 3-1-15,-1 0 1 16,-1 0-1-16,2 0 1 0,-2 0-2 15,2 5 1-15,-2 0 1 16,-1 0-1-16,0 1 1 16,2 2 0-16,-5-1 0 15,1 0 0-15,-2 0 0 16,0 0 0-16,1 0-2 0,-4 2 2 16,-2-1 2-16,1-1-1 15,-1 0 0-15,0-1 1 16,1 0-6-16,1-1-13 15,1-2-20-15,-1-1-31 16,2-2-18-16</inkml:trace>
  <inkml:trace contextRef="#ctx0" brushRef="#br0" timeOffset="107963.04">19083 15069 153 0,'0'0'9'0,"0"0"18"0,0 0-8 0,0 0-13 15,40-42-2-15,-31 37 0 16,1 2-3-16,1 3-1 16,-1 0 2-16,-1 0-1 15,1 4 4-15,0 6-2 16,2 1-3-16,-3 1 4 0,1 0-4 16,2 1 1-16,-3 0 0 15,-2-2 0-15,1-1 1 16,-2 0-7-16,-4-3 6 15,0-1-4-15,-2-2 2 0,0-1 2 16,0 0 2 0,0-3 0-16,0 0 7 0,0 0 3 15,-3-7 2-15,1-2-3 16,0-3-2-16,2-1-3 16,0-4 0-16,0-2-3 15,0 2-2-15,2-3-1 0,3 2-1 16,2 0-1-16,3 6 2 15,0-1-3-15,1 6-3 16,0 6-14-16,2 1-4 16,-2 0-11-16,0 10-17 15,-3 3-16-15,0-1-14 0</inkml:trace>
  <inkml:trace contextRef="#ctx0" brushRef="#br0" timeOffset="108460.46">19579 15064 108 0,'0'0'-13'0,"0"0"24"0,0 0-2 0,14-44 5 0,-14 36 9 16,0 0 0-16,-7 1 1 15,0 3 1-15,-2 0-7 16,0 3-8-16,-2 1-9 15,-1 0 1-15,0 4 0 16,1 6-1-16,-2 4 3 16,2 3-5-16,3 0 1 0,-1 1 0 15,4 0-2-15,1-3 1 16,4 0-2-16,0 0 0 16,0-5-1-16,7-1-3 15,4-4 3-15,0 1-7 16,3-5 6-16,-1-1 3 0,-3 0-1 15,2 0 8-15,0 0-4 16,-1-7 0-16,2-3-5 16,-2 1 9-16,1-4-1 15,-3 1-1-15,-1-1-2 16,-4 2 2-16,-1 1 1 0,-1 3 6 16,1 0-1-1,-3 4-1-15,0 0-2 0,0 3-4 16,0 0-6-16,2 0-7 15,-1 6 8-15,3 1 5 16,4 4-3-16,-1-3-7 16,5 1-10-16,1 0-11 0,4-5-21 15,-1 0-16-15</inkml:trace>
  <inkml:trace contextRef="#ctx0" brushRef="#br0" timeOffset="109328.48">19913 15030 121 0,'0'0'11'0,"0"0"28"0,17-44 9 16,-17 31-19-16,0 6-12 15,0 0-11-15,-6 6-6 0,-2 1 4 16,0 0-5-16,-6 5 4 16,3 7-2-16,-2 4 5 15,2 2-7-15,1 3 2 16,2-3-2-16,7 0 1 15,-1 0-2-15,2-5-2 0,2-2-2 16,4-3-3-16,5-3-1 16,0-1 3-16,3-4 6 15,0 0 5-15,1 0-7 16,1-7 6-16,0-3-3 16,0-4 3-16,0-3-2 15,-1-3 1-15,-1-3 0 0,-1-5 1 16,1-3 2-16,-4-1-2 15,0-2-2-15,-1-1 0 16,-1 0 1-16,-3 0-3 16,-2 0 0-16,-2-1 0 15,-1 4 0-15,0 0 2 0,0 2 0 16,-4 5-1-16,-2 2 1 16,2 5 0-16,-2 5-2 15,2 3 1-15,1 4-1 16,1 4 0-16,0 2-1 15,0 0 0-15,-1 11-3 0,0 6 0 16,1 6 4-16,-1 4 5 16,1 4-4-16,2 2 0 15,0 1-1-15,0-2 0 16,0 1 1-16,3-2-1 16,2-2 0-16,2-1 1 0,-2 2 0 15,3-2 1-15,-3-1-1 16,2 0 0-16,-4-1 1 15,2-1-1-15,0-3 0 16,-1-1 1-16,2-4 0 16,0-3-2-16,0-4-1 0,3-1 3 15,-1-4 0-15,0-3 0 16,-1-2 6-16,0 0 0 16,2 0 0-16,-4-7-1 15,3-2-1-15,-3-4-1 16,3-1-2-16,-2-3 0 0,1-3-1 15,-1 2 0-15,-1-2 1 16,0 4-1-16,-3 2 0 16,-1 3 0-16,-1 4 1 15,0 2-1-15,0 3 1 16,0 2-3-16,0 0-1 0,0 5 1 16,0 5-2-16,0 3 5 15,2 3-2-15,3-1 0 16,1 2-1-16,-1-4 1 15,3 0-1-15,1-2-2 16,1-4-4-16,2-1-10 16,4-4-14-16,-1-2-21 0,1 0-31 15</inkml:trace>
  <inkml:trace contextRef="#ctx0" brushRef="#br0" timeOffset="109490.92">20386 14863 170 0,'0'0'21'0,"-17"-54"22"0,6 31-19 0,3 3-12 0,2 6-6 16,-1 1-2-16,2 4-2 15,1 2 0-15,2 5-4 16,0 2-9-16,1 0-36 0,1 8-24 16,0 2 1-16</inkml:trace>
  <inkml:trace contextRef="#ctx0" brushRef="#br0" timeOffset="109839.6">20402 15015 127 0,'0'0'-19'0,"0"0"48"16,0 0 1-16,46 10-11 15,-35-10-5-15,1-6-1 0,-3-3-2 16,-2 1-3-16,-1-5 3 15,-1 3 0-15,-3-3 0 16,-1 2-2-16,-1-1-3 16,0 3-2-16,0 0 0 0,-3 3-6 15,-5 2 1-15,4 4 4 16,-4 0-3-16,3 4 1 16,-3 9 0-16,2 3 3 15,4 2-4-15,-1 4-1 16,3-1-1-16,0-1 0 15,5-4-1-15,7 0 2 0,-3-3-7 16,4-3-13-16,-1 0-7 16,-3 0-7-16,4-6-5 15,-3 0-32-15,1-4 41 16</inkml:trace>
  <inkml:trace contextRef="#ctx0" brushRef="#br0" timeOffset="110311.39">20609 15031 33 0,'0'0'40'0,"0"0"15"15,3-48 0-15,-2 38-15 16,-1 3-14-16,0 4-10 16,0-1-4-16,0 4-6 0,1 0-5 15,2 0-3-15,1 0-1 16,-2 7 0-16,1 3 3 16,3 3 2-16,0 0 1 15,-1 1-2-15,2 0-1 16,-1-2 0-16,1 0-3 0,-4-3 0 15,1-1-2-15,-2-2-1 16,3-2 3-16,-5-1 0 16,0-3 3-16,2 0 2 15,-2 0 1-15,0 0 2 16,0-5-5-16,0-6 1 16,1-1 1-16,1-2-2 15,2-2 0-15,2-1 0 0,-2 1 0 16,5 3-1-16,-2 1 0 15,3 2 1-15,0 3 1 16,0 2-1-16,0 4 1 16,0 1 1-16,1 0-2 15,-2 3 0-15,0 5 0 0,-3 5-2 16,1 4-2-16,-3 1 5 16,-1-2-2-16,1 4 0 15,-4-2 1-15,0-2-5 0,0-2-4 16,2-2-15-16,-1-4-10 15,1-3-13-15,2-4-7 16,4-1-34-16</inkml:trace>
  <inkml:trace contextRef="#ctx0" brushRef="#br0" timeOffset="110545.13">20911 14821 124 0,'0'0'1'0,"0"0"28"0,0 0-1 0,0 0-7 0,0 0-13 15,0 0-4-15,0 0-5 16,0 0 2-16,0 43 1 16,0-19-2-16,0 1 2 0,0 1 1 15,0 0-3-15,4-2 0 16,-1-1 1-16,-1-1-6 15,-2 0-28-15,0-4-31 16</inkml:trace>
  <inkml:trace contextRef="#ctx0" brushRef="#br0" timeOffset="110693.73">20898 15007 206 0,'0'0'7'0,"0"0"1"15,0 0-5-15,40-36-3 16,-17 28-16-16,5-3-35 16,4 2-50-16</inkml:trace>
  <inkml:trace contextRef="#ctx0" brushRef="#br0" timeOffset="111960.96">21605 14877 148 0,'0'0'31'0,"0"0"7"16,0 0-28-16,0 0-9 16,0 0 3-16,-40-9-2 15,23 9-4-15,-5 6 11 16,2 7-9-16,2 1 2 0,-3 3-2 15,6 2 0-15,2 2 0 16,8-3-3-16,1 1 1 16,4-4-1-16,0-2-1 15,4-3-4-15,3-6 4 16,5 1 2-16,1-5 7 16,3 0 2-16,-1-2 0 0,5-7-3 15,-4-6 0-15,2 1 0 16,-2-5 0-16,-1-5 0 15,-3 1 1-15,-1-5 3 16,-1-3-1-16,-5-2-4 16,1-1-1-16,-4-3 0 0,2 0-1 15,-2-1 0-15,-2 4 0 16,0 1 1-16,0 3-1 16,0 6 0-16,0 4-1 15,0 5 0-15,-5 4 0 16,4 5-1-16,-1 2 1 0,-2 3-1 15,4 1-3-15,-2 1-6 16,1 9 10-16,0 5-2 16,0 5 4-16,1 5-2 15,0 5 0-15,0 3 0 16,0 1 0-16,0 0 0 16,4 1-2-16,1-3 2 0,-1-1 0 15,3-3 0-15,-2-1 0 16,0-1 2-16,1-3-2 15,1-2-2-15,2-3 4 16,-2-1-4-16,2-4 1 16,2-2 0-16,-2-2 2 0,0-2-1 15,3-2-1-15,-2-1 1 16,-3-3 1-16,2-1-1 16,1 0 4-16,-2 0 1 15,2-5 1-15,0-4-1 0,0 2-2 16,1-2-2-16,0-3 1 15,-1-1-2-15,-1-1 1 16,0-1 0-16,-2-2 1 16,-3 0-1-16,-1 0 1 15,-1 0-1-15,-2 3 1 16,0 1-1-16,-1 3-1 0,-3 5-2 16,-5 0-7-16,-1 4-2 15,2 1 4-15,-2 0 2 16,0 4 6-16,3 6-1 15,-2 3-1-15,5 1-5 16,2 3 3-16,2 2 2 0,0 0-4 16,0 0 1-16,3-1 0 15,7-1 0-15,-1-4-3 16,3-1-1-16,1-4 5 16,1-2 0-16,1-3 2 15,5-2 2-15,-3-1-1 0,2 0 1 16,1-7 0-16,-2-1-1 15,1-3 1-15,-1-3 1 16,-1-1 2-16,-1-1 0 16,-1-2-1-16,1-1 2 15,-3 2-3-15,0-1 0 0,-1 1-1 16,0 1 1-16,0 2 0 16,-1 1 1-16,-2 4 2 15,0 2-4-15,2 0-1 16,-2 4 0-16,0 2 1 0,1 1-1 15,-1 0 0-15,1 0 1 16,0 4 0-16,0 3 0 16,-1 3 0-16,0 3-2 15,-2 0 2-15,-2 1-1 16,-1 0-2-16,-2 1 4 0,-2 0-3 16,0-1 4-16,-5-1-3 15,-5 0 2-15,-4-1 0 16,-1-3 2-16,-1 0-1 15,1-2-1-15,1-2 1 16,3-2-2-16,1 0 0 16,3-3-1-16,5 0-15 0,2-3-48 15,0-8-58-15</inkml:trace>
  <inkml:trace contextRef="#ctx0" brushRef="#br0" timeOffset="112516.81">22382 14760 147 0,'2'-6'0'0,"-2"0"19"0,0 1 0 0,0 1-12 16,-4 1-6-16,-1 3-1 16,-2 0 7-16,-1 0-5 15,-1 3-2-15,0 6 0 16,-3 3 1-16,2 3-1 15,2 2 0-15,0 0-1 0,5 1 0 16,3-1 1 0,0 0 0-16,0-1 0 0,7-2 0 15,5-1 0-15,1-3 4 16,2-3 6-16,0 1 1 16,2-3-1-16,2-3-1 15,-2-1 0-15,3-1-2 16,-2 0-3-16,4-1 0 0,0-8-1 15,0 1 0-15,-3-2-1 16,1-1 0-16,-1 0 0 16,-4-3 0-16,-3 1-1 15,-4 0 1-15,0-1 2 0,-5 1-2 16,-1 2 3-16,-2 2 2 16,0 2-3-16,0 1 0 15,-6 3-3-15,-2 3 3 16,2 0-5-16,-1 0 3 15,0 9 0-15,0 2-2 0,1 1-1 16,1 1 1-16,2 2-1 16,3-1-1-16,0 1-1 15,0 0 1-15,8-3-2 16,5-1-2-16,0-3-6 16,3-2-3-16,2 0-3 15,2-5-25-15,-2-1-36 0,4 0-30 16</inkml:trace>
  <inkml:trace contextRef="#ctx0" brushRef="#br0" timeOffset="112978.4">22835 14843 114 0,'0'0'36'0,"0"0"28"0,0 0-28 0,0 0-20 0,0 0-7 16,0 0-4-16,0 0-2 15,0 0-2-15,0 0-3 16,0 0-1-16,18-29 1 15,-17 38 1-15,1 1 2 0,-2 3 1 16,1-1 0-16,0 1-4 16,-1 0-1-16,0-2 1 15,0-1-3-15,0-3 0 16,1-3-4-16,-1 0 9 16,0-3 0-16,0-1 2 0,0 0 3 15,0-2 4-15,0-5-5 16,0-3 0-16,-1-1-3 15,0-5 0-15,0 2-1 16,1-1 1-16,0-2 0 0,0 2 1 16,2 2-2-16,7 1-2 15,0 2 2-15,1 1 0 16,3 5 0-16,-1 1 1 16,0 3-1-16,1 0 0 15,-2 0 0-15,-1 3-1 16,1 8 1-16,0 2-1 15,0 1 0-15,-5 2 1 0,1 0-1 16,-4-1-3-16,-1 0-4 16,-2 0-6-16,0-2-6 15,0-2-8-15,0-3-6 16,0-3-21-16,-2-4-1 0</inkml:trace>
  <inkml:trace contextRef="#ctx0" brushRef="#br0" timeOffset="113269.05">23126 14609 97 0,'0'0'7'0,"0"0"36"0,0 0-18 16,0 0-27-16,0 0 2 0,0 0 8 15,11 39 4-15,-6-17-1 16,-2 3-2-16,2-1-3 16,0 0 2-16,1-1-3 15,-1-3-3-15,1-2-2 16,-1-3 1-16,0-1-1 0,-2-3 2 16,-1-1-1-16,0-3-4 15,-2 0-20-15,0-4-46 16,-3-3-29-16</inkml:trace>
  <inkml:trace contextRef="#ctx0" brushRef="#br0" timeOffset="113426.72">23113 14795 226 0,'0'0'17'16,"0"0"-6"-1,0 0-12-15,36-15 6 0,-13 11-4 16,0 1 1-16,2 3-2 15,0 0 1-15,-2 0-18 16,-6 0-83-16</inkml:trace>
  <inkml:trace contextRef="#ctx0" brushRef="#br0" timeOffset="114595.22">18850 15449 69 0,'0'0'4'0,"0"0"22"0,0 0 5 16,0 0 0-16,0 0-22 0,0 0-14 15,0 0 8-15,0 0-3 16,0 0 0-16,0 0 2 16,52 0-1-16,-29 1-2 15,1 0 2-15,4 0-2 16,3 1 1-16,3-1-2 0,2 0 1 16,3 1 0-16,2-1 1 15,5-1 0-15,1 0-1 16,2 0 1-16,0 0-7 15,2 0 8-15,1-3-1 16,1-1 1-16,5 1-1 0,2 0 1 16,5 0-1-16,3-1 0 15,3 1-1-15,1-2-1 16,4 0-1-16,-2 1 8 16,4-3-4-16,-2 0-1 15,5 1 4-15,-1-1-3 0,2 0-1 16,2 1 1-16,3-1-1 15,1 0 1-15,-3-3-1 16,3 2 2-16,3-2 4 16,-1 1 4-16,1 1 0 15,1-1-1-15,-1 2 2 0,0 1-2 16,-2-1-3-16,-3 2-3 16,1-2 0-16,0 1-1 15,-2-4 0-15,1 2-1 16,-1 0 2-16,3-1 3 15,-2 1 0-15,-1 1-1 16,-1 0-3-16,-1 3-1 0,-1 1 0 16,-3 0-1-16,-5 2 1 15,-3 1-1-15,-5 0 0 16,-6-2 0-16,-6 1-1 16,-3-2 2-16,-8 2-2 0,-5-1 2 15,-6-1 0-15,-4 0 2 16,-4 1 2-16,-3-1-2 15,-4 1-2-15,-1-2 0 16,-3 1 1-16,-1 1-1 16,-3 0 0-16,-3-2 0 0,-1-2-11 15,-1-2-37-15,-3-4-57 16</inkml:trace>
  <inkml:trace contextRef="#ctx0" brushRef="#br0" timeOffset="114850.58">23451 14618 241 0,'0'0'-26'0,"0"0"46"0,0 0-23 0,0 0-20 15,0 0-20-15,0 0-26 16,0 0-28-16</inkml:trace>
  <inkml:trace contextRef="#ctx0" brushRef="#br0" timeOffset="120846.77">23435 14750 129 0,'0'0'1'0,"0"0"8"0,0 0 13 16,0 0 8-16,0 0 3 15,0 0-7-15,0 0-7 16,0 0-2-16,0 0-6 0,0 0-4 15,0 0-7-15,0 0-1 16,0 0-4-16,14-14-10 16,-12 14-2-16,-1 0-11 15,1 3-14-15,-1 1-13 16,1-1-12-16</inkml:trace>
  <inkml:trace contextRef="#ctx0" brushRef="#br0" timeOffset="121024.53">23472 14920 243 0,'0'0'11'0,"0"0"-21"16,0 0 9-16,0 0 5 16,0 0-2-16,0 0-20 0,0 0-13 15,0 0-3 1,42 21-10-16,-33-21-52 0</inkml:trace>
  <inkml:trace contextRef="#ctx0" brushRef="#br0" timeOffset="121174.94">23689 14818 214 0,'0'0'-26'15,"0"0"27"-15,56-2-11 16,-35-4-140-16</inkml:trace>
  <inkml:trace contextRef="#ctx0" brushRef="#br0" timeOffset="128158.83">23831 14719 127 0,'0'0'-35'0,"0"0"38"0,0 0 1 0,0 0-6 16,0 0-3-16,0 0-3 15,0 0 13-15,0 0-6 16,0 0 1-16,0 0-16 15,-21-18-35-15</inkml:trace>
  <inkml:trace contextRef="#ctx0" brushRef="#br0" timeOffset="128437.49">23831 14719 59 0,'-21'-14'18'16,"21"14"2"-16,0 0-13 15,1 0 0-15,2 0-3 0,0 0 1 16,0 0-2-16,1 0 1 15,0 0 1-15,-2 0 1 16,0 0 0-16,1 0 0 16,0 0 4-16,0 0-2 15,2 1-1-15,0-1-2 0,1 2 2 16,1-2 4-16,4 0-1 16,3-6 6-16,1-7 1 15,8-5-5-15,3-5-1 16,6-4-6-16,6-6 0 15,7-2-4-15,6-2 0 0,4-4-10 16,2-3-44-16,1-3-60 16</inkml:trace>
  <inkml:trace contextRef="#ctx0" brushRef="#br0" timeOffset="133663.57">18658 15996 72 0,'0'0'9'0,"0"0"7"0,0-1-4 0,0 0-2 0,0-1 1 16,0 0 7-16,0 1 0 16,0 0 0-16,0 0-1 15,0 0 0-15,-2 1-4 16,0 0-6-16,2 0-2 15,0 0-5-15,-3 0-2 0,2 1 6 16,1 5-4-16,-2 1 0 16,1 0 2-16,-1 3-2 15,-1 0 0-15,3 2 0 16,-2 0 0-16,0 4 0 16,1-2 0-16,1 0 0 0,0 2 0 15,0-2 0-15,0 2 0 16,0-1-2-16,0 1 2 15,3 0 0-15,-1-2 0 16,1 3 0-16,-1-4 0 16,1-1 0-16,1-1-1 15,-2-2 1-15,0-1-1 0,0-3 0 16,1 1-1-16,1-3-1 16,0 1-2-16,-2-4 2 15,3 0-1-15,0 0-2 16,-1 0 3-16,3 0 4 15,-3-3 0-15,4-1 0 0,-2-2 2 16,0-1-1-16,1-2 1 16,-2-2-1-16,2 1 0 15,-3-3-1-15,0-1 1 16,1 1-1-16,-1-1 0 0,-2 3 0 16,1-2 1-16,-2 0-1 15,2 4 0-15,-3-1 0 16,0 2-1-16,2 0 1 15,-2 2 0-15,0 2 0 16,0 1 2-16,0 2-2 0,0 0-1 16,0 1 0-16,0 0-1 15,3 0-3-15,-2 0 2 16,1 1 1-16,-1 4-2 16,2 4 1-16,-1 1 3 15,2 0-2-15,-3 3 3 16,1-1-1-16,2 4-2 15,0-1 2-15,-1-3-1 0,1 3 0 16,0-5 0-16,1 1-1 16,0-2 1-16,3-2-1 15,-3-1 0-15,4-2-1 16,-2-1 0-16,1-1 1 0,-1-2 1 16,1 0 0-16,-2 0 3 15,1 0-1-15,-1 0 2 16,1-5 3-16,-1-3 0 15,1-2 3-15,-4-3-2 0,5 0 2 16,-4-5-4-16,2 0-1 16,-2-2 0-16,0 0 0 15,-3 1-1-15,0-2-1 16,0 4-2-16,-1-2 1 16,0 7-2-16,0 0 2 15,0 5-5-15,2 3-5 0,0 4-12 16,0 0-38-16,-2 0-30 15,0 7-5-15</inkml:trace>
  <inkml:trace contextRef="#ctx0" brushRef="#br0" timeOffset="134517.2">19069 16274 110 0,'-5'-1'14'0,"2"0"19"0,1-1-11 0,-1 2-3 0,1 0-6 16,0-1 0-16,0 1-2 16,0 0-4-16,0 0-4 15,1 0-1-15,-1 0 0 16,1 0-2-16,-1 1-1 0,0 3 1 16,-2 5-1-16,2-1 1 15,-1 2 0-15,1 2 0 16,2 0-2-16,-2 1 2 15,-1 1 0-15,2 2 0 16,-1-2 0-16,2 3-1 0,0-4 1 16,-1 1 0-16,1 0-1 15,0-5 2-15,0 4-1 16,0-5-1-16,3-1 0 16,1 0-1-16,0-1-7 15,0 0-22-15,-2-5-24 16,1-1-69-16</inkml:trace>
  <inkml:trace contextRef="#ctx0" brushRef="#br0" timeOffset="134965.07">19033 16318 120 0,'0'0'0'0,"0"0"26"16,0 0 3-16,0 0-3 16,0 0-6-16,0 0-18 15,0 0-3-15,0 0 3 16,0 0-1-16,15 4 0 16,-5 5 0-16,1 7 0 0,1-1 2 15,1 2-2-15,1-2 1 16,-1 0-1-16,-4-1-1 15,3-1 0-15,-2-4 0 16,-4-2 0-16,1 1 0 16,-3-2 0-16,0-3-1 0,0-2 1 15,-2 1-2-15,-2-2-1 16,1 0 14-16,-1-3 26 16,0-6-22-16,0-2-2 15,0-2-5-15,0-4-2 16,0-1-2-16,0-2-1 15,0 1-3-15,2-2 1 0,3 2-1 16,2 1 0-16,-1 1-8 16,3 3-9-16,1 1-17 15,-1 3-32-15,1 2-42 16</inkml:trace>
  <inkml:trace contextRef="#ctx0" brushRef="#br0" timeOffset="135363.51">19280 16369 115 0,'0'0'-3'0,"0"0"6"0,0 0-1 15,0 0 0-15,0 0 5 16,0 0-1-16,0 0-6 16,0 0-2-16,37 25 18 15,-30-27-4-15,0-6-3 0,0-1 3 16,-1-1 1-16,0-1-1 15,0-2 3-15,-3 2-3 16,-1-1 0-16,-2 1-2 16,0 2-4-16,0 1 1 15,-2 1 2-15,-4 3-2 16,0 0-3-16,1 2 2 0,-2 2-4 16,3 0 6-16,-1 0-6 15,-1 1-2-15,3 6-1 16,-3 5 0-16,1 1 0 15,1 4-1-15,0 1 2 16,2-1 0-16,1 2-1 16,1-2 1-16,0 0-1 0,1-3-1 15,5-3-9-15,1 0-4 16,3-2-17-16,2-5-33 16,-3-4 5-16</inkml:trace>
  <inkml:trace contextRef="#ctx0" brushRef="#br0" timeOffset="135932.06">19469 16317 209 0,'0'0'8'0,"0"0"40"16,0 0-22-16,0 0-12 16,0 0-9-16,0 0-3 15,0 0-2-15,0 0 1 16,0 0 1-16,-13-19 1 15,13 27-5-15,0 3 3 0,0 2-1 16,0 0-1-16,0 1-2 16,3 1 0-16,0-3 2 15,2 1-1-15,-1-2-1 16,2-1 2-16,0-3-3 16,1 0 0-16,-1-3-2 15,1 0 0-15,3-4 1 0,0 0 2 16,-4 0 5-16,3 0-2 15,1-6 1-15,-4-2 1 16,1 4 1-16,-2-3 0 16,0 1 0-16,1 2 0 15,-4 1 2-15,-2 2 3 0,1-1-5 16,1 2-3-16,0 0-1 16,4 2-1-16,-3 5 0 15,5 1 3-15,0 0 2 16,2 1-3-16,-3 0-1 0,3-2 0 15,2 0-1-15,-3-1 0 16,-1-5-1-16,2-1-3 16,-3 0 7-16,1 0-1 15,-1-7 4-15,-1-2 5 16,-2-4 4-16,-2 1-1 16,-1-6 2-16,-1 1 1 0,0-1-4 15,-5 0-3-15,-3 0-4 16,-1 3-2-16,-2 1-3 15,1 3-6-15,0 2-19 16,1 2-14-16,0 0-34 16</inkml:trace>
  <inkml:trace contextRef="#ctx0" brushRef="#br0" timeOffset="136388.59">20186 16030 66 0,'0'0'105'0,"0"0"-99"0,0 0 8 0,0 0 5 16,0 0-2-16,0 0-9 15,39-6-3-15,-30 5-1 0,1-2-3 16,2 2 1-16,0 1-1 16,3-2-6-16,-2 2-26 15,-1 0-33-15,-3-3-49 16</inkml:trace>
  <inkml:trace contextRef="#ctx0" brushRef="#br0" timeOffset="136545.19">20299 16141 208 0,'0'0'6'15,"0"0"-19"-15,0 0 7 0,0 0 7 16,0 0 6-16,58 6-1 15,-32-8-13-15,2-7-63 16</inkml:trace>
  <inkml:trace contextRef="#ctx0" brushRef="#br0" timeOffset="137321.24">20900 15807 145 0,'0'0'-3'15,"0"0"19"-15,0 0 5 16,0 0-16-16,0 0-10 16,0 0 5-16,0 0 1 15,0 0 1-15,-6 53-1 0,6-33-1 16,0 2 0-16,4 1 1 16,-1-2-2-16,1-1 1 15,2-2-1-15,-3-2 1 16,2-2-2-16,3-1 1 15,-3-4-1-15,3-1 0 0,-2-2 0 16,1-4 1-16,3 0-1 16,-3 0-1-16,0-2 3 15,-1 0-2-15,1 0 5 16,1-8 0-16,1-1 1 0,-4-3 8 16,4-2 3-16,-2 1-2 15,-1 1-1-15,-1 3-4 16,-1 0-3-16,-2 4 0 15,1 0-1-15,-1 4 1 16,-1 1-4-16,1 0-5 0,3 0-3 16,2 9 1-1,2 2-1-15,3 2 2 0,-1 1 1 16,1 3 0-16,-1 1 3 16,2-3-14-16,2-3 19 15,-4 0-6-15,3-5-2 16,1-5 2-16,-1-2 0 0,-1 0 2 15,-2-2-1-15,0-7 1 16,-3-2 11-16,-1-5 15 16,-1 1 0-16,-3-4 0 15,1-2-3-15,-4-3 0 16,0 1-11-16,0-4 2 0,0 0-3 16,-4 1-2-16,0 1-4 15,-2 1-2-15,0 5-1 16,1 4-2-16,1 3-1 15,0 7-15-15,0 5-20 16,0 0-16-16,0 11-49 16,1 3 8-16</inkml:trace>
  <inkml:trace contextRef="#ctx0" brushRef="#br0" timeOffset="138659.53">21428 16209 206 0,'0'0'18'0,"0"0"0"0,0 0-12 0,0 0-11 16,0 0 6-16,0 0 2 0,0 0-1 16,-21 41 0-16,15-24-2 15,2-1 1-15,2-2-1 16,2 0-1-16,0 0 1 16,0-5-2-16,1 2-3 0,6-5 2 15,0-2-3-15,4-2-3 16,0-2 10-16,1 0 0 15,1 0 2-15,1-6-5 16,-1-1 4-16,-2-3-1 16,-3-1 3-16,-1-1 3 15,-3-1 2-15,-1 2-3 16,-3-2 0-16,0 1 1 0,-6 2 1 16,-5 2-3-16,-1 2 1 15,-2 2-5-15,-2 3 3 16,1 1 0-16,3 0-2 15,2 3-2-15,2 4-3 0,4-3-7 16,3 3-9-16,1-4 4 16,1 0-10-16,11-2 0 15,-1-1 19-15,5 0 3 16,0-4 3-16,2-3 3 16,-1-3-3-16,3-3 0 0,-6-2 3 15,2-1 7-15,-3-1 4 16,-1 0-1-16,0-1-1 15,-6 1-3-15,1 2 0 16,-2 1 0-16,-2 3 0 16,-2 1-1-16,-1 3-4 15,0 2-1-15,0 1-2 0,0 2 0 16,0 0-5-16,0 2 2 16,0 0-3-16,-3 10 2 15,1 3 2-15,-2 4 4 16,0 1-2-16,2 7 0 0,0-1-1 15,1 2 1-15,1-3-1 16,0 4-1-16,0-4 2 16,9-2-2-16,-1-1 0 15,1-1 0-15,1-1 0 16,1-2 1-16,0 1-2 16,0-4-7-16,3-2 4 0,0-3-27 15,3-5 4-15,4-3 24 16,-4 0-10-16,2 0-2 15,-2-8 12-15,0-2 3 16,-3-3 2-16,-2 0 15 0,-4 0 9 16,-2-1 1-16,-2 3-3 15,-4 1-8-15,0-1-2 16,0 3-2-16,-4 3-4 16,-5-1-6-16,-3 3 1 15,3 3 0-15,-2 0 4 16,-2 0-5-16,2 0-1 0,2 9-1 15,0 0-3-15,4 4-5 16,0 0-4-16,2 0 6 16,3 0 2-16,0-2 2 15,0-1-1-15,0 1-4 16,6-4 4-16,0-1 2 16,1-3-4-16,0-1 2 0,0-2 1 15,2 0 4-15,2 0 1 16,-4-5 2-16,3-3 2 15,2-4-1-15,-5 0-2 16,2-4 1-16,-3-1-2 0,1 0 1 16,-2-3-1-16,-1-3 0 15,0-1 1-15,-3-3-2 16,0 2 0-16,-1 0-1 16,0 1 1-16,0 2 1 15,-2 2 0-15,0 6 0 0,-4 2-2 16,2 3 1-1,1 1-1-15,0 4 0 0,3 1 3 16,-4 3-2-16,2 0 1 16,1 0-3-16,0 15-3 15,0 1 4-15,1 8 2 16,0 5 1-16,0 2-3 0,5-1 0 16,4 4 0-16,0-4-1 15,1-3 1-15,2-2-6 16,-2-2-21-16,-4-3-55 15,1-6-37-15</inkml:trace>
  <inkml:trace contextRef="#ctx0" brushRef="#br0" timeOffset="138978.49">22209 15979 91 0,'14'0'87'0,"2"0"-73"0,4-3 15 0,1-1-21 16,3 0-6-16,3 1 1 15,0 0-2-15,-1-1-4 16,-1 0-30-16,-4-5-75 16</inkml:trace>
  <inkml:trace contextRef="#ctx0" brushRef="#br0" timeOffset="139811.42">22598 15869 135 0,'0'0'2'0,"0"0"24"16,0 0-5-16,0 0-1 0,0 0 8 15,-30-43-6-15,29 35-6 16,1 1-5-16,0 0-11 16,2 1-1-16,7 2 0 15,3 0 2-15,-2 3 0 16,2 1-1-16,0 0 0 0,-1 0-1 16,0 11 1-16,0 0-1 15,-3 6-1-15,1 3-1 16,-2 1-3-16,0 2-1 15,-4 0-3-15,0-2 2 16,-1-2 4-16,-1-4 0 0,1-2 0 16,-2-3 4-16,0-3 0 15,0-3 3-15,0-4-1 16,0 0 0-16,0 0 3 16,0-2 2-16,0-6 0 15,0-3-5-15,0-2 3 0,0-1-2 16,0-3 0-16,2 0-2 15,2-4 2-15,4 0-2 16,-2 1 0-16,3-1-1 16,0 2 1-16,1 3-1 15,0 2-1-15,1 1 1 16,1 2-1-16,-1 4 1 0,1 2 0 16,1 0 0-16,-1 2 0 15,-2 3 0-15,-1 0-1 16,-2 0 1-16,-1 4-2 15,1 3 1-15,-4 5 0 16,1-1 0-16,0 6 1 16,-2 0 0-16,-1 2 0 0,0 2 0 15,-1 0 1-15,0 3 0 16,0 0 0-16,0 3-1 16,0-1 0-16,0 2 0 0,-1 2 2 15,0 1-2-15,1-1 0 16,-2 2 0-16,2-1 0 15,0 1 0-15,0-4 1 16,0-2 0-16,3 0 0 16,1-2 1-16,2-3 0 15,0-2 1-15,0-2 2 0,1 0 0 16,0-5-1-16,4-1 1 16,-1-1-1-16,2-4 0 15,2-1 3-15,2-3-3 16,2-2 0-16,0 0-4 15,1 0 4-15,5-12-3 0,-2-3-19 16,-2-7-31-16,1-9-213 16</inkml:trace>
  <inkml:trace contextRef="#ctx0" brushRef="#br0" timeOffset="140523.12">23590 15384 67 0,'0'0'47'0,"0"0"-24"0,0 0 3 0,0 0-12 0,0 0-5 16,0 0 3-16,-37-12-12 16,23 14 6-16,2 6 1 0,-1 4-2 15,-1 5-4-15,1 0-1 16,2 1 0-16,2 4-1 16,2-3 1-16,2 1-2 15,2-3 1-15,3-2 0 0,0 0-1 16,1-6-3-16,7 0 2 15,1-5 0-15,1-2 5 16,1-2 1-16,2 0 5 16,-1 0 3-16,-1-5-3 15,1-5 0-15,-3 1 2 16,-1-6 3-16,-3-1-3 0,0-2-1 16,-2-4-5-16,-3-2 0 15,0-2 0-15,0-2 0 16,-3 0 0-16,-7 1-1 15,1 0 3-15,-3 1 2 0,3 5-3 16,-4-1 2 0,-3 4-4-16,-1-2-2 0,-1 6-1 15,-1 0-2-15,-4 2 2 16,-1 2 0-16,0 5-2 16,-1 2-9-16,0 3-3 15,3 0-8-15,2 7-12 0,1 4-31 16,5 1-15-16</inkml:trace>
  <inkml:trace contextRef="#ctx0" brushRef="#br0" timeOffset="141387.6">23723 15188 126 0,'0'0'12'0,"0"0"17"0,0 0-20 15,0 0-1-15,0 0-2 16,0 0-3-16,0 0-1 0,0 0-4 16,0 0 2-16,0 0 0 15,0 0 0-15,0 0 3 16,0-2-3-16,0 10 2 15,0 3-2-15,1 3 1 16,-1 0 0-16,2 3 0 16,0 2 0-16,-1 1-1 0,2 1 0 15,-1 2 0-15,-1-2 0 16,1 0 0-16,0 1 1 16,-1-1-1-16,0-3 0 15,-1 2 0-15,0-4 1 0,1-1-2 16,-1-2 2-16,1-1-1 15,1-4-1-15,-2-1 1 16,2-1 0-16,0-3 0 16,-1 0 0-16,1-2 5 15,0 0 9-15,5-1 0 16,-5 0 0-16,4 0-3 0,2 0-5 16,3 0-1-16,-2 0-1 15,0 0-3-15,2-2 1 16,2-1 1-16,-5 1 1 15,2 1 0-15,-1-1-1 16,-2 0-1-16,0 0 0 0,-1 2-2 16,1-1 0-16,-2 1 1 15,3-2-1-15,-5 2 0 16,2 0-1-16,1-1-3 16,-1 1-6-16,0-3-8 15,0-1-31-15,0 1-47 16</inkml:trace>
  <inkml:trace contextRef="#ctx0" brushRef="#br0" timeOffset="141924.6">24043 15341 184 0,'0'0'5'0,"0"0"40"0,0 0-17 0,0 0-16 0,0 0-5 15,0 0-7-15,0 0 1 16,0 0 3-16,0 0-4 16,0 0 0-16,-29 46 0 15,24-28-1-15,3 1 2 0,2-2-2 16,0-3-1-16,0-3 0 16,0-1 0-16,3-3-1 15,1-1-5-15,2-3 2 16,0-2 5-16,2-1-1 15,-1 0 2-15,-1 0 3 0,0-6-1 16,-1-2 4-16,0-2 5 16,0-3-1-16,-1-2-2 15,-2-4 0-15,0 2-3 16,-2-4 1-16,0 3-3 16,0 2-1-16,0 0-1 15,-6 5 0-15,-1 4-2 0,1 3-4 16,-1 3-15-16,-2 1-10 15,2 2-30-15,-4 6 4 16,4 2 3-16</inkml:trace>
  <inkml:trace contextRef="#ctx0" brushRef="#br0" timeOffset="142334.85">24194 15345 99 0,'0'0'7'0,"0"0"8"0,0 0-6 0,15-39 1 16,-15 32 12-16,0 2 7 0,0 2-7 16,-5 1-11-16,0 2 1 15,-3 0-9-15,0 2-3 16,0 6 1-16,-1 1-1 15,3 3 0-15,-1 1-1 16,4-2-1-16,3 2-3 16,0-2-1-16,0 0 3 0,9 0-1 15,-2-2 0-15,4 0 2 16,1-2 4-16,-2-3 1 16,-1 3 0-16,0-4 0 15,-2 2-2-15,-3 0 0 16,-2-1-1-16,-2 1-2 0,0-1 3 15,-2 2 0-15,-7-1 4 16,-2 0-4-16,-1 0 2 16,-2 0-11-16,2-3-46 15,2 0-25-15</inkml:trace>
  <inkml:trace contextRef="#ctx0" brushRef="#br0" timeOffset="142729.79">24343 15334 56 0,'0'0'53'16,"0"0"-16"-16,0 0-3 16,0 0-12-16,0 0-8 0,2-35-4 15,-8 33-7-15,4 2 0 16,-3 0-1-16,1 0 1 15,1 0-2-15,-2 7-1 16,3 3 0-16,0 1-1 16,1 1 0-16,1-1 0 15,0 3-2-15,0-1 2 0,5-1-1 16,2 0 2-16,-1 1 2 16,0-3-4-16,0 1 8 15,0-2-5-15,-4-1 0 16,-2 0 0-16,0-3-1 15,0 0 0-15,0-1 2 0,-6 0 3 16,-3-1 1-16,-2 0-1 16,-1-1-4-16,-2 1 0 15,0-1-2-15,-2-2-35 16,5 0-46-16,-1 0-34 16</inkml:trace>
  <inkml:trace contextRef="#ctx0" brushRef="#br0" timeOffset="143142.07">24607 15101 127 0,'0'0'-1'0,"0"0"32"0,0 0-8 15,0 0-15-15,0 0-1 16,0 0 2-16,0 0 1 0,0 0-10 16,0 0-1-16,0 0 2 15,-33 17 7-15,27 6-2 16,-1 6 0-16,2 3-4 15,-1 3-1-15,4 2-1 16,1 2 1-16,0-2 0 0,1 0 1 16,0-2 0-16,0-5 0 15,0 1 0-15,0-4-2 16,0-3 1-16,-3-2 0 16,-3-4-1-16,-1-3-5 15,-2-3-18-15,1-3-31 0,-2-7-35 16</inkml:trace>
  <inkml:trace contextRef="#ctx0" brushRef="#br0" timeOffset="143328.35">24425 15463 228 0,'0'0'-17'15,"0"0"29"-15,0 0-3 16,44-34-3-16,-30 27-2 15,3 1 4-15,0 1 0 0,1 2-4 16,-1 2-2-16,0-1-2 16,-1 2-17-16,-4-3-67 15</inkml:trace>
  <inkml:trace contextRef="#ctx0" brushRef="#br0" timeOffset="143854.19">23855 15179 74 0,'0'0'0'0,"-41"13"5"0,20-6 4 16,2 0-5-16,-1 2-1 0,2 1 2 15,1-2 5-15,3 4 2 16,-4 2 1-16,3 4 6 16,0 2-7-16,3 4-3 15,3 5 0-15,-1 0-2 16,7 3 0-16,3 0-3 15,0-2 0-15,8 1-2 0,7-3-1 16,5-3 2 0,1-1-2-16,6-4 2 0,4-1-2 15,3-5 1-15,4-3 1 16,6-5-26-16,0-6-77 0</inkml:trace>
  <inkml:trace contextRef="#ctx0" brushRef="#br0" timeOffset="144173.23">24648 15138 81 0,'0'0'93'0,"0"0"-83"15,48 17 24-15,-28-3-13 16,2 3-9-16,0 3-5 0,-1 7 0 16,-5 2-3-16,-2 6-2 15,-5 2 1-15,-9 4-2 16,0 0-2-16,-20 1-18 15,-9-1-33-15,-9-4-52 16</inkml:trace>
  <inkml:trace contextRef="#ctx0" brushRef="#br0" timeOffset="144592.35">23466 15870 78 0,'0'0'4'0,"70"0"16"15,-30-2 12-15,8-2-4 16,6 1-10-16,3-2 2 16,3 0 8-16,4 1-6 15,3-2-7-15,-2-1 1 0,2 0-5 16,3 0-6-16,1 0-3 15,0 0 1-15,-6-2-1 16,-3 5 0-16,-8-2-2 16,-9 2-3-16,-9 1-7 0,-12 3-9 15,-10 0-24-15,-12 0-48 16</inkml:trace>
  <inkml:trace contextRef="#ctx0" brushRef="#br0" timeOffset="145176.28">23844 16188 224 0,'0'0'16'0,"0"0"13"0,0 0-12 16,0 0-14-16,0 0-3 16,0 0 1-16,-39-19-1 15,27 28-2-15,-3 3 4 0,0 4-10 16,-3 4 6-1,2-1-9-15,1 2-7 0,4-3 7 16,2-1-5-16,6-1 3 16,3-5-5-16,0-2 8 15,0-3 2-15,8-4 0 16,3-2 6-16,2 0 11 0,3 0 3 16,4-4 2-16,-2-6-4 15,2 1-1-15,0-6 1 16,-1 2 0-16,-3-2 0 15,-2-3 2-15,-4 1-2 16,-1-2-1-16,-5-1 1 0,-3-2 2 16,-1-2-1-16,0 3 1 15,-5-2-2-15,-8 3 0 16,-1 0-6-16,-5 2-3 16,-1 4-1-16,-3 5 0 15,-2 4-3-15,-1 5-9 16,-1 0-14-16,-2 8 7 0,2 9-13 15,4 1-20-15,6-1-15 16,4-1-39-16</inkml:trace>
  <inkml:trace contextRef="#ctx0" brushRef="#br0" timeOffset="145954.64">23966 16078 178 0,'0'0'24'0,"0"0"15"0,0 0-16 15,0 0-9-15,0 0 1 0,0 0-9 16,0 0-4-16,0 0-5 15,0 0 6-15,0 0-6 16,-10 13 7-16,7 4-3 16,-2 2 0-16,1-1 0 15,-1 2-1-15,3-2 0 0,2-1 0 16,0 0 0-16,0-4-1 16,0-1-2-16,0-4-3 15,3 1-3-15,3-4 1 16,-1-2-4-16,0 0 2 15,1-3 8-15,1 0 1 0,0 0 0 16,1 0 2-16,1-6 0 16,-2-2-1-16,2-1 1 15,-4-1 0-15,3-1 0 16,-5-2 1-16,0 2 4 16,3 2 0-16,-4 0 4 15,-1 3 0-15,-1 1-2 0,1 1-3 16,0 3-3-16,-1 1 0 15,1 0-3-15,0 0-4 16,1 0-12-16,0 7 6 16,2 2 7-16,-1 2 4 15,1 0-1-15,2 3-1 0,2-2-3 16,1-2-4-16,1-2-1 16,2-2-2-16,0-2 6 15,0-2 0-15,2-2 5 16,-1 0-1-16,1 0 2 0,-3 0 3 15,1-6 3-15,-2 0 5 16,-4-4 1-16,0 0 4 16,0-2 1-16,-2-4-1 15,-1 2-2-15,-1-2-2 16,0-4-1-16,-2 2-4 16,0-2-1-16,0 0-2 0,0 1 0 15,0-2-2-15,-2 4 1 16,-2 0 0-16,-2 3-2 15,0 2 0-15,-2 1-3 16,1 4-7-16,-3 3-11 16,-1 2-13-16,-4 1-33 0,-1 0-72 15</inkml:trace>
  <inkml:trace contextRef="#ctx0" brushRef="#br0" timeOffset="146977.73">22666 16422 109 0,'0'0'18'0,"0"0"21"0,0 0-10 0,0 0-11 16,0 0-13-16,0 0-1 16,0 0-3-16,0 0-6 15,2 0 9-15,4 0-4 16,2 0-1-16,2 0 5 0,2 0-2 15,5-3 2-15,4 0-1 16,-2-1-1-16,4-3-1 16,4 1 1-16,0 0-3 15,0 1-9-15,-1-1-15 16,-4 1-37-16,-1 0 13 0</inkml:trace>
  <inkml:trace contextRef="#ctx0" brushRef="#br0" timeOffset="147278.53">22645 16557 168 0,'0'0'-5'16,"0"0"8"-16,0 0 5 16,0 0 3-16,41 0 3 15,-25 0 2-15,2 0 0 16,4-1-3-16,0-4-2 0,3 0-7 16,5-1 1-16,2 0-4 15,0-1-1-15,2-1-15 16,0-1-57-16,-4-2-53 15</inkml:trace>
  <inkml:trace contextRef="#ctx0" brushRef="#br0" timeOffset="154379.18">18347 17156 69 0,'0'-4'16'0,"0"1"21"0,-3 2 6 0,0-1-12 16,-4-2-10-16,2 3-6 15,1 0-3-15,-1-2-4 16,0 2-2-16,2-2 0 16,-5 3-3-16,3-1-5 0,-2 1 3 15,1 0 2-15,-2 0 3 16,1 6-4-16,-2 5 0 16,3 3-1-16,-2 4-1 15,2 1 1-15,1 3 0 16,2-2-1-16,2 1 0 0,1-1 0 15,0-3 0-15,0-2-1 16,5 0-1-16,4-2 1 16,0-1-3-16,0-1 0 15,1-2 2-15,0 1-1 16,-1-3 4-16,-1 2 1 0,2-1-1 16,-4 2-1-16,-1-3 0 15,-1 3-1-15,-3-3 0 16,-1 2-1-16,0-1 3 15,-1 2 0-15,-9 0 2 16,0 0-1-16,-4 1 1 16,-2 1-2-16,-1-2 0 15,-1-2 0-15,-1 1-1 0,2-4 1 16,3-2-1-16,2 0-2 16,5-3-17-16,1-6-60 15,5-8-39-15</inkml:trace>
  <inkml:trace contextRef="#ctx0" brushRef="#br0" timeOffset="154776.6">18502 17054 126 0,'0'0'23'0,"0"0"3"0,0 0 7 0,0 0-17 0,0 0-16 16,0 0 1-16,0 0-2 15,-11 41 6-15,11-21 3 16,0 5-2-16,0 1 0 16,0 3-2-16,0 0-1 15,0-1-2-15,3 0 0 0,0-3 0 16,-2-1-1-16,3-4 2 16,-4 0-1-16,0-4 1 15,0-2-11-15,0-1-25 16,0-3-24-16,-7-3-22 0</inkml:trace>
  <inkml:trace contextRef="#ctx0" brushRef="#br0" timeOffset="155324.14">18435 17320 61 0,'0'0'17'15,"0"0"-12"-15,0 0 11 16,40-22-2-16,-24 15-1 16,-3 1 0-16,2-1 3 15,2 2-4-15,1-1-1 16,-1 0-6-16,1 1-3 0,0 0 0 15,-2 4-1-15,-2 0 0 16,-1 1-2-16,-3 0 0 16,-3 3-2-16,-2 6 1 15,1 3-3-15,-3 1 10 16,-1 1 0-16,0 1-2 0,-1 2 6 16,1-2-8-16,1-1 0 15,2-3 0-15,0-4-1 16,4 0-3-16,-3-5 2 15,3 0 2-15,-1-2 6 16,3 0-3-16,-1-5 0 16,-1-5-1-16,0 0 1 15,0-4 1-15,-4 0 4 0,-2-1 5 16,0 1 1-16,-3-3-3 16,0 4 2-16,-6 1-2 15,-3-2-5-15,-3 4-1 0,-1 2-4 16,1 4-1-16,-1 3-6 15,1 1 4-15,0 3-5 16,3 8-3-16,1 4-21 16,3 0-33-16,0-3-53 15</inkml:trace>
  <inkml:trace contextRef="#ctx0" brushRef="#br0" timeOffset="155619.19">18934 17241 136 0,'0'0'3'0,"0"0"-2"0,0 0 8 0,0 0-3 0,0 0 0 15,0 0 25-15,5 43-9 0,0-16-11 16,-2 3-4-16,6 7-1 15,-7 5-4-15,2 4-2 16,0-1 1-16,-1-2 5 16,-1-2-5-16,0-3-1 15,-1-9 0-15,1-6-5 0,0-4-16 16,-2-7-11-16,0-5-14 16,0-7-16-16</inkml:trace>
  <inkml:trace contextRef="#ctx0" brushRef="#br0" timeOffset="155958.59">18958 17291 51 0,'0'0'5'0,"19"-37"1"0,-6 20 7 16,0 3 1-16,2 1-4 15,-2 1 19-15,-1 4-5 16,1-1-11-16,-6 4-3 16,1 4-2-16,-2 1-6 0,0 0-2 15,-4 8 4-15,1 2-1 16,-3 6 5-16,0 2-3 16,0 2-5-16,0 0 4 15,-4 1-7-15,-3-1 8 16,-1-4-4-16,-3 1 1 0,0-3-1 15,-2 0 0-15,0-2 0 16,-2-1 0-16,3-2-11 16,-1-2-20-16,3-3-28 15,2-4-54-15</inkml:trace>
  <inkml:trace contextRef="#ctx0" brushRef="#br0" timeOffset="156242.68">19200 17237 148 0,'0'0'27'0,"0"0"8"16,0 0-14-16,0 0-26 15,0 0 13-15,0 0-2 0,6 46 1 16,-4-24-2-16,-2 5-2 15,1 2-1-15,-1 1 2 16,0 1-3-16,1-1 1 16,0 0-1-16,-1-1 0 15,0 0 0-15,0-2-4 16,0-2-11-16,0-2-25 0,0-5-25 16,-3-3-8-16</inkml:trace>
  <inkml:trace contextRef="#ctx0" brushRef="#br0" timeOffset="156598.51">19222 17362 74 0,'0'0'1'0,"17"-47"2"15,-7 27 2-15,3 2 0 0,-2 2 2 16,-1 2 5-16,1 4 8 15,-1 2 3-15,1-1-8 16,-1 4-4-16,0 0-3 16,1 4-4-16,1-2-1 0,-1 3-3 15,-2 0 0 1,0 4 0-16,-4 5 0 0,-2 2-1 16,-2 4 2-16,-1 0 7 15,0 1-2-15,-1 1-2 16,-6-2 1-16,-3 1 0 15,-2-2 0-15,-3 2-2 16,0-2 1-16,-2-1-4 0,2-2 1 16,1-1-1-16,2-3-1 15,4-1-7-15,4-6-26 16,3 0-45-16</inkml:trace>
  <inkml:trace contextRef="#ctx0" brushRef="#br0" timeOffset="156826.35">19469 17254 145 0,'0'0'4'0,"0"0"2"16,0 0 0-16,0 0 5 15,0 0 10-15,0 0-9 16,1 44-5-16,-1-27-1 15,0 0-3-15,0-1-2 0,0 0-1 16,0-3 0-16,0-4-12 16,0-3-39-16,0-6-47 15</inkml:trace>
  <inkml:trace contextRef="#ctx0" brushRef="#br0" timeOffset="156996.48">19470 17118 231 0,'0'0'-17'0,"0"0"25"15,-5-38-7-15,5 30 0 16,0 1-4-16,4 4-32 16,1 2-30-16,2 1-25 15</inkml:trace>
  <inkml:trace contextRef="#ctx0" brushRef="#br0" timeOffset="157926.29">19577 17341 198 0,'0'0'-8'0,"0"0"10"15,0 0 1-15,0 0 1 16,0 0 0-16,0-42 7 0,-3 34 3 16,2 1-2-16,1 0-7 15,0 0-2-15,0-2-2 16,1 4-1-16,6-1 0 16,0 2 0-16,1 0-1 15,3 3 0-15,-1 1-2 0,-1 0 0 16,2 2-3-16,0 7 2 15,0 5-1-15,0 0 10 16,-1 3-2-16,0 1-2 16,0-1 2-16,-6 0-2 15,1-1 0-15,-5-3-1 16,1-1 1-16,-1-4-3 0,0-3 1 16,-1 0 2-16,-3-4 1 15,1-1 0-15,-3 0 2 16,2 0 0-16,0-6 3 15,-1-5 1-15,4 0-5 0,1-4 0 16,0 0 0-16,0-1-2 16,0 1 0-16,6 0 0 15,0 5-1-15,2 2 0 16,-3 1 0-16,3 3-1 16,-3 2-1-16,4 2-1 15,-2 0 1-15,1 0-1 0,-1 4 1 16,1 5 1-16,-2 1-2 15,3-2 0-15,-1 2 1 16,-1-5 0-16,0 0 0 16,0-1 0-16,3-4 2 15,0 0 0-15,-3 0 0 0,3-7 2 16,-1-2-1 0,1-3-1-16,-2 1 2 0,-3-2-1 15,2-1 1-15,-5 1-1 16,-1 0 2-16,-1 3-1 15,0 2 1-15,-1 1 2 0,-6 4-2 16,1 3-1-16,-3 0-5 16,2 1 7-16,-4 12-8 15,2 1-1-15,0 7 3 16,1 1 0-16,2 3 1 16,2 1-1-16,3 1 2 0,1 1-3 15,0-1 2-15,1-2 0 16,5 0-1-16,2-1 1 15,0 0 1-15,-3-4-1 16,3 3 2-16,-4-5-1 0,0 1 1 16,-3-2 0-1,-1-3 1-15,0 0 4 0,-9-1 2 16,-4 1 5-16,-3-1-1 16,-6-1-2-16,-3 2-5 15,-2-3-1-15,0-1-4 16,0-1 2-16,3-1-3 0,5-4-8 15,3-4-24-15,6 0-55 16</inkml:trace>
  <inkml:trace contextRef="#ctx0" brushRef="#br0" timeOffset="158590.51">20342 17412 179 0,'-1'0'9'0,"1"0"1"0,0 0-19 0,0 0 12 15,5 0 0-15,2-3-3 0,3 2 0 16,2-2 1-16,3 1 2 15,2-2 0-15,7 0 3 16,0-1 2-16,5-4 1 16,0 2-2-16,4-3 0 15,1 0 1-15,3 0-2 16,1 1 2-16,1 1-2 0,3-1-2 16,1 1-1-16,0-1-2 15,-1 1 1-15,-2 0-1 16,-2 0 1-16,-2 0-1 15,-4 0 0-15,-2 3 0 0,-4 0 0 16,-2 1 0-16,-5 2 0 16,-4 0-2-16,-3 2-10 15,-2-2-36-15,-7 1-91 16</inkml:trace>
  <inkml:trace contextRef="#ctx0" brushRef="#br0" timeOffset="159586.19">21628 17058 103 0,'0'0'12'0,"0"0"25"0,0 0 0 15,0 0-10-15,0 0-5 0,0 0-15 16,0 0 1-16,-39 20-5 15,29-7-2-15,2 0 0 16,-3 3-2-16,2 4-1 16,2-1 3-16,3 1 0 15,1-3-1-15,3 0-1 16,0-1-1-16,0-4-3 0,9-4-3 16,2-5 2-16,3-1-1 15,2-2 7-15,2 0 6 16,3-7-2-16,0-3-2 15,2-4 0-15,-4 0-2 0,1 0 1 16,-4 0-1-16,-5 1 1 16,-4 3 0-16,-1 0 4 15,-4 3 9-15,-2-1-2 16,0 3-4-16,0-1-1 16,0 0-4-16,-6 2-2 15,2 0 1-15,-1 1-4 0,-2 3 2 16,3 0-4-16,-4 0-2 15,3 0 11-15,0 6-5 16,0 2 0-16,1 2-1 16,0-1 1-16,-1 2-1 15,1 2-1-15,1 0-6 0,-1 2 9 16,1-3 0-16,0 5-2 16,0-3-1-16,1 2 0 15,-4-2 1-15,3 1-1 16,1 1 1-16,-1 1 0 15,0-1 1-15,2-1 0 0,1-2 0 16,0 1-1 0,0-2 0-16,4-3 0 0,1-1 0 15,4-3 0-15,0 0 0 16,0-4 5-16,4-1-1 16,-2 0 1-16,2 0-2 0,3-6 0 15,-1-2 0-15,1-2 0 16,-1 0-1-16,0 1 0 15,-2-2 0-15,-3 4-1 16,-2 1 2-16,-1-1-2 16,1 1 0-16,0-3-14 0,-3-3-31 15,0 1-75-15</inkml:trace>
  <inkml:trace contextRef="#ctx0" brushRef="#br0" timeOffset="159985.43">21888 17176 193 0,'0'0'0'0,"0"0"5"0,0 0-3 16,0 0 3-16,0 0 0 0,0 0 1 16,36-14 6-16,-27 14 0 15,2 3-3-15,0 4-5 16,-1 2-2-16,2 1 0 15,-2 1-2-15,0 3 1 16,-3 0-2-16,-2-1-3 0,-1 0-1 16,-4-2-8-16,0 2 1 15,0-3 20-15,-2-2-7 16,-5-2-2-16,0-2-1 16,-2 0 5-16,1-4 0 15,1 0-1-15,-1 0 4 16,4-6 10-16,2-2-4 0,2-3-4 15,0-2-4-15,0-3 1 16,4 0-3-16,7-2-1 16,3 0 0-16,3 0-1 15,0 2-2-15,5-1-19 16,1 4-21-16,-3 2-35 0,0 2-66 16</inkml:trace>
  <inkml:trace contextRef="#ctx0" brushRef="#br0" timeOffset="161173.99">22181 17142 138 0,'0'0'36'16,"0"0"-17"-16,0 0-13 15,0 0 3-15,0 0-3 16,0 0 7-16,0 0-3 16,0 0 2-16,0 0-5 0,16 3 1 15,-11-3-4-15,3 0-1 16,3 0 0-16,0 0-1 15,-2 1-1-15,3 4 1 16,1 0-1-16,0 2-1 16,-1 4 0-16,0 1 0 15,-2 1-1-15,-2 1 1 0,-1 3 0 16,-4 0 2-16,-1-3-4 16,0 3-2-16,-2-4-2 15,0 0 6-15,-1-2-15 16,-3-4 19-16,-4-2 2 15,3-2-3-15,-4-3 1 16,4 0 3-16,-3-1-1 0,2-6 3 16,1-2-5-16,1-3-3 15,1-1 6-15,2-1-4 16,1-2-2-16,0-2 0 16,0 0 1-16,4-2-2 0,4 1 0 15,2 1 1-15,5 1 1 16,0 2-5-16,1 0 2 15,0 2-7-15,0 5-14 16,-2 1-6-16,1 2-10 16,-3 1-2-16,-1 3 3 0,1 1 19 15,-5 0 10-15,0 0 8 16,-3 0 1-16,0 5 5 16,-1 2 20-16,-1-1 17 15,-2 4-20-15,0 0-7 16,0 1-5-16,0 0-1 0,0 1-1 15,0-1-2-15,0 2-6 16,0-1 0-16,1-1 0 16,1-1 0-16,0-2 0 15,0 0-1-15,1-3 0 16,2 2 0-16,-1-4-1 0,0-2 1 16,2 1 4-16,-1-2-1 15,1 0-1-15,-3 0 0 16,1 0 1-16,2-6 1 15,-4-1 4-15,2-3-3 16,-1-1 4-16,-2 0-1 0,0-1-4 16,-1-1-1-16,0-1-1 15,0 0-1-15,-2 0-1 16,-4-1 1-16,3 3 2 16,-4 0-3-16,3 1-3 15,-3 2 3-15,2 1-3 16,-1 2 0-16,2 2-1 0,1 1-1 15,2 0 3-15,1 2 0 16,0 0-13-16,0-1 4 16,2 1 8-16,4-1 3 15,2 1 0-15,0-1 0 16,1 1 0-16,1 1 0 16,0-1 0-16,-1 1 1 0,3 0 0 15,-1 0-1-15,-1 4 0 16,-1 3-1-16,-1 4 0 15,0-1 0-15,-3 6-1 16,-1-2 2-16,3 0 2 16,-4 2-1-16,2-2 2 0,1 0-2 15,-1-1 0-15,2-1-1 16,0-1 0-16,0-1 1 16,0-2-1-16,2-1 0 15,2-1 0-15,-4-2 3 0,2-1-2 16,2-3 1-16,-3 0 1 15,0 0 5-15,2 0 3 16,0-6 17-16,0-5-15 16,1 2-2-16,-3-2-1 15,1-1-5-15,-5-1 0 0,2 1-1 16,-4 0 0-16,-1 1-1 16,-1 0 0-16,0 1-1 15,0 2 0-15,0-1-1 16,-2 4-3-16,1 0-14 15,-1-1-17-15,0-1-21 0,1-1-67 16</inkml:trace>
  <inkml:trace contextRef="#ctx0" brushRef="#br0" timeOffset="162219.49">23357 16763 22 0,'0'0'14'0,"0"0"1"0,0 0 4 0,0 0-10 16,0 0 1-16,0 0-3 15,0 1-2-15,0-1 2 16,0 0-1-16,1 2 0 0,0-2 2 16,-1 1 4-16,2-1 5 15,-2 0 6-15,0 0-4 16,0 0-15-16,0 0-3 15,0 0-1-15,0 0 0 16,0 0 1-16,0 0-1 0,0 0 1 16,0 0 1-16,0 0 2 15,0 1 1-15,0-1 0 16,0 0-4-16,0 0 2 16,0 0-2-16,0 1 0 0,0 0-1 15,0-1-1-15,0 3 1 16,0-2-1-16,0 0 1 15,0 1-3-15,0-2-4 16,1 3-6-16,-1-2 3 16,0 1 2-16,0-1 2 15,1 0 1-15,0-1-23 0,-1 0-16 16</inkml:trace>
  <inkml:trace contextRef="#ctx0" brushRef="#br0" timeOffset="165904.6">23461 16683 240 0,'0'0'-13'0,"-4"0"30"0,-6 0 0 0,0 2-4 16,-3 8-8-16,-5 4-4 15,0 7 5-15,-7 8 1 16,-3 6-2-16,0 12 0 15,-6 5-4-15,-1 4 2 0,-3 3-3 16,-2 1 1-16,-2-3 0 16,-1 1-1-16,0-4 1 15,1-1-1-15,-1-5 0 16,3-1 0-16,3-6 0 16,5-4-1-16,-1-4-4 15,10-6-10-15,1-5-16 0,9-6-26 16,8-10-16-16,2-6-55 15</inkml:trace>
  <inkml:trace contextRef="#ctx0" brushRef="#br0" timeOffset="166381.09">23426 17026 200 0,'0'0'14'0,"0"0"-5"16,0 0-8-16,0 0-1 0,0 0-1 15,0 0-7-15,0 0 10 16,0 0 17-16,5 49-12 15,-12-29-1-15,-1 1-4 16,-2 0 0-16,5-2-1 16,-1-1 0-16,2-2-1 0,3-6 0 15,1 0 0-15,0-3 0 16,0-4-1-16,0 1-3 16,5-4-6-16,4 0 15 15,5 0-1-15,1 0-3 16,2-4 1-16,1-3-2 0,1 0 1 15,0 1 0-15,1 1 0 16,-6 0-1-16,4 1 1 16,-2 0 0-16,1 1-1 15,-1 0-1-15,0 1 2 16,0 0-1-16,-2-1 0 0,0 0-12 16,-3-1-43-16,-5 0-21 15</inkml:trace>
  <inkml:trace contextRef="#ctx0" brushRef="#br0" timeOffset="166588.12">23516 17127 142 0,'0'0'-6'16,"0"0"11"-16,0 0-1 0,0 0-3 15,0 0-1-15,0 0 2 16,0 0 0-16,0 0 3 15,0 0-2-15,2-26 6 16,15 19-2-16,4 0-6 16,3-1 2-16,-1-3-7 15,-3 1-40-15,-3 0-60 0</inkml:trace>
  <inkml:trace contextRef="#ctx0" brushRef="#br0" timeOffset="166755.25">23539 17011 148 0,'0'0'3'0,"0"0"36"16,0 0-14-16,0 0-19 15,0 0-4-15,0-36 0 16,21 24-5-16,7-2-20 16,6-2-36-16,0-2-30 15</inkml:trace>
  <inkml:trace contextRef="#ctx0" brushRef="#br0" timeOffset="166972.82">23881 16912 91 0,'0'0'87'16,"0"0"-63"-16,0 0 2 16,-11 51-5-16,5-31-8 15,4 1-1-15,-2 5-3 16,3 0-2-16,-3 3-3 0,1 2-1 15,1 1-3-15,-2 2 2 16,1 1 0-16,-2 2-1 16,-1-1-4-16,-1-2-14 15,0-3-24-15,-1-4-43 16,1-8-60-16</inkml:trace>
  <inkml:trace contextRef="#ctx0" brushRef="#br0" timeOffset="167313.91">23794 17087 103 0,'0'0'-1'15,"34"-37"11"-15,-18 21 8 16,2 2 10-16,1 2-7 0,-2 3-11 15,1 3-1-15,-4 3-1 16,-1 0-1-16,0 3-2 16,-3 0 0-16,-2 3-3 15,-2 4-3-15,-2 2 1 16,-3 1 0-16,-1 1 2 0,0 0 1 16,-2 0 3-16,-7 0-4 15,-2-3 3-15,1 3-5 16,-4-3 3-16,1-1-3 15,-2 0 2-15,2 0-4 16,1-3-27-16,1 0-52 0,6-4-16 16</inkml:trace>
  <inkml:trace contextRef="#ctx0" brushRef="#br0" timeOffset="167705.54">24080 17001 28 0,'0'0'162'0,"0"0"-131"15,0 0-12 1,0 0-15-16,0 0 5 0,0 0-7 16,0 0-3-16,-12 37 2 15,11-24-3-15,1-3 0 16,0-1-1-16,1 0-6 15,7-3-3-15,-3-3-2 16,6 0 6-16,2-3 8 0,0 0 1 16,1 0 2-16,-1-4-2 15,3-3 1-15,-2-3 1 16,-1 0 5-16,-5-2 3 16,-2 1 4-16,-2-2 3 15,-4 1-2-15,0 1-4 0,0 0-3 16,-4 1-3-16,-5 0-4 15,-1 7-3-15,-1-1 1 16,-2 4-5-16,0 0-6 16,1 6-12-16,1 0-48 0,4 2-52 15</inkml:trace>
  <inkml:trace contextRef="#ctx0" brushRef="#br0" timeOffset="168059.68">24410 16926 199 0,'0'0'11'0,"0"0"30"0,0 0-16 0,0 0-12 16,0 0-13-16,0 0-3 15,0 0 6-15,0 0-2 16,-43 7-1-16,30 9-5 16,-1 4 6-16,3 1-2 0,1-3 1 15,4 1 0-15,3-5-1 16,3 0 0-16,0-5-1 16,0-1-1-16,10-2-4 15,1-3 2-15,6-1 10 16,1-2-4-16,2 0 3 0,3-5-8 15,4-5-17-15,-5-3-20 16,0-1-30-16,-1-4-4 16</inkml:trace>
  <inkml:trace contextRef="#ctx0" brushRef="#br0" timeOffset="168544.33">24556 16837 127 0,'0'0'9'16,"0"0"47"-16,0 0-13 15,0 0-21-15,-19-37-8 16,17 35 1-16,2 2-6 0,-1 0-10 16,1 0-7-16,-1 9 4 15,1 4 1-15,-1 5 7 16,1 5-1-16,-2 0-1 16,2 1-1-16,0 0 0 15,0-1 0-15,-2-2-1 0,-1-2 0 16,3-3 1-16,0-4-1 15,-2-2 0-15,1-5 1 16,0-2-1-16,1 0 0 16,-1-3 1-16,0 0 2 15,1 0-2-15,-2 0 0 16,1 0-2-16,1-6 0 0,0-1 8 16,0-1-5-16,0-2 0 15,0 1-1-15,1 0 0 16,5 1 0-16,1 1-1 15,-3 2-1-15,5 0 1 16,-3 2 0-16,4 2-1 0,-3-2 0 16,2 3 0-16,1 0 0 15,-4 0 0-15,2 4-1 16,-2 4 0-16,1 1 0 16,-5 2 0-16,1 2 2 0,0-1 0 15,-2 1 0-15,0-3-2 16,-1 1-9-16,0-4-30 15,0-1-51-15,0-5-59 16</inkml:trace>
  <inkml:trace contextRef="#ctx0" brushRef="#br0" timeOffset="169011.82">24814 16861 86 0,'0'0'21'0,"0"0"17"0,0 0 6 0,0 0-19 16,0 0-14-16,0 0-2 15,0 0-3-15,0 0-5 16,0 0 5-16,0 0-6 15,-35-31 0-15,27 38 2 16,1 3-1-16,-2 2-1 16,1 1-3-16,-1 2 4 0,4-3-2 15,1 2 1-15,4-2-2 16,0-1 1-16,0-2-2 16,2-2-1-16,5-1-2 15,2-1 7-15,0-1 6 16,0-1-5-16,0 2 1 0,0 0 2 15,-1-1-3-15,-4-1 0 16,1 3-1-16,0-2-1 16,-5 0 1-16,0 3-3 15,0-1 3-15,-5 3 1 16,-2-1-1-16,-5 1-8 0,-1-1-11 16,-1-2-12-16,3-2-5 15,0 0-37-15</inkml:trace>
  <inkml:trace contextRef="#ctx0" brushRef="#br0" timeOffset="169321.53">24840 16862 111 0,'0'0'14'0,"0"0"43"0,0 0-17 0,0 0-11 0,0 0-10 16,0 0-13-16,0 0-2 16,0 0 2-16,0 0-7 15,-54 29 7-15,30-1-8 16,-4 3 1-16,0 5-4 15,-3-2 11-15,2-2-9 0,4 0-7 16,1-8-35-16,4-3-36 16,6-8-36-16</inkml:trace>
  <inkml:trace contextRef="#ctx0" brushRef="#br0" timeOffset="169980.84">25146 16580 6 0,'0'0'61'0,"0"0"-54"0,0 0-2 0,0 0 5 15,0 0 9-15,0 0 0 16,0 0 3-16,0 0 3 16,0 0-3-16,0 0-7 15,-15 31-1-15,8-22-1 16,-1 3-3-16,-3 4-6 0,-2 2-1 15,-3 2-2-15,0 7-1 16,-5 2 8-16,-3 2-6 16,-1 3-2-16,-3 4 3 15,-3 2-1-15,-3 0 1 16,-2 2-1-16,-2-1 2 0,0-1 1 16,-2 2 1-16,-3 0 0 15,-2 1-1-15,-4 4-1 16,1 0 0-16,-3-1-1 15,4 1 0-15,5-6 0 16,5-4-2-16,9-3 0 0,4-5 0 16,10-5-2-16,1-3 0 15,7-2-11-15,3-4-17 16,-1-3-28-16,1-5-62 16</inkml:trace>
  <inkml:trace contextRef="#ctx0" brushRef="#br0" timeOffset="172665">21758 17942 27 0,'0'-2'26'0,"0"2"9"0,0-2-13 0,0 2-9 0,0-1 8 15,-2 0 0-15,-2 0 1 16,1-1 2-16,-4 2-8 15,3 0 0-15,-2 0-1 16,2 0-7-16,-2 4-6 16,0 6 1-16,2 3 0 0,-1 4-2 15,2 4 1-15,0 4 0 16,0 2-1-16,3 0-1 16,-2-2 0-16,2-1 1 15,-5-2-1-15,5-4-1 16,-2-1-4-16,0-3-32 15,0-7-54-15,-1-5-43 0</inkml:trace>
  <inkml:trace contextRef="#ctx0" brushRef="#br0" timeOffset="173069">21715 17923 155 0,'0'0'4'0,"0"0"-2"16,0 0 3-16,0 0 5 16,42 15 3-16,-27 1-6 15,3 4-2-15,0 4 5 0,2 2-11 16,0 1 3-16,-3-1 3 15,2-5-3-15,-2-1-2 16,-1-4 0-16,-3-5 0 16,-3-3 2-16,-1-2-4 15,-3-3 1-15,-2-2 1 0,-2-1-1 16,-2 0 8-16,0-3 14 16,0-8-4-16,0 0-7 15,-1-8-2-15,0 1-5 16,1-4-1-16,0-3-1 15,0 1 1-15,0-5-1 16,9 2-1-16,4 0-4 0,3-1-17 16,-2 1-64-16</inkml:trace>
  <inkml:trace contextRef="#ctx0" brushRef="#br0" timeOffset="173568.45">22182 18103 78 0,'0'0'12'0,"0"0"-6"0,0 0 4 15,8 44 0-15,-5-36-3 16,1-4-2-16,-1-1 3 16,2-2 2-16,0-1-1 0,4 0-3 15,-1-2 3-15,1-6-3 16,3-4 3-16,-1-1-2 15,-1-4 1-15,1 1-4 16,-1 0-2-16,-2-2 1 16,-1 5-1-16,-1 0 1 15,-2 5-2-15,-2 1 1 0,-2 4 15 16,0 2 10-16,0 1-13 16,0 0-6-16,0 4-7 15,0 6 8-15,0 1-9 16,0 6 1-16,0-3-1 15,3 2-1-15,5-1 0 0,1-3-3 16,3-4-15-16,-1-5-26 16,0-3-87-16</inkml:trace>
  <inkml:trace contextRef="#ctx0" brushRef="#br0" timeOffset="174251.5">22438 18040 271 0,'0'0'-7'16,"0"0"13"-16,0 0-4 15,0 0-4-15,0 0 1 16,0 0-1-16,0 0-1 16,0 0-2-16,0 0 7 15,32 20 2-15,-28-8-2 0,2 1 0 16,-2 0-2-16,-1-2 1 15,0-1-4-15,1 0-11 16,-4-3-5-16,0-2-2 16,0-1 6-16,0-4 6 15,0 0 8-15,-5 0 3 0,2 0-5 16,3-7 1-16,0-3 7 16,0-3-5-16,0 1 0 15,8-3 1-15,0-1-1 16,2 2 0-16,0 1 0 15,4 2 1-15,-3 0 3 0,2 3 0 16,-1 2 4-16,0 1 0 16,2 2-1-16,-2 3-5 15,1 0-1-15,-2 0-1 16,0 3-1-16,0 6 0 16,-4 2-1-16,-2 3 6 15,-1 0-3-15,-4 1-1 0,0-1 0 16,0-1-1-16,0-2 2 15,0-2 0-15,-4-4 0 16,2 2 1-16,0-7-2 16,1 0 0-16,1 0 1 15,0 0-4-15,0-7 12 0,0-3-6 16,3-1 4-16,3-2 3 16,2-2-1-16,0 0-2 15,3 3-1-15,-3-1-1 16,4 0 1-16,0 4-2 15,1 0-2-15,0 3-2 0,-2 3 0 16,-1 1 0-16,1 2-3 16,-1 0 1-16,-1 6 0 15,-1 6-2-15,1 0 0 16,-1 5-9-16,-1-4-7 16,-2 0-19-16,3-4-10 0,-4-2-56 15</inkml:trace>
  <inkml:trace contextRef="#ctx0" brushRef="#br0" timeOffset="175140.44">22965 18055 208 0,'0'0'3'0,"0"0"0"0,0 0-2 0,0 0 0 0,0 0 0 15,0 0 0-15,0 0 6 16,0 0 6-16,16-37 5 16,-16 30-4-16,0 0-3 15,0 1-3-15,0-1-3 16,0 0 2-16,-2 2 0 0,-1 0 0 16,-3 1-2-16,1 3-3 15,1 1-2-15,-5 0 0 16,4 0 0-16,-1 5 1 15,2 7-2-15,1 1 0 16,-1 2-3-16,4 2 0 0,0 0-3 16,0-1 2-16,0 0-1 15,7-4 1-15,0 0-3 16,2-4 0-16,1-2-2 16,1-2-1-16,0-3 5 15,1-1 3-15,-1 0 3 0,1-1 0 16,0-6 0-16,-1-2 1 15,-1 1-1-15,1-3 2 16,-1 0-1-16,2-4 0 16,-4 2 1-16,0 0 2 15,3-2 2-15,-4 3 0 16,-1 1 3-16,1 1-2 0,2 0 0 16,-4 3-3-16,1 1-1 15,-1 2-3-15,0 2 0 16,-2 2 0-16,0 0-2 15,0 0 0-15,-2 1-2 16,0 7 4-16,1 4 1 0,0 0 0 16,-2 0 1-16,2 0-1 15,0 1-1-15,1-1 0 16,1-2 0-16,2-2 0 16,-1 2-1-16,4-2 0 15,-2-3 0-15,1-2-2 0,2 0-1 16,-1-3 2-16,0 0 3 15,0 0-1-15,1-2 1 16,0-4-1-16,-2-3 1 16,2 0 2-16,-1 0-2 15,-3-2 1-15,0 1 0 0,0-1 0 16,0 1 0-16,-4 1 0 16,-1 1-2-16,0 2 3 15,-1 0-2-15,0 2 3 16,0 3 0-16,0-1 5 0,0 2-6 15,0 0 1-15,0 0-1 16,0 9-7-16,0 1 8 16,0 1-4-16,0 2 0 15,3 1-3-15,3-4 2 16,1 1 1-16,2-3-2 16,-1-3 1-16,2 0-7 15,3-5-13-15,-2 0-22 0,0-3-71 16</inkml:trace>
  <inkml:trace contextRef="#ctx0" brushRef="#br0" timeOffset="175326.25">23403 17829 275 0,'0'0'-6'0,"0"0"27"0,0 0-3 0,-39-31-10 0,36 28-5 15,1 1-2-15,2 0-2 16,0 2-8-16,2 0-35 16,1 0-29-16,3 0-42 15</inkml:trace>
  <inkml:trace contextRef="#ctx0" brushRef="#br0" timeOffset="175680.77">23656 17849 191 0,'0'0'17'0,"0"0"13"0,0 0-4 15,0 0-16-15,0 0-13 16,-43-11 10-16,33 16-4 16,0 5-2-16,0 2-1 15,-1 2 0-15,2 2 0 16,2 1 0-16,2 2-1 0,3-1 0 16,1-1 1-16,1 0-2 15,0-3 0-15,5-1 1 16,2-3-4-16,5-2 0 15,2-5 1-15,3-1-7 16,2-2-29-16,-1 0-41 0</inkml:trace>
  <inkml:trace contextRef="#ctx0" brushRef="#br0" timeOffset="176174.07">23750 17898 173 0,'0'0'23'15,"0"0"-10"-15,0 0 4 16,0 0-4-16,0 0-4 16,-3-37-1-16,3 34 1 0,0 1-5 15,0 1-1-15,4 1-3 16,0 0 0-16,2 1-1 16,1 7 0-16,-1 1 1 15,0 4 1-15,2 3 0 16,-2 0-3-16,1 2 2 15,-6 0 0-15,1-2-1 16,-2 4-7-16,0-6 2 0,0 0-4 16,-9-1 5-16,-2-3 2 15,1-4-3-15,-2-2 7 16,0-4 4-16,2 0 0 16,2 0 3-16,2-6-4 0,1-4 6 15,4-1-6-15,1 2 7 16,0-2-9-16,0 1-1 15,7 0 0-15,0 2-2 16,4 2 1-16,-2 3-1 16,1 3 0-16,0 0 0 0,-1 0-1 15,1 3 2-15,-1 6 1 16,1-1 0-16,0 1 0 16,-1-1-1-16,3-1 1 15,-4 2-1-15,1-5-1 16,-2 0-7-16,0-2-19 15,1-2-36-15,-3 0 3 0,-1-6-24 16</inkml:trace>
  <inkml:trace contextRef="#ctx0" brushRef="#br0" timeOffset="176490.33">23949 17727 101 0,'0'0'10'0,"0"0"-7"0,0 0 16 16,0 0 13-16,0 0-2 16,0 0-10-16,0 0-4 15,0 0-4-15,0 0-5 0,0 0-12 16,0-1 8-16,0 19 4 15,1 4 4-15,2 3-6 16,-2 2 2-16,1 0-4 16,2 1-2-16,0 0-1 15,1-3 2-15,0 1-2 0,1-4-1 16,0 1-8-16,1-6-28 16,-3-4-61-16</inkml:trace>
  <inkml:trace contextRef="#ctx0" brushRef="#br0" timeOffset="176848.6">24010 18224 15 0,'0'0'18'0,"52"-4"-51"16</inkml:trace>
  <inkml:trace contextRef="#ctx0" brushRef="#br0" timeOffset="179388.73">17671 17459 54 0,'0'10'-2'0,"0"-2"7"0,0 2 4 0,0 0 0 15,3-3 2-15,0-1 2 16,1-3 3-16,-4-2 8 16,1-1 11-16,1 0 22 15,5-10-19-15,2-7-26 0,8-8-7 16,7-11-3-16,12-7 3 16,8-8-6-16,6-7-8 15,0-3-63-15,-1-4-139 16</inkml:trace>
  <inkml:trace contextRef="#ctx0" brushRef="#br0" timeOffset="179822.56">17783 17398 142 0,'0'0'-47'0,"73"-63"47"0,-36 29-1 0</inkml:trace>
  <inkml:trace contextRef="#ctx0" brushRef="#br0" timeOffset="181187.81">17937 15932 91 0,'0'0'10'0,"0"0"0"0,0 0 11 0,0 0-7 0,0 0-9 16,0 0-2-16,0 0 0 16,0 0 1-16,0 0 9 0,0 0 5 15,0 0-1-15,0 0-7 16,-1-37 0-16,-1 37-8 15,1 0 2-15,-1 0-7 16,-1 0-6-16,2 0-4 16,-5 2 7-16,1 2 3 0,-2 0 5 15,-2 2-2-15,-1-1 1 16,0 1 0-16,-3 1 0 16,2 3 1-16,-5 2-1 15,1 2-1-15,-3 1-1 16,3 4 2-16,-2 1-1 15,-1 2-1-15,0 4 1 16,1 1 0-16,1 4 0 0,1 3 0 16,-1 3 0-16,3 1 1 15,1 4-1-15,3 0-1 16,3 2 1-16,0-1 0 16,3-1-2-16,3-2 1 0,0-3 1 15,0-4-1-15,3-6 2 16,3 1-1-16,-1-6 5 15,1-2-3-15,1-2 5 16,1-4-4-16,0-1-2 16,0 0 0-16,0-2 0 0,2 2 0 15,-1 1-1-15,-1 2 1 16,-1 3 0-16,-3 4-1 16,-4 7 1-16,0 4 1 15,-4 9-2-15,-11 4-2 16,-3 4 2-16,-2 4 0 0,-7 4 2 15,1 0-2-15,0-2 0 16,1-1 0-16,6-3 0 16,-1-3 0-16,6-5 1 15,5-2-1-15,2-3 0 16,5-2 0-16,2-1-1 0,1-1 1 16,12-1-2-16,3-1 0 15,6-2-1-15,6-1 1 16,3 2-1-16,4 2 5 15,5 5 1-15,2 5-1 16,4 2-11-16,0 3-29 0,-1-3-29 16</inkml:trace>
  <inkml:trace contextRef="#ctx0" brushRef="#br0" timeOffset="184376.32">9215 15984 41 0,'0'0'35'0,"0"0"-17"0,0 0-10 16,0 0-2-16,0 0-8 15,0 0-5-15,0 0-5 16,0 0 4-16,0 0 7 0,0 0 1 16,0 0 3-16,0 0 1 15,-27-7 6-15,25 7 2 16,2-1-3-16,0 1-4 16,0-1-5-16,0-1 1 15,0 2-3-15,0 0-1 0,-2 0 6 16,1 0-2-16,-1 0 1 15,1 0 1-15,0-1 0 16,1 1 3-16,-2-2-3 16,0 2 0-16,0 0 1 15,2-1-1-15,-3 1 0 16,1-2 3-16,1 2 2 0,0-1 2 16,-1 0 0-16,2-1 0 15,-2 2-5-15,2 0-4 16,0 0-1-16,0 0-2 15,0 0-1-15,0 2 2 0,-2 5 1 16,2 1 0-16,-3 0-2 16,2 4 2-16,1-1 0 15,0 4 0-15,0 0-1 16,0 3 1-16,0 3 0 16,6 0-1-16,-2 0 0 15,-1 2 1-15,5-2 0 0,-3-1-1 16,6 0 0-16,-2-3 0 15,-1 0-1-15,4-3 1 16,-1 0 0-16,0-1 2 16,1-1-1-16,1-1 1 15,1 0-1-15,-4 0 1 0,2-3 0 16,0 2 0-16,0 0 1 16,-3-2 0-16,2-1-1 15,-1-1 1-15,0 1 1 16,0-1-1-16,-3-1 1 0,1-1 2 15,-4 0-4-15,1-1 0 16,2 0 1-16,-3 1-2 16,1-3 0-16,-1 3 4 15,0-1 1-15,3 0-3 16,-2 1-6-16,-1 0-20 16,1 2-14-16,-3 0-6 0,-2-1 2 15</inkml:trace>
  <inkml:trace contextRef="#ctx0" brushRef="#br0" timeOffset="184873.36">9383 16497 37 0,'0'0'1'0,"0"0"0"0,0 0 4 0,0 0 9 16,0 0 3-16,0 0 4 15,0 0 0-15,0 0 3 16,0 0 0-16,0 0-10 15,0 0-8-15,0 0-6 16,0 0-2-16,-4-4-1 0,4 4 3 16,4 2-1-16,1 5 0 15,3 0 1-15,2 1 0 16,-1 0 0-16,3 0 0 16,0-1 0-16,-1 0-1 15,0-3 0-15,-1 0 0 0,0-2 0 16,-3-2-3-16,-1 0 0 15,2 0 5-15,-2-6 11 16,-3-5 4-16,3-5 0 16,-4-3-6-16,2-6-4 15,-4 1-2-15,0-1 0 16,1-1-3-16,1 1 0 0,3 0-17 16,-3 1-30-16,2 0-51 15</inkml:trace>
  <inkml:trace contextRef="#ctx0" brushRef="#br0" timeOffset="185841.64">9871 16281 110 0,'0'0'-13'0,"0"0"28"0,0 0-3 0,0 0-4 15,0 0-2-15,0 0-2 16,-37-20 0-16,30 20 1 16,1 0-6-16,-2 0 5 0,3 2 0 15,-3 3-4-15,4 0-3 16,-3 1 6-16,3 1-3 15,0 0-1-15,-4 1 1 16,4 2 0-16,-2 2 0 16,0 2 0-16,1 0-2 15,-1 4 2-15,0 0-1 0,2 2 1 16,-1 2 1-16,3-2-2 16,0 4 1-16,0-1 1 15,2 0-2-15,0 1 0 16,0-2 0-16,4 0-1 0,3-2 1 15,-1-2 2-15,2-2-5 16,-1-3 2-16,3-4-2 16,-2 0 1-16,2-6 1 15,-1-2 2-15,-1 1 0 16,2-2 1-16,-1 0 0 16,-4 0-3-16,3-2 4 0,0-2 0 15,-2-5 0-15,-2 1 2 16,-1-1-3-16,-1-2 1 15,-1 0 1-15,-1-2-2 16,0-3 2-16,0 2 2 0,0-2 1 16,0-1-2-16,1 0-2 15,3 3-2-15,1-2 0 16,2 2 0-16,-1 0 0 16,3 3-1-16,1 0 0 15,0 2 1-15,1 0-2 0,3 2 4 16,-1 3-2-16,1 1 1 15,-1 2-1-15,0 1 1 16,1 0-1-16,-1 0 1 16,-1 4-1-16,-3 3 1 15,-1 0-1-15,-2 2 0 0,0-2 1 16,-2 4 2-16,-3-1-2 16,0-1-1-16,-1 1 8 15,0 0-2-15,0 0-1 16,0 0-1-16,0-1 0 15,-4-2 4-15,2 2-3 0,-4-4-2 16,4 0-1-16,1-2 0 16,1-2-3-16,0-1-12 15,0 0-34-15,1-2-18 16</inkml:trace>
  <inkml:trace contextRef="#ctx0" brushRef="#br0" timeOffset="186040.76">10194 16331 155 0,'0'0'24'0,"0"0"5"0,0 0-12 0,0 0-4 16,0 0-2-16,0 0-5 16,0 0-3-16,0 0 0 15,0 0-7-15,0 0-30 16,0 0 11-16,0 0-12 0,6-17-19 15,2 17-49-15</inkml:trace>
  <inkml:trace contextRef="#ctx0" brushRef="#br0" timeOffset="186416.31">10322 16175 28 0,'0'0'76'16,"0"0"-61"-16,0 0-4 0,0 0-8 15,0 0-1-15,0 0-7 16,-5 45 5-16,5-28 0 16,0 0 3-16,0 2-1 15,0-1 1-15,0 0 1 16,2 1 2-16,0 0-2 0,0-1-2 16,0-1 1-16,-1 2-2 15,1-1-1-15,-2 3 1 16,0-1-1-16,0-1-15 15,-4-5 0-15,1-3-28 16</inkml:trace>
  <inkml:trace contextRef="#ctx0" brushRef="#br0" timeOffset="186887.32">10252 16270 38 0,'0'0'10'0,"0"0"21"16,0 0-9-16,0 0 2 16,0 0-9-16,0 0-9 15,0 0-6-15,9-43 1 16,-2 35 0-16,4-2 0 15,2 0 0-15,-1 1 2 0,1-2 1 16,1 5-1-16,-1-1 0 16,0 3 0-16,3 4-2 15,-3 0 0-15,1 0 1 16,-1 2-2-16,3 6 1 16,-5-1 0-16,3 4 0 15,-1 1-1-15,-4-1 1 16,2 3-1-16,-4-1 2 0,-1 2 1 15,-3 0-5-15,-3-1 5 16,0 3 5-16,-1 2 2 16,-7-1 1-16,-4 5-3 15,-3-3-2-15,-4 1-1 0,2 2-2 16,-1-1 0-16,-3 1-2 16,2 0-13-16,-3-3-15 15,2-2-33-15,-3-5-32 16</inkml:trace>
  <inkml:trace contextRef="#ctx0" brushRef="#br0" timeOffset="187520.91">9783 16920 73 0,'0'0'5'0,"0"0"17"0,0 0-8 15,0 0-11-15,0 0-6 16,0 0 2-16,0 0 0 16,0 0-1-16,0 0 1 0,0 0 0 15,0 0 1-15,29 9 0 16,-15-9 2-16,3-6 0 15,5-2 0-15,1-2 1 16,6-3 0-16,0-4-2 0,4 1 2 16,1-2-1-16,2-1-3 15,0-2 4-15,2 0-1 16,-4 1 4-16,3-3 5 16,1 3-3-16,-2 0 2 15,2-2-4-15,-2 3-2 16,0 1 0-16,-3 2-1 0,-2-1-2 15,-2 3-1-15,-4 1-1 16,-6 3 3-16,0 3 2 16,-3 1-1-16,-3 2 2 15,-5 0-2-15,0 1 0 16,-3 3-1-16,-3 0 0 0,-1 0 4 16,-1 0 0-16,0 0-1 15,0 4-18-15,0 2-34 16,-4-3-26-16</inkml:trace>
  <inkml:trace contextRef="#ctx0" brushRef="#br0" timeOffset="188311.07">10820 16277 10 0,'0'0'6'0,"0"0"6"0,0 0 1 0,0 0 0 16,41-3 2-16,-29-1-1 16,3 0 2-16,2-3-2 0,1 0-1 15,0-2 0-15,6-1-2 16,-1-1-4-16,2-2-2 16,2 0-1-16,0 3-2 15,1-1 0-15,-1-2 0 16,0 3-2-16,-1 2 1 0,-1-2 1 15,-2 5-1 1,-6 1-12-16,0 1-22 0,-5 0-21 16</inkml:trace>
  <inkml:trace contextRef="#ctx0" brushRef="#br0" timeOffset="188927.36">10803 16384 40 0,'0'0'5'0,"0"0"8"0,0 0 2 0,0 0-14 0,0 0 1 16,0 0 7-16,0 0 3 15,0 0 3-15,39 35-1 16,-23-18-3-16,4 3-6 16,3-1 4-16,3 1-2 15,2-1-5-15,2-2 1 0,0 0-1 16,1 0-1-16,-2-2-2 16,-2 0 1-16,-3-1 2 15,0-1 1-15,-1 1-1 16,-4-2-1-16,0 1 1 15,-1-1-1-15,-4 1-27 0,-1-1-54 16</inkml:trace>
  <inkml:trace contextRef="#ctx0" brushRef="#br0" timeOffset="189285.34">11280 17041 62 0,'0'0'-4'0,"0"0"12"0,0 0-1 15,0 0 1-15,0 0 3 16,0 0 9-16,0 0-7 16,0 0 0-16,0 0-1 15,-7 24-7-15,12-12-6 16,2-1 4-16,0 3 2 0,-3 3-2 16,3 0-3-16,-1-1 1 15,-3 0 0-15,4-1-1 16,-5 1-8-16,0-2-14 15,-2-1-16-15</inkml:trace>
  <inkml:trace contextRef="#ctx0" brushRef="#br0" timeOffset="189677.7">11265 17127 72 0,'0'0'-3'15,"0"0"17"-15,0 0 9 16,0 0-9-16,-2-40 10 16,2 38-20-16,4-2 0 15,1 4-7-15,5 0 7 0,0 0-8 16,5 4 8-16,1 3 0 16,0 2-3-16,2 1 1 15,2 1-1-15,-2-1-1 16,2 0 0-16,-3 0 1 15,-1-3-1-15,-1 1 1 0,-1-2-1 16,-1-1 0-16,-1-3 0 16,-3-2 2-16,-1 0-2 15,-1 0-3-15,-1 0 3 16,-4-7-1-16,0-4 14 16,-2-2 0-16,0-3-1 15,0-2-3-15,-3-2-3 0,1-1 3 16,-3-1-7-16,5 1-4 15,0 0-25-15,0 1-22 16,0 2-28-16</inkml:trace>
  <inkml:trace contextRef="#ctx0" brushRef="#br0" timeOffset="190182.64">11656 17041 108 0,'0'0'-8'0,"0"0"18"0,0 0-8 15,0 0-1-15,0 0-3 16,-14 42 1-16,14-30 0 15,3 1-1-15,6-2 1 16,-2-1-1-16,2-1 4 16,3-5-1-16,2 0 0 0,-1-4-1 15,1 0 1-15,1 0 0 16,0-5-2-16,0-5 6 16,0-3-3-16,0 0-1 15,0-1 1-15,-2 0-6 16,-2-3 8-16,0 0-8 15,-2 1 12-15,-4-1-7 0,-2 4 10 16,-2 0 0-16,-1 4 4 16,0 4 7-16,0 2-7 15,-4 3-5-15,-1 0-7 16,0 5-6-16,1 6 8 0,2 2-3 16,0 0-2-16,2 1-1 15,0-1 0-15,0-2 0 16,5 0-3-16,5-5-6 15,4 0-8-15,-1-1-7 16,1-3-19-16,-1-2-21 0</inkml:trace>
  <inkml:trace contextRef="#ctx0" brushRef="#br0" timeOffset="190893.2">11996 16963 119 0,'0'0'11'0,"0"0"17"0,0 0-11 16,0 0-7-16,0 0-3 15,0 0-1-15,0 0-6 0,0 0-2 16,0 0-3-16,0 0 3 16,0-20 2-16,7 27 1 15,1 3-1-15,-1 0 0 16,2 0 0-16,-2 2 0 15,-1-3 0-15,0 0-1 16,-1-1 1-16,0-2-1 0,-2 1-2 16,1-3-4-16,-4-2 2 15,2-2-3-15,-2 0 4 16,0 0 8-16,0-1-3 16,0-8 0-16,0 1 4 15,-4-3 5-15,2 0-3 0,1-2-4 16,1-1-2-16,0 3 1 15,0-2-1-15,2 0-1 16,5-1 0-16,0 4 0 16,2 0-1-16,2 2-1 15,-2 3 2-15,-1 0-1 0,4 3-2 16,-1 2 2-16,-2 0-1 16,2 0-1-16,-1 8 2 15,0 0-1-15,-2-1 4 16,0 3-2-16,-4-3 1 15,3 3-1-15,-3-3 0 0,-1 0 1 16,-2-1 3-16,0-1-5 16,-1-3 1-16,0 0 5 15,0-2 15-15,0 0-9 16,-1 0 2-16,-3 0-2 16,2-6-5-16,-2-1-4 0,0-2 7 15,2-5-6-15,2 0-2 16,0-1 2-16,0 0-3 15,0 2 3-15,4 2-5 16,4 2 2-16,2 5 0 16,-2 1-2-16,3 3 1 0,1 0-1 15,-1 2 0-15,0 6 2 16,-1 5-1-16,1-2 1 16,2 2-13-16,-2-2-10 15,0-1-21-15,1-4-11 16,-3-3-21-16</inkml:trace>
  <inkml:trace contextRef="#ctx0" brushRef="#br0" timeOffset="191569.42">12429 16858 92 0,'0'0'20'0,"0"0"18"0,0 0-14 0,0 0-6 0,1-38-8 15,-2 29-4-15,-1 2-1 16,0 0-1-16,-1 0 1 15,1-2-3-15,-3 3 0 16,2 1 0-16,2 2-1 0,-3 2 1 16,-1 1 11-16,1 0-15 15,2 7 2-15,0 5 1 16,-1 4 0-16,3 0 2 16,0 1-5-16,0 0-3 15,5-3 1-15,6-4-1 0,-2 1 0 16,4-5 1-16,-1-3-3 15,4-2 8-15,-3-1-1 16,0 0 0-16,3-1 1 16,-2-6 0-16,0-2-1 15,-2 0 1-15,1 0 1 16,-2-1-1-16,0-3 1 0,-3-1 2 16,0 1 0-16,-4 0 2 15,1 0-4-15,-1 2 1 16,-1 3 1-16,2-1-2 15,-1 3-2-15,0 2 1 16,-1 0-2-16,3 1 0 0,0 3 0 16,4 0-3-16,-1 0 2 15,2 0 1-15,3 0 1 16,-2 0 0-16,2 0-1 16,-1 0 1-16,-1 2 0 15,1-2 0-15,-4 0 0 0,-2 0 0 16,0 0 0-16,-3 0 0 15,-4 0 2-15,1-2 11 16,-1-1 9-16,0-4-6 16,0 2-11-16,0-3-3 15,0 0 1-15,0 1-2 0,0 0 0 16,0 2-1-16,0 1 0 16,0 3 0-16,0 1-1 15,0 0-5-15,2 0 2 16,6 1 2-16,-2 5-1 15,6 1-11-15,-1-1-6 0,0-2-6 16,3-3-14-16,-1-1-20 16,1 0-65-16</inkml:trace>
  <inkml:trace contextRef="#ctx0" brushRef="#br0" timeOffset="194657.36">11471 17554 66 0,'-4'0'1'0,"1"0"3"0,2 0-3 0,-1 0 0 16,2 0-1-16,-2 0 0 16,0 0 0-16,0 0 0 15,0 0 1-15,2 0 3 16,-2 0 4-16,2-3-2 16,-1 3 1-16,1 0-5 0,-1 0-1 15,0 0 0-15,1 0 0 16,-2 0-6-16,0 0 5 15,2 4 5-15,-3 2-5 16,0 1 2-16,-1 2-2 16,2 2 1-16,-2 0 0 15,-1 2 0-15,3-1 1 0,0 2 0 16,2 1-1-16,0 0-1 16,0 0 1-16,0 1-1 15,0 1 1-15,0 0-1 16,5 3 1-16,3-3 1 15,0 4-1-15,1-2 0 0,5 0 1 16,1 3-2-16,4-4 1 16,1 3 0-16,0-2 0 15,2-1 2-15,3 0 0 16,-2-3 1-16,2 2 6 16,1-4 3-16,-1-2-1 0,2-1-3 15,1-1-3-15,0 1-4 16,-1-5 1-16,1 1 1 15,0 1-1-15,-1-3-2 16,1-1 0-16,-1 0-1 16,-3-3 1-16,-1 0 3 0,0 0 1 15,-1 0-2-15,-4 0 0 16,0 0 0-16,-1-3 1 16,-1 2-2-16,-3-2 2 15,1 0-1-15,-5 3 0 0,1-3-19 16,-3 1-28-16,-4 0-25 15</inkml:trace>
  <inkml:trace contextRef="#ctx0" brushRef="#br0" timeOffset="194997.94">12092 17861 75 0,'0'0'3'0,"0"0"6"0,0 0 7 16,0 0-6-16,36-3-2 15,-23 3-3-15,3 4 2 16,1 4-2-16,1 3-1 0,0 3 1 15,0 1 0-15,0 4 3 16,-2 2-6-16,-1 5 3 16,-4 4-2-16,-4 2-3 15,-3 2-2-15,-4 3 14 16,0 3-9-16,-2-1-6 16,-7 0-12-16,0-6-8 0,1-5-28 15</inkml:trace>
  <inkml:trace contextRef="#ctx0" brushRef="#br0" timeOffset="195525.01">12825 17841 69 0,'0'0'18'0,"0"0"-2"0,0 0 5 0,0 0-10 16,0 0-6-16,-40-19 0 15,37 19-1-15,-3-2 1 16,2 2 7-16,1 0-5 16,-3 2-3-16,-1 7 2 0,2 4-5 15,-2 5 0-15,1 6-1 16,0 3-1-16,2 6 0 15,2 1 1-15,2 0 1 16,0 0 2-16,0-1 3 16,8-3 0-16,2-1-2 15,2-4-1-15,3-3-1 0,1-5-7 16,2-4 5-16,-1-4 5 16,3-6-2-16,3-3-2 15,2 0 0-15,2-12-4 16,-1-8-23-16,1-7-45 0</inkml:trace>
  <inkml:trace contextRef="#ctx0" brushRef="#br0" timeOffset="195959.38">12961 17463 62 0,'0'0'1'0,"0"0"19"0,-31-35 3 0,23 27-1 16,0 3 4-16,2 2-2 15,3 0-9-15,-1 3-3 16,4 0-5-16,0 0-9 0,0 7-10 15,0 9 4-15,2 7 10 16,4 6 2-16,4 7-1 16,1 6-3-16,-2 1 5 15,5 4 0-15,-1 0-2 16,5-3 0-16,-3-2-1 16,3-1 0-16,-4-3 0 0,2-3-1 15,-3-1-1-15,0-1 1 16,0-3-1-16,-4-2 0 15,-1 0 1-15,2-2 0 16,-1-2 0-16,-2 0 0 0,4-7-9 16,-2 0-18-16,-2-5-17 15,2-5-18-15</inkml:trace>
  <inkml:trace contextRef="#ctx0" brushRef="#br0" timeOffset="196450.6">13290 17988 108 0,'0'0'-2'0,"0"0"5"0,0-38-1 15,0 28 0-15,0 3-2 16,0-3 3-16,-7 6 5 16,2 1 8-16,-3 0 3 15,1 3-2-15,-1 0-8 16,0 0-3-16,0 0-5 15,3 3-1-15,-1 4 9 0,2 3-7 16,0 0-2-16,2 6 0 16,0 1-1-16,2 1 1 15,0 1-2-15,0-1 1 16,2-2 0-16,5-3-1 16,2-3-2-16,-2-2-2 15,4-5 2-15,2-3 1 0,-2 0-4 16,3-4 9-16,-3-8-1 15,2-1 0-15,-3-2-1 16,3-5 0-16,-2 0 1 16,-2-1 2-16,-2 1 1 15,-1 1 1-15,-2 2 1 0,-4 3 0 16,1 6 1-16,-1 1 2 16,0 4 5-16,0 1-2 15,0 2-3-15,0 0-10 16,0 2-2-16,0 6 11 0,0 2-7 15,0 4 1-15,4-1-4 16,3-3-4-16,4 0-18 16,3-7-16-16,-1-3-34 15</inkml:trace>
  <inkml:trace contextRef="#ctx0" brushRef="#br0" timeOffset="196874.04">13610 17774 102 0,'0'0'6'0,"3"-41"16"0,-3 21-3 0,0 4-2 0,0 2-3 0,-6 3-3 15,-2 5 6-15,-2 2-4 16,1 3-5-16,-1 1-5 16,-1 0-8-16,3 9 9 15,-2 4-1-15,1 3-8 16,1 2 1-16,1 1 4 0,3 1-2 15,2-3 2-15,0 0 0 16,2-5-1-16,0-3-3 16,5 0 1-16,3-3-4 15,2-4 1-15,1 0 5 16,0-2-2-16,3 0 3 0,-2 0 1 16,4 0 0-16,-5 0-1 15,0 1 1-15,0 0-1 16,-2 3 0-16,-2-2 1 15,-3 3-1-15,-3 1 0 0,-1 1 1 16,0 1 15 0,-5 1-10-16,-6 3-3 0,-1 1 0 15,-1-1-2-15,1 1-2 16,1 0-13-16,5-6-12 16,0-1-23-16,3-6-16 15</inkml:trace>
  <inkml:trace contextRef="#ctx0" brushRef="#br0" timeOffset="197361.09">13806 17713 48 0,'0'0'4'0,"0"0"10"0,12-45 4 0,-12 32 1 16,0 0 10-16,0 4 4 15,-3 2-5-15,-5 0-6 0,2 3-6 16,-3 1-5-16,1 3-6 16,-1 0-7-16,0 0-2 15,0 7 5-15,0 5-1 16,2-1-3-16,-1 3 13 16,5 2-9-16,3-2-1 0,0-1-2 15,0-1-1-15,5-4-4 16,8-1-5-16,0-3 7 15,1-1 3-15,2 0-1 16,-3-2 1-16,2-1 4 16,-2 1-2-16,0 2 1 15,-2-2 0-15,1 1-1 16,0 1 1-16,-5-2-1 0,3 2 2 16,-5-1-4-16,0 1 4 15,-3 1-2-15,-2 1 1 16,0 3 12-16,-2 0 0 0,-7 2-2 15,0-3-5-15,0 3-2 16,-3-1-3-16,2-2 3 16,3-1-4-16,-1 0 1 15,2-4 0-15,4 1-5 16,2-3-12-16,0 0-38 0,0 0-38 16</inkml:trace>
  <inkml:trace contextRef="#ctx0" brushRef="#br0" timeOffset="197617.71">13976 17656 116 0,'0'0'20'0,"0"0"10"0,0 0 5 0,0 0-14 0,0 0-5 16,0 0-1-16,0 0-4 0,0 0-6 15,0 0 3-15,0 0-7 16,2 10-1-16,0 3 1 16,1 0-1-16,3-1-1 15,0 0 1-15,2-4-4 16,-2-1-20-16,1-4-12 0,-3-3-40 16,-1-1-52-16</inkml:trace>
  <inkml:trace contextRef="#ctx0" brushRef="#br0" timeOffset="197771.21">13976 17574 150 0,'0'0'22'0,"0"0"11"16,-42-26-7-16,30 21-14 16,5 2-7-16,5 0-4 15,2 0-9-15,0-1-55 0,0-3-8 16</inkml:trace>
  <inkml:trace contextRef="#ctx0" brushRef="#br0" timeOffset="198586.3">14063 17288 78 0,'0'0'-14'0,"-2"-39"19"0,-6 17 2 16,5 1-2-16,2 3 0 16,-1 2 6-16,2-1-1 15,0 4 3-15,0 0-3 16,4 3-6-16,6 3-4 16,-3 0 0-16,4 3 0 0,1 4-2 15,1 0 0-15,1 3 0 16,-2 12-2-16,3 8 3 15,-3 10-1-15,-1 9 11 16,-2 8-4-16,2 8 1 16,-2 5 0-16,-2 7-1 15,2 2 4-15,-4 6-2 0,5-3-1 16,-1 2-1-16,2-2-4 16,2-4 2-16,2-7 1 15,2-10-1-15,1-4 0 16,-2-9 0-16,1-9-1 0,-1-9-2 15,0-6 2-15,-5-7 2 16,-3-5-3-16,0-4 0 16,-4-1 10-16,-1-2-1 15,0-11 7-15,0-3-7 16,-3-7-5-16,0 0 0 16,0-8-4-16,0-3 0 0,-8 3 0 15,1-2 0-15,-5-1 0 16,-1 3 0-16,-1 2-1 15,-1-1 1-15,-3 5-2 16,1 1 0-16,0 2 0 16,0 0-2-16,-4 3 2 0,6 1-2 15,1-1-1-15,1 4 3 16,2-1-1-16,6 0-1 16,1 1-5-16,4-1 5 15,0 1-3-15,0-1 3 16,7-1-1-16,4 0 2 0,2 1 0 15,0 2 1-15,1 0 1 16,1 4-1-16,-1 0-2 16,-1 4 3-16,-1 3-1 15,1 1-1-15,-4 2 1 16,1 0 0-16,0 0 0 16,-3 8 0-16,2 2 1 0,-4 4 1 15,1 1 0-15,-1-1 4 16,-1 0-4-16,0 0 3 15,0 0-2-15,1-4-1 16,0-1 0-16,1-2-1 0,1-4-3 16,1-3-11-16,2 0-26 15,-1-3-31-15</inkml:trace>
  <inkml:trace contextRef="#ctx0" brushRef="#br0" timeOffset="198754.53">14443 17409 136 0,'0'0'21'0,"0"0"21"0,-48-41-7 0,36 32-20 15,3 4-8-15,4 0-4 0,2 4-1 16,3 1-2-16,0 0-16 16,0 0-52-16,3 3 6 15,4 1-39-15</inkml:trace>
  <inkml:trace contextRef="#ctx0" brushRef="#br0" timeOffset="199041.46">14555 17408 81 0,'0'0'23'0,"0"0"-14"15,0 0 17-15,0 0 0 0,0 0-1 16,0 0-1-16,0 0-11 15,0 0-2-15,-25-12-2 16,19 32-9-16,0 4 1 16,4 2-4-16,2 2 1 0,0 2-1 15,7-3 0-15,4-4-3 16,2-2 2-16,4-4 0 16,1-7 2-16,-3-1 2 15,3-5 1-15,-1-3-5 16,2-1-8-16,-2-5-12 15,-2-8-10-15,0-3-15 0</inkml:trace>
  <inkml:trace contextRef="#ctx0" brushRef="#br0" timeOffset="199466.41">14739 17425 95 0,'0'0'4'0,"0"0"17"0,-15-47 5 15,13 31-11-15,0 2-4 16,2 1-1-16,0 2 0 15,0 2 0-15,0 2-4 16,0 0 0-16,3 4-3 16,5 0-2-16,1 3-3 0,2 0 1 15,0 3-3-15,3 10-3 16,-3 3 6-16,-2 2 3 16,0 4-4-16,-4 1 2 15,-1-1 8-15,-4-1-7 16,0-1-1-16,0 0 6 0,-6-2-5 15,-3-1-2-15,-1-5 6 16,1-2-6-16,0-5 3 16,3-4-1-16,-2-1-3 15,3-1-2-15,2-10 3 16,1 0 4-16,2-3 3 0,0-1-6 16,0 1 1-16,2 3 0 15,3 0-2-15,6 3 1 16,-2 5-1-16,0-1-1 15,5 4 1-15,-1 0 0 16,3 0 0-16,-1 0 2 0,5 0-1 16,-2 0 2-16,2 0-5 15,-1 0-59-15,-3-8-59 16</inkml:trace>
  <inkml:trace contextRef="#ctx0" brushRef="#br0" timeOffset="199759.46">15014 17116 127 0,'0'0'-30'0,"0"0"47"0,-34-46 4 0,25 38 1 0,4 4 1 16,-1 2 0-16,3 2 0 15,3 0-9-15,0 4-19 16,0 10 9-16,0 4-6 15,1 8 5-15,7 5-2 0,0 3 0 16,3 0 0 0,1 0 0-16,-1-1-1 0,1-3 0 15,-3-3 3-15,1-3-1 16,-3-3-1-16,-2-1 2 16,-2-3-4-16,-1-2-13 0,-2-4-35 15,0-5-18-15</inkml:trace>
  <inkml:trace contextRef="#ctx0" brushRef="#br0" timeOffset="199975.16">14993 17342 195 0,'0'0'-11'0,"0"0"36"16,0 0-10-16,2-45-13 16,9 34-2-16,1-1 0 15,3 5 3-15,3-2-1 16,-3 3 4-16,2 5-1 15,-1 1-3-15,3 0-2 0,-3 3-1 16,-1 7 2-16,1 3-1 16,-2 1 3-16,-2 3-18 15,0-1-27-15,-4-3-24 16,-1-5-42-16</inkml:trace>
  <inkml:trace contextRef="#ctx0" brushRef="#br0" timeOffset="200100.99">15212 17196 150 0,'0'0'-41'0,"0"0"43"16,0 0-6-16</inkml:trace>
  <inkml:trace contextRef="#ctx0" brushRef="#br0" timeOffset="200833.95">14016 16272 120 0,'0'0'6'0,"0"0"10"16,0 0-4-16,0 0-7 15,0 0-3-15,0 0 2 16,0 0-1-16,0 0-5 15,0 0-5-15,2-4 2 16,2 16 12-16,4 5-1 0,-2 6-3 16,5 4-2-16,1 4 0 15,-1 3-1-15,4 3 0 16,1 2 1-16,1 0-1 16,-1 1 0-16,1-3 1 15,-3-1-2-15,0-4-1 0,-2-2-7 16,-3-2-2-16,-3-2 7 15,-1-6-6-15,-3-5 2 16,0-2 1-16,-2-6 0 16,1-4-1-16,0-3-3 15,1-3 9-15,1-7 3 0,-1-5 0 16,2-1 2-16,-1 0 0 16,3 2 5-16,-1 0 2 15,0 4-2-15,3 2 2 16,1 2-3-16,2 1-5 15,1 1-2-15,3 3 1 0,1 0-1 16,4 1 1-16,-3 0 1 16,4 0-5-16,-6 0-25 15,1 0-4-15</inkml:trace>
  <inkml:trace contextRef="#ctx0" brushRef="#br0" timeOffset="201041.13">14445 16570 149 0,'0'0'14'0,"0"0"23"0,0 0-12 0,0 0-14 0,0 0-6 16,0 0-12-16,0 0-8 16,0 0 8-16,0 0 17 15,0 0-6-15,-13 44-2 16,19-26-1-16,1-1-18 0,-4-5-33 15,1-8-11-15</inkml:trace>
  <inkml:trace contextRef="#ctx0" brushRef="#br0" timeOffset="201203.2">14397 16449 152 0,'0'0'20'16,"-29"-43"9"-16,16 24-11 15,5 4-14-15,4 3-3 16,2 3 0-16,2 2-5 16,0 3-30-16,6 1-29 0,3 0-5 15</inkml:trace>
  <inkml:trace contextRef="#ctx0" brushRef="#br0" timeOffset="201680.76">14595 16424 129 0,'0'0'12'15,"0"0"14"-15,0 0-17 16,0 0-9-16,0 0-1 0,0 0-1 16,0 0-4-16,0 0 4 15,38 39 2-15,-30-25 0 16,0 3 0-16,1-1 0 15,-1-2 0-15,0 2 1 16,0-4 0-16,-4 1 2 0,3-4-8 16,-5 0-9-16,0-4 4 15,-1-1-1-15,-1-2 8 16,0-2 5-16,0 0 9 16,0-2-4-16,0-6-2 15,0-2-2-15,0-1-3 16,0-6 2-16,0-2-1 0,0 3 0 15,0-5 0-15,2 4-2 16,3-1 1-16,-1 3 0 16,-1 1 0-16,3 4 2 15,0 1 2-15,1 3 3 0,3 2-4 16,0 2-3-16,4 2-1 16,-1 0 0-16,0 6-1 15,1 5-1-15,-1 3 6 16,-1 3-1-16,-1 3 1 15,-4 1-4-15,2-1-11 0,-5-4-22 16,-1-5-18-16</inkml:trace>
  <inkml:trace contextRef="#ctx0" brushRef="#br0" timeOffset="202078.9">14962 16419 117 0,'0'0'22'0,"0"0"13"0,0 0-21 16,0 0-10-16,0 0-4 15,0 0-1-15,0 0 1 0,0 0 0 16,0 0-1-16,11-38 3 16,-4 26-3-16,0-2 1 15,1 0 2-15,-2-1 0 16,-1 0 1-16,0 1-3 0,-5 1 1 15,0 4 1-15,0 1-1 16,-3 3 0-16,-5 2-1 16,1 1 2-16,-2 2 8 15,-2 2-1-15,2 9-5 16,0 3-4-16,0 3 1 16,4 5-2-16,-1-1 1 0,3 0 0 15,3-2-2-15,0-1 1 16,0-1 1-16,4-2-1 15,6-4 0-15,1-4-1 16,2-1-3-16,2-6-13 16,2 0-9-16,3-6-17 0,0-6-4 15</inkml:trace>
  <inkml:trace contextRef="#ctx0" brushRef="#br0" timeOffset="202367.97">15228 16227 88 0,'0'0'9'15,"0"0"15"-15,4-41 20 16,-10 34-23-16,-4 3-5 16,0 2-6-16,-3 2-7 15,-1 0-7-15,0 3 9 0,-1 7 2 16,1 4-6-16,0-1 0 16,4 4-2-16,3-2 1 15,1-1-1-15,5 0 0 16,1-4-3-16,0-2 1 15,5-2-7-15,2-2 3 16,5-4 5-16,3 0-2 16,-1 0 10-16,5-3-3 15,0-5-1-15,1-2-3 0,1 0-14 16,-3-1-14-16,0 2-5 16,-3-1-12-16</inkml:trace>
  <inkml:trace contextRef="#ctx0" brushRef="#br0" timeOffset="203594.4">14723 17753 6 0,'0'0'3'0,"0"0"1"0,0 0 8 0,-1 0 11 16,1 0 7-16,0 0-17 16,-2 0-5-16,0 0 1 0,-1 1-3 15,1-1-1 1,-1 2-2-16,2 0 1 0,-1 1-1 16,0-1 0-16,2 0-2 15,-2 0-1-15,-1 1 1 16,3 1-1-16,-1 2 0 15,1-1 0-15,0 4 0 0,0 1 1 16,0 1-1-16,6 2 1 16,1 1 0-16,3 2 1 15,-1-1 1-15,5 0 4 16,-2 2-3-16,7-3 2 16,0 0 0-16,2-2-3 15,4-1 3-15,2-3-2 0,4-2-3 16,0 0 3-16,5-5-3 15,-3-1 4-15,3 0 2 16,-4 0-4-16,4-1 2 16,-5-6-3-16,-3 0 0 15,-3-1-11-15,-4-3-33 0,-5-1-19 16</inkml:trace>
  <inkml:trace contextRef="#ctx0" brushRef="#br0" timeOffset="203810.36">15160 17770 108 0,'0'0'8'0,"0"0"0"0,0 0-10 0,0 0 4 0,0 0 6 15,0 0 4-15,0 0-2 16,34 45-3-16,-19-22-2 15,-1 8 2-15,1 1-2 16,-4 0-6-16,-3-1-54 16</inkml:trace>
  <inkml:trace contextRef="#ctx0" brushRef="#br0" timeOffset="204241.32">15431 18004 102 0,'0'0'6'16,"0"0"5"-16,0 0-7 15,0 0-10-15,0 0 10 0,0 0 4 16,2 47 4-16,3-28-2 15,4 5-2-15,-2-1-5 16,1 1-2-16,-1-2 1 16,2 0 1-16,-4-1 0 15,-1-3-4-15,0-4-12 0,-2-1-9 16,-2-4-2-16,0-4-8 16,0-3-43-16</inkml:trace>
  <inkml:trace contextRef="#ctx0" brushRef="#br0" timeOffset="204602.64">15447 18068 75 0,'0'0'3'0,"0"0"2"16,22-51 0-16,-10 38 3 15,0 3 0-15,2 4-1 0,-1 5 1 16,1 1-5-16,2 7 8 15,0 7 1-15,3 1-4 16,-3 3-1-16,2-1-5 16,0-5 1-16,-1 0-2 15,-1-6 0-15,-5 0 0 0,0-5-1 16,-3-1 2-16,-2 0-2 16,-2 0 1-16,-4-7 14 15,0-1 9-15,0-3-3 16,-6-3-5-16,-1-1-2 15,-4-5-5-15,2 0-2 0,0-3-3 16,0-1-2-16,0-2-1 16,4 2 0-16,3 2-2 15,2 3-11-15,0 4-24 16,0 3-47-16,0 3-22 0</inkml:trace>
  <inkml:trace contextRef="#ctx0" brushRef="#br0" timeOffset="205266.54">15810 17834 85 0,'0'0'59'0,"0"0"-42"16,0 0 17-16,0 0-13 15,0 0-19-15,0 0 3 16,0 0-5-16,-22 47 0 0,17-29-1 15,1-1 0-15,2 4-1 16,2 0 2-16,0-5 0 16,0 2 0-16,0-2-1 15,5-6-3-15,-1-1 0 16,3-5 2-16,-2-2-3 0,1-2 1 16,-2 0 6-16,3-10-1 15,0-3 2-15,-3-3 1 16,3-1-2-16,-3-2-1 15,1-1 0-15,-2 0 0 16,1 1-1-16,-2 3 1 16,-1 2-1-16,1 1 1 0,1 5 6 15,2 2-2-15,-1 0-2 16,4 1-3-16,1 3 0 16,0 2-3-16,4 0 1 15,-2 0 0-15,2 7 0 16,-2 2 2-16,1 4 0 0,-1 1 1 15,0 0 1-15,-4 2-1 16,0-2 1-16,-3-1-2 16,-2-2 1-16,-2-2-2 15,0 0-1-15,0-5 1 16,-1 0-1-16,-4-3 4 16,-2-1-1-16,2 0-1 0,1-7 0 15,-2-4 3-15,4-5-1 16,2-2-1-16,0-2 1 15,2-1-1-15,6 3-1 0,0 3 1 16,2 2-1 0,1 4 1-16,0 1-1 0,3 5 0 15,-1 0 0-15,0 3-1 16,1 0 1-16,1 0 1 16,1 5-1-16,-3 4-1 15,1 1-12-15,-1 3-38 0,-1-2-17 16</inkml:trace>
  <inkml:trace contextRef="#ctx0" brushRef="#br0" timeOffset="205437.73">16196 17873 61 0,'0'0'18'0,"0"0"6"0,0 0 13 0,0 0 9 0,0 0-16 15,0 0-11-15,0 0-5 16,0 0-11-16,0 0-4 0,16-44 2 15,-4 30-1-15,2 0-14 16,2-6-37-16,-1-1-52 16</inkml:trace>
  <inkml:trace contextRef="#ctx0" brushRef="#br0" timeOffset="206076.63">16517 17204 142 0,'0'0'-7'0,"0"0"22"15,0-42 25-15,-4 38-18 0,1 2-10 16,-1 2-7-16,-2 0 7 16,3 3-12-16,-1 10 1 15,0 2-1-15,0 8-2 16,2 4 0-16,0 6 1 15,0 5 0-15,2 2 0 0,0 3 1 16,0-1-1-16,0 2 1 16,0-4 1-16,0-1 0 15,0-4-1-15,0-4-4 16,0-4-7-16,0-3-22 16,-7-7 33-16,1-3 0 0,-1-7 0 15,2-5 1-15,0-2 0 16,2-1-4-16,2-9 9 15,1-2-4-15,0 1 1 16,0 2-3-16,0 1 2 16,0 2 4-16,1 5-2 0,5 1-1 15,1 0 0-15,4 0-1 16,-2 0-1-16,5 0 2 16,-1 0-6-16,-2 0 3 15,4 0 4-15,-2 0-2 0,4-6 4 16,-4-1-2-16,1-4-1 15,-2-1-10 1,1-3-2-16,-1-3-5 0,-2 0-4 16,1 1 7-16,-5-1 10 15,-1 4 1-15,-1 3 2 16,-4 2 6-16,0 4 17 16,0 4 1-16,0 1-12 0,0 0-8 15,0 8 2-15,-4 7-9 16,0 4 0-16,2 1 2 15,2 2-1-15,0-1 1 16,0-3-2-16,6-5 0 0,1-4-19 16,4-5-46-16,-2-4-54 15</inkml:trace>
  <inkml:trace contextRef="#ctx0" brushRef="#br0" timeOffset="206249.68">16727 17460 204 0,'0'0'0'0,"-22"-37"25"0,10 22 3 0,3-1-5 16,2 5-8-16,1 2-8 15,2 2-6-15,2 0 0 0,2 1-2 16,0 2-24-16,6 1-17 16,0 3-36-16,0 0-23 15</inkml:trace>
  <inkml:trace contextRef="#ctx0" brushRef="#br0" timeOffset="206711.02">16760 17499 103 0,'0'0'49'16,"0"0"-3"-16,0 0-19 0,0 0-12 15,0 0-7-15,0 0-4 16,0-39-4-16,0 35 0 15,0 0-1-15,4 1-1 16,4 3-4-16,-3 0 1 16,1 1 3-16,2 9-2 15,2 0 10-15,-1 2 0 0,-2 0-3 16,1 2 0-16,-3-2 1 16,-2 1-1-16,1-3-3 15,-4 0-1-15,0-5-1 16,0 0 4-16,-2-4 3 0,-3-1-2 15,0 0-1-15,0-3-1 16,2-5 2-16,1-5 7 16,2 0-7-16,0-3-2 15,0 2 1-15,0 0-2 16,4 1 2-16,0 5-1 16,2 1-2-16,-1 2-2 0,2 5 1 15,-2 0-1-15,3 0 0 16,0 3 0-16,1 6-1 15,-1-1 3-15,0 4 3 16,2-2 1-16,-4-1-6 0,2 1-2 16,1-7-14-16,-4-1-50 15,0-2-26-15</inkml:trace>
  <inkml:trace contextRef="#ctx0" brushRef="#br0" timeOffset="207243.57">16300 18202 231 0,'0'0'3'0,"0"0"11"0,0 0 3 0,0 0-10 16,0 0-12-16,0 0-1 15,0 0 2-15,0 0 4 0,0 0 2 16,0 0 3-16,47 48-4 16,-30-35 0-16,4 1 0 15,-1-3 1-15,3 1 0 16,-5-4-3-16,4-2-18 16,-6-5-36-16,-2-1-65 15</inkml:trace>
  <inkml:trace contextRef="#ctx0" brushRef="#br0" timeOffset="207500.36">16387 18133 171 0,'0'0'51'0,"0"0"-24"0,-47 43-6 16,34-20-6-16,2 8-9 16,0 7-5-16,-1 8 0 15,3 5-1-15,3 7 1 16,-3 0-1-16,4 2-3 0,1-6-24 16,4-7-46-16,0-12-57 15</inkml:trace>
  <inkml:trace contextRef="#ctx0" brushRef="#br0" timeOffset="207980.93">16665 18079 126 0,'0'0'19'0,"0"0"16"16,0 0-13-16,-43 30-12 0,35-20-7 16,0 5-2-16,0 2-1 15,3 4-1-15,-1 0 1 16,2 3-1-16,0 0 2 15,4-2 1-15,0-4-1 16,2-2-2-16,6-5 0 0,1-2-1 16,2-5-1-16,2-4 7 15,-2 0 6-15,1 0-4 16,-2-11 3-16,0-1 2 16,-1-2-1-16,-4-3-1 15,-1-2 2-15,-3-2 0 0,-1-1-6 16,0 0 0-16,-3 1-1 15,-4 1-2-15,-5 4 0 16,0-1-1-16,-1 7 1 16,1 2 0-16,3 2-2 15,0 3-3-15,0 3-19 0,4 0-51 16,-3 0-74-16</inkml:trace>
  <inkml:trace contextRef="#ctx0" brushRef="#br0" timeOffset="208718.95">16783 17956 61 0,'0'0'8'0,"0"0"8"0,0 0 2 0,0 0 6 16,0 0-16-16,0 0 10 15,0 0 16-15,14 45-21 16,-10-18-3-16,-1 0-1 16,3 5 0-16,-2-2-3 0,-1-1-2 15,3-2-3-15,-1-3 2 16,-1-4-1-16,-1-3-2 16,1-5-5-16,-4-4-3 15,0-4 5-15,0-2 3 16,0-2 1-16,-4 0-3 15,-2-6 6-15,-3-5 1 0,3-2-2 16,-3-4-2-16,3-3-1 16,-3-1-2-16,2-4-2 15,1 0 1-15,1-2-1 16,1-1 5-16,4 2-1 0,0 0 1 16,0 1-1-16,0 2 2 15,4 3 1-15,3 2-1 16,1 2 0-16,2 4 0 15,-2 1 0-15,2 2-1 16,0 4 0-16,-2-1-1 16,1 5 0-16,1 1-1 0,0 0 0 15,-1 3 0 1,1 8 0-16,-2 2-2 0,1 4 2 16,-1 3 8-16,-3 0-3 15,-1 0-2-15,1-2 0 16,-5-1-3-16,0-2-12 15,0-3 3-15,-6-4 0 0,0-3 6 16,-4 1 5-16,5-5 0 16,-4-1 0-16,6 0 2 15,-2 0 5-15,3 0 0 16,2 0 4-16,0 0-1 16,0 0-13-16,0 5-6 0,5 2 3 15,2 4 7-15,4-1 2 16,2 5 2-16,1 0-3 15,0 0 0-15,2-1 0 16,-1-2-2-16,1 1 1 16,-3-5 2-16,-1-1-6 0,-2-4-25 15,-8-3-50-15,-2 0-72 16</inkml:trace>
  <inkml:trace contextRef="#ctx0" brushRef="#br0" timeOffset="209052.08">16052 18248 212 0,'0'0'16'0,"0"0"-13"0,0 0-5 0,0 0 16 15,49 11-2-15,-23-5-5 16,5-4-4-16,6-1 1 15,3-1 2-15,1-2-16 16,-3-13-92-16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5-10T07:03:31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11705 3121 35 0,'0'0'4'0,"0"-1"8"0,0-2-1 0,-2 2-4 0,2-1-1 15,-1-1 1-15,1 2-1 16,-1-2-4-16,1 3 4 16,0-2 1-16,0 1-4 15,0 1 0-15,0 0-2 16,0 0-1-16,0 0 0 0,0 0 0 16,0 0 0-16,0 0-1 15,0 0 0-15,0 0 1 16,0 0-1-16,0 0 2 15,0 3-1-15,0 1 0 16,0 2 0-16,0 1 1 16,4-1-2-16,-2 1 1 0,0-1 0 15,-1 1 0-15,1-2 0 16,1 2 0-16,1 2 0 16,-2-2 1-16,0 0-1 15,0 3 0-15,0 0 0 0,1 1 0 16,1 1 0-16,0-1 1 15,0 2-1-15,4 1 0 16,-3 0 0-16,3-1 0 16,-1 1 0-16,3 2 1 15,0-1-2-15,-2 1 2 0,4 1-1 16,0-1 0-16,1 1 1 16,1 0-2-16,0 0 2 15,2 0-1-15,-1-1 0 16,2-3 1-16,0-1 0 15,-1-2 0-15,0 0-1 16,2-3 1-16,2-2 4 16,-1 1-2-16,2-3-1 0,0 3 1 15,0-4 0-15,2 2-1 16,-3-3 1-16,-2 2-1 16,4 0-1-16,-4-2 0 15,0 1 0-15,-2-1 2 0,-1 0-1 16,1-1 1-1,-3 1-1-15,-1-1 0 0,-1 0-1 16,-2 0 1-16,2 0 0 16,-2 0-1-16,-4 0-1 15,3 0 1-15,-1 0-1 0,0 0 0 16,-3 0-1-16,1-3-18 16,-1-3-32-16</inkml:trace>
  <inkml:trace contextRef="#ctx0" brushRef="#br0" timeOffset="362.32">12369 3416 4 0,'0'0'8'0,"0"0"5"0,0 0 2 0,0 0-7 16,0 0 1-16,38 39 4 0,-34-28 1 15,0-1-3-15,1 3 0 16,-5 4-3-16,0 0 1 16,0 3-9-16,-9 4 5 15,-8 8-3-15,-6 4 0 0,-5 7 0 16,-6-2-34 0</inkml:trace>
  <inkml:trace contextRef="#ctx0" brushRef="#br0" timeOffset="1302.43">12738 3692 76 0,'0'0'32'0,"0"0"-29"0,0 0-4 15,0 0 4-15,0 0 0 16,0 0 3-16,0 0 0 15,0 0 2-15,0 0 3 0,0 0 18 16,0 0 3-16,0 7-19 16,-2-11-3-16,2-3-1 15,-3-2 1-15,2-2-6 16,1-2 0-16,-2-1-3 16,1-3-1-16,1 0 3 15,0-4-1-15,0-3-2 0,0-4 0 16,0-1-3-16,1-4 1 15,5 0 1-15,1 2 0 16,1 1 0-16,-3 2 0 16,6 5 1-16,-5 3-1 15,3 3 0-15,3 4 0 0,-4 2 1 16,2 4-1-16,0 1 0 16,0 4 1-16,-1 2 0 15,1 0-1-15,0 4-3 16,-1 7 0-16,1 1 0 15,2 3 3-15,-1 2 1 0,0 1 1 16,1 2 0-16,1 2-1 16,-1-1 0-16,-2 2 0 15,-1 0 0-15,-1 1-2 16,0-3 4-16,-4 3-1 16,-1-2-1-16,-2 0 1 15,-1-1-1-15,0-1-2 0,0 0-5 16,-6-3-13-16,-4-3-29 15,-2-1-6-15,1-6-21 16</inkml:trace>
  <inkml:trace contextRef="#ctx0" brushRef="#br0" timeOffset="1508.28">12758 3607 190 0,'0'0'-14'0,"0"0"17"0,0 0 1 0,0 0-4 0,0 0-3 0,0 0 7 15,51-23-2-15,-34 20-1 16,1 3-1-16,3 0-1 0,2-1-2 16,0 1-52-16,2-6-52 15</inkml:trace>
  <inkml:trace contextRef="#ctx0" brushRef="#br0" timeOffset="2049.41">13328 3396 94 0,'0'0'2'15,"0"0"-1"-15,0 0 1 16,0 0-2-16,0 0 0 16,0 0 2-16,-14-39 3 15,6 32-1-15,3 3 8 16,-1 1-1-16,1 1-2 0,-5 2-4 16,1 0-11-16,1 0-1 15,-4 5 2-15,0 8 5 16,-1-1-2-16,2 4 4 15,3-2 1-15,-1 3-2 16,5-1 0-16,-1-4-1 0,5 1 0 16,0-3 3-16,0-1-1 15,5-1 0-15,2-1 1 16,3-1-2-16,1 0 1 16,3-2 0-16,-3 3 0 15,3-4 0-15,-3 3-1 0,-2-1 0 16,2 1-1-16,-6-2 0 15,1 2 0-15,-3-2-1 16,-1 2-1-16,-2-1 2 16,0 0 6-16,0-1-3 15,-7 2 6-15,-2 0-3 16,-4-1 0-16,0 1-3 16,-1-3 0-16,1 1 1 0,2 0-1 15,3-4 0-15,1 1-3 16,3 0 0-16,4-1-5 15,0 0-36-15,0-6-51 0</inkml:trace>
  <inkml:trace contextRef="#ctx0" brushRef="#br0" timeOffset="2789.23">13632 3245 120 0,'0'0'5'0,"0"0"6"0,0 0-7 0,0 0-2 0,0 0 0 16,0 0-5-16,0 0 0 15,-51-11 4-15,37 19-2 16,-2 2 4-16,1 4-3 0,-3 0 1 15,0 1-1-15,3 3 0 16,1-1 2-16,0-1-16 16,2 1 23-16,4-3-7 15,1-3-2-15,5-1 0 16,2-1 1-16,0-2 1 16,2-2-2-16,8 0-2 0,-2-4 4 15,3 2 1-15,3-3-1 16,0 0 0-16,2 0 0 15,1 3 0-15,-1-2 1 16,-1 1-1-16,1-1-1 0,-2 3 3 16,1 2-4-1,-4-1 0-15,-2 3 0 16,-2 0 0-16,-1-2-3 0,-3 2 1 16,-1 0 4-16,-2 0 1 15,0-1-1-15,0 2 3 16,-2-2-5-16,-5 0 4 0,-2 1-2 15,0-3 0-15,1-1 0 16,0 2-2-16,1-3 2 16,4-2-1-16,2-1 0 15,1 0 5-15,0 0 8 16,0-4-6-16,0-6-7 0,5-3 3 16,6 0 0-16,-2-4-3 15,4 3-1-15,1-1 1 16,-1 3 0-16,1 0-2 15,-1 3 5-15,3 2-1 16,-5 2 1-16,0 3-2 16,3 2 0-16,-3 0-2 0,0 0 0 15,0 7 0-15,-3 3-3 16,-1 2 1-16,-4 2 1 16,2 1 2-16,-3-2 1 15,-2 1-2-15,0-3 0 16,0-1-6-16,0-4-48 0,0-6-21 15</inkml:trace>
  <inkml:trace contextRef="#ctx0" brushRef="#br0" timeOffset="2925.22">13701 3275 185 0,'0'0'3'0,"0"0"10"0,0 0-11 15,0 0-5-15,0 0-50 0</inkml:trace>
  <inkml:trace contextRef="#ctx0" brushRef="#br0" timeOffset="3524.25">14091 3414 180 0,'0'0'2'15,"0"0"-1"-15,0 0 0 0,0 0 0 16,0 0 1-16,0 0 3 16,25-41 5-16,-29 35-1 15,-4 2-5-15,-2 2-4 16,-3 2-1-16,-1 0 1 0,-4 3 2 15,-1 7-4-15,-1 4 2 16,1 1 1-16,4 3-1 16,4-1 1-16,0 0-2 15,10-1 1-15,1-5-1 16,0 0 1-16,0-5-5 0,9-2 2 16,1-2 2-1,2-2 2-15,3 0-3 0,2-4 4 16,-1-4 1-16,1 0-1 15,-1-2-2-15,0-1 1 16,2 2 0-16,-3-1-1 16,-1 3 1-16,-1 4-1 15,-2 2-1-15,0 1 1 0,-2 0-1 16,3 7-1-16,-5 3 1 16,2 5 1-16,-1 1 2 15,1 5-2-15,-2-1 2 16,-2 0-2-16,-2 1 0 0,-2-1 1 15,-1-1-1-15,0-3 2 16,-7 0-2-16,-4 0 0 16,-7-3 2-16,-6-2 3 15,0 2-3-15,-4-2 1 16,-3-2-2-16,2-1 2 0,2-3-3 16,2-2 2-16,7-2-2 15,7-1-7-15,3-4-76 16</inkml:trace>
  <inkml:trace contextRef="#ctx0" brushRef="#br0" timeOffset="4234.47">14320 3387 186 0,'0'0'0'0,"0"0"2"0,0 0 1 0,0 0 1 0,42-36 0 0,-37 36-2 16,0 0-1-16,1 4-2 15,-2 8 3-15,3 1-2 16,-1 3 2-16,0 2-3 0,-2 2 2 16,-1-3-1-16,-1 1 0 15,-1-2 0-15,0-3 1 16,-1-2-2-16,0-3-1 15,0-2 3-15,0-3-3 16,1-2 4-16,-1-1-1 0,1 0 5 16,-1-1 7-16,4-6-9 15,-2-3-5-15,0-4 3 16,6-1-2-16,-2-1 0 16,3 0-4-16,-2 0 5 15,5 2-4-15,-1 1 3 0,2 2-1 16,-2 1 3-16,0 0-1 15,5 3-1-15,-3 3 1 16,1 0 0-16,1 2-1 16,3 2 0-16,-2 0 0 15,4 0 0-15,-5 6 1 0,1 1-1 16,-3 1 0-16,-3 1-1 16,-3 0 1-16,1 0 0 15,-6 2-1-15,0-5 1 16,-2 0-1-16,0 1-1 15,0-4 0-15,0 0 0 16,0-2 1-16,0-1 9 0,0 0 10 16,0-3-9-16,0-5-6 15,1-2 3-15,3-3-3 16,3-1-3-16,2 0 3 16,0-2-2-16,3 2-1 0,0 4 0 15,1 0 1-15,3 3-1 16,-3 1 1-16,2 3-2 15,0 3 2-15,1 0-2 16,-2 0 2-16,1 7-2 16,-3 6-1-16,-1-1-1 15,-3 6-6-15,-4-2-19 16,-2-2-38-16,-1-5-80 0</inkml:trace>
  <inkml:trace contextRef="#ctx0" brushRef="#br0" timeOffset="4988.47">15220 3259 128 0,'0'0'2'0,"0"0"-6"0,0 0 5 0,0 0 0 0,0 0 0 15,10 47-1-15,-10-34 0 16,0-2 3-16,0 2 0 16,0-3-1-16,0 0 0 15,-6-3 3-15,3 0-2 0,0-3 1 16,1-1 0-16,-2 0-1 15,1-2 2-15,1-1 9 16,0 0 2-16,0 0-1 16,0-1-7-16,2-6-1 15,-2-2-4-15,2-1 2 0,0-1-4 16,0 0-1-16,2-1 0 16,2 1-1-16,5-2 1 15,-1 3 0-15,5 1 0 16,1-2 0-16,2 4-3 15,2-1 2-15,0 2 3 16,0 3 0-16,-2 0-2 0,0 3 0 16,-1 0 0-16,-1 0 0 15,-1 7 0-15,-4 2 0 16,1 0 0-16,-2 0-2 16,-3 0 1-16,-2-2 0 15,-3 2-2-15,0-1 6 0,0-4-6 16,-6 3 1-16,-2-4 2 15,2 0 0-15,-1-3 0 16,3 0 1-16,2 0 2 16,0 0 0-16,2-6 5 15,0-4-4-15,0-1-1 0,4 1-2 16,2-3-1-16,3 4 3 16,1 1-6-16,-1 1 6 15,0 2-3-15,2 3 2 16,0 2-2-16,-3 0 1 15,5 0-2-15,-1 7 2 16,1 3 0-16,-1 0-1 0,-1 1 0 16,3 1 0-16,-6 1-2 15,2-2-3-15,-1 0-27 16,-2-4-46-16,3-2-57 16</inkml:trace>
  <inkml:trace contextRef="#ctx0" brushRef="#br0" timeOffset="5650.08">15734 3255 108 0,'0'0'5'0,"0"0"27"0,25-43-6 0,-18 32-13 0,-5 4-5 0,-1 1 1 16,-1 2 6-16,0 1-4 16,0 3-3-16,-5 0-2 15,-4 0-3-15,-2 7 1 16,0 3-4-16,2 1 2 0,-3 3-1 15,4 1-1-15,4-2 1 16,3 2 0-16,1-5 0 16,0 1 0-16,3-2-2 15,7-2 2-15,2-1 0 16,1-2-2-16,3-1-2 16,1-3 0-16,4 0-15 0,-3 0-9 15,2-3-5-15,2-5-5 16,-6-2 25-16,4-1 11 15,-5-1 1-15,1-2 0 16,-3 1 2-16,3 0-1 0,-5 3 2 16,3 0 3-16,-6 3 8 15,0 3 3-15,0 2-6 16,-1 2-5-16,-2 0-5 16,1 0 2-16,-3 2 3 15,1 6 1-15,3 2-4 16,-4-3 1-16,0 2-7 0,0 1 5 15,-1 0-1-15,-2-3-4 16,0 0 2-16,0-3 1 16,0-1 0-16,0-2-2 15,0-1 5-15,0 0 6 0,0 0 19 16,2-4-20-16,0-6-5 16,2-1 0-16,5-2-2 15,1-2-1-15,-1 0 1 16,3 1 0-16,0 3-2 15,-1 2 2-15,-4 5-1 16,2 1 0-16,-3 3 1 0,1 0-1 16,-2 9-1-16,4 2 1 15,-1 3 1-15,0 3 0 16,2-1-1-16,-2 1-1 16,0-2-14-16,-1-2-14 0,0-4-20 15,2-3-7-15,-2-5-39 16</inkml:trace>
  <inkml:trace contextRef="#ctx0" brushRef="#br0" timeOffset="5857.12">16327 3070 160 0,'0'0'11'0,"0"0"46"0,0 0-28 0,0 0-25 0,0 0-8 15,0 0 4-15,0 0 0 0,12 40 1 16,-4-20 0-16,-2 0 1 16,1 0-2-16,-1-2-5 15,-2-1-16-15,-4-5-41 16,0-3-45-16</inkml:trace>
  <inkml:trace contextRef="#ctx0" brushRef="#br0" timeOffset="6547.96">13063 4030 20 0,'0'0'6'0,"77"-7"10"0,-32 0-1 16,9 0-8-16,6-3-2 15,3 0 1-15,5 0 1 0,5-3 2 16,5 0 12-16,5-1-7 16,6-1 0-16,9-1-3 15,4 1 1-15,2 0-4 16,5 0-4-16,7 1-2 0,0 1 0 16,2-2 2-16,3 3 1 15,-3-1 0-15,2 4 3 16,-2-3 0-16,-1 3-1 15,-3-1-1-15,-1 0-3 16,-3 0-1-16,-5 2-2 16,-8-2 1-16,-4 1-1 0,-7-1 0 15,-6 0 1-15,-7 2-1 16,-5 2 0-16,-5 1 0 16,-8 1 0-16,-4 2 0 15,-9 0-1-15,-2 1 0 16,-9 1-2-16,-4 0-20 0,-7 0-44 15,-1-2-66-15</inkml:trace>
  <inkml:trace contextRef="#ctx0" brushRef="#br0" timeOffset="6746.25">16677 3216 136 0,'0'0'-30'0,"0"0"6"0</inkml:trace>
  <inkml:trace contextRef="#ctx0" brushRef="#br0" timeOffset="6875.42">16808 3307 174 0,'0'0'-15'0,"0"0"-6"16,0 0-13-16</inkml:trace>
  <inkml:trace contextRef="#ctx0" brushRef="#br0" timeOffset="7642.39">17890 2913 114 0,'0'0'-14'0,"-40"3"17"16,17 2 1-16,-2 5-2 16,-2 1-1-16,-2 6 2 0,0 2 1 15,3 8 1-15,-1 1-3 16,2 5 0-16,4 2 0 15,5 2-1-15,3 0 0 16,7 0 1-16,1 0 0 16,5-4-1-16,3-2 0 0,7-1 2 15,7-6-2-15,0-4 3 16,3-4-2-16,3-3 4 16,2-8 3-16,-3-1 2 15,3-2 1-15,0-2-7 16,1 0-3-16,-6-3-1 0,1-5 0 15,-3-3 1-15,-5-2-4 16,1-1 2-16,-4-1-3 16,-1-4 3-16,-2 2 0 15,2-3 1-15,-2 2-2 16,1 1 1-16,-2 0 0 16,3 4 0-16,-2 1 2 0,1 3 1 15,3 0 2-15,-4 2-3 16,3 3 6-16,1 1-5 15,-2 0 0-15,1 3 3 16,-1 0-3-16,2 0 0 0,-2 3-2 16,1 4 1-16,0 4-4 15,-3 1 2-15,1-1-2 16,-6 3 2-16,-1 2-1 16,-1-1-3-16,0 0 4 15,-2-1-46-15,-6-4-30 0</inkml:trace>
  <inkml:trace contextRef="#ctx0" brushRef="#br0" timeOffset="8034.09">18194 3219 124 0,'0'0'31'0,"0"0"-24"0,46-21 3 0,-30 15 0 0,-1 3 10 16,-1 3-17-16,-3 0-3 0,0 3 1 16,-1 6 2-16,-2 3-1 15,0 3 5-15,0 2-6 16,-5 0-2-16,0-3-1 16,-2-1 1-16,-1-2-1 0,0-1-1 15,0-3-1-15,-6-1 3 16,-2-3 2-16,1-2 1 15,0-1 2-15,1 0 7 16,2 0 4-16,-3-4 3 16,5-5-5-16,0-2 0 15,2 0-3-15,0-5-5 0,0 0-4 16,11 1-1-16,0-2 0 16,7 5-3-16,0-3-8 15,4 7-8-15,2 0-17 16,2 4-28-16,-2 0-41 0</inkml:trace>
  <inkml:trace contextRef="#ctx0" brushRef="#br0" timeOffset="9363.75">18591 3204 83 0,'0'0'64'0,"0"0"-63"15,0 0 1-15,0 0 0 16,0 0 0-16,-1 44 1 15,1-37-2-15,1 1 2 16,6-5 1-16,-2 1-1 16,3-1 2-16,2-3 1 0,1 0 5 15,0 0 1-15,2 0-5 16,-2-3-3-16,1-4-1 16,-4 0 2-16,-1-1 5 15,-3-1 0-15,-4 0-1 16,0 0 0-16,-2-1-4 0,-9 0-7 15,-7 1 2-15,-1 1-7 16,-2 1 2-16,-3 2 5 16,4 3-1-16,3 0 2 15,6 1-1-15,4 0 1 16,5 1 0-16,2-2 1 0,0 1-6 16,12-1-14-16,5-2 15 15,8-2 2-15,2-1 7 16,4-2-5-16,2 1-4 15,-1-3 5-15,-1 2-1 16,-3 3-1-16,-2 1 1 16,-3 2 1-16,-4 3-1 0,-3 0 1 15,-4 0-2-15,-2 0 0 16,-5 6 0-16,-2 2-4 16,-3 2 3-16,0 3 5 15,0-2-4-15,0-1 1 0,0 2 1 16,-1-1-2-16,1-1 1 15,0-3 0-15,0 0 2 16,2-4-2-16,6 2 0 16,4-2-2-16,2-3 2 15,3 0 1-15,3 0 1 16,0 0 0-16,3-8-3 0,-4 2 0 16,-1-4 1-16,-4 0 1 15,-2-1-1-15,0-2 1 16,-2 3-2-16,-6 0 1 15,-1 3 0-15,-1 0 1 0,-2 4 4 16,0 2 2-16,0 1-4 16,0 0-5-16,0 4-3 15,-2 6 3-15,0 0 3 16,2 1-2-16,0 2 2 16,0-2 2-16,7-2-7 15,3-2 1-15,2-2 0 0,1-3 0 16,1-2 2-16,0 0 2 15,0 0-2-15,-2-3 2 16,1-5-1-16,-2-1 1 16,1-3 1-16,-5-1 2 0,2 0-2 15,-1-3 1-15,0-1-1 16,-4 2-3-16,0 1 1 16,-1 2 1-16,-2 5-1 15,0 1 0-15,-1 5 2 16,0 1-2-16,0 0-3 0,0 4-8 15,0 9 7-15,0 4 8 16,2 3-4-16,0 4-1 16,2 0 1-16,2 0 0 15,2 0 0-15,-3-1-1 16,1-2 1-16,1-1-1 16,-2 1 0-16,-4-3 0 15,-1 0 0-15,0-4 0 0,0-2-3 16,-1-1 0-16,-3-2 0 15,2-4-3-15,-3-2-9 16,2-2-13-16,-1-1-8 16,3 0 9-16,-1-2-5 0,0-8-24 15,2-5 48-15,0-2 3 16,0-3-11-16,0-3 15 16,0 1 1-16,2-5 0 15,0 4 0-15,2-2 13 16,3 0 4-16,1 0 4 0,2 1-16 15,2 3 4-15,1 2 3 16,0 4 14-16,1 3-11 16,-1 5-7-16,2 0-5 15,0 3-2-15,0 2 1 16,0 2-1-16,-3 0 0 0,1 2-1 16,-6 6 1-16,-1 5 0 15,-4 0 8-15,-2 3-7 16,0-2-1-16,-6 3 0 15,-5-3 2-15,-3-3 4 16,-1 1 2-16,-5-4-1 16,1-2-1-16,-3 0-4 0,0-1-1 15,0 1-2-15,0 0-1 16,1-5-29-16,3-1-84 16</inkml:trace>
  <inkml:trace contextRef="#ctx0" brushRef="#br0" timeOffset="10705.45">17738 3648 140 0,'-7'0'-7'0,"1"0"15"0,3 0 0 16,3 0-5-16,-3 0 2 15,3 0-2-15,0 0 0 0,0 2-1 16,0-1-2-16,9 3 1 16,5-1 1-16,6 0 2 15,7-2-1-15,2-1 2 16,9 0 1-16,0 0 0 16,9 0 1-16,2-4-1 0,9-1 0 15,4 0-3-15,7-2-1 16,8 0-1-16,0 1 0 15,6-1 0-15,-1-1-1 16,-1 0 0-16,3 1 2 16,0-1-1-16,0 0-1 0,-3 0 0 15,0 1 0-15,-3 1 0 16,-3-2 0-16,-6 0 1 16,-6 0-2-16,-7 1 2 15,-3-4-1-15,-8 4 0 16,-6-3 1-16,-2 0-2 15,-9-1 2-15,-1-1 0 0,-4 1 0 16,-2-5 2-16,-4-1 8 16,3-1 2-16,-2-5-4 15,-4-1-3-15,3-5-4 16,-2 1-1-16,-3-2 0 16,-1 2 1-16,-6-1 0 0,-5-3 2 15,0-1 8-15,-2 3-3 16,-8-2-4-16,-4-1 1 15,-1 2-3-15,-2 1 2 16,2 2-4-16,0 3-1 16,-2 2-1-16,-2 2 1 0,0 3-2 15,-1-2-1-15,-3 1 1 16,-4 0 2-16,-2-1-2 16,-3 0 0-16,-3 2 2 15,-4 0-3-15,-2 3 3 16,-1 2-3-16,0 1 3 0,-2 4-1 15,2-2-2-15,-3 3 5 16,-1 3-2-16,0 0-2 16,-6 1 2-16,-2 1 0 15,-2 1-1-15,-1 0 1 0,-3-1-1 16,-2 2 1-16,-3 0 0 16,-2 0 0-16,-2 0 0 15,-2 4 1-15,-1 2-1 16,0-2-1-16,-2 3 1 15,3 0 0-15,0-1 0 0,0 0 0 16,-2-1 0 0,2 2 0-16,-1 2 0 0,1-2 0 15,1 4 0-15,1 2 0 16,-1 0 0-16,6 0 0 16,5 1 0-16,4 0 0 15,1 0 0-15,4 2 0 16,5 0 0-16,1 2 0 0,2 2 0 15,0 3 0-15,3 4 0 16,3 1-2-16,4 5 2 16,4 1 0-16,1 4 0 15,4 1 0-15,5 2 0 0,4 1 2 16,4 1-2-16,6-1-2 16,4 0 4-16,0-1-2 15,11 0 1-15,9-4-1 16,8 0 3-16,9-3-6 15,9-1 2-15,14-5-3 0,6-2-1 16,13-5-3-16,10-4-14 16,3-8-37-16</inkml:trace>
  <inkml:trace contextRef="#ctx0" brushRef="#br0" timeOffset="23352.98">19734 3319 1 0,'0'-2'11'0,"-1"2"6"0,0-1-2 0,1-2-3 16,-1 3-5-16,1-1 2 16,0 1-5-16,0-1-1 15,0 1 0-15,0-1-1 16,0 1-2-16,0 0 1 0,0 0-1 16,0 0 2-16,0 0 0 15,0 0-1-15,0 0 1 16,2 0-2-16,3 0 2 15,2 0 0-15,2 0 1 16,0-1 0-16,4-1 1 16,1 0-1-16,1-1 3 0,5 0-1 15,-3 0-2-15,6 0-2 16,-2-1 0-16,3 1 0 16,-3-1-1-16,2 2 1 15,0-1-1-15,-7 2 1 16,0-2-1-16,-5 3-1 0,2-1 2 15,-8 1-1-15,1 0 0 16,-4 0-1-16,-1 0 1 16,0 0-1-16,-1 0-1 15,0 0-1-15,-1 1-10 0,-4-1-35 16</inkml:trace>
  <inkml:trace contextRef="#ctx0" brushRef="#br0" timeOffset="36709.03">20574 3158 73 0,'0'0'11'0,"0"0"-7"0,0 0-3 0,-3 3 0 16,-1-2 0-16,-2 1-1 0,1 3 1 15,-4 0 1-15,2 2-2 16,-4 0 1-16,0 3 3 16,-2-1-3-16,1 3 0 15,-3-1 0-15,0 2-1 16,-1-1 1-16,0-1-1 15,0 0 0-15,3 0 1 16,-1-3-1-16,1 2 3 0,-1-2-2 16,4 1-1-16,0-2 1 15,1 0-1-15,-1-1 0 16,2-1 0-16,2 0 1 16,-1-1-1-16,1 0 0 0,3-1 0 15,-1 0 1-15,3-2-1 16,-1 1 0-16,1-1 0 15,1-1 0-15,-1 2 0 16,1-1 0-16,0-1 1 16,-1 0 0-16,1 0 0 0,0 0 0 15,0 0 4-15,0 0-2 16,0 0-1-16,0 0-1 16,0 0 2-16,0 0-2 15,0 0 1-15,0 0-2 16,0 0 0-16,0 0 0 0,0 0 0 15,0 0-2-15,0 0 1 16,0 1 0-16,0 1 0 16,0-1 1-16,0-1 0 15,0 0 0-15,0 0-1 16,2 0 2-16,1 0 1 0,4 0-1 16,-2 0 2-16,4-3-1 15,-1 1-1-15,3-2 1 16,4 2 0-16,0-2-1 15,3 0 2-15,0-1-1 16,4 0 1-16,1 0 0 0,-1-1 0 16,2 2 0-16,0-3-2 15,0 1 0-15,0 2 0 16,-4-2-1-16,2 1 1 16,-1 1-1-16,-1 1 1 15,-2 0 1-15,-1 0-2 16,-1 0 0-16,-3 2 0 0,-1 1 0 15,-3-2 0-15,-1 2 0 16,-3 0-2-16,2-1-2 16,-3-1-25-16,-4-2-37 15</inkml:trace>
  <inkml:trace contextRef="#ctx0" brushRef="#br0" timeOffset="37234.83">20605 3154 47 0,'0'0'16'0,"0"0"-13"0,0 0 1 0,0 0-1 15,0 0 2-15,0 0 3 0,0 0-3 16,0 0-2-16,0 0-3 16,0 0-2-16,0 0 4 15,0 0-2-15,0 0 0 16,0 0 0-16,16 38 0 16,-14-22 1-16,-2 1-1 15,0 4 1-15,0-1 0 0,0 1-1 16,0-2 0-16,2 1 2 15,-2-2-2-15,1-2 0 16,0-2 0-16,0-3 0 16,2-1 1-16,-2-1-1 15,3-2 1-15,-2-4-1 0,3-3-27 16</inkml:trace>
  <inkml:trace contextRef="#ctx0" brushRef="#br0" timeOffset="37788.26">21053 3006 87 0,'0'0'4'0,"0"0"-5"0,0 0 2 0,0 0-1 15,-27 43 0-15,15-22 1 0,-2 5 4 16,-3 4-3 0,-1 3-1-16,-6 6-1 0,-3 2 2 15,-1 4-1-15,-6 5 0 16,1 0 1-16,2-3-1 0,0-2 0 16,8-5 0-1,4-7 0-15,3-8 0 0,7-5-1 16,1-7-4-16,3-6-29 15</inkml:trace>
  <inkml:trace contextRef="#ctx0" brushRef="#br0" timeOffset="38813.82">21034 3275 50 0,'0'0'16'0,"0"0"-4"0,0 0-3 0,0 0-1 0,0 0-3 15,0 0-3-15,0 0 3 16,0 0 2-16,0 0 1 15,0 0-4-15,0 0-2 16,11-2 0-16,-3 1 1 16,0-1-2-16,1-1 0 0,3 2 1 15,-1-2-3-15,1 2 4 16,2-2-2-16,-1 2-2 16,-1-1 2-16,-1 2 0 15,-2 0-1-15,2 0 0 16,-5 0 0-16,-1 0 0 0,0 0-1 15,-3 0-2-15,0 7 1 16,-2-1 0-16,0 2 2 16,0 2 0-16,-6 2 0 15,-4 0-1-15,-2 1 2 16,-1-1-1-16,1-2-1 0,-2 3 2 16,0-5-1-16,1 2 0 15,2-3 1-15,1 0 0 16,2-2-1-16,2-1 1 15,5 0-1-15,-1-3-2 0,2 1 2 16,0-1-1-16,2-1 1 16,5 0 0-16,4 0 2 15,1 0 0-15,2 0-3 16,0-3 4-16,2 2-3 16,0-2 1-16,2 3-1 0,-3-1 0 15,2 1 0-15,-1 0 0 16,-1 0 0-16,-2 0 0 15,-2 0 0-15,0 5 0 16,-3 1-1-16,-2 0-1 16,-1 1-1-16,1 1 2 15,-6 1 0-15,0-2 1 0,0 1 0 16,-7 0 1-16,-3-1-1 16,-4 0 0-16,-4-1 2 15,-3-1 1-15,-6 1-2 16,-4 0 2-16,3-1 0 15,-2 2-2-15,2-1 0 0,3-4-6 16,4-2-58-16</inkml:trace>
  <inkml:trace contextRef="#ctx0" brushRef="#br0" timeOffset="43225.93">21092 3367 108 0,'0'0'-2'0,"0"0"6"0,0 0 5 0,0 0-3 15,0 0-2-15,0 0-1 16,0 0-3-16,0 0-2 16,0 0 2-16,-32 7 0 15,27 3 0-15,0 1 0 16,3 3 2-16,2 1-2 15,0-1 1-15,0-2-1 0,3 0 0 16,5-3 1-16,2-2-2 16,2-3 3-16,1-4-2 15,0 0 3-15,4 0-1 16,-1-4-1-16,0-3-1 16,-2-5 0-16,-3-2 0 0,-3 0-1 15,-4-1 0-15,-3-3 1 16,-1 0 0-16,0 2 0 15,-1-2 2-15,-3 6 3 16,-1 2-1-16,-1 2 0 0,-2 2-1 16,-3 3-3-16,-4 3-2 15,-5 0-1-15,-1 2 2 16,-3 6 2-16,-1 5-1 16,1 3 0-16,3 5 0 15,2 0 0-15,3 5 1 16,7 1-1-16,-1-1 0 0,4-1-2 15,4-1 0-15,2-6 0 16,0-2-1-16,4-4 0 16,6-5 1-16,-1-5 2 15,3-2 1-15,2 0-1 16,0-4 1-16,0-7 2 0,0-2-2 16,0-4 0-16,-1 0-1 15,-6-3 1-15,2 2-2 16,-5-2 2-16,-2 3-1 15,-2 0 0-15,0 1 0 16,0 5-1-16,-3 2 1 16,-5 3 0-16,-2 5 0 0,-4 1-10 15,-4 0-24-15,-2 3-65 16</inkml:trace>
  <inkml:trace contextRef="#ctx0" brushRef="#br0" timeOffset="45089.09">20687 3050 86 0,'-4'-8'0'0,"0"-2"2"0,2 1 1 0,-4 2 0 16,0-3-1-16,0 3-1 15,-1 1 1-15,-2 1-2 0,-2-1 1 16,2 2-1-16,-4 1 1 15,2 0 0-15,-1 3 0 16,-1 0-2-16,-1 0 2 16,0 0-1-16,-2 1 0 15,0 4-1-15,0-1 1 16,-2 2 0-16,2-1 0 0,-2 1 0 16,0 3 1-16,1-1 0 15,0 4 1-15,1-1-2 16,-1 6 0-16,-1 0 0 15,2 0 0-15,0 2 0 16,1 0 0-16,0 1 0 0,1-4 1 16,0 4-1-16,2-4-1 15,1 2 2-15,4-1-1 16,-3 1 1-16,6 2-1 16,-2-1 0-16,2-1 0 15,3 2 0-15,1 0 1 0,0-2-1 16,0 1 1-16,0-1-1 15,4 1 1-15,1-1-1 16,1-1 0-16,0 2 1 16,0-1-1-16,0 2 1 15,1-2-2-15,-1-2 2 16,3 1-1-16,3 0 0 0,-3-3 0 16,5-1 1-16,-1 0-1 15,5-2 1-15,-2 0-1 16,3-2 0-16,2 0 2 15,1-3 0-15,2-1-1 0,4-1 4 16,1-1-5 0,2-1 4-16,3-1-4 0,1-1 1 15,1 0 2-15,3 0-3 16,-2 0 1-16,0 0-1 16,-2-1 0-16,-1-4 0 0,-2 0 1 15,-5-2-1-15,0-1 1 16,-7 0 2-16,-1-2 6 15,0 0 1-15,-6-3 3 16,3 2-4-16,-3-5 0 16,1 2-2-16,-1-4-2 0,-1-2-1 15,1 0 0-15,-4-1-3 16,1-1 0-16,-4 2-1 16,0-1 1-16,-4 3-1 15,-2-3 1-15,0 3 2 16,0-1 5-16,-4-2-1 15,-3 2 0-15,1 0-4 0,-1 3-2 16,1-2 0-16,1 1 0 16,1 3 2-16,0 0-3 15,3-1 1-15,-3 2-1 16,1 0 0-16,-1-1 1 16,1-1-1-16,1 2 0 0,-3-1 0 15,1-3 0-15,0 4 1 16,-1-1-1-16,-1 0 1 15,1 1 0-15,-1 2-1 16,-1 1-1-16,0-1 0 16,0 3 0-16,-2 1 0 15,0 2 1-15,1-1-1 0,-4 0-1 16,-1 2-1-16,0-3 5 16,-1 3-2-16,-2-1 1 15,-2 0-1-15,0 0 0 16,2 1 2-16,-3 0-2 15,-2 1-2-15,2 3 1 0,-2 0 1 16,1 0 0 0,-4 0-3-16,0 8-19 0,3 2-36 15,-2-5-16-15</inkml:trace>
  <inkml:trace contextRef="#ctx0" brushRef="#br0" timeOffset="46000.88">21117 3066 12 0,'0'0'49'0,"2"0"-41"0,0 0-4 0,3 0 1 16,-1 0 1-16,-1 0-2 15,3 0-2-15,-1 0 0 16,2 0 3-16,3 0-2 0,4-4-1 15,0-2 2-15,8 0-1 16,3-5 0-16,8 0 0 16,3-4 3-16,7-3-4 15,8-3 0-15,5-2-2 16,6-1 0-16,1-3 0 0,4-5-15 16,1-4-91-16</inkml:trace>
  <inkml:trace contextRef="#ctx0" brushRef="#br0" timeOffset="51510.66">18250 3716 36 0,'0'0'3'0,"0"0"-2"0,0 0 0 0,0 0 2 15,0 0 0-15,0 0-2 16,0 0-1-16,0 0 1 16,0 0-1-16,0 0 1 0,0 0-3 15,0 0 2-15,0 0 0 16,6 40 0-16,-6-26 0 16,0 5 2-16,-2 1-1 15,0 1 0-15,0-1 0 16,2 3 0-16,0 0 1 0,0-1-2 15,0 2 1-15,6 0-1 16,-1-1 1-16,5 1-1 16,-2 0 1-16,3 0-1 15,3 2 2-15,1-2 0 0,3 2 1 16,-1-2-2-16,0-3 3 16,1 3-1-16,1-4-1 15,-1 0 1-15,1-3 1 16,0-1 3-16,-3-3-1 15,2-2-1-15,1-3 2 16,-2-2-1-16,1 0 1 0,-1-2 1 16,1-1-4-16,-3-2-3 15,0 2 1-15,-1-3-1 16,-3 0 0-16,1 0-1 16,-4 0 0-16,-1 0-8 15,-3 0-56-15</inkml:trace>
  <inkml:trace contextRef="#ctx0" brushRef="#br0" timeOffset="51803.08">18755 4226 66 0,'0'0'1'0,"0"0"1"16,0 0 1-16,0 0-2 0,0 0-1 16,40 37 2-16,-33-23 2 15,-1 2-1-15,-4 2-1 16,1 1-1-16,-2-1 0 16,-1 1 0-16,0 1-1 0,-5 2 1 15,-8 1 0-15,-2 4 0 16,-3-1 1-16,-1 1 0 15,2-3-2-15,5-3-42 16</inkml:trace>
  <inkml:trace contextRef="#ctx0" brushRef="#br0" timeOffset="52677.61">19070 4547 10 0,'0'0'5'0,"0"0"-3"15,0 0 8-15,0 0 0 16,0 0 1-16,0 0-1 16,3 38-4-16,0-21-3 0,0-1 0 15,1 1-2-15,-4 0 0 16,1-1 0-16,1-2-1 16,-2-1 1-16,0-5-1 15,0-2 0-15,0-2 1 16,0-3-1-16,0-1-4 15,-2 0 7-15,-1 0-2 0,1-8-1 16,1-5-2-16,1-3-4 16,0-6 0-16,5-2-2 15,2-3-6-15,3-3-4 16,2 0 10-16,-3 2 8 0,1 0 1 16,2 2 6-16,1 1-3 15,2 2 2-15,1 4 0 16,3 3-5-16,-3 1 1 15,1 5 2-15,-1 2 5 16,2 3-1-16,-5 1-2 0,1 3 2 16,-5 1-2-16,1 0-3 15,0 0-2-15,-7 7-1 16,-1 2 1-16,-1 3 0 16,-1 2 0-16,0 2 0 0,-4 1 1 15,-7 1 1-15,0 1-2 16,-2-1 0-1,-3 2-1-15,0 0 0 0,-2-3 1 16,3 0 1-16,-2-1-1 16,2-3-1-16,-1-1 1 15,2 0-1-15,-1-1 0 16,2-4 1-16,1 0-1 0,4-1 1 16,0-2-1-16,5-1 0 15,1-2 1-15,-2 2-2 16,3-1 1-16,1 2 0 15,0 0 1-15,0-1 1 16,0 1 0-16,1 0 0 0,7 1 1 16,-1-2-2-16,1 2 6 15,4 1-2-15,1-2-2 16,0 2 3-16,2 1-3 16,0 0-2-16,2 0-1 15,-1 1 1-15,2-2-1 0,0 0 0 16,2 0 0-16,2-2 1 15,3-4-6-15,0 0-32 16</inkml:trace>
  <inkml:trace contextRef="#ctx0" brushRef="#br0" timeOffset="53167.77">19640 4584 75 0,'0'0'3'0,"0"0"3"0,0 0-3 0,0 0-2 15,-45-3 2-15,30 3 0 16,-2 3 0-16,2 4-1 16,-3 0-2-16,2 3 0 0,0 2 1 15,4-1 1-15,0 2-1 16,5-2 0-16,-1 1 1 15,5-1-2-15,2-3 1 16,1 1 1-16,0-2-1 16,0 0 0-16,5-3 1 0,4-1 1 15,3-3 1-15,1 0 0 16,3 0-2-16,0 0 0 16,2-3-1-16,1-4 2 15,-2-1-2-15,-1-4 0 0,1 3-1 16,-4-1 0-16,0 1 0 15,-4 1 1-15,-3 0-1 16,-1 4 1-16,-2 1 3 16,-2 2 5-16,-1-1-1 15,0 2-7-15,0 0-6 16,1 0 2-16,0 3 5 0,2 4-1 16,2 3 0-16,0-1-1 15,3 1 1-15,2 0-2 16,1-2-17-16,1-1-11 15,1-4-15-15</inkml:trace>
  <inkml:trace contextRef="#ctx0" brushRef="#br0" timeOffset="53652.92">19872 4623 82 0,'0'0'6'0,"0"0"12"0,0 0-7 0,0 0-6 0,0 0-3 0,0 0-2 16,0 0 1-16,0 0-2 16,0 0 0-16,0 0 1 15,36 2 0-15,-32 8 0 16,1 2 1-16,1-3 0 0,-3 1-1 16,0-2 0-16,-1-1-2 15,1-2 3-15,-3-2-2 16,0 0-3-16,0 0 4 15,0-3 1-15,0 0 4 0,0 0 4 16,0 0-4-16,0-3 0 16,2-4-3-16,2 1 2 15,1-2-3-15,3-2-1 16,2-2 0-16,4 0-1 16,1-1 1-16,4 0 1 0,3 2-2 15,-3 0 1-15,2 3-1 16,-1 1 3-16,-2 2-1 15,-2 3 0-15,-5 2 0 16,-2 0 0-16,0 0-1 16,-3 7 0-16,-1 3 0 15,-1 0 0-15,-1 3 2 0,0 0 0 16,0-2-1-16,-1 3-1 16,2-4 1-16,3 1-1 15,1-4-13-15,4-3-19 16,4-2-75-16</inkml:trace>
  <inkml:trace contextRef="#ctx0" brushRef="#br0" timeOffset="54247.04">20507 4547 141 0,'0'0'-9'0,"0"0"16"0,0 0-2 0,0 0-5 15,-41-11-3-15,21 14 2 16,-2 4 1-16,0 3 1 0,0-2-1 16,3 5 0-16,2 0 3 15,2 2-2-15,5-2 0 16,3 0-1-16,4-2 1 16,2-1-1-16,1-1 0 15,0-3 0-15,7-2 0 0,5-3 1 16,3-1 1-16,4 0 0 15,0 0 1-15,3-3 2 16,-1-4-2-16,2-3-1 16,-2-3 0-16,-1 1 1 15,-2-5-1-15,-2-3 1 16,0-1-1-16,-4-4 0 0,0 0-1 16,-2-2-2-16,1-2 1 15,-2-2-1-15,1 1 0 16,0-2-4-16,2-1-4 15,-5 0 6-15,1 3 2 16,-4 1 1-16,-1 3 0 0,-3 5 1 16,0 5 4-16,0 3 2 15,0 5-1-15,0 4 1 16,0 2-4-16,-3 2-3 16,-1 7-5-16,-4 10 5 15,-1 6-1-15,-3 5 2 16,2 5 0-16,1 0-1 15,1 5 1-15,3-4 0 0,3 0 0 16,1-2 0-16,1 0-1 16,0-2 1-16,0-1 0 15,3-1-1-15,5-4 0 16,3-4-19-16,2-6-18 16,3-7-8-16</inkml:trace>
  <inkml:trace contextRef="#ctx0" brushRef="#br0" timeOffset="54605.84">20846 4510 81 0,'0'0'13'0,"0"0"16"0,0 0-11 0,0 0-15 0,0 0-2 16,0 0-2-16,0 0 2 15,-42 17 0-15,32-4 0 16,4 1 0-16,1 1 0 0,4-3 0 15,1-2-1-15,0-1 2 16,4-2 0-16,3-3-1 16,5-4 3-16,0 0-3 15,2 0 5-15,-1 0 0 0,1-4-1 16,0-3 3-16,-4-2-1 16,-2 0 0-16,0 0 5 15,-6-1 6-15,-2-3 1 16,0 2-11-16,0-1-2 15,-10 1-4-15,-1 2-2 0,-1 4 2 16,-4 2-3-16,1 3 0 16,-1 0-1-1,1 11-13-15,1-2-27 0,5 2-29 16,5-5-44-16</inkml:trace>
  <inkml:trace contextRef="#ctx0" brushRef="#br0" timeOffset="55324.94">21003 4506 150 0,'0'0'5'0,"0"0"6"16,0 0-3-16,0 0-6 16,0 0-3-16,0 0-1 15,0 0 1-15,0 0 2 16,40 10 0-16,-35 1 0 0,-2 2 0 15,2 1-1-15,-2-1 0 16,1-2 1-16,-1 0-1 16,-1-2 0-16,-2-3 1 15,2-2-1-15,0-2 0 16,-2-1 1-16,0-1-1 0,0 0 0 16,0 0 5-16,0 0 11 15,0 0-12-15,0-3-2 16,0-3 2-16,0-2-1 15,0 0-2-15,0-1-1 16,1-1 2-16,6 0-3 0,1 1 2 16,1-2-1-16,4 3-1 15,0-2 2-15,4 3-2 16,-2-2 2-16,3 3-1 16,-1 1 0-16,0 2 1 15,0 0-1-15,-1 3 0 16,-1 0 1-16,-1 0-1 0,-1 9 0 15,-4 2-2-15,0 1 0 16,-4 2 2-16,-1 2-1 16,-2 0 2-16,-2 0-1 15,0-2 0-15,0-1 1 0,-8-2-1 16,3-2 0 0,-5-2-2-16,6-4 2 0,-2-3 1 15,2 0 3-15,2 0 2 16,2 0 5-16,0-6 1 15,0-4-6-15,4 0-5 16,7-4-1-16,4-2 2 0,3-1 1 16,3 0-1-16,3 0-2 15,0 3 0-15,-3 4-2 16,-1 1 4-16,-2 5-2 16,-5 3 0-16,0 1 0 15,-3 0-2-15,1 10 2 0,0 4-1 16,0 0 0-16,-2 6-1 15,0 3 2-15,0 1-2 16,0-4-11-16,0-3-25 16,2-3-44-16</inkml:trace>
  <inkml:trace contextRef="#ctx0" brushRef="#br0" timeOffset="57088.76">22415 4195 95 0,'1'-4'4'0,"-1"-3"0"0,1 1 1 0,0-1-4 0,-1 0 3 16,0 0 5-16,0 2-1 16,0-2 3-16,0 3 1 0,-2 1 0 15,-3 2-9-15,-4 1-3 16,-4 0 2-16,-1 0-5 15,-4 9 8-15,-5 4-4 16,-3 3 0-16,0 4-2 16,-1 3-6-16,4 2 13 0,-1 1-4 15,8 1-1-15,3 1 0 16,6-4 0-16,3 2 1 16,4-5 1-16,0 0-3 15,5-2 3-15,4 1-3 0,2-6 2 16,2 2 0-1,0-4-1-15,0-3-1 0,3-2 1 16,-3-2-1-16,1-1 5 16,1-3-3-16,-1-1-1 15,3 0 1-15,-3 0-2 16,2 0 1-16,-1-6-1 16,-1-1 1-16,-3 0-1 0,2-3-1 15,-4 3 1-15,-2-2 0 16,-1 1 0-16,-1 1 0 15,0 1 0-15,-1-1 0 16,-2 4 0-16,2-1 1 0,1 1-1 16,0 3-1-16,3-3 1 15,2 2-2-15,1 1 2 16,3 0-1-16,-1 0 2 16,1 0 0-16,-1 0-1 15,-1 1 0-15,0 5 0 0,-2 1 0 16,-1 3 0-16,2-1-2 15,-4 2 2-15,1-1-1 16,-2 3 1-16,0-2-8 16,-4-1-21-16,0-3-4 15,-2-3-29-15</inkml:trace>
  <inkml:trace contextRef="#ctx0" brushRef="#br0" timeOffset="57500.91">22668 4432 84 0,'0'0'3'0,"0"0"0"0,47-10 4 16,-33 10 0-16,1 0 1 0,-1 0 0 15,0 0-1-15,-1 9-2 16,-1-1-4-16,-2 5-1 15,-2-1 1-15,-2 3-1 16,-2-2 0-16,-3-2 0 16,-1-1 0-16,0-3 0 15,0 0-1-15,0-4-3 0,0-3 8 16,-1 0 20-16,-2 0-5 16,-1 0-9-16,0-3 3 15,1-4 4-15,1 0-1 16,0-3-5-16,2 0-1 0,0-3-2 15,4-1-5-15,5 0-3 16,9-2 0-16,1 2 1 16,7 1-5-16,5 0-18 15,2 4-11-15,-1 2-3 16,-1 2 1-16,-4 3 1 16,-5 0-7-16,-4 2-19 0</inkml:trace>
  <inkml:trace contextRef="#ctx0" brushRef="#br0" timeOffset="58796.37">23106 4371 29 0,'0'0'40'16,"0"0"-22"-16,0 0-6 16,0 0-3-16,0 0-3 0,0 0-1 15,-28 43-3-15,25-33 1 16,3-2 1-16,0 2 0 16,0-3-1-16,1 0 0 15,7-2 0-15,1-2 1 16,3-1 5-16,4-2-1 15,0 0-4-15,4 0 0 0,0-2-3 16,-2-4-1-16,-2 0 1 16,-5-2-1-16,-5 1 1 15,-4 1 0-15,-2-3 2 16,0 1-4-16,-12 3 3 0,-3-2-4 16,-5 1 0-16,-1 2 0 15,-2-1 2-15,4 3-1 16,4-1 3-16,4 2-2 15,5 0 0-15,4 0 0 16,2 0-1-16,0 1-8 16,4-3 0-16,8 1 7 0,4-3 1 15,5 1 1-15,0 0 2 16,3-2-2-16,-1 2 0 16,1-2 1-16,0 2-1 15,-1 0 1-15,-4 2 1 0,-2-1-1 16,1 2 0-16,-8 1-1 15,-1 0 0-15,-2 0 0 16,-3 1-1-16,-2 5-3 16,-2 3 0-16,0 2 8 15,0 0-1-15,0 1 2 0,0-1-2 16,0 0-3-16,0-1 1 16,0-1 0-16,0-1 2 15,3-3 0-15,6-1-2 16,3-1 0-16,1-2 3 15,5-1 2-15,2 0-5 16,1 0 1-16,3-7 0 0,-4 1-2 16,2-5 1-16,-2 2-1 15,-3-2 1-15,2 0-1 16,-6 1 1-16,-1 0 1 16,-3 3-1-16,-3 1-1 15,-2 4 2-15,-3 0-1 0,-1 2 0 16,0 0-10-16,0 3 14 15,-2 5-3-15,-1-1 0 16,3 4-1-16,0-2 1 16,0 1-2-16,2-3 0 15,8-1-1-15,1-1-1 0,3-3 5 16,5-2-1-16,-1 0 1 16,1 0-1-16,2-4-1 15,2-5 0-15,-5-1-1 16,0 0 1-16,1-1-1 15,-3 0 2-15,-2 0 0 0,0-1 2 16,-5 2-3-16,-1 0-1 16,-1 3 1-16,-4 1 3 15,-1 2 4-15,-2 3-3 16,0 1-2-16,0 0-6 16,0 1-6-16,0 7 12 0,0 1-3 15,0 5 2-15,0 0 0 16,0 2-1-16,0 5 0 15,0-1 0-15,0 2-1 16,4-1 0-16,2 0 1 16,-1-1-1-16,-1 1 0 0,1-4 0 15,-3-2 0-15,-1-1 0 16,0-4-1-16,-1-2-1 16,0-2-5-16,0-4-1 15,0 0-1-15,0-2 2 0,-1 0 12 16,0 0-5-16,-6-8 0 15,1-2 1-15,0-2-1 16,-1-5-1-16,0-1 1 16,1-2-1-16,2-4 0 15,1-2 1-15,3 2-2 16,0-2 3-16,0 2-2 16,7 1 3-16,3-1 1 0,-1 3 4 15,2 1-1-15,3 2-2 16,1 1-1-16,3 3-2 15,0 2-1-15,2 4-1 16,2 1 2-16,1 3-2 0,-7 4 1 16,1 0 0-16,-3 0 0 15,-4 9 0-15,-4 1-3 16,-6 6 0-16,-1 2-1 16,-19 4 5-16,-11 0-4 15,-9 4 0-15,-15-1 7 16,-11 4-3-16,-11-2 0 0,-4-3-21 15,-6-3-73-15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1895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435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0393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72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111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8" name="Google Shape;89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391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6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865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2" y="2482116"/>
            <a:ext cx="6636349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1" y="2575123"/>
            <a:ext cx="6500241" cy="193687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03861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 algn="r">
              <a:defRPr sz="405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9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59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5"/>
            <a:ext cx="9906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825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5299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2928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1" y="2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010400" cy="46038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43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685800">
              <a:buClrTx/>
            </a:pPr>
            <a:fld id="{00000000-1234-1234-1234-123412341234}" type="slidenum">
              <a:rPr lang="en" sz="1350" kern="120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pPr algn="r" defTabSz="685800">
                <a:buClrTx/>
              </a:pPr>
              <a:t>‹#›</a:t>
            </a:fld>
            <a:endParaRPr lang="en" sz="135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83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4" y="2482117"/>
            <a:ext cx="6636349" cy="213056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3" y="2575123"/>
            <a:ext cx="6500241" cy="193687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382629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 algn="r">
              <a:defRPr sz="3038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 algn="r">
              <a:buNone/>
              <a:defRPr sz="135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68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4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6"/>
            <a:ext cx="8058150" cy="805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1"/>
            <a:ext cx="3843338" cy="2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4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4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63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57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1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192881" lvl="0" indent="-9644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5763" lvl="1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578644" lvl="2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771525" lvl="3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964406" lvl="4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157288" lvl="5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99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6"/>
            <a:ext cx="990600" cy="14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5337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6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0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8449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3" y="3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641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514350">
              <a:buClrTx/>
              <a:defRPr/>
            </a:pPr>
            <a:fld id="{00000000-1234-1234-1234-123412341234}" type="slidenum">
              <a:rPr lang="en" sz="1013" kern="1200" smtClean="0">
                <a:solidFill>
                  <a:prstClr val="black"/>
                </a:solidFill>
                <a:latin typeface="Calibri"/>
                <a:ea typeface="+mn-ea"/>
              </a:rPr>
              <a:pPr algn="r" defTabSz="514350">
                <a:buClrTx/>
                <a:defRPr/>
              </a:pPr>
              <a:t>‹#›</a:t>
            </a:fld>
            <a:endParaRPr lang="en" sz="1013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9924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01"/>
          <p:cNvPicPr preferRelativeResize="0"/>
          <p:nvPr/>
        </p:nvPicPr>
        <p:blipFill rotWithShape="1">
          <a:blip r:embed="rId2">
            <a:alphaModFix amt="50000"/>
          </a:blip>
          <a:srcRect l="177" t="-542" r="176" b="-541"/>
          <a:stretch/>
        </p:blipFill>
        <p:spPr>
          <a:xfrm>
            <a:off x="3563109" y="2223656"/>
            <a:ext cx="2017786" cy="272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817421"/>
            <a:ext cx="9144000" cy="4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0570"/>
            <a:ext cx="8001000" cy="76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01"/>
          <p:cNvSpPr txBox="1">
            <a:spLocks noGrp="1"/>
          </p:cNvSpPr>
          <p:nvPr>
            <p:ph type="title"/>
          </p:nvPr>
        </p:nvSpPr>
        <p:spPr>
          <a:xfrm>
            <a:off x="628650" y="160570"/>
            <a:ext cx="6991350" cy="76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1"/>
          <p:cNvSpPr txBox="1">
            <a:spLocks noGrp="1"/>
          </p:cNvSpPr>
          <p:nvPr>
            <p:ph type="body" idx="1"/>
          </p:nvPr>
        </p:nvSpPr>
        <p:spPr>
          <a:xfrm>
            <a:off x="643304" y="1600205"/>
            <a:ext cx="7620000" cy="2728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92881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76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85738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675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178594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59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71450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506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01"/>
          <p:cNvSpPr txBox="1">
            <a:spLocks noGrp="1"/>
          </p:cNvSpPr>
          <p:nvPr>
            <p:ph type="body" idx="2"/>
          </p:nvPr>
        </p:nvSpPr>
        <p:spPr>
          <a:xfrm>
            <a:off x="246937" y="1143006"/>
            <a:ext cx="8397717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75" lvl="0" indent="-128588" algn="l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2000"/>
              <a:buNone/>
              <a:defRPr sz="844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214313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771525" lvl="2" indent="-200025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20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028700" lvl="3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285875" lvl="4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1543050" lvl="5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69318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1534097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1599649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1137" y="231524"/>
            <a:ext cx="530009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679919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729431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671168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2300647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12472985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1137" y="231524"/>
            <a:ext cx="530009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31445385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4559412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3681543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19244091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449940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1137" y="231524"/>
            <a:ext cx="530009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10806259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31466772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450147"/>
            <a:endParaRPr lang="en-IN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42219906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6896486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39855866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25979166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46</a:t>
            </a:r>
          </a:p>
        </p:txBody>
      </p:sp>
    </p:spTree>
    <p:extLst>
      <p:ext uri="{BB962C8B-B14F-4D97-AF65-F5344CB8AC3E}">
        <p14:creationId xmlns:p14="http://schemas.microsoft.com/office/powerpoint/2010/main" val="425338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7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17.jp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17.jp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7.jp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8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8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50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pPr defTabSz="1450147"/>
            <a:endParaRPr lang="en-IN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4441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pPr defTabSz="1450147"/>
            <a:endParaRPr lang="en-IN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8896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80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pPr defTabSz="1450147"/>
            <a:endParaRPr lang="en-IN">
              <a:solidFill>
                <a:srgbClr val="000000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pPr defTabSz="1450147"/>
            <a:endParaRPr lang="en-IN"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1450147"/>
            <a:fld id="{00000000-1234-1234-1234-123412341234}" type="slidenum">
              <a:rPr lang="en-US" smtClean="0">
                <a:solidFill>
                  <a:srgbClr val="000000"/>
                </a:solidFill>
              </a:rPr>
              <a:pPr defTabSz="1450147"/>
              <a:t>‹#›</a:t>
            </a:fld>
            <a:r>
              <a:rPr lang="en-US">
                <a:solidFill>
                  <a:srgbClr val="000000"/>
                </a:solidFill>
              </a:rPr>
              <a:t> / 46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9023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" y="169608"/>
            <a:ext cx="9134589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0997" y="231524"/>
            <a:ext cx="783987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10493" y="3165995"/>
            <a:ext cx="604631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907330" y="6631479"/>
            <a:ext cx="1166162" cy="14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55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855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372622" y="6631480"/>
            <a:ext cx="504647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93655" lvl="0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3655" lvl="1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3655" lvl="2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93655" lvl="3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93655" lvl="4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93655" lvl="5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3655" lvl="6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93655" lvl="7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93655" lvl="8" indent="0">
              <a:lnSpc>
                <a:spcPct val="111666"/>
              </a:lnSpc>
              <a:spcBef>
                <a:spcPts val="0"/>
              </a:spcBef>
              <a:buNone/>
              <a:defRPr sz="952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46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36908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ppt/slides/ppt/slides/slide38.xml" TargetMode="External"/><Relationship Id="rId3" Type="http://schemas.openxmlformats.org/officeDocument/2006/relationships/hyperlink" Target="http://ppt/slides/ppt/slides/slide6.xml" TargetMode="External"/><Relationship Id="rId7" Type="http://schemas.openxmlformats.org/officeDocument/2006/relationships/hyperlink" Target="http://ppt/slides/ppt/slides/slide36.xml" TargetMode="External"/><Relationship Id="rId2" Type="http://schemas.openxmlformats.org/officeDocument/2006/relationships/hyperlink" Target="http://ppt/slides/ppt/slides/slide3.xml" TargetMode="Externa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ppt/slides/ppt/slides/slide32.xml" TargetMode="External"/><Relationship Id="rId5" Type="http://schemas.openxmlformats.org/officeDocument/2006/relationships/hyperlink" Target="http://ppt/slides/ppt/slides/slide25.xml" TargetMode="External"/><Relationship Id="rId4" Type="http://schemas.openxmlformats.org/officeDocument/2006/relationships/hyperlink" Target="http://ppt/slides/ppt/slides/slide10.xml" TargetMode="External"/><Relationship Id="rId9" Type="http://schemas.openxmlformats.org/officeDocument/2006/relationships/hyperlink" Target="http://ppt/slides/ppt/slides/slide42.x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3.png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1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51.png"/><Relationship Id="rId4" Type="http://schemas.openxmlformats.org/officeDocument/2006/relationships/customXml" Target="../ink/ink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0whoZYodz1H02mbVwsmTudwxaU18ukaI?usp=sharing" TargetMode="External"/><Relationship Id="rId2" Type="http://schemas.openxmlformats.org/officeDocument/2006/relationships/hyperlink" Target="https://colab.research.google.com/drive/" TargetMode="External"/><Relationship Id="rId1" Type="http://schemas.openxmlformats.org/officeDocument/2006/relationships/slideLayout" Target="../slideLayouts/slideLayout4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8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CZG511)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x-none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YVK Ravi Kumar</a:t>
            </a:r>
          </a:p>
          <a:p>
            <a:pPr algn="ctr">
              <a:lnSpc>
                <a:spcPct val="100000"/>
              </a:lnSpc>
            </a:pPr>
            <a:r>
              <a:rPr lang="en-US" altLang="x-none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(yvk.ravikumar@pilani.bits-pilani.ac.in)</a:t>
            </a:r>
            <a:endParaRPr lang="x-none" altLang="x-none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6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2688336"/>
            <a:ext cx="7886700" cy="852488"/>
          </a:xfr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3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(10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May,2026)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054E28-827C-4ED1-9BE3-72333B6D2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6" y="4419530"/>
            <a:ext cx="7888908" cy="16033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256FF4-CBD2-40FC-A7FA-C8583EAD3B6B}"/>
                  </a:ext>
                </a:extLst>
              </p14:cNvPr>
              <p14:cNvContentPartPr/>
              <p14:nvPr/>
            </p14:nvContentPartPr>
            <p14:xfrm>
              <a:off x="114840" y="648720"/>
              <a:ext cx="8653680" cy="6011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256FF4-CBD2-40FC-A7FA-C8583EAD3B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80" y="639360"/>
                <a:ext cx="8672400" cy="603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F122-79EE-4976-B50E-733E3155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Perceptron Learning for NOT gate</a:t>
            </a:r>
            <a:endParaRPr lang="en-IN" sz="2400" dirty="0">
              <a:latin typeface="+mn-lt"/>
            </a:endParaRPr>
          </a:p>
        </p:txBody>
      </p:sp>
      <p:pic>
        <p:nvPicPr>
          <p:cNvPr id="5" name="Google Shape;289;p45" title="Screenshot from 2025-10-15 13-16-07.png">
            <a:extLst>
              <a:ext uri="{FF2B5EF4-FFF2-40B4-BE49-F238E27FC236}">
                <a16:creationId xmlns:a16="http://schemas.microsoft.com/office/drawing/2014/main" id="{0B9EE05E-3794-403A-9666-FF19D68951A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342417"/>
            <a:ext cx="7881350" cy="470818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302705-7EEA-4263-8E73-8A492907FB16}"/>
                  </a:ext>
                </a:extLst>
              </p14:cNvPr>
              <p14:cNvContentPartPr/>
              <p14:nvPr/>
            </p14:nvContentPartPr>
            <p14:xfrm>
              <a:off x="326160" y="266040"/>
              <a:ext cx="7798680" cy="602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302705-7EEA-4263-8E73-8A492907FB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800" y="256680"/>
                <a:ext cx="7817400" cy="603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132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4D9-E789-4E0E-B4C7-0D3E8DB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Learning for NOT gate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296;p46" title="Screenshot from 2025-10-15 13-16-08.png">
            <a:extLst>
              <a:ext uri="{FF2B5EF4-FFF2-40B4-BE49-F238E27FC236}">
                <a16:creationId xmlns:a16="http://schemas.microsoft.com/office/drawing/2014/main" id="{618DD305-3500-411D-B4E5-42987C7F390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79" y="1293779"/>
            <a:ext cx="7968899" cy="484437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DF75B5-977C-4A18-AB1C-F9E98B19FD30}"/>
                  </a:ext>
                </a:extLst>
              </p14:cNvPr>
              <p14:cNvContentPartPr/>
              <p14:nvPr/>
            </p14:nvContentPartPr>
            <p14:xfrm>
              <a:off x="465120" y="1005480"/>
              <a:ext cx="8604000" cy="5796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DF75B5-977C-4A18-AB1C-F9E98B19FD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760" y="996120"/>
                <a:ext cx="8622720" cy="581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168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4D9-E789-4E0E-B4C7-0D3E8DB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Learning for NOT gate</a:t>
            </a:r>
            <a:endParaRPr lang="en-IN" sz="2000" dirty="0">
              <a:latin typeface="+mn-lt"/>
            </a:endParaRPr>
          </a:p>
        </p:txBody>
      </p:sp>
      <p:pic>
        <p:nvPicPr>
          <p:cNvPr id="4" name="Google Shape;303;p47" title="Screenshot from 2025-10-15 13-16-11.png">
            <a:extLst>
              <a:ext uri="{FF2B5EF4-FFF2-40B4-BE49-F238E27FC236}">
                <a16:creationId xmlns:a16="http://schemas.microsoft.com/office/drawing/2014/main" id="{738D213F-944F-49D6-A8F4-89275B12734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147864"/>
            <a:ext cx="8056447" cy="5252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842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2AB5-F485-438F-9D9D-9EC37020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The XOR Problem</a:t>
            </a:r>
            <a:endParaRPr lang="en-IN" sz="2400" dirty="0">
              <a:latin typeface="+mn-lt"/>
            </a:endParaRPr>
          </a:p>
        </p:txBody>
      </p:sp>
      <p:pic>
        <p:nvPicPr>
          <p:cNvPr id="5" name="Google Shape;310;p48" title="Screenshot from 2025-10-15 12-11-09.png">
            <a:extLst>
              <a:ext uri="{FF2B5EF4-FFF2-40B4-BE49-F238E27FC236}">
                <a16:creationId xmlns:a16="http://schemas.microsoft.com/office/drawing/2014/main" id="{8739DEBD-BC5B-4329-9BE8-5084305DB1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303506"/>
            <a:ext cx="8027265" cy="46887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A0FD58-6DFA-46DC-91A1-90E5D08A4164}"/>
                  </a:ext>
                </a:extLst>
              </p14:cNvPr>
              <p14:cNvContentPartPr/>
              <p14:nvPr/>
            </p14:nvContentPartPr>
            <p14:xfrm>
              <a:off x="290520" y="324360"/>
              <a:ext cx="6763320" cy="5843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A0FD58-6DFA-46DC-91A1-90E5D08A41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160" y="315000"/>
                <a:ext cx="6782040" cy="58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070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E590-E2D7-4DCE-AD69-2732E108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>
                <a:latin typeface="+mn-lt"/>
              </a:rPr>
              <a:t>Why Single Perceptron Fails on XOR</a:t>
            </a:r>
            <a:endParaRPr lang="en-IN" sz="2400" dirty="0">
              <a:latin typeface="+mn-lt"/>
            </a:endParaRPr>
          </a:p>
        </p:txBody>
      </p:sp>
      <p:pic>
        <p:nvPicPr>
          <p:cNvPr id="5" name="Google Shape;317;p49" title="Screenshot from 2025-10-15 12-11-11.png">
            <a:extLst>
              <a:ext uri="{FF2B5EF4-FFF2-40B4-BE49-F238E27FC236}">
                <a16:creationId xmlns:a16="http://schemas.microsoft.com/office/drawing/2014/main" id="{68BEC70E-27A3-4072-B575-AB7B3653001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0" y="1206230"/>
            <a:ext cx="8114814" cy="47276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15C936-90E2-416E-B444-1C8AB8498EB8}"/>
                  </a:ext>
                </a:extLst>
              </p14:cNvPr>
              <p14:cNvContentPartPr/>
              <p14:nvPr/>
            </p14:nvContentPartPr>
            <p14:xfrm>
              <a:off x="388800" y="4746600"/>
              <a:ext cx="7697160" cy="1385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15C936-90E2-416E-B444-1C8AB8498E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440" y="4737240"/>
                <a:ext cx="7715880" cy="140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557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E590-E2D7-4DCE-AD69-2732E108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400" dirty="0"/>
              <a:t>Linearly Separable Data</a:t>
            </a:r>
            <a:endParaRPr lang="en-IN" sz="2400" dirty="0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E0E6FE-3BE2-4A49-88CC-F8CB62C14A88}"/>
              </a:ext>
            </a:extLst>
          </p:cNvPr>
          <p:cNvSpPr/>
          <p:nvPr/>
        </p:nvSpPr>
        <p:spPr>
          <a:xfrm>
            <a:off x="464345" y="1177924"/>
            <a:ext cx="7922419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3556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Two sets  data points are separable in a n-dimensional space if they can be separated by an (n-1) dimensional hyperplane.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A straight line can be drawn to separate all the data examples belonging to class +1 from all the examples belonging to the class -1. Then the two-dimensional data are clearly linearly separable.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Arial"/>
                <a:sym typeface="Arial"/>
              </a:rPr>
              <a:t>An infinite number of straight lines can be drawn to separate the class +1 from the class -1.</a:t>
            </a:r>
          </a:p>
        </p:txBody>
      </p:sp>
    </p:spTree>
    <p:extLst>
      <p:ext uri="{BB962C8B-B14F-4D97-AF65-F5344CB8AC3E}">
        <p14:creationId xmlns:p14="http://schemas.microsoft.com/office/powerpoint/2010/main" val="4190794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FE7A0-EA24-4C38-954E-C0B6A45E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Linearly vs Non-Linearly Separable Data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344;p53">
            <a:extLst>
              <a:ext uri="{FF2B5EF4-FFF2-40B4-BE49-F238E27FC236}">
                <a16:creationId xmlns:a16="http://schemas.microsoft.com/office/drawing/2014/main" id="{BB6F782E-7592-4726-B208-A8006F6F4E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954531"/>
            <a:ext cx="7315201" cy="300972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81C130-65E5-4B4E-8E32-AA9DFF5BC211}"/>
                  </a:ext>
                </a:extLst>
              </p14:cNvPr>
              <p14:cNvContentPartPr/>
              <p14:nvPr/>
            </p14:nvContentPartPr>
            <p14:xfrm>
              <a:off x="2342880" y="1510200"/>
              <a:ext cx="4334040" cy="433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81C130-65E5-4B4E-8E32-AA9DFF5BC2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3520" y="1500840"/>
                <a:ext cx="4352760" cy="434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9612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CD3B-56EC-4A7F-B4EE-A8B40BB9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sz="2000" dirty="0">
                <a:latin typeface="+mn-lt"/>
              </a:rPr>
              <a:t>Perceptron for Linearly Separable Data</a:t>
            </a:r>
            <a:endParaRPr lang="en-IN" sz="2000" dirty="0">
              <a:latin typeface="+mn-lt"/>
            </a:endParaRPr>
          </a:p>
        </p:txBody>
      </p:sp>
      <p:pic>
        <p:nvPicPr>
          <p:cNvPr id="5" name="Google Shape;358;p55" title="Screenshot from 2025-10-15 13-16-22.png">
            <a:extLst>
              <a:ext uri="{FF2B5EF4-FFF2-40B4-BE49-F238E27FC236}">
                <a16:creationId xmlns:a16="http://schemas.microsoft.com/office/drawing/2014/main" id="{3FE88AC0-7CDF-4196-8FE7-2F8DAC7F2F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081" y="1342417"/>
            <a:ext cx="8066174" cy="453308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9BD03A-AE70-4A98-863E-D4DCDF8A719A}"/>
                  </a:ext>
                </a:extLst>
              </p14:cNvPr>
              <p14:cNvContentPartPr/>
              <p14:nvPr/>
            </p14:nvContentPartPr>
            <p14:xfrm>
              <a:off x="1911960" y="3138120"/>
              <a:ext cx="6977880" cy="355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9BD03A-AE70-4A98-863E-D4DCDF8A71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2600" y="3128760"/>
                <a:ext cx="6996600" cy="357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25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69BA-E0DE-4827-8BA2-6147ACCB8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+mn-lt"/>
              </a:rPr>
              <a:t>T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able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of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C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ontents</a:t>
            </a:r>
            <a:endParaRPr lang="en-IN" sz="2800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805E3-6512-416A-BB72-D26D1961E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1059256"/>
            <a:ext cx="8272462" cy="5097100"/>
          </a:xfrm>
        </p:spPr>
        <p:txBody>
          <a:bodyPr>
            <a:normAutofit/>
          </a:bodyPr>
          <a:lstStyle/>
          <a:p>
            <a:pPr marL="35560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R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egression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inear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R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egression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T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he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L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inear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M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odel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: S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ingle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 N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euron</a:t>
            </a:r>
            <a:r>
              <a:rPr lang="en-US" sz="2800" dirty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355600" marR="508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W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orked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 E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xample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  <a:p>
            <a:pPr marL="35560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E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valuation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  <a:p>
            <a:pPr marL="355600" marR="1017268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P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ython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 I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mplementation</a:t>
            </a:r>
            <a:r>
              <a:rPr lang="en-US" sz="2800" dirty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u="sng" dirty="0" err="1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I</a:t>
            </a:r>
            <a:r>
              <a:rPr lang="en-US" sz="2800" u="sng" cap="small" dirty="0" err="1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mplementation</a:t>
            </a: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 T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ips</a:t>
            </a:r>
            <a:r>
              <a:rPr lang="en-US" sz="2800" dirty="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355600" marR="1017269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S</a:t>
            </a:r>
            <a:r>
              <a:rPr lang="en-US" sz="2800" u="sng" cap="small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ummary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IN" sz="2000" dirty="0"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917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+mn-lt"/>
              </a:rPr>
              <a:t>W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hat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is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R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egression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?</a:t>
            </a:r>
            <a:endParaRPr lang="en-IN" sz="3200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160" y="2786209"/>
            <a:ext cx="7620000" cy="2728913"/>
          </a:xfrm>
        </p:spPr>
        <p:txBody>
          <a:bodyPr>
            <a:normAutofit/>
          </a:bodyPr>
          <a:lstStyle/>
          <a:p>
            <a:pPr marL="393700" lvl="0" indent="-3429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Key Characteristics:</a:t>
            </a:r>
            <a:endParaRPr lang="en-US" sz="2400" dirty="0">
              <a:latin typeface="+mn-lt"/>
              <a:ea typeface="Arial"/>
              <a:cs typeface="Arial"/>
              <a:sym typeface="Arial"/>
            </a:endParaRPr>
          </a:p>
          <a:p>
            <a:pPr marL="69088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Input: Feature vector </a:t>
            </a:r>
            <a:r>
              <a:rPr lang="en-US" sz="2400" b="1" dirty="0">
                <a:latin typeface="+mn-lt"/>
                <a:ea typeface="Arial"/>
                <a:cs typeface="Arial"/>
                <a:sym typeface="Arial"/>
              </a:rPr>
              <a:t>x </a:t>
            </a:r>
            <a:r>
              <a:rPr lang="en-US" sz="2400" dirty="0">
                <a:latin typeface="+mn-lt"/>
                <a:ea typeface="Lucida Sans"/>
                <a:cs typeface="Lucida Sans"/>
                <a:sym typeface="Lucida Sans"/>
              </a:rPr>
              <a:t>∈ </a:t>
            </a: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R</a:t>
            </a:r>
            <a:r>
              <a:rPr lang="en-US" sz="2400" i="1" baseline="30000" dirty="0">
                <a:latin typeface="+mn-lt"/>
                <a:ea typeface="Arial"/>
                <a:cs typeface="Arial"/>
                <a:sym typeface="Arial"/>
              </a:rPr>
              <a:t>d</a:t>
            </a:r>
            <a:endParaRPr lang="en-US" sz="2400" baseline="30000" dirty="0">
              <a:latin typeface="+mn-lt"/>
              <a:ea typeface="Arial"/>
              <a:cs typeface="Arial"/>
              <a:sym typeface="Arial"/>
            </a:endParaRPr>
          </a:p>
          <a:p>
            <a:pPr marL="69088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Output: Real-valued target </a:t>
            </a:r>
            <a:r>
              <a:rPr lang="en-US" sz="2400" i="1" dirty="0">
                <a:latin typeface="+mn-lt"/>
                <a:ea typeface="Arial"/>
                <a:cs typeface="Arial"/>
                <a:sym typeface="Arial"/>
              </a:rPr>
              <a:t>y </a:t>
            </a:r>
            <a:r>
              <a:rPr lang="en-US" sz="2400" dirty="0">
                <a:latin typeface="+mn-lt"/>
                <a:ea typeface="Lucida Sans"/>
                <a:cs typeface="Lucida Sans"/>
                <a:sym typeface="Lucida Sans"/>
              </a:rPr>
              <a:t>∈ </a:t>
            </a: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R</a:t>
            </a:r>
          </a:p>
          <a:p>
            <a:pPr marL="690880" lvl="0" indent="-3429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Goal: Learn a function </a:t>
            </a:r>
            <a:r>
              <a:rPr lang="en-US" sz="2400" i="1" dirty="0">
                <a:latin typeface="+mn-lt"/>
                <a:ea typeface="Arial"/>
                <a:cs typeface="Arial"/>
                <a:sym typeface="Arial"/>
              </a:rPr>
              <a:t>f </a:t>
            </a:r>
            <a:r>
              <a:rPr lang="en-US" sz="2400" dirty="0">
                <a:latin typeface="+mn-lt"/>
                <a:ea typeface="Tahoma"/>
                <a:cs typeface="Tahoma"/>
                <a:sym typeface="Tahoma"/>
              </a:rPr>
              <a:t>: </a:t>
            </a: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R</a:t>
            </a:r>
            <a:r>
              <a:rPr lang="en-US" sz="2400" i="1" baseline="30000" dirty="0">
                <a:latin typeface="+mn-lt"/>
                <a:ea typeface="Arial"/>
                <a:cs typeface="Arial"/>
                <a:sym typeface="Arial"/>
              </a:rPr>
              <a:t>d </a:t>
            </a:r>
            <a:r>
              <a:rPr lang="en-US" sz="2400" dirty="0">
                <a:latin typeface="+mn-lt"/>
                <a:ea typeface="Lucida Sans"/>
                <a:cs typeface="Lucida Sans"/>
                <a:sym typeface="Lucida Sans"/>
              </a:rPr>
              <a:t>→ </a:t>
            </a:r>
            <a:r>
              <a:rPr lang="en-US" sz="2400" dirty="0">
                <a:latin typeface="+mn-lt"/>
                <a:ea typeface="Arial"/>
                <a:cs typeface="Arial"/>
                <a:sym typeface="Arial"/>
              </a:rPr>
              <a:t>R such that </a:t>
            </a:r>
            <a:r>
              <a:rPr lang="en-US" sz="2400" i="1" dirty="0">
                <a:latin typeface="+mn-lt"/>
                <a:ea typeface="Arial"/>
                <a:cs typeface="Arial"/>
                <a:sym typeface="Arial"/>
              </a:rPr>
              <a:t>y </a:t>
            </a:r>
            <a:r>
              <a:rPr lang="en-US" sz="2400" dirty="0">
                <a:latin typeface="+mn-lt"/>
                <a:ea typeface="Lucida Sans"/>
                <a:cs typeface="Lucida Sans"/>
                <a:sym typeface="Lucida Sans"/>
              </a:rPr>
              <a:t>≈ </a:t>
            </a:r>
            <a:r>
              <a:rPr lang="en-US" sz="2400" i="1" dirty="0">
                <a:latin typeface="+mn-lt"/>
                <a:ea typeface="Arial"/>
                <a:cs typeface="Arial"/>
                <a:sym typeface="Arial"/>
              </a:rPr>
              <a:t>f </a:t>
            </a:r>
            <a:r>
              <a:rPr lang="en-US" sz="2400" dirty="0">
                <a:latin typeface="+mn-lt"/>
                <a:ea typeface="Tahoma"/>
                <a:cs typeface="Tahoma"/>
                <a:sym typeface="Tahoma"/>
              </a:rPr>
              <a:t>(</a:t>
            </a:r>
            <a:r>
              <a:rPr lang="en-US" sz="2400" b="1" dirty="0">
                <a:latin typeface="+mn-lt"/>
                <a:ea typeface="Arial"/>
                <a:cs typeface="Arial"/>
                <a:sym typeface="Arial"/>
              </a:rPr>
              <a:t>x</a:t>
            </a:r>
            <a:r>
              <a:rPr lang="en-US" sz="2400" dirty="0">
                <a:latin typeface="+mn-lt"/>
                <a:ea typeface="Tahoma"/>
                <a:cs typeface="Tahoma"/>
                <a:sym typeface="Tahoma"/>
              </a:rPr>
              <a:t>)</a:t>
            </a:r>
            <a:endParaRPr lang="en-IN" sz="2400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43304" y="1143006"/>
            <a:ext cx="8001350" cy="1265216"/>
          </a:xfrm>
        </p:spPr>
        <p:txBody>
          <a:bodyPr>
            <a:normAutofit fontScale="92500" lnSpcReduction="10000"/>
          </a:bodyPr>
          <a:lstStyle/>
          <a:p>
            <a:pPr marL="508000" lvl="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3333B2"/>
                </a:solidFill>
                <a:latin typeface="+mn-lt"/>
                <a:ea typeface="Calibri"/>
                <a:cs typeface="Calibri"/>
                <a:sym typeface="Calibri"/>
              </a:rPr>
              <a:t>D</a:t>
            </a:r>
            <a:r>
              <a:rPr lang="en-US" sz="2600" cap="small" dirty="0">
                <a:solidFill>
                  <a:srgbClr val="3333B2"/>
                </a:solidFill>
                <a:latin typeface="+mn-lt"/>
                <a:ea typeface="Calibri"/>
                <a:cs typeface="Calibri"/>
                <a:sym typeface="Calibri"/>
              </a:rPr>
              <a:t>efinition</a:t>
            </a:r>
            <a:endParaRPr lang="en-US" sz="2600" dirty="0">
              <a:latin typeface="+mn-lt"/>
              <a:ea typeface="Calibri"/>
              <a:cs typeface="Calibri"/>
              <a:sym typeface="Calibri"/>
            </a:endParaRPr>
          </a:p>
          <a:p>
            <a:pPr marL="50800" marR="17780" lvl="0" indent="0" algn="just">
              <a:lnSpc>
                <a:spcPct val="114700"/>
              </a:lnSpc>
              <a:spcBef>
                <a:spcPts val="60"/>
              </a:spcBef>
            </a:pPr>
            <a:r>
              <a:rPr lang="en-US" sz="2600" dirty="0">
                <a:latin typeface="+mn-lt"/>
                <a:ea typeface="Arial"/>
                <a:cs typeface="Arial"/>
                <a:sym typeface="Arial"/>
              </a:rPr>
              <a:t>Regression is a supervised learning task that predicts a continuous-valued output based on input features.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3BAF29-B336-42D8-B971-D6E625865859}"/>
                  </a:ext>
                </a:extLst>
              </p14:cNvPr>
              <p14:cNvContentPartPr/>
              <p14:nvPr/>
            </p14:nvContentPartPr>
            <p14:xfrm>
              <a:off x="132120" y="1129680"/>
              <a:ext cx="7916760" cy="5339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3BAF29-B336-42D8-B971-D6E6258658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760" y="1120320"/>
                <a:ext cx="7935480" cy="53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479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+mn-lt"/>
              </a:rPr>
              <a:t>E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xamples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of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R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egression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P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roblems</a:t>
            </a:r>
            <a:endParaRPr lang="en-IN" sz="2800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304" y="1113577"/>
            <a:ext cx="7620000" cy="4897924"/>
          </a:xfrm>
        </p:spPr>
        <p:txBody>
          <a:bodyPr>
            <a:normAutofit/>
          </a:bodyPr>
          <a:lstStyle/>
          <a:p>
            <a:pPr marL="323850" lvl="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House Price Prediction</a:t>
            </a:r>
            <a:endParaRPr lang="en-US" sz="2400" b="1" dirty="0">
              <a:latin typeface="+mn-lt"/>
              <a:ea typeface="Arial"/>
              <a:cs typeface="Arial"/>
              <a:sym typeface="Arial"/>
            </a:endParaRPr>
          </a:p>
          <a:p>
            <a:pPr marL="418465" lvl="0" indent="-285750" algn="just">
              <a:lnSpc>
                <a:spcPct val="150000"/>
              </a:lnSpc>
              <a:spcBef>
                <a:spcPts val="0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Input: Size, location, number of rooms</a:t>
            </a:r>
          </a:p>
          <a:p>
            <a:pPr marL="418465" lvl="0" indent="-285750" algn="just">
              <a:lnSpc>
                <a:spcPct val="150000"/>
              </a:lnSpc>
              <a:spcBef>
                <a:spcPts val="0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Output: Price in dollars</a:t>
            </a:r>
          </a:p>
          <a:p>
            <a:pPr marL="323850" lvl="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Temperature Forecasting</a:t>
            </a:r>
            <a:endParaRPr lang="en-US" sz="2400" b="1" dirty="0">
              <a:latin typeface="+mn-lt"/>
              <a:ea typeface="Arial"/>
              <a:cs typeface="Arial"/>
              <a:sym typeface="Arial"/>
            </a:endParaRPr>
          </a:p>
          <a:p>
            <a:pPr marL="475615" lvl="0" indent="-342900" algn="just">
              <a:lnSpc>
                <a:spcPct val="150000"/>
              </a:lnSpc>
              <a:spcBef>
                <a:spcPts val="0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Input: Historical weather data, season, humidity</a:t>
            </a:r>
          </a:p>
          <a:p>
            <a:pPr marL="475615" lvl="0" indent="-342900" algn="just">
              <a:lnSpc>
                <a:spcPct val="150000"/>
              </a:lnSpc>
              <a:spcBef>
                <a:spcPts val="0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Output: Temperature in degrees</a:t>
            </a:r>
          </a:p>
          <a:p>
            <a:pPr marL="323850" lvl="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Stock Price Prediction</a:t>
            </a:r>
            <a:endParaRPr lang="en-US" sz="2400" b="1" dirty="0">
              <a:latin typeface="+mn-lt"/>
              <a:ea typeface="Arial"/>
              <a:cs typeface="Arial"/>
              <a:sym typeface="Arial"/>
            </a:endParaRPr>
          </a:p>
          <a:p>
            <a:pPr marL="475615" lvl="0" indent="-342900" algn="just">
              <a:lnSpc>
                <a:spcPct val="150000"/>
              </a:lnSpc>
              <a:spcBef>
                <a:spcPts val="0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Input: Historical prices, trading volume, market indicators</a:t>
            </a:r>
          </a:p>
          <a:p>
            <a:pPr marL="475615" lvl="0" indent="-342900" algn="just">
              <a:lnSpc>
                <a:spcPct val="150000"/>
              </a:lnSpc>
              <a:spcBef>
                <a:spcPts val="0"/>
              </a:spcBef>
              <a:buSzPts val="950"/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Output: Future stock price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654300-1FC8-432E-A75E-288DF7C520B0}"/>
                  </a:ext>
                </a:extLst>
              </p14:cNvPr>
              <p14:cNvContentPartPr/>
              <p14:nvPr/>
            </p14:nvContentPartPr>
            <p14:xfrm>
              <a:off x="130680" y="1185120"/>
              <a:ext cx="8290080" cy="5415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654300-1FC8-432E-A75E-288DF7C520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320" y="1175760"/>
                <a:ext cx="8308800" cy="54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45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+mn-lt"/>
              </a:rPr>
              <a:t>W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hat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is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L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inear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R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egression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?</a:t>
            </a:r>
            <a:endParaRPr lang="en-IN" sz="3200" dirty="0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544" y="2507811"/>
            <a:ext cx="7577751" cy="3088786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Mathematical Form:</a:t>
            </a:r>
            <a:endParaRPr lang="en-US" sz="2000" b="1" dirty="0">
              <a:latin typeface="+mn-lt"/>
              <a:ea typeface="Arial"/>
              <a:cs typeface="Arial"/>
              <a:sym typeface="Arial"/>
            </a:endParaRP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79422" y="1143006"/>
            <a:ext cx="7767873" cy="1066040"/>
          </a:xfrm>
        </p:spPr>
        <p:txBody>
          <a:bodyPr>
            <a:noAutofit/>
          </a:bodyPr>
          <a:lstStyle/>
          <a:p>
            <a:pPr marL="1270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rgbClr val="3333B2"/>
                </a:solidFill>
                <a:latin typeface="+mn-lt"/>
                <a:ea typeface="Calibri"/>
                <a:cs typeface="Calibri"/>
                <a:sym typeface="Calibri"/>
              </a:rPr>
              <a:t>D</a:t>
            </a:r>
            <a:r>
              <a:rPr lang="en-US" sz="2000" cap="small" dirty="0">
                <a:solidFill>
                  <a:srgbClr val="3333B2"/>
                </a:solidFill>
                <a:latin typeface="+mn-lt"/>
                <a:ea typeface="Calibri"/>
                <a:cs typeface="Calibri"/>
                <a:sym typeface="Calibri"/>
              </a:rPr>
              <a:t>efinition</a:t>
            </a:r>
            <a:endParaRPr lang="en-US" sz="2000" dirty="0">
              <a:latin typeface="+mn-lt"/>
              <a:ea typeface="Calibri"/>
              <a:cs typeface="Calibri"/>
              <a:sym typeface="Calibri"/>
            </a:endParaRPr>
          </a:p>
          <a:p>
            <a:pPr marL="355600" lvl="0" indent="-342900" algn="just">
              <a:lnSpc>
                <a:spcPct val="100000"/>
              </a:lnSpc>
              <a:spcBef>
                <a:spcPts val="254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Linear regression assumes the output is a linear combination of the input features.</a:t>
            </a:r>
          </a:p>
          <a:p>
            <a:endParaRPr lang="en-IN" sz="2000" dirty="0">
              <a:latin typeface="+mn-lt"/>
            </a:endParaRPr>
          </a:p>
        </p:txBody>
      </p:sp>
      <p:sp>
        <p:nvSpPr>
          <p:cNvPr id="5" name="Google Shape;184;p13"/>
          <p:cNvSpPr txBox="1"/>
          <p:nvPr/>
        </p:nvSpPr>
        <p:spPr>
          <a:xfrm>
            <a:off x="1738176" y="3099321"/>
            <a:ext cx="4834640" cy="3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+mn-lt"/>
                <a:sym typeface="Arial"/>
              </a:rPr>
              <a:t>y </a:t>
            </a:r>
            <a:r>
              <a:rPr lang="en-US" sz="2000" dirty="0">
                <a:latin typeface="+mn-lt"/>
                <a:ea typeface="Tahoma"/>
                <a:cs typeface="Tahoma"/>
                <a:sym typeface="Tahoma"/>
              </a:rPr>
              <a:t>= </a:t>
            </a:r>
            <a:r>
              <a:rPr lang="en-US" sz="2000" i="1" dirty="0">
                <a:latin typeface="+mn-lt"/>
                <a:sym typeface="Arial"/>
              </a:rPr>
              <a:t>w</a:t>
            </a:r>
            <a:r>
              <a:rPr lang="en-US" sz="2000" baseline="-25000" dirty="0">
                <a:latin typeface="+mn-lt"/>
                <a:sym typeface="Arial"/>
              </a:rPr>
              <a:t>0 </a:t>
            </a:r>
            <a:r>
              <a:rPr lang="en-US" sz="20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2000" i="1" dirty="0">
                <a:latin typeface="+mn-lt"/>
                <a:sym typeface="Arial"/>
              </a:rPr>
              <a:t>w</a:t>
            </a:r>
            <a:r>
              <a:rPr lang="en-US" sz="2000" baseline="-25000" dirty="0">
                <a:latin typeface="+mn-lt"/>
                <a:sym typeface="Arial"/>
              </a:rPr>
              <a:t>1</a:t>
            </a:r>
            <a:r>
              <a:rPr lang="en-US" sz="2000" i="1" dirty="0">
                <a:latin typeface="+mn-lt"/>
                <a:sym typeface="Arial"/>
              </a:rPr>
              <a:t>x</a:t>
            </a:r>
            <a:r>
              <a:rPr lang="en-US" sz="2000" baseline="-25000" dirty="0">
                <a:latin typeface="+mn-lt"/>
                <a:sym typeface="Arial"/>
              </a:rPr>
              <a:t>1 </a:t>
            </a:r>
            <a:r>
              <a:rPr lang="en-US" sz="20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2000" i="1" dirty="0">
                <a:latin typeface="+mn-lt"/>
                <a:sym typeface="Arial"/>
              </a:rPr>
              <a:t>w</a:t>
            </a:r>
            <a:r>
              <a:rPr lang="en-US" sz="2000" baseline="-25000" dirty="0">
                <a:latin typeface="+mn-lt"/>
                <a:sym typeface="Arial"/>
              </a:rPr>
              <a:t>2</a:t>
            </a:r>
            <a:r>
              <a:rPr lang="en-US" sz="2000" i="1" dirty="0">
                <a:latin typeface="+mn-lt"/>
                <a:sym typeface="Arial"/>
              </a:rPr>
              <a:t>x</a:t>
            </a:r>
            <a:r>
              <a:rPr lang="en-US" sz="2000" baseline="-25000" dirty="0">
                <a:latin typeface="+mn-lt"/>
                <a:sym typeface="Arial"/>
              </a:rPr>
              <a:t>2 </a:t>
            </a:r>
            <a:r>
              <a:rPr lang="en-US" sz="20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2000" dirty="0">
                <a:latin typeface="+mn-lt"/>
                <a:ea typeface="Lucida Sans"/>
                <a:cs typeface="Lucida Sans"/>
                <a:sym typeface="Lucida Sans"/>
              </a:rPr>
              <a:t>· · · </a:t>
            </a:r>
            <a:r>
              <a:rPr lang="en-US" sz="20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2000" i="1" dirty="0" err="1">
                <a:latin typeface="+mn-lt"/>
                <a:sym typeface="Arial"/>
              </a:rPr>
              <a:t>w</a:t>
            </a:r>
            <a:r>
              <a:rPr lang="en-US" sz="2000" i="1" baseline="-25000" dirty="0" err="1">
                <a:latin typeface="+mn-lt"/>
                <a:sym typeface="Arial"/>
              </a:rPr>
              <a:t>d</a:t>
            </a:r>
            <a:r>
              <a:rPr lang="en-US" sz="2000" i="1" dirty="0" err="1">
                <a:latin typeface="+mn-lt"/>
                <a:sym typeface="Arial"/>
              </a:rPr>
              <a:t>x</a:t>
            </a:r>
            <a:r>
              <a:rPr lang="en-US" sz="2000" i="1" baseline="-25000" dirty="0" err="1">
                <a:latin typeface="+mn-lt"/>
                <a:sym typeface="Arial"/>
              </a:rPr>
              <a:t>d</a:t>
            </a:r>
            <a:endParaRPr sz="2000" baseline="-25000" dirty="0">
              <a:latin typeface="+mn-lt"/>
              <a:sym typeface="Arial"/>
            </a:endParaRPr>
          </a:p>
        </p:txBody>
      </p:sp>
      <p:sp>
        <p:nvSpPr>
          <p:cNvPr id="6" name="Google Shape;190;p13"/>
          <p:cNvSpPr txBox="1"/>
          <p:nvPr/>
        </p:nvSpPr>
        <p:spPr>
          <a:xfrm>
            <a:off x="1163863" y="3728630"/>
            <a:ext cx="5218828" cy="130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+mn-lt"/>
                <a:sym typeface="Arial"/>
              </a:rPr>
              <a:t>where:</a:t>
            </a:r>
            <a:endParaRPr sz="1800" dirty="0">
              <a:latin typeface="+mn-lt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800" b="1" dirty="0">
                <a:latin typeface="+mn-lt"/>
                <a:sym typeface="Arial"/>
              </a:rPr>
              <a:t>x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= [</a:t>
            </a:r>
            <a:r>
              <a:rPr lang="en-US" sz="1800" i="1" dirty="0">
                <a:latin typeface="+mn-lt"/>
                <a:sym typeface="Arial"/>
              </a:rPr>
              <a:t>x</a:t>
            </a:r>
            <a:r>
              <a:rPr lang="en-US" sz="1800" baseline="-25000" dirty="0">
                <a:latin typeface="+mn-lt"/>
                <a:sym typeface="Arial"/>
              </a:rPr>
              <a:t>1</a:t>
            </a:r>
            <a:r>
              <a:rPr lang="en-US" sz="1800" i="1" dirty="0">
                <a:latin typeface="+mn-lt"/>
                <a:ea typeface="Calibri"/>
                <a:cs typeface="Calibri"/>
                <a:sym typeface="Calibri"/>
              </a:rPr>
              <a:t>, </a:t>
            </a:r>
            <a:r>
              <a:rPr lang="en-US" sz="1800" i="1" dirty="0">
                <a:latin typeface="+mn-lt"/>
                <a:sym typeface="Arial"/>
              </a:rPr>
              <a:t>x</a:t>
            </a:r>
            <a:r>
              <a:rPr lang="en-US" sz="1800" baseline="-25000" dirty="0">
                <a:latin typeface="+mn-lt"/>
                <a:sym typeface="Arial"/>
              </a:rPr>
              <a:t>2</a:t>
            </a:r>
            <a:r>
              <a:rPr lang="en-US" sz="1800" i="1" dirty="0">
                <a:latin typeface="+mn-lt"/>
                <a:ea typeface="Calibri"/>
                <a:cs typeface="Calibri"/>
                <a:sym typeface="Calibri"/>
              </a:rPr>
              <a:t>, . . . , </a:t>
            </a:r>
            <a:r>
              <a:rPr lang="en-US" sz="1800" i="1" dirty="0" err="1">
                <a:latin typeface="+mn-lt"/>
                <a:sym typeface="Arial"/>
              </a:rPr>
              <a:t>x</a:t>
            </a:r>
            <a:r>
              <a:rPr lang="en-US" sz="1800" i="1" baseline="-25000" dirty="0" err="1">
                <a:latin typeface="+mn-lt"/>
                <a:sym typeface="Arial"/>
              </a:rPr>
              <a:t>d</a:t>
            </a:r>
            <a:r>
              <a:rPr lang="en-US" sz="1800" i="1" baseline="-25000" dirty="0">
                <a:latin typeface="+mn-lt"/>
                <a:sym typeface="Arial"/>
              </a:rPr>
              <a:t>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]</a:t>
            </a:r>
            <a:r>
              <a:rPr lang="en-US" sz="1800" i="1" baseline="30000" dirty="0">
                <a:latin typeface="+mn-lt"/>
                <a:sym typeface="Arial"/>
              </a:rPr>
              <a:t>T </a:t>
            </a:r>
            <a:r>
              <a:rPr lang="en-US" sz="1800" dirty="0">
                <a:latin typeface="+mn-lt"/>
                <a:sym typeface="Arial"/>
              </a:rPr>
              <a:t>are the input features</a:t>
            </a:r>
            <a:endParaRPr sz="1800" dirty="0">
              <a:latin typeface="+mn-lt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800" b="1" dirty="0">
                <a:latin typeface="+mn-lt"/>
                <a:sym typeface="Arial"/>
              </a:rPr>
              <a:t>w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= [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1</a:t>
            </a:r>
            <a:r>
              <a:rPr lang="en-US" sz="1800" i="1" dirty="0">
                <a:latin typeface="+mn-lt"/>
                <a:ea typeface="Calibri"/>
                <a:cs typeface="Calibri"/>
                <a:sym typeface="Calibri"/>
              </a:rPr>
              <a:t>,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2</a:t>
            </a:r>
            <a:r>
              <a:rPr lang="en-US" sz="1800" i="1" dirty="0">
                <a:latin typeface="+mn-lt"/>
                <a:ea typeface="Calibri"/>
                <a:cs typeface="Calibri"/>
                <a:sym typeface="Calibri"/>
              </a:rPr>
              <a:t>, . . . , </a:t>
            </a:r>
            <a:r>
              <a:rPr lang="en-US" sz="1800" i="1" dirty="0" err="1">
                <a:latin typeface="+mn-lt"/>
                <a:sym typeface="Arial"/>
              </a:rPr>
              <a:t>w</a:t>
            </a:r>
            <a:r>
              <a:rPr lang="en-US" sz="1800" i="1" baseline="-25000" dirty="0" err="1">
                <a:latin typeface="+mn-lt"/>
                <a:sym typeface="Arial"/>
              </a:rPr>
              <a:t>d</a:t>
            </a:r>
            <a:r>
              <a:rPr lang="en-US" sz="1800" i="1" baseline="-25000" dirty="0">
                <a:latin typeface="+mn-lt"/>
                <a:sym typeface="Arial"/>
              </a:rPr>
              <a:t>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]</a:t>
            </a:r>
            <a:r>
              <a:rPr lang="en-US" sz="1800" i="1" baseline="30000" dirty="0">
                <a:latin typeface="+mn-lt"/>
                <a:sym typeface="Arial"/>
              </a:rPr>
              <a:t>T </a:t>
            </a:r>
            <a:r>
              <a:rPr lang="en-US" sz="1800" dirty="0">
                <a:latin typeface="+mn-lt"/>
                <a:sym typeface="Arial"/>
              </a:rPr>
              <a:t>are the weights</a:t>
            </a:r>
            <a:endParaRPr sz="1800" dirty="0">
              <a:latin typeface="+mn-lt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0 </a:t>
            </a:r>
            <a:r>
              <a:rPr lang="en-US" sz="1800" dirty="0">
                <a:latin typeface="+mn-lt"/>
                <a:sym typeface="Arial"/>
              </a:rPr>
              <a:t>is the bias term</a:t>
            </a:r>
            <a:endParaRPr sz="1800" dirty="0">
              <a:latin typeface="+mn-lt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F7692D-630D-4AF6-AFF4-DB501DE4E147}"/>
                  </a:ext>
                </a:extLst>
              </p14:cNvPr>
              <p14:cNvContentPartPr/>
              <p14:nvPr/>
            </p14:nvContentPartPr>
            <p14:xfrm>
              <a:off x="948240" y="1240200"/>
              <a:ext cx="7237080" cy="3747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F7692D-630D-4AF6-AFF4-DB501DE4E1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8880" y="1230840"/>
                <a:ext cx="7255800" cy="37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3073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+mn-lt"/>
              </a:rPr>
              <a:t>E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xamples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of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L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inear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R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egression</a:t>
            </a:r>
            <a:endParaRPr lang="en-IN" sz="3200" dirty="0">
              <a:latin typeface="+mn-lt"/>
            </a:endParaRPr>
          </a:p>
        </p:txBody>
      </p:sp>
      <p:sp>
        <p:nvSpPr>
          <p:cNvPr id="31" name="Google Shape;205;p14"/>
          <p:cNvSpPr txBox="1"/>
          <p:nvPr/>
        </p:nvSpPr>
        <p:spPr>
          <a:xfrm>
            <a:off x="651294" y="1139877"/>
            <a:ext cx="2028532" cy="2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Salary Prediction</a:t>
            </a:r>
            <a:endParaRPr sz="1800" b="1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2" name="Google Shape;206;p14"/>
          <p:cNvSpPr txBox="1"/>
          <p:nvPr/>
        </p:nvSpPr>
        <p:spPr>
          <a:xfrm>
            <a:off x="1018886" y="1586284"/>
            <a:ext cx="4576153" cy="28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810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1800" dirty="0">
                <a:latin typeface="+mn-lt"/>
                <a:sym typeface="Arial"/>
              </a:rPr>
              <a:t>Salary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=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0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1 </a:t>
            </a:r>
            <a:r>
              <a:rPr lang="en-US" sz="1800" dirty="0">
                <a:latin typeface="+mn-lt"/>
                <a:ea typeface="Lucida Sans"/>
                <a:cs typeface="Lucida Sans"/>
                <a:sym typeface="Lucida Sans"/>
              </a:rPr>
              <a:t>× </a:t>
            </a:r>
            <a:r>
              <a:rPr lang="en-US" sz="1800" dirty="0">
                <a:latin typeface="+mn-lt"/>
                <a:sym typeface="Arial"/>
              </a:rPr>
              <a:t>Years of Experience</a:t>
            </a:r>
            <a:endParaRPr sz="1800" dirty="0">
              <a:latin typeface="+mn-lt"/>
              <a:sym typeface="Arial"/>
            </a:endParaRPr>
          </a:p>
        </p:txBody>
      </p:sp>
      <p:sp>
        <p:nvSpPr>
          <p:cNvPr id="33" name="Google Shape;211;p14"/>
          <p:cNvSpPr txBox="1"/>
          <p:nvPr/>
        </p:nvSpPr>
        <p:spPr>
          <a:xfrm>
            <a:off x="662732" y="2124144"/>
            <a:ext cx="2668942" cy="2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Crop Yield Prediction</a:t>
            </a:r>
            <a:endParaRPr sz="1800" b="1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4" name="Google Shape;212;p14"/>
          <p:cNvSpPr txBox="1"/>
          <p:nvPr/>
        </p:nvSpPr>
        <p:spPr>
          <a:xfrm>
            <a:off x="1055100" y="2573125"/>
            <a:ext cx="4539939" cy="28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8100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1800" dirty="0">
                <a:latin typeface="+mn-lt"/>
                <a:sym typeface="Arial"/>
              </a:rPr>
              <a:t>Yield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=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0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1 </a:t>
            </a:r>
            <a:r>
              <a:rPr lang="en-US" sz="1800" dirty="0">
                <a:latin typeface="+mn-lt"/>
                <a:ea typeface="Lucida Sans"/>
                <a:cs typeface="Lucida Sans"/>
                <a:sym typeface="Lucida Sans"/>
              </a:rPr>
              <a:t>× </a:t>
            </a:r>
            <a:r>
              <a:rPr lang="en-US" sz="1800" dirty="0">
                <a:latin typeface="+mn-lt"/>
                <a:sym typeface="Arial"/>
              </a:rPr>
              <a:t>Rainfall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2 </a:t>
            </a:r>
            <a:r>
              <a:rPr lang="en-US" sz="1800" dirty="0">
                <a:latin typeface="+mn-lt"/>
                <a:ea typeface="Lucida Sans"/>
                <a:cs typeface="Lucida Sans"/>
                <a:sym typeface="Lucida Sans"/>
              </a:rPr>
              <a:t>× </a:t>
            </a:r>
            <a:r>
              <a:rPr lang="en-US" sz="1800" dirty="0">
                <a:latin typeface="+mn-lt"/>
                <a:sym typeface="Arial"/>
              </a:rPr>
              <a:t>Fertilizer</a:t>
            </a:r>
            <a:endParaRPr sz="1800" dirty="0">
              <a:latin typeface="+mn-lt"/>
              <a:sym typeface="Arial"/>
            </a:endParaRPr>
          </a:p>
        </p:txBody>
      </p:sp>
      <p:sp>
        <p:nvSpPr>
          <p:cNvPr id="35" name="Google Shape;214;p14"/>
          <p:cNvSpPr txBox="1"/>
          <p:nvPr/>
        </p:nvSpPr>
        <p:spPr>
          <a:xfrm>
            <a:off x="1059997" y="3147390"/>
            <a:ext cx="3023115" cy="2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Energy Consumptio</a:t>
            </a:r>
            <a:r>
              <a:rPr lang="en-US" sz="18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n</a:t>
            </a:r>
            <a:endParaRPr sz="1800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15;p14"/>
          <p:cNvSpPr txBox="1"/>
          <p:nvPr/>
        </p:nvSpPr>
        <p:spPr>
          <a:xfrm>
            <a:off x="919412" y="3741036"/>
            <a:ext cx="7065744" cy="6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490219" lvl="0" indent="-60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Font typeface="Arial"/>
              <a:buChar char="•"/>
            </a:pPr>
            <a:r>
              <a:rPr lang="en-US" sz="1800" dirty="0">
                <a:latin typeface="+mn-lt"/>
                <a:sym typeface="Arial"/>
              </a:rPr>
              <a:t>Energy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=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0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1 </a:t>
            </a:r>
            <a:r>
              <a:rPr lang="en-US" sz="1800" dirty="0">
                <a:latin typeface="+mn-lt"/>
                <a:ea typeface="Lucida Sans"/>
                <a:cs typeface="Lucida Sans"/>
                <a:sym typeface="Lucida Sans"/>
              </a:rPr>
              <a:t>× </a:t>
            </a:r>
            <a:r>
              <a:rPr lang="en-US" sz="1800" dirty="0">
                <a:latin typeface="+mn-lt"/>
                <a:sym typeface="Arial"/>
              </a:rPr>
              <a:t>Temperature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2 </a:t>
            </a:r>
            <a:r>
              <a:rPr lang="en-US" sz="1800" dirty="0">
                <a:latin typeface="+mn-lt"/>
                <a:ea typeface="Lucida Sans"/>
                <a:cs typeface="Lucida Sans"/>
                <a:sym typeface="Lucida Sans"/>
              </a:rPr>
              <a:t>× </a:t>
            </a:r>
            <a:r>
              <a:rPr lang="en-US" sz="1800" dirty="0">
                <a:latin typeface="+mn-lt"/>
                <a:sym typeface="Arial"/>
              </a:rPr>
              <a:t>Hour </a:t>
            </a:r>
            <a:r>
              <a:rPr lang="en-US" sz="1800" dirty="0">
                <a:latin typeface="+mn-lt"/>
                <a:ea typeface="Tahoma"/>
                <a:cs typeface="Tahoma"/>
                <a:sym typeface="Tahoma"/>
              </a:rPr>
              <a:t>+ </a:t>
            </a:r>
            <a:r>
              <a:rPr lang="en-US" sz="1800" i="1" dirty="0">
                <a:latin typeface="+mn-lt"/>
                <a:sym typeface="Arial"/>
              </a:rPr>
              <a:t>w</a:t>
            </a:r>
            <a:r>
              <a:rPr lang="en-US" sz="1800" baseline="-25000" dirty="0">
                <a:latin typeface="+mn-lt"/>
                <a:sym typeface="Arial"/>
              </a:rPr>
              <a:t>3 </a:t>
            </a:r>
            <a:r>
              <a:rPr lang="en-US" sz="1800" dirty="0">
                <a:latin typeface="+mn-lt"/>
                <a:ea typeface="Lucida Sans"/>
                <a:cs typeface="Lucida Sans"/>
                <a:sym typeface="Lucida Sans"/>
              </a:rPr>
              <a:t>× </a:t>
            </a:r>
            <a:r>
              <a:rPr lang="en-US" sz="1800" dirty="0">
                <a:latin typeface="+mn-lt"/>
                <a:sym typeface="Arial"/>
              </a:rPr>
              <a:t>Day</a:t>
            </a:r>
            <a:endParaRPr sz="1800" dirty="0">
              <a:latin typeface="+mn-lt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None/>
            </a:pPr>
            <a:r>
              <a:rPr lang="en-US" sz="1800" dirty="0">
                <a:latin typeface="+mn-lt"/>
                <a:sym typeface="Arial"/>
              </a:rPr>
              <a:t>The relationship between inputs and output is assumed to be </a:t>
            </a:r>
            <a:r>
              <a:rPr lang="en-US" sz="1800" dirty="0">
                <a:solidFill>
                  <a:srgbClr val="EC2027"/>
                </a:solidFill>
                <a:latin typeface="+mn-lt"/>
                <a:sym typeface="Arial"/>
              </a:rPr>
              <a:t>linear</a:t>
            </a:r>
            <a:r>
              <a:rPr lang="en-US" sz="1800" dirty="0">
                <a:latin typeface="+mn-lt"/>
                <a:sym typeface="Arial"/>
              </a:rPr>
              <a:t>.</a:t>
            </a:r>
            <a:endParaRPr sz="1800" dirty="0">
              <a:latin typeface="+mn-lt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C9938C-0C39-4E41-BDEB-8CFE77B31477}"/>
                  </a:ext>
                </a:extLst>
              </p14:cNvPr>
              <p14:cNvContentPartPr/>
              <p14:nvPr/>
            </p14:nvContentPartPr>
            <p14:xfrm>
              <a:off x="834480" y="1167480"/>
              <a:ext cx="6771240" cy="3966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C9938C-0C39-4E41-BDEB-8CFE77B314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5120" y="1158120"/>
                <a:ext cx="6789960" cy="39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690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835"/>
            <a:ext cx="7620000" cy="764364"/>
          </a:xfrm>
        </p:spPr>
        <p:txBody>
          <a:bodyPr>
            <a:noAutofit/>
          </a:bodyPr>
          <a:lstStyle/>
          <a:p>
            <a:pPr lvl="0"/>
            <a:br>
              <a:rPr lang="en-US" sz="2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80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isual</a:t>
            </a:r>
            <a:r>
              <a:rPr lang="en-US" sz="2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lang="en-US" sz="280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xample</a:t>
            </a:r>
            <a:r>
              <a:rPr lang="en-US" sz="2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2D L</a:t>
            </a:r>
            <a:r>
              <a:rPr lang="en-US" sz="280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inear</a:t>
            </a:r>
            <a:r>
              <a:rPr lang="en-US" sz="2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lang="en-US" sz="280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egression</a:t>
            </a:r>
            <a:br>
              <a:rPr lang="en-US" sz="2800" dirty="0">
                <a:latin typeface="Calibri"/>
                <a:ea typeface="Calibri"/>
                <a:cs typeface="Calibri"/>
                <a:sym typeface="Calibri"/>
              </a:rPr>
            </a:br>
            <a:endParaRPr lang="en-IN" sz="2800" dirty="0"/>
          </a:p>
        </p:txBody>
      </p:sp>
      <p:pic>
        <p:nvPicPr>
          <p:cNvPr id="5" name="Google Shape;22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8064" y="1176950"/>
            <a:ext cx="7948942" cy="487981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4D5623-6921-4EFE-99F7-69A102139C4A}"/>
                  </a:ext>
                </a:extLst>
              </p14:cNvPr>
              <p14:cNvContentPartPr/>
              <p14:nvPr/>
            </p14:nvContentPartPr>
            <p14:xfrm>
              <a:off x="76680" y="1199520"/>
              <a:ext cx="8958600" cy="550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4D5623-6921-4EFE-99F7-69A102139C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20" y="1190160"/>
                <a:ext cx="8977320" cy="55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668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+mn-lt"/>
              </a:rPr>
              <a:t>T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he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F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our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C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omponents</a:t>
            </a:r>
            <a:endParaRPr lang="en-IN" sz="3200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lvl="0"/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A complete machine learning system consists of:</a:t>
            </a:r>
          </a:p>
          <a:p>
            <a:endParaRPr lang="en-IN" sz="2000" dirty="0">
              <a:latin typeface="+mn-lt"/>
            </a:endParaRPr>
          </a:p>
        </p:txBody>
      </p:sp>
      <p:sp>
        <p:nvSpPr>
          <p:cNvPr id="5" name="Google Shape;279;p17"/>
          <p:cNvSpPr txBox="1"/>
          <p:nvPr/>
        </p:nvSpPr>
        <p:spPr>
          <a:xfrm>
            <a:off x="644625" y="1754169"/>
            <a:ext cx="7793205" cy="18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5600" marR="291465" lvl="0" indent="-342900" algn="l" rtl="0">
              <a:lnSpc>
                <a:spcPct val="150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Data: </a:t>
            </a:r>
            <a:r>
              <a:rPr lang="en-US" sz="2000" i="1" dirty="0">
                <a:latin typeface="+mn-lt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-dimensional input vectors and target outputs </a:t>
            </a:r>
          </a:p>
          <a:p>
            <a:pPr marL="355600" marR="291465" lvl="0" indent="-342900" algn="l" rtl="0">
              <a:lnSpc>
                <a:spcPct val="150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Model: </a:t>
            </a: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Single neuron implementing linear function </a:t>
            </a:r>
          </a:p>
          <a:p>
            <a:pPr marL="355600" marR="291465" lvl="0" indent="-342900" algn="l" rtl="0">
              <a:lnSpc>
                <a:spcPct val="150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Objective Function: </a:t>
            </a: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Measures prediction error</a:t>
            </a:r>
            <a:endParaRPr sz="2000" dirty="0">
              <a:latin typeface="+mn-lt"/>
              <a:ea typeface="Arial"/>
              <a:cs typeface="Arial"/>
              <a:sym typeface="Arial"/>
            </a:endParaRPr>
          </a:p>
          <a:p>
            <a:pPr marL="355600" lvl="0" indent="-342900" algn="l" rtl="0">
              <a:lnSpc>
                <a:spcPct val="150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Learning Algorithm: </a:t>
            </a: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Gradient descent to optimize weights</a:t>
            </a:r>
            <a:endParaRPr sz="2000" dirty="0"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7050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+mn-lt"/>
              </a:rPr>
              <a:t>M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atrix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F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orm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of</a:t>
            </a:r>
            <a:r>
              <a:rPr lang="en-US" sz="3200" dirty="0">
                <a:solidFill>
                  <a:srgbClr val="FFFFFF"/>
                </a:solidFill>
                <a:latin typeface="+mn-lt"/>
              </a:rPr>
              <a:t> D</a:t>
            </a:r>
            <a:r>
              <a:rPr lang="en-US" sz="3200" cap="small" dirty="0">
                <a:solidFill>
                  <a:srgbClr val="FFFFFF"/>
                </a:solidFill>
                <a:latin typeface="+mn-lt"/>
              </a:rPr>
              <a:t>ata</a:t>
            </a:r>
            <a:endParaRPr lang="en-IN" sz="3200" dirty="0">
              <a:latin typeface="+mn-lt"/>
            </a:endParaRPr>
          </a:p>
        </p:txBody>
      </p:sp>
      <p:pic>
        <p:nvPicPr>
          <p:cNvPr id="5" name="Google Shape;29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8887" y="1086416"/>
            <a:ext cx="7939889" cy="45448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8771C4-2A6C-4CC3-8F26-3D81B5B15B7A}"/>
                  </a:ext>
                </a:extLst>
              </p14:cNvPr>
              <p14:cNvContentPartPr/>
              <p14:nvPr/>
            </p14:nvContentPartPr>
            <p14:xfrm>
              <a:off x="560160" y="994680"/>
              <a:ext cx="8353080" cy="5594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8771C4-2A6C-4CC3-8F26-3D81B5B15B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800" y="985320"/>
                <a:ext cx="8371800" cy="561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78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70"/>
            <a:ext cx="7620000" cy="76436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+mn-lt"/>
              </a:rPr>
              <a:t>L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inear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M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odel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as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a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S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ingle</a:t>
            </a:r>
            <a:r>
              <a:rPr lang="en-US" sz="2800" dirty="0">
                <a:solidFill>
                  <a:srgbClr val="FFFFFF"/>
                </a:solidFill>
                <a:latin typeface="+mn-lt"/>
              </a:rPr>
              <a:t> N</a:t>
            </a:r>
            <a:r>
              <a:rPr lang="en-US" sz="2800" cap="small" dirty="0">
                <a:solidFill>
                  <a:srgbClr val="FFFFFF"/>
                </a:solidFill>
                <a:latin typeface="+mn-lt"/>
              </a:rPr>
              <a:t>euron</a:t>
            </a:r>
            <a:endParaRPr lang="en-IN" sz="2800" dirty="0"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43304" y="1143006"/>
            <a:ext cx="8001350" cy="395287"/>
          </a:xfrm>
        </p:spPr>
        <p:txBody>
          <a:bodyPr>
            <a:normAutofit lnSpcReduction="10000"/>
          </a:bodyPr>
          <a:lstStyle/>
          <a:p>
            <a:pPr marL="471487" lvl="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Model linear regression as a </a:t>
            </a:r>
            <a:r>
              <a:rPr lang="en-US" sz="2000" dirty="0">
                <a:solidFill>
                  <a:srgbClr val="1B1472"/>
                </a:solidFill>
                <a:latin typeface="+mn-lt"/>
                <a:ea typeface="Arial"/>
                <a:cs typeface="Arial"/>
                <a:sym typeface="Arial"/>
              </a:rPr>
              <a:t>single artificial neuron</a:t>
            </a:r>
            <a:r>
              <a:rPr lang="en-US" sz="2000" dirty="0">
                <a:latin typeface="+mn-lt"/>
                <a:ea typeface="Arial"/>
                <a:cs typeface="Arial"/>
                <a:sym typeface="Arial"/>
              </a:rPr>
              <a:t>:</a:t>
            </a:r>
          </a:p>
          <a:p>
            <a:endParaRPr lang="en-IN" dirty="0"/>
          </a:p>
        </p:txBody>
      </p:sp>
      <p:grpSp>
        <p:nvGrpSpPr>
          <p:cNvPr id="45" name="Google Shape;306;p19"/>
          <p:cNvGrpSpPr/>
          <p:nvPr/>
        </p:nvGrpSpPr>
        <p:grpSpPr>
          <a:xfrm>
            <a:off x="1875469" y="2819728"/>
            <a:ext cx="284480" cy="572485"/>
            <a:chOff x="1875469" y="1226320"/>
            <a:chExt cx="284480" cy="572485"/>
          </a:xfrm>
        </p:grpSpPr>
        <p:sp>
          <p:nvSpPr>
            <p:cNvPr id="46" name="Google Shape;307;p19"/>
            <p:cNvSpPr/>
            <p:nvPr/>
          </p:nvSpPr>
          <p:spPr>
            <a:xfrm>
              <a:off x="1875469" y="1226320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47" name="Google Shape;308;p19"/>
            <p:cNvSpPr/>
            <p:nvPr/>
          </p:nvSpPr>
          <p:spPr>
            <a:xfrm>
              <a:off x="1875469" y="1226320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48" name="Google Shape;309;p19"/>
            <p:cNvSpPr/>
            <p:nvPr/>
          </p:nvSpPr>
          <p:spPr>
            <a:xfrm>
              <a:off x="1875469" y="1514325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142040" y="0"/>
                  </a:move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49" name="Google Shape;310;p19"/>
            <p:cNvSpPr/>
            <p:nvPr/>
          </p:nvSpPr>
          <p:spPr>
            <a:xfrm>
              <a:off x="1875469" y="1514325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80" extrusionOk="0">
                  <a:moveTo>
                    <a:pt x="284080" y="142040"/>
                  </a:moveTo>
                  <a:lnTo>
                    <a:pt x="276839" y="97144"/>
                  </a:lnTo>
                  <a:lnTo>
                    <a:pt x="256675" y="58152"/>
                  </a:lnTo>
                  <a:lnTo>
                    <a:pt x="225927" y="27405"/>
                  </a:lnTo>
                  <a:lnTo>
                    <a:pt x="186936" y="7241"/>
                  </a:lnTo>
                  <a:lnTo>
                    <a:pt x="142040" y="0"/>
                  </a:lnTo>
                  <a:lnTo>
                    <a:pt x="97144" y="7241"/>
                  </a:lnTo>
                  <a:lnTo>
                    <a:pt x="58152" y="27405"/>
                  </a:lnTo>
                  <a:lnTo>
                    <a:pt x="27405" y="58152"/>
                  </a:lnTo>
                  <a:lnTo>
                    <a:pt x="7241" y="97144"/>
                  </a:lnTo>
                  <a:lnTo>
                    <a:pt x="0" y="142040"/>
                  </a:lnTo>
                  <a:lnTo>
                    <a:pt x="7241" y="186936"/>
                  </a:lnTo>
                  <a:lnTo>
                    <a:pt x="27405" y="225927"/>
                  </a:lnTo>
                  <a:lnTo>
                    <a:pt x="58152" y="256675"/>
                  </a:lnTo>
                  <a:lnTo>
                    <a:pt x="97144" y="276839"/>
                  </a:lnTo>
                  <a:lnTo>
                    <a:pt x="142040" y="284080"/>
                  </a:lnTo>
                  <a:lnTo>
                    <a:pt x="186936" y="276839"/>
                  </a:lnTo>
                  <a:lnTo>
                    <a:pt x="225927" y="256675"/>
                  </a:lnTo>
                  <a:lnTo>
                    <a:pt x="256675" y="225927"/>
                  </a:lnTo>
                  <a:lnTo>
                    <a:pt x="276839" y="186936"/>
                  </a:lnTo>
                  <a:lnTo>
                    <a:pt x="284080" y="14204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50" name="Google Shape;311;p19"/>
          <p:cNvSpPr txBox="1"/>
          <p:nvPr/>
        </p:nvSpPr>
        <p:spPr>
          <a:xfrm>
            <a:off x="1942160" y="3124613"/>
            <a:ext cx="93980" cy="20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+mn-lt"/>
                <a:ea typeface="Arial"/>
                <a:cs typeface="Arial"/>
                <a:sym typeface="Arial"/>
              </a:rPr>
              <a:t>x</a:t>
            </a:r>
            <a:endParaRPr sz="12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1" name="Google Shape;312;p19"/>
          <p:cNvSpPr txBox="1"/>
          <p:nvPr/>
        </p:nvSpPr>
        <p:spPr>
          <a:xfrm>
            <a:off x="2010486" y="3192933"/>
            <a:ext cx="76200" cy="19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+mn-lt"/>
                <a:ea typeface="Arial"/>
                <a:cs typeface="Arial"/>
                <a:sym typeface="Arial"/>
              </a:rPr>
              <a:t>2</a:t>
            </a:r>
            <a:endParaRPr sz="12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2" name="Google Shape;313;p19"/>
          <p:cNvSpPr txBox="1"/>
          <p:nvPr/>
        </p:nvSpPr>
        <p:spPr>
          <a:xfrm>
            <a:off x="1985822" y="3347232"/>
            <a:ext cx="63500" cy="20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+mn-lt"/>
                <a:ea typeface="Arial"/>
                <a:cs typeface="Arial"/>
                <a:sym typeface="Arial"/>
              </a:rPr>
              <a:t>.</a:t>
            </a:r>
            <a:endParaRPr sz="1200"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314;p19"/>
          <p:cNvGrpSpPr/>
          <p:nvPr/>
        </p:nvGrpSpPr>
        <p:grpSpPr>
          <a:xfrm>
            <a:off x="1871230" y="3535501"/>
            <a:ext cx="292735" cy="292735"/>
            <a:chOff x="1871230" y="1942093"/>
            <a:chExt cx="292735" cy="292735"/>
          </a:xfrm>
        </p:grpSpPr>
        <p:sp>
          <p:nvSpPr>
            <p:cNvPr id="54" name="Google Shape;315;p19"/>
            <p:cNvSpPr/>
            <p:nvPr/>
          </p:nvSpPr>
          <p:spPr>
            <a:xfrm>
              <a:off x="1871230" y="194209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 extrusionOk="0">
                  <a:moveTo>
                    <a:pt x="146278" y="0"/>
                  </a:moveTo>
                  <a:lnTo>
                    <a:pt x="100042" y="7457"/>
                  </a:lnTo>
                  <a:lnTo>
                    <a:pt x="59887" y="28222"/>
                  </a:lnTo>
                  <a:lnTo>
                    <a:pt x="28223" y="59887"/>
                  </a:lnTo>
                  <a:lnTo>
                    <a:pt x="7457" y="100042"/>
                  </a:lnTo>
                  <a:lnTo>
                    <a:pt x="0" y="146278"/>
                  </a:lnTo>
                  <a:lnTo>
                    <a:pt x="7457" y="192514"/>
                  </a:lnTo>
                  <a:lnTo>
                    <a:pt x="28223" y="232669"/>
                  </a:lnTo>
                  <a:lnTo>
                    <a:pt x="59887" y="264333"/>
                  </a:lnTo>
                  <a:lnTo>
                    <a:pt x="100042" y="285099"/>
                  </a:lnTo>
                  <a:lnTo>
                    <a:pt x="146278" y="292556"/>
                  </a:lnTo>
                  <a:lnTo>
                    <a:pt x="192514" y="285099"/>
                  </a:lnTo>
                  <a:lnTo>
                    <a:pt x="232669" y="264333"/>
                  </a:lnTo>
                  <a:lnTo>
                    <a:pt x="264333" y="232669"/>
                  </a:lnTo>
                  <a:lnTo>
                    <a:pt x="285099" y="192514"/>
                  </a:lnTo>
                  <a:lnTo>
                    <a:pt x="292556" y="146278"/>
                  </a:lnTo>
                  <a:lnTo>
                    <a:pt x="285099" y="100042"/>
                  </a:lnTo>
                  <a:lnTo>
                    <a:pt x="264333" y="59887"/>
                  </a:lnTo>
                  <a:lnTo>
                    <a:pt x="232669" y="28222"/>
                  </a:lnTo>
                  <a:lnTo>
                    <a:pt x="192514" y="7457"/>
                  </a:lnTo>
                  <a:lnTo>
                    <a:pt x="146278" y="0"/>
                  </a:lnTo>
                  <a:close/>
                </a:path>
              </a:pathLst>
            </a:custGeom>
            <a:solidFill>
              <a:srgbClr val="B3D8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55" name="Google Shape;316;p19"/>
            <p:cNvSpPr/>
            <p:nvPr/>
          </p:nvSpPr>
          <p:spPr>
            <a:xfrm>
              <a:off x="1871230" y="1942093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5" h="292735" extrusionOk="0">
                  <a:moveTo>
                    <a:pt x="292556" y="146278"/>
                  </a:moveTo>
                  <a:lnTo>
                    <a:pt x="285099" y="100042"/>
                  </a:lnTo>
                  <a:lnTo>
                    <a:pt x="264333" y="59887"/>
                  </a:lnTo>
                  <a:lnTo>
                    <a:pt x="232669" y="28222"/>
                  </a:lnTo>
                  <a:lnTo>
                    <a:pt x="192514" y="7457"/>
                  </a:lnTo>
                  <a:lnTo>
                    <a:pt x="146278" y="0"/>
                  </a:lnTo>
                  <a:lnTo>
                    <a:pt x="100042" y="7457"/>
                  </a:lnTo>
                  <a:lnTo>
                    <a:pt x="59887" y="28222"/>
                  </a:lnTo>
                  <a:lnTo>
                    <a:pt x="28223" y="59887"/>
                  </a:lnTo>
                  <a:lnTo>
                    <a:pt x="7457" y="100042"/>
                  </a:lnTo>
                  <a:lnTo>
                    <a:pt x="0" y="146278"/>
                  </a:lnTo>
                  <a:lnTo>
                    <a:pt x="7457" y="192514"/>
                  </a:lnTo>
                  <a:lnTo>
                    <a:pt x="28223" y="232669"/>
                  </a:lnTo>
                  <a:lnTo>
                    <a:pt x="59887" y="264333"/>
                  </a:lnTo>
                  <a:lnTo>
                    <a:pt x="100042" y="285099"/>
                  </a:lnTo>
                  <a:lnTo>
                    <a:pt x="146278" y="292556"/>
                  </a:lnTo>
                  <a:lnTo>
                    <a:pt x="192514" y="285099"/>
                  </a:lnTo>
                  <a:lnTo>
                    <a:pt x="232669" y="264333"/>
                  </a:lnTo>
                  <a:lnTo>
                    <a:pt x="264333" y="232669"/>
                  </a:lnTo>
                  <a:lnTo>
                    <a:pt x="285099" y="192514"/>
                  </a:lnTo>
                  <a:lnTo>
                    <a:pt x="292556" y="14627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56" name="Google Shape;317;p19"/>
          <p:cNvSpPr txBox="1"/>
          <p:nvPr/>
        </p:nvSpPr>
        <p:spPr>
          <a:xfrm>
            <a:off x="1906133" y="3303969"/>
            <a:ext cx="195600" cy="45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4604" lvl="0" indent="0" algn="ctr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+mn-lt"/>
                <a:ea typeface="Arial"/>
                <a:cs typeface="Arial"/>
                <a:sym typeface="Arial"/>
              </a:rPr>
              <a:t>.</a:t>
            </a:r>
            <a:endParaRPr sz="1200">
              <a:latin typeface="+mn-lt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+mn-lt"/>
                <a:ea typeface="Arial"/>
                <a:cs typeface="Arial"/>
                <a:sym typeface="Arial"/>
              </a:rPr>
              <a:t>x</a:t>
            </a:r>
            <a:r>
              <a:rPr lang="en-US" sz="1200" i="1" baseline="-25000">
                <a:latin typeface="+mn-lt"/>
                <a:ea typeface="Arial"/>
                <a:cs typeface="Arial"/>
                <a:sym typeface="Arial"/>
              </a:rPr>
              <a:t>d</a:t>
            </a:r>
            <a:endParaRPr sz="1200" baseline="-25000"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318;p19"/>
          <p:cNvGrpSpPr/>
          <p:nvPr/>
        </p:nvGrpSpPr>
        <p:grpSpPr>
          <a:xfrm>
            <a:off x="1891952" y="2548206"/>
            <a:ext cx="251460" cy="251460"/>
            <a:chOff x="1891952" y="954798"/>
            <a:chExt cx="251460" cy="251460"/>
          </a:xfrm>
        </p:grpSpPr>
        <p:pic>
          <p:nvPicPr>
            <p:cNvPr id="58" name="Google Shape;319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91952" y="954798"/>
              <a:ext cx="251114" cy="251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320;p19"/>
            <p:cNvSpPr/>
            <p:nvPr/>
          </p:nvSpPr>
          <p:spPr>
            <a:xfrm>
              <a:off x="1891952" y="954798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59" extrusionOk="0">
                  <a:moveTo>
                    <a:pt x="251114" y="125557"/>
                  </a:moveTo>
                  <a:lnTo>
                    <a:pt x="241247" y="76684"/>
                  </a:lnTo>
                  <a:lnTo>
                    <a:pt x="214339" y="36774"/>
                  </a:lnTo>
                  <a:lnTo>
                    <a:pt x="174429" y="9866"/>
                  </a:lnTo>
                  <a:lnTo>
                    <a:pt x="125557" y="0"/>
                  </a:lnTo>
                  <a:lnTo>
                    <a:pt x="76684" y="9866"/>
                  </a:lnTo>
                  <a:lnTo>
                    <a:pt x="36774" y="36774"/>
                  </a:lnTo>
                  <a:lnTo>
                    <a:pt x="9866" y="76684"/>
                  </a:lnTo>
                  <a:lnTo>
                    <a:pt x="0" y="125557"/>
                  </a:lnTo>
                  <a:lnTo>
                    <a:pt x="9866" y="174429"/>
                  </a:lnTo>
                  <a:lnTo>
                    <a:pt x="36774" y="214339"/>
                  </a:lnTo>
                  <a:lnTo>
                    <a:pt x="76684" y="241247"/>
                  </a:lnTo>
                  <a:lnTo>
                    <a:pt x="125557" y="251114"/>
                  </a:lnTo>
                  <a:lnTo>
                    <a:pt x="174429" y="241247"/>
                  </a:lnTo>
                  <a:lnTo>
                    <a:pt x="214339" y="214339"/>
                  </a:lnTo>
                  <a:lnTo>
                    <a:pt x="241247" y="174429"/>
                  </a:lnTo>
                  <a:lnTo>
                    <a:pt x="251114" y="12555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60" name="Google Shape;321;p19"/>
          <p:cNvSpPr txBox="1"/>
          <p:nvPr/>
        </p:nvSpPr>
        <p:spPr>
          <a:xfrm>
            <a:off x="1916760" y="2572570"/>
            <a:ext cx="195580" cy="48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622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+mn-lt"/>
                <a:ea typeface="Arial"/>
                <a:cs typeface="Arial"/>
                <a:sym typeface="Arial"/>
              </a:rPr>
              <a:t>1</a:t>
            </a:r>
            <a:endParaRPr sz="1200" dirty="0">
              <a:latin typeface="+mn-lt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200" i="1" dirty="0">
                <a:latin typeface="+mn-lt"/>
                <a:ea typeface="Arial"/>
                <a:cs typeface="Arial"/>
                <a:sym typeface="Arial"/>
              </a:rPr>
              <a:t>x</a:t>
            </a:r>
            <a:r>
              <a:rPr lang="en-US" sz="1200" baseline="-25000" dirty="0">
                <a:latin typeface="+mn-lt"/>
                <a:ea typeface="Arial"/>
                <a:cs typeface="Arial"/>
                <a:sym typeface="Arial"/>
              </a:rPr>
              <a:t>1</a:t>
            </a:r>
            <a:endParaRPr sz="1200" baseline="-25000" dirty="0"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322;p19"/>
          <p:cNvGrpSpPr/>
          <p:nvPr/>
        </p:nvGrpSpPr>
        <p:grpSpPr>
          <a:xfrm>
            <a:off x="2701520" y="2997770"/>
            <a:ext cx="360045" cy="360045"/>
            <a:chOff x="2701520" y="1404362"/>
            <a:chExt cx="360045" cy="360045"/>
          </a:xfrm>
        </p:grpSpPr>
        <p:sp>
          <p:nvSpPr>
            <p:cNvPr id="62" name="Google Shape;323;p19"/>
            <p:cNvSpPr/>
            <p:nvPr/>
          </p:nvSpPr>
          <p:spPr>
            <a:xfrm>
              <a:off x="2701520" y="140436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180002" y="0"/>
                  </a:move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1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9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9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1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close/>
                </a:path>
              </a:pathLst>
            </a:custGeom>
            <a:solidFill>
              <a:srgbClr val="4681B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63" name="Google Shape;324;p19"/>
            <p:cNvSpPr/>
            <p:nvPr/>
          </p:nvSpPr>
          <p:spPr>
            <a:xfrm>
              <a:off x="2701520" y="140436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360004" y="180002"/>
                  </a:move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1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1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9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9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64" name="Google Shape;325;p19"/>
          <p:cNvSpPr txBox="1"/>
          <p:nvPr/>
        </p:nvSpPr>
        <p:spPr>
          <a:xfrm>
            <a:off x="2815132" y="3065970"/>
            <a:ext cx="133350" cy="196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+mn-lt"/>
                <a:ea typeface="Tahoma"/>
                <a:cs typeface="Tahoma"/>
                <a:sym typeface="Tahoma"/>
              </a:rPr>
              <a:t>Σ</a:t>
            </a:r>
            <a:endParaRPr sz="1200" dirty="0">
              <a:latin typeface="+mn-lt"/>
              <a:ea typeface="Tahoma"/>
              <a:cs typeface="Tahoma"/>
              <a:sym typeface="Tahoma"/>
            </a:endParaRPr>
          </a:p>
        </p:txBody>
      </p:sp>
      <p:grpSp>
        <p:nvGrpSpPr>
          <p:cNvPr id="65" name="Google Shape;326;p19"/>
          <p:cNvGrpSpPr/>
          <p:nvPr/>
        </p:nvGrpSpPr>
        <p:grpSpPr>
          <a:xfrm>
            <a:off x="3602295" y="3034530"/>
            <a:ext cx="287020" cy="287020"/>
            <a:chOff x="3602295" y="1441122"/>
            <a:chExt cx="287020" cy="287020"/>
          </a:xfrm>
        </p:grpSpPr>
        <p:sp>
          <p:nvSpPr>
            <p:cNvPr id="66" name="Google Shape;327;p19"/>
            <p:cNvSpPr/>
            <p:nvPr/>
          </p:nvSpPr>
          <p:spPr>
            <a:xfrm>
              <a:off x="3602295" y="144112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143242" y="0"/>
                  </a:move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4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close/>
                </a:path>
              </a:pathLst>
            </a:custGeom>
            <a:solidFill>
              <a:srgbClr val="B3FFB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67" name="Google Shape;328;p19"/>
            <p:cNvSpPr/>
            <p:nvPr/>
          </p:nvSpPr>
          <p:spPr>
            <a:xfrm>
              <a:off x="3602295" y="1441122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 extrusionOk="0">
                  <a:moveTo>
                    <a:pt x="286483" y="143242"/>
                  </a:moveTo>
                  <a:lnTo>
                    <a:pt x="279181" y="97966"/>
                  </a:lnTo>
                  <a:lnTo>
                    <a:pt x="258846" y="58644"/>
                  </a:lnTo>
                  <a:lnTo>
                    <a:pt x="227839" y="27637"/>
                  </a:lnTo>
                  <a:lnTo>
                    <a:pt x="188517" y="7302"/>
                  </a:lnTo>
                  <a:lnTo>
                    <a:pt x="143242" y="0"/>
                  </a:lnTo>
                  <a:lnTo>
                    <a:pt x="97966" y="7302"/>
                  </a:lnTo>
                  <a:lnTo>
                    <a:pt x="58644" y="27637"/>
                  </a:lnTo>
                  <a:lnTo>
                    <a:pt x="27637" y="58644"/>
                  </a:lnTo>
                  <a:lnTo>
                    <a:pt x="7302" y="97966"/>
                  </a:lnTo>
                  <a:lnTo>
                    <a:pt x="0" y="143242"/>
                  </a:lnTo>
                  <a:lnTo>
                    <a:pt x="7302" y="188517"/>
                  </a:lnTo>
                  <a:lnTo>
                    <a:pt x="27637" y="227839"/>
                  </a:lnTo>
                  <a:lnTo>
                    <a:pt x="58644" y="258846"/>
                  </a:lnTo>
                  <a:lnTo>
                    <a:pt x="97966" y="279181"/>
                  </a:lnTo>
                  <a:lnTo>
                    <a:pt x="143242" y="286484"/>
                  </a:lnTo>
                  <a:lnTo>
                    <a:pt x="188517" y="279181"/>
                  </a:lnTo>
                  <a:lnTo>
                    <a:pt x="227839" y="258846"/>
                  </a:lnTo>
                  <a:lnTo>
                    <a:pt x="258846" y="227839"/>
                  </a:lnTo>
                  <a:lnTo>
                    <a:pt x="279181" y="188517"/>
                  </a:lnTo>
                  <a:lnTo>
                    <a:pt x="286483" y="143242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68" name="Google Shape;329;p19"/>
          <p:cNvSpPr txBox="1"/>
          <p:nvPr/>
        </p:nvSpPr>
        <p:spPr>
          <a:xfrm>
            <a:off x="3691826" y="3053168"/>
            <a:ext cx="103505" cy="31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+mn-lt"/>
                <a:sym typeface="Arial"/>
              </a:rPr>
              <a:t>y</a:t>
            </a:r>
            <a:r>
              <a:rPr lang="en-US" sz="1200" baseline="30000">
                <a:latin typeface="+mn-lt"/>
                <a:ea typeface="Tahoma"/>
                <a:cs typeface="Tahoma"/>
                <a:sym typeface="Tahoma"/>
              </a:rPr>
              <a:t>ˆ</a:t>
            </a:r>
            <a:endParaRPr sz="1200" baseline="30000">
              <a:latin typeface="+mn-lt"/>
              <a:ea typeface="Tahoma"/>
              <a:cs typeface="Tahoma"/>
              <a:sym typeface="Tahoma"/>
            </a:endParaRPr>
          </a:p>
        </p:txBody>
      </p:sp>
      <p:grpSp>
        <p:nvGrpSpPr>
          <p:cNvPr id="69" name="Google Shape;330;p19"/>
          <p:cNvGrpSpPr/>
          <p:nvPr/>
        </p:nvGrpSpPr>
        <p:grpSpPr>
          <a:xfrm>
            <a:off x="2128152" y="2738252"/>
            <a:ext cx="593636" cy="499524"/>
            <a:chOff x="2128152" y="1144844"/>
            <a:chExt cx="593636" cy="499524"/>
          </a:xfrm>
        </p:grpSpPr>
        <p:sp>
          <p:nvSpPr>
            <p:cNvPr id="70" name="Google Shape;331;p19"/>
            <p:cNvSpPr/>
            <p:nvPr/>
          </p:nvSpPr>
          <p:spPr>
            <a:xfrm>
              <a:off x="2128152" y="1144844"/>
              <a:ext cx="591820" cy="345440"/>
            </a:xfrm>
            <a:custGeom>
              <a:avLst/>
              <a:gdLst/>
              <a:ahLst/>
              <a:cxnLst/>
              <a:rect l="l" t="t" r="r" b="b"/>
              <a:pathLst>
                <a:path w="591819" h="345440" extrusionOk="0">
                  <a:moveTo>
                    <a:pt x="0" y="0"/>
                  </a:moveTo>
                  <a:lnTo>
                    <a:pt x="591380" y="34496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71" name="Google Shape;332;p19"/>
            <p:cNvSpPr/>
            <p:nvPr/>
          </p:nvSpPr>
          <p:spPr>
            <a:xfrm>
              <a:off x="2683688" y="1451601"/>
              <a:ext cx="38100" cy="52705"/>
            </a:xfrm>
            <a:custGeom>
              <a:avLst/>
              <a:gdLst/>
              <a:ahLst/>
              <a:cxnLst/>
              <a:rect l="l" t="t" r="r" b="b"/>
              <a:pathLst>
                <a:path w="38100" h="52705" extrusionOk="0">
                  <a:moveTo>
                    <a:pt x="30600" y="0"/>
                  </a:moveTo>
                  <a:lnTo>
                    <a:pt x="28580" y="12636"/>
                  </a:lnTo>
                  <a:lnTo>
                    <a:pt x="29603" y="23367"/>
                  </a:lnTo>
                  <a:lnTo>
                    <a:pt x="32982" y="32286"/>
                  </a:lnTo>
                  <a:lnTo>
                    <a:pt x="38031" y="39488"/>
                  </a:lnTo>
                  <a:lnTo>
                    <a:pt x="29277" y="38638"/>
                  </a:lnTo>
                  <a:lnTo>
                    <a:pt x="19849" y="40087"/>
                  </a:lnTo>
                  <a:lnTo>
                    <a:pt x="10005" y="44478"/>
                  </a:lnTo>
                  <a:lnTo>
                    <a:pt x="0" y="5245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72" name="Google Shape;333;p19"/>
            <p:cNvSpPr/>
            <p:nvPr/>
          </p:nvSpPr>
          <p:spPr>
            <a:xfrm>
              <a:off x="2157772" y="1403385"/>
              <a:ext cx="542290" cy="135890"/>
            </a:xfrm>
            <a:custGeom>
              <a:avLst/>
              <a:gdLst/>
              <a:ahLst/>
              <a:cxnLst/>
              <a:rect l="l" t="t" r="r" b="b"/>
              <a:pathLst>
                <a:path w="542289" h="135890" extrusionOk="0">
                  <a:moveTo>
                    <a:pt x="0" y="0"/>
                  </a:moveTo>
                  <a:lnTo>
                    <a:pt x="541797" y="13545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73" name="Google Shape;334;p19"/>
            <p:cNvSpPr/>
            <p:nvPr/>
          </p:nvSpPr>
          <p:spPr>
            <a:xfrm>
              <a:off x="2669129" y="1503617"/>
              <a:ext cx="33020" cy="59055"/>
            </a:xfrm>
            <a:custGeom>
              <a:avLst/>
              <a:gdLst/>
              <a:ahLst/>
              <a:cxnLst/>
              <a:rect l="l" t="t" r="r" b="b"/>
              <a:pathLst>
                <a:path w="33019" h="59055" extrusionOk="0">
                  <a:moveTo>
                    <a:pt x="14728" y="0"/>
                  </a:moveTo>
                  <a:lnTo>
                    <a:pt x="16319" y="12697"/>
                  </a:lnTo>
                  <a:lnTo>
                    <a:pt x="20299" y="22715"/>
                  </a:lnTo>
                  <a:lnTo>
                    <a:pt x="26035" y="30336"/>
                  </a:lnTo>
                  <a:lnTo>
                    <a:pt x="32895" y="35841"/>
                  </a:lnTo>
                  <a:lnTo>
                    <a:pt x="24252" y="37470"/>
                  </a:lnTo>
                  <a:lnTo>
                    <a:pt x="15604" y="41495"/>
                  </a:lnTo>
                  <a:lnTo>
                    <a:pt x="7378" y="48462"/>
                  </a:lnTo>
                  <a:lnTo>
                    <a:pt x="0" y="5891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74" name="Google Shape;335;p19"/>
            <p:cNvSpPr/>
            <p:nvPr/>
          </p:nvSpPr>
          <p:spPr>
            <a:xfrm>
              <a:off x="2161580" y="1599918"/>
              <a:ext cx="533400" cy="44450"/>
            </a:xfrm>
            <a:custGeom>
              <a:avLst/>
              <a:gdLst/>
              <a:ahLst/>
              <a:cxnLst/>
              <a:rect l="l" t="t" r="r" b="b"/>
              <a:pathLst>
                <a:path w="533400" h="44450" extrusionOk="0">
                  <a:moveTo>
                    <a:pt x="0" y="44424"/>
                  </a:moveTo>
                  <a:lnTo>
                    <a:pt x="5330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75" name="Google Shape;336;p19"/>
            <p:cNvSpPr/>
            <p:nvPr/>
          </p:nvSpPr>
          <p:spPr>
            <a:xfrm>
              <a:off x="2668398" y="1571634"/>
              <a:ext cx="29209" cy="60960"/>
            </a:xfrm>
            <a:custGeom>
              <a:avLst/>
              <a:gdLst/>
              <a:ahLst/>
              <a:cxnLst/>
              <a:rect l="l" t="t" r="r" b="b"/>
              <a:pathLst>
                <a:path w="29210" h="60960" extrusionOk="0">
                  <a:moveTo>
                    <a:pt x="0" y="0"/>
                  </a:moveTo>
                  <a:lnTo>
                    <a:pt x="5597" y="11507"/>
                  </a:lnTo>
                  <a:lnTo>
                    <a:pt x="12593" y="19708"/>
                  </a:lnTo>
                  <a:lnTo>
                    <a:pt x="20479" y="25073"/>
                  </a:lnTo>
                  <a:lnTo>
                    <a:pt x="28746" y="28074"/>
                  </a:lnTo>
                  <a:lnTo>
                    <a:pt x="21090" y="32401"/>
                  </a:lnTo>
                  <a:lnTo>
                    <a:pt x="14200" y="38998"/>
                  </a:lnTo>
                  <a:lnTo>
                    <a:pt x="8658" y="48244"/>
                  </a:lnTo>
                  <a:lnTo>
                    <a:pt x="5043" y="6051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76" name="Google Shape;337;p19"/>
          <p:cNvSpPr txBox="1"/>
          <p:nvPr/>
        </p:nvSpPr>
        <p:spPr>
          <a:xfrm>
            <a:off x="2310117" y="2690324"/>
            <a:ext cx="231140" cy="78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42545" marR="30480" lvl="0" indent="-5079" algn="just" rtl="0">
              <a:lnSpc>
                <a:spcPct val="95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latin typeface="+mn-lt"/>
                <a:ea typeface="Arial"/>
                <a:cs typeface="Arial"/>
                <a:sym typeface="Arial"/>
              </a:rPr>
              <a:t>w</a:t>
            </a:r>
            <a:r>
              <a:rPr lang="en-US" sz="1200" baseline="-25000" dirty="0">
                <a:latin typeface="+mn-lt"/>
                <a:ea typeface="Arial"/>
                <a:cs typeface="Arial"/>
                <a:sym typeface="Arial"/>
              </a:rPr>
              <a:t>0 </a:t>
            </a:r>
            <a:r>
              <a:rPr lang="en-US" sz="1200" i="1" dirty="0">
                <a:latin typeface="+mn-lt"/>
                <a:ea typeface="Arial"/>
                <a:cs typeface="Arial"/>
                <a:sym typeface="Arial"/>
              </a:rPr>
              <a:t>w</a:t>
            </a:r>
            <a:r>
              <a:rPr lang="en-US" sz="1200" baseline="-25000" dirty="0">
                <a:latin typeface="+mn-lt"/>
                <a:ea typeface="Arial"/>
                <a:cs typeface="Arial"/>
                <a:sym typeface="Arial"/>
              </a:rPr>
              <a:t>1 </a:t>
            </a:r>
            <a:r>
              <a:rPr lang="en-US" sz="1200" i="1" dirty="0">
                <a:latin typeface="+mn-lt"/>
                <a:ea typeface="Arial"/>
                <a:cs typeface="Arial"/>
                <a:sym typeface="Arial"/>
              </a:rPr>
              <a:t>w</a:t>
            </a:r>
            <a:r>
              <a:rPr lang="en-US" sz="1200" baseline="-25000" dirty="0">
                <a:latin typeface="+mn-lt"/>
                <a:ea typeface="Arial"/>
                <a:cs typeface="Arial"/>
                <a:sym typeface="Arial"/>
              </a:rPr>
              <a:t>2</a:t>
            </a:r>
            <a:endParaRPr sz="1200" baseline="-25000" dirty="0"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338;p19"/>
          <p:cNvGrpSpPr/>
          <p:nvPr/>
        </p:nvGrpSpPr>
        <p:grpSpPr>
          <a:xfrm>
            <a:off x="2146047" y="3258035"/>
            <a:ext cx="575738" cy="348888"/>
            <a:chOff x="2146047" y="1664627"/>
            <a:chExt cx="575738" cy="348888"/>
          </a:xfrm>
        </p:grpSpPr>
        <p:sp>
          <p:nvSpPr>
            <p:cNvPr id="78" name="Google Shape;339;p19"/>
            <p:cNvSpPr/>
            <p:nvPr/>
          </p:nvSpPr>
          <p:spPr>
            <a:xfrm>
              <a:off x="2146047" y="1678870"/>
              <a:ext cx="574040" cy="334645"/>
            </a:xfrm>
            <a:custGeom>
              <a:avLst/>
              <a:gdLst/>
              <a:ahLst/>
              <a:cxnLst/>
              <a:rect l="l" t="t" r="r" b="b"/>
              <a:pathLst>
                <a:path w="574039" h="334644" extrusionOk="0">
                  <a:moveTo>
                    <a:pt x="0" y="334530"/>
                  </a:moveTo>
                  <a:lnTo>
                    <a:pt x="5734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79" name="Google Shape;340;p19"/>
            <p:cNvSpPr/>
            <p:nvPr/>
          </p:nvSpPr>
          <p:spPr>
            <a:xfrm>
              <a:off x="2683685" y="1664627"/>
              <a:ext cx="38100" cy="52705"/>
            </a:xfrm>
            <a:custGeom>
              <a:avLst/>
              <a:gdLst/>
              <a:ahLst/>
              <a:cxnLst/>
              <a:rect l="l" t="t" r="r" b="b"/>
              <a:pathLst>
                <a:path w="38100" h="52705" extrusionOk="0">
                  <a:moveTo>
                    <a:pt x="0" y="0"/>
                  </a:moveTo>
                  <a:lnTo>
                    <a:pt x="10005" y="7978"/>
                  </a:lnTo>
                  <a:lnTo>
                    <a:pt x="19849" y="12369"/>
                  </a:lnTo>
                  <a:lnTo>
                    <a:pt x="29277" y="13818"/>
                  </a:lnTo>
                  <a:lnTo>
                    <a:pt x="38031" y="12968"/>
                  </a:lnTo>
                  <a:lnTo>
                    <a:pt x="32982" y="20170"/>
                  </a:lnTo>
                  <a:lnTo>
                    <a:pt x="29603" y="29089"/>
                  </a:lnTo>
                  <a:lnTo>
                    <a:pt x="28580" y="39820"/>
                  </a:lnTo>
                  <a:lnTo>
                    <a:pt x="30600" y="52457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80" name="Google Shape;341;p19"/>
          <p:cNvSpPr txBox="1"/>
          <p:nvPr/>
        </p:nvSpPr>
        <p:spPr>
          <a:xfrm>
            <a:off x="2314689" y="3408128"/>
            <a:ext cx="226060" cy="20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+mn-lt"/>
                <a:ea typeface="Arial"/>
                <a:cs typeface="Arial"/>
                <a:sym typeface="Arial"/>
              </a:rPr>
              <a:t>w</a:t>
            </a:r>
            <a:r>
              <a:rPr lang="en-US" sz="1200" i="1" baseline="-25000">
                <a:latin typeface="+mn-lt"/>
                <a:ea typeface="Arial"/>
                <a:cs typeface="Arial"/>
                <a:sym typeface="Arial"/>
              </a:rPr>
              <a:t>d</a:t>
            </a:r>
            <a:endParaRPr sz="1200" baseline="-25000"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342;p19"/>
          <p:cNvGrpSpPr/>
          <p:nvPr/>
        </p:nvGrpSpPr>
        <p:grpSpPr>
          <a:xfrm>
            <a:off x="3064107" y="3147385"/>
            <a:ext cx="533565" cy="60960"/>
            <a:chOff x="3064107" y="1553977"/>
            <a:chExt cx="533565" cy="60960"/>
          </a:xfrm>
        </p:grpSpPr>
        <p:sp>
          <p:nvSpPr>
            <p:cNvPr id="82" name="Google Shape;343;p19"/>
            <p:cNvSpPr/>
            <p:nvPr/>
          </p:nvSpPr>
          <p:spPr>
            <a:xfrm>
              <a:off x="3064107" y="1584342"/>
              <a:ext cx="530860" cy="0"/>
            </a:xfrm>
            <a:custGeom>
              <a:avLst/>
              <a:gdLst/>
              <a:ahLst/>
              <a:cxnLst/>
              <a:rect l="l" t="t" r="r" b="b"/>
              <a:pathLst>
                <a:path w="530860" h="120000" extrusionOk="0">
                  <a:moveTo>
                    <a:pt x="0" y="0"/>
                  </a:moveTo>
                  <a:lnTo>
                    <a:pt x="530681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  <p:sp>
          <p:nvSpPr>
            <p:cNvPr id="83" name="Google Shape;344;p19"/>
            <p:cNvSpPr/>
            <p:nvPr/>
          </p:nvSpPr>
          <p:spPr>
            <a:xfrm>
              <a:off x="3571002" y="1553977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+mn-lt"/>
              </a:endParaRPr>
            </a:p>
          </p:txBody>
        </p:sp>
      </p:grpSp>
      <p:sp>
        <p:nvSpPr>
          <p:cNvPr id="84" name="Google Shape;345;p19"/>
          <p:cNvSpPr txBox="1"/>
          <p:nvPr/>
        </p:nvSpPr>
        <p:spPr>
          <a:xfrm>
            <a:off x="3290849" y="2980341"/>
            <a:ext cx="63500" cy="20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latin typeface="+mn-lt"/>
                <a:ea typeface="Arial"/>
                <a:cs typeface="Arial"/>
                <a:sym typeface="Arial"/>
              </a:rPr>
              <a:t>f</a:t>
            </a:r>
            <a:endParaRPr sz="1200"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35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261" y="4458141"/>
            <a:ext cx="4010161" cy="8722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91602A-A629-4BEA-8591-115BCD0CB4B7}"/>
                  </a:ext>
                </a:extLst>
              </p14:cNvPr>
              <p14:cNvContentPartPr/>
              <p14:nvPr/>
            </p14:nvContentPartPr>
            <p14:xfrm>
              <a:off x="1036440" y="1064160"/>
              <a:ext cx="7766280" cy="525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91602A-A629-4BEA-8591-115BCD0CB4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080" y="1054800"/>
                <a:ext cx="7785000" cy="527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7605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 txBox="1">
            <a:spLocks noGrp="1"/>
          </p:cNvSpPr>
          <p:nvPr>
            <p:ph type="title"/>
          </p:nvPr>
        </p:nvSpPr>
        <p:spPr>
          <a:xfrm>
            <a:off x="130997" y="1029720"/>
            <a:ext cx="783987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40282"/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inear</a:t>
            </a:r>
            <a:r>
              <a:rPr lang="en-US">
                <a:solidFill>
                  <a:srgbClr val="FFFFFF"/>
                </a:solidFill>
              </a:rPr>
              <a:t> M</a:t>
            </a:r>
            <a:r>
              <a:rPr lang="en-US" cap="small">
                <a:solidFill>
                  <a:srgbClr val="FFFFFF"/>
                </a:solidFill>
              </a:rPr>
              <a:t>odel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rediction</a:t>
            </a:r>
            <a:endParaRPr/>
          </a:p>
        </p:txBody>
      </p:sp>
      <p:sp>
        <p:nvSpPr>
          <p:cNvPr id="359" name="Google Shape;359;p20"/>
          <p:cNvSpPr txBox="1"/>
          <p:nvPr/>
        </p:nvSpPr>
        <p:spPr>
          <a:xfrm>
            <a:off x="550775" y="1571295"/>
            <a:ext cx="8033226" cy="933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</a:pP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Model: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single neuron computes a weighted sum and applied identity activation function.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0141" defTabSz="1450147"/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for input </a:t>
            </a:r>
            <a:r>
              <a:rPr lang="en-US" sz="18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2120749" y="2764349"/>
            <a:ext cx="5471841" cy="31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defTabSz="1450147"/>
            <a:r>
              <a:rPr lang="en-US" sz="1665" i="1"/>
              <a:t>y</a:t>
            </a:r>
            <a:r>
              <a:rPr lang="en-US" sz="2855" baseline="30000"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b="1"/>
              <a:t>w</a:t>
            </a:r>
            <a:r>
              <a:rPr lang="en-US" sz="1665" i="1" baseline="30000"/>
              <a:t>T </a:t>
            </a:r>
            <a:r>
              <a:rPr lang="en-US" sz="1665" b="1"/>
              <a:t>x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665" i="1"/>
              <a:t>f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/>
              <a:t>w</a:t>
            </a:r>
            <a:r>
              <a:rPr lang="en-US" sz="1665" baseline="-25000"/>
              <a:t>0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/>
              <a:t>w</a:t>
            </a:r>
            <a:r>
              <a:rPr lang="en-US" sz="1665" baseline="-25000"/>
              <a:t>1</a:t>
            </a:r>
            <a:r>
              <a:rPr lang="en-US" sz="1665" i="1"/>
              <a:t>x</a:t>
            </a:r>
            <a:r>
              <a:rPr lang="en-US" sz="1665" baseline="-25000"/>
              <a:t>1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/>
              <a:t>w</a:t>
            </a:r>
            <a:r>
              <a:rPr lang="en-US" sz="1665" baseline="-25000"/>
              <a:t>2</a:t>
            </a:r>
            <a:r>
              <a:rPr lang="en-US" sz="1665" i="1"/>
              <a:t>x</a:t>
            </a:r>
            <a:r>
              <a:rPr lang="en-US" sz="1665" baseline="-25000"/>
              <a:t>2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903">
                <a:latin typeface="Lucida Sans"/>
                <a:ea typeface="Lucida Sans"/>
                <a:cs typeface="Lucida Sans"/>
                <a:sym typeface="Lucida Sans"/>
              </a:rPr>
              <a:t>· · ·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665" i="1"/>
              <a:t>w</a:t>
            </a:r>
            <a:r>
              <a:rPr lang="en-US" sz="1665" i="1" baseline="-25000"/>
              <a:t>d </a:t>
            </a:r>
            <a:r>
              <a:rPr lang="en-US" sz="1665" i="1"/>
              <a:t>x</a:t>
            </a:r>
            <a:r>
              <a:rPr lang="en-US" sz="1665" i="1" baseline="-25000"/>
              <a:t>d </a:t>
            </a:r>
            <a:r>
              <a:rPr lang="en-US" sz="1903">
                <a:latin typeface="Tahoma"/>
                <a:ea typeface="Tahoma"/>
                <a:cs typeface="Tahoma"/>
                <a:sym typeface="Tahoma"/>
              </a:rPr>
              <a:t>)</a:t>
            </a:r>
            <a:endParaRPr sz="1903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8278925" y="2788444"/>
            <a:ext cx="30513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(2)</a:t>
            </a:r>
            <a:endParaRPr sz="1665"/>
          </a:p>
        </p:txBody>
      </p:sp>
      <p:grpSp>
        <p:nvGrpSpPr>
          <p:cNvPr id="362" name="Google Shape;362;p20"/>
          <p:cNvGrpSpPr/>
          <p:nvPr/>
        </p:nvGrpSpPr>
        <p:grpSpPr>
          <a:xfrm>
            <a:off x="814682" y="3737862"/>
            <a:ext cx="109889" cy="776555"/>
            <a:chOff x="513702" y="1817179"/>
            <a:chExt cx="69291" cy="489661"/>
          </a:xfrm>
        </p:grpSpPr>
        <p:pic>
          <p:nvPicPr>
            <p:cNvPr id="363" name="Google Shape;36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81717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0273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375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6" name="Google Shape;366;p20"/>
          <p:cNvSpPr txBox="1">
            <a:spLocks noGrp="1"/>
          </p:cNvSpPr>
          <p:nvPr>
            <p:ph type="body" idx="1"/>
          </p:nvPr>
        </p:nvSpPr>
        <p:spPr>
          <a:xfrm>
            <a:off x="510493" y="3231651"/>
            <a:ext cx="6046319" cy="228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476" rIns="0" bIns="0" anchor="t" anchorCtr="0">
            <a:spAutoFit/>
          </a:bodyPr>
          <a:lstStyle/>
          <a:p>
            <a:pPr marL="60423" indent="0"/>
            <a:r>
              <a:rPr lang="en-US">
                <a:solidFill>
                  <a:srgbClr val="000000"/>
                </a:solidFill>
              </a:rPr>
              <a:t>where:</a:t>
            </a:r>
            <a:endParaRPr/>
          </a:p>
          <a:p>
            <a:pPr marL="531721" indent="0">
              <a:spcBef>
                <a:spcPts val="403"/>
              </a:spcBef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baseline="-25000">
                <a:solidFill>
                  <a:srgbClr val="000000"/>
                </a:solidFill>
              </a:rPr>
              <a:t>0</a:t>
            </a:r>
            <a:r>
              <a:rPr lang="en-US" sz="1903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i="1">
                <a:solidFill>
                  <a:srgbClr val="000000"/>
                </a:solidFill>
              </a:rPr>
              <a:t>w</a:t>
            </a:r>
            <a:r>
              <a:rPr lang="en-US" baseline="-25000">
                <a:solidFill>
                  <a:srgbClr val="000000"/>
                </a:solidFill>
              </a:rPr>
              <a:t>1</a:t>
            </a:r>
            <a:r>
              <a:rPr lang="en-US" sz="1903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i="1">
                <a:solidFill>
                  <a:srgbClr val="000000"/>
                </a:solidFill>
              </a:rPr>
              <a:t>w</a:t>
            </a:r>
            <a:r>
              <a:rPr lang="en-US" i="1" baseline="-25000">
                <a:solidFill>
                  <a:srgbClr val="000000"/>
                </a:solidFill>
              </a:rPr>
              <a:t>d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i="1" baseline="30000">
                <a:solidFill>
                  <a:srgbClr val="000000"/>
                </a:solidFill>
              </a:rPr>
              <a:t>T </a:t>
            </a:r>
            <a:r>
              <a:rPr lang="en-US" sz="1903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903">
                <a:solidFill>
                  <a:srgbClr val="000000"/>
                </a:solidFill>
              </a:rPr>
              <a:t>R</a:t>
            </a:r>
            <a:r>
              <a:rPr lang="en-US" i="1" baseline="30000">
                <a:solidFill>
                  <a:srgbClr val="000000"/>
                </a:solidFill>
              </a:rPr>
              <a:t>d </a:t>
            </a:r>
            <a:r>
              <a:rPr lang="en-US" sz="1903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baseline="30000">
                <a:solidFill>
                  <a:srgbClr val="000000"/>
                </a:solidFill>
              </a:rPr>
              <a:t>1 </a:t>
            </a:r>
            <a:r>
              <a:rPr lang="en-US">
                <a:solidFill>
                  <a:srgbClr val="000000"/>
                </a:solidFill>
              </a:rPr>
              <a:t>are the model parameters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531721" indent="0">
              <a:spcBef>
                <a:spcPts val="341"/>
              </a:spcBef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[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 sz="1903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baseline="-25000">
                <a:solidFill>
                  <a:srgbClr val="000000"/>
                </a:solidFill>
              </a:rPr>
              <a:t>1</a:t>
            </a:r>
            <a:r>
              <a:rPr lang="en-US" sz="1903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. . . , </a:t>
            </a:r>
            <a:r>
              <a:rPr lang="en-US" i="1">
                <a:solidFill>
                  <a:srgbClr val="000000"/>
                </a:solidFill>
              </a:rPr>
              <a:t>x</a:t>
            </a:r>
            <a:r>
              <a:rPr lang="en-US" i="1" baseline="-25000">
                <a:solidFill>
                  <a:srgbClr val="000000"/>
                </a:solidFill>
              </a:rPr>
              <a:t>d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i="1" baseline="30000">
                <a:solidFill>
                  <a:srgbClr val="000000"/>
                </a:solidFill>
              </a:rPr>
              <a:t>T </a:t>
            </a:r>
            <a:r>
              <a:rPr lang="en-US" sz="1903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903">
                <a:solidFill>
                  <a:srgbClr val="000000"/>
                </a:solidFill>
              </a:rPr>
              <a:t>R</a:t>
            </a:r>
            <a:r>
              <a:rPr lang="en-US" i="1" baseline="30000">
                <a:solidFill>
                  <a:srgbClr val="000000"/>
                </a:solidFill>
              </a:rPr>
              <a:t>d </a:t>
            </a:r>
            <a:r>
              <a:rPr lang="en-US" sz="1903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baseline="30000">
                <a:solidFill>
                  <a:srgbClr val="000000"/>
                </a:solidFill>
              </a:rPr>
              <a:t>1 </a:t>
            </a:r>
            <a:r>
              <a:rPr lang="en-US">
                <a:solidFill>
                  <a:srgbClr val="000000"/>
                </a:solidFill>
              </a:rPr>
              <a:t>is the input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531721" indent="0">
              <a:spcBef>
                <a:spcPts val="341"/>
              </a:spcBef>
            </a:pP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903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·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>
                <a:solidFill>
                  <a:srgbClr val="000000"/>
                </a:solidFill>
              </a:rPr>
              <a:t>is the </a:t>
            </a:r>
            <a:r>
              <a:rPr lang="en-US"/>
              <a:t>identity activation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sz="1903"/>
          </a:p>
          <a:p>
            <a:pPr marL="60423" indent="0">
              <a:spcBef>
                <a:spcPts val="1507"/>
              </a:spcBef>
            </a:pPr>
            <a:r>
              <a:rPr lang="en-US"/>
              <a:t>Vectorized form: </a:t>
            </a:r>
            <a:r>
              <a:rPr lang="en-US">
                <a:solidFill>
                  <a:srgbClr val="000000"/>
                </a:solidFill>
              </a:rPr>
              <a:t>for all predictions</a:t>
            </a:r>
            <a:endParaRPr/>
          </a:p>
          <a:p>
            <a:pPr marL="3680755" indent="0">
              <a:spcBef>
                <a:spcPts val="1626"/>
              </a:spcBef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855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</a:t>
            </a:r>
            <a:r>
              <a:rPr lang="en-US" sz="1903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b="1">
                <a:solidFill>
                  <a:srgbClr val="000000"/>
                </a:solidFill>
              </a:rPr>
              <a:t>Xw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8278925" y="5222238"/>
            <a:ext cx="30513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(3)</a:t>
            </a:r>
            <a:endParaRPr sz="1665"/>
          </a:p>
        </p:txBody>
      </p:sp>
      <p:sp>
        <p:nvSpPr>
          <p:cNvPr id="2" name="Rectangle 1"/>
          <p:cNvSpPr/>
          <p:nvPr/>
        </p:nvSpPr>
        <p:spPr>
          <a:xfrm>
            <a:off x="130997" y="342334"/>
            <a:ext cx="3191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sz="24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inear</a:t>
            </a: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</a:t>
            </a:r>
            <a:r>
              <a:rPr lang="en-US" sz="24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odel</a:t>
            </a: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r>
              <a:rPr lang="en-US" sz="24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rediction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E3A5B5-2916-4126-BEC9-7B27F3586E55}"/>
                  </a:ext>
                </a:extLst>
              </p14:cNvPr>
              <p14:cNvContentPartPr/>
              <p14:nvPr/>
            </p14:nvContentPartPr>
            <p14:xfrm>
              <a:off x="619560" y="4169880"/>
              <a:ext cx="4729320" cy="511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E3A5B5-2916-4126-BEC9-7B27F3586E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0200" y="4160520"/>
                <a:ext cx="4748040" cy="53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9409815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"/>
          <p:cNvSpPr txBox="1"/>
          <p:nvPr/>
        </p:nvSpPr>
        <p:spPr>
          <a:xfrm>
            <a:off x="151137" y="1029719"/>
            <a:ext cx="5314195" cy="842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418931" defTabSz="1450147">
              <a:spcBef>
                <a:spcPts val="1277"/>
              </a:spcBef>
            </a:pPr>
            <a:r>
              <a:rPr lang="en-US" sz="1665" dirty="0">
                <a:solidFill>
                  <a:srgbClr val="FF0000"/>
                </a:solidFill>
              </a:rPr>
              <a:t>Identity Activation Function</a:t>
            </a:r>
            <a:endParaRPr sz="1665" dirty="0">
              <a:solidFill>
                <a:srgbClr val="FF0000"/>
              </a:solidFill>
            </a:endParaRPr>
          </a:p>
          <a:p>
            <a:pPr marR="481368" algn="r" defTabSz="1450147">
              <a:spcBef>
                <a:spcPts val="848"/>
              </a:spcBef>
            </a:pPr>
            <a:r>
              <a:rPr lang="en-US" sz="1665" i="1" dirty="0"/>
              <a:t>f 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dirty="0"/>
              <a:t>z</a:t>
            </a:r>
            <a:r>
              <a:rPr lang="en-US" sz="1903" dirty="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665" i="1" dirty="0"/>
              <a:t>z</a:t>
            </a:r>
            <a:endParaRPr sz="1665" dirty="0"/>
          </a:p>
        </p:txBody>
      </p:sp>
      <p:sp>
        <p:nvSpPr>
          <p:cNvPr id="380" name="Google Shape;380;p21"/>
          <p:cNvSpPr txBox="1"/>
          <p:nvPr/>
        </p:nvSpPr>
        <p:spPr>
          <a:xfrm>
            <a:off x="8278925" y="1993480"/>
            <a:ext cx="30513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/>
              <a:t>(4)</a:t>
            </a:r>
            <a:endParaRPr sz="1665"/>
          </a:p>
        </p:txBody>
      </p:sp>
      <p:pic>
        <p:nvPicPr>
          <p:cNvPr id="382" name="Google Shape;38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422" y="2596199"/>
            <a:ext cx="8004639" cy="34967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793954" y="323679"/>
            <a:ext cx="3703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dentity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ctivation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24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unction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59887863"/>
      </p:ext>
    </p:extLst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"/>
          <p:cNvSpPr txBox="1">
            <a:spLocks noGrp="1"/>
          </p:cNvSpPr>
          <p:nvPr>
            <p:ph type="title"/>
          </p:nvPr>
        </p:nvSpPr>
        <p:spPr>
          <a:xfrm>
            <a:off x="130997" y="1029720"/>
            <a:ext cx="783987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40282"/>
            <a:r>
              <a:rPr lang="en-US">
                <a:solidFill>
                  <a:srgbClr val="FFFFFF"/>
                </a:solidFill>
              </a:rPr>
              <a:t>I</a:t>
            </a:r>
            <a:r>
              <a:rPr lang="en-US" cap="small">
                <a:solidFill>
                  <a:srgbClr val="FFFFFF"/>
                </a:solidFill>
              </a:rPr>
              <a:t>dentity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742384" y="1029720"/>
            <a:ext cx="7849355" cy="432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572002" marR="2518623" indent="-472305" defTabSz="1450147">
              <a:lnSpc>
                <a:spcPct val="126499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Properties of Identity Function </a:t>
            </a:r>
          </a:p>
          <a:p>
            <a:pPr marL="572002" marR="2518623" indent="-472305" defTabSz="1450147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Continuous,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−∞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∞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</a:t>
            </a:r>
          </a:p>
          <a:p>
            <a:pPr marL="572002" marR="2518623" indent="-472305" defTabSz="1450147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Differentiable everywhere: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 </a:t>
            </a:r>
            <a:r>
              <a:rPr lang="en-US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'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=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</a:p>
          <a:p>
            <a:pPr marL="572002" marR="2518623" indent="-472305" defTabSz="1450147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output to take any real value</a:t>
            </a:r>
          </a:p>
          <a:p>
            <a:pPr marL="572002" marR="2518623" indent="-472305" defTabSz="1450147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flows unchanged through the neuron </a:t>
            </a:r>
          </a:p>
          <a:p>
            <a:pPr marL="572002" marR="2518623" indent="-472305" defTabSz="1450147">
              <a:lnSpc>
                <a:spcPct val="126499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Perfect for predicting continuous targets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3605" indent="-342900" defTabSz="1450147">
              <a:spcBef>
                <a:spcPts val="1451"/>
              </a:spcBef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identity for regression?</a:t>
            </a: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752" marR="68479" indent="-285750" defTabSz="1450147">
              <a:lnSpc>
                <a:spcPct val="129000"/>
              </a:lnSpc>
              <a:spcBef>
                <a:spcPts val="18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values are continuous (prices, temperatures, etc.) </a:t>
            </a:r>
          </a:p>
          <a:p>
            <a:pPr marL="857752" marR="68479" indent="-285750" defTabSz="1450147">
              <a:lnSpc>
                <a:spcPct val="129000"/>
              </a:lnSpc>
              <a:spcBef>
                <a:spcPts val="18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predict any real number, not just binary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{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0,1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} </a:t>
            </a:r>
          </a:p>
          <a:p>
            <a:pPr marL="857752" marR="68479" indent="-285750" defTabSz="1450147">
              <a:lnSpc>
                <a:spcPct val="129000"/>
              </a:lnSpc>
              <a:spcBef>
                <a:spcPts val="18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Differentiability enables gradient-based optimization</a:t>
            </a:r>
          </a:p>
          <a:p>
            <a:pPr marL="857752" marR="68479" indent="-285750" defTabSz="1450147">
              <a:lnSpc>
                <a:spcPct val="129000"/>
              </a:lnSpc>
              <a:spcBef>
                <a:spcPts val="181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information loss from input to output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40291"/>
            <a:ext cx="42995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dentity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lang="en-US" sz="28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ctivation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</a:t>
            </a:r>
            <a:r>
              <a:rPr lang="en-US" sz="2800" b="1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unction</a:t>
            </a:r>
            <a:endParaRPr lang="en-IN" sz="28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34A303-C413-46DC-BDF7-8D01905AA9E9}"/>
                  </a:ext>
                </a:extLst>
              </p14:cNvPr>
              <p14:cNvContentPartPr/>
              <p14:nvPr/>
            </p14:nvContentPartPr>
            <p14:xfrm>
              <a:off x="1528200" y="1474200"/>
              <a:ext cx="7184520" cy="5145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34A303-C413-46DC-BDF7-8D01905AA9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8840" y="1464840"/>
                <a:ext cx="7203240" cy="516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7832073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0291"/>
            <a:ext cx="59105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28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bjective</a:t>
            </a: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</a:t>
            </a:r>
            <a:r>
              <a:rPr lang="en-US" sz="28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unction</a:t>
            </a: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</a:t>
            </a:r>
            <a:r>
              <a:rPr lang="en-US" sz="28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quared</a:t>
            </a: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</a:t>
            </a:r>
            <a:r>
              <a:rPr lang="en-US" sz="28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rror</a:t>
            </a: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</a:t>
            </a:r>
            <a:r>
              <a:rPr lang="en-US" sz="28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76" y="1222219"/>
            <a:ext cx="8093798" cy="43818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9FE83E-405B-44A7-B8B1-A69F61131195}"/>
                  </a:ext>
                </a:extLst>
              </p14:cNvPr>
              <p14:cNvContentPartPr/>
              <p14:nvPr/>
            </p14:nvContentPartPr>
            <p14:xfrm>
              <a:off x="1754280" y="801000"/>
              <a:ext cx="6772680" cy="499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9FE83E-405B-44A7-B8B1-A69F611311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4920" y="791640"/>
                <a:ext cx="6791400" cy="501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476146"/>
      </p:ext>
    </p:extLst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31524"/>
            <a:ext cx="7967050" cy="691929"/>
          </a:xfrm>
        </p:spPr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W</a:t>
            </a:r>
            <a:r>
              <a:rPr lang="en-US" sz="3200" b="1" cap="small" dirty="0">
                <a:solidFill>
                  <a:srgbClr val="FFFFFF"/>
                </a:solidFill>
              </a:rPr>
              <a:t>hy</a:t>
            </a:r>
            <a:r>
              <a:rPr lang="en-US" sz="3200" b="1" dirty="0">
                <a:solidFill>
                  <a:srgbClr val="FFFFFF"/>
                </a:solidFill>
              </a:rPr>
              <a:t> S</a:t>
            </a:r>
            <a:r>
              <a:rPr lang="en-US" sz="3200" b="1" cap="small" dirty="0">
                <a:solidFill>
                  <a:srgbClr val="FFFFFF"/>
                </a:solidFill>
              </a:rPr>
              <a:t>quared</a:t>
            </a:r>
            <a:r>
              <a:rPr lang="en-US" sz="3200" b="1" dirty="0">
                <a:solidFill>
                  <a:srgbClr val="FFFFFF"/>
                </a:solidFill>
              </a:rPr>
              <a:t> E</a:t>
            </a:r>
            <a:r>
              <a:rPr lang="en-US" sz="3200" b="1" cap="small" dirty="0">
                <a:solidFill>
                  <a:srgbClr val="FFFFFF"/>
                </a:solidFill>
              </a:rPr>
              <a:t>rror</a:t>
            </a: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IN"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3864" y="1056538"/>
            <a:ext cx="7650179" cy="2795381"/>
          </a:xfrm>
        </p:spPr>
        <p:txBody>
          <a:bodyPr/>
          <a:lstStyle/>
          <a:p>
            <a:pPr marL="12700" lvl="0" indent="0">
              <a:lnSpc>
                <a:spcPct val="15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 of squared error loss:</a:t>
            </a:r>
          </a:p>
          <a:p>
            <a:pPr marL="595630" marR="922655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Differentiable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Smooth everywhere, easy to optimize </a:t>
            </a:r>
          </a:p>
          <a:p>
            <a:pPr marL="595630" marR="922655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Convex: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Single global minimum (for linear models) </a:t>
            </a:r>
          </a:p>
          <a:p>
            <a:pPr marL="595630" marR="922655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Penalizes large errors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Quadratic growth</a:t>
            </a:r>
          </a:p>
          <a:p>
            <a:pPr marL="595630" lvl="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interpretation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Maximum likelihood under Gaussian noise</a:t>
            </a:r>
          </a:p>
          <a:p>
            <a:pPr marL="12700" lvl="0" indent="0">
              <a:lnSpc>
                <a:spcPct val="150000"/>
              </a:lnSpc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 Form: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51" y="3668252"/>
            <a:ext cx="3501567" cy="882465"/>
          </a:xfrm>
          <a:prstGeom prst="rect">
            <a:avLst/>
          </a:prstGeom>
        </p:spPr>
      </p:pic>
      <p:sp>
        <p:nvSpPr>
          <p:cNvPr id="5" name="Google Shape;437;p24"/>
          <p:cNvSpPr txBox="1"/>
          <p:nvPr/>
        </p:nvSpPr>
        <p:spPr>
          <a:xfrm>
            <a:off x="823864" y="4641248"/>
            <a:ext cx="6934956" cy="28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where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X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-US" sz="18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-US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×</a:t>
            </a:r>
            <a:r>
              <a:rPr lang="en-US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(</a:t>
            </a:r>
            <a:r>
              <a:rPr lang="en-US" sz="18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 </a:t>
            </a:r>
            <a:r>
              <a:rPr lang="en-US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+</a:t>
            </a:r>
            <a:r>
              <a:rPr lang="en-US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1</a:t>
            </a:r>
            <a:r>
              <a:rPr lang="en-US" sz="18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)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is the design matrix and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ucida Sans"/>
              </a:rPr>
              <a:t>∈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-US" sz="18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is the target vector.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3CB2BD-E06B-4066-92BC-9BAA44949D00}"/>
                  </a:ext>
                </a:extLst>
              </p14:cNvPr>
              <p14:cNvContentPartPr/>
              <p14:nvPr/>
            </p14:nvContentPartPr>
            <p14:xfrm>
              <a:off x="338400" y="941040"/>
              <a:ext cx="8343000" cy="5668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3CB2BD-E06B-4066-92BC-9BAA44949D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9040" y="931680"/>
                <a:ext cx="8361720" cy="56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8614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81" y="231524"/>
            <a:ext cx="4590108" cy="673823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V</a:t>
            </a:r>
            <a:r>
              <a:rPr lang="en-US" sz="2800" b="1" cap="small" dirty="0">
                <a:solidFill>
                  <a:srgbClr val="FFFFFF"/>
                </a:solidFill>
              </a:rPr>
              <a:t>isualizing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cap="small" dirty="0">
                <a:solidFill>
                  <a:srgbClr val="FFFFFF"/>
                </a:solidFill>
              </a:rPr>
              <a:t>the</a:t>
            </a:r>
            <a:r>
              <a:rPr lang="en-US" sz="2800" b="1" dirty="0">
                <a:solidFill>
                  <a:srgbClr val="FFFFFF"/>
                </a:solidFill>
              </a:rPr>
              <a:t> E</a:t>
            </a:r>
            <a:r>
              <a:rPr lang="en-US" sz="2800" b="1" cap="small" dirty="0">
                <a:solidFill>
                  <a:srgbClr val="FFFFFF"/>
                </a:solidFill>
              </a:rPr>
              <a:t>rror</a:t>
            </a:r>
            <a:r>
              <a:rPr lang="en-US" sz="2800" b="1" dirty="0">
                <a:solidFill>
                  <a:srgbClr val="FFFFFF"/>
                </a:solidFill>
              </a:rPr>
              <a:t> S</a:t>
            </a:r>
            <a:r>
              <a:rPr lang="en-US" sz="2800" b="1" cap="small" dirty="0">
                <a:solidFill>
                  <a:srgbClr val="FFFFFF"/>
                </a:solidFill>
              </a:rPr>
              <a:t>urface</a:t>
            </a:r>
            <a:br>
              <a:rPr lang="en-US" sz="2800" dirty="0"/>
            </a:br>
            <a:endParaRPr lang="en-IN" dirty="0"/>
          </a:p>
        </p:txBody>
      </p:sp>
      <p:pic>
        <p:nvPicPr>
          <p:cNvPr id="4" name="Google Shape;4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9422" y="1086416"/>
            <a:ext cx="8030424" cy="430039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56;p25"/>
          <p:cNvSpPr txBox="1"/>
          <p:nvPr/>
        </p:nvSpPr>
        <p:spPr>
          <a:xfrm>
            <a:off x="787651" y="5774227"/>
            <a:ext cx="6681457" cy="29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The error surface is 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convex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with a single global minimum.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002396-391D-4821-8A8F-C13252CA89DC}"/>
                  </a:ext>
                </a:extLst>
              </p14:cNvPr>
              <p14:cNvContentPartPr/>
              <p14:nvPr/>
            </p14:nvContentPartPr>
            <p14:xfrm>
              <a:off x="343800" y="2191680"/>
              <a:ext cx="8687880" cy="4493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002396-391D-4821-8A8F-C13252CA89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440" y="2182320"/>
                <a:ext cx="8706600" cy="451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0733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G</a:t>
            </a:r>
            <a:r>
              <a:rPr lang="en-US" b="1" cap="small" dirty="0">
                <a:solidFill>
                  <a:srgbClr val="FFFFFF"/>
                </a:solidFill>
              </a:rPr>
              <a:t>radient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escent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lgorithm</a:t>
            </a:r>
            <a:endParaRPr lang="en-IN" b="1" dirty="0"/>
          </a:p>
        </p:txBody>
      </p:sp>
      <p:sp>
        <p:nvSpPr>
          <p:cNvPr id="4" name="Google Shape;465;p26"/>
          <p:cNvSpPr txBox="1"/>
          <p:nvPr/>
        </p:nvSpPr>
        <p:spPr>
          <a:xfrm>
            <a:off x="932507" y="1185747"/>
            <a:ext cx="7242772" cy="26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Idea: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Iteratively update weights in the direction of steepest descent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5" name="Google Shape;46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3165" y="1910685"/>
            <a:ext cx="6328372" cy="29419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67;p26"/>
          <p:cNvSpPr txBox="1"/>
          <p:nvPr/>
        </p:nvSpPr>
        <p:spPr>
          <a:xfrm>
            <a:off x="1062517" y="4852656"/>
            <a:ext cx="6908351" cy="676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where 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η &gt;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0 is the </a:t>
            </a:r>
            <a:r>
              <a:rPr lang="en-US" sz="1800" dirty="0">
                <a:solidFill>
                  <a:srgbClr val="1B14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learning rate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(step size).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EC20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Intuition: Move downhill on the error surface to find the minimum.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1EE1E5-26D6-42C5-A88E-CE1CD9606153}"/>
                  </a:ext>
                </a:extLst>
              </p14:cNvPr>
              <p14:cNvContentPartPr/>
              <p14:nvPr/>
            </p14:nvContentPartPr>
            <p14:xfrm>
              <a:off x="33120" y="169560"/>
              <a:ext cx="8982360" cy="625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1EE1E5-26D6-42C5-A88E-CE1CD96061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60" y="160200"/>
                <a:ext cx="9001080" cy="626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7410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524"/>
            <a:ext cx="7970869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B</a:t>
            </a:r>
            <a:r>
              <a:rPr lang="en-US" b="1" cap="small" dirty="0">
                <a:solidFill>
                  <a:srgbClr val="FFFFFF"/>
                </a:solidFill>
              </a:rPr>
              <a:t>atch</a:t>
            </a:r>
            <a:r>
              <a:rPr lang="en-US" b="1" dirty="0">
                <a:solidFill>
                  <a:srgbClr val="FFFFFF"/>
                </a:solidFill>
              </a:rPr>
              <a:t> G</a:t>
            </a:r>
            <a:r>
              <a:rPr lang="en-US" b="1" cap="small" dirty="0">
                <a:solidFill>
                  <a:srgbClr val="FFFFFF"/>
                </a:solidFill>
              </a:rPr>
              <a:t>radient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escent</a:t>
            </a:r>
            <a:r>
              <a:rPr lang="en-US" b="1" dirty="0">
                <a:solidFill>
                  <a:srgbClr val="FFFFFF"/>
                </a:solidFill>
              </a:rPr>
              <a:t> A</a:t>
            </a:r>
            <a:r>
              <a:rPr lang="en-US" b="1" cap="small" dirty="0">
                <a:solidFill>
                  <a:srgbClr val="FFFFFF"/>
                </a:solidFill>
              </a:rPr>
              <a:t>lgorithm</a:t>
            </a:r>
            <a:endParaRPr lang="en-IN" b="1" dirty="0"/>
          </a:p>
        </p:txBody>
      </p:sp>
      <p:pic>
        <p:nvPicPr>
          <p:cNvPr id="4" name="Google Shape;48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6994" y="1204110"/>
            <a:ext cx="8148119" cy="4716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B4E330-7BF8-4335-8545-67CFABBAB3DB}"/>
                  </a:ext>
                </a:extLst>
              </p14:cNvPr>
              <p14:cNvContentPartPr/>
              <p14:nvPr/>
            </p14:nvContentPartPr>
            <p14:xfrm>
              <a:off x="1271520" y="1780920"/>
              <a:ext cx="7371360" cy="3751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B4E330-7BF8-4335-8545-67CFABBAB3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2160" y="1771560"/>
                <a:ext cx="7390080" cy="377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616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524"/>
            <a:ext cx="7970869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C</a:t>
            </a:r>
            <a:r>
              <a:rPr lang="en-US" sz="2800" b="1" cap="small" dirty="0">
                <a:solidFill>
                  <a:srgbClr val="FFFFFF"/>
                </a:solidFill>
              </a:rPr>
              <a:t>omputing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lang="en-US" sz="2800" b="1" cap="small" dirty="0">
                <a:solidFill>
                  <a:srgbClr val="FFFFFF"/>
                </a:solidFill>
              </a:rPr>
              <a:t>the</a:t>
            </a:r>
            <a:r>
              <a:rPr lang="en-US" sz="2800" b="1" dirty="0">
                <a:solidFill>
                  <a:srgbClr val="FFFFFF"/>
                </a:solidFill>
              </a:rPr>
              <a:t> G</a:t>
            </a:r>
            <a:r>
              <a:rPr lang="en-US" sz="2800" b="1" cap="small" dirty="0">
                <a:solidFill>
                  <a:srgbClr val="FFFFFF"/>
                </a:solidFill>
              </a:rPr>
              <a:t>radient</a:t>
            </a:r>
            <a:endParaRPr lang="en-IN" sz="2800" b="1" dirty="0"/>
          </a:p>
        </p:txBody>
      </p:sp>
      <p:pic>
        <p:nvPicPr>
          <p:cNvPr id="4" name="Google Shape;49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1193" y="1383152"/>
            <a:ext cx="8075691" cy="4039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754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7" y="303948"/>
            <a:ext cx="7839872" cy="430887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G</a:t>
            </a:r>
            <a:r>
              <a:rPr lang="en-US" sz="2800" b="1" cap="small" dirty="0">
                <a:solidFill>
                  <a:srgbClr val="FFFFFF"/>
                </a:solidFill>
              </a:rPr>
              <a:t>radient</a:t>
            </a:r>
            <a:r>
              <a:rPr lang="en-US" sz="2800" b="1" dirty="0">
                <a:solidFill>
                  <a:srgbClr val="FFFFFF"/>
                </a:solidFill>
              </a:rPr>
              <a:t> D</a:t>
            </a:r>
            <a:r>
              <a:rPr lang="en-US" sz="2800" b="1" cap="small" dirty="0">
                <a:solidFill>
                  <a:srgbClr val="FFFFFF"/>
                </a:solidFill>
              </a:rPr>
              <a:t>escent</a:t>
            </a:r>
            <a:r>
              <a:rPr lang="en-US" sz="2800" b="1" dirty="0">
                <a:solidFill>
                  <a:srgbClr val="FFFFFF"/>
                </a:solidFill>
              </a:rPr>
              <a:t> U</a:t>
            </a:r>
            <a:r>
              <a:rPr lang="en-US" sz="2800" b="1" cap="small" dirty="0">
                <a:solidFill>
                  <a:srgbClr val="FFFFFF"/>
                </a:solidFill>
              </a:rPr>
              <a:t>pdate</a:t>
            </a:r>
            <a:r>
              <a:rPr lang="en-US" sz="2800" b="1" dirty="0">
                <a:solidFill>
                  <a:srgbClr val="FFFFFF"/>
                </a:solidFill>
              </a:rPr>
              <a:t> R</a:t>
            </a:r>
            <a:r>
              <a:rPr lang="en-US" sz="2800" b="1" cap="small" dirty="0">
                <a:solidFill>
                  <a:srgbClr val="FFFFFF"/>
                </a:solidFill>
              </a:rPr>
              <a:t>ule</a:t>
            </a:r>
            <a:endParaRPr lang="en-IN" sz="2800" b="1" dirty="0"/>
          </a:p>
        </p:txBody>
      </p:sp>
      <p:pic>
        <p:nvPicPr>
          <p:cNvPr id="4" name="Google Shape;50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0780" y="1013988"/>
            <a:ext cx="8392563" cy="5223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4299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7" y="231524"/>
            <a:ext cx="7839872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V</a:t>
            </a:r>
            <a:r>
              <a:rPr lang="en-US" b="1" cap="small" dirty="0">
                <a:solidFill>
                  <a:srgbClr val="FFFFFF"/>
                </a:solidFill>
              </a:rPr>
              <a:t>isualizing</a:t>
            </a:r>
            <a:r>
              <a:rPr lang="en-US" b="1" dirty="0">
                <a:solidFill>
                  <a:srgbClr val="FFFFFF"/>
                </a:solidFill>
              </a:rPr>
              <a:t> G</a:t>
            </a:r>
            <a:r>
              <a:rPr lang="en-US" b="1" cap="small" dirty="0">
                <a:solidFill>
                  <a:srgbClr val="FFFFFF"/>
                </a:solidFill>
              </a:rPr>
              <a:t>radient</a:t>
            </a:r>
            <a:r>
              <a:rPr lang="en-US" b="1" dirty="0">
                <a:solidFill>
                  <a:srgbClr val="FFFFFF"/>
                </a:solidFill>
              </a:rPr>
              <a:t> D</a:t>
            </a:r>
            <a:r>
              <a:rPr lang="en-US" b="1" cap="small" dirty="0">
                <a:solidFill>
                  <a:srgbClr val="FFFFFF"/>
                </a:solidFill>
              </a:rPr>
              <a:t>escent</a:t>
            </a:r>
            <a:endParaRPr lang="en-IN" b="1" dirty="0"/>
          </a:p>
        </p:txBody>
      </p:sp>
      <p:pic>
        <p:nvPicPr>
          <p:cNvPr id="5" name="Google Shape;51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3498" y="977773"/>
            <a:ext cx="8474044" cy="54864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6798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7" y="313001"/>
            <a:ext cx="3843474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S</a:t>
            </a:r>
            <a:r>
              <a:rPr lang="en-US" b="1" cap="small" dirty="0">
                <a:solidFill>
                  <a:srgbClr val="FFFFFF"/>
                </a:solidFill>
              </a:rPr>
              <a:t>etup</a:t>
            </a:r>
            <a:endParaRPr lang="en-IN" b="1" dirty="0"/>
          </a:p>
        </p:txBody>
      </p:sp>
      <p:pic>
        <p:nvPicPr>
          <p:cNvPr id="4" name="Google Shape;56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673" y="1059255"/>
            <a:ext cx="8075691" cy="5305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254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524"/>
            <a:ext cx="7970869" cy="414857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  </a:t>
            </a:r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I</a:t>
            </a:r>
            <a:r>
              <a:rPr lang="en-US" b="1" cap="small" dirty="0">
                <a:solidFill>
                  <a:srgbClr val="FFFFFF"/>
                </a:solidFill>
              </a:rPr>
              <a:t>nitialization</a:t>
            </a:r>
            <a:endParaRPr lang="en-IN" b="1" dirty="0"/>
          </a:p>
        </p:txBody>
      </p:sp>
      <p:pic>
        <p:nvPicPr>
          <p:cNvPr id="4" name="Google Shape;57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673" y="1059255"/>
            <a:ext cx="8483097" cy="5377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7348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524"/>
            <a:ext cx="7970869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C</a:t>
            </a:r>
            <a:r>
              <a:rPr lang="en-US" b="1" cap="small" dirty="0">
                <a:solidFill>
                  <a:srgbClr val="FFFFFF"/>
                </a:solidFill>
              </a:rPr>
              <a:t>omputing</a:t>
            </a:r>
            <a:r>
              <a:rPr lang="en-US" b="1" dirty="0">
                <a:solidFill>
                  <a:srgbClr val="FFFFFF"/>
                </a:solidFill>
              </a:rPr>
              <a:t> G</a:t>
            </a:r>
            <a:r>
              <a:rPr lang="en-US" b="1" cap="small" dirty="0">
                <a:solidFill>
                  <a:srgbClr val="FFFFFF"/>
                </a:solidFill>
              </a:rPr>
              <a:t>radient</a:t>
            </a:r>
            <a:endParaRPr lang="en-IN" b="1" dirty="0"/>
          </a:p>
        </p:txBody>
      </p:sp>
      <p:pic>
        <p:nvPicPr>
          <p:cNvPr id="4" name="Google Shape;59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765" y="1068310"/>
            <a:ext cx="8139066" cy="509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385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524"/>
            <a:ext cx="7970869" cy="414857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  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W</a:t>
            </a:r>
            <a:r>
              <a:rPr lang="en-US" b="1" cap="small" dirty="0">
                <a:solidFill>
                  <a:srgbClr val="FFFFFF"/>
                </a:solidFill>
              </a:rPr>
              <a:t>eight</a:t>
            </a:r>
            <a:r>
              <a:rPr lang="en-US" b="1" dirty="0">
                <a:solidFill>
                  <a:srgbClr val="FFFFFF"/>
                </a:solidFill>
              </a:rPr>
              <a:t> U</a:t>
            </a:r>
            <a:r>
              <a:rPr lang="en-US" b="1" cap="small" dirty="0">
                <a:solidFill>
                  <a:srgbClr val="FFFFFF"/>
                </a:solidFill>
              </a:rPr>
              <a:t>pdate</a:t>
            </a:r>
            <a:endParaRPr lang="en-IN" b="1" dirty="0"/>
          </a:p>
        </p:txBody>
      </p:sp>
      <p:pic>
        <p:nvPicPr>
          <p:cNvPr id="4" name="Google Shape;60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2962" y="959667"/>
            <a:ext cx="8691326" cy="5015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3993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1524"/>
            <a:ext cx="7970869" cy="682876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N</a:t>
            </a:r>
            <a:r>
              <a:rPr lang="en-US" b="1" cap="small" dirty="0">
                <a:solidFill>
                  <a:srgbClr val="FFFFFF"/>
                </a:solidFill>
              </a:rPr>
              <a:t>umerical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xample</a:t>
            </a:r>
            <a:r>
              <a:rPr lang="en-US" b="1" dirty="0">
                <a:solidFill>
                  <a:srgbClr val="FFFFFF"/>
                </a:solidFill>
              </a:rPr>
              <a:t>: N</a:t>
            </a:r>
            <a:r>
              <a:rPr lang="en-US" b="1" cap="small" dirty="0">
                <a:solidFill>
                  <a:srgbClr val="FFFFFF"/>
                </a:solidFill>
              </a:rPr>
              <a:t>ew</a:t>
            </a:r>
            <a:r>
              <a:rPr lang="en-US" b="1" dirty="0">
                <a:solidFill>
                  <a:srgbClr val="FFFFFF"/>
                </a:solidFill>
              </a:rPr>
              <a:t> L</a:t>
            </a:r>
            <a:r>
              <a:rPr lang="en-US" b="1" cap="small" dirty="0">
                <a:solidFill>
                  <a:srgbClr val="FFFFFF"/>
                </a:solidFill>
              </a:rPr>
              <a:t>oss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1" y="995881"/>
            <a:ext cx="8320135" cy="494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97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37"/>
          <p:cNvGrpSpPr/>
          <p:nvPr/>
        </p:nvGrpSpPr>
        <p:grpSpPr>
          <a:xfrm>
            <a:off x="3755076" y="2201855"/>
            <a:ext cx="685798" cy="457200"/>
            <a:chOff x="2367784" y="848642"/>
            <a:chExt cx="432434" cy="288290"/>
          </a:xfrm>
        </p:grpSpPr>
        <p:sp>
          <p:nvSpPr>
            <p:cNvPr id="624" name="Google Shape;624;p37"/>
            <p:cNvSpPr/>
            <p:nvPr/>
          </p:nvSpPr>
          <p:spPr>
            <a:xfrm>
              <a:off x="2367784" y="848642"/>
              <a:ext cx="432434" cy="288290"/>
            </a:xfrm>
            <a:custGeom>
              <a:avLst/>
              <a:gdLst/>
              <a:ahLst/>
              <a:cxnLst/>
              <a:rect l="l" t="t" r="r" b="b"/>
              <a:pathLst>
                <a:path w="432435" h="288290" extrusionOk="0">
                  <a:moveTo>
                    <a:pt x="432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432004" y="288004"/>
                  </a:lnTo>
                  <a:lnTo>
                    <a:pt x="432004" y="0"/>
                  </a:lnTo>
                  <a:close/>
                </a:path>
              </a:pathLst>
            </a:custGeom>
            <a:solidFill>
              <a:srgbClr val="99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2367784" y="848642"/>
              <a:ext cx="432434" cy="288290"/>
            </a:xfrm>
            <a:custGeom>
              <a:avLst/>
              <a:gdLst/>
              <a:ahLst/>
              <a:cxnLst/>
              <a:rect l="l" t="t" r="r" b="b"/>
              <a:pathLst>
                <a:path w="432435" h="288290" extrusionOk="0">
                  <a:moveTo>
                    <a:pt x="0" y="288004"/>
                  </a:moveTo>
                  <a:lnTo>
                    <a:pt x="432004" y="288004"/>
                  </a:lnTo>
                  <a:lnTo>
                    <a:pt x="432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10100" cap="flat" cmpd="sng">
              <a:solidFill>
                <a:srgbClr val="66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26" name="Google Shape;626;p37"/>
          <p:cNvSpPr txBox="1"/>
          <p:nvPr/>
        </p:nvSpPr>
        <p:spPr>
          <a:xfrm>
            <a:off x="3763103" y="2283138"/>
            <a:ext cx="669687" cy="24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algn="ctr" defTabSz="1450147"/>
            <a:r>
              <a:rPr lang="en-US" b="1"/>
              <a:t>X</a:t>
            </a:r>
            <a:endParaRPr/>
          </a:p>
        </p:txBody>
      </p:sp>
      <p:sp>
        <p:nvSpPr>
          <p:cNvPr id="627" name="Google Shape;627;p37"/>
          <p:cNvSpPr txBox="1"/>
          <p:nvPr/>
        </p:nvSpPr>
        <p:spPr>
          <a:xfrm>
            <a:off x="5598110" y="2201855"/>
            <a:ext cx="685798" cy="284583"/>
          </a:xfrm>
          <a:prstGeom prst="rect">
            <a:avLst/>
          </a:prstGeom>
          <a:solidFill>
            <a:srgbClr val="99CCCC"/>
          </a:solidFill>
          <a:ln w="10100" cap="flat" cmpd="sng">
            <a:solidFill>
              <a:srgbClr val="66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8471" rIns="0" bIns="0" anchor="t" anchorCtr="0">
            <a:spAutoFit/>
          </a:bodyPr>
          <a:lstStyle/>
          <a:p>
            <a:pPr algn="ctr" defTabSz="1450147"/>
            <a:r>
              <a:rPr lang="en-US" b="1"/>
              <a:t>y</a:t>
            </a:r>
            <a:endParaRPr/>
          </a:p>
        </p:txBody>
      </p:sp>
      <p:grpSp>
        <p:nvGrpSpPr>
          <p:cNvPr id="628" name="Google Shape;628;p37"/>
          <p:cNvGrpSpPr/>
          <p:nvPr/>
        </p:nvGrpSpPr>
        <p:grpSpPr>
          <a:xfrm>
            <a:off x="3812169" y="3188491"/>
            <a:ext cx="570996" cy="570996"/>
            <a:chOff x="2403784" y="1470770"/>
            <a:chExt cx="360045" cy="360045"/>
          </a:xfrm>
        </p:grpSpPr>
        <p:sp>
          <p:nvSpPr>
            <p:cNvPr id="629" name="Google Shape;629;p37"/>
            <p:cNvSpPr/>
            <p:nvPr/>
          </p:nvSpPr>
          <p:spPr>
            <a:xfrm>
              <a:off x="2403784" y="147077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180002" y="0"/>
                  </a:move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0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9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9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0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2403784" y="147077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360004" y="180002"/>
                  </a:move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0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0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9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9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close/>
                </a:path>
              </a:pathLst>
            </a:custGeom>
            <a:noFill/>
            <a:ln w="10100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31" name="Google Shape;631;p37"/>
          <p:cNvSpPr txBox="1"/>
          <p:nvPr/>
        </p:nvSpPr>
        <p:spPr>
          <a:xfrm>
            <a:off x="3992019" y="3289018"/>
            <a:ext cx="211480" cy="23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defTabSz="1450147"/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32" name="Google Shape;632;p37"/>
          <p:cNvSpPr txBox="1"/>
          <p:nvPr/>
        </p:nvSpPr>
        <p:spPr>
          <a:xfrm>
            <a:off x="3755076" y="4289310"/>
            <a:ext cx="685798" cy="281541"/>
          </a:xfrm>
          <a:prstGeom prst="rect">
            <a:avLst/>
          </a:prstGeom>
          <a:solidFill>
            <a:srgbClr val="9999FF"/>
          </a:solidFill>
          <a:ln w="10100" cap="flat" cmpd="sng">
            <a:solidFill>
              <a:srgbClr val="666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5458" rIns="0" bIns="0" anchor="t" anchorCtr="0">
            <a:spAutoFit/>
          </a:bodyPr>
          <a:lstStyle/>
          <a:p>
            <a:pPr algn="ctr" defTabSz="1450147"/>
            <a:r>
              <a:rPr lang="en-US" b="1"/>
              <a:t>y</a:t>
            </a:r>
            <a:r>
              <a:rPr lang="en-US" baseline="30000">
                <a:latin typeface="Tahoma"/>
                <a:ea typeface="Tahoma"/>
                <a:cs typeface="Tahoma"/>
                <a:sym typeface="Tahoma"/>
              </a:rPr>
              <a:t>ˆ</a:t>
            </a:r>
            <a:endParaRPr baseline="30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33" name="Google Shape;633;p37"/>
          <p:cNvGrpSpPr/>
          <p:nvPr/>
        </p:nvGrpSpPr>
        <p:grpSpPr>
          <a:xfrm>
            <a:off x="5141362" y="4232220"/>
            <a:ext cx="570996" cy="570996"/>
            <a:chOff x="3241914" y="2128899"/>
            <a:chExt cx="360045" cy="360045"/>
          </a:xfrm>
        </p:grpSpPr>
        <p:sp>
          <p:nvSpPr>
            <p:cNvPr id="634" name="Google Shape;634;p37"/>
            <p:cNvSpPr/>
            <p:nvPr/>
          </p:nvSpPr>
          <p:spPr>
            <a:xfrm>
              <a:off x="3241914" y="2128899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 extrusionOk="0">
                  <a:moveTo>
                    <a:pt x="180002" y="0"/>
                  </a:move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0"/>
                  </a:lnTo>
                  <a:lnTo>
                    <a:pt x="24575" y="89150"/>
                  </a:lnTo>
                  <a:lnTo>
                    <a:pt x="6429" y="132149"/>
                  </a:lnTo>
                  <a:lnTo>
                    <a:pt x="0" y="180001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8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8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1"/>
                  </a:lnTo>
                  <a:lnTo>
                    <a:pt x="353574" y="132149"/>
                  </a:lnTo>
                  <a:lnTo>
                    <a:pt x="335428" y="89150"/>
                  </a:lnTo>
                  <a:lnTo>
                    <a:pt x="307283" y="52720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241914" y="2128899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 extrusionOk="0">
                  <a:moveTo>
                    <a:pt x="360004" y="180001"/>
                  </a:moveTo>
                  <a:lnTo>
                    <a:pt x="353574" y="132149"/>
                  </a:lnTo>
                  <a:lnTo>
                    <a:pt x="335428" y="89150"/>
                  </a:lnTo>
                  <a:lnTo>
                    <a:pt x="307283" y="52720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lnTo>
                    <a:pt x="132150" y="6429"/>
                  </a:lnTo>
                  <a:lnTo>
                    <a:pt x="89151" y="24575"/>
                  </a:lnTo>
                  <a:lnTo>
                    <a:pt x="52720" y="52720"/>
                  </a:lnTo>
                  <a:lnTo>
                    <a:pt x="24575" y="89150"/>
                  </a:lnTo>
                  <a:lnTo>
                    <a:pt x="6429" y="132149"/>
                  </a:lnTo>
                  <a:lnTo>
                    <a:pt x="0" y="180001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8"/>
                  </a:lnTo>
                  <a:lnTo>
                    <a:pt x="132150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8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1"/>
                  </a:lnTo>
                  <a:close/>
                </a:path>
              </a:pathLst>
            </a:custGeom>
            <a:noFill/>
            <a:ln w="10100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36" name="Google Shape;636;p37"/>
          <p:cNvSpPr txBox="1"/>
          <p:nvPr/>
        </p:nvSpPr>
        <p:spPr>
          <a:xfrm>
            <a:off x="5321203" y="4332723"/>
            <a:ext cx="211480" cy="23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defTabSz="1450147"/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37" name="Google Shape;637;p37"/>
          <p:cNvSpPr txBox="1"/>
          <p:nvPr/>
        </p:nvSpPr>
        <p:spPr>
          <a:xfrm>
            <a:off x="5084269" y="5218853"/>
            <a:ext cx="685798" cy="305923"/>
          </a:xfrm>
          <a:prstGeom prst="rect">
            <a:avLst/>
          </a:prstGeom>
          <a:solidFill>
            <a:srgbClr val="9999FF"/>
          </a:solidFill>
          <a:ln w="10100" cap="flat" cmpd="sng">
            <a:solidFill>
              <a:srgbClr val="666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9604" rIns="0" bIns="0" anchor="t" anchorCtr="0">
            <a:spAutoFit/>
          </a:bodyPr>
          <a:lstStyle/>
          <a:p>
            <a:pPr algn="ctr" defTabSz="1450147"/>
            <a:r>
              <a:rPr lang="en-US" b="1"/>
              <a:t>e</a:t>
            </a:r>
            <a:endParaRPr/>
          </a:p>
        </p:txBody>
      </p:sp>
      <p:grpSp>
        <p:nvGrpSpPr>
          <p:cNvPr id="638" name="Google Shape;638;p37"/>
          <p:cNvGrpSpPr/>
          <p:nvPr/>
        </p:nvGrpSpPr>
        <p:grpSpPr>
          <a:xfrm>
            <a:off x="6356372" y="5087172"/>
            <a:ext cx="721045" cy="721045"/>
            <a:chOff x="4008045" y="2667994"/>
            <a:chExt cx="454659" cy="454659"/>
          </a:xfrm>
        </p:grpSpPr>
        <p:sp>
          <p:nvSpPr>
            <p:cNvPr id="639" name="Google Shape;639;p37"/>
            <p:cNvSpPr/>
            <p:nvPr/>
          </p:nvSpPr>
          <p:spPr>
            <a:xfrm>
              <a:off x="4008045" y="2667994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60" h="454660" extrusionOk="0">
                  <a:moveTo>
                    <a:pt x="227035" y="0"/>
                  </a:moveTo>
                  <a:lnTo>
                    <a:pt x="181279" y="4612"/>
                  </a:lnTo>
                  <a:lnTo>
                    <a:pt x="138662" y="17841"/>
                  </a:lnTo>
                  <a:lnTo>
                    <a:pt x="100097" y="38773"/>
                  </a:lnTo>
                  <a:lnTo>
                    <a:pt x="66496" y="66496"/>
                  </a:lnTo>
                  <a:lnTo>
                    <a:pt x="38773" y="100097"/>
                  </a:lnTo>
                  <a:lnTo>
                    <a:pt x="17841" y="138662"/>
                  </a:lnTo>
                  <a:lnTo>
                    <a:pt x="4612" y="181279"/>
                  </a:lnTo>
                  <a:lnTo>
                    <a:pt x="0" y="227035"/>
                  </a:lnTo>
                  <a:lnTo>
                    <a:pt x="4612" y="272791"/>
                  </a:lnTo>
                  <a:lnTo>
                    <a:pt x="17841" y="315408"/>
                  </a:lnTo>
                  <a:lnTo>
                    <a:pt x="38773" y="353973"/>
                  </a:lnTo>
                  <a:lnTo>
                    <a:pt x="66496" y="387574"/>
                  </a:lnTo>
                  <a:lnTo>
                    <a:pt x="100097" y="415297"/>
                  </a:lnTo>
                  <a:lnTo>
                    <a:pt x="138662" y="436229"/>
                  </a:lnTo>
                  <a:lnTo>
                    <a:pt x="181279" y="449458"/>
                  </a:lnTo>
                  <a:lnTo>
                    <a:pt x="227035" y="454070"/>
                  </a:lnTo>
                  <a:lnTo>
                    <a:pt x="272791" y="449458"/>
                  </a:lnTo>
                  <a:lnTo>
                    <a:pt x="315408" y="436229"/>
                  </a:lnTo>
                  <a:lnTo>
                    <a:pt x="353973" y="415297"/>
                  </a:lnTo>
                  <a:lnTo>
                    <a:pt x="387574" y="387574"/>
                  </a:lnTo>
                  <a:lnTo>
                    <a:pt x="415297" y="353973"/>
                  </a:lnTo>
                  <a:lnTo>
                    <a:pt x="436229" y="315408"/>
                  </a:lnTo>
                  <a:lnTo>
                    <a:pt x="449458" y="272791"/>
                  </a:lnTo>
                  <a:lnTo>
                    <a:pt x="454070" y="227035"/>
                  </a:lnTo>
                  <a:lnTo>
                    <a:pt x="449458" y="181279"/>
                  </a:lnTo>
                  <a:lnTo>
                    <a:pt x="436229" y="138662"/>
                  </a:lnTo>
                  <a:lnTo>
                    <a:pt x="415297" y="100097"/>
                  </a:lnTo>
                  <a:lnTo>
                    <a:pt x="387574" y="66496"/>
                  </a:lnTo>
                  <a:lnTo>
                    <a:pt x="353973" y="38773"/>
                  </a:lnTo>
                  <a:lnTo>
                    <a:pt x="315408" y="17841"/>
                  </a:lnTo>
                  <a:lnTo>
                    <a:pt x="272791" y="4612"/>
                  </a:lnTo>
                  <a:lnTo>
                    <a:pt x="227035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4008045" y="2667994"/>
              <a:ext cx="454659" cy="454659"/>
            </a:xfrm>
            <a:custGeom>
              <a:avLst/>
              <a:gdLst/>
              <a:ahLst/>
              <a:cxnLst/>
              <a:rect l="l" t="t" r="r" b="b"/>
              <a:pathLst>
                <a:path w="454660" h="454660" extrusionOk="0">
                  <a:moveTo>
                    <a:pt x="454070" y="227035"/>
                  </a:moveTo>
                  <a:lnTo>
                    <a:pt x="449458" y="181279"/>
                  </a:lnTo>
                  <a:lnTo>
                    <a:pt x="436229" y="138662"/>
                  </a:lnTo>
                  <a:lnTo>
                    <a:pt x="415297" y="100097"/>
                  </a:lnTo>
                  <a:lnTo>
                    <a:pt x="387574" y="66496"/>
                  </a:lnTo>
                  <a:lnTo>
                    <a:pt x="353973" y="38773"/>
                  </a:lnTo>
                  <a:lnTo>
                    <a:pt x="315408" y="17841"/>
                  </a:lnTo>
                  <a:lnTo>
                    <a:pt x="272791" y="4612"/>
                  </a:lnTo>
                  <a:lnTo>
                    <a:pt x="227035" y="0"/>
                  </a:lnTo>
                  <a:lnTo>
                    <a:pt x="181279" y="4612"/>
                  </a:lnTo>
                  <a:lnTo>
                    <a:pt x="138662" y="17841"/>
                  </a:lnTo>
                  <a:lnTo>
                    <a:pt x="100097" y="38773"/>
                  </a:lnTo>
                  <a:lnTo>
                    <a:pt x="66496" y="66496"/>
                  </a:lnTo>
                  <a:lnTo>
                    <a:pt x="38773" y="100097"/>
                  </a:lnTo>
                  <a:lnTo>
                    <a:pt x="17841" y="138662"/>
                  </a:lnTo>
                  <a:lnTo>
                    <a:pt x="4612" y="181279"/>
                  </a:lnTo>
                  <a:lnTo>
                    <a:pt x="0" y="227035"/>
                  </a:lnTo>
                  <a:lnTo>
                    <a:pt x="4612" y="272791"/>
                  </a:lnTo>
                  <a:lnTo>
                    <a:pt x="17841" y="315408"/>
                  </a:lnTo>
                  <a:lnTo>
                    <a:pt x="38773" y="353973"/>
                  </a:lnTo>
                  <a:lnTo>
                    <a:pt x="66496" y="387574"/>
                  </a:lnTo>
                  <a:lnTo>
                    <a:pt x="100097" y="415297"/>
                  </a:lnTo>
                  <a:lnTo>
                    <a:pt x="138662" y="436229"/>
                  </a:lnTo>
                  <a:lnTo>
                    <a:pt x="181279" y="449458"/>
                  </a:lnTo>
                  <a:lnTo>
                    <a:pt x="227035" y="454070"/>
                  </a:lnTo>
                  <a:lnTo>
                    <a:pt x="272791" y="449458"/>
                  </a:lnTo>
                  <a:lnTo>
                    <a:pt x="315408" y="436229"/>
                  </a:lnTo>
                  <a:lnTo>
                    <a:pt x="353973" y="415297"/>
                  </a:lnTo>
                  <a:lnTo>
                    <a:pt x="387574" y="387574"/>
                  </a:lnTo>
                  <a:lnTo>
                    <a:pt x="415297" y="353973"/>
                  </a:lnTo>
                  <a:lnTo>
                    <a:pt x="436229" y="315408"/>
                  </a:lnTo>
                  <a:lnTo>
                    <a:pt x="449458" y="272791"/>
                  </a:lnTo>
                  <a:lnTo>
                    <a:pt x="454070" y="227035"/>
                  </a:lnTo>
                  <a:close/>
                </a:path>
              </a:pathLst>
            </a:custGeom>
            <a:noFill/>
            <a:ln w="10100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pic>
          <p:nvPicPr>
            <p:cNvPr id="641" name="Google Shape;641;p3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103128" y="2830144"/>
              <a:ext cx="34925" cy="139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2" name="Google Shape;642;p37"/>
          <p:cNvSpPr txBox="1"/>
          <p:nvPr/>
        </p:nvSpPr>
        <p:spPr>
          <a:xfrm>
            <a:off x="6620485" y="5270628"/>
            <a:ext cx="101712" cy="23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defTabSz="1450147"/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·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643" name="Google Shape;64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5618" y="5344325"/>
            <a:ext cx="55388" cy="221551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7"/>
          <p:cNvSpPr txBox="1"/>
          <p:nvPr/>
        </p:nvSpPr>
        <p:spPr>
          <a:xfrm>
            <a:off x="6840255" y="5266136"/>
            <a:ext cx="120846" cy="23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/>
              <a:t>2</a:t>
            </a:r>
            <a:endParaRPr/>
          </a:p>
        </p:txBody>
      </p:sp>
      <p:sp>
        <p:nvSpPr>
          <p:cNvPr id="645" name="Google Shape;645;p37"/>
          <p:cNvSpPr txBox="1"/>
          <p:nvPr/>
        </p:nvSpPr>
        <p:spPr>
          <a:xfrm>
            <a:off x="7663469" y="5218854"/>
            <a:ext cx="685798" cy="277457"/>
          </a:xfrm>
          <a:prstGeom prst="rect">
            <a:avLst/>
          </a:prstGeom>
          <a:solidFill>
            <a:srgbClr val="E599B2"/>
          </a:solidFill>
          <a:ln w="10100" cap="flat" cmpd="sng">
            <a:solidFill>
              <a:srgbClr val="D866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1414" rIns="0" bIns="0" anchor="t" anchorCtr="0">
            <a:spAutoFit/>
          </a:bodyPr>
          <a:lstStyle/>
          <a:p>
            <a:pPr marL="121853" defTabSz="1450147"/>
            <a:r>
              <a:rPr lang="en-US" i="1"/>
              <a:t>J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b="1"/>
              <a:t>w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)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46" name="Google Shape;646;p37"/>
          <p:cNvGrpSpPr/>
          <p:nvPr/>
        </p:nvGrpSpPr>
        <p:grpSpPr>
          <a:xfrm>
            <a:off x="2605185" y="2609458"/>
            <a:ext cx="5050370" cy="2879618"/>
            <a:chOff x="1642713" y="1105658"/>
            <a:chExt cx="3184539" cy="1815759"/>
          </a:xfrm>
        </p:grpSpPr>
        <p:sp>
          <p:nvSpPr>
            <p:cNvPr id="647" name="Google Shape;647;p37"/>
            <p:cNvSpPr/>
            <p:nvPr/>
          </p:nvSpPr>
          <p:spPr>
            <a:xfrm>
              <a:off x="2583786" y="1141707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120000" h="291465" extrusionOk="0">
                  <a:moveTo>
                    <a:pt x="0" y="0"/>
                  </a:moveTo>
                  <a:lnTo>
                    <a:pt x="0" y="291105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48" name="Google Shape;648;p37"/>
            <p:cNvSpPr/>
            <p:nvPr/>
          </p:nvSpPr>
          <p:spPr>
            <a:xfrm>
              <a:off x="2557469" y="141307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 extrusionOk="0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49" name="Google Shape;649;p37"/>
            <p:cNvSpPr/>
            <p:nvPr/>
          </p:nvSpPr>
          <p:spPr>
            <a:xfrm>
              <a:off x="1642713" y="1105658"/>
              <a:ext cx="781050" cy="399415"/>
            </a:xfrm>
            <a:custGeom>
              <a:avLst/>
              <a:gdLst/>
              <a:ahLst/>
              <a:cxnLst/>
              <a:rect l="l" t="t" r="r" b="b"/>
              <a:pathLst>
                <a:path w="781050" h="399415" extrusionOk="0">
                  <a:moveTo>
                    <a:pt x="0" y="0"/>
                  </a:moveTo>
                  <a:lnTo>
                    <a:pt x="780924" y="399279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0" name="Google Shape;650;p37"/>
            <p:cNvSpPr/>
            <p:nvPr/>
          </p:nvSpPr>
          <p:spPr>
            <a:xfrm>
              <a:off x="2394084" y="1472522"/>
              <a:ext cx="59055" cy="47625"/>
            </a:xfrm>
            <a:custGeom>
              <a:avLst/>
              <a:gdLst/>
              <a:ahLst/>
              <a:cxnLst/>
              <a:rect l="l" t="t" r="r" b="b"/>
              <a:pathLst>
                <a:path w="59055" h="47625" extrusionOk="0">
                  <a:moveTo>
                    <a:pt x="23959" y="0"/>
                  </a:moveTo>
                  <a:lnTo>
                    <a:pt x="29553" y="32416"/>
                  </a:lnTo>
                  <a:lnTo>
                    <a:pt x="0" y="46862"/>
                  </a:lnTo>
                  <a:lnTo>
                    <a:pt x="58842" y="47391"/>
                  </a:lnTo>
                  <a:lnTo>
                    <a:pt x="23959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1" name="Google Shape;651;p37"/>
            <p:cNvSpPr/>
            <p:nvPr/>
          </p:nvSpPr>
          <p:spPr>
            <a:xfrm>
              <a:off x="2583786" y="1835836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120000" h="291464" extrusionOk="0">
                  <a:moveTo>
                    <a:pt x="0" y="0"/>
                  </a:moveTo>
                  <a:lnTo>
                    <a:pt x="0" y="291105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2" name="Google Shape;652;p37"/>
            <p:cNvSpPr/>
            <p:nvPr/>
          </p:nvSpPr>
          <p:spPr>
            <a:xfrm>
              <a:off x="2557469" y="2107203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 extrusionOk="0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3" name="Google Shape;653;p37"/>
            <p:cNvSpPr/>
            <p:nvPr/>
          </p:nvSpPr>
          <p:spPr>
            <a:xfrm>
              <a:off x="2804849" y="2308901"/>
              <a:ext cx="399415" cy="0"/>
            </a:xfrm>
            <a:custGeom>
              <a:avLst/>
              <a:gdLst/>
              <a:ahLst/>
              <a:cxnLst/>
              <a:rect l="l" t="t" r="r" b="b"/>
              <a:pathLst>
                <a:path w="399414" h="120000" extrusionOk="0">
                  <a:moveTo>
                    <a:pt x="0" y="0"/>
                  </a:moveTo>
                  <a:lnTo>
                    <a:pt x="399108" y="0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4" name="Google Shape;654;p37"/>
            <p:cNvSpPr/>
            <p:nvPr/>
          </p:nvSpPr>
          <p:spPr>
            <a:xfrm>
              <a:off x="3184219" y="228258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 extrusionOk="0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5" name="Google Shape;655;p37"/>
            <p:cNvSpPr/>
            <p:nvPr/>
          </p:nvSpPr>
          <p:spPr>
            <a:xfrm>
              <a:off x="3474007" y="1141707"/>
              <a:ext cx="235585" cy="955675"/>
            </a:xfrm>
            <a:custGeom>
              <a:avLst/>
              <a:gdLst/>
              <a:ahLst/>
              <a:cxnLst/>
              <a:rect l="l" t="t" r="r" b="b"/>
              <a:pathLst>
                <a:path w="235585" h="955675" extrusionOk="0">
                  <a:moveTo>
                    <a:pt x="235251" y="0"/>
                  </a:moveTo>
                  <a:lnTo>
                    <a:pt x="0" y="955559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6" name="Google Shape;656;p37"/>
            <p:cNvSpPr/>
            <p:nvPr/>
          </p:nvSpPr>
          <p:spPr>
            <a:xfrm>
              <a:off x="3453172" y="2071812"/>
              <a:ext cx="51435" cy="57785"/>
            </a:xfrm>
            <a:custGeom>
              <a:avLst/>
              <a:gdLst/>
              <a:ahLst/>
              <a:cxnLst/>
              <a:rect l="l" t="t" r="r" b="b"/>
              <a:pathLst>
                <a:path w="51435" h="57785" extrusionOk="0">
                  <a:moveTo>
                    <a:pt x="51106" y="12581"/>
                  </a:moveTo>
                  <a:lnTo>
                    <a:pt x="20835" y="25455"/>
                  </a:lnTo>
                  <a:lnTo>
                    <a:pt x="0" y="0"/>
                  </a:lnTo>
                  <a:lnTo>
                    <a:pt x="12972" y="57397"/>
                  </a:lnTo>
                  <a:lnTo>
                    <a:pt x="51106" y="12581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7" name="Google Shape;657;p37"/>
            <p:cNvSpPr/>
            <p:nvPr/>
          </p:nvSpPr>
          <p:spPr>
            <a:xfrm>
              <a:off x="3421917" y="2493964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w="120000" h="219710" extrusionOk="0">
                  <a:moveTo>
                    <a:pt x="0" y="0"/>
                  </a:moveTo>
                  <a:lnTo>
                    <a:pt x="0" y="219105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8" name="Google Shape;658;p37"/>
            <p:cNvSpPr/>
            <p:nvPr/>
          </p:nvSpPr>
          <p:spPr>
            <a:xfrm>
              <a:off x="3395600" y="269333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 extrusionOk="0">
                  <a:moveTo>
                    <a:pt x="52633" y="0"/>
                  </a:moveTo>
                  <a:lnTo>
                    <a:pt x="26316" y="19737"/>
                  </a:lnTo>
                  <a:lnTo>
                    <a:pt x="0" y="0"/>
                  </a:lnTo>
                  <a:lnTo>
                    <a:pt x="26316" y="52634"/>
                  </a:lnTo>
                  <a:lnTo>
                    <a:pt x="52633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59" name="Google Shape;659;p37"/>
            <p:cNvSpPr/>
            <p:nvPr/>
          </p:nvSpPr>
          <p:spPr>
            <a:xfrm>
              <a:off x="3642980" y="2895029"/>
              <a:ext cx="327660" cy="0"/>
            </a:xfrm>
            <a:custGeom>
              <a:avLst/>
              <a:gdLst/>
              <a:ahLst/>
              <a:cxnLst/>
              <a:rect l="l" t="t" r="r" b="b"/>
              <a:pathLst>
                <a:path w="327660" h="120000" extrusionOk="0">
                  <a:moveTo>
                    <a:pt x="0" y="0"/>
                  </a:moveTo>
                  <a:lnTo>
                    <a:pt x="327108" y="0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>
              <a:off x="3950350" y="286871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 extrusionOk="0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>
              <a:off x="4467177" y="2895029"/>
              <a:ext cx="327660" cy="0"/>
            </a:xfrm>
            <a:custGeom>
              <a:avLst/>
              <a:gdLst/>
              <a:ahLst/>
              <a:cxnLst/>
              <a:rect l="l" t="t" r="r" b="b"/>
              <a:pathLst>
                <a:path w="327660" h="120000" extrusionOk="0">
                  <a:moveTo>
                    <a:pt x="0" y="0"/>
                  </a:moveTo>
                  <a:lnTo>
                    <a:pt x="327108" y="0"/>
                  </a:lnTo>
                </a:path>
              </a:pathLst>
            </a:custGeom>
            <a:noFill/>
            <a:ln w="10100" cap="flat" cmpd="sng">
              <a:solidFill>
                <a:srgbClr val="4C4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>
              <a:off x="4774547" y="2868712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 extrusionOk="0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4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63" name="Google Shape;663;p37"/>
          <p:cNvSpPr txBox="1"/>
          <p:nvPr/>
        </p:nvSpPr>
        <p:spPr>
          <a:xfrm>
            <a:off x="1901026" y="3188490"/>
            <a:ext cx="707955" cy="242596"/>
          </a:xfrm>
          <a:prstGeom prst="rect">
            <a:avLst/>
          </a:prstGeom>
          <a:solidFill>
            <a:srgbClr val="99FF99"/>
          </a:solidFill>
          <a:ln w="10100" cap="flat" cmpd="sng">
            <a:solidFill>
              <a:srgbClr val="66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7370" rIns="0" bIns="0" anchor="t" anchorCtr="0">
            <a:spAutoFit/>
          </a:bodyPr>
          <a:lstStyle/>
          <a:p>
            <a:pPr marL="71500" defTabSz="1450147"/>
            <a:r>
              <a:rPr lang="en-US" sz="1200" b="1" baseline="-25000" dirty="0"/>
              <a:t>w</a:t>
            </a:r>
            <a:r>
              <a:rPr lang="en-US" sz="1200" dirty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 i="1" dirty="0"/>
              <a:t>t </a:t>
            </a:r>
            <a:r>
              <a:rPr lang="en-US" sz="1200" dirty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200" dirty="0"/>
              <a:t>1</a:t>
            </a:r>
            <a:r>
              <a:rPr lang="en-US" sz="1200" dirty="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 dirty="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664" name="Google Shape;664;p37"/>
          <p:cNvGrpSpPr/>
          <p:nvPr/>
        </p:nvGrpSpPr>
        <p:grpSpPr>
          <a:xfrm>
            <a:off x="1969134" y="4175127"/>
            <a:ext cx="570996" cy="570996"/>
            <a:chOff x="1241648" y="2092899"/>
            <a:chExt cx="360045" cy="360045"/>
          </a:xfrm>
        </p:grpSpPr>
        <p:sp>
          <p:nvSpPr>
            <p:cNvPr id="665" name="Google Shape;665;p37"/>
            <p:cNvSpPr/>
            <p:nvPr/>
          </p:nvSpPr>
          <p:spPr>
            <a:xfrm>
              <a:off x="1241648" y="2092899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180002" y="0"/>
                  </a:moveTo>
                  <a:lnTo>
                    <a:pt x="132149" y="6429"/>
                  </a:lnTo>
                  <a:lnTo>
                    <a:pt x="89151" y="24575"/>
                  </a:lnTo>
                  <a:lnTo>
                    <a:pt x="52720" y="52720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8"/>
                  </a:lnTo>
                  <a:lnTo>
                    <a:pt x="132149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8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0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>
              <a:off x="1241648" y="2092899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 extrusionOk="0">
                  <a:moveTo>
                    <a:pt x="360004" y="180002"/>
                  </a:moveTo>
                  <a:lnTo>
                    <a:pt x="353574" y="132150"/>
                  </a:lnTo>
                  <a:lnTo>
                    <a:pt x="335428" y="89151"/>
                  </a:lnTo>
                  <a:lnTo>
                    <a:pt x="307283" y="52720"/>
                  </a:lnTo>
                  <a:lnTo>
                    <a:pt x="270853" y="24575"/>
                  </a:lnTo>
                  <a:lnTo>
                    <a:pt x="227854" y="6429"/>
                  </a:lnTo>
                  <a:lnTo>
                    <a:pt x="180002" y="0"/>
                  </a:lnTo>
                  <a:lnTo>
                    <a:pt x="132149" y="6429"/>
                  </a:lnTo>
                  <a:lnTo>
                    <a:pt x="89151" y="24575"/>
                  </a:lnTo>
                  <a:lnTo>
                    <a:pt x="52720" y="52720"/>
                  </a:lnTo>
                  <a:lnTo>
                    <a:pt x="24575" y="89151"/>
                  </a:lnTo>
                  <a:lnTo>
                    <a:pt x="6429" y="132150"/>
                  </a:lnTo>
                  <a:lnTo>
                    <a:pt x="0" y="180002"/>
                  </a:lnTo>
                  <a:lnTo>
                    <a:pt x="6429" y="227854"/>
                  </a:lnTo>
                  <a:lnTo>
                    <a:pt x="24575" y="270853"/>
                  </a:lnTo>
                  <a:lnTo>
                    <a:pt x="52720" y="307283"/>
                  </a:lnTo>
                  <a:lnTo>
                    <a:pt x="89151" y="335428"/>
                  </a:lnTo>
                  <a:lnTo>
                    <a:pt x="132149" y="353574"/>
                  </a:lnTo>
                  <a:lnTo>
                    <a:pt x="180002" y="360004"/>
                  </a:lnTo>
                  <a:lnTo>
                    <a:pt x="227854" y="353574"/>
                  </a:lnTo>
                  <a:lnTo>
                    <a:pt x="270853" y="335428"/>
                  </a:lnTo>
                  <a:lnTo>
                    <a:pt x="307283" y="307283"/>
                  </a:lnTo>
                  <a:lnTo>
                    <a:pt x="335428" y="270853"/>
                  </a:lnTo>
                  <a:lnTo>
                    <a:pt x="353574" y="227854"/>
                  </a:lnTo>
                  <a:lnTo>
                    <a:pt x="360004" y="180002"/>
                  </a:lnTo>
                  <a:close/>
                </a:path>
              </a:pathLst>
            </a:custGeom>
            <a:noFill/>
            <a:ln w="10100" cap="flat" cmpd="sng">
              <a:solidFill>
                <a:srgbClr val="FFB2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67" name="Google Shape;667;p37"/>
          <p:cNvSpPr txBox="1"/>
          <p:nvPr/>
        </p:nvSpPr>
        <p:spPr>
          <a:xfrm>
            <a:off x="2056875" y="4258544"/>
            <a:ext cx="385698" cy="24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60423" defTabSz="1450147"/>
            <a:r>
              <a:rPr lang="en-US" b="1" baseline="-25000"/>
              <a:t>X</a:t>
            </a: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T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68" name="Google Shape;668;p37"/>
          <p:cNvSpPr txBox="1"/>
          <p:nvPr/>
        </p:nvSpPr>
        <p:spPr>
          <a:xfrm>
            <a:off x="1912041" y="5218859"/>
            <a:ext cx="685798" cy="295753"/>
          </a:xfrm>
          <a:prstGeom prst="rect">
            <a:avLst/>
          </a:prstGeom>
          <a:solidFill>
            <a:srgbClr val="FFCC99"/>
          </a:solidFill>
          <a:ln w="10100" cap="flat" cmpd="sng">
            <a:solidFill>
              <a:srgbClr val="FFB2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9533" rIns="0" bIns="0" anchor="t" anchorCtr="0">
            <a:spAutoFit/>
          </a:bodyPr>
          <a:lstStyle/>
          <a:p>
            <a:pPr marL="193353" defTabSz="1450147"/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i="1"/>
              <a:t>J</a:t>
            </a:r>
            <a:endParaRPr/>
          </a:p>
        </p:txBody>
      </p:sp>
      <p:grpSp>
        <p:nvGrpSpPr>
          <p:cNvPr id="669" name="Google Shape;669;p37"/>
          <p:cNvGrpSpPr/>
          <p:nvPr/>
        </p:nvGrpSpPr>
        <p:grpSpPr>
          <a:xfrm>
            <a:off x="2605184" y="5405496"/>
            <a:ext cx="2471102" cy="83585"/>
            <a:chOff x="1642713" y="2868715"/>
            <a:chExt cx="1558167" cy="52705"/>
          </a:xfrm>
        </p:grpSpPr>
        <p:sp>
          <p:nvSpPr>
            <p:cNvPr id="670" name="Google Shape;670;p37"/>
            <p:cNvSpPr/>
            <p:nvPr/>
          </p:nvSpPr>
          <p:spPr>
            <a:xfrm>
              <a:off x="1675610" y="2895029"/>
              <a:ext cx="1525270" cy="0"/>
            </a:xfrm>
            <a:custGeom>
              <a:avLst/>
              <a:gdLst/>
              <a:ahLst/>
              <a:cxnLst/>
              <a:rect l="l" t="t" r="r" b="b"/>
              <a:pathLst>
                <a:path w="1525270" h="120000" extrusionOk="0">
                  <a:moveTo>
                    <a:pt x="1525243" y="0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FF4C4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>
              <a:off x="1642713" y="2868715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 extrusionOk="0">
                  <a:moveTo>
                    <a:pt x="52634" y="52633"/>
                  </a:moveTo>
                  <a:lnTo>
                    <a:pt x="32896" y="26316"/>
                  </a:lnTo>
                  <a:lnTo>
                    <a:pt x="52634" y="0"/>
                  </a:lnTo>
                  <a:lnTo>
                    <a:pt x="0" y="26316"/>
                  </a:lnTo>
                  <a:lnTo>
                    <a:pt x="52634" y="52633"/>
                  </a:lnTo>
                  <a:close/>
                </a:path>
              </a:pathLst>
            </a:custGeom>
            <a:solidFill>
              <a:srgbClr val="FF4C4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72" name="Google Shape;672;p37"/>
          <p:cNvSpPr txBox="1"/>
          <p:nvPr/>
        </p:nvSpPr>
        <p:spPr>
          <a:xfrm>
            <a:off x="3737095" y="5238448"/>
            <a:ext cx="118832" cy="24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9" rIns="0" bIns="0" anchor="t" anchorCtr="0">
            <a:spAutoFit/>
          </a:bodyPr>
          <a:lstStyle/>
          <a:p>
            <a:pPr marL="20141" defTabSz="1450147"/>
            <a:r>
              <a:rPr lang="en-US" i="1">
                <a:solidFill>
                  <a:srgbClr val="FF4C4C"/>
                </a:solidFill>
              </a:rPr>
              <a:t>N</a:t>
            </a:r>
            <a:endParaRPr/>
          </a:p>
        </p:txBody>
      </p:sp>
      <p:sp>
        <p:nvSpPr>
          <p:cNvPr id="673" name="Google Shape;673;p37"/>
          <p:cNvSpPr txBox="1"/>
          <p:nvPr/>
        </p:nvSpPr>
        <p:spPr>
          <a:xfrm>
            <a:off x="3714732" y="5032299"/>
            <a:ext cx="312106" cy="23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60423" defTabSz="1450147"/>
            <a:r>
              <a:rPr lang="en-US" u="sng">
                <a:solidFill>
                  <a:srgbClr val="FF4C4C"/>
                </a:solidFill>
              </a:rPr>
              <a:t>1</a:t>
            </a:r>
            <a:r>
              <a:rPr lang="en-US">
                <a:solidFill>
                  <a:srgbClr val="FF4C4C"/>
                </a:solidFill>
              </a:rPr>
              <a:t> </a:t>
            </a:r>
            <a:r>
              <a:rPr lang="en-US" b="1" baseline="-25000">
                <a:solidFill>
                  <a:srgbClr val="FF4C4C"/>
                </a:solidFill>
              </a:rPr>
              <a:t>e</a:t>
            </a:r>
            <a:endParaRPr baseline="-25000"/>
          </a:p>
        </p:txBody>
      </p:sp>
      <p:grpSp>
        <p:nvGrpSpPr>
          <p:cNvPr id="674" name="Google Shape;674;p37"/>
          <p:cNvGrpSpPr/>
          <p:nvPr/>
        </p:nvGrpSpPr>
        <p:grpSpPr>
          <a:xfrm>
            <a:off x="2212864" y="3653264"/>
            <a:ext cx="83585" cy="1557823"/>
            <a:chOff x="1395333" y="1763836"/>
            <a:chExt cx="52705" cy="982294"/>
          </a:xfrm>
        </p:grpSpPr>
        <p:sp>
          <p:nvSpPr>
            <p:cNvPr id="675" name="Google Shape;675;p37"/>
            <p:cNvSpPr/>
            <p:nvPr/>
          </p:nvSpPr>
          <p:spPr>
            <a:xfrm>
              <a:off x="1421650" y="2490860"/>
              <a:ext cx="0" cy="255270"/>
            </a:xfrm>
            <a:custGeom>
              <a:avLst/>
              <a:gdLst/>
              <a:ahLst/>
              <a:cxnLst/>
              <a:rect l="l" t="t" r="r" b="b"/>
              <a:pathLst>
                <a:path w="120000" h="255269" extrusionOk="0">
                  <a:moveTo>
                    <a:pt x="0" y="255108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FF4C4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76" name="Google Shape;676;p37"/>
            <p:cNvSpPr/>
            <p:nvPr/>
          </p:nvSpPr>
          <p:spPr>
            <a:xfrm>
              <a:off x="1395333" y="2457964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 extrusionOk="0">
                  <a:moveTo>
                    <a:pt x="0" y="52634"/>
                  </a:moveTo>
                  <a:lnTo>
                    <a:pt x="26316" y="32896"/>
                  </a:lnTo>
                  <a:lnTo>
                    <a:pt x="52633" y="52634"/>
                  </a:lnTo>
                  <a:lnTo>
                    <a:pt x="26316" y="0"/>
                  </a:lnTo>
                  <a:lnTo>
                    <a:pt x="0" y="52634"/>
                  </a:lnTo>
                  <a:close/>
                </a:path>
              </a:pathLst>
            </a:custGeom>
            <a:solidFill>
              <a:srgbClr val="FF4C4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1421650" y="1796732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w="120000" h="291464" extrusionOk="0">
                  <a:moveTo>
                    <a:pt x="0" y="291105"/>
                  </a:moveTo>
                  <a:lnTo>
                    <a:pt x="0" y="0"/>
                  </a:lnTo>
                </a:path>
              </a:pathLst>
            </a:custGeom>
            <a:noFill/>
            <a:ln w="10100" cap="flat" cmpd="sng">
              <a:solidFill>
                <a:srgbClr val="FF4C4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  <p:sp>
          <p:nvSpPr>
            <p:cNvPr id="678" name="Google Shape;678;p37"/>
            <p:cNvSpPr/>
            <p:nvPr/>
          </p:nvSpPr>
          <p:spPr>
            <a:xfrm>
              <a:off x="1395333" y="1763836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 extrusionOk="0">
                  <a:moveTo>
                    <a:pt x="0" y="52634"/>
                  </a:moveTo>
                  <a:lnTo>
                    <a:pt x="26316" y="32896"/>
                  </a:lnTo>
                  <a:lnTo>
                    <a:pt x="52633" y="52634"/>
                  </a:lnTo>
                  <a:lnTo>
                    <a:pt x="26316" y="0"/>
                  </a:lnTo>
                  <a:lnTo>
                    <a:pt x="0" y="52634"/>
                  </a:lnTo>
                  <a:close/>
                </a:path>
              </a:pathLst>
            </a:custGeom>
            <a:solidFill>
              <a:srgbClr val="FF4C4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/>
            </a:p>
          </p:txBody>
        </p:sp>
      </p:grpSp>
      <p:sp>
        <p:nvSpPr>
          <p:cNvPr id="679" name="Google Shape;679;p37"/>
          <p:cNvSpPr txBox="1"/>
          <p:nvPr/>
        </p:nvSpPr>
        <p:spPr>
          <a:xfrm>
            <a:off x="2314722" y="3783156"/>
            <a:ext cx="254783" cy="23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/>
            <a:r>
              <a:rPr lang="en-US">
                <a:solidFill>
                  <a:srgbClr val="FF4C4C"/>
                </a:solidFill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i="1">
                <a:solidFill>
                  <a:srgbClr val="FF4C4C"/>
                </a:solidFill>
              </a:rPr>
              <a:t>J</a:t>
            </a:r>
            <a:endParaRPr/>
          </a:p>
        </p:txBody>
      </p:sp>
      <p:graphicFrame>
        <p:nvGraphicFramePr>
          <p:cNvPr id="680" name="Google Shape;680;p37"/>
          <p:cNvGraphicFramePr/>
          <p:nvPr>
            <p:extLst>
              <p:ext uri="{D42A27DB-BD31-4B8C-83A1-F6EECF244321}">
                <p14:modId xmlns:p14="http://schemas.microsoft.com/office/powerpoint/2010/main" val="1763484311"/>
              </p:ext>
            </p:extLst>
          </p:nvPr>
        </p:nvGraphicFramePr>
        <p:xfrm>
          <a:off x="1904015" y="2193830"/>
          <a:ext cx="684792" cy="97884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2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185">
                <a:tc gridSpan="2">
                  <a:txBody>
                    <a:bodyPr/>
                    <a:lstStyle/>
                    <a:p>
                      <a:pPr marL="1054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1" u="none" strike="noStrike" cap="none" baseline="-250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w</a:t>
                      </a:r>
                      <a:r>
                        <a:rPr lang="en-US" sz="130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(</a:t>
                      </a:r>
                      <a:r>
                        <a:rPr lang="en-US" sz="1100" i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t </a:t>
                      </a:r>
                      <a:r>
                        <a:rPr lang="en-US" sz="1300" u="none" strike="noStrike" cap="none" dirty="0"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sz="1300" u="none" strike="noStrike" cap="none" dirty="0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0" marR="0" marT="57410" marB="0">
                    <a:lnL w="12700" cap="flat" cmpd="sng">
                      <a:solidFill>
                        <a:srgbClr val="66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66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66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65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R w="12700" cap="flat" cmpd="sng">
                      <a:solidFill>
                        <a:srgbClr val="FF4C4C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66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501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FF4C4C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—</a:t>
                      </a:r>
                      <a:r>
                        <a:rPr lang="en-US" sz="1300" i="1" u="none" strike="noStrike" cap="none" dirty="0">
                          <a:solidFill>
                            <a:srgbClr val="FF4C4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η</a:t>
                      </a:r>
                      <a:endParaRPr sz="13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0" marR="0" marT="135952" marB="0">
                    <a:lnL w="12700" cap="flat" cmpd="sng">
                      <a:solidFill>
                        <a:srgbClr val="FF4C4C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66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81" name="Google Shape;681;p37"/>
          <p:cNvSpPr/>
          <p:nvPr/>
        </p:nvSpPr>
        <p:spPr>
          <a:xfrm>
            <a:off x="2212864" y="3096992"/>
            <a:ext cx="83585" cy="83585"/>
          </a:xfrm>
          <a:custGeom>
            <a:avLst/>
            <a:gdLst/>
            <a:ahLst/>
            <a:cxnLst/>
            <a:rect l="l" t="t" r="r" b="b"/>
            <a:pathLst>
              <a:path w="52705" h="52705" extrusionOk="0">
                <a:moveTo>
                  <a:pt x="52633" y="0"/>
                </a:moveTo>
                <a:lnTo>
                  <a:pt x="26316" y="19737"/>
                </a:lnTo>
                <a:lnTo>
                  <a:pt x="0" y="0"/>
                </a:lnTo>
                <a:lnTo>
                  <a:pt x="26316" y="52634"/>
                </a:lnTo>
                <a:lnTo>
                  <a:pt x="52633" y="0"/>
                </a:lnTo>
                <a:close/>
              </a:path>
            </a:pathLst>
          </a:custGeom>
          <a:solidFill>
            <a:srgbClr val="FF4C4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/>
            <a:endParaRPr/>
          </a:p>
        </p:txBody>
      </p:sp>
      <p:sp>
        <p:nvSpPr>
          <p:cNvPr id="682" name="Google Shape;682;p37"/>
          <p:cNvSpPr txBox="1"/>
          <p:nvPr/>
        </p:nvSpPr>
        <p:spPr>
          <a:xfrm>
            <a:off x="1680224" y="1752265"/>
            <a:ext cx="5095507" cy="303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40282" defTabSz="1450147"/>
            <a:r>
              <a:rPr lang="en-US" b="1" dirty="0">
                <a:solidFill>
                  <a:srgbClr val="4CA5A5"/>
                </a:solidFill>
              </a:rPr>
              <a:t>Parameters	</a:t>
            </a:r>
            <a:r>
              <a:rPr lang="en-US" sz="1800" b="1" dirty="0">
                <a:solidFill>
                  <a:srgbClr val="4CA5A5"/>
                </a:solidFill>
              </a:rPr>
              <a:t>        </a:t>
            </a:r>
            <a:r>
              <a:rPr lang="en-US" sz="1800" b="1" baseline="30000" dirty="0">
                <a:solidFill>
                  <a:srgbClr val="4CA5A5"/>
                </a:solidFill>
              </a:rPr>
              <a:t>Input Data	                      Targets </a:t>
            </a:r>
            <a:endParaRPr sz="1800" baseline="30000" dirty="0"/>
          </a:p>
        </p:txBody>
      </p:sp>
      <p:sp>
        <p:nvSpPr>
          <p:cNvPr id="683" name="Google Shape;683;p37"/>
          <p:cNvSpPr txBox="1"/>
          <p:nvPr/>
        </p:nvSpPr>
        <p:spPr>
          <a:xfrm>
            <a:off x="7755038" y="4769218"/>
            <a:ext cx="502517" cy="24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20141" defTabSz="1450147"/>
            <a:r>
              <a:rPr lang="en-US" b="1">
                <a:solidFill>
                  <a:srgbClr val="D24C79"/>
                </a:solidFill>
              </a:rPr>
              <a:t>Loss</a:t>
            </a:r>
            <a:endParaRPr/>
          </a:p>
        </p:txBody>
      </p:sp>
      <p:sp>
        <p:nvSpPr>
          <p:cNvPr id="684" name="Google Shape;684;p37"/>
          <p:cNvSpPr txBox="1"/>
          <p:nvPr/>
        </p:nvSpPr>
        <p:spPr>
          <a:xfrm>
            <a:off x="830350" y="3248937"/>
            <a:ext cx="831822" cy="241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20141" defTabSz="1450147"/>
            <a:r>
              <a:rPr lang="en-US" b="1">
                <a:solidFill>
                  <a:srgbClr val="4CFF4C"/>
                </a:solidFill>
              </a:rPr>
              <a:t>Updated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246512" y="286891"/>
            <a:ext cx="67778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32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omputational</a:t>
            </a: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</a:t>
            </a:r>
            <a:r>
              <a:rPr lang="en-US" sz="32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raph</a:t>
            </a: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</a:t>
            </a:r>
            <a:r>
              <a:rPr lang="en-US" sz="32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</a:t>
            </a: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</a:t>
            </a:r>
            <a:r>
              <a:rPr lang="en-US" sz="3200" b="1" cap="small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radient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970620"/>
      </p:ext>
    </p:extLst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odel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valuation</a:t>
            </a:r>
            <a:r>
              <a:rPr lang="en-US" b="1" dirty="0">
                <a:solidFill>
                  <a:srgbClr val="FFFFFF"/>
                </a:solidFill>
              </a:rPr>
              <a:t>: T</a:t>
            </a:r>
            <a:r>
              <a:rPr lang="en-US" b="1" cap="small" dirty="0">
                <a:solidFill>
                  <a:srgbClr val="FFFFFF"/>
                </a:solidFill>
              </a:rPr>
              <a:t>raining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cap="small" dirty="0">
                <a:solidFill>
                  <a:srgbClr val="FFFFFF"/>
                </a:solidFill>
              </a:rPr>
              <a:t>vs</a:t>
            </a:r>
            <a:r>
              <a:rPr lang="en-US" b="1" dirty="0">
                <a:solidFill>
                  <a:srgbClr val="FFFFFF"/>
                </a:solidFill>
              </a:rPr>
              <a:t> T</a:t>
            </a:r>
            <a:r>
              <a:rPr lang="en-US" b="1" cap="small" dirty="0">
                <a:solidFill>
                  <a:srgbClr val="FFFFFF"/>
                </a:solidFill>
              </a:rPr>
              <a:t>est</a:t>
            </a:r>
            <a:r>
              <a:rPr lang="en-US" b="1" dirty="0">
                <a:solidFill>
                  <a:srgbClr val="FFFFFF"/>
                </a:solidFill>
              </a:rPr>
              <a:t> E</a:t>
            </a:r>
            <a:r>
              <a:rPr lang="en-US" b="1" cap="small" dirty="0">
                <a:solidFill>
                  <a:srgbClr val="FFFFFF"/>
                </a:solidFill>
              </a:rPr>
              <a:t>rror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8" y="1149790"/>
            <a:ext cx="8709433" cy="498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77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E</a:t>
            </a:r>
            <a:r>
              <a:rPr lang="en-US" cap="small" dirty="0">
                <a:solidFill>
                  <a:srgbClr val="FFFFFF"/>
                </a:solidFill>
              </a:rPr>
              <a:t>valuation</a:t>
            </a:r>
            <a:r>
              <a:rPr lang="en-US" dirty="0">
                <a:solidFill>
                  <a:srgbClr val="FFFFFF"/>
                </a:solidFill>
              </a:rPr>
              <a:t> M</a:t>
            </a:r>
            <a:r>
              <a:rPr lang="en-US" cap="small" dirty="0">
                <a:solidFill>
                  <a:srgbClr val="FFFFFF"/>
                </a:solidFill>
              </a:rPr>
              <a:t>etrics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6" y="1240325"/>
            <a:ext cx="7749766" cy="46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73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7" y="231524"/>
            <a:ext cx="7839872" cy="430887"/>
          </a:xfrm>
        </p:spPr>
        <p:txBody>
          <a:bodyPr/>
          <a:lstStyle/>
          <a:p>
            <a:r>
              <a:rPr lang="en-US" sz="2400" i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aseline="300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800" dirty="0">
                <a:solidFill>
                  <a:srgbClr val="FFFFFF"/>
                </a:solidFill>
              </a:rPr>
              <a:t>S</a:t>
            </a:r>
            <a:r>
              <a:rPr lang="en-US" sz="2800" cap="small" dirty="0">
                <a:solidFill>
                  <a:srgbClr val="FFFFFF"/>
                </a:solidFill>
              </a:rPr>
              <a:t>core</a:t>
            </a:r>
            <a:r>
              <a:rPr lang="en-US" sz="2800" dirty="0">
                <a:solidFill>
                  <a:srgbClr val="FFFFFF"/>
                </a:solidFill>
              </a:rPr>
              <a:t> (C</a:t>
            </a:r>
            <a:r>
              <a:rPr lang="en-US" sz="2800" cap="small" dirty="0">
                <a:solidFill>
                  <a:srgbClr val="FFFFFF"/>
                </a:solidFill>
              </a:rPr>
              <a:t>oefficient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cap="small" dirty="0">
                <a:solidFill>
                  <a:srgbClr val="FFFFFF"/>
                </a:solidFill>
              </a:rPr>
              <a:t>of</a:t>
            </a:r>
            <a:r>
              <a:rPr lang="en-US" sz="2800" dirty="0">
                <a:solidFill>
                  <a:srgbClr val="FFFFFF"/>
                </a:solidFill>
              </a:rPr>
              <a:t> D</a:t>
            </a:r>
            <a:r>
              <a:rPr lang="en-US" sz="2800" cap="small" dirty="0">
                <a:solidFill>
                  <a:srgbClr val="FFFFFF"/>
                </a:solidFill>
              </a:rPr>
              <a:t>etermination</a:t>
            </a:r>
            <a:r>
              <a:rPr lang="en-US" sz="2800" dirty="0">
                <a:solidFill>
                  <a:srgbClr val="FFFFFF"/>
                </a:solidFill>
              </a:rPr>
              <a:t>)</a:t>
            </a:r>
            <a:endParaRPr lang="en-IN" dirty="0"/>
          </a:p>
        </p:txBody>
      </p:sp>
      <p:pic>
        <p:nvPicPr>
          <p:cNvPr id="3" name="Google Shape;75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620" y="941560"/>
            <a:ext cx="8383509" cy="54863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3976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</a:t>
            </a:r>
            <a:r>
              <a:rPr lang="en-US" cap="small" dirty="0">
                <a:solidFill>
                  <a:srgbClr val="FFFFFF"/>
                </a:solidFill>
              </a:rPr>
              <a:t>erceptron</a:t>
            </a:r>
            <a:r>
              <a:rPr lang="en-US" dirty="0">
                <a:solidFill>
                  <a:srgbClr val="FFFFFF"/>
                </a:solidFill>
              </a:rPr>
              <a:t> D</a:t>
            </a:r>
            <a:r>
              <a:rPr lang="en-US" cap="small" dirty="0">
                <a:solidFill>
                  <a:srgbClr val="FFFFFF"/>
                </a:solidFill>
              </a:rPr>
              <a:t>emo</a:t>
            </a:r>
            <a:r>
              <a:rPr lang="en-US" dirty="0">
                <a:solidFill>
                  <a:srgbClr val="FFFFFF"/>
                </a:solidFill>
              </a:rPr>
              <a:t> P</a:t>
            </a:r>
            <a:r>
              <a:rPr lang="en-US" cap="small" dirty="0">
                <a:solidFill>
                  <a:srgbClr val="FFFFFF"/>
                </a:solidFill>
              </a:rPr>
              <a:t>ython</a:t>
            </a:r>
            <a:r>
              <a:rPr lang="en-US" dirty="0">
                <a:solidFill>
                  <a:srgbClr val="FFFFFF"/>
                </a:solidFill>
              </a:rPr>
              <a:t> C</a:t>
            </a:r>
            <a:r>
              <a:rPr lang="en-US" cap="small" dirty="0">
                <a:solidFill>
                  <a:srgbClr val="FFFFFF"/>
                </a:solidFill>
              </a:rPr>
              <a:t>ode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707" y="1545425"/>
            <a:ext cx="7918283" cy="810222"/>
          </a:xfrm>
        </p:spPr>
        <p:txBody>
          <a:bodyPr/>
          <a:lstStyle/>
          <a:p>
            <a:r>
              <a:rPr lang="en-US" sz="1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https://colab.research.google.com/drive/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10whoZYodz1H02mbVwsmTudwxaU18ukaI?usp=sharing</a:t>
            </a: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23453" y="2655712"/>
            <a:ext cx="7541537" cy="105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 algn="just"/>
            <a:r>
              <a:rPr lang="en-US" dirty="0"/>
              <a:t>Student </a:t>
            </a:r>
            <a:r>
              <a:rPr lang="en-US" dirty="0" err="1"/>
              <a:t>pl</a:t>
            </a:r>
            <a:r>
              <a:rPr lang="en-US" dirty="0"/>
              <a:t> note:</a:t>
            </a:r>
          </a:p>
          <a:p>
            <a:pPr marL="12700" marR="5080" lvl="0" algn="just">
              <a:lnSpc>
                <a:spcPct val="114700"/>
              </a:lnSpc>
            </a:pPr>
            <a:r>
              <a:rPr lang="en-US" dirty="0"/>
              <a:t>The Python notebook is shared for anyone who has access to the link and the access is restricted to </a:t>
            </a:r>
            <a:r>
              <a:rPr lang="en-US" dirty="0">
                <a:solidFill>
                  <a:srgbClr val="FF0000"/>
                </a:solidFill>
              </a:rPr>
              <a:t>use BITS email id</a:t>
            </a:r>
            <a:r>
              <a:rPr lang="en-US" dirty="0"/>
              <a:t>. So please do not access from non-BITS email id and send requests for access. Access for non-BITS email id will NOT be granted.</a:t>
            </a:r>
          </a:p>
        </p:txBody>
      </p:sp>
    </p:spTree>
    <p:extLst>
      <p:ext uri="{BB962C8B-B14F-4D97-AF65-F5344CB8AC3E}">
        <p14:creationId xmlns:p14="http://schemas.microsoft.com/office/powerpoint/2010/main" val="3920814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</a:t>
            </a:r>
            <a:r>
              <a:rPr lang="en-US" cap="small" dirty="0">
                <a:solidFill>
                  <a:srgbClr val="FFFFFF"/>
                </a:solidFill>
              </a:rPr>
              <a:t>ips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cap="small" dirty="0">
                <a:solidFill>
                  <a:srgbClr val="FFFFFF"/>
                </a:solidFill>
              </a:rPr>
              <a:t>for</a:t>
            </a:r>
            <a:r>
              <a:rPr lang="en-US" dirty="0">
                <a:solidFill>
                  <a:srgbClr val="FFFFFF"/>
                </a:solidFill>
              </a:rPr>
              <a:t> I</a:t>
            </a:r>
            <a:r>
              <a:rPr lang="en-US" cap="small" dirty="0">
                <a:solidFill>
                  <a:srgbClr val="FFFFFF"/>
                </a:solidFill>
              </a:rPr>
              <a:t>mplementation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8" y="1023042"/>
            <a:ext cx="8302026" cy="529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043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M</a:t>
            </a:r>
            <a:r>
              <a:rPr lang="en-US" b="1" cap="small" dirty="0">
                <a:solidFill>
                  <a:srgbClr val="FFFFFF"/>
                </a:solidFill>
              </a:rPr>
              <a:t>ore</a:t>
            </a:r>
            <a:r>
              <a:rPr lang="en-US" b="1" dirty="0">
                <a:solidFill>
                  <a:srgbClr val="FFFFFF"/>
                </a:solidFill>
              </a:rPr>
              <a:t> P</a:t>
            </a:r>
            <a:r>
              <a:rPr lang="en-US" b="1" cap="small" dirty="0">
                <a:solidFill>
                  <a:srgbClr val="FFFFFF"/>
                </a:solidFill>
              </a:rPr>
              <a:t>ractical</a:t>
            </a:r>
            <a:r>
              <a:rPr lang="en-US" b="1" dirty="0">
                <a:solidFill>
                  <a:srgbClr val="FFFFFF"/>
                </a:solidFill>
              </a:rPr>
              <a:t> T</a:t>
            </a:r>
            <a:r>
              <a:rPr lang="en-US" b="1" cap="small" dirty="0">
                <a:solidFill>
                  <a:srgbClr val="FFFFFF"/>
                </a:solidFill>
              </a:rPr>
              <a:t>ips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2" y="1050202"/>
            <a:ext cx="8175279" cy="514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80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D</a:t>
            </a:r>
            <a:r>
              <a:rPr lang="en-US" b="1" cap="small" dirty="0">
                <a:solidFill>
                  <a:srgbClr val="FFFFFF"/>
                </a:solidFill>
              </a:rPr>
              <a:t>ebugging</a:t>
            </a:r>
            <a:r>
              <a:rPr lang="en-US" b="1" dirty="0">
                <a:solidFill>
                  <a:srgbClr val="FFFFFF"/>
                </a:solidFill>
              </a:rPr>
              <a:t> C</a:t>
            </a:r>
            <a:r>
              <a:rPr lang="en-US" b="1" cap="small" dirty="0">
                <a:solidFill>
                  <a:srgbClr val="FFFFFF"/>
                </a:solidFill>
              </a:rPr>
              <a:t>hecklist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31" y="1086417"/>
            <a:ext cx="7813140" cy="493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877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49"/>
          <p:cNvGrpSpPr/>
          <p:nvPr/>
        </p:nvGrpSpPr>
        <p:grpSpPr>
          <a:xfrm>
            <a:off x="1712756" y="1656430"/>
            <a:ext cx="5709579" cy="3711724"/>
            <a:chOff x="1079987" y="504721"/>
            <a:chExt cx="3600207" cy="2340448"/>
          </a:xfrm>
        </p:grpSpPr>
        <p:sp>
          <p:nvSpPr>
            <p:cNvPr id="902" name="Google Shape;902;p49"/>
            <p:cNvSpPr/>
            <p:nvPr/>
          </p:nvSpPr>
          <p:spPr>
            <a:xfrm>
              <a:off x="1079987" y="504721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80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solidFill>
              <a:srgbClr val="F8FCF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3" name="Google Shape;903;p49"/>
            <p:cNvSpPr/>
            <p:nvPr/>
          </p:nvSpPr>
          <p:spPr>
            <a:xfrm>
              <a:off x="1079987" y="504721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80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noFill/>
            <a:ln w="10100" cap="flat" cmpd="sng">
              <a:solidFill>
                <a:srgbClr val="76C3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4" name="Google Shape;904;p49"/>
            <p:cNvSpPr/>
            <p:nvPr/>
          </p:nvSpPr>
          <p:spPr>
            <a:xfrm>
              <a:off x="3240014" y="504721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79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solidFill>
              <a:srgbClr val="F8FCF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5" name="Google Shape;905;p49"/>
            <p:cNvSpPr/>
            <p:nvPr/>
          </p:nvSpPr>
          <p:spPr>
            <a:xfrm>
              <a:off x="3240014" y="504721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79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noFill/>
            <a:ln w="10100" cap="flat" cmpd="sng">
              <a:solidFill>
                <a:srgbClr val="76C3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6" name="Google Shape;906;p49"/>
            <p:cNvSpPr/>
            <p:nvPr/>
          </p:nvSpPr>
          <p:spPr>
            <a:xfrm>
              <a:off x="3240014" y="1944739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79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solidFill>
              <a:srgbClr val="F8FCF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7" name="Google Shape;907;p49"/>
            <p:cNvSpPr/>
            <p:nvPr/>
          </p:nvSpPr>
          <p:spPr>
            <a:xfrm>
              <a:off x="3240014" y="1944739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79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noFill/>
            <a:ln w="10100" cap="flat" cmpd="sng">
              <a:solidFill>
                <a:srgbClr val="76C3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8" name="Google Shape;908;p49"/>
            <p:cNvSpPr/>
            <p:nvPr/>
          </p:nvSpPr>
          <p:spPr>
            <a:xfrm>
              <a:off x="1079987" y="1944739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80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solidFill>
              <a:srgbClr val="F8FCF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09" name="Google Shape;909;p49"/>
            <p:cNvSpPr/>
            <p:nvPr/>
          </p:nvSpPr>
          <p:spPr>
            <a:xfrm>
              <a:off x="1079987" y="1944739"/>
              <a:ext cx="1440180" cy="900430"/>
            </a:xfrm>
            <a:custGeom>
              <a:avLst/>
              <a:gdLst/>
              <a:ahLst/>
              <a:cxnLst/>
              <a:rect l="l" t="t" r="r" b="b"/>
              <a:pathLst>
                <a:path w="1440180" h="900430" extrusionOk="0">
                  <a:moveTo>
                    <a:pt x="138940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849400"/>
                  </a:lnTo>
                  <a:lnTo>
                    <a:pt x="3977" y="869100"/>
                  </a:lnTo>
                  <a:lnTo>
                    <a:pt x="14823" y="885187"/>
                  </a:lnTo>
                  <a:lnTo>
                    <a:pt x="30910" y="896033"/>
                  </a:lnTo>
                  <a:lnTo>
                    <a:pt x="50610" y="900011"/>
                  </a:lnTo>
                  <a:lnTo>
                    <a:pt x="1389407" y="900011"/>
                  </a:lnTo>
                  <a:lnTo>
                    <a:pt x="1409107" y="896033"/>
                  </a:lnTo>
                  <a:lnTo>
                    <a:pt x="1425194" y="885187"/>
                  </a:lnTo>
                  <a:lnTo>
                    <a:pt x="1436041" y="869100"/>
                  </a:lnTo>
                  <a:lnTo>
                    <a:pt x="1440018" y="849400"/>
                  </a:lnTo>
                  <a:lnTo>
                    <a:pt x="1440018" y="50610"/>
                  </a:lnTo>
                  <a:lnTo>
                    <a:pt x="1436041" y="30910"/>
                  </a:lnTo>
                  <a:lnTo>
                    <a:pt x="1425194" y="14823"/>
                  </a:lnTo>
                  <a:lnTo>
                    <a:pt x="1409107" y="3977"/>
                  </a:lnTo>
                  <a:lnTo>
                    <a:pt x="1389407" y="0"/>
                  </a:lnTo>
                  <a:close/>
                </a:path>
              </a:pathLst>
            </a:custGeom>
            <a:noFill/>
            <a:ln w="10100" cap="flat" cmpd="sng">
              <a:solidFill>
                <a:srgbClr val="76C3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10" name="Google Shape;910;p49"/>
          <p:cNvSpPr txBox="1"/>
          <p:nvPr/>
        </p:nvSpPr>
        <p:spPr>
          <a:xfrm>
            <a:off x="3258728" y="3330639"/>
            <a:ext cx="2618326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/>
            <a:r>
              <a:rPr lang="en-US" sz="1665" b="1">
                <a:solidFill>
                  <a:srgbClr val="EC2027"/>
                </a:solidFill>
              </a:rPr>
              <a:t>Linear Regression Model</a:t>
            </a:r>
            <a:endParaRPr sz="1665"/>
          </a:p>
        </p:txBody>
      </p:sp>
      <p:sp>
        <p:nvSpPr>
          <p:cNvPr id="911" name="Google Shape;911;p49"/>
          <p:cNvSpPr txBox="1"/>
          <p:nvPr/>
        </p:nvSpPr>
        <p:spPr>
          <a:xfrm>
            <a:off x="1683652" y="1708134"/>
            <a:ext cx="2342395" cy="1091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141994" defTabSz="1450147"/>
            <a:r>
              <a:rPr lang="en-US" sz="1507" b="1">
                <a:solidFill>
                  <a:srgbClr val="1B1472"/>
                </a:solidFill>
              </a:rPr>
              <a:t>1. Data &amp; Initialization</a:t>
            </a:r>
            <a:endParaRPr sz="1507"/>
          </a:p>
          <a:p>
            <a:pPr defTabSz="1450147">
              <a:spcBef>
                <a:spcPts val="285"/>
              </a:spcBef>
            </a:pPr>
            <a:endParaRPr sz="1507"/>
          </a:p>
          <a:p>
            <a:pPr algn="ctr" defTabSz="1450147">
              <a:spcBef>
                <a:spcPts val="8"/>
              </a:spcBef>
            </a:pP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D 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{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507" b="1"/>
              <a:t>x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baseline="30000"/>
              <a:t>i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744" i="1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507" i="1"/>
              <a:t>y 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baseline="30000"/>
              <a:t>i</a:t>
            </a:r>
            <a:r>
              <a:rPr lang="en-US" sz="1903" baseline="300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744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744"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 sz="1744">
              <a:latin typeface="Lucida Sans"/>
              <a:ea typeface="Lucida Sans"/>
              <a:cs typeface="Lucida Sans"/>
              <a:sym typeface="Lucida Sans"/>
            </a:endParaRPr>
          </a:p>
          <a:p>
            <a:pPr algn="ctr" defTabSz="1450147">
              <a:spcBef>
                <a:spcPts val="174"/>
              </a:spcBef>
            </a:pPr>
            <a:r>
              <a:rPr lang="en-US" sz="2260" b="1" baseline="-25000"/>
              <a:t>w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110"/>
              <a:t>0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2617" baseline="-250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260" b="1" baseline="-25000"/>
              <a:t>0</a:t>
            </a:r>
            <a:endParaRPr sz="2260" baseline="-25000"/>
          </a:p>
        </p:txBody>
      </p:sp>
      <p:grpSp>
        <p:nvGrpSpPr>
          <p:cNvPr id="912" name="Google Shape;912;p49"/>
          <p:cNvGrpSpPr/>
          <p:nvPr/>
        </p:nvGrpSpPr>
        <p:grpSpPr>
          <a:xfrm>
            <a:off x="5603110" y="1921364"/>
            <a:ext cx="1275712" cy="897464"/>
            <a:chOff x="3533072" y="671776"/>
            <a:chExt cx="804407" cy="565901"/>
          </a:xfrm>
        </p:grpSpPr>
        <p:pic>
          <p:nvPicPr>
            <p:cNvPr id="913" name="Google Shape;913;p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33072" y="671776"/>
              <a:ext cx="133892" cy="133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4" name="Google Shape;914;p4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33072" y="887781"/>
              <a:ext cx="133892" cy="133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5" name="Google Shape;915;p4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33072" y="1103785"/>
              <a:ext cx="133892" cy="133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6" name="Google Shape;916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48729" y="835431"/>
              <a:ext cx="238592" cy="238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49"/>
            <p:cNvSpPr/>
            <p:nvPr/>
          </p:nvSpPr>
          <p:spPr>
            <a:xfrm>
              <a:off x="3660799" y="766775"/>
              <a:ext cx="290195" cy="133985"/>
            </a:xfrm>
            <a:custGeom>
              <a:avLst/>
              <a:gdLst/>
              <a:ahLst/>
              <a:cxnLst/>
              <a:rect l="l" t="t" r="r" b="b"/>
              <a:pathLst>
                <a:path w="290195" h="133984" extrusionOk="0">
                  <a:moveTo>
                    <a:pt x="0" y="0"/>
                  </a:moveTo>
                  <a:lnTo>
                    <a:pt x="289725" y="13372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18" name="Google Shape;918;p49"/>
            <p:cNvSpPr/>
            <p:nvPr/>
          </p:nvSpPr>
          <p:spPr>
            <a:xfrm>
              <a:off x="3909155" y="853172"/>
              <a:ext cx="46355" cy="71755"/>
            </a:xfrm>
            <a:custGeom>
              <a:avLst/>
              <a:gdLst/>
              <a:ahLst/>
              <a:cxnLst/>
              <a:rect l="l" t="t" r="r" b="b"/>
              <a:pathLst>
                <a:path w="46354" h="71755" extrusionOk="0">
                  <a:moveTo>
                    <a:pt x="33111" y="0"/>
                  </a:moveTo>
                  <a:lnTo>
                    <a:pt x="31771" y="16480"/>
                  </a:lnTo>
                  <a:lnTo>
                    <a:pt x="34028" y="30066"/>
                  </a:lnTo>
                  <a:lnTo>
                    <a:pt x="39040" y="40979"/>
                  </a:lnTo>
                  <a:lnTo>
                    <a:pt x="45964" y="49444"/>
                  </a:lnTo>
                  <a:lnTo>
                    <a:pt x="35031" y="49667"/>
                  </a:lnTo>
                  <a:lnTo>
                    <a:pt x="23474" y="52934"/>
                  </a:lnTo>
                  <a:lnTo>
                    <a:pt x="11671" y="60030"/>
                  </a:lnTo>
                  <a:lnTo>
                    <a:pt x="0" y="7174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19" name="Google Shape;919;p49"/>
            <p:cNvSpPr/>
            <p:nvPr/>
          </p:nvSpPr>
          <p:spPr>
            <a:xfrm>
              <a:off x="3666964" y="954727"/>
              <a:ext cx="271780" cy="0"/>
            </a:xfrm>
            <a:custGeom>
              <a:avLst/>
              <a:gdLst/>
              <a:ahLst/>
              <a:cxnLst/>
              <a:rect l="l" t="t" r="r" b="b"/>
              <a:pathLst>
                <a:path w="271779" h="120000" extrusionOk="0">
                  <a:moveTo>
                    <a:pt x="0" y="0"/>
                  </a:moveTo>
                  <a:lnTo>
                    <a:pt x="271642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20" name="Google Shape;920;p49"/>
            <p:cNvSpPr/>
            <p:nvPr/>
          </p:nvSpPr>
          <p:spPr>
            <a:xfrm>
              <a:off x="3911277" y="915218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21" name="Google Shape;921;p49"/>
            <p:cNvSpPr/>
            <p:nvPr/>
          </p:nvSpPr>
          <p:spPr>
            <a:xfrm>
              <a:off x="3660799" y="1008958"/>
              <a:ext cx="290195" cy="133985"/>
            </a:xfrm>
            <a:custGeom>
              <a:avLst/>
              <a:gdLst/>
              <a:ahLst/>
              <a:cxnLst/>
              <a:rect l="l" t="t" r="r" b="b"/>
              <a:pathLst>
                <a:path w="290195" h="133984" extrusionOk="0">
                  <a:moveTo>
                    <a:pt x="0" y="133720"/>
                  </a:moveTo>
                  <a:lnTo>
                    <a:pt x="289725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22" name="Google Shape;922;p49"/>
            <p:cNvSpPr/>
            <p:nvPr/>
          </p:nvSpPr>
          <p:spPr>
            <a:xfrm>
              <a:off x="3909155" y="984539"/>
              <a:ext cx="46355" cy="71755"/>
            </a:xfrm>
            <a:custGeom>
              <a:avLst/>
              <a:gdLst/>
              <a:ahLst/>
              <a:cxnLst/>
              <a:rect l="l" t="t" r="r" b="b"/>
              <a:pathLst>
                <a:path w="46354" h="71755" extrusionOk="0">
                  <a:moveTo>
                    <a:pt x="0" y="0"/>
                  </a:moveTo>
                  <a:lnTo>
                    <a:pt x="11671" y="11712"/>
                  </a:lnTo>
                  <a:lnTo>
                    <a:pt x="23474" y="18808"/>
                  </a:lnTo>
                  <a:lnTo>
                    <a:pt x="35031" y="22075"/>
                  </a:lnTo>
                  <a:lnTo>
                    <a:pt x="45964" y="22298"/>
                  </a:lnTo>
                  <a:lnTo>
                    <a:pt x="39040" y="30763"/>
                  </a:lnTo>
                  <a:lnTo>
                    <a:pt x="34028" y="41676"/>
                  </a:lnTo>
                  <a:lnTo>
                    <a:pt x="31771" y="55262"/>
                  </a:lnTo>
                  <a:lnTo>
                    <a:pt x="33111" y="71742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23" name="Google Shape;923;p49"/>
            <p:cNvSpPr/>
            <p:nvPr/>
          </p:nvSpPr>
          <p:spPr>
            <a:xfrm>
              <a:off x="4187321" y="954727"/>
              <a:ext cx="145415" cy="0"/>
            </a:xfrm>
            <a:custGeom>
              <a:avLst/>
              <a:gdLst/>
              <a:ahLst/>
              <a:cxnLst/>
              <a:rect l="l" t="t" r="r" b="b"/>
              <a:pathLst>
                <a:path w="145414" h="120000" extrusionOk="0">
                  <a:moveTo>
                    <a:pt x="0" y="0"/>
                  </a:moveTo>
                  <a:lnTo>
                    <a:pt x="145103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24" name="Google Shape;924;p49"/>
            <p:cNvSpPr/>
            <p:nvPr/>
          </p:nvSpPr>
          <p:spPr>
            <a:xfrm>
              <a:off x="4305095" y="915218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25" name="Google Shape;925;p49"/>
          <p:cNvSpPr txBox="1"/>
          <p:nvPr/>
        </p:nvSpPr>
        <p:spPr>
          <a:xfrm>
            <a:off x="5109245" y="1705453"/>
            <a:ext cx="2342395" cy="156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768376" defTabSz="1450147">
              <a:lnSpc>
                <a:spcPct val="107263"/>
              </a:lnSpc>
            </a:pPr>
            <a:r>
              <a:rPr lang="en-US" sz="1507" b="1">
                <a:solidFill>
                  <a:srgbClr val="1B1472"/>
                </a:solidFill>
              </a:rPr>
              <a:t>2. Model</a:t>
            </a:r>
            <a:endParaRPr sz="1507"/>
          </a:p>
          <a:p>
            <a:pPr marL="245719" defTabSz="1450147">
              <a:lnSpc>
                <a:spcPct val="96000"/>
              </a:lnSpc>
            </a:pPr>
            <a:r>
              <a:rPr lang="en-US" sz="1110" i="1"/>
              <a:t>x</a:t>
            </a:r>
            <a:r>
              <a:rPr lang="en-US" sz="1189" baseline="-25000"/>
              <a:t>1</a:t>
            </a:r>
            <a:endParaRPr sz="1189" baseline="-25000"/>
          </a:p>
          <a:p>
            <a:pPr defTabSz="1450147">
              <a:spcBef>
                <a:spcPts val="63"/>
              </a:spcBef>
            </a:pPr>
            <a:endParaRPr sz="793"/>
          </a:p>
          <a:p>
            <a:pPr marL="245719" defTabSz="1450147"/>
            <a:r>
              <a:rPr lang="en-US" sz="1665" i="1" baseline="30000"/>
              <a:t>x</a:t>
            </a:r>
            <a:r>
              <a:rPr lang="en-US" sz="1189" baseline="30000"/>
              <a:t>2	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Σ	</a:t>
            </a:r>
            <a:r>
              <a:rPr lang="en-US" sz="1507" i="1"/>
              <a:t>y</a:t>
            </a:r>
            <a:r>
              <a:rPr lang="en-US" sz="2617" baseline="30000">
                <a:latin typeface="Tahoma"/>
                <a:ea typeface="Tahoma"/>
                <a:cs typeface="Tahoma"/>
                <a:sym typeface="Tahoma"/>
              </a:rPr>
              <a:t>ˆ</a:t>
            </a:r>
            <a:endParaRPr sz="2617" baseline="30000">
              <a:latin typeface="Tahoma"/>
              <a:ea typeface="Tahoma"/>
              <a:cs typeface="Tahoma"/>
              <a:sym typeface="Tahoma"/>
            </a:endParaRPr>
          </a:p>
          <a:p>
            <a:pPr defTabSz="1450147">
              <a:spcBef>
                <a:spcPts val="24"/>
              </a:spcBef>
            </a:pPr>
            <a:endParaRPr sz="793">
              <a:latin typeface="Tahoma"/>
              <a:ea typeface="Tahoma"/>
              <a:cs typeface="Tahoma"/>
              <a:sym typeface="Tahoma"/>
            </a:endParaRPr>
          </a:p>
          <a:p>
            <a:pPr marL="235649" defTabSz="1450147"/>
            <a:r>
              <a:rPr lang="en-US" sz="1110" i="1"/>
              <a:t>x</a:t>
            </a:r>
            <a:r>
              <a:rPr lang="en-US" sz="1189" i="1" baseline="-25000"/>
              <a:t>d</a:t>
            </a:r>
            <a:endParaRPr sz="1189" baseline="-25000"/>
          </a:p>
          <a:p>
            <a:pPr marL="512587" defTabSz="1450147">
              <a:spcBef>
                <a:spcPts val="484"/>
              </a:spcBef>
            </a:pPr>
            <a:r>
              <a:rPr lang="en-US" sz="1110"/>
              <a:t>Linear Activation Function</a:t>
            </a:r>
            <a:endParaRPr sz="1110"/>
          </a:p>
        </p:txBody>
      </p:sp>
      <p:grpSp>
        <p:nvGrpSpPr>
          <p:cNvPr id="926" name="Google Shape;926;p49"/>
          <p:cNvGrpSpPr/>
          <p:nvPr/>
        </p:nvGrpSpPr>
        <p:grpSpPr>
          <a:xfrm>
            <a:off x="5709280" y="4539640"/>
            <a:ext cx="1141993" cy="325597"/>
            <a:chOff x="3600018" y="2322745"/>
            <a:chExt cx="720090" cy="205307"/>
          </a:xfrm>
        </p:grpSpPr>
        <p:sp>
          <p:nvSpPr>
            <p:cNvPr id="927" name="Google Shape;927;p49"/>
            <p:cNvSpPr/>
            <p:nvPr/>
          </p:nvSpPr>
          <p:spPr>
            <a:xfrm>
              <a:off x="3600018" y="2322745"/>
              <a:ext cx="720090" cy="180340"/>
            </a:xfrm>
            <a:custGeom>
              <a:avLst/>
              <a:gdLst/>
              <a:ahLst/>
              <a:cxnLst/>
              <a:rect l="l" t="t" r="r" b="b"/>
              <a:pathLst>
                <a:path w="720089" h="180339" extrusionOk="0">
                  <a:moveTo>
                    <a:pt x="0" y="0"/>
                  </a:moveTo>
                  <a:lnTo>
                    <a:pt x="10612" y="10482"/>
                  </a:lnTo>
                  <a:lnTo>
                    <a:pt x="14689" y="14392"/>
                  </a:lnTo>
                  <a:lnTo>
                    <a:pt x="44066" y="41374"/>
                  </a:lnTo>
                  <a:lnTo>
                    <a:pt x="58755" y="53965"/>
                  </a:lnTo>
                  <a:lnTo>
                    <a:pt x="62831" y="57376"/>
                  </a:lnTo>
                  <a:lnTo>
                    <a:pt x="69368" y="62712"/>
                  </a:lnTo>
                  <a:lnTo>
                    <a:pt x="73444" y="65957"/>
                  </a:lnTo>
                  <a:lnTo>
                    <a:pt x="77520" y="69201"/>
                  </a:lnTo>
                  <a:lnTo>
                    <a:pt x="84057" y="74272"/>
                  </a:lnTo>
                  <a:lnTo>
                    <a:pt x="88133" y="77349"/>
                  </a:lnTo>
                  <a:lnTo>
                    <a:pt x="92209" y="80427"/>
                  </a:lnTo>
                  <a:lnTo>
                    <a:pt x="128124" y="105351"/>
                  </a:lnTo>
                  <a:lnTo>
                    <a:pt x="146889" y="116923"/>
                  </a:lnTo>
                  <a:lnTo>
                    <a:pt x="150965" y="119336"/>
                  </a:lnTo>
                  <a:lnTo>
                    <a:pt x="157501" y="123075"/>
                  </a:lnTo>
                  <a:lnTo>
                    <a:pt x="161577" y="125322"/>
                  </a:lnTo>
                  <a:lnTo>
                    <a:pt x="165653" y="127569"/>
                  </a:lnTo>
                  <a:lnTo>
                    <a:pt x="190955" y="140313"/>
                  </a:lnTo>
                  <a:lnTo>
                    <a:pt x="195031" y="142227"/>
                  </a:lnTo>
                  <a:lnTo>
                    <a:pt x="201568" y="145163"/>
                  </a:lnTo>
                  <a:lnTo>
                    <a:pt x="205644" y="146910"/>
                  </a:lnTo>
                  <a:lnTo>
                    <a:pt x="209720" y="148658"/>
                  </a:lnTo>
                  <a:lnTo>
                    <a:pt x="216257" y="151328"/>
                  </a:lnTo>
                  <a:lnTo>
                    <a:pt x="220333" y="152909"/>
                  </a:lnTo>
                  <a:lnTo>
                    <a:pt x="224409" y="154490"/>
                  </a:lnTo>
                  <a:lnTo>
                    <a:pt x="230946" y="156893"/>
                  </a:lnTo>
                  <a:lnTo>
                    <a:pt x="235022" y="158309"/>
                  </a:lnTo>
                  <a:lnTo>
                    <a:pt x="239098" y="159724"/>
                  </a:lnTo>
                  <a:lnTo>
                    <a:pt x="279089" y="170910"/>
                  </a:lnTo>
                  <a:lnTo>
                    <a:pt x="293778" y="173915"/>
                  </a:lnTo>
                  <a:lnTo>
                    <a:pt x="297854" y="174665"/>
                  </a:lnTo>
                  <a:lnTo>
                    <a:pt x="304391" y="175733"/>
                  </a:lnTo>
                  <a:lnTo>
                    <a:pt x="308467" y="176316"/>
                  </a:lnTo>
                  <a:lnTo>
                    <a:pt x="312543" y="176899"/>
                  </a:lnTo>
                  <a:lnTo>
                    <a:pt x="337844" y="179320"/>
                  </a:lnTo>
                  <a:lnTo>
                    <a:pt x="341920" y="179571"/>
                  </a:lnTo>
                  <a:lnTo>
                    <a:pt x="348457" y="179840"/>
                  </a:lnTo>
                  <a:lnTo>
                    <a:pt x="352533" y="179925"/>
                  </a:lnTo>
                  <a:lnTo>
                    <a:pt x="356609" y="180009"/>
                  </a:lnTo>
                  <a:lnTo>
                    <a:pt x="363146" y="180012"/>
                  </a:lnTo>
                  <a:lnTo>
                    <a:pt x="367222" y="179930"/>
                  </a:lnTo>
                  <a:lnTo>
                    <a:pt x="371298" y="179849"/>
                  </a:lnTo>
                  <a:lnTo>
                    <a:pt x="396600" y="178145"/>
                  </a:lnTo>
                  <a:lnTo>
                    <a:pt x="400676" y="177731"/>
                  </a:lnTo>
                  <a:lnTo>
                    <a:pt x="425978" y="173959"/>
                  </a:lnTo>
                  <a:lnTo>
                    <a:pt x="430054" y="173212"/>
                  </a:lnTo>
                  <a:lnTo>
                    <a:pt x="436591" y="171878"/>
                  </a:lnTo>
                  <a:lnTo>
                    <a:pt x="440667" y="170965"/>
                  </a:lnTo>
                  <a:lnTo>
                    <a:pt x="444743" y="170052"/>
                  </a:lnTo>
                  <a:lnTo>
                    <a:pt x="470044" y="163187"/>
                  </a:lnTo>
                  <a:lnTo>
                    <a:pt x="474120" y="161941"/>
                  </a:lnTo>
                  <a:lnTo>
                    <a:pt x="480657" y="159809"/>
                  </a:lnTo>
                  <a:lnTo>
                    <a:pt x="484733" y="158397"/>
                  </a:lnTo>
                  <a:lnTo>
                    <a:pt x="488809" y="156984"/>
                  </a:lnTo>
                  <a:lnTo>
                    <a:pt x="495346" y="154586"/>
                  </a:lnTo>
                  <a:lnTo>
                    <a:pt x="499422" y="153008"/>
                  </a:lnTo>
                  <a:lnTo>
                    <a:pt x="503498" y="151430"/>
                  </a:lnTo>
                  <a:lnTo>
                    <a:pt x="539413" y="135321"/>
                  </a:lnTo>
                  <a:lnTo>
                    <a:pt x="572867" y="117071"/>
                  </a:lnTo>
                  <a:lnTo>
                    <a:pt x="576943" y="114661"/>
                  </a:lnTo>
                  <a:lnTo>
                    <a:pt x="602244" y="98504"/>
                  </a:lnTo>
                  <a:lnTo>
                    <a:pt x="606321" y="95761"/>
                  </a:lnTo>
                  <a:lnTo>
                    <a:pt x="612857" y="91229"/>
                  </a:lnTo>
                  <a:lnTo>
                    <a:pt x="616933" y="88320"/>
                  </a:lnTo>
                  <a:lnTo>
                    <a:pt x="621009" y="85411"/>
                  </a:lnTo>
                  <a:lnTo>
                    <a:pt x="646311" y="66155"/>
                  </a:lnTo>
                  <a:lnTo>
                    <a:pt x="650387" y="62913"/>
                  </a:lnTo>
                  <a:lnTo>
                    <a:pt x="656924" y="57581"/>
                  </a:lnTo>
                  <a:lnTo>
                    <a:pt x="661000" y="54174"/>
                  </a:lnTo>
                  <a:lnTo>
                    <a:pt x="665076" y="50766"/>
                  </a:lnTo>
                  <a:lnTo>
                    <a:pt x="694454" y="24675"/>
                  </a:lnTo>
                  <a:lnTo>
                    <a:pt x="705067" y="14633"/>
                  </a:lnTo>
                  <a:lnTo>
                    <a:pt x="709143" y="10726"/>
                  </a:lnTo>
                  <a:lnTo>
                    <a:pt x="719756" y="252"/>
                  </a:lnTo>
                </a:path>
              </a:pathLst>
            </a:custGeom>
            <a:noFill/>
            <a:ln w="10100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pic>
          <p:nvPicPr>
            <p:cNvPr id="928" name="Google Shape;928;p4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34717" y="2353681"/>
              <a:ext cx="210368" cy="1743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9" name="Google Shape;929;p49"/>
          <p:cNvSpPr txBox="1"/>
          <p:nvPr/>
        </p:nvSpPr>
        <p:spPr>
          <a:xfrm>
            <a:off x="5149527" y="3994093"/>
            <a:ext cx="2261831" cy="128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568981" defTabSz="1450147"/>
            <a:r>
              <a:rPr lang="en-US" sz="1507" b="1">
                <a:solidFill>
                  <a:srgbClr val="1B1472"/>
                </a:solidFill>
              </a:rPr>
              <a:t>3. Objective</a:t>
            </a:r>
            <a:endParaRPr sz="1507"/>
          </a:p>
          <a:p>
            <a:pPr marL="1310167" defTabSz="1450147">
              <a:spcBef>
                <a:spcPts val="1338"/>
              </a:spcBef>
            </a:pPr>
            <a:r>
              <a:rPr lang="en-US" sz="793">
                <a:solidFill>
                  <a:srgbClr val="FF0000"/>
                </a:solidFill>
              </a:rPr>
              <a:t>minimum</a:t>
            </a:r>
            <a:endParaRPr sz="793"/>
          </a:p>
          <a:p>
            <a:pPr defTabSz="1450147"/>
            <a:endParaRPr sz="793"/>
          </a:p>
          <a:p>
            <a:pPr defTabSz="1450147">
              <a:spcBef>
                <a:spcPts val="428"/>
              </a:spcBef>
            </a:pPr>
            <a:endParaRPr sz="793"/>
          </a:p>
          <a:p>
            <a:pPr algn="ctr" defTabSz="1450147"/>
            <a:r>
              <a:rPr lang="en-US" sz="1110" i="1"/>
              <a:t>J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110" b="1"/>
              <a:t>w</a:t>
            </a:r>
            <a:r>
              <a:rPr lang="en-US" sz="1269">
                <a:latin typeface="Tahoma"/>
                <a:ea typeface="Tahoma"/>
                <a:cs typeface="Tahoma"/>
                <a:sym typeface="Tahoma"/>
              </a:rPr>
              <a:t>)</a:t>
            </a:r>
            <a:endParaRPr sz="1269">
              <a:latin typeface="Tahoma"/>
              <a:ea typeface="Tahoma"/>
              <a:cs typeface="Tahoma"/>
              <a:sym typeface="Tahoma"/>
            </a:endParaRPr>
          </a:p>
          <a:p>
            <a:pPr algn="ctr" defTabSz="1450147">
              <a:spcBef>
                <a:spcPts val="587"/>
              </a:spcBef>
            </a:pPr>
            <a:r>
              <a:rPr lang="en-US" sz="1110"/>
              <a:t>MSE Loss Function</a:t>
            </a:r>
            <a:endParaRPr sz="1110"/>
          </a:p>
        </p:txBody>
      </p:sp>
      <p:grpSp>
        <p:nvGrpSpPr>
          <p:cNvPr id="930" name="Google Shape;930;p49"/>
          <p:cNvGrpSpPr/>
          <p:nvPr/>
        </p:nvGrpSpPr>
        <p:grpSpPr>
          <a:xfrm>
            <a:off x="1976589" y="4507357"/>
            <a:ext cx="1824765" cy="636455"/>
            <a:chOff x="1246349" y="2302389"/>
            <a:chExt cx="1150616" cy="401320"/>
          </a:xfrm>
        </p:grpSpPr>
        <p:sp>
          <p:nvSpPr>
            <p:cNvPr id="931" name="Google Shape;931;p49"/>
            <p:cNvSpPr/>
            <p:nvPr/>
          </p:nvSpPr>
          <p:spPr>
            <a:xfrm>
              <a:off x="1246349" y="2345107"/>
              <a:ext cx="315595" cy="315595"/>
            </a:xfrm>
            <a:custGeom>
              <a:avLst/>
              <a:gdLst/>
              <a:ahLst/>
              <a:cxnLst/>
              <a:rect l="l" t="t" r="r" b="b"/>
              <a:pathLst>
                <a:path w="315594" h="315594" extrusionOk="0">
                  <a:moveTo>
                    <a:pt x="157639" y="0"/>
                  </a:moveTo>
                  <a:lnTo>
                    <a:pt x="107813" y="8036"/>
                  </a:lnTo>
                  <a:lnTo>
                    <a:pt x="64539" y="30415"/>
                  </a:lnTo>
                  <a:lnTo>
                    <a:pt x="30415" y="64539"/>
                  </a:lnTo>
                  <a:lnTo>
                    <a:pt x="8036" y="107813"/>
                  </a:lnTo>
                  <a:lnTo>
                    <a:pt x="0" y="157640"/>
                  </a:lnTo>
                  <a:lnTo>
                    <a:pt x="8036" y="207466"/>
                  </a:lnTo>
                  <a:lnTo>
                    <a:pt x="30415" y="250740"/>
                  </a:lnTo>
                  <a:lnTo>
                    <a:pt x="64539" y="284864"/>
                  </a:lnTo>
                  <a:lnTo>
                    <a:pt x="107813" y="307243"/>
                  </a:lnTo>
                  <a:lnTo>
                    <a:pt x="157639" y="315280"/>
                  </a:lnTo>
                  <a:lnTo>
                    <a:pt x="207466" y="307243"/>
                  </a:lnTo>
                  <a:lnTo>
                    <a:pt x="250740" y="284864"/>
                  </a:lnTo>
                  <a:lnTo>
                    <a:pt x="284864" y="250740"/>
                  </a:lnTo>
                  <a:lnTo>
                    <a:pt x="307243" y="207466"/>
                  </a:lnTo>
                  <a:lnTo>
                    <a:pt x="315279" y="157640"/>
                  </a:lnTo>
                  <a:lnTo>
                    <a:pt x="307243" y="107813"/>
                  </a:lnTo>
                  <a:lnTo>
                    <a:pt x="284864" y="64539"/>
                  </a:lnTo>
                  <a:lnTo>
                    <a:pt x="250740" y="30415"/>
                  </a:lnTo>
                  <a:lnTo>
                    <a:pt x="207466" y="8036"/>
                  </a:lnTo>
                  <a:lnTo>
                    <a:pt x="15763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2" name="Google Shape;932;p49"/>
            <p:cNvSpPr/>
            <p:nvPr/>
          </p:nvSpPr>
          <p:spPr>
            <a:xfrm>
              <a:off x="1246349" y="2345107"/>
              <a:ext cx="315595" cy="315595"/>
            </a:xfrm>
            <a:custGeom>
              <a:avLst/>
              <a:gdLst/>
              <a:ahLst/>
              <a:cxnLst/>
              <a:rect l="l" t="t" r="r" b="b"/>
              <a:pathLst>
                <a:path w="315594" h="315594" extrusionOk="0">
                  <a:moveTo>
                    <a:pt x="315279" y="157640"/>
                  </a:moveTo>
                  <a:lnTo>
                    <a:pt x="307243" y="107813"/>
                  </a:lnTo>
                  <a:lnTo>
                    <a:pt x="284864" y="64539"/>
                  </a:lnTo>
                  <a:lnTo>
                    <a:pt x="250740" y="30415"/>
                  </a:lnTo>
                  <a:lnTo>
                    <a:pt x="207466" y="8036"/>
                  </a:lnTo>
                  <a:lnTo>
                    <a:pt x="157639" y="0"/>
                  </a:lnTo>
                  <a:lnTo>
                    <a:pt x="107813" y="8036"/>
                  </a:lnTo>
                  <a:lnTo>
                    <a:pt x="64539" y="30415"/>
                  </a:lnTo>
                  <a:lnTo>
                    <a:pt x="30415" y="64539"/>
                  </a:lnTo>
                  <a:lnTo>
                    <a:pt x="8036" y="107813"/>
                  </a:lnTo>
                  <a:lnTo>
                    <a:pt x="0" y="157640"/>
                  </a:lnTo>
                  <a:lnTo>
                    <a:pt x="8036" y="207466"/>
                  </a:lnTo>
                  <a:lnTo>
                    <a:pt x="30415" y="250740"/>
                  </a:lnTo>
                  <a:lnTo>
                    <a:pt x="64539" y="284864"/>
                  </a:lnTo>
                  <a:lnTo>
                    <a:pt x="107813" y="307243"/>
                  </a:lnTo>
                  <a:lnTo>
                    <a:pt x="157639" y="315280"/>
                  </a:lnTo>
                  <a:lnTo>
                    <a:pt x="207466" y="307243"/>
                  </a:lnTo>
                  <a:lnTo>
                    <a:pt x="250740" y="284864"/>
                  </a:lnTo>
                  <a:lnTo>
                    <a:pt x="284864" y="250740"/>
                  </a:lnTo>
                  <a:lnTo>
                    <a:pt x="307243" y="207466"/>
                  </a:lnTo>
                  <a:lnTo>
                    <a:pt x="315279" y="157640"/>
                  </a:lnTo>
                  <a:close/>
                </a:path>
              </a:pathLst>
            </a:custGeom>
            <a:noFill/>
            <a:ln w="952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3" name="Google Shape;933;p49"/>
            <p:cNvSpPr/>
            <p:nvPr/>
          </p:nvSpPr>
          <p:spPr>
            <a:xfrm>
              <a:off x="1995645" y="2302389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19" h="401319" extrusionOk="0">
                  <a:moveTo>
                    <a:pt x="200358" y="0"/>
                  </a:moveTo>
                  <a:lnTo>
                    <a:pt x="154417" y="5291"/>
                  </a:lnTo>
                  <a:lnTo>
                    <a:pt x="112245" y="20364"/>
                  </a:lnTo>
                  <a:lnTo>
                    <a:pt x="75043" y="44016"/>
                  </a:lnTo>
                  <a:lnTo>
                    <a:pt x="44016" y="75043"/>
                  </a:lnTo>
                  <a:lnTo>
                    <a:pt x="20364" y="112245"/>
                  </a:lnTo>
                  <a:lnTo>
                    <a:pt x="5291" y="154417"/>
                  </a:lnTo>
                  <a:lnTo>
                    <a:pt x="0" y="200358"/>
                  </a:lnTo>
                  <a:lnTo>
                    <a:pt x="5291" y="246299"/>
                  </a:lnTo>
                  <a:lnTo>
                    <a:pt x="20364" y="288471"/>
                  </a:lnTo>
                  <a:lnTo>
                    <a:pt x="44016" y="325672"/>
                  </a:lnTo>
                  <a:lnTo>
                    <a:pt x="75043" y="356700"/>
                  </a:lnTo>
                  <a:lnTo>
                    <a:pt x="112245" y="380352"/>
                  </a:lnTo>
                  <a:lnTo>
                    <a:pt x="154417" y="395424"/>
                  </a:lnTo>
                  <a:lnTo>
                    <a:pt x="200358" y="400716"/>
                  </a:lnTo>
                  <a:lnTo>
                    <a:pt x="246299" y="395424"/>
                  </a:lnTo>
                  <a:lnTo>
                    <a:pt x="288471" y="380352"/>
                  </a:lnTo>
                  <a:lnTo>
                    <a:pt x="325672" y="356700"/>
                  </a:lnTo>
                  <a:lnTo>
                    <a:pt x="356700" y="325672"/>
                  </a:lnTo>
                  <a:lnTo>
                    <a:pt x="380352" y="288471"/>
                  </a:lnTo>
                  <a:lnTo>
                    <a:pt x="395425" y="246299"/>
                  </a:lnTo>
                  <a:lnTo>
                    <a:pt x="400716" y="200358"/>
                  </a:lnTo>
                  <a:lnTo>
                    <a:pt x="395425" y="154417"/>
                  </a:lnTo>
                  <a:lnTo>
                    <a:pt x="380352" y="112245"/>
                  </a:lnTo>
                  <a:lnTo>
                    <a:pt x="356700" y="75043"/>
                  </a:lnTo>
                  <a:lnTo>
                    <a:pt x="325672" y="44016"/>
                  </a:lnTo>
                  <a:lnTo>
                    <a:pt x="288471" y="20364"/>
                  </a:lnTo>
                  <a:lnTo>
                    <a:pt x="246299" y="5291"/>
                  </a:lnTo>
                  <a:lnTo>
                    <a:pt x="200358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4" name="Google Shape;934;p49"/>
            <p:cNvSpPr/>
            <p:nvPr/>
          </p:nvSpPr>
          <p:spPr>
            <a:xfrm>
              <a:off x="1995645" y="2302389"/>
              <a:ext cx="401320" cy="401320"/>
            </a:xfrm>
            <a:custGeom>
              <a:avLst/>
              <a:gdLst/>
              <a:ahLst/>
              <a:cxnLst/>
              <a:rect l="l" t="t" r="r" b="b"/>
              <a:pathLst>
                <a:path w="401319" h="401319" extrusionOk="0">
                  <a:moveTo>
                    <a:pt x="400716" y="200358"/>
                  </a:moveTo>
                  <a:lnTo>
                    <a:pt x="395425" y="154417"/>
                  </a:lnTo>
                  <a:lnTo>
                    <a:pt x="380352" y="112245"/>
                  </a:lnTo>
                  <a:lnTo>
                    <a:pt x="356700" y="75043"/>
                  </a:lnTo>
                  <a:lnTo>
                    <a:pt x="325672" y="44016"/>
                  </a:lnTo>
                  <a:lnTo>
                    <a:pt x="288471" y="20364"/>
                  </a:lnTo>
                  <a:lnTo>
                    <a:pt x="246299" y="5291"/>
                  </a:lnTo>
                  <a:lnTo>
                    <a:pt x="200358" y="0"/>
                  </a:lnTo>
                  <a:lnTo>
                    <a:pt x="154417" y="5291"/>
                  </a:lnTo>
                  <a:lnTo>
                    <a:pt x="112245" y="20364"/>
                  </a:lnTo>
                  <a:lnTo>
                    <a:pt x="75043" y="44016"/>
                  </a:lnTo>
                  <a:lnTo>
                    <a:pt x="44016" y="75043"/>
                  </a:lnTo>
                  <a:lnTo>
                    <a:pt x="20364" y="112245"/>
                  </a:lnTo>
                  <a:lnTo>
                    <a:pt x="5291" y="154417"/>
                  </a:lnTo>
                  <a:lnTo>
                    <a:pt x="0" y="200358"/>
                  </a:lnTo>
                  <a:lnTo>
                    <a:pt x="5291" y="246299"/>
                  </a:lnTo>
                  <a:lnTo>
                    <a:pt x="20364" y="288471"/>
                  </a:lnTo>
                  <a:lnTo>
                    <a:pt x="44016" y="325672"/>
                  </a:lnTo>
                  <a:lnTo>
                    <a:pt x="75043" y="356700"/>
                  </a:lnTo>
                  <a:lnTo>
                    <a:pt x="112245" y="380352"/>
                  </a:lnTo>
                  <a:lnTo>
                    <a:pt x="154417" y="395424"/>
                  </a:lnTo>
                  <a:lnTo>
                    <a:pt x="200358" y="400716"/>
                  </a:lnTo>
                  <a:lnTo>
                    <a:pt x="246299" y="395424"/>
                  </a:lnTo>
                  <a:lnTo>
                    <a:pt x="288471" y="380352"/>
                  </a:lnTo>
                  <a:lnTo>
                    <a:pt x="325672" y="356700"/>
                  </a:lnTo>
                  <a:lnTo>
                    <a:pt x="356700" y="325672"/>
                  </a:lnTo>
                  <a:lnTo>
                    <a:pt x="380352" y="288471"/>
                  </a:lnTo>
                  <a:lnTo>
                    <a:pt x="395425" y="246299"/>
                  </a:lnTo>
                  <a:lnTo>
                    <a:pt x="400716" y="200358"/>
                  </a:lnTo>
                  <a:close/>
                </a:path>
              </a:pathLst>
            </a:custGeom>
            <a:noFill/>
            <a:ln w="9525" cap="flat" cmpd="sng">
              <a:solidFill>
                <a:srgbClr val="33FF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5" name="Google Shape;935;p49"/>
            <p:cNvSpPr/>
            <p:nvPr/>
          </p:nvSpPr>
          <p:spPr>
            <a:xfrm>
              <a:off x="1564159" y="2502747"/>
              <a:ext cx="414020" cy="0"/>
            </a:xfrm>
            <a:custGeom>
              <a:avLst/>
              <a:gdLst/>
              <a:ahLst/>
              <a:cxnLst/>
              <a:rect l="l" t="t" r="r" b="b"/>
              <a:pathLst>
                <a:path w="414019" h="120000" extrusionOk="0">
                  <a:moveTo>
                    <a:pt x="0" y="0"/>
                  </a:moveTo>
                  <a:lnTo>
                    <a:pt x="413771" y="0"/>
                  </a:lnTo>
                </a:path>
              </a:pathLst>
            </a:custGeom>
            <a:noFill/>
            <a:ln w="15175" cap="flat" cmpd="sng">
              <a:solidFill>
                <a:srgbClr val="FF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36" name="Google Shape;936;p49"/>
            <p:cNvSpPr/>
            <p:nvPr/>
          </p:nvSpPr>
          <p:spPr>
            <a:xfrm>
              <a:off x="1947059" y="2454096"/>
              <a:ext cx="38735" cy="97790"/>
            </a:xfrm>
            <a:custGeom>
              <a:avLst/>
              <a:gdLst/>
              <a:ahLst/>
              <a:cxnLst/>
              <a:rect l="l" t="t" r="r" b="b"/>
              <a:pathLst>
                <a:path w="38735" h="97789" extrusionOk="0">
                  <a:moveTo>
                    <a:pt x="0" y="0"/>
                  </a:moveTo>
                  <a:lnTo>
                    <a:pt x="6755" y="19118"/>
                  </a:lnTo>
                  <a:lnTo>
                    <a:pt x="15950" y="33143"/>
                  </a:lnTo>
                  <a:lnTo>
                    <a:pt x="26786" y="42760"/>
                  </a:lnTo>
                  <a:lnTo>
                    <a:pt x="38464" y="48651"/>
                  </a:lnTo>
                  <a:lnTo>
                    <a:pt x="26786" y="54542"/>
                  </a:lnTo>
                  <a:lnTo>
                    <a:pt x="15950" y="64158"/>
                  </a:lnTo>
                  <a:lnTo>
                    <a:pt x="6755" y="78183"/>
                  </a:lnTo>
                  <a:lnTo>
                    <a:pt x="0" y="97302"/>
                  </a:lnTo>
                </a:path>
              </a:pathLst>
            </a:custGeom>
            <a:noFill/>
            <a:ln w="15175" cap="flat" cmpd="sng">
              <a:solidFill>
                <a:srgbClr val="FF4C4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37" name="Google Shape;937;p49"/>
          <p:cNvSpPr txBox="1"/>
          <p:nvPr/>
        </p:nvSpPr>
        <p:spPr>
          <a:xfrm>
            <a:off x="1683652" y="3991838"/>
            <a:ext cx="2342395" cy="897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636453" defTabSz="1450147"/>
            <a:r>
              <a:rPr lang="en-US" sz="1507" b="1">
                <a:solidFill>
                  <a:srgbClr val="1B1472"/>
                </a:solidFill>
              </a:rPr>
              <a:t>4. Learning</a:t>
            </a:r>
            <a:endParaRPr sz="1507"/>
          </a:p>
          <a:p>
            <a:pPr defTabSz="1450147">
              <a:spcBef>
                <a:spcPts val="634"/>
              </a:spcBef>
            </a:pPr>
            <a:endParaRPr sz="1507"/>
          </a:p>
          <a:p>
            <a:pPr marR="66465" algn="ctr" defTabSz="1450147">
              <a:lnSpc>
                <a:spcPct val="107500"/>
              </a:lnSpc>
            </a:pPr>
            <a:r>
              <a:rPr lang="en-US" sz="1269">
                <a:solidFill>
                  <a:srgbClr val="FF4C4C"/>
                </a:solidFill>
                <a:latin typeface="Lucida Sans"/>
                <a:ea typeface="Lucida Sans"/>
                <a:cs typeface="Lucida Sans"/>
                <a:sym typeface="Lucida Sans"/>
              </a:rPr>
              <a:t>—</a:t>
            </a:r>
            <a:r>
              <a:rPr lang="en-US" sz="1269" i="1">
                <a:solidFill>
                  <a:srgbClr val="FF4C4C"/>
                </a:solidFill>
                <a:latin typeface="Verdana"/>
                <a:ea typeface="Verdana"/>
                <a:cs typeface="Verdana"/>
                <a:sym typeface="Verdana"/>
              </a:rPr>
              <a:t>η</a:t>
            </a:r>
            <a:r>
              <a:rPr lang="en-US" sz="1269">
                <a:solidFill>
                  <a:srgbClr val="FF4C4C"/>
                </a:solidFill>
                <a:latin typeface="Lucida Sans"/>
                <a:ea typeface="Lucida Sans"/>
                <a:cs typeface="Lucida Sans"/>
                <a:sym typeface="Lucida Sans"/>
              </a:rPr>
              <a:t>∇</a:t>
            </a:r>
            <a:r>
              <a:rPr lang="en-US" sz="1110" i="1">
                <a:solidFill>
                  <a:srgbClr val="FF4C4C"/>
                </a:solidFill>
              </a:rPr>
              <a:t>J</a:t>
            </a:r>
            <a:endParaRPr sz="1110"/>
          </a:p>
          <a:p>
            <a:pPr marL="411882" defTabSz="1450147">
              <a:lnSpc>
                <a:spcPct val="70476"/>
              </a:lnSpc>
            </a:pPr>
            <a:r>
              <a:rPr lang="en-US" sz="1665" b="1" baseline="-25000"/>
              <a:t>w</a:t>
            </a:r>
            <a:r>
              <a:rPr lang="en-US" sz="952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793" i="1"/>
              <a:t>t </a:t>
            </a:r>
            <a:r>
              <a:rPr lang="en-US" sz="952">
                <a:latin typeface="Tahoma"/>
                <a:ea typeface="Tahoma"/>
                <a:cs typeface="Tahoma"/>
                <a:sym typeface="Tahoma"/>
              </a:rPr>
              <a:t>)	</a:t>
            </a:r>
            <a:r>
              <a:rPr lang="en-US" sz="1665" b="1" baseline="-25000"/>
              <a:t>w</a:t>
            </a:r>
            <a:r>
              <a:rPr lang="en-US" sz="952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793" i="1"/>
              <a:t>t </a:t>
            </a:r>
            <a:r>
              <a:rPr lang="en-US" sz="952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793"/>
              <a:t>1</a:t>
            </a:r>
            <a:r>
              <a:rPr lang="en-US" sz="952">
                <a:latin typeface="Tahoma"/>
                <a:ea typeface="Tahoma"/>
                <a:cs typeface="Tahoma"/>
                <a:sym typeface="Tahoma"/>
              </a:rPr>
              <a:t>)</a:t>
            </a:r>
            <a:endParaRPr sz="952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38" name="Google Shape;938;p49"/>
          <p:cNvGrpSpPr/>
          <p:nvPr/>
        </p:nvGrpSpPr>
        <p:grpSpPr>
          <a:xfrm>
            <a:off x="4004510" y="2318727"/>
            <a:ext cx="1126800" cy="103726"/>
            <a:chOff x="2525066" y="922336"/>
            <a:chExt cx="710510" cy="65405"/>
          </a:xfrm>
        </p:grpSpPr>
        <p:sp>
          <p:nvSpPr>
            <p:cNvPr id="939" name="Google Shape;939;p49"/>
            <p:cNvSpPr/>
            <p:nvPr/>
          </p:nvSpPr>
          <p:spPr>
            <a:xfrm>
              <a:off x="2525066" y="954727"/>
              <a:ext cx="669925" cy="0"/>
            </a:xfrm>
            <a:custGeom>
              <a:avLst/>
              <a:gdLst/>
              <a:ahLst/>
              <a:cxnLst/>
              <a:rect l="l" t="t" r="r" b="b"/>
              <a:pathLst>
                <a:path w="669925" h="120000" extrusionOk="0">
                  <a:moveTo>
                    <a:pt x="0" y="0"/>
                  </a:moveTo>
                  <a:lnTo>
                    <a:pt x="669397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0" name="Google Shape;940;p49"/>
            <p:cNvSpPr/>
            <p:nvPr/>
          </p:nvSpPr>
          <p:spPr>
            <a:xfrm>
              <a:off x="3170171" y="922336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5" extrusionOk="0">
                  <a:moveTo>
                    <a:pt x="0" y="0"/>
                  </a:moveTo>
                  <a:lnTo>
                    <a:pt x="24293" y="32390"/>
                  </a:lnTo>
                  <a:lnTo>
                    <a:pt x="0" y="64781"/>
                  </a:lnTo>
                  <a:lnTo>
                    <a:pt x="64781" y="3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14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41" name="Google Shape;941;p49"/>
          <p:cNvSpPr txBox="1"/>
          <p:nvPr/>
        </p:nvSpPr>
        <p:spPr>
          <a:xfrm>
            <a:off x="4309684" y="2118848"/>
            <a:ext cx="515609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>
                <a:solidFill>
                  <a:srgbClr val="1B1472"/>
                </a:solidFill>
              </a:rPr>
              <a:t>forward</a:t>
            </a:r>
            <a:endParaRPr sz="1110"/>
          </a:p>
        </p:txBody>
      </p:sp>
      <p:grpSp>
        <p:nvGrpSpPr>
          <p:cNvPr id="942" name="Google Shape;942;p49"/>
          <p:cNvGrpSpPr/>
          <p:nvPr/>
        </p:nvGrpSpPr>
        <p:grpSpPr>
          <a:xfrm>
            <a:off x="6228844" y="3091788"/>
            <a:ext cx="103726" cy="841333"/>
            <a:chOff x="3927632" y="1409794"/>
            <a:chExt cx="65405" cy="530507"/>
          </a:xfrm>
        </p:grpSpPr>
        <p:sp>
          <p:nvSpPr>
            <p:cNvPr id="943" name="Google Shape;943;p49"/>
            <p:cNvSpPr/>
            <p:nvPr/>
          </p:nvSpPr>
          <p:spPr>
            <a:xfrm>
              <a:off x="3960023" y="1409794"/>
              <a:ext cx="0" cy="489584"/>
            </a:xfrm>
            <a:custGeom>
              <a:avLst/>
              <a:gdLst/>
              <a:ahLst/>
              <a:cxnLst/>
              <a:rect l="l" t="t" r="r" b="b"/>
              <a:pathLst>
                <a:path w="120000" h="489585" extrusionOk="0">
                  <a:moveTo>
                    <a:pt x="0" y="0"/>
                  </a:moveTo>
                  <a:lnTo>
                    <a:pt x="0" y="489395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4" name="Google Shape;944;p49"/>
            <p:cNvSpPr/>
            <p:nvPr/>
          </p:nvSpPr>
          <p:spPr>
            <a:xfrm>
              <a:off x="3927632" y="1874896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4" h="65405" extrusionOk="0">
                  <a:moveTo>
                    <a:pt x="64781" y="0"/>
                  </a:moveTo>
                  <a:lnTo>
                    <a:pt x="32390" y="24293"/>
                  </a:lnTo>
                  <a:lnTo>
                    <a:pt x="0" y="0"/>
                  </a:lnTo>
                  <a:lnTo>
                    <a:pt x="32390" y="64781"/>
                  </a:lnTo>
                  <a:lnTo>
                    <a:pt x="64781" y="0"/>
                  </a:lnTo>
                  <a:close/>
                </a:path>
              </a:pathLst>
            </a:custGeom>
            <a:solidFill>
              <a:srgbClr val="1B14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45" name="Google Shape;945;p49"/>
          <p:cNvSpPr txBox="1"/>
          <p:nvPr/>
        </p:nvSpPr>
        <p:spPr>
          <a:xfrm>
            <a:off x="6344304" y="3380599"/>
            <a:ext cx="595166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>
                <a:solidFill>
                  <a:srgbClr val="1B1472"/>
                </a:solidFill>
              </a:rPr>
              <a:t>compute</a:t>
            </a:r>
            <a:endParaRPr sz="1110"/>
          </a:p>
        </p:txBody>
      </p:sp>
      <p:grpSp>
        <p:nvGrpSpPr>
          <p:cNvPr id="946" name="Google Shape;946;p49"/>
          <p:cNvGrpSpPr/>
          <p:nvPr/>
        </p:nvGrpSpPr>
        <p:grpSpPr>
          <a:xfrm>
            <a:off x="4004510" y="4602456"/>
            <a:ext cx="1126648" cy="103726"/>
            <a:chOff x="2525066" y="2362354"/>
            <a:chExt cx="710414" cy="65405"/>
          </a:xfrm>
        </p:grpSpPr>
        <p:sp>
          <p:nvSpPr>
            <p:cNvPr id="947" name="Google Shape;947;p49"/>
            <p:cNvSpPr/>
            <p:nvPr/>
          </p:nvSpPr>
          <p:spPr>
            <a:xfrm>
              <a:off x="2565555" y="2394745"/>
              <a:ext cx="669925" cy="0"/>
            </a:xfrm>
            <a:custGeom>
              <a:avLst/>
              <a:gdLst/>
              <a:ahLst/>
              <a:cxnLst/>
              <a:rect l="l" t="t" r="r" b="b"/>
              <a:pathLst>
                <a:path w="669925" h="120000" extrusionOk="0">
                  <a:moveTo>
                    <a:pt x="669397" y="0"/>
                  </a:move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48" name="Google Shape;948;p49"/>
            <p:cNvSpPr/>
            <p:nvPr/>
          </p:nvSpPr>
          <p:spPr>
            <a:xfrm>
              <a:off x="2525066" y="2362354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5" extrusionOk="0">
                  <a:moveTo>
                    <a:pt x="64781" y="64781"/>
                  </a:moveTo>
                  <a:lnTo>
                    <a:pt x="40488" y="32390"/>
                  </a:lnTo>
                  <a:lnTo>
                    <a:pt x="64781" y="0"/>
                  </a:lnTo>
                  <a:lnTo>
                    <a:pt x="0" y="32390"/>
                  </a:lnTo>
                  <a:lnTo>
                    <a:pt x="64781" y="64781"/>
                  </a:lnTo>
                  <a:close/>
                </a:path>
              </a:pathLst>
            </a:custGeom>
            <a:solidFill>
              <a:srgbClr val="1B14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49" name="Google Shape;949;p49"/>
          <p:cNvSpPr txBox="1"/>
          <p:nvPr/>
        </p:nvSpPr>
        <p:spPr>
          <a:xfrm>
            <a:off x="4287709" y="4677839"/>
            <a:ext cx="559919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>
                <a:solidFill>
                  <a:srgbClr val="1B1472"/>
                </a:solidFill>
              </a:rPr>
              <a:t>gradient</a:t>
            </a:r>
            <a:endParaRPr sz="1110"/>
          </a:p>
        </p:txBody>
      </p:sp>
      <p:grpSp>
        <p:nvGrpSpPr>
          <p:cNvPr id="950" name="Google Shape;950;p49"/>
          <p:cNvGrpSpPr/>
          <p:nvPr/>
        </p:nvGrpSpPr>
        <p:grpSpPr>
          <a:xfrm>
            <a:off x="2803251" y="3091788"/>
            <a:ext cx="103726" cy="840643"/>
            <a:chOff x="1767605" y="1409794"/>
            <a:chExt cx="65405" cy="530072"/>
          </a:xfrm>
        </p:grpSpPr>
        <p:sp>
          <p:nvSpPr>
            <p:cNvPr id="951" name="Google Shape;951;p49"/>
            <p:cNvSpPr/>
            <p:nvPr/>
          </p:nvSpPr>
          <p:spPr>
            <a:xfrm>
              <a:off x="1799996" y="1450282"/>
              <a:ext cx="0" cy="489584"/>
            </a:xfrm>
            <a:custGeom>
              <a:avLst/>
              <a:gdLst/>
              <a:ahLst/>
              <a:cxnLst/>
              <a:rect l="l" t="t" r="r" b="b"/>
              <a:pathLst>
                <a:path w="120000" h="489585" extrusionOk="0">
                  <a:moveTo>
                    <a:pt x="0" y="489395"/>
                  </a:moveTo>
                  <a:lnTo>
                    <a:pt x="0" y="0"/>
                  </a:lnTo>
                </a:path>
              </a:pathLst>
            </a:custGeom>
            <a:noFill/>
            <a:ln w="15175" cap="flat" cmpd="sng">
              <a:solidFill>
                <a:srgbClr val="1B147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  <p:sp>
          <p:nvSpPr>
            <p:cNvPr id="952" name="Google Shape;952;p49"/>
            <p:cNvSpPr/>
            <p:nvPr/>
          </p:nvSpPr>
          <p:spPr>
            <a:xfrm>
              <a:off x="1767605" y="1409794"/>
              <a:ext cx="65405" cy="65405"/>
            </a:xfrm>
            <a:custGeom>
              <a:avLst/>
              <a:gdLst/>
              <a:ahLst/>
              <a:cxnLst/>
              <a:rect l="l" t="t" r="r" b="b"/>
              <a:pathLst>
                <a:path w="65405" h="65405" extrusionOk="0">
                  <a:moveTo>
                    <a:pt x="0" y="64781"/>
                  </a:moveTo>
                  <a:lnTo>
                    <a:pt x="32390" y="40488"/>
                  </a:lnTo>
                  <a:lnTo>
                    <a:pt x="64781" y="64781"/>
                  </a:lnTo>
                  <a:lnTo>
                    <a:pt x="32390" y="0"/>
                  </a:lnTo>
                  <a:lnTo>
                    <a:pt x="0" y="64781"/>
                  </a:lnTo>
                  <a:close/>
                </a:path>
              </a:pathLst>
            </a:custGeom>
            <a:solidFill>
              <a:srgbClr val="1B147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450147"/>
              <a:endParaRPr sz="2220"/>
            </a:p>
          </p:txBody>
        </p:sp>
      </p:grpSp>
      <p:sp>
        <p:nvSpPr>
          <p:cNvPr id="953" name="Google Shape;953;p49"/>
          <p:cNvSpPr txBox="1"/>
          <p:nvPr/>
        </p:nvSpPr>
        <p:spPr>
          <a:xfrm>
            <a:off x="2350188" y="3398344"/>
            <a:ext cx="441087" cy="19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L="20141" defTabSz="1450147"/>
            <a:r>
              <a:rPr lang="en-US" sz="1110">
                <a:solidFill>
                  <a:srgbClr val="1B1472"/>
                </a:solidFill>
              </a:rPr>
              <a:t>iterate</a:t>
            </a:r>
            <a:endParaRPr sz="1110"/>
          </a:p>
        </p:txBody>
      </p:sp>
      <p:sp>
        <p:nvSpPr>
          <p:cNvPr id="954" name="Google Shape;954;p49"/>
          <p:cNvSpPr txBox="1"/>
          <p:nvPr/>
        </p:nvSpPr>
        <p:spPr>
          <a:xfrm>
            <a:off x="954358" y="5430486"/>
            <a:ext cx="7214495" cy="25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167" rIns="0" bIns="0" anchor="t" anchorCtr="0">
            <a:spAutoFit/>
          </a:bodyPr>
          <a:lstStyle/>
          <a:p>
            <a:pPr marL="20141" defTabSz="1450147"/>
            <a:r>
              <a:rPr lang="en-US" sz="1507" i="1"/>
              <a:t>This framework extends to more complex models: neural networks, deep learning!</a:t>
            </a:r>
            <a:endParaRPr sz="1507"/>
          </a:p>
        </p:txBody>
      </p:sp>
      <p:sp>
        <p:nvSpPr>
          <p:cNvPr id="2" name="Rectangle 1"/>
          <p:cNvSpPr/>
          <p:nvPr/>
        </p:nvSpPr>
        <p:spPr>
          <a:xfrm>
            <a:off x="291596" y="343887"/>
            <a:ext cx="43813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S</a:t>
            </a:r>
            <a:r>
              <a:rPr lang="en-US" sz="2000" b="1" cap="small" dirty="0">
                <a:solidFill>
                  <a:srgbClr val="FFFFFF"/>
                </a:solidFill>
              </a:rPr>
              <a:t>ummary</a:t>
            </a:r>
            <a:r>
              <a:rPr lang="en-US" sz="2000" b="1" dirty="0">
                <a:solidFill>
                  <a:srgbClr val="FFFFFF"/>
                </a:solidFill>
              </a:rPr>
              <a:t>: P</a:t>
            </a:r>
            <a:r>
              <a:rPr lang="en-US" sz="2000" b="1" cap="small" dirty="0">
                <a:solidFill>
                  <a:srgbClr val="FFFFFF"/>
                </a:solidFill>
              </a:rPr>
              <a:t>utting</a:t>
            </a:r>
            <a:r>
              <a:rPr lang="en-US" sz="2000" b="1" dirty="0">
                <a:solidFill>
                  <a:srgbClr val="FFFFFF"/>
                </a:solidFill>
              </a:rPr>
              <a:t> I</a:t>
            </a:r>
            <a:r>
              <a:rPr lang="en-US" sz="2000" b="1" cap="small" dirty="0">
                <a:solidFill>
                  <a:srgbClr val="FFFFFF"/>
                </a:solidFill>
              </a:rPr>
              <a:t>t</a:t>
            </a:r>
            <a:r>
              <a:rPr lang="en-US" sz="2000" b="1" dirty="0">
                <a:solidFill>
                  <a:srgbClr val="FFFFFF"/>
                </a:solidFill>
              </a:rPr>
              <a:t> A</a:t>
            </a:r>
            <a:r>
              <a:rPr lang="en-US" sz="2000" b="1" cap="small" dirty="0">
                <a:solidFill>
                  <a:srgbClr val="FFFFFF"/>
                </a:solidFill>
              </a:rPr>
              <a:t>ll</a:t>
            </a:r>
            <a:r>
              <a:rPr lang="en-US" sz="2000" b="1" dirty="0">
                <a:solidFill>
                  <a:srgbClr val="FFFFFF"/>
                </a:solidFill>
              </a:rPr>
              <a:t> T</a:t>
            </a:r>
            <a:r>
              <a:rPr lang="en-US" sz="2000" b="1" cap="small" dirty="0">
                <a:solidFill>
                  <a:srgbClr val="FFFFFF"/>
                </a:solidFill>
              </a:rPr>
              <a:t>ogether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49656476"/>
      </p:ext>
    </p:extLst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K</a:t>
            </a:r>
            <a:r>
              <a:rPr lang="en-US" b="1" cap="small" dirty="0">
                <a:solidFill>
                  <a:srgbClr val="FFFFFF"/>
                </a:solidFill>
              </a:rPr>
              <a:t>ey</a:t>
            </a:r>
            <a:r>
              <a:rPr lang="en-US" b="1" dirty="0">
                <a:solidFill>
                  <a:srgbClr val="FFFFFF"/>
                </a:solidFill>
              </a:rPr>
              <a:t> T</a:t>
            </a:r>
            <a:r>
              <a:rPr lang="en-US" b="1" cap="small" dirty="0">
                <a:solidFill>
                  <a:srgbClr val="FFFFFF"/>
                </a:solidFill>
              </a:rPr>
              <a:t>akeaways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97" y="1303699"/>
            <a:ext cx="7813140" cy="454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39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L</a:t>
            </a:r>
            <a:r>
              <a:rPr lang="en-US" b="1" cap="small" dirty="0">
                <a:solidFill>
                  <a:srgbClr val="FFFFFF"/>
                </a:solidFill>
              </a:rPr>
              <a:t>inear</a:t>
            </a:r>
            <a:r>
              <a:rPr lang="en-US" b="1" dirty="0">
                <a:solidFill>
                  <a:srgbClr val="FFFFFF"/>
                </a:solidFill>
              </a:rPr>
              <a:t> R</a:t>
            </a:r>
            <a:r>
              <a:rPr lang="en-US" b="1" cap="small" dirty="0">
                <a:solidFill>
                  <a:srgbClr val="FFFFFF"/>
                </a:solidFill>
              </a:rPr>
              <a:t>egression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65" y="1294646"/>
            <a:ext cx="7577751" cy="44814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A34539-5E48-4823-B57E-91A6474AC50C}"/>
                  </a:ext>
                </a:extLst>
              </p14:cNvPr>
              <p14:cNvContentPartPr/>
              <p14:nvPr/>
            </p14:nvContentPartPr>
            <p14:xfrm>
              <a:off x="3296160" y="1864080"/>
              <a:ext cx="5756760" cy="486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A34539-5E48-4823-B57E-91A6474AC5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6800" y="1854720"/>
                <a:ext cx="5775480" cy="48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7034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15" y="986829"/>
            <a:ext cx="8139065" cy="52691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59D412C-AE6F-4377-B3AD-9DCB776A9157}"/>
                  </a:ext>
                </a:extLst>
              </p14:cNvPr>
              <p14:cNvContentPartPr/>
              <p14:nvPr/>
            </p14:nvContentPartPr>
            <p14:xfrm>
              <a:off x="4212360" y="959040"/>
              <a:ext cx="4462920" cy="74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59D412C-AE6F-4377-B3AD-9DCB776A91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3000" y="949680"/>
                <a:ext cx="4481640" cy="76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257241"/>
      </p:ext>
    </p:extLst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15d03a25-cda5-4943-9684-7d18d97bb3bc" xsi:nil="true"/>
    <CultureName xmlns="15d03a25-cda5-4943-9684-7d18d97bb3bc" xsi:nil="true"/>
    <LMS_Mappings xmlns="15d03a25-cda5-4943-9684-7d18d97bb3bc" xsi:nil="true"/>
    <Invited_Students xmlns="15d03a25-cda5-4943-9684-7d18d97bb3bc" xsi:nil="true"/>
    <IsNotebookLocked xmlns="15d03a25-cda5-4943-9684-7d18d97bb3bc" xsi:nil="true"/>
    <Math_Settings xmlns="15d03a25-cda5-4943-9684-7d18d97bb3bc" xsi:nil="true"/>
    <Self_Registration_Enabl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Templates xmlns="15d03a25-cda5-4943-9684-7d18d97bb3bc" xsi:nil="true"/>
    <Has_Teacher_Only_SectionGroup xmlns="15d03a25-cda5-4943-9684-7d18d97bb3bc" xsi:nil="true"/>
    <NotebookType xmlns="15d03a25-cda5-4943-9684-7d18d97bb3bc" xsi:nil="true"/>
    <Distribution_Groups xmlns="15d03a25-cda5-4943-9684-7d18d97bb3bc" xsi:nil="true"/>
    <AppVersion xmlns="15d03a25-cda5-4943-9684-7d18d97bb3bc" xsi:nil="true"/>
    <Invited_Teachers xmlns="15d03a25-cda5-4943-9684-7d18d97bb3bc" xsi:nil="true"/>
    <Teams_Channel_Section_Location xmlns="15d03a25-cda5-4943-9684-7d18d97bb3bc" xsi:nil="true"/>
    <Owner xmlns="15d03a25-cda5-4943-9684-7d18d97bb3bc">
      <UserInfo>
        <DisplayName/>
        <AccountId xsi:nil="true"/>
        <AccountType/>
      </UserInfo>
    </Owner>
    <DefaultSectionNames xmlns="15d03a25-cda5-4943-9684-7d18d97bb3bc" xsi:nil="true"/>
    <TeamsChannelId xmlns="15d03a25-cda5-4943-9684-7d18d97bb3bc" xsi:nil="true"/>
    <Is_Collaboration_Space_Locked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Props1.xml><?xml version="1.0" encoding="utf-8"?>
<ds:datastoreItem xmlns:ds="http://schemas.openxmlformats.org/officeDocument/2006/customXml" ds:itemID="{1BA2FAA6-7952-48AF-8701-6CA47D5E3C8C}"/>
</file>

<file path=customXml/itemProps2.xml><?xml version="1.0" encoding="utf-8"?>
<ds:datastoreItem xmlns:ds="http://schemas.openxmlformats.org/officeDocument/2006/customXml" ds:itemID="{E6DF90EB-E97E-4FB7-8CF4-4BD9B3AAEE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59F861-EA89-42B5-88AC-5F808E725789}">
  <ds:schemaRefs>
    <ds:schemaRef ds:uri="http://schemas.microsoft.com/office/2006/metadata/properties"/>
    <ds:schemaRef ds:uri="http://schemas.microsoft.com/office/infopath/2007/PartnerControls"/>
    <ds:schemaRef ds:uri="0a2451e9-b2b7-43a3-aada-52e3e0c35c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1136</Words>
  <Application>Microsoft Office PowerPoint</Application>
  <PresentationFormat>On-screen Show (4:3)</PresentationFormat>
  <Paragraphs>195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47</vt:i4>
      </vt:variant>
    </vt:vector>
  </HeadingPairs>
  <TitlesOfParts>
    <vt:vector size="67" baseType="lpstr">
      <vt:lpstr>Calibri</vt:lpstr>
      <vt:lpstr>Helvetica</vt:lpstr>
      <vt:lpstr>Times New Roman</vt:lpstr>
      <vt:lpstr>Arial</vt:lpstr>
      <vt:lpstr>Tahoma</vt:lpstr>
      <vt:lpstr>Georgia</vt:lpstr>
      <vt:lpstr>Lucida Sans</vt:lpstr>
      <vt:lpstr>Verdana</vt:lpstr>
      <vt:lpstr>Calibri Light</vt:lpstr>
      <vt:lpstr>Helvetica Neue</vt:lpstr>
      <vt:lpstr>Helvetica Light</vt:lpstr>
      <vt:lpstr>Courier New</vt:lpstr>
      <vt:lpstr>Wingdings</vt:lpstr>
      <vt:lpstr>11_Office Theme</vt:lpstr>
      <vt:lpstr>Office Theme</vt:lpstr>
      <vt:lpstr>3_Office Theme</vt:lpstr>
      <vt:lpstr>1_Office Theme</vt:lpstr>
      <vt:lpstr>2_Office Theme</vt:lpstr>
      <vt:lpstr>4_Office Theme</vt:lpstr>
      <vt:lpstr>5_Office Theme</vt:lpstr>
      <vt:lpstr>Deep Neural Networks (AIML CZG511)</vt:lpstr>
      <vt:lpstr>PowerPoint Presentation</vt:lpstr>
      <vt:lpstr>Perceptron Learning for NOT gate</vt:lpstr>
      <vt:lpstr>Perceptron Learning for NOT gate</vt:lpstr>
      <vt:lpstr>Perceptron Learning for NOT gate</vt:lpstr>
      <vt:lpstr>The XOR Problem</vt:lpstr>
      <vt:lpstr>Why Single Perceptron Fails on XOR</vt:lpstr>
      <vt:lpstr>Linearly Separable Data</vt:lpstr>
      <vt:lpstr>Linearly vs Non-Linearly Separable Data</vt:lpstr>
      <vt:lpstr>Perceptron for Linearly Separable Data</vt:lpstr>
      <vt:lpstr>Table of Contents</vt:lpstr>
      <vt:lpstr>What is Regression?</vt:lpstr>
      <vt:lpstr>Examples of Regression Problems</vt:lpstr>
      <vt:lpstr>What is Linear Regression?</vt:lpstr>
      <vt:lpstr>Examples of Linear Regression</vt:lpstr>
      <vt:lpstr> Visual Example: 2D Linear Regression </vt:lpstr>
      <vt:lpstr>The Four Components</vt:lpstr>
      <vt:lpstr>Matrix Form of Data</vt:lpstr>
      <vt:lpstr>Linear Model as a Single Neuron</vt:lpstr>
      <vt:lpstr>Linear Model Prediction</vt:lpstr>
      <vt:lpstr>PowerPoint Presentation</vt:lpstr>
      <vt:lpstr>Identity Activation Function</vt:lpstr>
      <vt:lpstr>PowerPoint Presentation</vt:lpstr>
      <vt:lpstr>Why Squared Error?</vt:lpstr>
      <vt:lpstr>Visualizing the Error Surface </vt:lpstr>
      <vt:lpstr>Gradient Descent Algorithm</vt:lpstr>
      <vt:lpstr>Batch Gradient Descent Algorithm</vt:lpstr>
      <vt:lpstr>Computing the Gradient</vt:lpstr>
      <vt:lpstr>Gradient Descent Update Rule</vt:lpstr>
      <vt:lpstr>Visualizing Gradient Descent</vt:lpstr>
      <vt:lpstr>Numerical Example: Setup</vt:lpstr>
      <vt:lpstr>  Numerical Example: Initialization</vt:lpstr>
      <vt:lpstr>Numerical Example: Computing Gradient</vt:lpstr>
      <vt:lpstr>  Numerical Example: Weight Update</vt:lpstr>
      <vt:lpstr>Numerical Example: New Loss</vt:lpstr>
      <vt:lpstr>PowerPoint Presentation</vt:lpstr>
      <vt:lpstr>Model Evaluation: Training vs Test Error</vt:lpstr>
      <vt:lpstr>Evaluation Metrics</vt:lpstr>
      <vt:lpstr>R2 Score (Coefficient of Determination)</vt:lpstr>
      <vt:lpstr>Perceptron Demo Python Code</vt:lpstr>
      <vt:lpstr>Tips for Implementation</vt:lpstr>
      <vt:lpstr>More Practical Tips</vt:lpstr>
      <vt:lpstr>Debugging Checklist</vt:lpstr>
      <vt:lpstr>PowerPoint Presentation</vt:lpstr>
      <vt:lpstr>Key Takeaways</vt:lpstr>
      <vt:lpstr>Linear Regression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BITS</cp:lastModifiedBy>
  <cp:revision>93</cp:revision>
  <dcterms:created xsi:type="dcterms:W3CDTF">2021-11-12T07:04:08Z</dcterms:created>
  <dcterms:modified xsi:type="dcterms:W3CDTF">2026-05-10T07:11:24Z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