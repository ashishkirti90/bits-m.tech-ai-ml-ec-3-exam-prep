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3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4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media/image47.jpg" ContentType="image/jpg"/>
  <Override PartName="/ppt/ink/ink5.xml" ContentType="application/inkml+xml"/>
  <Override PartName="/ppt/media/image49.jpg" ContentType="image/jpg"/>
  <Override PartName="/ppt/ink/ink6.xml" ContentType="application/inkml+xml"/>
  <Override PartName="/ppt/ink/ink7.xml" ContentType="application/inkml+xml"/>
  <Override PartName="/ppt/media/image52.jpg" ContentType="image/jpg"/>
  <Override PartName="/ppt/ink/ink8.xml" ContentType="application/inkml+xml"/>
  <Override PartName="/ppt/ink/ink9.xml" ContentType="application/inkml+xml"/>
  <Override PartName="/ppt/media/image55.jpg" ContentType="image/jpg"/>
  <Override PartName="/ppt/ink/ink10.xml" ContentType="application/inkml+xml"/>
  <Override PartName="/ppt/media/image57.jpg" ContentType="image/jpg"/>
  <Override PartName="/ppt/ink/ink11.xml" ContentType="application/inkml+xml"/>
  <Override PartName="/ppt/media/image60.jpg" ContentType="image/jpg"/>
  <Override PartName="/ppt/media/image61.jpg" ContentType="image/jpg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13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notesSlides/notesSlide14.xml" ContentType="application/vnd.openxmlformats-officedocument.presentationml.notesSlide+xml"/>
  <Override PartName="/ppt/ink/ink21.xml" ContentType="application/inkml+xml"/>
  <Override PartName="/ppt/notesSlides/notesSlide15.xml" ContentType="application/vnd.openxmlformats-officedocument.presentationml.notesSlide+xml"/>
  <Override PartName="/ppt/ink/ink22.xml" ContentType="application/inkml+xml"/>
  <Override PartName="/ppt/notesSlides/notesSlide16.xml" ContentType="application/vnd.openxmlformats-officedocument.presentationml.notesSlide+xml"/>
  <Override PartName="/ppt/ink/ink23.xml" ContentType="application/inkml+xml"/>
  <Override PartName="/ppt/notesSlides/notesSlide17.xml" ContentType="application/vnd.openxmlformats-officedocument.presentationml.notesSlide+xml"/>
  <Override PartName="/ppt/ink/ink24.xml" ContentType="application/inkml+xml"/>
  <Override PartName="/ppt/notesSlides/notesSlide18.xml" ContentType="application/vnd.openxmlformats-officedocument.presentationml.notesSlide+xml"/>
  <Override PartName="/ppt/ink/ink25.xml" ContentType="application/inkml+xml"/>
  <Override PartName="/ppt/notesSlides/notesSlide19.xml" ContentType="application/vnd.openxmlformats-officedocument.presentationml.notesSlide+xml"/>
  <Override PartName="/ppt/ink/ink26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27.xml" ContentType="application/inkml+xml"/>
  <Override PartName="/ppt/notesSlides/notesSlide26.xml" ContentType="application/vnd.openxmlformats-officedocument.presentationml.notesSlide+xml"/>
  <Override PartName="/ppt/ink/ink28.xml" ContentType="application/inkml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media/image97.jpg" ContentType="image/jpg"/>
  <Override PartName="/ppt/media/image98.jpg" ContentType="image/jpg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ink/ink29.xml" ContentType="application/inkml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ink/ink30.xml" ContentType="application/inkml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801" r:id="rId5"/>
    <p:sldMasterId id="2147483883" r:id="rId6"/>
    <p:sldMasterId id="2147483896" r:id="rId7"/>
    <p:sldMasterId id="2147483911" r:id="rId8"/>
  </p:sldMasterIdLst>
  <p:notesMasterIdLst>
    <p:notesMasterId r:id="rId131"/>
  </p:notesMasterIdLst>
  <p:sldIdLst>
    <p:sldId id="346" r:id="rId9"/>
    <p:sldId id="347" r:id="rId10"/>
    <p:sldId id="348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406" r:id="rId22"/>
    <p:sldId id="407" r:id="rId23"/>
    <p:sldId id="408" r:id="rId24"/>
    <p:sldId id="409" r:id="rId25"/>
    <p:sldId id="410" r:id="rId26"/>
    <p:sldId id="411" r:id="rId27"/>
    <p:sldId id="412" r:id="rId28"/>
    <p:sldId id="413" r:id="rId29"/>
    <p:sldId id="414" r:id="rId30"/>
    <p:sldId id="415" r:id="rId31"/>
    <p:sldId id="416" r:id="rId32"/>
    <p:sldId id="417" r:id="rId33"/>
    <p:sldId id="418" r:id="rId34"/>
    <p:sldId id="419" r:id="rId35"/>
    <p:sldId id="401" r:id="rId36"/>
    <p:sldId id="420" r:id="rId37"/>
    <p:sldId id="352" r:id="rId38"/>
    <p:sldId id="574" r:id="rId39"/>
    <p:sldId id="575" r:id="rId40"/>
    <p:sldId id="576" r:id="rId41"/>
    <p:sldId id="259" r:id="rId42"/>
    <p:sldId id="577" r:id="rId43"/>
    <p:sldId id="260" r:id="rId44"/>
    <p:sldId id="261" r:id="rId45"/>
    <p:sldId id="263" r:id="rId46"/>
    <p:sldId id="264" r:id="rId47"/>
    <p:sldId id="265" r:id="rId48"/>
    <p:sldId id="266" r:id="rId49"/>
    <p:sldId id="267" r:id="rId50"/>
    <p:sldId id="268" r:id="rId51"/>
    <p:sldId id="269" r:id="rId52"/>
    <p:sldId id="270" r:id="rId53"/>
    <p:sldId id="271" r:id="rId54"/>
    <p:sldId id="273" r:id="rId55"/>
    <p:sldId id="274" r:id="rId56"/>
    <p:sldId id="275" r:id="rId57"/>
    <p:sldId id="276" r:id="rId58"/>
    <p:sldId id="277" r:id="rId59"/>
    <p:sldId id="278" r:id="rId60"/>
    <p:sldId id="279" r:id="rId61"/>
    <p:sldId id="280" r:id="rId62"/>
    <p:sldId id="281" r:id="rId63"/>
    <p:sldId id="282" r:id="rId64"/>
    <p:sldId id="283" r:id="rId65"/>
    <p:sldId id="578" r:id="rId66"/>
    <p:sldId id="579" r:id="rId67"/>
    <p:sldId id="272" r:id="rId68"/>
    <p:sldId id="285" r:id="rId69"/>
    <p:sldId id="286" r:id="rId70"/>
    <p:sldId id="287" r:id="rId71"/>
    <p:sldId id="288" r:id="rId72"/>
    <p:sldId id="289" r:id="rId73"/>
    <p:sldId id="290" r:id="rId74"/>
    <p:sldId id="291" r:id="rId75"/>
    <p:sldId id="292" r:id="rId76"/>
    <p:sldId id="293" r:id="rId77"/>
    <p:sldId id="294" r:id="rId78"/>
    <p:sldId id="295" r:id="rId79"/>
    <p:sldId id="296" r:id="rId80"/>
    <p:sldId id="298" r:id="rId81"/>
    <p:sldId id="299" r:id="rId82"/>
    <p:sldId id="300" r:id="rId83"/>
    <p:sldId id="301" r:id="rId84"/>
    <p:sldId id="302" r:id="rId85"/>
    <p:sldId id="303" r:id="rId86"/>
    <p:sldId id="304" r:id="rId87"/>
    <p:sldId id="306" r:id="rId88"/>
    <p:sldId id="307" r:id="rId89"/>
    <p:sldId id="308" r:id="rId90"/>
    <p:sldId id="309" r:id="rId91"/>
    <p:sldId id="310" r:id="rId92"/>
    <p:sldId id="311" r:id="rId93"/>
    <p:sldId id="312" r:id="rId94"/>
    <p:sldId id="313" r:id="rId95"/>
    <p:sldId id="315" r:id="rId96"/>
    <p:sldId id="599" r:id="rId97"/>
    <p:sldId id="316" r:id="rId98"/>
    <p:sldId id="317" r:id="rId99"/>
    <p:sldId id="318" r:id="rId100"/>
    <p:sldId id="319" r:id="rId101"/>
    <p:sldId id="320" r:id="rId102"/>
    <p:sldId id="321" r:id="rId103"/>
    <p:sldId id="322" r:id="rId104"/>
    <p:sldId id="323" r:id="rId105"/>
    <p:sldId id="324" r:id="rId106"/>
    <p:sldId id="325" r:id="rId107"/>
    <p:sldId id="326" r:id="rId108"/>
    <p:sldId id="327" r:id="rId109"/>
    <p:sldId id="328" r:id="rId110"/>
    <p:sldId id="592" r:id="rId111"/>
    <p:sldId id="593" r:id="rId112"/>
    <p:sldId id="594" r:id="rId113"/>
    <p:sldId id="330" r:id="rId114"/>
    <p:sldId id="331" r:id="rId115"/>
    <p:sldId id="613" r:id="rId116"/>
    <p:sldId id="332" r:id="rId117"/>
    <p:sldId id="333" r:id="rId118"/>
    <p:sldId id="334" r:id="rId119"/>
    <p:sldId id="335" r:id="rId120"/>
    <p:sldId id="336" r:id="rId121"/>
    <p:sldId id="337" r:id="rId122"/>
    <p:sldId id="338" r:id="rId123"/>
    <p:sldId id="339" r:id="rId124"/>
    <p:sldId id="340" r:id="rId125"/>
    <p:sldId id="611" r:id="rId126"/>
    <p:sldId id="612" r:id="rId127"/>
    <p:sldId id="616" r:id="rId128"/>
    <p:sldId id="549" r:id="rId129"/>
    <p:sldId id="573" r:id="rId130"/>
  </p:sldIdLst>
  <p:sldSz cx="9144000" cy="6858000" type="screen4x3"/>
  <p:notesSz cx="6858000" cy="9144000"/>
  <p:embeddedFontLst>
    <p:embeddedFont>
      <p:font typeface="Bookman Old Style" panose="02050604050505020204" pitchFamily="18" charset="0"/>
      <p:regular r:id="rId132"/>
      <p:bold r:id="rId133"/>
      <p:italic r:id="rId134"/>
      <p:boldItalic r:id="rId135"/>
    </p:embeddedFont>
    <p:embeddedFont>
      <p:font typeface="Calibri" panose="020F0502020204030204" pitchFamily="34" charset="0"/>
      <p:regular r:id="rId136"/>
      <p:bold r:id="rId137"/>
      <p:italic r:id="rId138"/>
      <p:boldItalic r:id="rId139"/>
    </p:embeddedFont>
    <p:embeddedFont>
      <p:font typeface="Calibri Light" panose="020F0302020204030204" pitchFamily="34" charset="0"/>
      <p:regular r:id="rId140"/>
      <p:italic r:id="rId141"/>
    </p:embeddedFont>
    <p:embeddedFont>
      <p:font typeface="Cambria" panose="02040503050406030204" pitchFamily="18" charset="0"/>
      <p:regular r:id="rId142"/>
      <p:bold r:id="rId143"/>
      <p:italic r:id="rId144"/>
      <p:boldItalic r:id="rId145"/>
    </p:embeddedFont>
    <p:embeddedFont>
      <p:font typeface="Helvetica" panose="020B0604020202020204" pitchFamily="34" charset="0"/>
      <p:regular r:id="rId146"/>
      <p:bold r:id="rId147"/>
      <p:italic r:id="rId148"/>
      <p:boldItalic r:id="rId149"/>
    </p:embeddedFont>
    <p:embeddedFont>
      <p:font typeface="Helvetica Neue" panose="020B0604020202020204" charset="0"/>
      <p:regular r:id="rId150"/>
      <p:bold r:id="rId151"/>
      <p:italic r:id="rId152"/>
      <p:boldItalic r:id="rId153"/>
    </p:embeddedFont>
    <p:embeddedFont>
      <p:font typeface="Lucida Sans" panose="020B0602030504020204" pitchFamily="34" charset="0"/>
      <p:regular r:id="rId154"/>
      <p:bold r:id="rId155"/>
      <p:italic r:id="rId156"/>
      <p:boldItalic r:id="rId157"/>
    </p:embeddedFont>
    <p:embeddedFont>
      <p:font typeface="Microsoft Sans Serif" panose="020B0604020202020204" pitchFamily="34" charset="0"/>
      <p:regular r:id="rId158"/>
    </p:embeddedFont>
    <p:embeddedFont>
      <p:font typeface="Tahoma" panose="020B0604030504040204" pitchFamily="34" charset="0"/>
      <p:regular r:id="rId159"/>
      <p:bold r:id="rId160"/>
    </p:embeddedFont>
    <p:embeddedFont>
      <p:font typeface="Verdana" panose="020B0604030504040204" pitchFamily="34" charset="0"/>
      <p:regular r:id="rId161"/>
      <p:bold r:id="rId162"/>
      <p:italic r:id="rId163"/>
      <p:boldItalic r:id="rId1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1" roundtripDataSignature="AMtx7mgoyucjTRi3WZi56l5EEM0K4A9X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6EDCFB-BE3F-4457-ACBE-958FB1842352}">
  <a:tblStyle styleId="{B86EDCFB-BE3F-4457-ACBE-958FB184235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2794A42-4438-4A3E-B062-442B36CB064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EA8C661-0C53-452B-974B-BE5A31AA6B82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7184B95-C8D8-4C0B-AC8F-908946C67829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85" autoAdjust="0"/>
    <p:restoredTop sz="92857" autoAdjust="0"/>
  </p:normalViewPr>
  <p:slideViewPr>
    <p:cSldViewPr snapToGrid="0">
      <p:cViewPr varScale="1">
        <p:scale>
          <a:sx n="105" d="100"/>
          <a:sy n="105" d="100"/>
        </p:scale>
        <p:origin x="224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09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63" Type="http://schemas.openxmlformats.org/officeDocument/2006/relationships/slide" Target="slides/slide55.xml"/><Relationship Id="rId84" Type="http://schemas.openxmlformats.org/officeDocument/2006/relationships/slide" Target="slides/slide76.xml"/><Relationship Id="rId138" Type="http://schemas.openxmlformats.org/officeDocument/2006/relationships/font" Target="fonts/font7.fntdata"/><Relationship Id="rId159" Type="http://schemas.openxmlformats.org/officeDocument/2006/relationships/font" Target="fonts/font28.fntdata"/><Relationship Id="rId107" Type="http://schemas.openxmlformats.org/officeDocument/2006/relationships/slide" Target="slides/slide99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53" Type="http://schemas.openxmlformats.org/officeDocument/2006/relationships/slide" Target="slides/slide45.xml"/><Relationship Id="rId74" Type="http://schemas.openxmlformats.org/officeDocument/2006/relationships/slide" Target="slides/slide66.xml"/><Relationship Id="rId128" Type="http://schemas.openxmlformats.org/officeDocument/2006/relationships/slide" Target="slides/slide120.xml"/><Relationship Id="rId149" Type="http://schemas.openxmlformats.org/officeDocument/2006/relationships/font" Target="fonts/font18.fntdata"/><Relationship Id="rId5" Type="http://schemas.openxmlformats.org/officeDocument/2006/relationships/slideMaster" Target="slideMasters/slideMaster2.xml"/><Relationship Id="rId95" Type="http://schemas.openxmlformats.org/officeDocument/2006/relationships/slide" Target="slides/slide87.xml"/><Relationship Id="rId160" Type="http://schemas.openxmlformats.org/officeDocument/2006/relationships/font" Target="fonts/font29.fntdata"/><Relationship Id="rId181" Type="http://customschemas.google.com/relationships/presentationmetadata" Target="metadata"/><Relationship Id="rId22" Type="http://schemas.openxmlformats.org/officeDocument/2006/relationships/slide" Target="slides/slide14.xml"/><Relationship Id="rId43" Type="http://schemas.openxmlformats.org/officeDocument/2006/relationships/slide" Target="slides/slide35.xml"/><Relationship Id="rId64" Type="http://schemas.openxmlformats.org/officeDocument/2006/relationships/slide" Target="slides/slide56.xml"/><Relationship Id="rId118" Type="http://schemas.openxmlformats.org/officeDocument/2006/relationships/slide" Target="slides/slide110.xml"/><Relationship Id="rId139" Type="http://schemas.openxmlformats.org/officeDocument/2006/relationships/font" Target="fonts/font8.fntdata"/><Relationship Id="rId85" Type="http://schemas.openxmlformats.org/officeDocument/2006/relationships/slide" Target="slides/slide77.xml"/><Relationship Id="rId150" Type="http://schemas.openxmlformats.org/officeDocument/2006/relationships/font" Target="fonts/font19.fntdata"/><Relationship Id="rId12" Type="http://schemas.openxmlformats.org/officeDocument/2006/relationships/slide" Target="slides/slide4.xml"/><Relationship Id="rId33" Type="http://schemas.openxmlformats.org/officeDocument/2006/relationships/slide" Target="slides/slide25.xml"/><Relationship Id="rId108" Type="http://schemas.openxmlformats.org/officeDocument/2006/relationships/slide" Target="slides/slide100.xml"/><Relationship Id="rId129" Type="http://schemas.openxmlformats.org/officeDocument/2006/relationships/slide" Target="slides/slide121.xml"/><Relationship Id="rId54" Type="http://schemas.openxmlformats.org/officeDocument/2006/relationships/slide" Target="slides/slide46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91" Type="http://schemas.openxmlformats.org/officeDocument/2006/relationships/slide" Target="slides/slide83.xml"/><Relationship Id="rId96" Type="http://schemas.openxmlformats.org/officeDocument/2006/relationships/slide" Target="slides/slide88.xml"/><Relationship Id="rId140" Type="http://schemas.openxmlformats.org/officeDocument/2006/relationships/font" Target="fonts/font9.fntdata"/><Relationship Id="rId145" Type="http://schemas.openxmlformats.org/officeDocument/2006/relationships/font" Target="fonts/font14.fntdata"/><Relationship Id="rId161" Type="http://schemas.openxmlformats.org/officeDocument/2006/relationships/font" Target="fonts/font30.fntdata"/><Relationship Id="rId18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49" Type="http://schemas.openxmlformats.org/officeDocument/2006/relationships/slide" Target="slides/slide41.xml"/><Relationship Id="rId114" Type="http://schemas.openxmlformats.org/officeDocument/2006/relationships/slide" Target="slides/slide106.xml"/><Relationship Id="rId119" Type="http://schemas.openxmlformats.org/officeDocument/2006/relationships/slide" Target="slides/slide111.xml"/><Relationship Id="rId44" Type="http://schemas.openxmlformats.org/officeDocument/2006/relationships/slide" Target="slides/slide36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130" Type="http://schemas.openxmlformats.org/officeDocument/2006/relationships/slide" Target="slides/slide122.xml"/><Relationship Id="rId135" Type="http://schemas.openxmlformats.org/officeDocument/2006/relationships/font" Target="fonts/font4.fntdata"/><Relationship Id="rId151" Type="http://schemas.openxmlformats.org/officeDocument/2006/relationships/font" Target="fonts/font20.fntdata"/><Relationship Id="rId156" Type="http://schemas.openxmlformats.org/officeDocument/2006/relationships/font" Target="fonts/font25.fntdata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109" Type="http://schemas.openxmlformats.org/officeDocument/2006/relationships/slide" Target="slides/slide10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97" Type="http://schemas.openxmlformats.org/officeDocument/2006/relationships/slide" Target="slides/slide89.xml"/><Relationship Id="rId104" Type="http://schemas.openxmlformats.org/officeDocument/2006/relationships/slide" Target="slides/slide96.xml"/><Relationship Id="rId120" Type="http://schemas.openxmlformats.org/officeDocument/2006/relationships/slide" Target="slides/slide112.xml"/><Relationship Id="rId125" Type="http://schemas.openxmlformats.org/officeDocument/2006/relationships/slide" Target="slides/slide117.xml"/><Relationship Id="rId141" Type="http://schemas.openxmlformats.org/officeDocument/2006/relationships/font" Target="fonts/font10.fntdata"/><Relationship Id="rId146" Type="http://schemas.openxmlformats.org/officeDocument/2006/relationships/font" Target="fonts/font15.fntdata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3.xml"/><Relationship Id="rId92" Type="http://schemas.openxmlformats.org/officeDocument/2006/relationships/slide" Target="slides/slide84.xml"/><Relationship Id="rId162" Type="http://schemas.openxmlformats.org/officeDocument/2006/relationships/font" Target="fonts/font31.fntdata"/><Relationship Id="rId183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110" Type="http://schemas.openxmlformats.org/officeDocument/2006/relationships/slide" Target="slides/slide102.xml"/><Relationship Id="rId115" Type="http://schemas.openxmlformats.org/officeDocument/2006/relationships/slide" Target="slides/slide107.xml"/><Relationship Id="rId131" Type="http://schemas.openxmlformats.org/officeDocument/2006/relationships/notesMaster" Target="notesMasters/notesMaster1.xml"/><Relationship Id="rId136" Type="http://schemas.openxmlformats.org/officeDocument/2006/relationships/font" Target="fonts/font5.fntdata"/><Relationship Id="rId157" Type="http://schemas.openxmlformats.org/officeDocument/2006/relationships/font" Target="fonts/font26.fntdata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52" Type="http://schemas.openxmlformats.org/officeDocument/2006/relationships/font" Target="fonts/font21.fntdata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Relationship Id="rId100" Type="http://schemas.openxmlformats.org/officeDocument/2006/relationships/slide" Target="slides/slide92.xml"/><Relationship Id="rId105" Type="http://schemas.openxmlformats.org/officeDocument/2006/relationships/slide" Target="slides/slide97.xml"/><Relationship Id="rId126" Type="http://schemas.openxmlformats.org/officeDocument/2006/relationships/slide" Target="slides/slide118.xml"/><Relationship Id="rId147" Type="http://schemas.openxmlformats.org/officeDocument/2006/relationships/font" Target="fonts/font16.fntdata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93" Type="http://schemas.openxmlformats.org/officeDocument/2006/relationships/slide" Target="slides/slide85.xml"/><Relationship Id="rId98" Type="http://schemas.openxmlformats.org/officeDocument/2006/relationships/slide" Target="slides/slide90.xml"/><Relationship Id="rId121" Type="http://schemas.openxmlformats.org/officeDocument/2006/relationships/slide" Target="slides/slide113.xml"/><Relationship Id="rId142" Type="http://schemas.openxmlformats.org/officeDocument/2006/relationships/font" Target="fonts/font11.fntdata"/><Relationship Id="rId163" Type="http://schemas.openxmlformats.org/officeDocument/2006/relationships/font" Target="fonts/font32.fntdata"/><Relationship Id="rId184" Type="http://schemas.openxmlformats.org/officeDocument/2006/relationships/theme" Target="theme/theme1.xml"/><Relationship Id="rId3" Type="http://schemas.openxmlformats.org/officeDocument/2006/relationships/customXml" Target="../customXml/item3.xml"/><Relationship Id="rId25" Type="http://schemas.openxmlformats.org/officeDocument/2006/relationships/slide" Target="slides/slide17.xml"/><Relationship Id="rId46" Type="http://schemas.openxmlformats.org/officeDocument/2006/relationships/slide" Target="slides/slide38.xml"/><Relationship Id="rId67" Type="http://schemas.openxmlformats.org/officeDocument/2006/relationships/slide" Target="slides/slide59.xml"/><Relationship Id="rId116" Type="http://schemas.openxmlformats.org/officeDocument/2006/relationships/slide" Target="slides/slide108.xml"/><Relationship Id="rId137" Type="http://schemas.openxmlformats.org/officeDocument/2006/relationships/font" Target="fonts/font6.fntdata"/><Relationship Id="rId158" Type="http://schemas.openxmlformats.org/officeDocument/2006/relationships/font" Target="fonts/font27.fntdata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62" Type="http://schemas.openxmlformats.org/officeDocument/2006/relationships/slide" Target="slides/slide54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111" Type="http://schemas.openxmlformats.org/officeDocument/2006/relationships/slide" Target="slides/slide103.xml"/><Relationship Id="rId132" Type="http://schemas.openxmlformats.org/officeDocument/2006/relationships/font" Target="fonts/font1.fntdata"/><Relationship Id="rId153" Type="http://schemas.openxmlformats.org/officeDocument/2006/relationships/font" Target="fonts/font22.fntdata"/><Relationship Id="rId15" Type="http://schemas.openxmlformats.org/officeDocument/2006/relationships/slide" Target="slides/slide7.xml"/><Relationship Id="rId36" Type="http://schemas.openxmlformats.org/officeDocument/2006/relationships/slide" Target="slides/slide28.xml"/><Relationship Id="rId57" Type="http://schemas.openxmlformats.org/officeDocument/2006/relationships/slide" Target="slides/slide49.xml"/><Relationship Id="rId106" Type="http://schemas.openxmlformats.org/officeDocument/2006/relationships/slide" Target="slides/slide98.xml"/><Relationship Id="rId127" Type="http://schemas.openxmlformats.org/officeDocument/2006/relationships/slide" Target="slides/slide11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52" Type="http://schemas.openxmlformats.org/officeDocument/2006/relationships/slide" Target="slides/slide44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94" Type="http://schemas.openxmlformats.org/officeDocument/2006/relationships/slide" Target="slides/slide86.xml"/><Relationship Id="rId99" Type="http://schemas.openxmlformats.org/officeDocument/2006/relationships/slide" Target="slides/slide91.xml"/><Relationship Id="rId101" Type="http://schemas.openxmlformats.org/officeDocument/2006/relationships/slide" Target="slides/slide93.xml"/><Relationship Id="rId122" Type="http://schemas.openxmlformats.org/officeDocument/2006/relationships/slide" Target="slides/slide114.xml"/><Relationship Id="rId143" Type="http://schemas.openxmlformats.org/officeDocument/2006/relationships/font" Target="fonts/font12.fntdata"/><Relationship Id="rId148" Type="http://schemas.openxmlformats.org/officeDocument/2006/relationships/font" Target="fonts/font17.fntdata"/><Relationship Id="rId164" Type="http://schemas.openxmlformats.org/officeDocument/2006/relationships/font" Target="fonts/font33.fntdata"/><Relationship Id="rId18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47" Type="http://schemas.openxmlformats.org/officeDocument/2006/relationships/slide" Target="slides/slide39.xml"/><Relationship Id="rId68" Type="http://schemas.openxmlformats.org/officeDocument/2006/relationships/slide" Target="slides/slide60.xml"/><Relationship Id="rId89" Type="http://schemas.openxmlformats.org/officeDocument/2006/relationships/slide" Target="slides/slide81.xml"/><Relationship Id="rId112" Type="http://schemas.openxmlformats.org/officeDocument/2006/relationships/slide" Target="slides/slide104.xml"/><Relationship Id="rId133" Type="http://schemas.openxmlformats.org/officeDocument/2006/relationships/font" Target="fonts/font2.fntdata"/><Relationship Id="rId154" Type="http://schemas.openxmlformats.org/officeDocument/2006/relationships/font" Target="fonts/font23.fntdata"/><Relationship Id="rId16" Type="http://schemas.openxmlformats.org/officeDocument/2006/relationships/slide" Target="slides/slide8.xml"/><Relationship Id="rId37" Type="http://schemas.openxmlformats.org/officeDocument/2006/relationships/slide" Target="slides/slide29.xml"/><Relationship Id="rId58" Type="http://schemas.openxmlformats.org/officeDocument/2006/relationships/slide" Target="slides/slide50.xml"/><Relationship Id="rId79" Type="http://schemas.openxmlformats.org/officeDocument/2006/relationships/slide" Target="slides/slide71.xml"/><Relationship Id="rId102" Type="http://schemas.openxmlformats.org/officeDocument/2006/relationships/slide" Target="slides/slide94.xml"/><Relationship Id="rId123" Type="http://schemas.openxmlformats.org/officeDocument/2006/relationships/slide" Target="slides/slide115.xml"/><Relationship Id="rId144" Type="http://schemas.openxmlformats.org/officeDocument/2006/relationships/font" Target="fonts/font13.fntdata"/><Relationship Id="rId90" Type="http://schemas.openxmlformats.org/officeDocument/2006/relationships/slide" Target="slides/slide82.xml"/><Relationship Id="rId27" Type="http://schemas.openxmlformats.org/officeDocument/2006/relationships/slide" Target="slides/slide19.xml"/><Relationship Id="rId48" Type="http://schemas.openxmlformats.org/officeDocument/2006/relationships/slide" Target="slides/slide40.xml"/><Relationship Id="rId69" Type="http://schemas.openxmlformats.org/officeDocument/2006/relationships/slide" Target="slides/slide61.xml"/><Relationship Id="rId113" Type="http://schemas.openxmlformats.org/officeDocument/2006/relationships/slide" Target="slides/slide105.xml"/><Relationship Id="rId134" Type="http://schemas.openxmlformats.org/officeDocument/2006/relationships/font" Target="fonts/font3.fntdata"/><Relationship Id="rId80" Type="http://schemas.openxmlformats.org/officeDocument/2006/relationships/slide" Target="slides/slide72.xml"/><Relationship Id="rId155" Type="http://schemas.openxmlformats.org/officeDocument/2006/relationships/font" Target="fonts/font24.fntdata"/><Relationship Id="rId17" Type="http://schemas.openxmlformats.org/officeDocument/2006/relationships/slide" Target="slides/slide9.xml"/><Relationship Id="rId38" Type="http://schemas.openxmlformats.org/officeDocument/2006/relationships/slide" Target="slides/slide30.xml"/><Relationship Id="rId59" Type="http://schemas.openxmlformats.org/officeDocument/2006/relationships/slide" Target="slides/slide51.xml"/><Relationship Id="rId103" Type="http://schemas.openxmlformats.org/officeDocument/2006/relationships/slide" Target="slides/slide95.xml"/><Relationship Id="rId124" Type="http://schemas.openxmlformats.org/officeDocument/2006/relationships/slide" Target="slides/slide11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5:02:30.4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14192 1772 61 0,'1'0'14'0,"1"-3"-5"0,-2-1 3 0,2 1 1 0,-2-3 1 0,2 2 0 0,-2 0 1 16,0-2-4-16,0 2-1 0,1 0-3 16,-1 1 0-16,0-1 1 15,0 2-2-15,0-2-1 16,0 1 1-16,0 2 0 15,0-1 0-15,-1 1-3 16,-1-1-2-16,0 2-1 0,-5 0-3 16,1 0 3-16,-3 0 0 15,-1 2 0-15,2 2 0 16,-6 2-3-16,3 1 3 16,0 1 1-16,-2 2-1 15,1 1 0-15,-1 2 1 0,4 2-1 16,-2 0 1-16,1 2-1 15,4 0 1-15,-1-2-1 16,5 0 0-16,-2 1 0 16,4-1 2-16,0-3-1 15,0-1-2-15,0 1-15 0,5-1 18 16,3-3-1-16,0 0-1 16,3-3 3-16,-1 0 0 15,4-1 2-15,-1-3 0 16,0 2 2-16,1-3-1 15,1 0 0-15,1 0-1 0,-3 0-3 16,1 0-1-16,-3 0 0 16,3 0 1-16,-5 0-1 15,1 0-1-15,3 0 0 16,-1 0-18-16,1 0-52 16,-1 0-21-16</inkml:trace>
  <inkml:trace contextRef="#ctx0" brushRef="#br0" timeOffset="306.3">14551 1789 64 0,'0'0'24'0,"0"0"-12"0,0 0-9 0,0 0-3 0,0 0-1 16,0 0 0-16,0 0 2 16,0 0 1-16,0 0 2 15,0 0-1-15,0 37 0 16,0-23-2-16,0 2 1 0,0-2 0 16,0 0-1-16,0 2 0 15,0-3 1-15,0-1 0 16,0 1-1-16,0 1 2 15,-2-4-6-15,-3-2-35 16</inkml:trace>
  <inkml:trace contextRef="#ctx0" brushRef="#br0" timeOffset="725.85">14580 1796 123 0,'0'0'3'0,"0"0"1"16,0 0 1-16,0 0-2 15,0 0-2-15,0 0-1 16,0 0-1-16,46-8 1 0,-33 16-1 16,1 1 1-16,2 2-1 15,3 3 1-15,2 0 1 16,-5-2-1-16,4-1 0 15,-5-2 0-15,-1-2 1 16,-3-1-1-16,-1-4 2 0,-2 1 3 16,-3-3 8-16,1 0 11 15,-2 0 9-15,-1-3 0 16,2-7-5-16,-1-4-11 16,-2 0-3-16,1-6-4 15,-2 0-2-15,0-4-2 16,-1 1-4-16,0 3 0 0,0 2-2 15,0 2 0-15,0 5 1 16,0 1-1-16,0 6-1 16,0 4-4-16,0 0-28 15,0 7-89-15,-4 1 58 16</inkml:trace>
  <inkml:trace contextRef="#ctx0" brushRef="#br0" timeOffset="1081.81">15093 1738 144 0,'0'0'-5'0,"0"0"28"0,0 0 5 0,0 0-14 16,0 0-12-16,0 0-7 15,0 0 2-15,0 0 1 0,0 0 1 16,0 0 1-16,0 44 0 16,0-30 1-16,0-3-1 15,0-1 2-15,0-1-2 16,0 1 0-16,0-4 1 15,-2 2-2-15,2-2-4 0,-2-2-18 16,2-1-12-16,0-3-6 16,0 0-33-16</inkml:trace>
  <inkml:trace contextRef="#ctx0" brushRef="#br0" timeOffset="1480.56">15103 1759 84 0,'0'0'4'0,"0"0"21"16,0 0-8-16,0 0-8 16,0 0-3-16,0 0 1 0,0 0-6 15,0 0 0-15,23-27-2 16,-12 29 1-16,1 6 0 16,1 2-1-16,3 1 1 15,-1 2 0-15,2 3-2 16,1-5 4-16,-3 2-2 0,1-2 0 15,-3 1 3-15,3-5 0 16,-3 0-1-16,-2 0 0 16,-1-3 1-16,-1-1 2 15,1-3 7-15,-3 0 7 16,1 0 5-16,0 0 4 16,-1-7-2-16,-1-2-4 0,2-3-8 15,-3-4-3-15,0-2-5 16,-2-2 2-16,-1 0 2 15,0 0-7-15,-2 2-1 16,0 3 0-16,0 3 1 16,0 2-4-16,0 5-1 0,0 4-5 15,0 1-42-15,0 0-108 16</inkml:trace>
  <inkml:trace contextRef="#ctx0" brushRef="#br0" timeOffset="2455.46">15947 1864 82 0,'0'0'9'0,"0"0"-4"0,0 0-2 16,0 0-2-16,0 0-1 0,0 0 1 15,0 0 0-15,0 0 0 16,0 0-1-16,0 0 0 16,0 0 0-16,0 0 6 15,0 0-4-15,-4 0-1 16,6 0 1-16,3 0 0 0,5 0-1 15,4 0 1-15,1 0-1 16,4 0-2-16,3 0 3 16,2 0 4-16,5 0 0 15,0 0 1-15,7-1 1 16,0-2-1-16,4 1 3 16,3 0-1-16,2-2 0 0,-1 1-4 15,1-1 5-15,-2-1-2 16,0 2-2-16,1-1-1 15,2 1 0-15,-1 0-2 16,0 1-2-16,-1 0 1 16,-1-1-1-16,-5 2 1 0,1-2-1 15,-2 0 2-15,-4 0 1 16,-1 2 4-16,-1-2-1 16,-2 0-2-16,-2 2 0 15,-4-2-5-15,-3 3 1 16,-3-1-1-16,-4-1 1 15,-3 2-2-15,-1 0 1 0,-5 0-13 16,-4 0-48-16,0 0-9 16,0 0-40-16</inkml:trace>
  <inkml:trace contextRef="#ctx0" brushRef="#br0" timeOffset="2726.17">17102 1714 122 0,'0'0'-2'0,"37"0"11"0,-18 0 8 0,-3 0-8 0,0 7-1 16,-2 2-4-16,-4 3-3 15,-1 2 1-15,-7 5-2 16,-2-2 1-16,-2 4 2 16,-15 3-2-16,-8-2-2 15,-5 0-8-15,0-3-71 16</inkml:trace>
  <inkml:trace contextRef="#ctx0" brushRef="#br0" timeOffset="3622.21">18002 1648 56 0,'0'0'25'0,"0"0"-23"16,0 0 5-16,0 0-3 15,0 0-4-15,0 0 1 0,-37-14 3 16,29 14-1-16,3 2 1 16,-1 3-4-16,2 3 1 15,1 1 0-15,0 0 0 16,3 1-1-16,0 0 0 16,0 1 3-16,1-1 1 0,5 1 2 15,3-2-2-15,-2 1 2 16,5-3 0-16,0 0 4 15,1 0 2-15,4-3-1 16,1-1 1-16,1 0-6 16,2 0-3-16,2-3 0 0,0 0 0 15,-1 0-3-15,2 0 1 16,0-4-1-16,-5-4 2 16,2 0 0-16,-3 0 4 15,-2-4 2-15,-2 1 0 16,-1 0-6-16,-3 1 0 0,-2 0-2 15,-2 1 2-15,-3 5-2 16,-2-2 0-16,-1 3 5 16,0 2 2-16,0 1-5 15,0 0 0-15,-2 0-7 16,-2 0 7-16,-5 0-2 0,4 6-1 16,-1 1 0-16,3 1-1 15,1-1-3-15,2 2 2 16,0-1 0-16,3 0 1 15,5 0 2-15,6-1 0 16,-1 0 2-16,5 0-2 0,-2-4 2 16,3 0-1-16,-1-2 1 15,1-1-1-15,3 0 1 16,-5-1-1-16,1-5 0 16,0-4 2-16,-2-1 2 15,-1 0 2-15,-1-3 1 0,-6-1 0 16,-2-2-2-16,-1 3-3 15,-5-3 1-15,0 4 4 16,-3 0-6-16,-6 3-1 16,-3 3-2-16,-3 2-3 15,-3 5-3-15,0 0-8 16,-2 0-18-16,5 2-30 0,2 3-8 16</inkml:trace>
  <inkml:trace contextRef="#ctx0" brushRef="#br0" timeOffset="4199.63">18659 1431 159 0,'0'0'-5'0,"0"0"4"0,0 0-2 0,0 0 3 16,0 0-1-16,0 0 1 15,0 0 0-15,35 40-1 0,-26-26 2 16,1 3 0-16,0 0 0 16,-2 0 0-16,2 0 0 15,-1 0 0-15,-4 0-1 16,1-1 0-16,1 0 1 15,-4-1-1-15,-1-3 0 0,2-1 2 16,-2-4-1-16,-2 0 0 16,0-1 1-16,0-2 0 15,0-1 0-15,0-3-2 16,0 0 6-16,0 0 18 16,0 0 21-16,0-3-21 0,0-4-24 15,2-3 0-15,1-1 2 16,3-2-1-16,3 3-4 15,1-3 4-15,3 3 0 16,3-1-1-16,-1 4-1 16,3 0 1-16,2 1 1 0,-4 3-2 15,2 2 1-15,-1 0 0 16,-1 1 0-16,-3 0 0 16,-2 1 0-16,-1 4-1 15,-2 3 1-15,-5-1-3 16,2 4 1-16,-2 0-1 0,-3-1-9 15,0 0-9-15,0 0-16 16,0-3-3-16,3-3-7 16</inkml:trace>
  <inkml:trace contextRef="#ctx0" brushRef="#br0" timeOffset="4803.09">19100 1539 202 0,'0'0'6'0,"0"0"-5"0,0 0-17 15,0 0 15-15,0 0 1 16,0 0 0-16,0 0-4 16,0 0 2-16,0 0 3 15,29 43 1-15,-16-38-1 16,-1 0 2-16,2-1 2 0,2-1-1 15,0-3 0-15,3 0-1 16,-2 0-2-16,1 0 1 16,1-7-1-16,-4 0 0 15,-1-2 0-15,-1-1 0 16,-4 0 0-16,-1-1 1 0,-2 1 1 16,-2 1-2-16,-1 2 5 15,-1 1 4-15,-2 2-1 16,1 3-2-16,-1-1-3 15,0 2-5-15,0 0-3 0,0 0 0 16,-1 8 3-16,-2 3 1 16,1 0-1-16,0 6 1 15,2 0-1-15,0 2 1 16,2 2-2-16,3-1 2 16,4 1 0-16,-2-1 0 15,1-3 2-15,-3 3-2 0,1-6 1 16,-1-1-1-16,-3 1 0 15,-1-4 0-15,-1-4 0 16,0 0 0-16,0-1 0 16,-1-3 1-16,-6 0-5 15,0-2 9-15,-1 0 3 0,0 0 4 16,-2-2 0-16,3-5 3 16,-1-2-4-16,3-1-2 15,5-3-4-15,0 1-4 16,0-1-1-16,13-1-10 15,8-3-27-15,4-2-44 0</inkml:trace>
  <inkml:trace contextRef="#ctx0" brushRef="#br0" timeOffset="5380.93">20008 1367 99 0,'0'0'7'0,"0"0"-6"0,0 0 0 0,0 0 0 0,-38-16-1 15,31 11 1-15,0 1 0 16,2-2 2-16,2 0 3 16,3 0 0-16,0-1-3 15,0 0 1-15,0-1-3 16,4 1 2-16,5 0-1 0,-1 0-1 16,3 2 0-16,1 1 0 15,0 1 1-15,-1 1-1 16,0 2-2-16,0 0 2 15,-2 0-1-15,-2 0 0 16,0 4 0-16,0 1-1 16,-1 2-2-16,-3-1 2 0,-2 4 0 15,0 0-1-15,-1 1 2 16,0 1-2-16,-1-2 2 16,-5 1 0-16,-2 3 1 15,-2-4 0-15,3 2 2 16,-3-1-1-16,-2 1 3 0,3-1-2 15,0 0-1-15,0-3 0 16,4 1 1-16,-2 2-1 16,4-2 0-16,1 0-1 15,2 0 2-15,0 4-3 16,0-1 1-16,2 0-2 0,6 0-22 16,-1-1-20-16</inkml:trace>
  <inkml:trace contextRef="#ctx0" brushRef="#br0" timeOffset="5643.39">20021 1748 49 0,'0'0'14'0,"0"0"31"0,0 0 35 0,0 0 0 15,0 0-33-15,0 0-27 0,0 0-5 16,0 0-4-16,0 0-9 16,0 0-2-16,23-13-21 15,-23 6-122-15</inkml:trace>
  <inkml:trace contextRef="#ctx0" brushRef="#br0" timeOffset="8754.04">15913 1964 22 0,'0'0'48'0,"0"0"-44"0,0 0-3 0,0 0 3 15,0 0 2-15,0 0-2 16,0 0 1-16,0 0 1 16,0 0-3-16,0 0 0 15,3 0-2-15,1 0 0 16,-1 0 0-16,3 0-1 0,1 0 0 15,2 1 0-15,-2 5 1 16,4 1-1-16,1-1 0 16,1 2 2-16,3 2-1 15,2 0 1-15,4 0 0 0,4 3 2 16,1-2 0-16,2 3-1 16,5 3-1-16,3 1 1 15,4 2-2-15,2 4 0 16,5 1 0-16,-2 2 2 15,4 3 0-15,4-2 1 16,-1 3 1-16,6-1 2 0,4 0 1 16,3 0 3-16,3-2 1 15,2-1-3-15,2-1-4 16,-4-2 0-16,-5 0-2 16,-1 0 0-16,-2-2 0 15,-4-1 1-15,-2-2-2 0,-3-1 0 16,-1-4 2-16,0 0 1 15,-5-4 0-15,-2 0 0 16,-4-1 0-16,-3-2-4 16,-4 0 1-16,-3-3-1 15,-5 2-1-15,-1-2 1 16,-2 2-1-16,-4-2-7 0,-4-4-53 16,-3 0-18-16</inkml:trace>
  <inkml:trace contextRef="#ctx0" brushRef="#br0" timeOffset="9083.02">17765 2583 113 0,'0'0'-7'0,"0"0"11"0,0 0 5 0,41 0-5 16,-29 0 1-16,-3 6-1 16,-2 3-1-16,1 3 0 15,-5 3-1-15,-3 4-1 16,0 3 3-16,-7 3-1 0,-10 1 0 15,-4 2 0-15,-6-1-3 16,-2-3-15-16,2-1-16 16,3-6-14-16</inkml:trace>
  <inkml:trace contextRef="#ctx0" brushRef="#br0" timeOffset="10070.23">18386 2551 28 0,'0'0'14'0,"0"0"1"0,0 0-8 0,0 0 1 16,0 0-1-16,0 0-1 15,0 0-2-15,0 0 2 16,0 0-2-16,0 0-3 0,0 0-1 15,0 0 0-15,0 0 1 16,-14-7-1-16,10 12 0 16,1-1 0-16,-3 0-1 15,3 2 1-15,1 0 2 16,-2-1-1-16,1 1-1 16,2 1 0-16,1 0 1 0,0 0-1 15,0-1 4-15,0-3-4 16,0 4 0-16,0-4 1 15,6 2-1-15,-3-2 1 16,2-1-1-16,3-2-10 16</inkml:trace>
  <inkml:trace contextRef="#ctx0" brushRef="#br0" timeOffset="11266.08">18400 2739 37 0,'1'4'7'0,"-1"-4"9"0,1 0 3 0,-1 2-8 0,0-2 5 15,0 1 24-15,0-1 2 16,0 0-18-16,0 0-11 16,-3 0-9-16,-2 0-4 0,-1 0 0 15,-1 0 2-15,-1-4 1 16,3-3-1-16,-6-3-1 16,4 1 1-16,0-6 1 15,1-1-1-15,-3-2-1 16,4-3-1-16,3-2 0 15,2-1-2-15,0-2-5 0,2 2-8 16,12 0-5-16,-2 1-1 16,4 5 8-16,1 3 6 15,2 5 4-15,1 3 0 16,-1 3 4-16,3 4-1 0,-2 0 0 16,5 0 2-16,1 4-1 15,1 6 1-15,-4 4 1 16,0-1 0-16,-2 6 1 15,-5-1-3-15,-1 1 0 16,-2-1-1-16,-6-1 1 0,0 1 1 16,-4-2-2-16,0-3 2 15,0 1 0-15,-3 2 2 16,0-2-1-16,-6 0 1 16,-5 2-3-16,-4-5-17 15,1-4-43-15</inkml:trace>
  <inkml:trace contextRef="#ctx0" brushRef="#br0" timeOffset="11458.83">18356 2648 216 0,'0'0'-15'0,"0"0"30"0,0 0-3 0,0 0-14 16,0 0 3-16,0 0-2 15,44-21 4-15,-15 18-1 16,6-1-2-16,-1 3-17 0,3-1-39 16,-1-2-8-16</inkml:trace>
  <inkml:trace contextRef="#ctx0" brushRef="#br0" timeOffset="11849.45">18854 2566 121 0,'0'0'7'0,"0"0"13"0,0 0 6 16,45-17-11-16,-32 17-6 16,4 0-8-16,-2 0-1 15,1 4 1-15,-2 6-1 16,0 3-1-16,-2 1 0 15,-1 3 1-15,-3 0 0 0,-2-1 2 16,-2-2-1-16,-4-4-1 16,0-1 0-16,0-4 1 15,0-2-2-15,-4-2 1 16,-2-1 3-16,1 0 9 16,-2-2 6-16,2-8-1 0,3-3-1 15,0-3-4-15,2 0-5 16,0-3-2-16,2-1-2 15,9 0-3-15,1 3-1 16,3 1 2-16,3 5-1 16,3 3-8-16,1 2-26 0,-2 0-34 15,1 2-40-15</inkml:trace>
  <inkml:trace contextRef="#ctx0" brushRef="#br0" timeOffset="12156.29">19436 2502 120 0,'0'0'-24'16,"0"0"24"-16,0 0 0 16,0 0 1-16,-49 10-1 0,29-6 10 15,-2 3 4-15,2 1-8 16,1 0 0-16,3 2 0 15,3 1 0-15,3-1-1 16,5 0 3-16,2-3-3 16,3 4-1-16,0-5 1 0,8 0 2 15,5 1 1-15,7-3 4 16,4-1 1-16,8-1-2 16,1-1-6-16,6-1-4 15,5 0 1-15,1 0-8 16,-1-10-74-16</inkml:trace>
  <inkml:trace contextRef="#ctx0" brushRef="#br0" timeOffset="13025.49">19716 2369 116 0,'0'0'-5'0,"0"0"15"15,0 0 3-15,0 0-6 16,0 0-4-16,-38-13-3 0,35 14 1 16,1 8-1-16,0 2 0 15,2 1 1-15,0 4 0 16,0 2 0-16,0-1 2 16,8 1 3-16,2 1-2 0,3-1 1 15,0 0-1-15,-1-1-1 16,-1-1-1-16,-2-2-1 15,0-1-1-15,-4-3 1 16,-1-2-1-16,0-1 0 16,-2-2 1-16,-2-4-2 15,0-1 2-15,0 0 11 16,0 0 43-16,0-3-50 0,0-5-5 16,-4-2 1-16,3 0-1 15,1 0-1-15,0 0 1 16,0 0-1-16,7-1-1 15,5 4-1-15,2-2 2 0,4 2 0 16,3 0-1-16,0 1 3 16,1 2-2-16,-2 1-3 15,2 0 0-15,-1 3 4 16,-2 0 0-16,-2 0-1 16,-2 0 1-16,-2 3 0 0,-4 3-4 15,-2 2 1-15,-4 1 0 16,1-2 0-1,-4 1 3-15,0 1 0 0,0-2 1 16,0 2-1-16,0-2 2 16,0 0-2-16,0-1 1 0,0-1-1 15,2 0 1-15,2 0 0 16,5-3-1-16,-2 0 2 16,5-2-2-16,1 0-2 15,2 0 4-15,0-1 1 16,0-6-1-16,0 0-1 15,1-3 1-15,-3 0-1 0,-3-1 0 16,1-1-1-16,-1 2 0 16,-5-1 0-16,-2 4 0 15,0-2-2-15,-3 2 4 16,0 3 0-16,0 1-1 16,0 2 0-16,0 1 0 0,0 0 0 15,0 0-4-15,0 0-2 16,0 1 5-16,0 6-2 15,0 0 2-15,0 3-1 16,0-2 1-16,2 1 0 16,5-2-2-16,1 1 2 15,2-1 2-15,4 1-1 0,1-2 1 16,2-2-1-16,1-1 0 16,3 0-1-16,-3-3-13 15,-2 0-37-15,0-2-20 16</inkml:trace>
  <inkml:trace contextRef="#ctx0" brushRef="#br0" timeOffset="13202.96">20173 2333 163 0,'0'0'12'0,"0"0"0"0,0 0-9 15,0 0-5-15,0 0-15 16,-39-20-12-16,36 22-3 16,3 0-72-16</inkml:trace>
  <inkml:trace contextRef="#ctx0" brushRef="#br0" timeOffset="13551.25">20449 2249 119 0,'0'0'1'0,"0"0"1"15,0 0-2-15,0 0 0 16,0 0 1-16,0 0 0 0,27 47-1 16,-21-28 5-16,1 1 2 15,4 1 1-15,-2 1-2 16,2-2-3-16,1 2 1 16,-2-5-3-16,-3-3 0 15,1 1 0-15,-4-3 0 0,2-1 0 16,-4 2 0-16,-2-3-7 15,0-3-35-15</inkml:trace>
  <inkml:trace contextRef="#ctx0" brushRef="#br0" timeOffset="14197.63">20367 2448 78 0,'0'0'18'16,"0"0"5"-16,0 0-12 16,0 0 0-16,0 0 2 15,42-3 5-15,-20 2-6 0,4-2-5 16,3 0 0-16,1 0-6 15,2 1 1-15,2 0 0 16,-4-1-1-16,1 2-1 16,-2-1 1-16,0 0 0 0,-3 0-1 15,-2-1 0-15,-2 1 0 16,-4 0 0-16,-2-2 2 16,-3 1-2-16,-2-3 0 15,-3 3 0-15,-1-1 1 16,-2-3 0-16,-1 1-1 0,-2 0 1 15,0 0 0-15,-1 0 0 16,-1-1 4-16,0 3 0 16,0 0-3-16,0 0-2 15,-2 0 0-15,-3 1 1 16,-2 2-3-16,-1 0 2 16,-2 1 0-16,0 0-1 0,-1 0 1 15,-3 5 1-15,3 4-2 16,-1-1 2-16,1 2-1 15,1-1 0-15,3-1 0 16,0 2 0-16,1-3-2 16,3 2 3-16,1-1-2 0,-1 1 1 15,3-1-1-15,0 2 1 16,0 0-2-16,0-1 5 16,1-1-3-16,5-2 2 15,2 2-2-15,4 0 2 16,1-3 0-16,4 2 1 15,7-1-2-15,2 1 2 0,1-3-6 16,4-4-63-16,2 0-40 16</inkml:trace>
  <inkml:trace contextRef="#ctx0" brushRef="#br0" timeOffset="14584.13">21267 2335 71 0,'0'0'2'0,"0"0"2"0,0 0 3 15,-39-12-1-15,24 12 6 16,-1 0 3-16,0 0-6 16,-1 0-1-16,1 1-3 15,0 5-2-15,-3 1 0 16,2 5-2-16,3-1 1 15,0-1-1-15,4 3 2 0,2 0 0 16,0 1 3-16,3-4-2 16,4-2 1-16,1 2-2 15,0 0 1-15,0-3 4 16,5 0-3-16,6 0 0 0,2 0 1 16,5-2 1-16,5-1 1 15,5-1-1-15,4 0-2 16,4-1-4-16,2-1 1 15,1-1-2-15,0 0 0 16,0 0-2-16,-2-6-28 0,-3-4-24 16,-3-4-21-16</inkml:trace>
  <inkml:trace contextRef="#ctx0" brushRef="#br0" timeOffset="14932.09">21546 2160 79 0,'0'0'13'0,"0"0"-10"15,0 0-2-15,0 0 3 0,0 0 6 16,0 0 1-16,7 47 2 16,-3-30-1-16,0 0 1 15,-1 1-5-15,4 3 0 16,-5-1-4-16,1 3-1 16,1-2-2-16,-2-1 0 0,2-1 0 15,-3-2 1-15,1-1-1 16,-2-4 1-16,0 1 0 15,0-3-27-15,0-4-30 16</inkml:trace>
  <inkml:trace contextRef="#ctx0" brushRef="#br0" timeOffset="16405.98">21458 2389 149 0,'0'0'-10'0,"0"0"22"16,0 0 7-16,0 0-10 15,0 0-3-15,39-36 4 16,-19 31-3-16,-1-2-4 0,7 3 0 16,1 0-2-16,2 3-1 15,2-1 0-15,-2 2-1 16,0 0-7-16,-2 0-9 15,-3 0 4-15,-2 0 3 16,-3 0 0-16,-1 0 6 16,-3 0-4-16,-5 0-5 0,0-2 0 15,-4 1 3-15,-1 1 7 16,-5-1 3-16,0-2 0 16,0 2 2-16,0-1 1 15,-4 1 4-15,-2 1 8 0,1 0 0 16,-2 0-6-16,2 0-6 15,1 1-2-15,-2 7 0 16,2 1 2-16,3 2-1 16,-1 1-2-16,2-2 1 15,0 1 0-15,0-1 2 0,0 0-2 16,5-1 3-16,3-2-2 16,1 0 2-16,4-3-3 15,0-1 7-15,3 0-2 16,2-2-1-16,1-1-1 15,-1 0 0-15,1 0 1 16,-1-4-1-16,-2-2-2 16,0-2 1-16,-5-3 1 0,0-1-3 15,-3 1-1-15,-2 2 1 16,-4 1 0-16,0 2 0 16,-2 2 5-16,0 2-1 15,0 2-2-15,0 0-4 0,-2 2-3 16,-1 5 6-16,-2 1-3 15,2 2 2-15,-1 0-2 16,3 0 0-16,1-3 1 16,0 2 0-16,1-5 0 15,5 3-1-15,1-3 2 0,3-1-4 16,0 0 3-16,-1 0 4 16,2-3-3-16,0 0 0 15,-2 0 0-15,0 0-1 16,-2-4 2-16,1-3-1 15,-3-2 2-15,1-2 1 0,-2-1-3 16,0-5-2-16,1 1 1 16,-2-1 0-16,2-3 1 15,-1 4-2-15,1 0 0 16,0 2 2-16,1 5-1 16,3-1-2-16,0 2 0 0,3 2 1 15,2 2 0-15,0 0 1 16,2 2-1-16,-1 1 1 15,-1 1 0-15,-3 0 0 16,0 0-1-16,0 4 1 16,-4 3-1-16,1 4-1 0,-3 2-1 15,2 2 0-15,-4 0 2 16,0 2 1-16,0 0 0 16,1-2 0-16,-2-1 1 15,1-3-1-15,0-1 0 16,5-3 0-16,-3-3 3 0,3-1-2 15,1 0 1-15,4-2 0 16,0-1-1-16,2 0 1 16,2 0 0-16,0 0 0 15,3-4-1-15,1-3 1 16,0-3-2-16,0 2 1 16,0-3-1-16,-1-1 0 0,-4 3 0 15,0-2 1-15,-5 1-1 16,-1 0 0-16,-1-1 1 15,-2 1-1-15,-4 0-1 16,1 0 0-16,-2 0 2 16,0 1-3-16,-2 2 2 0,0 3 1 15,0-2-1-15,0 4-2 16,-4 0 0-16,-1 2-4 16,1 0 7-16,-4 0-8 15,-2 0 6-15,3 0-2 16,-1 0-1-16,1 3 1 0,-4 3 1 15,4-2 1-15,-1 3 1 16,2 0-2-16,0 3 2 16,1-1-1-16,2 2 1 15,2-1-1-15,1 3 0 16,0-2 1-16,0-1-1 0,0 1 1 16,0-2 0-16,4 2 0 15,1-2 0-15,1-4 1 16,2 1 1-16,0-1 5 15,0-3 3-15,3 1-3 16,1-3 2-16,3 0 1 16,0 0-1-16,1 0 0 0,-1 0-2 15,3 0 1-15,-6 0-5 16,1-3-3-16,-1 2 1 16,-4 1 0-16,0 0-1 15,-4 0-1-15,-4 0-40 16,0 0-103-16</inkml:trace>
  <inkml:trace contextRef="#ctx0" brushRef="#br0" timeOffset="18377.66">19982 1741 35 0,'0'0'11'0,"0"0"1"0,0 0-4 15,-5 0-3-15,-6 0-4 16,1 0 0-16,-1 3-1 15,0 1 2-15,1 0-1 0,3-1 2 16,2 1 0-16,1-1-1 16,4 0-1-16,0 1 1 15,0-2-1-15,0 2 0 16,0-3-1-16,0 1 1 16,0-2-1-16,5 0 2 0,3 0 14 15,-1 0-10-15,5 0-1 16,-2-5-3-16,-3 0 0 15,0-1-1-15,-2-1 3 16,-5 1 3-16,0 2-1 16,0-3 4-16,0 3-2 0,-6 1-4 15,-2 2-2-15,-1 1-2 16,-1 0-2-16,0 1-10 16,3 2-53-16</inkml:trace>
  <inkml:trace contextRef="#ctx0" brushRef="#br0" timeOffset="20761.89">17869 2019 69 0,'0'0'6'0,"0"0"3"0,0 0-6 0,0 0-3 16,0 0 3-16,0 0 2 15,0 0 3-15,0 0 0 0,0 0 0 16,0 0-3-16,0 0-1 16,0 0-2-16,-13-7-3 15,13 7-3-15,0 0 4 16,5 0 0-16,5 0-1 16,2 1 0-16,1 1 0 15,3 2 0-15,-1-2 2 16,4 0-1-16,0 1 0 0,0-3 2 15,1 2-2-15,2 0 0 16,2-2 0-16,5 0 0 16,1 1 1-16,7 0 1 15,4-1-1-15,3 1-1 0,8 1 1 16,2-1-3-16,1-1 7 16,1 2-5-16,2-1 1 15,-3 1-1-15,-2-1-1 16,-3 2 3-16,2-2-2 15,1 1-1-15,0-1 0 0,6-1 3 16,6 1-1-16,3 1 1 16,-1-2-2-16,5 0 2 15,-1 0-2-15,0 0 1 16,-1-6 0-16,-2 1-1 16,0-1 1-16,2-3 2 0,0 1-2 15,2-1 1-15,0-1-1 16,1-1 1-16,-1-2-1 15,-2-3 0-15,-5 1 0 16,-1-4 0-16,-8-1 2 16,-5-2-1-16,-3-1 3 0,-4-1 8 15,-1-2 1-15,-3-1-1 16,-1-1-4-16,-3 0-1 16,-6 1-1-16,-4-2 3 15,-5-1 2-15,-8 3 1 16,-3-1-8-16,-6 0-2 0,-4 0 1 15,0 0-2-15,-8 0 1 16,-7-2-4-16,-6 0 1 16,-4 0 2-16,-2 2-3 15,-3 2 1-15,-3-2 0 16,-3 4-1-16,0 1-1 0,-1 3 3 16,-2 2-1-16,-2-2-2 15,-1 4-5-15,-2 2-2 16,-7 0-1-16,3 1 1 15,-5 3 6-15,-1-3 2 16,-2 6 0-16,-5 0 0 16,0 4 1-16,-3 2-1 0,-2-2 0 15,-1 3-1-15,0 0 2 16,-3 0 0-16,3 6 0 16,-4 2-1-16,-2 2 1 15,-2 4 0-15,-3 1 0 0,-2 3 0 16,1 4 0-16,-3 1 0 15,-1 0 0-15,0 4 0 16,-4-1 1-16,3 1-2 16,-4 0 1-16,-1 2 0 15,5 1 0-15,7 0-2 16,1 2 2-16,9-3-1 0,6 1 1 16,3 0-1-16,7-2 1 15,-1 1 0-15,5-1 0 16,2-1 0-16,6-1 0 15,3-1-1-15,6 1 2 16,6-3-1-16,4 1-1 16,5-3 1-16,7 3-1 0,6-3 1 15,2 2 0-15,12 0-1 16,17-2-4-16,11 2-3 16,11-7-19-16,12-7-72 15</inkml:trace>
  <inkml:trace contextRef="#ctx0" brushRef="#br0" timeOffset="21698.52">20607 1421 15 0,'0'4'37'0,"0"-4"-37"0,0 2 0 0,3-1 6 16,6-1 3-16,0 0 3 15,3 0 0-15,3-1 0 16,0-5 1-16,5-1 1 16,0 0 1-16,4-3 0 15,-1 0-2-15,3 0-2 0,6 0-5 16,-1-4-5-16,3 3-1 15,1 2 0-15,3-2-2 16,0 1-24-16,-3-3-35 16</inkml:trace>
  <inkml:trace contextRef="#ctx0" brushRef="#br0" timeOffset="23719.58">14726 4043 150 0,'0'-6'-3'0,"0"-1"10"0,0 2 10 0,0-1 4 15,0 3-12-15,0 0-4 16,0 3-1-16,0 0-5 16,0 0-7-16,0 6 8 15,0 5 1-15,0 2 1 16,-1 0-1-16,0 4-1 0,1-1 0 15,-1 2 1-15,0-1-1 16,-1 2-4-16,0 0-25 16,-3 0-10-16,-1-1 4 15,-4-4-20-15</inkml:trace>
  <inkml:trace contextRef="#ctx0" brushRef="#br0" timeOffset="23997.59">14622 4260 122 0,'0'0'16'0,"0"0"-7"16,0 0-6-16,0 0 0 16,0 0 4-16,0 0 1 15,50-30 0-15,-36 29-1 0,5-2-4 16,-2 3 0-16,2-1-2 15,0 1-2-15,0-2 2 16,3 2 0-16,-5-1-1 16,0 0 0-16,-1-1 1 15,0 1-1-15,-4-1-1 0,-1-3-11 16,-4 0-34-16,-7-2-52 16</inkml:trace>
  <inkml:trace contextRef="#ctx0" brushRef="#br0" timeOffset="24260.49">14543 4040 167 0,'0'0'1'16,"0"0"5"-16,0 0 0 0,0 0-2 15,49-10-1-15,-23 5-2 16,5 0 0-16,0 2-2 16,1-1-41-16,1 1-32 15</inkml:trace>
  <inkml:trace contextRef="#ctx0" brushRef="#br0" timeOffset="25008.94">14982 4057 153 0,'0'0'2'16,"0"0"-3"-16,0 0-1 15,0 0 0-15,0 0 0 16,0 0 1-16,0 0 2 16,0 0-1-16,13 27 0 0,-8-20 0 15,1 4 0-15,1-3 0 16,0 0 1-16,0 2-1 16,1-1 0-16,-3-1 1 15,1-1-1-15,-1-1 0 0,-2 0 0 16,-1-2-1-16,-1 0 0 15,-1-2 2-15,0-1-1 16,0-1 5-16,0 0 15 16,0 0-17-16,0-4-1 15,0-3-1-15,5-2-2 16,-3-1-1-16,3 0 2 0,4-1 1 16,-2 1 1-16,2-1 0 15,4 1 1-15,2 1 2 16,-1 1-2-16,3-1-3 15,2 5 3-15,-2 1-3 16,3 0 0-16,-1 3 0 0,-2 0-1 16,-1 0 1-16,-2 6 0 15,1 0 0-15,-4 5-2 16,0-2 2-16,-3 2-2 16,0 0-1-16,-5-1 0 15,-1 3 4-15,-1-4-1 16,-1 0 0-16,0-2 0 0,0-2-1 15,-3 2 0-15,0-6 2 16,1 1 1-16,0-2 0 16,2 0 5-16,0-3 0 15,0-6-5-15,0-3 2 16,7-1-4-16,3-1 3 0,2-2-2 16,-1 3 1-16,1 1 0 15,1 0 2-15,0 3 2 16,1 4-2-16,1-1 1 15,1 5-3-15,-1-2-1 0,1 3-1 16,-5 0 0-16,-1 7-1 16,-2 4-2-16,-3 2-3 15,1 0 6-15,-4 1 0 16,2 2-8-16,3-2-27 16,2-2-15-16,0-3-14 15</inkml:trace>
  <inkml:trace contextRef="#ctx0" brushRef="#br0" timeOffset="25471.59">15795 4060 123 0,'0'0'9'0,"0"0"-3"0,0 0 2 0,0 0 4 0,9-37-5 15,-11 33-1-15,-5 1-2 16,-4 3-5-16,-2 0-1 15,0 0 6-15,-3 0-3 16,2 7-1-16,-4 4 0 0,-1 0 1 16,3 1 0-16,2 4 0 15,3-2-1-15,6-1-1 16,1-1 5-16,4 0-4 16,0-2 2-16,4-2-2 15,3-2 4-15,4-1-2 0,2-3 5 16,3-2-4-16,2 0-1 15,1 0-2-15,3-3 0 16,-4-6-5-16,2 0-7 16,-3-1-3-16,-1-2 7 0,-5 3 8 15,-4-1 0-15,0 3 3 16,-3-1 8-16,-1 4 14 16,-2-1-10-16,0 3-4 15,-1 1-1-15,0 1-5 16,0 0-5-16,0 0-5 15,1 0-5-15,2 1 9 0,2 6 5 16,1 3-3-16,6-3-4 16,-1 2-14-16,5-2-20 15,0-1-23-15</inkml:trace>
  <inkml:trace contextRef="#ctx0" brushRef="#br0" timeOffset="26041.47">16208 4018 111 0,'0'0'14'0,"0"0"5"0,0 0-8 0,0 0-8 16,-40-19-6-16,23 19 0 16,-3 0 5-16,1 7-1 15,0 3 2-15,2 3-3 16,4-1 1-16,4 1-1 0,3 0-1 15,4 0 1-15,2-4-1 16,0-2 1-16,8 0 0 16,4-3 3-16,-1-1 2 15,3-3-2-15,0 0 1 16,3 0-1-16,-2-3-2 0,1-2 0 16,-3-3 1-16,-2 1-1 15,0-3-1-15,-3 0 2 16,0 4-1-16,-4-2 1 15,1 1 0-15,0 3 1 16,-3 2 3-16,-2 1 4 16,0 1-1-16,0 0-11 0,0 0-9 15,0 4 8-15,0 6 7 16,2 4-4-16,-1 3 2 16,2 2-1-16,2-1 1 15,-1 3-2-15,-1-1 1 0,2 0-1 16,-1 0 1-16,-4-3-1 15,0-1 1-15,0-5-2 16,0 0-3-16,-6-2 2 16,0-3 3-16,-6-3 3 15,-2-1 2-15,1-2 8 16,-1 0-5-16,-1 0-5 16,2-4 1-16,1-1-3 0,2-2 0 15,2 1-2-15,3-1-2 16,1-2-23-16,4-2-72 15</inkml:trace>
  <inkml:trace contextRef="#ctx0" brushRef="#br0" timeOffset="26454.12">16446 4030 115 0,'0'0'-1'0,"0"0"1"0,0 0 0 0,0 0 0 15,0 0 1-15,37 5-1 16,-27-5 0-16,-1-1 2 0,1-6-2 16,2-1 2-16,-3-1 1 15,-1-2 1-15,-1 1-1 16,-4 0-2-16,-1-1-1 15,-2 2-2-15,0 2-1 0,-8 0-3 16,2 1 3-16,-2 2 6 16,-1 4 2-16,-2 0 5 15,1 0-6-15,0 7-3 16,0 4 0-16,0 2 0 16,1 2 0-16,3-1 2 0,2 0 0 15,1-1-1-15,3 0 2 16,0-2 0-16,0 0-2 15,7-1 1-15,5 1-1 16,3-2-4-16,2-5-15 16,5-2-22-16</inkml:trace>
  <inkml:trace contextRef="#ctx0" brushRef="#br0" timeOffset="26868.49">16837 3873 124 0,'0'0'14'16,"0"0"-7"-16,0 0-5 15,-38-9-5-15,20 9 3 16,-1 4 1-16,2 2-1 16,-1 5 0-16,3-1 0 0,3 0-1 15,4 1 1-15,5 1-2 16,3-2 1-16,0 0 0 15,2-2 0-15,12-1 1 16,-1-1 3-16,4 0 0 16,-1-1 0-16,3 0 4 0,-1-1 1 15,1 0-4-15,-1-1-1 16,-4 3-2-16,-1-2 0 16,-4 0-2-16,-2-1 1 15,-5 0 0-15,-1 0-3 0,-1 1 0 16,0 0 6-16,-5-1 2 15,-7 2 10-15,0-1-5 16,-1 0-8-16,-1 2 3 16,3-3-4-16,4 1 1 15,-1-3-2-15,4 1-18 16,2-2-30-16,2 0-3 0</inkml:trace>
  <inkml:trace contextRef="#ctx0" brushRef="#br0" timeOffset="27045.39">16831 3935 158 0,'0'0'21'0,"0"0"-2"0,0 0-19 16,0 0 0-16,-37 20 0 15,22-6 0-15,2 3 0 16,1 0 0-16,3 2-18 0,2-4-36 15</inkml:trace>
  <inkml:trace contextRef="#ctx0" brushRef="#br0" timeOffset="27643.19">17588 3995 56 0,'0'0'2'0,"0"0"1"0,51 0-1 0,-24 0 1 16,4-3 0-16,5 0 1 16,2 0 1-16,5-2 6 0,-1 0 0 15,2 0 5-15,0 0 5 16,-1 0 1-16,1 0-4 15,-2 1-8-15,-1 1-5 16,-1 2-4-16,-2-1 1 16,-1 1-2-16,-5 1 1 15,-2-1-1-15,-4 1 0 0,-2 0 2 16,-8 0-2-16,-3 0-2 16,-6 0-1-16,-5 0-36 15,-2 1-21-15</inkml:trace>
  <inkml:trace contextRef="#ctx0" brushRef="#br0" timeOffset="27885.16">18283 3850 19 0,'0'0'153'0,"0"0"-150"15,40-13 0-15,-24 13 2 16,0 0-2-16,-2 0-1 16,-2 9-2-16,-5 6 1 0,-1 1-4 15,-4 3 1-15,-2 3 2 16,0 1-1-16,-9-1-15 16,-4 1-17-16,-6-3-12 15</inkml:trace>
  <inkml:trace contextRef="#ctx0" brushRef="#br0" timeOffset="28468.85">19401 3725 81 0,'0'0'15'0,"0"0"2"15,0 0-1-15,0 0-1 16,0 0 4-16,0 0 0 16,0 0-10-16,0 0-2 15,14-37-1-15,-20 33 2 16,0-1-4-16,-2 3-4 0,0 0 0 16,-3 2-2-16,-1 0 2 15,-1 0 0-15,0 0 0 16,-1 7 0-16,-1 2 0 15,2-1 0-15,-1 5 0 0,1 0 0 16,3 3 0-16,-1 1-1 16,4-2 1-16,2 3 0 15,4-2 2-15,1 1-3 16,0-1 1-16,2-3 0 16,9-2 2-16,3-1-1 15,2-4 1-15,6-1 5 0,0-2 4 16,3-3 1-16,2 0-6 15,0 0-4-15,1 0-2 16,-1 0 0-16,0 0 0 16,-6 0-23-16,1-1-46 15,-4-9-35-15</inkml:trace>
  <inkml:trace contextRef="#ctx0" brushRef="#br0" timeOffset="28703.71">19710 3729 211 0,'0'0'6'0,"0"0"-9"0,0 0 1 16,0 0 2-16,0 0-2 16,0 0 0-16,11 50 3 15,-9-33-1-15,-2 0 1 0,0 1-1 16,0-3 0-16,0 0-18 15,0-5-7-15,0-3-8 16,-6-1 7-16,4-5-7 16,-3-1-13-16</inkml:trace>
  <inkml:trace contextRef="#ctx0" brushRef="#br0" timeOffset="29046.12">19765 3721 111 0,'0'0'9'15,"0"0"11"-15,0 0-11 16,0 0-8-16,46-12 0 16,-30 12-1-16,0 7 1 15,4 3 0-15,-1 3 1 16,1 1-2-16,2 1 2 0,2-3-1 16,-6 1-1-16,6-4 1 15,-3-4 1-15,1 0-1 16,-2-4 2-16,1-1 9 15,-1 0 4-15,-4 0 0 16,-1-6 2-16,-5-5 0 16,-2 2 1-16,-4-5-2 0,-2-3-1 15,-1 0-10-15,-1-1-3 16,0-1-4-16,0 2 1 16,-3 3 0-16,-1 5 0 15,-1 2-4-15,-2 7-11 0,0 0-31 16,-1 0-59-16,5 0-26 15</inkml:trace>
  <inkml:trace contextRef="#ctx0" brushRef="#br0" timeOffset="29315.27">20327 3694 113 0,'0'0'3'0,"0"0"30"0,0 0-7 0,0 0-26 0,0 0-1 16,0 0 1-16,0 0 0 16,-1 38 1-16,-1-21-1 15,2-3 1-15,0 0-1 0,0-1 1 16,0 0-1-16,0-3 0 15,-1-2-1-15,-1-2-35 16,0-3-17-16</inkml:trace>
  <inkml:trace contextRef="#ctx0" brushRef="#br0" timeOffset="29678.8">20364 3679 151 0,'0'0'-4'0,"0"0"6"16,0 0-1-16,51 0 0 15,-34 9-1-15,4 1 0 16,0 1 1-16,3 3-1 16,-2-1 1-16,3 0 4 0,-1 0 0 15,-2-2 2-15,-1-2 0 16,0-2-1-16,-2-3-2 15,-3-2 0-15,-1-2 0 16,-3 0 2-16,1 0 12 16,-6-5 7-16,0-5-4 15,-1-1-7-15,-2-2-1 0,-1-2-1 16,-1-2-7-16,-2-1-1 16,2 0 0-16,-2 1-3 15,0 3-2-15,0 1 0 16,0 3 0-16,0 4-16 15,-5 2-24-15,-4 1-50 0</inkml:trace>
  <inkml:trace contextRef="#ctx0" brushRef="#br0" timeOffset="30576.3">19611 4117 108 0,'0'0'3'0,"0"0"22"0,0 0 2 16,0 0-14-16,0 0-5 0,0 0-4 16,0 0-4-16,0 0 2 15,0 0 0-15,0 0-4 16,0 0-2-16,0 0 8 16,0 0-3-16,0-13 1 15,20 13 0-15,2 0 1 0,5 0-3 16,6-1 0-16,3-2 1 15,7 1-1-15,3-2 2 16,5 1-1-16,5-2 0 16,3 0-1-16,2 0 1 15,3-1-1-15,-1 3 0 16,0 0 1-16,1 0-1 0,-3 1-1 16,-2 0 2-16,-2 1-2 15,-5 1 2-15,-3 0-2 16,-4 0 1-16,-5 0 0 15,-1 0-3-15,-7 0-14 16,-3 0-5-16,-4 0-12 0,-4 0-31 16</inkml:trace>
  <inkml:trace contextRef="#ctx0" brushRef="#br0" timeOffset="33364.04">19867 4145 46 0,'0'-4'27'0,"0"0"-1"0,0 2-8 0,0 1-1 0,0-2-7 15,0 3-5-15,0 0-3 16,0 0-2-16,0 0 0 15,0 0-1-15,0 0-3 16,0 0 3-16,0 0 2 16,0 0-1-16,3 0-1 0,-1 4 1 15,3 2 1-15,-1-1-1 16,0 4 0-16,0 2 0 16,1 2 0-16,-1 3 0 15,1 2 0-15,0 5 0 16,-1 1 0-16,1 2 0 0,1 2 0 15,-1 1 0-15,1 2 1 16,3 0-1-16,-1-1 0 16,0 3 1-16,0-1 1 15,0-2 2-15,-1 0-1 16,1-5-1-16,-4-2 4 16,2-4 2-16,-2-5 3 0,-1-3 3 15,0-4-4-15,0-2 1 16,-1-1 1-16,0-3-4 15,0 1-5-15,-1-1 0 16,0-1 0-16,0 1 0 16,3 1 0-16,1 0-1 0,-2 0-2 15,-1 3-17-15,-2-1-51 16,0 0-17-16</inkml:trace>
  <inkml:trace contextRef="#ctx0" brushRef="#br0" timeOffset="33718.37">19827 4702 75 0,'0'0'12'0,"0"0"12"0,0 0 4 15,0 0-8-15,0 0-2 16,0 0-8-16,0 0-9 16,0 0-1-16,0 0 0 15,0 0 0-15,43-10 0 0,-31 16 0 16,3-2 1-16,1 0-2 15,1 0 1-15,4 0 0 16,3-2-1-16,-4 2-18 16,4-4-10-16,-3 0-16 15,-2 0-49-15</inkml:trace>
  <inkml:trace contextRef="#ctx0" brushRef="#br0" timeOffset="33862.51">20142 4635 138 0,'0'0'4'0,"0"0"24"0,0 0-7 16,0 0-12-16,0 0-11 16,0 0 2-16,-50 24 0 15,33-1-7-15,-6 6-30 16,-4 3-20-16</inkml:trace>
  <inkml:trace contextRef="#ctx0" brushRef="#br0" timeOffset="37674.76">18075 5250 103 0,'0'0'0'0,"0"0"-3"0,0 0 2 0,0 0 2 0,0 0 0 15,5 43 1-15,-4-30 4 16,0 2 2-16,0 4 2 16,1 1 0-16,0 1-2 15,4 2-4-15,-4-1-1 16,2 0-1-16,1 0 1 16,-1-3-1-16,-1-1-1 0,-1-2 1 15,-1-1-2-15,-1-3 1 16,0-1-4-16,-5-2-27 15,-3-5-22-15</inkml:trace>
  <inkml:trace contextRef="#ctx0" brushRef="#br0" timeOffset="38008.58">18023 5317 152 0,'0'0'6'0,"7"-37"-1"15,5 21-2-15,1 2-1 16,3 0-2-16,1 5 2 16,-1 2-2-16,-1 0 0 15,-3 6 0-15,-2 1 0 16,1 0 0-16,0 0-2 0,1 5 2 16,0 4 0-16,-2 1-1 15,2 4 2-15,-2 2-1 16,-2-2 0-16,-3 2-2 15,-3-3 1-15,-2-1 1 16,0-1 0-16,-11-1 1 0,-3-2 6 16,-1 2 4-16,-3-2-2 15,2-1-3-15,0 2-4 16,3-1-1-16,1 2 0 16,3-3-15-16,5-4-55 15</inkml:trace>
  <inkml:trace contextRef="#ctx0" brushRef="#br0" timeOffset="39148.69">18519 5294 145 0,'0'0'2'0,"0"0"0"15,0 0 1-15,0 0-1 16,0 0 1-16,0 0 0 0,-38-28-4 16,24 26 1-16,-2 2 4 15,2 0 7-15,-2 0-1 16,1 6-5-16,-3 1-3 16,5 2 0-16,-1 2-2 0,5 3 2 15,-1-1 1-15,5 0-2 16,0 0 2-16,4 2-2 15,1-5 0-15,0 0 0 16,6-3 0-16,-1-3 1 16,5 0-2-16,-1-2 4 15,3-2-1-15,-1 0 0 0,-1 0 0 16,2 0-2-16,-3-4 0 16,0-3 0-16,2-2 0 15,-4 1-1-15,1-1 1 16,0-2-1-16,0 2 1 0,1 1-1 15,-4 2 0-15,3 2 1 16,-2 1-2-16,2 0 1 16,-3 3 0-16,3 0-1 15,-3 0-1-15,4 4 1 16,-1 3 0-16,1 2 1 16,1 0 0-16,-2 0-1 15,1 0-1-15,-1 1 4 0,2-3-2 16,-3 0 0-16,0 0 0 15,-1-4 0-15,0 2 1 16,-2-3-2-16,-1-2 2 16,0 0-1-16,-1 0 1 15,-1 0 2-15,1-4-1 0,0-3-1 16,0-3 1-16,2-3 1 16,-2 1-1-16,4-4-1 15,0 0 0-15,-1 2 0 16,3 1-1-16,2 1-1 0,-1 2 2 15,1 4-2-15,0 1 1 16,0 4 0-16,0 1-1 16,1 0 1-16,-4 0-1 15,1 0 0-15,-1 7 0 16,2 2-2-16,-4 2 1 16,1-1-1-16,-2 6 0 0,-1-2 1 15,-1-1 4-15,0 2-1 16,0-2 0-16,-2-3 0 15,2-2-1-15,-2 0 1 16,1-3-1-16,0-1 1 16,3-1 0-16,2-1-2 0,-2-2 1 15,3 0 6-15,1 0-4 16,4-5 1-16,-1-3-2 16,1-2 0-16,-2-3 0 15,0-1-1-15,2-2 1 16,-2 1-1-16,-3-2 0 0,1-1 0 15,0 2 0-15,0 1 0 16,-5 1 0-16,-1 0 0 16,2 3 1-16,-2 4-1 15,-2 0 0-15,2 0 1 16,-2 2 1-16,0 3-2 0,1 1 0 16,0 1 0-16,0 0-2 15,1 0 0-15,3 8-3 16,-3 6-1-16,1 1 6 15,1 4 2-15,-1-1-1 16,0 2 0-16,-1 0-1 0,3-1 0 16,-1-2 1-16,1-2-1 15,0-2 1-15,3-2 0 16,-2-1 0-16,2 0-1 16,-1-4 1-16,2-2-19 15,-1-3-35-15,-1-1-21 16</inkml:trace>
  <inkml:trace contextRef="#ctx0" brushRef="#br0" timeOffset="39354.62">19046 5284 173 0,'-4'0'11'0,"4"0"7"0,0 0-12 15,0 0-5-15,0 0 2 0,1 0 9 16,10 0-9-16,-2 0-2 16,6 0-1-16,3 0-13 15,0 0-39-15,4 0-45 16</inkml:trace>
  <inkml:trace contextRef="#ctx0" brushRef="#br0" timeOffset="39596.12">19538 5259 103 0,'0'0'8'0,"0"0"19"15,0 0 6-15,0 0-6 16,0 0-15-16,0 0 0 0,0 0-9 16,0 0-5-16,41-12-22 15,-26 5-52-15</inkml:trace>
  <inkml:trace contextRef="#ctx0" brushRef="#br0" timeOffset="40010.44">19761 5197 211 0,'0'0'-10'0,"0"0"15"0,0 0-3 16,0 0 3-16,0 0-2 15,0 0-2-15,0 0-1 16,0 0-1-16,12-26-6 0,-9 14 8 15,3 3 1 1,-3 0 3-16,0-1 6 0,1 0-4 16,0 3-4-16,-1 0 1 15,-1 2-3-15,1 1-1 16,-1 1 1-16,1 1-1 16,-3 2 0-16,2 0-1 0,0 0-2 15,0 5-1 1,1 5-1-16,2 3 6 0,-1 3 2 15,1 1-2-15,1 1-1 16,-1 1 1-16,4-1-1 16,-4-1 0-16,-1 0 1 0,2-1 0 15,-4-1-2-15,1-2-23 16,-1 0-6-16,-2-2-2 16,0-2-8-16,0-2-13 15</inkml:trace>
  <inkml:trace contextRef="#ctx0" brushRef="#br0" timeOffset="40195.96">19740 5345 121 0,'0'0'26'0,"0"0"18"16,0 0-17-16,0 0-9 0,0 0-5 16,0 0-1-16,0 0-8 15,0 0-1-15,0 0-2 16,56-16 1-16,-29 14-1 15,2 2-1-15,4-3-43 16,3 0-37-16,4-1-69 16</inkml:trace>
  <inkml:trace contextRef="#ctx0" brushRef="#br0" timeOffset="40836.68">20636 5202 128 0,'0'0'5'0,"0"0"12"0,0 0-14 16,0 0-2-16,0 0 0 15,0 0 2-15,43 0 4 16,-30 0 4-16,4-3-1 16,0 2-4-16,3-1-2 0,0 1-2 15,2-2-2-15,0 3 1 16,0-3 0-16,1 2-1 15,-4-1 0-15,0 1 0 16,-3 1-2-16,-5-3-34 16,-2 3-19-16,-4-3-42 0</inkml:trace>
  <inkml:trace contextRef="#ctx0" brushRef="#br0" timeOffset="41086.01">20796 5110 217 0,'0'0'14'0,"0"0"-4"0,0 0-14 15,0 0 7-15,0 0-2 16,0 0-2-16,9 49 1 15,-4-29 0-15,2 3 0 16,-3 1 1-16,-1 3-14 16,-3 0-39-16,0-5-35 0</inkml:trace>
  <inkml:trace contextRef="#ctx0" brushRef="#br0" timeOffset="41448.94">21520 5040 178 0,'0'0'5'0,"0"0"13"16,0 0-5-16,0 0-17 0,0 0-3 15,0 0 7-15,2 38 1 16,2-16 0-16,3-1-1 16,1 3 1-16,0-3 1 15,0-1-2-15,-1-2 1 16,0-2-1-16,-2-4 1 0,-1-2-2 15,-1-2-12-15,-2-3-35 16,-1-3 1-16,0-2-45 16</inkml:trace>
  <inkml:trace contextRef="#ctx0" brushRef="#br0" timeOffset="41725.47">21591 5054 159 0,'0'0'0'0,"11"-37"28"15,-5 20-7-15,1 5-14 0,2 1-3 16,1 2-2-16,1 3-1 16,0 2-1-16,2 1 1 15,0 3-2-15,-3 0 2 16,1 4-2-16,-2 5 1 16,-3 3-1-16,1 1-3 15,-7 3 2-15,0 0 1 0,0-2 0 16,-13 0 2-16,0-3-3 15,-4 2 4-15,-2-3-2 16,0 0 1-16,1 0 2 16,5 0-3-16,2-2-16 15,5-2-52-15,6-3-43 0</inkml:trace>
  <inkml:trace contextRef="#ctx0" brushRef="#br0" timeOffset="42552.97">21975 5064 225 0,'0'0'-16'0,"0"0"20"16,0 0-2-16,0 0 0 16,0 0-3-16,0 0-3 15,0 0-3-15,-21-37 4 0,3 36 2 16,1 1 3-16,-1 0-2 15,-2 1 1-15,2 8-1 16,3 1 1-16,-1 0 0 16,5 1 2-16,0 3-3 0,6-2 2 15,3-1-2 1,2-1 2-16,0 0-2 0,2-2 1 16,3-2-2-16,6 1 2 15,0-3 1-15,-1-1 1 16,3-3 0-16,0 0-1 15,1 0-1-15,0 0 0 0,0-8 0 16,0-1-1-16,-1-2 1 16,3-2-1-16,-2 4 1 15,3-2-2-15,-6 1 4 16,-1 3-5-16,-1 1 2 16,-2 4 2-16,-1 0 3 0,3 2-5 15,-2 0-1-15,3 3 1 16,0 4 0-16,0 3-1 15,0 0 1-15,1 1 0 16,-3 1 0-16,-1-1-2 16,-1-1 2-16,1 1 0 15,-3-5 0-15,-1 1 0 0,0-1 2 16,1-2-2-16,-2-1 0 16,-1-3 0-16,2 0 1 15,0 0 0-15,1 0 1 16,-1-4-1-16,2-6 0 0,3-2-1 15,-1 0 0-15,2-3 0 16,3 0 0-16,0 1 0 16,2-1 0-16,-1 1 0 15,-2 3 0-15,1 1-1 16,0 1 1-16,-2 2 1 0,3 5-2 16,0 1 1-16,-1 1 0 15,1 2-1-15,-4 6 1 16,4 5-1-16,-2 0 1 15,1 1-1-15,-1-1 1 16,-5 0 0-16,3-5 1 16,-3 1-1-16,0-2 0 0,-1-3 0 15,0-1 1-15,1-2-1 16,1-1 0-16,0 0 1 16,0 0-1-16,1-5-4 15,-2-5-10-15,3-2-14 16,-3-2-12-16,1-4 12 0,-1-5 2 15,0 0-21-15</inkml:trace>
  <inkml:trace contextRef="#ctx0" brushRef="#br0" timeOffset="42751.74">22522 4902 38 0,'0'0'9'0,"0"0"35"0,6-41-8 0,-6 35 3 0,0 3 4 16,0 1-24-16,0 2-6 15,0 0-12-15,0 5-3 16,0 7 2-16,0 5 0 15,1 4 0-15,4 5 1 16,-2 1-1-16,1 1 2 0,0 0-2 16,0-1 0-16,-3-5 0 15,-1-1-1-15,0-5-20 16,0-5-20-16,-1-1-17 16,-3-7-53-16</inkml:trace>
  <inkml:trace contextRef="#ctx0" brushRef="#br0" timeOffset="42907.46">22499 4999 275 0,'0'0'-7'0,"0"0"10"16,45-20-2-16,-19 17 2 15,3 0-23-15,2-4-42 16,1 0-71-16</inkml:trace>
  <inkml:trace contextRef="#ctx0" brushRef="#br0" timeOffset="43690.55">23216 4900 153 0,'0'0'-2'16,"0"0"0"-16,0 0 2 0,-46 8-1 15,29-8 0-15,-4 0-1 16,4 0 1-16,-1 0 3 16,5-3-2-16,2-4 1 15,2 1 0-15,4-1 2 16,3-1 3-16,2-1-1 0,0 2-2 15,5-2-3-15,6 1 3 16,2 1 0-16,0 1-2 16,3 2-1-16,0 1 0 15,0 2 0-15,1 1 0 16,1 0 0-16,-1 0 0 16,1 4 0-16,-1 5 1 0,1 2 0 15,-3 0 0-15,-2 2-1 16,-2 4-1-16,-5 0 0 15,-4 0-1-15,-2 2 5 16,0-1-1-16,-4-1-1 16,-6 0 0-16,-1-1 0 0,-3-2-1 15,0-3 3-15,-1-1-3 16,1-2 2-16,-2-3-2 16,2 1 2-16,1-5-2 15,0 2 1-15,1-3 1 16,5 0-1-16,-2 0-1 0,4 0 1 15,3-3 0-15,0-4 2 16,2 0 0-16,0 0-3 16,0-2 0-16,4 2 0 15,2 0-3-15,2 3 6 16,-1-2-6-16,2 5 1 0,1-2 2 16,-3 3 0-16,1 0 0 15,1 0 0-15,0 0 0 16,2 4 2-16,1 3-1 15,2 1 1-15,-1 1-1 16,1-1 2-16,-1 0 3 0,0-2 3 16,-1-2 3-16,0 0 3 15,1-1 0-15,-2-3-3 16,1 0-2-16,1 0-5 16,-1 0-2-16,2 0-2 15,-3 0 0-15,2 0-1 16,-1 0 1-16,1 0-1 0,1 0 0 15,1-4-2-15,1-2-33 16,-3-4-76-16</inkml:trace>
  <inkml:trace contextRef="#ctx0" brushRef="#br0" timeOffset="45207.7">17979 5782 20 0,'-2'-1'15'0,"2"-1"7"0,-1 0-13 0,1 1-2 0,0-2 3 16,0 1-1-16,-1 1 3 15,1-2-2-15,-1 2-1 16,0-1-3-16,1 1-2 15,-1 0-2-15,0-1 0 0,1 2 0 16,0 0 0-16,-1 0 1 16,1 0-2-16,0 0-2 15,0 0-2-15,0 0 1 16,0 0 1-16,0 0 0 16,3 0 0-16,5 0 0 15,0 0 0-15,5 0 1 0,-1 0 4 16,3 0-3-16,-1 0 1 15,3 0-2-15,2 0 3 16,0 0-3-16,5 0 0 16,2 0 0-16,3 0 1 15,1-4 0-15,3 1-1 0,2-1 0 16,2-2-1-16,1-1 2 16,2 3-2-16,5-2 2 15,0 0 1-15,6 2 0 16,-4-2 1-16,4 1 1 15,1 2-2-15,-1-1 0 16,5 1 0-16,4 0 0 0,-1 0-2 16,5 0 0-16,3-1 1 15,3 1-1-15,-1 2 0 16,0-2 0-16,0 1 1 16,-2 0-1-16,1-1 0 0,-3 1 0 15,-1-1 1 1,-3 1 1-16,-1-1-1 0,-4 0 0 15,-6 0 0-15,0-1 1 16,-5 1-1-16,-2-1 0 16,-2 1 4-16,-2 0 1 0,-1 0-1 15,-4 2 1-15,0-2-3 16,-5 2-1-16,-2-1 0 16,-4 1 0-16,-2 0-2 15,-4 1 1-15,-5 0-1 16,-1 0 0-16,0 0 1 15,-6 0-1-15,1 0-1 0,-1 0-2 16,-1 0-11-16,3 0-24 16,-6 0-53-16</inkml:trace>
  <inkml:trace contextRef="#ctx0" brushRef="#br0" timeOffset="45833.83">20407 4918 87 0,'0'0'13'0,"0"0"11"0,0 0-4 0,0 0 1 0,0 0-15 16,0 0-2-16,0 0 3 16,0 0-6-16,0 0-2 15,0 0-2-15,0 0 0 0,0 0 2 16,8 41 2-16,-4-14-1 15,2 3 0-15,2 4 1 16,-2 3-1-16,1 3 0 16,-1 3 0-16,-1-1 0 15,-3 2 0-15,1 0 0 16,-2-2 1-16,1-2-1 0,-2-2 0 16,1-4 0-16,1-3 1 15,1-2-1-15,1-2 0 16,0 2 1-16,3-4-1 15,-2-2 2-15,0 0-2 0,-1-5 0 16,-3-2 0-16,-1-6-17 16,0-9-35-16</inkml:trace>
  <inkml:trace contextRef="#ctx0" brushRef="#br0" timeOffset="46979.74">20294 4843 117 0,'0'0'6'0,"0"0"3"0,0 0-4 0,-37-15-2 15,28 14-2-15,-1-2-1 16,0 2 5-16,-1-2-2 16,-2 0 2-16,-1 0 0 15,-2 3-2-15,-1-1 0 0,-4-1-3 16,-2 1 1-16,-4 1 0 16,0 0 0-16,-4 0 1 15,-2 0 0-15,1 0-2 0,-3 0 0 16,-1 0 1-1,-2 0-1-15,-5 0 0 0,-1 0 0 16,0 0 0-16,-3 0 0 16,2 0 1-16,-4 0-2 15,3 0 2-15,-4 0-1 16,0 0 0-16,-1 0 0 16,-3 0 0-16,-2 0 1 0,0 0 0 15,-2 0 1-15,0 0-1 16,1 0 0-16,0 3-1 15,2-2 2-15,-1 1-2 16,2-1 0-16,7-1 1 16,-2 0-2-16,6 0 2 0,-2 0-2 15,5 0 2-15,0 0-1 16,-1 0 0-16,1 0 0 16,3 3 0-16,3 0 0 15,-2 1 0-15,3 0 0 0,-3 2 0 16,4-2-1-16,-1 2 2 15,2-3-2-15,3 1 1 16,2-1 0-16,4 0 1 16,-2-2-2-16,3 2 1 15,1 0 1-15,-2 1-1 16,2 2 0-16,0-2-1 0,-1 2 2 16,1 0-1-16,0-1 0 15,-1 2 0-15,0-3 0 16,1 1 0-16,-1 2-1 15,-2-3 2-15,2 3-1 16,-2-1 0-16,3 1 0 0,-4 0 0 16,2 1 0-16,1 2 0 15,-1-1-1-15,4 1 2 16,-2 0-1-16,3 0 0 16,1 1 0-16,2 0-1 15,-1 1 1-15,2-1 0 0,-1 2 0 16,2 0 0-16,-1 0 0 15,0-1 0-15,1 4 0 16,-1 2 1-16,0 2-1 16,1 3 0-16,1 0 0 15,1 4 0-15,0 0 0 16,3 1 0-16,-2 2 0 0,3 0 1 16,-1-2-1-16,4 1 2 15,1-1 1-15,2-1-1 16,0-2 2-16,4 1-1 15,8 0 0-15,2-2-1 0,8 0 1 16,5 0-1-16,6 0 1 16,5 2-2-16,9-2 0 15,4-4-15-15,6-7-41 16</inkml:trace>
  <inkml:trace contextRef="#ctx0" brushRef="#br0" timeOffset="47627.52">18833 5847 31 0,'0'0'25'0,"0"0"-18"0,2-2-6 0,1-2-3 0,3 1-3 16,-2-1-25-16</inkml:trace>
  <inkml:trace contextRef="#ctx0" brushRef="#br0" timeOffset="48125.14">18888 5718 76 0,'0'0'2'0,"0"0"1"15,0 0-2-15,0 0 0 16,0 0 5-16,17-39 15 0,-17 33 8 16,0 1-5-16,0-1 0 15,0 3-3-15,0-1-7 16,0 4-9-16,0 0 0 16,0 0-3-16,0 0-5 15,0 6 0-15,0 6 0 16,0 7 2-16,0 2 2 0,-1 6 1 15,1 3-1-15,0 0 0 16,0 0 1-16,0 0-2 16,3-1 0-16,0 0 3 15,0-1-2-15,-1 3-1 16,-2-1 1-16,0-1 0 0,0-1-1 16,0-4 1-16,0-1-1 15,0-5 1-15,-3-2-1 16,0-3 1-16,1-3-1 15,0-3 2-15,1-1-1 16,-1-2 1-16,2 0-2 0,0-3 2 16,0 2-1-16,0-1 0 15,0-1 0-15,0 1-2 16,0-1-19-16,0-1-38 16,-4 0-27-16</inkml:trace>
  <inkml:trace contextRef="#ctx0" brushRef="#br0" timeOffset="48495.38">18774 6168 97 0,'0'0'12'0,"0"0"-11"0,0 0-1 16,0 0 1-16,0 0 0 15,0 0 1-15,0 0 6 16,45 4 5-16,-38-1 1 15,4 0 0-15,-2-2-5 16,0 3-6-16,2-1-1 16,-2 0-1-16,0 0-1 0,1 0 1 15,0-2-2-15,-2-1-1 16,2 0-22-16,1 0-18 16</inkml:trace>
  <inkml:trace contextRef="#ctx0" brushRef="#br0" timeOffset="48658.83">19029 6110 199 0,'0'0'12'16,"0"0"13"-16,0 0-14 0,0 0-14 16,0 0 2-16,0 0 0 15,-21 58-7-15,11-34-54 16,-1 0-66-16</inkml:trace>
  <inkml:trace contextRef="#ctx0" brushRef="#br0" timeOffset="49707.49">17617 6888 150 0,'0'0'8'0,"0"0"21"0,0 0-10 16,0 0-15-16,0 0-5 0,0 0-4 15,0 0 3-15,0 0 2 16,0 37 0-16,0-16 0 16,0 3 1-16,0 2-1 15,0-2 1-15,0 1-1 16,1-2 1-16,2-2-1 0,-3-2 1 15,2-2 1-15,-2-4-2 16,0-2-6-16,0-1-25 16,0-7-18-16</inkml:trace>
  <inkml:trace contextRef="#ctx0" brushRef="#br0" timeOffset="50048.83">17612 6865 107 0,'0'0'21'16,"0"0"9"-16,0 0-6 0,0 0-3 15,0 0-7-15,0 0-8 16,0 0-3-16,0 0 0 16,0 0 2-16,36-11-2 15,-18 11-1-15,-1-2 1 16,4 1-1-16,0-1 1 0,2 0-2 16,-2 0 0-16,1-2 0 15,-6 4-2-15,0 0 1 16,-4 0-20-16,-2 0-39 15,-5 0-32-15</inkml:trace>
  <inkml:trace contextRef="#ctx0" brushRef="#br0" timeOffset="50260.84">17773 6936 176 0,'0'0'10'0,"0"0"-9"15,0 0 0-15,0 0 0 16,0 0 1-16,0 0 5 16,0 0 3-16,0 0-4 15,27 34-2-15,-11-30 0 16,2 1-3-16,4-1 0 0,-5-3-2 16,2 1-40-16,1-2-40 15</inkml:trace>
  <inkml:trace contextRef="#ctx0" brushRef="#br0" timeOffset="50703.61">18053 6967 212 0,'0'0'3'15,"0"0"-6"-15,0 0 2 16,0 0 2-16,0 0 0 15,0 0-1-15,43 7 1 16,-32-7 0-16,1 0 0 16,2-2-1-16,-3-3 1 15,1 0-1-15,-2-1 1 0,-1 0 2 16,-4-1-2-16,2 0 0 16,-5 3 1-16,-2-3 1 15,0 2 1-15,-2 3-1 16,-8-1-3-16,0 3 1 15,-2 0-5-15,-2 0 3 0,1 3 1 16,-1 4 1-16,2 4-1 16,1 3 0-16,-1 0 0 15,3 2 2-15,3 1-1 16,0-1 1-16,4-1 0 16,2-2-1-16,0 0 1 0,1-2-1 15,8-1 1-15,0-1 0 16,4-3-1-16,3-1 0 15,1-2 0-15,3-2-2 16,4-1-36-16,2 0-34 16,1-8-13-16</inkml:trace>
  <inkml:trace contextRef="#ctx0" brushRef="#br0" timeOffset="51137.75">18426 6963 133 0,'0'0'9'0,"0"0"36"0,0 0-19 15,0 0-17-15,0 0-8 16,0 0-3-16,0 0 3 16,-51-24-2-16,33 28 2 15,2 3-2-15,-2 3 3 16,1 0-2-16,3 4 1 0,2-1-1 16,3 0 0-16,1-2 1 15,5 2 0-15,2-2 0 16,1-2-1-16,0-2 0 15,5-1 1-15,4-2 0 16,4-4 2-16,0 0 1 16,2 0 0-16,0 0-2 0,2-6-1 15,-2-2-1-15,-1-1 0 16,-3 1 0-16,-1-1 0 16,-4-1 1-16,0 2-1 15,-4 1 1-15,-1 2 1 16,-1 1 1-16,1 1 4 0,0 3 1 15,-1 0-8-15,2 0-1 16,2 0-2-16,-2 7 3 16,1-1 0-16,3 0 1 15,1 1-1-15,0-1 2 16,2-1-2-16,3-2-2 0,0-1-10 16,2-2-29-16,1 0-38 15</inkml:trace>
  <inkml:trace contextRef="#ctx0" brushRef="#br0" timeOffset="51451.18">18636 6747 130 0,'0'0'16'0,"0"0"-4"0,0 0 9 0,0 0-10 16,0 0 4-16,0 0-5 16,0 0-8-16,0 0-4 15,0 0 1-15,0 0 1 16,0 33 0-16,2-6 0 0,2 4 1 16,-1-4 0-16,0 0-1 15,0-1 1-15,0-3-1 16,-1-4 1-16,0 0-1 15,-2-4 1-15,0-2-6 16,0 0-26-16,0-3-22 0,-8-6-31 16</inkml:trace>
  <inkml:trace contextRef="#ctx0" brushRef="#br0" timeOffset="51685.57">18562 6928 147 0,'0'0'5'0,"0"0"6"0,0 0-2 16,0 0 3-16,40-8-9 15,-23 6-1-15,-1 2-2 16,5-2 1-16,-1 2-1 15,0 0 0-15,-1 0-20 0,3 0-58 16</inkml:trace>
  <inkml:trace contextRef="#ctx0" brushRef="#br0" timeOffset="52625.53">18850 6879 158 0,'0'0'10'0,"0"0"-5"16,0 0-7-16,0 0-1 0,0 0 3 15,0 0-1-15,0 0 2 16,-4 48-2-16,4-35 1 16,0-2 0-16,4 0 0 15,1-3 1-15,2 1 1 16,0-4-1-16,1 0 0 0,-3-4 2 15,5 1-1-15,0-2-1 16,1 0 4-16,2 0-8 16,-1-6 6-16,1-3 1 15,1-1-4-15,-5 0 1 16,2-1 0-16,-4 0 0 16,-1 1 0-16,-4 0 0 0,0 3 0 15,-1 1 8-15,0 0 7 16,0 3-5-16,0 2-5 15,1 1-5-15,1 0-3 16,2 0-1-16,-2 6 3 16,3 2 0-16,-2-1-2 0,2 2 2 15,2 2 2-15,0-2-2 16,0 0 0-16,0-1 0 16,-3-3 0-16,4 1 0 15,-5-4 0-15,0 0-2 16,1-2 2-16,-1 0 0 0,0-4 2 15,2-3 1-15,-1-3-1 16,0-2-1-16,3-2 1 16,-1 0 1-16,2 0 0 15,1 1 0-15,1 2-3 16,0 1-1-16,0 4 2 0,-1 3-1 16,1 3-1-16,0 0 1 15,-4 0-2-15,4 3 0 16,2 6 1-16,-2 2-1 15,3 1 3-15,1-1-1 16,-1 0 0-16,-1-2 0 0,1 2 0 16,-4-3 1-16,4-2-1 15,-2 0 0-15,-1-2 0 16,1-1 0-16,0-3 1 16,-1 0 0-16,1 0 2 15,0 0-1-15,1-3 5 0,-2-4 2 16,1-2 0-16,0 0 0 15,-1-3-1-15,-3 0-1 16,1-1-3-16,-3-1-3 16,0 1 0-16,-4 3 0 15,-1 0-1-15,-1 0-2 16,0 4 2-16,0 2 1 0,-3 1-3 16,-7 3-1-16,0 0 1 15,1 0 3-15,-1 5-4 16,0 5 5-16,3 2-2 15,0 1 1-15,4 1 0 0,1-1 1 16,2 1-2-16,0-4 0 16,1 0 1-16,8 0-2 15,2 0 1-15,3 1 0 16,4-4-2-16,0-3-57 16,-1-2-114-16</inkml:trace>
  <inkml:trace contextRef="#ctx0" brushRef="#br0" timeOffset="53351.52">18781 7415 184 0,'6'0'1'0,"1"-4"1"0,-1-1-1 0,-2 1-1 16,0-2 1-16,-1 2 0 0,-3 1 0 15,0 0 8-15,0-1 5 16,0 1-6-16,0 2-4 16,-5 1-2-16,-7 0-4 15,-1 0-2-15,-3 3 0 16,-3 5 0-16,-1 3-4 0,0 2 3 15,-1 3 2-15,-1 0 3 16,5 2 0-16,3 0 1 16,3-2-1-16,4 1 0 15,4-3 1-15,3-1 0 16,0-1-2-16,7-4 2 0,4-2 0 16,2-2 1-16,4-3 12 15,5-1-6-15,-3 0-5 16,2 0-3-16,-2-1 2 15,0-3-2-15,-5-2 0 16,-3 2 0-16,-3 1 0 16,-6 1 1-16,-1 1 1 0,-1 1-2 15,-3 0 5-15,-10 2-6 16,-1 6 2-16,-1 5-1 16,-3 1 2-16,4 4 1 15,2-3 2-15,2 0-1 16,4-1 0-16,2-1 1 0,3-2-3 15,1-2 0-15,0 1 0 16,9-4-1-16,4-1 0 16,5 0-2-16,3-1 7 15,5-4-32-15,-1 0-78 0</inkml:trace>
  <inkml:trace contextRef="#ctx0" brushRef="#br0" timeOffset="53792.53">18990 7540 244 0,'0'0'1'0,"0"0"13"0,0 0 3 0,0 0-12 16,0 0-4-16,0 0 0 16,0 0-1-16,0 0-7 15,0 0 5-15,0 0 2 0,-3-2 0 16,7 17 0-16,3 1 0 15,-4 0 0-15,0-2 1 16,0-2-1-16,-1-1 0 16,0-4-6-16,-2-1-4 15,0-2 4-15,0-2 4 0,0-2 1 16,0 0 2-16,0 0 2 16,0-8 5-16,0-3-2 15,0-3-4-15,3-5-3 16,4 1 1-16,5-2 5 15,3 0-5-15,2 2 1 0,3 2-1 16,3 5 1-16,-3 4-1 16,2 2 0-16,-3 5 0 15,-1 0 0-15,-3 7-1 16,-4 8 0-16,-3 3-3 16,-2 1 5-16,0 2-2 15,-3-1-8-15,0-4-14 0,2 0-13 16,1-8-24-16,3-3-36 15</inkml:trace>
  <inkml:trace contextRef="#ctx0" brushRef="#br0" timeOffset="54362.61">19425 7501 189 0,'0'0'12'0,"0"0"18"0,0-38-14 16,0 29-15-16,-10 5-5 15,-3 0 0-15,-2 4-7 0,-3 0 9 16,-3 4 2-16,2 6-2 16,-1 2 4-16,5 2-3 15,2 1 4-15,3 1-1 16,4 0-2-16,5-1 1 0,1-2 1 16,0-2-2-16,7-4 0 15,4-2-3-15,2-4 1 16,1-1 7-16,1 0-4 15,-1 0 1-15,4-8 0 16,-5-2-1-16,-3-1-1 16,1-5 1-16,-3 3 0 0,-2-1 0 15,-2 1-1-15,-1 2 0 16,-1 3 0-16,0 1 1 16,-2 4 2-16,0 2-1 15,0 1-2-15,0 0-2 16,0 7-1-16,-2 5 1 15,0 3 2-15,2 5 1 0,0 1 0 16,0 3-1-16,0-2-1 16,2 3 2-16,3-2-1 15,-1 1 1-15,1-4-1 16,-4 0 2-16,-1-1-2 0,0-1 0 16,0-1 1-16,-3 0-1 15,-9-3-1-15,-1-1 3 16,-5-3-3-16,-3-2 2 15,-3-3 5-15,2-4 0 16,-1-1-3-16,0 0-1 0,3 0 0 16,6-6-1-16,3-6 0 15,6-1-5-15,3-6-25 16,2-2-73-16</inkml:trace>
  <inkml:trace contextRef="#ctx0" brushRef="#br0" timeOffset="55010.16">19718 7446 126 0,'0'0'-1'0,"0"0"14"0,0 0-2 16,-11-43-10-16,4 35 0 15,-1 2 0-15,-3-1 5 0,3 3 1 16,0 1 2-16,2 3-1 16,-1 0-4-16,3 0-4 15,-2 0 0-15,2 7 0 16,0 2-1-16,1 3 1 16,3 1 0-16,0 0 0 0,0 1 0 15,0-4-1-15,2 0 2 16,5-5-1-16,1-1 0 15,3-2 0-15,-1-2 2 16,3 0 1-16,1 0-2 16,1-4 0-16,1-3 2 0,-3-3 0 15,-4 0 0-15,3 0 0 16,-4-1 3-16,-3 2-1 16,-1-1-1-16,0 2-2 15,-4 2-1-15,3 3 0 16,-3 0-2-16,0 2 1 15,0 1 1-15,0 0-5 0,0 6 2 16,0 4 0-16,0 4 3 16,2 3-1-16,1 4 0 15,1 3 1-15,1 3 0 16,0 3-1-16,2-1 0 16,-1-1 1-16,0-1-1 0,-4-3 0 15,1 0 2-15,-3-7-4 16,0-1 4-16,0-5-2 15,-5-1-4-15,-7-3 4 16,-3-2 14-16,-6-2-5 16,-3-2 1-16,0-1-2 0,-1 0-1 15,-2-3-3-15,3-6-2 16,6-2-1-16,4-4-9 16,5-8-35-16,7-7-115 15</inkml:trace>
  <inkml:trace contextRef="#ctx0" brushRef="#br0" timeOffset="57388.64">20554 6885 92 0,'-3'0'16'0,"1"0"3"0,2 0-6 16,0 0-11-16,0 0 0 15,0 0-4-15,0 0 2 16,0 0 0-16,0 0 2 16,0 0-1-16,0 0 2 0,5 0 0 15,-2 0-1-15,1-1 0 16,2 1-2-16,0-1 0 15,3 1 2-15,1 0-2 16,1-2 0-16,3 2 1 16,1-2 2-16,3-1 7 0,0 2 2 15,4-3-3-15,-1 1 0 16,2-1 0-16,2-1-1 16,-3 0 2-16,2 2-1 15,-3-3-3-15,0 3-2 16,-2 0-1-16,1 2-2 0,-4-2 1 15,0 2-1-15,-1-2 0 16,-2 2 0-16,0-1-1 16,-1 2 0-16,-1 0 0 15,-2 0 0-15,-1 0 0 16,0 0 0-16,-3 0-2 16,1 0-16-16,-3 0-23 0,-3 0-31 15</inkml:trace>
  <inkml:trace contextRef="#ctx0" brushRef="#br0" timeOffset="57923.4">20806 6736 39 0,'0'0'3'0,"0"0"15"0,0 0-2 0,0 0-7 16,0 0-4-16,0 0-3 16,0 0 5-16,0 0-2 15,0 0 4-15,0 0 1 0,18 45 4 16,-14-31-3-16,0 2-2 15,0 1-1-15,2 2 0 16,-2-1-4-16,0 2-1 16,1-2 1-16,-1-1-1 15,0-1 3-15,-2-2 2 16,2-1-3-16,-2-2 2 0,-2-1-4 16,1-2 0-16,-1-1-1 15,0-2-1-15,1 2 0 16,-1-1 0-16,0-2-9 15,0-4-61-15</inkml:trace>
  <inkml:trace contextRef="#ctx0" brushRef="#br0" timeOffset="64906.34">21930 6920 59 0,'-2'-4'16'0,"-2"0"10"0,2 0 5 0,0 0-6 15,0-1 7-15,1 2-7 16,1 0-7-16,0 1-1 16,0 0-4-16,0 2-5 0,0 0-8 15,0 2-5-15,0 8 5 16,0 2 0-16,3 7-1 15,1 1 1-15,2 2 0 16,-2 1 1-16,2 1-1 16,0 0 0-16,-2-2 0 0,0-1 1 15,1-2-1-15,-4-1 0 16,0-4 1-16,-1 0-1 16,0-4-14-16,0 1-14 15,0-6-15-15,-2-4-9 16,-4-1 5-16</inkml:trace>
  <inkml:trace contextRef="#ctx0" brushRef="#br0" timeOffset="65348.91">21855 6930 111 0,'0'0'2'16,"0"0"10"-16,0 0 7 0,0 0-8 15,48-26 5-15,-31 21-1 16,0 1-8-16,3-2 0 16,1 5-4-16,0-1-2 15,-2 2-1-15,-1 0 1 16,1 3-1-16,-2 4 0 15,-1 5-1-15,1 0 2 0,0 3-2 16,-1 1 1-16,-3 0 0 16,1 1 0-16,-5 0 0 15,-2-1 0-15,-1 1 0 16,-3-3 1-16,-3 2 0 16,0-2 3-16,-10-1-2 0,0 2 1 15,-3-3-1-15,-3-1 4 16,0-1-3-16,0-3 2 15,-4 0 1-15,2-1-6 16,0 0 4-16,1-1-1 0,1 0 0 16,3-1-2-16,1-4-18 15,4 0-66-15</inkml:trace>
  <inkml:trace contextRef="#ctx0" brushRef="#br0" timeOffset="65755.42">22332 6856 84 0,'0'0'1'0,"0"0"0"0,0 0-1 0,0 0-1 16,0 0 1-16,0 0 1 16,0 0 5-16,20 36 3 15,-20-22 0-15,0-2-3 0,0 0 0 16,0 1-2-16,0 1 0 15,0-1 1-15,0 0-1 16,0-2-2-16,1-1 1 16,1 0-2-16,0 0 0 15,0-3 0-15,-1 0 0 0,-1 1 1 16,0-3-1-16,0-2-25 16,0-3-45-16</inkml:trace>
  <inkml:trace contextRef="#ctx0" brushRef="#br0" timeOffset="66110.53">22400 6823 140 0,'0'0'4'0,"0"0"0"0,0 0 0 16,0 0-1-16,44-29 4 16,-33 23 4-16,3-2 2 15,-1 1 2-15,1 0 2 0,1 0-1 16,0 1-6-1,0 0-3-15,-2 1-5 0,2 1-1 16,-3 2-1-16,-1 1 0 16,-4 1 0-16,-1 0-10 15,-4 1-20-15,-2 6-33 16,0 0 3-16</inkml:trace>
  <inkml:trace contextRef="#ctx0" brushRef="#br0" timeOffset="66296.07">22472 6878 70 0,'0'0'20'0,"0"0"5"0,0 0 11 15,0 0 17-15,0 0-17 16,0 0-23-16,0 0-10 16,0 0-2-16,32-10 0 15,-14 9-1-15,0-1 0 16,5 2-23-16,-2 0-33 0,2-1-17 15</inkml:trace>
  <inkml:trace contextRef="#ctx0" brushRef="#br0" timeOffset="66566.85">22824 6763 124 0,'0'0'6'0,"0"0"-7"16,0 0 0-16,0 0 1 15,0 0 0-15,0 41 0 16,0-24 1-16,0 0-1 16,0 1 0-16,0-2 0 15,0 0 1-15,0-5-1 16,0 0 0-16,0-1 2 0,0-3-2 15,0 1 1-15,0-7-17 16,-2-1-56-16</inkml:trace>
  <inkml:trace contextRef="#ctx0" brushRef="#br0" timeOffset="66965.14">22805 6771 116 0,'0'0'-1'16,"0"0"2"-16,0 0-1 15,40-7 4-15,-29 7-3 16,1 0 0-16,0 7 0 16,-1 3 0-16,2 2 0 15,1 1-1-15,2 2 2 0,-1 2-1 16,1-4 0-16,-1 0-1 15,0-2 1-15,-1-1 1 16,-1-6 0-16,-2 2 0 16,-1-6 12-16,-1 0 12 15,-1 0-2-15,0-2 0 0,-1-5 0 16,-2-5-7-16,1-3-3 16,-4-3-5-16,-1-2 0 15,-1 0-8-15,0-4 3 16,0 3-3-16,0 1-1 15,0 4 1-15,0 2-1 0,0 7-2 16,-3 1-6-16,-1 6-22 16,-2 0-54-16,3 0-10 15</inkml:trace>
  <inkml:trace contextRef="#ctx0" brushRef="#br0" timeOffset="67300.17">23219 6686 114 0,'0'0'14'0,"0"0"12"0,0 0-10 0,0 0-14 0,0 0-4 16,0 0-1-16,0 0 3 16,0 0 0-16,0 0-1 15,13 48 2-15,-7-33-1 16,-3 0 0-16,0-1 0 16,0-1 0-16,-2-1 1 0,-1-1-1 15,0 0 2-15,0-1-2 16,-1-3-16-16,-3 0-26 15,-1-5-48-15</inkml:trace>
  <inkml:trace contextRef="#ctx0" brushRef="#br0" timeOffset="67792.11">23278 6688 87 0,'0'0'12'0,"0"0"3"15,0 0-1-15,0 0-3 16,0 0 1-16,37-7-3 15,-28 7-7-15,3 4-2 16,0 4 1-16,2 2-1 16,0 3 0-16,0 0 0 0,0-2 0 15,2 2 0-15,-2-3 2 16,1-2-2-16,-2-2 0 16,2-2 10-16,-1 0 3 15,1-1 1-15,-2-1-1 0,-2-2-1 16,-2 0 1-16,-1 0 8 15,0-6 4-15,-6-4-1 16,0 0-4-16,1-1-12 16,1-3 0-16,-4-2-3 15,0-1-2-15,0 0-1 16,0-2-1-16,0 1-1 0,0 1 0 16,2 0 0-16,-2 8-1 15,0 0-5-15,0 6-27 16,0 1-28-16,-10 2-88 15</inkml:trace>
  <inkml:trace contextRef="#ctx0" brushRef="#br0" timeOffset="70061.86">22646 6771 66 0,'0'-4'9'0,"0"1"5"0,3-1-6 0,-1 1 2 16,0 0-4-16,-1 2 5 15,-1-1 2-15,0 0 5 0,0 0 4 16,0 2-3-16,0 0-7 15,0 0-8-15,0 3-6 16,0 7 1-16,0 4 1 16,0 7-1-16,0 2 1 15,0 3 0-15,0 1 1 0,0 1-1 16,0-4 0-16,0 2 1 16,0-5-1-16,1-1 0 15,0-4 0-15,0-4-1 16,-1-1-8-16,2-4-15 15,-2-2-1-15,0-5-5 0,0 0-35 16</inkml:trace>
  <inkml:trace contextRef="#ctx0" brushRef="#br0" timeOffset="70409.91">22581 6760 73 0,'0'0'14'0,"0"0"2"15,0 0-4-15,0 0 0 16,0 0-1-16,0 0-1 15,0 0-3-15,0 0 1 0,25-38-3 16,-11 31 0-16,2 1 0 16,3-1 1-16,0-2-2 15,0 2 0-15,1 0-1 16,-2 0 0-16,0 3-2 16,-2-1 1-16,-1 1-2 0,-2 1-1 15,-1 1-17-15,-3 0-32 16,-3 2-16-16</inkml:trace>
  <inkml:trace contextRef="#ctx0" brushRef="#br0" timeOffset="70674.14">22637 6881 129 0,'0'0'16'0,"0"0"1"16,0 0-1-16,0 0-4 0,0 0-4 16,45-13-5-16,-24 7-3 15,4 2 0-15,4 0 1 16,-2 2-5-16,-2 1-52 15,0-3-45-15</inkml:trace>
  <inkml:trace contextRef="#ctx0" brushRef="#br0" timeOffset="72039.57">21664 7527 52 0,'0'0'5'0,"0"0"2"0,0 0 1 16,48 0 1-16,-24 0-2 15,1 0 1-15,6-3-3 0,5 3 0 16,5-3 1-16,7 2-3 16,1 1 1-16,6 0-2 15,6 0-1-15,4-2 1 16,2 2 0-16,4 0 0 16,3-1 0-16,3 1 1 0,2-3-1 15,2 0-2-15,0-2 1 16,2-2 0-16,1-2 0 15,0 0-1-15,-2-4 3 16,1-1 3-16,0-4-2 16,-3 2-1-16,-1-5-2 0,-8-2-1 15,-3-2 0-15,-6-5 0 16,-5-1 0-16,-8-6 2 16,-3-3-2-16,0-3 6 15,-5-2 23-15,-2 1-3 16,-3-1-10-16,-4 3-6 0,-3 0-1 15,-8-1-3-15,-2 2 2 16,-4 3-6-16,-7-1 0 16,-2 2-1-16,-6 1 1 15,0 3 1-15,-2 0 0 16,-9 2-3-16,0-1 0 0,-2 1 1 16,-2 0-1-16,-2-3-2 15,-3 3 3-15,-1-2-1 16,-3 2-1-16,-2 1 1 15,-3 4-2-15,-1 1 2 16,-5 2-2-16,-3 3 2 0,-1 2-1 16,-4 2-6-16,-3-1 10 15,-1 4-4-15,-6 2-1 16,0 1 2-16,0 3-2 16,-2 1 5-16,1 2-4 0,-4 0 2 15,0 4-1 1,-1 0 1-16,-1 0 0 0,0 0-2 15,1 0-4-15,-1 0 5 16,1 4 4-16,2 3-4 16,-2 2 0-16,1 2 1 15,1 2-1-15,-1 2 0 16,1 2 0-16,-1 3 1 0,0 2-1 16,1 2 1-16,1 4-1 15,2 0 0-15,0 4 0 16,3 2-1-16,0 1 2 15,0 1-1-15,5-3 0 0,-3 1-1 16,5 0 1-16,3-3 0 16,3 2 0-16,2 2 0 15,3 0 1-15,2-2-2 16,5 0 1-16,5 1 1 16,-1-4-2-16,6 3 0 15,5-1 1-15,4-2 0 0,2 4-1 16,4 0 1-16,1 0-1 15,0 2 1-15,0-1-1 16,8-1-1-16,2-1 2 16,3-2-3-16,1-4 3 15,3-2 0-15,-1-3-2 0,4-2 4 16,1-3-4-16,6 0 2 16,2-1 2-16,6-2-2 15,5 5 1-15,6-1-2 16,0-1-41-16,4-1-33 15</inkml:trace>
  <inkml:trace contextRef="#ctx0" brushRef="#br0" timeOffset="72880.14">22795 7732 58 0,'3'0'6'0,"-1"1"12"0,3-1-4 0,-2 3-10 0,0-3-3 16,0 4 0-16,-2 0 0 16,0-1 0-16,1 1 1 15,-1-1 0-15,0 2 1 16,-1 0 1-16,1 1 2 16,0 1-2-16,1-1 0 15,-1 3-1-15,3-4-1 0,1 1-1 16,1-2 2-16,1-3 6 15,3-1 11-15,3 0 8 16,4 0-8-16,8-10-3 16,4-3-5-16,7-2-3 15,9-6-5-15,8-4-2 0,14-2 0 16,7-7-1-16,11-8-2 16,5-10-73-16</inkml:trace>
  <inkml:trace contextRef="#ctx0" brushRef="#br0" timeOffset="76968.66">15230 3739 83 0,'-10'-4'2'0,"-2"-1"1"0,-2 0-1 15,-1 2 2-15,-2-1-3 16,-4 2 1-16,0-2 2 0,-3 1 5 15,1 2-3-15,-1 0-1 16,-5 1-1-16,0 0-2 16,-2 0-1-16,-3 0 0 15,-1 0 0-15,-4 0 1 16,1 2 0-16,-5 1 1 16,3 3 1-16,-3-1 0 0,2 1-1 15,-2 2-1-15,2 1 0 16,1 3-1-16,0-1 1 15,4 2 0-15,-1 4-2 16,5-2 1-16,1 5-1 16,4 0 0-16,0 0 0 0,2 4 0 15,5-2 0-15,3 0 0 16,3 0 0-16,1 3 0 16,6-1-1-16,0 2 2 15,3 1-2-15,-2 1 1 16,1 3 1-16,3 2-1 15,-1 4 0-15,1-1 1 0,0 1-1 16,0-1 0-16,1 1 1 16,1 1-1-16,0-3 0 15,0 0 0-15,0 2 1 16,7 0-1-16,-2-3 0 0,4-1 1 16,-2-2-1-16,1-4 0 15,4-1 0-15,-1-2 0 16,1-4 0-16,5 0 1 15,4-1-1-15,2-1 2 16,2-1 0-16,4-2 1 0,3-1-1 16,5-3-1-16,4 0 2 15,3-2-2-15,-1-4 2 16,6-1 1-16,-1-1-1 16,4-3-1-16,4 3 1 15,0-2 0-15,4-1 0 0,3 0 0 16,2 0-1-16,4 0 0 15,3 0 2-15,1 0-2 16,7-7 0-16,2 1 1 16,3-1-1-16,0-4 1 15,2 2 0-15,-1-1-2 16,6 1-1-16,-3-2 0 0,1 0 1 16,-1 1 0-16,1 0-1 15,-7-1 0-15,-6 2 2 16,-2-2 0-16,-8 1 2 15,-4 0 1-15,-3 0 3 0,0 0-2 16,-7-1-1-16,1-1 0 16,-6 1-2-16,-4 1-2 15,-6-4 0-15,-2 1 0 16,-7-1-1-16,-7-3 1 16,-1 0 0-16,-4 0-1 0,-1-3 2 15,-3-1-1-15,0 0 0 16,-1-1 0-16,0-2-1 15,-2 1 0-15,-2-1-1 16,0-1 1-16,1-2-1 16,-2-2 0-16,1-2 1 15,-2-2-4-15,2-2 4 0,0-3-1 16,1 0 0-16,-3 0 2 16,4 1-2-16,1-2 1 15,1 0 0-15,-1 1 0 16,2-2 0-16,3 0 0 15,-5-1 0-15,1 0 0 0,-4 4 0 16,-5 1 0-16,-3 1-4 16,0 5-1-16,-7 3 1 15,-11 0 1-15,-5 0 1 16,-12 3 0-16,-10-1-1 16,-16 3 1-16,-15 2 0 0,-20 3 0 15,-20 4 1-15,-18 2 1 16,-24 7 0-16,-21 4 1 15,-22 1 0-15,-24 16-1 16,-24 12 0-16,-19 10-2 16,-26 11-15-16,-12 11-39 15,-15 7-25-15</inkml:trace>
  <inkml:trace contextRef="#ctx0" brushRef="#br0" timeOffset="80565">22751 7700 39 0,'0'0'48'0,"0"0"-46"0,0 0-1 0,0 0 1 16,0 0-2-16,0 0 0 16,0 0 2-16,0 0-2 15,0 0 0-15,0 0 1 0,0 0 0 16,0 0 3-16,-4-5 6 15,4 5-6-15,0 0-4 16,0 0 1-16,0 0 0 16,0 0-1-16,2 0 0 0,0 0 0 15,0 4 1-15,0 0-1 16,0 3 2-16,-1 0-2 16,2 0 1-16,0 0-1 15,1 2 0-15,0-2 0 16,0 3 1-16,2 0-1 0,-2 1 0 15,1 1 0-15,1 0 0 16,-3-2 0-16,3 0 0 16,0-3 0-16,0-1 0 15,2-2 0-15,4-3 9 16,-2-1 13-16,7 0 0 16,-1-5-7-16,10-5-1 0,3-4 2 15,4 0 0-15,11-8-6 16,8 0-4-16,11-7-2 15,8-2-3-15,11-9-2 16,4-7-68-16</inkml:trace>
  <inkml:trace contextRef="#ctx0" brushRef="#br0" timeOffset="82311.05">23101 7713 9 0,'0'0'4'0,"0"0"3"0,0 0 7 0,0 0-15 0,0 0 10 16,0 0-7-16,0 0-1 15,0 0 1-15,-41 0-2 16,38 0 0-16,-1 0-2 15,2 0-2-15,-4 0 1 0,2 0-7 16</inkml:trace>
  <inkml:trace contextRef="#ctx0" brushRef="#br0" timeOffset="82545.98">23004 7713 16 0,'0'0'31'16,"0"0"-12"-16,0 0-8 0,0 0-5 15,0 0-4-15,0 0 1 16,0 0-2-16,-39-10 0 15,30 10 3-15,0-1 5 16,-1 0-1-16,0 1-5 16,-1 0-3-16,2 0-1 0,-5 0-4 15,4 0-14-15,-1 2-4 16,4-2 14-16,-2 0 8 16,6 0 2-16,-2 0 2 15,2 0 4-15,0 3-3 0,1 0-4 16,0 1-2-1,-1 0-21-15</inkml:trace>
  <inkml:trace contextRef="#ctx0" brushRef="#br0" timeOffset="82907.69">22818 7738 60 0,'0'0'3'0,"0"0"3"16,0 0 14-16,0 0-10 15,0 0-8-15,0 0 0 16,0 0-1-16,0 0 1 15,-4-2 7-15,4 0 6 16,0 1-3-16,0 0 3 0,0 0-4 16,0 1-2-16,0 0-4 15,0 0-7-15,2 0 4 16,4 0-1-16,0 7-2 16,4 2 2-16,-3 1-1 15,3 3 0-15,0-2 0 0,-2 3 0 16,1-5 1-16,0-1-1 15,0-1 0-15,3-4-1 16,2-3-3-16,3 0 7 16,6-2 11-16,7-10-5 15,6-1-1-15,4-5 0 16,7-5 2-16,8-1-4 0,7-3-3 16,4-4 0-16,8-2-3 15,4 0 0-15,1-5-16 16,2-3-67-16</inkml:trace>
  <inkml:trace contextRef="#ctx0" brushRef="#br0" timeOffset="90431.26">22755 7736 72 0,'0'0'5'0,"0"0"1"0,0 0-2 0,0 0-3 16,0 0 0-16,0 0 0 16,0 0-1-16,0 0 1 0,0 0 2 15,0 0 2-15,36-20 4 16,-36 19-2-16,1 0 0 16,0 1-1-16,1 0-4 15,0 0-2-15,1 0 0 16,2 0 0-16,-2 0 2 15,2 6-2-15,0 0 1 0,-1 1-1 16,-1 0 0-16,-1 0 1 16,1 0-1-16,0 0 1 15,-1-1-1-15,1-2 0 16,0 0 0-16,-1 1 0 16,2-1 1-16,2 0-1 0,-3 0 0 15,6-1 0-15,-4 0 0 16,3 0 0-16,1-2 0 15,3-1 0-15,1 0 0 16,1 0 3-16,1 0 2 16,1 0-2-16,1 0 0 15,-1-1-1-15,-1-3 0 0,1 0 1 16,0-1-2-16,2 0-1 16,0-1 1-16,3-3-1 15,3-2 1-15,3 0 0 16,6-3 1-16,3-1 1 0,6-2 2 15,7-1 1-15,3-1 2 16,3 1 0-16,3-3-1 16,-1 3 2-16,-1-3-6 15,-5 5 0-15,-7 1-2 16,-8 1 0-16,-5 5-1 0,-8-1 0 16,-7 6 0-16,-2 1 0 15,-4 2 0-15,-2 1 0 16,-2 0-2-16,-4 3-13 15,-2 2-31-15,-2 1-33 16</inkml:trace>
  <inkml:trace contextRef="#ctx0" brushRef="#br0" timeOffset="91050.19">22830 7849 26 0,'0'0'18'0,"0"0"-13"0,0 0 12 0,0 0-6 15,0 0-4-15,0 0-3 16,0 0 0-16,0 0 0 16,0 0 0-16,38 3 2 15,-22-9 2-15,4-1 0 16,3-1-2-16,4-2 0 15,7 0-1-15,1-3 2 0,2-2-1 16,3 0 4-16,2-2 3 16,-1 0-2-16,-2 0-1 15,-4 1-2-15,-1 1 0 16,-3 3-3-16,-2 0 1 16,-4 3-5-16,-5 2 0 0,-2 3 0 15,-4 3-2-15,-4 1-7 16,-4 0-30-16,-5 0-11 15,-1 2-3-15</inkml:trace>
  <inkml:trace contextRef="#ctx0" brushRef="#br0" timeOffset="91263.53">23204 7690 160 0,'0'0'5'0,"0"0"0"16,0 0 3-16,0 0-4 15,0 0-4-15,0 0 0 16,0 0-2-16,0 0-1 0,0 0-13 16,-9 7-24-16,11-7-61 15</inkml:trace>
  <inkml:trace contextRef="#ctx0" brushRef="#br0" timeOffset="91420.17">23239 7717 148 0,'0'0'-40'0,"0"0"-32"15</inkml:trace>
  <inkml:trace contextRef="#ctx0" brushRef="#br0" timeOffset="92366.1">22791 7863 103 0,'0'0'16'0,"0"0"6"0,0 0-2 15,0 0-10-15,0 0-5 16,0 0-1-16,0 0-4 16,0 0 2-16,0 0-4 15,0 0-5-15,0 0-22 0,0 0-12 16,0 0-21-16</inkml:trace>
  <inkml:trace contextRef="#ctx0" brushRef="#br0" timeOffset="92531.05">22881 7862 206 0,'0'0'2'16,"0"0"-1"-16,0 0-1 15,0 0-1-15,0 0-17 0,0 0-56 16</inkml:trace>
  <inkml:trace contextRef="#ctx0" brushRef="#br0" timeOffset="93897.15">18135 8099 4 0,'0'0'30'0,"0"0"-3"0,0 0-4 0,0 0-5 0,0 0 4 15,0 0-4-15,0 0-3 16,0 0-4-16,0 0-3 15,0 0-2-15,0 0-3 16,0 0-2-16,0 0 0 0,0 0-1 16,-24-20-1-16,24 20 0 15,1 0-1-15,6 0-1 16,5 0 5-16,5 2-4 16,4 2 4-16,7-1-4 15,6-1 4-15,6 0-2 0,4 0 2 16,9-2 1-16,2 0-2 15,6 0 0-15,7 0 1 16,1 0-2-16,4 0 1 16,2-2 0-16,2-1-1 0,-3-1 3 15,4 0-3-15,-2-2 2 16,2 0-1-16,-3 1 0 16,-2-2 0-16,-2-2-1 15,-2 1 1-15,-1-1 0 16,-5-1 0-16,-1 0 0 15,1 2 2-15,-7 0 0 0,1 1-1 16,-9 2-1-16,-5 1-1 16,-5 2 1-16,-7-1-1 15,-6 3 0-15,-6 0 0 16,-6 0 0-16,-6 0-1 16,-6 3-4-16,-1 3-41 0,-14 0 16 15,-6-1-12-15</inkml:trace>
  <inkml:trace contextRef="#ctx0" brushRef="#br0" timeOffset="94452.05">18283 8129 74 0,'0'0'12'0,"0"0"-9"0,-38 0 3 15,28 0-4-15,4 0 0 16,-1 0-2-16,3 0 0 15,0 0 0-15,1 0 0 16,3 0 0-16,0 0 1 0,0 0-2 16,5 0 2-16,8 0 14 15,4 0 0-15,8 0-4 16,5 0-7-16,8 2-3 16,6-2 1-16,8 0-1 15,6 0-1-15,3 0 0 16,6-5 3-16,8-2 3 0,6-3 3 15,4 0-4-15,2 1-1 16,9-2-3-16,4-1 1 16,-1-1 1-16,1 4 0 15,-3-1-1-15,-2 0 0 16,-7 2-2-16,-8 2 2 0,-8-1-2 16,-8 4 0-16,-10-1 1 15,-12 2-1-15,-5 1 0 16,-8 0 0-16,-10 1 0 15,-2 0-1-15,-6 0 1 0,-5 0-3 16,-4 1-25-16,-2-1-48 16</inkml:trace>
  <inkml:trace contextRef="#ctx0" brushRef="#br0" timeOffset="95236.79">18035 8129 4 0,'0'0'40'0,"0"0"-17"0,0 0-5 0,0 0-2 0,0 0-1 15,0 0-1-15,0 0-5 16,0 0-3-16,-39 2-5 16,32-1-2-16,1 3 0 15,-2 3-10-15,1-1-23 16,-2-4-63-16</inkml:trace>
  <inkml:trace contextRef="#ctx0" brushRef="#br0" timeOffset="102628.26">18981 8170 134 0,'4'0'-13'0,"-2"0"17"0,-1 0-2 0,1 2-1 0,0 2-1 15,-1 3 2-15,4 2 1 16,-3 1 0-16,-1 2 0 16,1 3 0-16,2 2 0 15,0 1 0-15,-1 3-1 16,-1 1 1-16,-1 2 1 16,0-3-2-16,0-1 1 0,1 1 0 15,0-2 0-15,0-2 4 16,0 0-4-16,0-2 1 15,1 0-2-15,-1-1 0 16,-2-3-1-16,0 2 0 16,0-3 0-16,0 0 0 0,0-2-1 15,0 4 1-15,-3-2-3 16,-3 1-2-16,-3-1-32 16,-3 0-19-16</inkml:trace>
  <inkml:trace contextRef="#ctx0" brushRef="#br0" timeOffset="102855.45">18915 8606 135 0,'0'0'2'0,"0"0"15"0,0 0 2 15,0 0-8-15,0 0 4 16,0 0 1-16,0 0-4 15,0 0-4-15,46 0-4 16,-32 0-2-16,2 4-1 0,-3-1 0 16,2 2 0-16,-3-2-4 15,-3-2-43-15,-2-1-42 16</inkml:trace>
  <inkml:trace contextRef="#ctx0" brushRef="#br0" timeOffset="103026.93">19113 8524 202 0,'0'0'21'0,"0"0"10"15,0 0-16-15,0 0-8 16,0 0-9-16,0 0 4 0,0 0-2 16,0 0 1-16,-29 57-7 15,4-27-40-15,-5 1-80 16</inkml:trace>
  <inkml:trace contextRef="#ctx0" brushRef="#br0" timeOffset="104135.34">18043 9194 134 0,'0'0'4'0,"0"0"2"0,0 0 7 16,0 0-9-16,0 0 0 15,0 0-3-15,0 0 1 0,0 0 2 16,0 0 1-16,0 0 4 16,0 0 3-16,9-37-7 15,-15 36 3-15,-1 1-5 16,-5 0-3-16,0 0-1 15,-3 0 1-15,-1 4-1 16,2 1-1-16,-2 2 3 0,1 2 0 16,1 0 2-16,1 1-1 15,1 3 2-15,0 0-1 16,4-1-1-16,1 1 1 16,3 1 0-16,0-1 0 15,4-3-1-15,0 1 0 0,0-3-1 16,0 0 1-16,6-1 3 15,4-1 1-15,3-2 0 16,5 0 1-16,2-1-3 16,4-3-2-16,3 1-2 15,1-1-1-15,1 0-11 16,1 0-16-16,0-2-13 0,-2-7-13 16,-1 2-29-16</inkml:trace>
  <inkml:trace contextRef="#ctx0" brushRef="#br0" timeOffset="104515.25">18332 9244 160 0,'0'0'2'0,"0"0"20"0,0 0 3 0,0 0-15 16,0 0-8-16,0 0-4 0,0 0 1 15,-46 7 2-15,31 3-2 16,2 1 2-16,2 0 2 15,2-2-2-15,6 1 1 16,3 0 0-16,0-3-1 16,10-1-3-16,4-3 2 15,5-3 0-15,3 0 5 0,5 0-2 16,0-10 0-16,-2 0-2 16,-1-3 1-16,-3 2 0 15,-5-2-1-15,-5 0 1 16,-4 3 3-16,-3 0 2 0,-4 2 5 15,0-1-2-15,-8 4-6 16,-4-1-2-16,-4 3-5 16,-2 3 4-16,-4 0-5 15,1 0 6-15,-1 9-2 16,2 0-2-16,1 3-13 0,5-1-28 16,7-2-34-1,2-2-67-15</inkml:trace>
  <inkml:trace contextRef="#ctx0" brushRef="#br0" timeOffset="105004.87">18566 9216 141 0,'0'0'5'15,"0"0"8"-15,0 0-2 0,0 0 4 16,0 0 1-16,0 0-7 15,0 0-6-15,39-23-3 16,-36 23 0-16,3 4 0 16,-3 5-1-16,0 2 3 15,-2 1-2-15,0 1 3 16,0 2-1-16,-1-1-2 0,0-2 2 16,0-1-2-16,0-1 1 15,0-2-2-15,-3-2 1 16,0-2-2-16,2 0 0 15,-1-2-2-15,-1-2 1 16,3 0 4-16,0 0 1 16,0-6-3-16,0-3 0 0,6-3 1 15,2-2 2-15,1-1 0 16,3 0 2-16,0-2 1 16,2 4-2-16,2 2 1 15,0-1-1-15,5 3-2 0,1 1 1 16,2 4 0-16,0 2-1 15,0 2 0-15,-4 0 0 16,-4 2-1-16,-2 9 1 16,-6 1-3-16,-5 1 1 15,-3 1-4-15,0 0 4 0,0-1-9 16,-3-1-3-16,-4-2-21 16,2-4-19-16</inkml:trace>
  <inkml:trace contextRef="#ctx0" brushRef="#br0" timeOffset="105354.06">18949 9187 239 0,'0'0'-33'0,"0"0"43"0,0 0-8 0,0 0 3 16,38-13-4-16,-27 13 0 15,-2 7 0-15,1 4 0 16,-2 1 0-16,-1 2 0 16,1-1 1-16,-2-1-2 15,0-2 0-15,-1-2 1 0,0-1 1 16,0-1-2-16,-2-5 0 16,-1-1 1-16,3 0 9 15,1 0 14-15,-1-5-8 16,3-7-6-16,-2 0-2 0,4-3-1 15,-1 1-2-15,-2-3-3 16,4 4-2-16,0 0 0 16,2 1-8-16,1 3-20 15,-1 2-29-15,1 1-43 16</inkml:trace>
  <inkml:trace contextRef="#ctx0" brushRef="#br0" timeOffset="105716.62">19376 9167 183 0,'0'0'12'0,"0"0"19"0,0 0-18 15,0 0-12-15,0 0-5 16,0 0 3-16,-38 20 0 16,22-10 1-16,0 0-2 15,4 0 4-15,2-1-2 16,5 0 0-16,4-2 0 0,1-1 0 15,2-1-5-15,8-3-2 16,5-2 2-16,4 0 5 16,2 0 0-16,3-7 2 15,-3-1-3-15,0-5 2 16,-2 3 1-16,-2-4 0 0,-6 1 1 16,-2 2-1-16,-6 1 1 15,-3 1 1-15,0 2 5 16,-1 3-1-16,-11 1-7 15,-5 3-3-15,-3 0 0 16,-2 3 3-16,-2 5-2 0,3 1-17 16,2 1-29-16,7-5-43 15</inkml:trace>
  <inkml:trace contextRef="#ctx0" brushRef="#br0" timeOffset="106085.94">19570 8924 124 0,'0'0'4'0,"0"0"19"0,0 0-1 16,0 0-9-16,0 0-12 15,0 0-1-15,0 0 1 16,0 0 1-16,0 0 0 16,-1 47 4-16,3-21-2 0,0 1-2 15,2 1 0-15,-2 2 1 16,0-4 0-16,0 1-2 15,-1-4 1-15,0 0-2 16,-1-1 1-16,0-1-2 16,0-3-23-16,0-3-40 0</inkml:trace>
  <inkml:trace contextRef="#ctx0" brushRef="#br0" timeOffset="106470.41">19708 9194 245 0,'0'0'-35'0,"0"0"52"16,0 0 4-16,0 0-16 15,0 0-3-15,0 0-2 16,0 0-1-16,0 0 2 0,1 0-1 16,-1 10 1-16,4 3-1 15,-1-3 0-15,2 0 0 16,5-3 0-16,-1 0-2 15,0-3 2-15,3-4 0 16,2 0 0-16,1 0 0 16,0-5 1-16,0-5 0 0,0-3-2 15,2 2 2-15,-4-4-1 16,-4 4 1-16,1 0-1 16,-2 3 0-16,-5 2 1 15,-2 3-1-15,0 1 1 0,-1 2-1 16,0 0-2-16,0 4 2 15,0 6 2-15,1-1-2 16,2 1 0-16,1 1-2 16,2-2-21-16,-1-1-24 15,2-5-27-15</inkml:trace>
  <inkml:trace contextRef="#ctx0" brushRef="#br0" timeOffset="106741.49">20130 8943 186 0,'0'0'-28'0,"0"0"43"0,0 0-11 0,0 0-4 0,0 0 0 16,-17 38 1-16,17-15-1 15,0 3 0-15,0 1 1 16,0 1 2-16,2-2-1 16,-1-1-1-16,-1-4 0 15,0-2-2-15,0-2-2 0,-8-3-40 16,0-5-34-16</inkml:trace>
  <inkml:trace contextRef="#ctx0" brushRef="#br0" timeOffset="107097.19">19971 9143 130 0,'0'0'-16'15,"0"0"25"-15,0 0 3 0,0 0-10 16,0 0-1-16,0 0 0 15,56-21 1-15,-32 15 2 16,3 1 0-16,-1 0 4 16,0 4-2-16,-2-1-3 0,-4 2 1 15,-2 0-1-15,-1 0-2 16,-3 3 1-16,-5 4-1 16,-1 2 0-16,-1-1 1 15,-2 2 3-15,-5-1 2 16,0-1 0-16,0 2 2 15,0-1-3-15,0-2-2 0,0 0-1 16,0 0-3-16,0-1-2 16,0-4-1-16,0-2-60 15,2 0-77-15</inkml:trace>
  <inkml:trace contextRef="#ctx0" brushRef="#br0" timeOffset="107246.72">20294 8994 172 0,'0'0'66'0,"0"0"-63"15,0 0-1-15,0 0-4 16,0 0-52-16,-39-18-34 16</inkml:trace>
  <inkml:trace contextRef="#ctx0" brushRef="#br0" timeOffset="107665.79">20391 9128 195 0,'0'0'-15'0,"0"0"22"16,0 0-7-16,0 0 0 15,0 0-1-15,0 0 1 16,-38 22 1-16,31-14-1 0,0 1 0 16,3 0 1-16,3-2-1 15,1 0 1-15,0 0-1 16,6 0-1-16,4-4 0 16,4 0-2-16,2-3 3 15,2 0 2-15,2 0 0 0,-1-3 3 16,1-5 7-16,-2-1 4 15,-4 0-3-15,-1-3-3 16,-4 0-1-16,-4-2 2 16,-4 0-4-16,-1 1-2 15,-1 2-2-15,-10-2 1 16,-4 6-4-16,-1 1-2 0,-5 3 1 16,1 3-2-16,-2 0 6 15,2 6-6-15,4 4-20 16,-2 1-32-16,7-4-35 15</inkml:trace>
  <inkml:trace contextRef="#ctx0" brushRef="#br0" timeOffset="108222.28">20586 9106 84 0,'0'0'12'0,"0"0"12"0,0 0-3 0,0 0-14 15,0 0-4-15,0 0 0 0,0 0 1 16,39 13-1-16,-34-6-1 16,1 0 0-16,0 2 0 15,0-2-1-15,-2-1 1 16,-1-1-4-16,-1-1 4 15,0-1-1-15,-2-1-1 0,1-1 1 16,-1-1-1-16,0 0 16 16,0 0 9-16,0-3-20 15,0-2-2-15,0-2 0 16,0-2-2-16,0 0-1 16,0-2 0-16,1-2 0 15,3 1 0-15,2-1-2 0,3 0 5 16,3 0-3-16,1 2 1 15,3 2-1-15,0 1 0 16,4 1 0-16,2 1 0 16,3 2 0-16,-1-2 0 15,-2 5-1-15,2-1 2 0,0 2 0 16,-7 0 2-16,0 6 0 16,-5 4-1-16,1 1 0 15,-5 5 0-15,-3-2 2 16,-1 3-1-16,0-3-1 15,-2 2 0-15,0-3-1 0,-2-1-1 16,0 0-1-16,0-1 1 16,0-1-3-16,-7-3-29 15,2-3-77-15</inkml:trace>
  <inkml:trace contextRef="#ctx0" brushRef="#br0" timeOffset="109111.38">21685 8744 58 0,'0'-10'6'0,"0"3"1"0,0 0 12 0,0 1 0 0,0 2 4 16,0-2 3-16,0 2-5 16,0 1-2-16,0 3-8 15,2 0-7-15,2 0-4 0,1 7 1 16,-2 6 1-16,0 7 0 16,1 1 2-16,1 4-1 15,-1 3-1-15,3 0 0 16,0-1 0-16,2-1-1 0,-3-1 1 15,3-2-1-15,3-3 0 16,-1 0 0-16,5-3-1 16,0 0 0-16,6-3 1 15,3-3-7-15,2-5-47 16,4-4-53-16</inkml:trace>
  <inkml:trace contextRef="#ctx0" brushRef="#br0" timeOffset="109565.94">22224 8899 134 0,'0'0'14'0,"0"0"0"15,0 0 2-15,0 0-8 16,0 0-8-16,0 0-4 16,-41-30-3-16,21 30 6 15,-5 0 1-15,1 2 1 16,1 5 0-16,3 3 0 0,2 1 0 15,5 0 0-15,2 1 0 16,6 3 1-16,3-5-2 16,2 3 1-16,2-3-1 15,8-1 3-15,3-1 2 16,7-3 2-16,-3-3-3 0,6-2-1 16,2 0-2-16,1 0 1 15,-1-4-4-15,-1-5-8 16,1-2-3-16,-4-2 4 15,-2 0 5-15,-3 0 2 16,-3 1 2-16,-4 1 0 0,-2 2 2 16,-6 3 1-16,-1 2 24 15,0 4-8-15,0 0-10 16,-3 0-8-16,-5 1-1 16,4 8 2-16,-1-1-2 15,3 2 0-15,2 2 0 0,0-1-2 16,1-1 2-16,8 0-4 15,2-3-21-15,0-3-29 16,3-1-39-16</inkml:trace>
  <inkml:trace contextRef="#ctx0" brushRef="#br0" timeOffset="110093.35">22474 8845 157 0,'0'0'-2'0,"0"0"12"0,0 0-10 0,0 0 0 0,0 0 0 15,0 0 0-15,0 0-2 16,0 0 1-16,-6 44 2 16,15-36 1-16,3 1-2 15,2-5 2-15,0 0-2 0,3-1 3 16,0-3-2-16,2 0-1 15,-1 0 0-15,-1-3 1 16,-3-4 0-16,-3-1 0 16,-2-2 4-16,1-1 4 0,-5 2-4 15,0 1 0-15,-3 1-2 16,-1 4 10-16,-1 0 2 16,1 1-7-16,-1 2-5 15,0 0-4-15,0 5 0 16,0 4 1-16,0 3 1 15,0 5-1-15,-1 0 1 0,1-1-1 16,0 4 0-16,0-2 0 16,0-1 1-16,0-1-1 15,0-2 0-15,0-1 1 16,0-2-1-16,0-3 1 16,0-2 0-16,-3 0-2 0,-7-5 3 15,-4 1 0-15,1-2 5 16,-4 0-3-16,-3-2 0 15,2-3-2-15,0-3-2 16,3 1 1-16,3-3-2 16,2 2-12-16,7-5-59 0,3-1-50 15</inkml:trace>
  <inkml:trace contextRef="#ctx0" brushRef="#br0" timeOffset="110804.04">22802 8869 199 0,'0'0'-27'0,"0"0"28"0,0 0 1 0,0 0-2 16,38 3 0-16,-34 0 1 15,-1-2-1-15,3-1 1 16,-3 0-1-16,2 0 0 15,3 0 1-15,1 0-1 16,-3 0 1-16,3-4-1 16,2 1 0-16,-2-5 1 0,-1 1-1 15,1-2 2-15,-2 3-2 16,-3-2 3-16,-3 1 7 16,0 2 1-16,-1 0-3 15,0 1-3-15,-2 2-3 0,-3-2-1 16,-1 4-1-16,-2 0-1 15,2 0 3-15,0 0-2 16,-1 3 0-16,1 4 0 16,0 1 0-16,0 2 0 15,1 3 1-15,3 0-1 0,-3 1 0 16,4 1 1-16,0-2-2 16,1 0 1-16,0-2 0 15,1-2 0-15,7 0 0 16,-2-4 0-16,5 1-1 15,0-5 3-15,1-1-2 16,4 0 1-16,-3 0-1 0,2-1 1 16,0-6-1-16,3-2 2 15,-2-2 1-15,3-2 1 16,-2 3-2-16,-2-1-2 16,-2 2 1-16,-1 2-1 0,-5 3 0 15,-2 4 0-15,-2 0 0 16,-1 0-1-16,-1 4 1 15,0 8 2-15,4-1 0 16,-3 0-1-16,1 1-1 16,3 0 1-16,1-3 0 0,1-3 4 15,4-4 9-15,1-2-1 16,5 0 2-16,-2-1-2 16,4-6-3-16,1-4-4 15,-1-1-3-15,1-1-1 16,-5 1-2-16,-5-4-2 15,-11 0-25-15,-2-4-75 0</inkml:trace>
  <inkml:trace contextRef="#ctx0" brushRef="#br0" timeOffset="111403.16">17129 9532 78 0,'-17'0'22'0,"-2"0"-8"0,5 0 22 0,0 0-7 15,3 0 0-15,4 0 1 16,0-1-1-16,3-2-5 16,2 3-3-16,2 0-9 15,0 0-14-15,13 0-2 0,4 0 3 16,6 0 4-16,6 0-3 16,1 4-18-16,5-1-10 15,-3-3-35-15,-1 0-51 16</inkml:trace>
  <inkml:trace contextRef="#ctx0" brushRef="#br0" timeOffset="111708.02">17213 10102 231 0,'0'0'-2'15,"0"0"2"-15,0 0 0 16,0 0-3-16,0 0 3 15,0 0-1-15,47 31 2 0,-14-31 1 16,7 0-7-16,4 0-73 16,5 0-67-16</inkml:trace>
  <inkml:trace contextRef="#ctx0" brushRef="#br0" timeOffset="112114.38">18315 10056 177 0,'0'0'-1'0,"0"0"4"0,0 0-4 16,0 0 2-16,0 0-1 15,-3 43 3-15,3-19 0 16,0 3 1-16,3 4-2 15,1-2-1-15,2-1 0 16,-3-2-1-16,-1-5 0 16,0-4 2-16,-2-3-2 0,0-2 0 15,-3-4-16-15,-3-5-31 16,0-3-26-16</inkml:trace>
  <inkml:trace contextRef="#ctx0" brushRef="#br0" timeOffset="112399.02">18318 10011 188 0,'0'0'-11'16,"0"0"25"-16,0 0-7 0,51-37-7 16,-36 34 1-16,2 3 0 15,-1 0-1-15,0 3 0 16,-6 5 0-16,-1 4 0 15,-4 1 0-15,0 1 1 16,-5 1 0-16,-2 0 1 0,-8-2-2 16,-5-1 2-16,-1 0 1 15,-5-2 1-15,2-1 2 16,-3 1-1-16,4-1-5 16,-4 1-1-16,5-2-10 15,4-2-46-15,5-6-25 16</inkml:trace>
  <inkml:trace contextRef="#ctx0" brushRef="#br0" timeOffset="112804.76">18669 10012 188 0,'0'0'0'16,"0"0"11"-16,0 0-9 15,0 0-3-15,0 0 2 0,0 0-1 16,-53 34 0-16,35-19 1 16,-1 2 0-16,7 1 0 15,5-2 1-15,1 1 0 16,5 0-2-16,1-6 1 16,3 1-2-16,8-7 1 15,3-1-2-15,7-4 4 0,-1 0 1 16,1 0-1-16,1-11 0 15,1 1-1-15,-1-4 0 16,-4 0 0-16,-1-3 3 16,-2 1 1-16,-4-1-1 15,-5 0 2-15,-4 2 4 0,-2 2 1 16,0 1-3-16,-11 3-2 16,-5 6-3-16,-3 1-4 15,-1 2-1-15,-1 4-2 16,0 6-7-16,0 3-9 15,3 0-17-15,6-3-36 0</inkml:trace>
  <inkml:trace contextRef="#ctx0" brushRef="#br0" timeOffset="113231.46">18977 10028 107 0,'0'0'3'0,"0"0"29"0,0 0 12 0,0 0-16 0,0 0-19 16,0 0-6-16,0 0-2 16,-41-3 1-16,20 16 0 15,2 1-2-15,1 3 1 16,5 2-1-16,1-1 3 15,7 0-3-15,1-2 1 0,4-2 1 16,0-5-3-16,7-1 0 16,7-3-1-16,1-5 3 15,7 0 0-15,-1-2 1 16,3-9-1-16,0 1 1 16,-2-4-1-16,1-2-1 0,-7 0 2 15,-2-1 4-15,-4 0 1 16,-6 0 4-16,-2 3-4 15,-2 1-4-15,-3 2-2 16,-8 4 2-16,-7 4-4 16,-1 3-6-16,-4 0-5 0,1 0-7 15,3 6-14-15,5-2-47 16</inkml:trace>
  <inkml:trace contextRef="#ctx0" brushRef="#br0" timeOffset="113817.06">19217 9743 107 0,'0'0'7'0,"0"0"11"0,0 0-6 15,0 0-11-15,0 0-1 16,0 0 1-16,-21 42-1 0,15-20 0 16,0 2 1-16,1 1 3 15,-2 2 6-15,3-2 5 16,-1 1-1-16,3 0-2 16,0-2-2-16,2-1-1 15,0-2-4-15,0-1-2 16,1-3 0-16,4-3 0 0,2 0-1 15,0-2 1-15,1-4 1 16,2 2 3-16,3-7 1 16,1 1 0-16,5-4 0 15,3 0-4-15,-1 0-2 0,2 0 0 16,0-4-1-16,1-4-1 16,-6 0 0-16,0-2 0 15,-4-1 0-15,-1 0 0 16,-5-2 0-16,-2 1 1 15,-1 3-2-15,-5 0-2 16,0 3-3-16,0 2 0 0,0 3 6 16,-2 1-1-16,-4 0-1 15,1 1 2-15,-3 6 0 16,4 1 0-16,-1 1 1 16,4-2-1-16,1 2 0 15,0-1-1-15,0-2 1 0,6 1-1 16,6-3 2-16,-2 2-3 15,4-4 0-15,0-2-46 16,2 0-39-16</inkml:trace>
  <inkml:trace contextRef="#ctx0" brushRef="#br0" timeOffset="113965.42">19511 9955 213 0,'0'0'-14'0,"0"0"44"0,0 0-10 16,0 0-18-16,-37-26-5 16,34 26-47-16,2 0-33 15</inkml:trace>
  <inkml:trace contextRef="#ctx0" brushRef="#br0" timeOffset="114429">19590 10017 214 0,'0'0'4'0,"0"0"17"0,0 0-11 16,0 0-4-16,0 0-4 16,0 0-1-16,0 0-1 15,17-3 0-15,-15 4 1 16,2 6 1-16,0 3-1 15,-1-2 1-15,1 3-2 0,-1-4 0 16,1 3 0-16,-2-2 0 16,-1-2-2-16,1-2-1 15,-2-1 0-15,1-2 1 16,1-1 1-16,3 0 0 0,-1-4 3 16,1-4-1-16,4-5 0 15,2-1 5-15,-1-2-1 16,4-1-1-16,2 3-1 15,2 0-1-15,-1 2-3 16,4 2 0-16,-2 5-2 16,-2 2 8-16,1 3-4 0,-5 0 1 15,-1 4-2-15,-3 8 1 16,-1 2-1-16,-5 1 0 16,1-1-3-16,-2 1-4 15,3-3-2-15,-1-2-7 16,5-4-11-16,-1 0-11 0,5-5-13 15,3-1-15-15</inkml:trace>
  <inkml:trace contextRef="#ctx0" brushRef="#br0" timeOffset="114919.34">20057 10012 89 0,'0'0'19'0,"0"0"18"0,23-44-9 16,-19 33-3-16,-4 0-1 15,0 2-4-15,-4 4-5 16,-5 1-8-16,-5 2-7 15,-3 2 0-15,-2 0-2 16,2 7 4-16,-3 3-2 0,6 2 0 16,1 1 0-16,6 2-3 15,2-1-2-15,5-3-2 16,0-1 3-16,3 0-1 16,5-6 2-16,5-1-2 15,1-3 8-15,1 0-2 0,2 0 0 16,1-3 1-16,-4-5 2 15,-1-1 5-15,0 2 1 16,-6 0 4-16,1 1-8 16,-4 1-3-16,-1 3 0 15,-2 1-1-15,-1 1-1 0,0 0-3 16,0 1-2-16,0 8 3 16,0 2 3-16,-1 3 0 15,-2 2-2-15,0 1 1 16,2 0-1-16,-1 0 1 15,2 0-1-15,-2 0 0 0,-1-4 1 16,1 0-1-16,-1-2 0 16,0-2 1-16,-2-2-1 15,-3-2 1-15,-3 1-2 16,-4-3 4-16,-5 0 1 16,-2-2-2-16,-6-1 0 0,2 0-3 15,-1 0 0-15,4 0-3 16,4 0-27-16,6-10-60 15</inkml:trace>
  <inkml:trace contextRef="#ctx0" brushRef="#br0" timeOffset="115475.32">20543 9981 146 0,'0'0'3'0,"0"0"0"0,0 0 17 0,0 0-2 15,0 0-3-15,0 0 4 0,0 0-1 16,0 0-5-16,0 0-4 15,37-3-7-15,-25-6 0 16,3-3-1-16,1-1 0 16,-3-3-1-16,1-2 1 0,-5-3-1 15,0-3 3-15,-3-3-3 16,-1-3 0-16,-3-3-4 16,-1 2-1-16,-1-2 2 15,0 3-5-15,0 2 5 16,-2 5 2-16,-4 5 1 15,0 5 0-15,1 3 0 0,-4 3 0 16,0 6-2-16,2 1 3 16,-4 0-3-16,1 4 0 15,0 7 2-15,1 5 0 16,3 4 0-16,2 2 2 16,3 5-2-16,1 2 1 0,0 3-1 15,1-2 1-15,7 0 0 16,-3-1 0-16,3-3 0 15,2-3-2-15,-1-3 2 16,2-3-2-16,5-1 1 16,3-5-2-16,2-2-16 0,6-2-27 15,0-6-31-15</inkml:trace>
  <inkml:trace contextRef="#ctx0" brushRef="#br0" timeOffset="115880.5">20996 9873 85 0,'0'0'7'0,"0"0"29"0,14-40-5 0,-14 33-1 0,-3 0-17 16,-10 4-13-16,-5 2 1 15,1 1-4-15,-4 0 2 16,-2 0 1-16,2 6 1 0,1 2 0 16,1 2 1-16,2 3-1 15,4 0-1-15,5-2 0 16,1 3 2-16,5-2 1 15,2-1-3-15,0-3-1 16,7-1-1-16,2-2 2 0,6-2-1 16,1-3 6-16,3 0 1 15,1-2-3-15,0-6 0 16,2-2 1-16,-1-2-2 16,-4 1-1-16,0 0 2 15,-6 2 4-15,-3 1-1 16,-2 3 8-16,-4 2 8 0,-2 3-1 15,0 0-17-15,0 0-2 16,-1 4-2-16,-2 4 0 16,-1 2 1-16,3 0-1 15,1 1 0-15,0-1-4 0,0 1-10 16,7-1-23-16,0-4-16 16,1-3-36-16</inkml:trace>
  <inkml:trace contextRef="#ctx0" brushRef="#br0" timeOffset="116399.31">21130 9812 154 0,'0'0'-8'0,"0"0"27"0,0 0 8 16,0 0-26-16,0 0 1 0,0 0-1 15,0 0 1-15,0 0-2 16,-24 44 1-16,24-33 0 15,3 0 2-15,7-3 0 16,-1-1 2-16,3-3 5 16,3-1 0-16,1-3 0 15,1 0-1-15,2-3-3 0,0-4-1 16,-1-3-2-16,-2-1-1 16,1 0-2-16,-5-1 2 15,0 2 0-15,-4 2-2 16,-5 1 1-16,-1 1 5 15,-2 3 2-15,0 3-2 0,0 0-5 16,0 0-2-16,-2 0 1 16,-1 10 0-16,-1 0 0 15,1 7 0-15,1 0 0 16,2 2 1-16,0 0-1 16,0 1 0-16,0-1 0 0,1-1 0 15,1-1 0-15,0-1 0 16,-2-2 0-16,0-4 1 15,0 1-1-15,0-2 0 16,-6-3 1-16,-4-1 0 16,-1-2-2-16,-4 0 1 0,-3-2 1 15,-1-1-2-15,0 0 4 16,0 0-3-16,-1 0 0 16,4 0-6-16,1-3-19 15,3-4-28-15,4-4-44 16</inkml:trace>
  <inkml:trace contextRef="#ctx0" brushRef="#br0" timeOffset="117388.99">21468 9893 83 0,'0'0'-2'0,"0"0"5"0,0 0 4 0,0 0 5 0,0 0-3 0,0 0 3 15,0 0-2-15,0 0 2 16,0 0 10-16,0 0 0 16,0 0-11-16,37 13-7 15,-31-19-3-15,2 0 1 0,-5-1-1 16,1 0 1-16,0 0 3 15,-2-3 7-15,-2 3 3 16,0-3-3-16,0 3-3 16,0 0-6-16,-2 1-1 15,-2 2 0-15,0 1 1 0,-1 0-3 16,-1 3 0-16,-2 0 1 16,-1 0-2-16,-1 3 1 15,0 6 0-15,-1-1 0 16,-1 4 0-16,4 0 0 15,2-3 0-15,3 5 0 0,3-4 0 16,0 3 0-16,0-4-2 16,4 0 1-16,6 0 1 15,-1-2 0-15,2-3-1 16,-1 0 1-16,2-1 0 16,-2-3 6-16,2 0 0 0,0 0 2 15,-1 0-4-15,2 0-3 16,-2 0 1-16,1-4-2 15,-4 1 0-15,0-1 1 16,0 0 0-16,0-1 1 16,-1-2-2-16,0 2 1 15,-1-1-1-15,0 0 1 0,2-1-2 16,-2 1 1-16,0 1 1 16,0-1-1-16,-1-1 0 15,2 4 0-15,-2-3-1 16,-1 2 3-16,2 1-3 15,-3-1 2-15,2 0-1 0,3 1 0 16,-3-1-1-16,1 2 1 16,-1 2-1-16,3 0 2 15,-4 0-2-15,2 0-2 16,0 0 3-16,-3 1-1 16,1 4 1-16,0 2-1 0,-1-1-1 15,1 1 2-15,-2 0 0 16,0 2 0-16,-1-1 2 15,3-1-2-15,-3 0 0 16,1-1 0-16,0-2 0 16,1 2 0-16,2-5 0 0,-2 1 0 15,5 0 1-15,1-2 2 16,1 1-2-16,3-1 0 16,-2 0-1-16,2 0 1 15,-1 0-1-15,1 0 0 16,0 0 2-16,1-3 1 0,-2-3 3 15,-1-1 3-15,-3 0 3 16,-2-2-2-16,0-1 0 16,-6-1 1-16,0-2-4 15,0 0-3-15,0 2-4 16,-7-2 0-16,-2 6-4 16,0 3-13-16,-5 1-28 0,3 1-42 15</inkml:trace>
  <inkml:trace contextRef="#ctx0" brushRef="#br0" timeOffset="120109.27">18269 8018 73 0,'-11'3'6'0,"-2"3"-1"0,1-1-4 0,2 3 2 16,-3-1 1-16,5-2 3 15,-3 1 3-15,1 1 2 16,2-3-4-16,0 2-2 15,1 0-5-15,-2-1-1 16,0 1 0-16,0 1 1 0,1 0-1 16,-2-1 0-16,1-2 0 15,-1 2 0-15,0-2 0 16,1-1 1-16,0-3-1 16,-3 2 0-16,2-2 2 15,-1 0 5-15,-1 0-4 0,-4 0-1 16,-2 0 0-16,1-2-1 15,-6-2 2-15,-1 0 0 16,-1-2 6-16,-4 0 7 16,2 0 3-16,-4 0 0 15,3-1-6-15,0-1-5 16,0 1-1-16,3 0-1 0,0-1 0 16,2-1-2-16,2 2-1 15,0-2 0-15,3 0-2 16,-2 0-1-16,2-1 0 15,-1-1 1-15,0 1-1 16,1-2 0-16,-1-2 0 16,1 1 0-16,2-2 0 0,-2-2 0 15,2 1 0-15,-1-1 0 16,1 0 0-16,3 4 0 16,-1 0 1-16,0-1-1 15,2 3 0-15,-1 0 0 0,1 0 0 16,1-3 0-16,1 3 0 15,-1-2 0-15,1 1 0 16,2-1 0-16,-2-1 0 16,5 1 0-16,-2-3 0 15,2 4-1-15,1-4 1 16,2 0-2-16,0-1 2 0,2 0 2 16,0-3-1-16,0 1-2 15,0 0 3-15,0-3-2 16,0 5 0-16,0-1 1 15,-1 2-1-15,0-1 0 16,0 3 0-16,0 0 1 0,0 0-2 16,-1 2 1-16,-2-3 0 15,2 2 0-15,-2 0 0 16,1-1 0-16,0-1 0 16,-2 0 1-16,2 0-1 0,2-3 0 15,-1 1 0-15,0 0 0 16,-1-3 0-16,1 3 0 15,-1-3 0-15,2 2 0 16,-3 1 0-16,-1-2 0 16,2 1 0-16,1 2 0 15,0-2 0-15,2 1 1 0,0 0-1 16,0 1 0-16,0-1-1 16,2 0 1-16,1 0-1 15,6-1-1-15,-3-1 1 16,3 2 1-16,3-1-4 15,3-1 3-15,3-2-2 0,2 0 6 16,3 2-3-16,1-5 0 16,3 3 1-16,0-1 1 15,0 0-2-15,4 0 0 16,2 1 0-16,1-2 0 16,4 1 0-16,0 0 1 0,4 1-2 15,1 2 2-15,-1 0-2 16,1 0 2-16,0 1-1 15,2-1 0-15,3 2-1 16,-3-2 2-16,6 1-1 16,1-2-3-16,0 3 3 0,7 0 2 15,-1-1-4-15,-1 1 4 16,3 0-4-16,0-2 1 16,-2 4 2-16,2-1 1 15,1-1-4-15,-1 3 4 16,1 1-2-16,0-1 0 0,1 4 0 15,-2 2 0-15,3 0 0 16,-1 4 0-16,3 0 0 16,-4 0 0-16,3 2 0 15,-4-1 1-15,-1 3-1 16,-3 0-1-16,-3 0 2 0,-2 0-2 16,-1 0 1-16,-6 5 0 15,-2 2 0-15,-1 1 0 16,-3 1 0-16,-2 1-2 15,-1 2 2-15,-3 1 0 16,3 1 0-16,-4 2 0 16,-2 1 0-16,1 0 0 0,-4 2 0 15,0-1 0-15,-2 3 0 16,0-2 0-16,-1 3 2 16,1 1-2-16,1 2 0 15,-2-2 0-15,-2 1 0 0,-1 2 0 16,-1 1 0-16,-6-1 0 15,1 1 0-15,-7 3 0 16,1 2 1-16,-2 4-1 16,1 1 0-16,-3 2-1 15,1 3 1-15,2 0 1 0,-3 1-1 16,1 1 0-16,0 1 0 16,0-1 0-16,1 3 0 15,-4 1 1-15,-1-2-1 16,0-3 0-16,0 0-1 15,-1-4 1-15,0-1 0 16,0 0 1-16,0 1-1 0,0-1-1 16,0 1 2-16,-3 0-2 15,-3 0 1-15,-2-2 0 16,0-2 0-16,-2-1 0 16,2-1 1-16,-3-2-1 15,0 0 1-15,-1 1-1 0,-2-4 0 16,-4 3-1-16,-3-1 2 15,-4 0-1-15,-8 0 2 16,-3-2 0-16,-9 2-2 16,-6 3 1-16,-16 2-2 15,-14 5 0-15,-16 3-42 16,-18-5-57-16</inkml:trace>
  <inkml:trace contextRef="#ctx0" brushRef="#br0" timeOffset="129032.31">20625 7456 21 0,'0'1'26'0,"0"1"-2"0,0 2-6 16,0 0-6-16,0 3-4 0,1 0-2 15,0 3-2-15,-1 5-1 16,0 3 1-16,0-1-2 15,0 9 0-15,0-2 2 16,0 4-2-16,0 1 0 16,0 0 1-16,0 1 0 15,0 3-1-15,0 1-1 0,0-1 0 16,1 0-2-16,-1-1 2 16,0 2-2-16,0-4 1 15,0-3-5-15,0-6-22 16,0-8-10-16</inkml:trace>
  <inkml:trace contextRef="#ctx0" brushRef="#br0" timeOffset="129574.5">20682 7513 46 0,'0'0'20'0,"0"0"13"0,0 0-10 0,0 0-1 16,0 0-13-16,0 0-4 15,0 0-4-15,44-23 0 16,-24 19 0-16,-1 1 0 15,4 0-1-15,-4-1 1 16,5-1-1-16,-3 1 0 16,3-3 0-16,1 3 2 0,1-3-4 15,0 0 4-15,-2 1-2 16,0 2 0-16,-1 0 0 16,-4 1 0-16,-3 2 0 15,-3 1 0-15,0 0-6 16,-4 0 9-16,0 0-3 0,-1 1 0 15,0 3-1-15,-3 3-20 16,1 0-13-16,-3-1-32 16</inkml:trace>
  <inkml:trace contextRef="#ctx0" brushRef="#br0" timeOffset="129931.68">21162 7459 60 0,'0'0'46'16,"0"0"-31"-16,0 0 8 16,0 0-19-16,0 0-4 15,0 0 2-15,0 0 0 0,0 0 1 16,0 0 0-16,22 35-1 15,-20-16 1-15,0 2-1 16,-1 3-2-16,-1 0 1 16,0 5 0-16,0-4 2 15,0 2-3-15,0-1 2 0,-3-1-2 16,-2 1 1-16,0 1-1 16,2-1 0-16,-5 1 0 15,4 0-1-15,-3-2 0 16,1 2-5-16,-1-4-27 15,0-2-5-15,1-5-52 16</inkml:trace>
  <inkml:trace contextRef="#ctx0" brushRef="#br0" timeOffset="130521.17">20728 8108 69 0,'0'0'4'0,"0"0"2"0,0 0 0 16,0 0 1-16,0 0 5 15,0 0-3-15,0 0-6 16,0 0 0-16,0 0-2 0,0 0 0 16,24-4 1-16,-13 1 0 15,3-1 2-15,1 1 4 16,2-1 3-16,2 0 2 16,1 0-7-16,1 0 3 15,1 0 1-15,1-1-5 16,1 1 0-16,0 0-3 0,-1 1-1 15,-1-1 1-15,-3 4 2 16,-2-3 3-16,-2 3-2 16,-5 0-4-16,-2 0 0 15,-3 0-1-15,-2 0-1 16,-2 0-8-16,-1 0-9 0,1 3 3 16,-1 1-1-16,0-1-8 15,0 0-15-15</inkml:trace>
  <inkml:trace contextRef="#ctx0" brushRef="#br0" timeOffset="130698.79">20943 8084 150 0,'0'0'13'0,"0"0"-3"16,0 0-23-16,0 0 11 15,0 0-3-15,0 0-8 16,0 0-13-16,0 0-41 16</inkml:trace>
  <inkml:trace contextRef="#ctx0" brushRef="#br0" timeOffset="131140.45">20669 8096 58 0,'0'0'2'16,"0"0"7"-16,52 0 6 15,-29 0-2-15,1-4 1 16,5 1 3-16,2-4 1 15,-2 3-3-15,-2 0-4 0,0-1-7 16,-5 1-3-16,0 0-1 16,-4 1-1-16,0 2-9 15,-2-2-6-15,0 0 4 16,-3 0 0-16,1 2-2 16,-1-1 2-16,-3-1-10 0,2-1-36 15</inkml:trace>
  <inkml:trace contextRef="#ctx0" brushRef="#br0" timeOffset="131331.69">21110 8021 113 0,'0'0'23'16,"0"0"9"-16,0 0-8 16,0 0-7-16,0 0-3 15,0 0-3-15,0 0-7 16,0 0-4-16,-1-20 1 0,1 20-1 15,0 0 0-15,0 0-13 16,2-4-29-16,2-3-13 16,0-1-30-16</inkml:trace>
  <inkml:trace contextRef="#ctx0" brushRef="#br0" timeOffset="132819.18">20970 7422 11 0,'0'-2'1'0,"0"-2"1"0,0-1 0 0,-1 0 4 15,-1-2-4-15,2 0-2 16,-2 0 1-16,-2-2 0 16,3 1 8-16,0-2 14 15,1-1 1-15,0 0-3 0,0 2-4 16,0-3-9-16,2 1-2 15,4 0-3-15,-2-1-2 16,1 1 0-16,1-2-1 16,1 0 1-16,0 2-1 15,-2-4 1-15,3 3 7 16,0-1 1-16,1-1-5 0,1 3-1 16,2-1-1-16,-2 2-1 15,2 0-2-15,0 2 2 16,-1 1-1-16,-1 1 0 15,0 2 0-15,-1 2 2 0,1 0-4 16,2 2 2-16,-4 0-1 16,4 0 2-16,4 0-1 15,-1 0 0-15,5 2-1 16,-3 1 2-16,0 0-1 16,-1 0 0-16,-3 0 2 15,-2 0-2-15,0-1 1 0,-2 1 0 16,-4 0 2-16,1 0-1 15,1 0 1-15,-1 0-1 16,1 1-1-16,0 0-1 16,1 1 1-16,-2 0 0 15,2-1 0-15,-2 1 0 0,0 1-1 16,0-2 0-16,-1 1 0 16,-3-2 1-16,1 0-1 15,-1 0 0-15,-1 1 0 16,1-1 1-16,-2 0-2 15,0 1-5-15,0-1-16 0,0-3-10 16,-1 0-23-16</inkml:trace>
  <inkml:trace contextRef="#ctx0" brushRef="#br0" timeOffset="133872.94">21376 6963 46 0,'-1'0'2'16,"1"0"7"-16,0 0-2 0,0 0 7 0,-1 0-4 15,1 0-7-15,0 0-3 16,0 0 0-16,0 0 0 16,0 0 0-16,0 0 1 15,0 0 1-15,4 1 0 0,-1 2 3 16,2 0 0-16,-2-1-4 16,2 3 0-16,-3-1 1 15,2 1 0-15,1 1 0 16,0-1 1-16,0 2 3 15,3 0-3-15,-3-1-1 16,1 1-1-16,-1 0-1 0,-1-2 0 16,1 0 1-16,-2-1-1 15,-2-1 0-15,0 0 0 16,0-1 2-16,-1-1-2 16,0 2 0-16,0 0 0 0,0 0 1 15,0 1 1-15,0 0-1 16,0 0 0-16,0 3-1 15,-1 0 0-15,-2 3 0 16,-3 0 1-16,-1 6-1 16,-4 2 1-16,-3 7 4 15,-4 7 1-15,-8 4 1 0,-2 12-5 16,-8 3-2-16,-2 3-29 16</inkml:trace>
  <inkml:trace contextRef="#ctx0" brushRef="#br0" timeOffset="135353.31">21656 8224 46 0,'0'0'-18'0,"0"0"23"0,0 0-2 0,0 0 6 16,0 0 2-16,0 0 4 0,0 0 3 16,0 0-12-16,0 0 3 15,0 0-5-15,0 0-2 16,-40-24-2-16,32 30 0 16,2 2 0-16,-3 2 0 15,6 2 0-15,2-1 0 0,1-1-1 16,1 0 1-16,11-3 0 15,-1-1 1-15,4-3-2 16,2-1 3-16,1-2 0 16,1 0 0-16,3 0-1 15,3 0-1-15,1 0-2 16,2-2 2-16,2-4 1 0,2 3-2 16,1-6-2-16,0 1 0 15,1 1 1-15,-1-3-1 16,2 1 3-16,-3-2-1 15,3 0 1-15,-1 1 0 0,1-3-1 16,-1 3 2-16,0-3-1 16,0 1 0-16,-1 0 0 15,0 0 0-15,-5 0 0 16,0-1 0-16,-1 3 1 16,-1-1 2-16,1 1 1 0,-4 0 0 15,3 3-2-15,-1 0-1 16,-2 2 1-16,1 1 1 15,-1 2 0-15,0 2-1 16,-1 0 0-16,2 0 1 16,-1 0-1-16,-2 4-1 15,0 1 0-15,0 4 0 0,-1-2 1 16,-3 3-1-16,2 1-1 16,-1-1 1-16,0 0 0 15,0 1-1-15,1-2 0 16,-1 1 0-16,3-3 2 15,-2-1-2-15,3-1 1 0,-3-3-1 16,6-1 0-16,2-1-1 16,-2 0 2-16,2 0-2 15,0 0 1-15,-1-4-14 16,1-2 17-16,-3 1-2 16,1 0 0-16,0 1 0 0,-4 0-1 15,2 1 1-15,0 3 0 16,2 0 1-16,0 0-1 15,4 0-1-15,5 7 3 16,0 0-2-16,3 2-1 16,1-2-1-16,3 0 1 15,0 3-2-15,-1-5 4 0,-2 1-4 16,3-3 4-16,1 0-1 16,-4-3-1-16,0 0 1 15,1 0 10-15,0 0 5 16,-3-3-1-16,0-4 2 0,2-4 2 15,-6-1-5-15,-2-2-3 16,-5-4-3-16,-6-4-3 16,-8-2-1-16,-9-3-5 15,-2-4-16-15,-18-5-68 16</inkml:trace>
  <inkml:trace contextRef="#ctx0" brushRef="#br0" timeOffset="178918.48">16030 11643 123 0,'1'-6'10'0,"1"-1"17"0,0 3-21 0,-2 0-4 16,0-1-2-16,0 2 3 15,1-1-2-15,-1 0 1 16,0-2 11-16,0 3 3 16,0-2 0-16,-1 2-6 0,-3 0-3 15,-6 0-6-15,1 3-2 16,-2 0 6-16,-3 0-1 15,-3 3-1-15,-1 4-3 16,-1 3 2-16,0 1-1 0,-3 4-1 16,-1 2-1-1,1 1 2-15,-3 5-1 0,-2-1 0 16,3 1 0-16,4-3 1 16,0 0-1-16,5-3 0 15,7 0 1-15,0-1 0 16,5-1-1-16,3-2-1 0,0 1 2 15,5-2 1-15,7 1-1 16,3-5 6-16,7 1 3 16,0-4 1-16,5-2 1 15,4-1-6-15,2-2-2 16,2 0-3-16,2 0 2 16,1-1-2-16,0-3 2 0,2-3-2 15,-2 2-10-15,1-3-18 16,-2 0-29-16,-2-4-53 15</inkml:trace>
  <inkml:trace contextRef="#ctx0" brushRef="#br0" timeOffset="179308.55">16379 11759 203 0,'0'0'-5'0,"0"0"6"0,-39-4-4 15,20 4-1-15,-2 6-1 16,-1 2 4-16,-2 2-1 16,5 1 4-16,2 1 1 15,5 0 1-15,5 0-2 0,5-1-1 16,2 1-4-16,2-4 0 16,9 1 1-16,6-4 5 15,3-3 5-15,1-2 7 16,5 0 2-16,2-2-5 15,0-5-4-15,0-3-2 0,-2-1 1 16,-5-3-2-16,-3 0 0 16,-5 0 1-16,-3-1 0 15,-6 1-1-15,-4 1 1 16,0 0 0-16,-2 2-3 16,-12 4-1-16,-1 4-2 15,-5 3 7-15,-2 0-9 0,-3 7 0 16,0 7-12-16,0-1-13 15,5 0-34-15,3-2-29 16</inkml:trace>
  <inkml:trace contextRef="#ctx0" brushRef="#br0" timeOffset="179799.69">16555 11732 214 0,'0'0'-37'0,"0"0"40"16,0 0 2-16,43-15-4 15,-37 15-1-15,-1 1-3 16,0 7 5-16,1 2 1 16,0 2-1-16,3 1 3 0,1 0-2 15,-1-1-1-15,1 1-1 16,2-2 1-16,-4-1-2 15,0 0 1-15,-3 0 0 16,0-3 2-16,-2 0-5 16,-3-4-4-16,0 1 7 0,0-1 0 15,0-3 0-15,0 0 1 16,-3 0 12-16,1 0-10 16,0-7-1-16,2-4-2 15,0-2 3-15,0-1-6 16,7 0 5-16,0-2 0 0,3-1 0 15,1 3 1-15,3-2 6 16,1 3 2-16,3 1-4 16,3 2-4-16,-1 1-2 15,2 4 0-15,1 3 0 16,-3 2 0-16,0 0-2 0,-2 10 1 16,-5 4-1-16,-2 3-2 15,-5 0-9-15,-2 2-9 16,-4-4-23-16,0-2-30 15,0-6-63-15</inkml:trace>
  <inkml:trace contextRef="#ctx0" brushRef="#br0" timeOffset="180184.71">17177 11626 160 0,'0'0'5'0,"0"0"34"0,0 0-16 0,0 0-9 0,0 0-16 16,0 0-2-16,0 0 1 16,46 23 9-16,-35-5-4 15,1 1-1-15,2 2-1 16,-1-4 1-16,-1 0 0 15,1-4 0-15,-2-2 0 16,2-4 2-16,-5-3 0 0,0-1 0 16,0 0 0-16,-2-3 6 15,0 0 4-15,0-3 1 16,-1-4-2-16,1-3-5 16,-2-4-1-16,2 1-3 15,-2-4-1-15,0 0-1 0,1 2 0 16,1 0-4-16,-1 1-17 15,2-2-21-15,-2 1-80 16</inkml:trace>
  <inkml:trace contextRef="#ctx0" brushRef="#br0" timeOffset="180582.72">17749 11583 228 0,'0'0'3'0,"0"0"-6"16,0 0-8-16,0 0 3 15,0 0 11-15,-45 41-7 16,26-24 5-16,3 0-4 16,0 1 3-16,5 0-1 0,6-1 0 15,3-2 0-15,2 0-3 16,0-7 1-16,2-2-5 15,9 0 8-15,5-6 3 16,1 0 17-16,6 0-3 16,0-8-6-16,3-3-3 0,-1-5 0 15,-1 1 2-15,-3-4-3 16,-4 0 3-16,-5-1-1 16,-6 0 3-16,-4 1 0 15,-2 2-7-15,-7 2-1 16,-9 2-2-16,-5 6-1 15,-6 5 5-15,-6 2-14 0,-4 0-13 16,0 7-7-16,1 1-27 16,7-4-46-16</inkml:trace>
  <inkml:trace contextRef="#ctx0" brushRef="#br0" timeOffset="181018.23">17954 11235 236 0,'0'0'7'0,"0"0"12"0,0 0-13 0,0 0-9 0,0 0 4 16,0 0-1-16,2 44-2 15,-1-17 3-15,0 4-1 16,0 3 2-16,0 2 0 15,4-2-2-15,0 0 1 16,2 0 0-16,0 0-2 0,3-1 2 16,0-3-1-16,1-2 0 15,-2-1 1-15,4-4-1 16,-2 0-1-16,3-5-1 16,-1-1-17-16,3-8-46 15,2-6-42-15</inkml:trace>
  <inkml:trace contextRef="#ctx0" brushRef="#br0" timeOffset="181408.23">18337 11564 216 0,'0'0'-31'0,"0"0"30"15,0 0 0-15,0 0 1 16,0 0 1-16,-19 46 0 15,15-32 1-15,4-1 3 0,-2 1-1 16,2-4 2-16,0 0-3 16,7-1-2-16,2-4 4 15,6-3-1-15,-1-1 2 16,4-1-2-16,1-2 2 16,0-9-5-16,1-3 5 15,-2-3-3-15,1-3 0 0,-1 0 1 16,0 2-2-16,-4 1-1 15,-1 4-1-15,-6 3 0 16,-1 7 0-16,-5 3 2 16,-1 0-5-16,0 5 0 15,0 7 5-15,0 3-1 0,-1 2 4 16,1 1-4-16,0 1-1 16,0-2 0-16,0-2-1 15,3-1-5-15,6-4-41 16,-2-8-39-16</inkml:trace>
  <inkml:trace contextRef="#ctx0" brushRef="#br0" timeOffset="181721.68">18728 11225 278 0,'0'0'-35'0,"0"0"57"0,0 0-17 15,0 0-6-15,0 0 1 0,19 39-3 16,-16-9 6-16,-3 5-2 16,0 2 4-16,2-2-4 15,-2 0 0-15,2-3-1 16,-1-4 0-16,1-2 0 0,0-2 1 15,0-1-1-15,0-6 1 16,3 0-1-16,-2-4-2 16,0-6-23-16,2-6-31 15,-3-1-34-15</inkml:trace>
  <inkml:trace contextRef="#ctx0" brushRef="#br0" timeOffset="182020.52">18671 11479 195 0,'0'0'15'0,"0"0"16"0,0 0-25 15,0 0-9-15,54-9 10 16,-25 7-7-16,4-1 3 16,2 0-1-16,-1 2-2 15,1-1 1-15,-6 0-1 16,-1 2 0-16,-3 0 0 0,-8 0 0 15,-6 5 0-15,-5 5-1 16,-6 3-1-16,0 0 3 16,0 1 3-16,-4 0 1 15,2-1-4-15,1 1-1 16,1-3 1-16,0 0-3 0,11-3-4 16,5-1 5-16,0-7-38 15,3 0-77-15</inkml:trace>
  <inkml:trace contextRef="#ctx0" brushRef="#br0" timeOffset="182177.88">19139 11346 257 0,'0'0'17'16,"0"0"-8"-16,-20-37 9 15,16 31-16-15,1 5-2 0,-4 1-6 16,1 0-43-16,3 6-34 15,-3 1-57-15</inkml:trace>
  <inkml:trace contextRef="#ctx0" brushRef="#br0" timeOffset="182583.92">19273 11465 165 0,'0'0'-12'0,"0"0"41"0,0 0-7 16,0 0-20-16,0 0 5 15,0 0-4-15,0 0-3 16,0 0 0-16,-43 29 1 16,38-14-3-16,4-5 1 15,1 3-1-15,0-4-1 0,11-1-1 16,3 1 5-16,4-5 8 15,3-1-1-15,1-3-3 16,2 0 2-16,0-4 3 16,-3-6 1-16,0-3 3 15,-5-3-1-15,-4-1 1 0,-2-1-4 16,-6 1 1-16,-3-2-5 16,-1 4 0-16,-3 0-6 15,-10 5 1-15,-8 2-2 16,0 4 6-16,-6 4-2 15,-4 0-5-15,4 2-4 0,2 8-5 16,5 0-22-16,8-1-30 16,9-4-63-16</inkml:trace>
  <inkml:trace contextRef="#ctx0" brushRef="#br0" timeOffset="183038.94">19569 11426 177 0,'0'0'-15'0,"40"-12"32"15,-23 5-6-15,-2 4 0 16,-3 3-1-16,-2 0-2 16,-4 0 0-16,1 8-7 15,-3 3 2-15,2 2 0 16,-3 1 0-16,0 1-2 15,-2-2 0-15,0 0-2 0,-1-6 3 16,0 2-5-16,0-4 5 16,0-3-3-16,0-1 0 15,0-1 4-15,0 0 9 16,0-3 4-16,3-4-12 16,2-4 0-16,-1 1-2 0,5-4-5 15,3-1 6-15,3-2-1 16,4 2-4-16,2-1 8 15,0 3-4-15,3 3 2 16,-2 2 0-16,1 3-1 16,0 3 1-16,1 2-1 0,-3 0-1 15,0 7-2-15,-1 4 1 16,-4 5-1-16,-1 2 0 16,-6 5 1-16,-6 5 0 15,-3 4-8-15,-20 3-20 0,-15 2-50 16,-13-1-44-16</inkml:trace>
  <inkml:trace contextRef="#ctx0" brushRef="#br0" timeOffset="184099.72">16039 12194 84 0,'0'0'11'15,"0"0"22"-15,0 0-4 0,0 0-13 0,0 0-6 16,0 0-6-16,0 0-2 15,0 0-1-15,0 0-1 0,0 0 0 16,0 0 0-16,0 0-3 16,0 0-2-16,-11-23-2 15,16 23 3-15,5-1 3 16,1-1-3-16,5 2 3 16,0-1-1-16,6 1 1 0,5 0 1 15,2 0-2-15,3 0 2 16,8 0-1-16,5-2 2 15,3 1-1-15,4-3 3 16,6-2-1-16,2 1-1 16,7-1 1-16,0-1 2 0,8-2 0 15,3 1 0-15,7-1 1 16,2-1-1-16,5 0-3 16,4-1-1-16,8-2 2 15,3 0-1-15,7-1-1 16,6-2 2-16,6 2-1 0,2-1 1 15,2 1-2-15,6-1 0 16,2 2-8-16,-3 2 10 16,5-2-1-16,-2 2-1 15,0 1 0-15,-2 0 2 16,-5 3-1-16,-3 0 2 0,-6 0 4 16,-8 1 3-16,-7 0 1 15,-9 1-1-15,-10-1 1 16,-9 1-3-16,-8 0 1 15,-7 1-2-15,-9-2-1 16,-6 3-4-16,-7 2-1 0,-8 1 1 16,-7 0-4-16,-5-1-36 15,-11-4-78-15</inkml:trace>
  <inkml:trace contextRef="#ctx0" brushRef="#br0" timeOffset="185879.47">17892 12080 85 0,'0'0'6'0,"0"0"18"0,0 0 5 0,0 0-10 15,0-1-5-15,0-1-1 0,0 2-3 16,0-2-4-16,0 2 0 16,0 0-4-16,-3 0-2 15,1 0 3-15,-5 7-3 16,2 0 0-16,-3 2-1 16,1 2 2-16,3 1-1 0,-2 0-1 15,3-1 1-15,1 3-1 16,2-1 1-16,0 1 0 15,0 1-1-15,0 0 0 16,0 2 1-16,0-1-1 16,5 2-1-16,3 2 2 15,0 1-1-15,3 1 1 0,0-1-1 16,1 2-1-16,2-2-1 16,-3 2 2-16,3-3-1 15,-1 2 1-15,3-3-2 16,-1-3 0-16,2 2 0 0,1-4 4 15,3 0 0-15,-2-1 3 16,5-1-1-16,0 0 2 16,1 0 1-16,-1 0-12 15,4 1 16-15,-3-1-7 16,1-1-1-16,-1 2 0 0,1-2 0 16,-5-1-1-16,1-1 2 15,2-2 4-15,-5 0-1 16,2 0-1-16,-1-1-2 15,1-1-1-15,-4-2-1 16,-3 1 0-16,0-1 0 16,-1 0 0-16,-4-2 0 0,0 1 1 15,-1-1-1-15,-2 0-9 16,-2-1-27-16,-4 0-31 16,0-2-54-16</inkml:trace>
  <inkml:trace contextRef="#ctx0" brushRef="#br0" timeOffset="186333.17">18482 12565 59 0,'0'0'17'0,"0"0"-9"0,0 0-3 0,0 0-4 16,0 0 3-16,0 0 1 15,0 0-1-15,0 0 4 16,0 0 2-16,0 0-2 16,0 0 2-16,0 0 2 15,22 22-2-15,-19-13-5 0,-1 2 2 16,0 4-2-16,-1 3-3 16,-1 4 2-16,0 4 0 15,0 4 1-15,-5 3 5 16,-7 1 0-16,-3 4-4 15,-3-1-1-15,-6 1-3 0,-3 3-1 16,-3-1 0-16,-5-4-34 16,1-9-89-16</inkml:trace>
  <inkml:trace contextRef="#ctx0" brushRef="#br0" timeOffset="188684.4">19394 12596 145 0,'0'0'-8'0,"0"0"15"0,-6 0-6 0,-5 0-1 0,-1 0 0 16,-5 0 2-16,0 1-2 15,-3 3 0-15,1 1 1 16,0 0 0-16,-4 1 1 0,4 1 0 16,-2 2-2-16,1 1 1 15,1 1-2-15,1 3 1 16,4 0 2-16,1 1 5 15,4-1 2-15,4 0 0 16,5-2-1-16,0 1 2 0,0-1 1 16,4-1-3-16,8 0 0 15,4-1-7-15,3 1 5 16,3-4 2-16,2 1-5 16,2-2-2-16,2-2 0 15,1-2 2-15,-1-1-2 16,3-1 1-16,3 0-4 0,-6 0-28 15,2-10-42-15,-1-1-54 16</inkml:trace>
  <inkml:trace contextRef="#ctx0" brushRef="#br0" timeOffset="189033.09">19646 12694 214 0,'0'0'-4'16,"0"0"6"-16,0 0 0 15,-42 0-2-15,24 6 0 0,3 2-1 16,-3 3 1-16,5 2 0 16,2-2 0-16,6 1-1 15,4-2-1-15,1 0-3 16,1-3-4-16,11 0 5 16,4-6 3-16,4-1 6 0,1 0 4 15,5-4 1-15,-1-5 1 16,-2-3-1-16,-1-1 1 15,-3-2-1-15,-4 0-2 16,-6 1 2-16,-1-2 1 16,-8 2 1-16,0 1-3 15,-4 2-3-15,-7 1-3 0,-5 3-7 16,-3 4 13-16,-2 3-7 16,0 0-8-16,-1 6-13 15,3 5-7-15,2-1-30 16,7-1-27-16</inkml:trace>
  <inkml:trace contextRef="#ctx0" brushRef="#br0" timeOffset="189503.94">19796 12657 122 0,'0'0'10'0,"0"0"-12"15,0 0 5-15,0 0-1 16,0 0 0-16,37 4 1 16,-30 2-1-16,0 4 4 0,1 0-1 15,2 1 1-15,-1 3 0 16,2-1-5-16,-2 0 1 16,0-1 1-16,0-1-3 15,-2-1 1-15,-3-2 0 0,-3-3-6 16,-1 0 2-16,0-4-1 15,0-1 1-15,0 0 16 16,-1 0-7-16,-1-7-4 16,0-3-1-16,2-1-2 15,0-1-2-15,0-4 5 16,4 1 0-16,3 1-2 0,3 1 4 16,1 3 10-16,1-1 3 15,2 5 2-15,1-1-6 16,4 3-5-16,4 1-4 15,2 2 1-15,0 1 0 16,0 0-2-16,-3 3-1 0,-5 5 0 16,-3 2 0-16,-5 2-5 15,-7-1-14-15,-2 3-9 16,0-1-7-16,-2-2-15 16,-6-4-4-16</inkml:trace>
  <inkml:trace contextRef="#ctx0" brushRef="#br0" timeOffset="189859.65">20229 12609 151 0,'0'0'-16'0,"0"0"20"0,38-2 7 0,-24 2-7 15,-3 9 0-15,0 2 0 16,1 0-1-16,-1 2 0 0,0 1 1 16,0-1-3-16,-2 0 0 15,3-2 0-15,-3-1 0 16,-1-4-1-16,0-2 1 16,0-1-2-16,-2-3 9 15,-1 0 12-15,0-4 18 0,0-5-16 16,0-2-11-16,-1-3-1 15,0-1-2-15,0 0 1 16,0-1-6-16,1 2-3 16,0-1 1-16,4 3-13 15,-1 2-18-15,-2 0-60 0,3 2-63 16</inkml:trace>
  <inkml:trace contextRef="#ctx0" brushRef="#br0" timeOffset="190200.86">20686 12565 185 0,'0'0'8'0,"0"0"4"15,0 0-18-15,0 0 0 16,0 0 18-16,-31 36-9 16,19-25-2-16,5 0-1 0,1 0 0 15,4-2-1-15,2-1-4 16,0 0 0-16,8-2-2 15,1-1 5-15,4-4 1 16,1-1 0-16,4 0 5 16,0 0-4-16,-3-4 10 15,2-5 8-15,-3-2 5 16,-2-2-1-16,-1 0-7 0,-2 1-1 16,-6-1-2-16,-3 0-5 15,0 5-2-15,-6 1-5 16,-6 1 0-16,-6 6-1 15,-3 0-5-15,-2 0-10 0,1 4-14 16,2 0-36-16,6-2-43 16</inkml:trace>
  <inkml:trace contextRef="#ctx0" brushRef="#br0" timeOffset="190557.12">20858 12254 255 0,'0'0'6'0,"0"0"-9"0,0 0 1 0,0 0 2 0,-11 55 0 16,10-31 0-16,1 3-1 15,0 2-3-15,0 0 2 16,5 1 4-16,4 0-2 0,2-5 0 16,-2-2-2-16,0-3 3 15,2-1-2-15,0-4 2 16,-4 1-3-16,3-3-41 15,-4-5-24-15,0-1-34 16</inkml:trace>
  <inkml:trace contextRef="#ctx0" brushRef="#br0" timeOffset="190926.75">21050 12541 275 0,'0'0'-5'0,"0"0"11"15,0 0-2-15,0 0-6 16,0 0 1-16,0 0-2 16,0 0 3-16,0 0 1 15,3 25 0-15,1-16-2 16,2-2 0-16,2 0-4 0,4-2 2 16,0 1 2-16,4-5 2 15,0 1-2-15,3-2-8 16,-2 0-3-16,2-6 6 15,-2-4-1-15,-1-1 5 16,-3-3 2-16,1 0 2 0,-7 1-1 16,-1 1 1-16,-1 1-2 15,-1 4 3-15,-3 2 11 16,-1 2-3-16,1 3-9 16,0 0-4-16,1 6-2 15,0 3 7-15,1 2-3 0,1 2-9 16,2-1-21-16,-1-1-27 15,5-6-42-15</inkml:trace>
  <inkml:trace contextRef="#ctx0" brushRef="#br0" timeOffset="191248.37">21397 12253 59 0,'0'0'4'0,"0"0"17"0,5 52 1 0,-2-27-2 16,-1 0-7-16,0 2 2 15,2-1-2-15,0-2-3 16,-2-1-2-16,0 0-3 16,1-5-4-16,-2-2 0 15,-1-1-1-15,1-3 0 0,-1-4-16 16,0-2-22-16,0-3-24 16</inkml:trace>
  <inkml:trace contextRef="#ctx0" brushRef="#br0" timeOffset="191540.7">21330 12455 119 0,'0'0'10'0,"0"0"-13"0,57-14 5 16,-27 8-2-16,3 3 1 15,1-1-2-15,1 1 1 16,-1-1 5-16,-4 4 2 15,-4 0 8-15,-6 0 1 16,-3 0-5-16,-7 7-6 16,-5 3-2-16,1 3 0 0,-6 0 3 15,0-1 0-15,0 0 3 16,0 0-2-16,0-3-2 16,0 0-3-16,0-1-1 15,5-1-1-15,1-1-3 0,4-5-23 16,0-1-62-16</inkml:trace>
  <inkml:trace contextRef="#ctx0" brushRef="#br0" timeOffset="191689.03">21701 12286 216 0,'0'0'-16'0,"0"0"18"15,0 0-2-15,0 0-68 16,0 0-62-16</inkml:trace>
  <inkml:trace contextRef="#ctx0" brushRef="#br0" timeOffset="192079.99">21848 12415 185 0,'0'0'1'15,"0"0"0"-15,0 0-2 16,0 0-1-16,-39 49 2 0,33-35 0 16,4-1-1-16,2-1-6 15,4-3 9-15,10 1-3 16,1-3 3-16,3-3 3 15,2-2-1-15,3-2-4 0,-1 0-1 16,-2 0 3-16,0-5-1 16,-3-3 5-16,-4-4 12 15,-1-2 3-15,-7 0-2 16,-2-3-5-16,-3-1-5 16,0 3-8-16,-8 0 2 15,-3 6-3-15,-3 2 3 0,-3 4 2 16,0 3-5-16,-1 0 0 15,2 3-18-15,3 7-17 16,2-3-31-16,5-1-35 16</inkml:trace>
  <inkml:trace contextRef="#ctx0" brushRef="#br0" timeOffset="192507.22">22100 12430 132 0,'0'0'-11'16,"0"0"13"-16,0 0 0 15,45 9-1-15,-34-4 2 16,-2 5 7-16,0-2 3 16,0 2 0-16,0 0-6 15,-4-1-1-15,-1 0-2 0,0-1-3 16,-4-2-1-16,0-1 2 15,0-1-8-15,-5-2-11 16,-2-1 22-16,-4-1-4 16,2 0-2-16,1-1 4 0,3-6-1 15,3-2-2-15,2-4 1 16,0-1 1-16,9 0 8 16,6-2-6-16,4 1 0 15,6-1 2-15,2 5 0 16,2-1-1-16,1 4-3 0,0 2 3 15,-4 5 4-15,0 1 0 16,-4 0 0-16,0 6-2 16,-9 6-3-16,-4 7-3 15,-2 1 0-15,-5 4-2 16,-2-3-7-16,0 2-24 16,-7-8-25-16,3-3-88 0</inkml:trace>
  <inkml:trace contextRef="#ctx0" brushRef="#br0" timeOffset="194749.81">20674 13084 123 0,'0'0'11'0,"0"0"16"0,0 3-17 0,0 3-9 16,0 4-1-16,-2 1 4 15,1 5-1-15,1 2 1 16,0 2 1-16,0 3 0 0,0-2 3 15,0 2-3-15,1 0-2 16,4-1-2-16,-3-2-1 16,-2 0 2-16,2-3-1 15,-1-2-1-15,-1-1-1 16,2-3-15-16,-2-4-14 0,0-5-26 16</inkml:trace>
  <inkml:trace contextRef="#ctx0" brushRef="#br0" timeOffset="195048.66">20709 13107 145 0,'0'0'4'16,"0"0"12"-16,0 0-1 16,37-21 0-16,-22 15-5 15,-1 2-2-15,1-2-2 16,2 2 1-16,-1 0-2 0,3 2 0 16,-4 1-3-16,2 0-1 15,-4 1 0-15,1 0-1 16,-4 1-15-16,-3 4-27 15,0 0-28-15</inkml:trace>
  <inkml:trace contextRef="#ctx0" brushRef="#br0" timeOffset="195256.15">20768 13250 163 0,'0'0'7'16,"0"0"1"-16,0 0-10 15,0 0 8-15,0 0 4 16,0 0 0-16,0 0 3 16,40 6-1-16,-22-6-8 0,4 0 1 15,2 0-4-15,2 0-1 16,-4 0-26-16,3 0-23 16,-3 0-18-16</inkml:trace>
  <inkml:trace contextRef="#ctx0" brushRef="#br0" timeOffset="195511.85">21120 13202 124 0,'0'0'26'0,"0"0"-5"16,0 0 0-16,0 0-17 0,0 0-2 15,0 0-4-15,-38 20 2 16,32-10-1-16,4 1 1 15,1-2-3-15,1 0 3 16,0-1 6-16,6-2 0 16,2-1 5-16,4 0-5 0,3-1-5 15,4-1 4-15,0-2-4 16,2-1 2-16,-1 0-26 16,0 0-43-16,-7-3-36 15</inkml:trace>
  <inkml:trace contextRef="#ctx0" brushRef="#br0" timeOffset="195653.87">21148 13097 152 0,'0'0'3'0,"0"0"7"0,-45-20-7 16,34 20-3-16,3-2-15 15,4 0-29-15,3-1-65 16</inkml:trace>
  <inkml:trace contextRef="#ctx0" brushRef="#br0" timeOffset="196003.07">21348 12867 198 0,'0'0'-14'0,"0"0"38"15,0 0-1-15,0 0-22 0,0 0-1 16,0 0 3-16,0 0-2 16,-15 58 0-16,15-32 2 15,0 1-1-15,0 1 0 16,0 5-1-16,1-4-1 15,5 3 2-15,-4-4 0 0,1-2-1 16,1-2-1-16,0-4 0 16,0 0 0-16,-2-6 0 15,0 0 0-15,4-5-1 16,-3-2-36-16,1-4-24 16,2-3-8-16</inkml:trace>
  <inkml:trace contextRef="#ctx0" brushRef="#br0" timeOffset="196301.67">21560 12897 179 0,'0'0'16'16,"0"0"10"-16,0 0-22 15,0 0-2-15,0 0 2 16,0 0 5-16,20 48 1 0,-14-25-2 16,-4 5 0-16,1 3-3 15,1-1-1-15,0 0-3 16,-1-1 0-16,-2-4-1 16,-1-1 1-16,0-2-1 0,0-4 0 15,0-1 0-15,-4-4-3 16,-5 0-24-16,-2-6-44 15,-2-6-29-15</inkml:trace>
  <inkml:trace contextRef="#ctx0" brushRef="#br0" timeOffset="197377.78">21464 13145 224 0,'0'0'-25'0,"0"0"28"15,0 0 8-15,0 0-8 16,0 0 0-16,47-35-1 16,-34 32-2-16,3-1 1 15,3 2 0-15,-2 1-1 16,0 1 1-16,-1-3-1 16,1 3-1-16,-1 0-3 0,-3 0 3 15,1-1 1-15,-1-1 0 16,1 1 0-16,-1 0-3 15,0-1-3-15,-3-1-4 16,-2 2 3-16,1-1 4 16,-5 1 3-16,0-2 0 0,-1 2 4 15,-1-1 12-15,1 1 0 16,-3-2-2-16,0 0-5 16,1 2-2-16,-1-2-4 15,1 1 0-15,0 0-2 0,-1-2-1 16,0 1 2-16,0 0-2 15,0 1-3-15,0-2 3 16,-3 1-3-16,-3 2 3 16,-2-1 0-16,0 2 6 15,1 0-4-15,-1 0-1 16,2 0-1-16,-1 1 1 0,3 6-2 16,0 2 1-16,0 2-1 15,0 1 1-15,1 2-1 16,-1 0 1-16,2 2 0 15,1-2-1-15,1 1 1 16,0 0-2-16,0-3-1 16,2 3 3-16,5-3-2 0,-2-1 2 15,3-1-2-15,-1-3 1 16,2-1 1-16,0-2 1 16,1-3 8-16,2-1-5 15,0 0 3-15,1 0-4 16,1 0-2-16,-1-1 0 0,1-5-1 15,-2-1 1-15,0 0 0 16,-4-2-1-16,0 1 1 16,-2-2 0-16,-2 1 1 15,0 0 1-15,-2 0-2 0,-1-1 2 16,-1 0-2-16,0 0 0 16,0-1-2-16,0 2 2 15,-2 0-1-15,-1 3 2 16,1 0-4-16,-1 2 4 15,2 0-2-15,1 2 1 0,0-1-2 16,0 3-2-16,0-2-7 16,4 1 4-16,4-1 4 15,4-1 2-15,1 0-1 16,2-2 0-16,0 3 2 16,1-1-1-16,-3 3 0 15,1-1 0-15,-5 1 1 0,-1 0-2 16,-2 0 1-16,-2 3 0 15,-2 4-3-15,0 1 1 16,-2 3-1-16,0 2 3 16,0 1-1-16,0 1 4 15,-4 0 0-15,2-1-3 0,2 1 2 16,-1-3-1-16,1 0 0 16,0-4 0-16,0 1 1 15,4-5-2-15,2-1 2 16,4-2 8-16,2-1 1 15,2 0 0-15,5-1 0 0,0-6 1 16,3-3-4-16,0 0-3 16,2-1-4-16,-1-1 1 15,1-2-1-15,0 1 0 16,-2-1-14-16,-4-2-20 16,-4-1-59-16</inkml:trace>
  <inkml:trace contextRef="#ctx0" brushRef="#br0" timeOffset="198792.51">20904 13653 12 0,'3'1'11'0,"1"-1"-7"0,-1 0-3 0,1 0-2 15</inkml:trace>
  <inkml:trace contextRef="#ctx0" brushRef="#br0" timeOffset="199909.73">20858 13918 72 0,'0'0'0'0,"0"0"6"0,0 0 3 0,0 0-5 15,0 0 2-15,0 0 14 0,0 0 24 16,0 0-25-16,0 0-1 16,0 0-12-16,33 0-7 15,-30 0-19-15,1 0-6 16,-2 0-6-16,-1 0 7 16,0-3 16-16,0 3 10 0,-1-1 15 15,0-1 13-15,0 0-8 16,0-1-4-16,0-2 11 15,0 1-14-15,0 1-3 16,0-2-2-16,0-1-3 16,-1 2 0-16,-1-1-1 0,0 1-1 15,-3 1-4-15,-1-1-3 16,1 3 1-16,-3-1 2 16,-1 2 5-16,1 0-4 15,-4 0 2-15,1 0-3 16,-3 7 0-16,1-1-1 0,-1 0 2 15,0 5-1-15,2 1 2 16,2 0-4-16,2 0 1 16,3 1 1-16,2-1 0 15,2-1-4-15,1-1 1 16,0 0-1-16,0-2 2 0,2-3-2 16,4 0-1-16,1-1 6 15,2-3-2-15,2 0 7 16,0-1 2-16,0 0-2 15,3 0-1-15,-1 0-4 16,0 0 0-16,-1 0 0 16,-1 0 0-16,1 0-1 0,-2 0 0 15,-3 0 0-15,0 0 1 16,-2 2-1-16,0 4 0 16,0-2 1-16,-2 3-1 15,0 0 1-15,0 0-2 0,-3-1 2 16,0 0-1-16,0-1-1 15,0-1 0-15,-1 1 0 16,-5-1 9-16,-4 0-3 16,-3-1 0-16,-1 0 2 15,-4 1 1-15,-1-1-4 0,-2 0-3 16,-1 0-1 0,2 0 0-16,3-1 0 0,0 0-5 15,7-1-10-15,4-1-30 16,5 0-39-16</inkml:trace>
  <inkml:trace contextRef="#ctx0" brushRef="#br0" timeOffset="200686.61">21059 13729 85 0,'0'0'5'0,"0"0"2"0,0 0 11 0,0 0 1 16,0 0 6-16,0 0-2 16,0 0-7-16,0 0-16 15,0 0 0-15,0 0 0 16,0 0 2-16,0 0 2 16,0 0 0-16,4 50-2 0,-6-29 1 15,0-1 0-15,0 1 0 16,0-1 4-16,0 2-4 15,2-3 4-15,0 0-1 16,0-1 0-16,0-3-2 16,0 0-1-16,4-2-3 0,2 0 2 15,-1-3-1-15,3-2-1 16,-1-1 0-16,2-1 0 16,2 1 0-16,-1-4 3 15,1 0 0-15,2-2-2 16,0-1 0-16,0 0 1 15,1 0-1-15,0-3 5 0,1-2-3 16,-1-5 2-16,-1 1-3 16,-2-3-1-16,0 1 2 15,-5 0-2-15,2 0 0 16,-6-1 0-16,0 4 1 16,0 1 1-16,-1 2-2 0,-1-2 0 15,0 3 1-15,2 1-1 16,-2 2 0-16,0 1 0 15,0 0-1-15,1 0-2 16,2 0-3-16,-3 2 1 16,3 5 2-16,0 2 5 0,0-1-2 15,4 0 1-15,-2 3-2 16,1-2-2-16,-1 0 2 16,1-1 0-16,1-2 0 15,-2-1-1-15,3 1-1 16,-1-3-5-16,3-2-6 15,-2-1-17-15,-1 0-37 0,1 0-30 16</inkml:trace>
  <inkml:trace contextRef="#ctx0" brushRef="#br0" timeOffset="200850.88">21369 13840 129 0,'0'0'-9'0,"0"0"25"0,0 0 10 16,0 0-12-16,0 0-5 0,0 0-6 16,0 0-4-16,0 0-52 15,0 0 14-15</inkml:trace>
  <inkml:trace contextRef="#ctx0" brushRef="#br0" timeOffset="201275.74">21583 13911 146 0,'0'0'8'15,"0"0"48"-15,0 0-24 0,0 0-20 16,0 0-9-16,0 0-5 16,0 0 12-16,0 0-8 15,-39-24-1-15,30 24-1 16,0 0 0-16,0 0 0 16,-3 8-1-16,2-1 1 0,-1 5-2 15,3-1 1-15,0 4 1 16,4-3-2-16,3 2-2 15,1-1-3-15,0-3 6 16,0-3-2-16,1 0-4 16,7-1 2-16,1-2 6 15,1-2-3-15,2-2 7 0,2 0-4 16,-1 0 1-16,1 0-15 16,1-9-17-16,-3-2-23 15,-5-5-2-15,1-2-10 16</inkml:trace>
  <inkml:trace contextRef="#ctx0" brushRef="#br0" timeOffset="201567.71">21595 13677 7 0,'0'0'113'0,"0"0"-94"0,0 0 20 15,0 0-16-15,0 0-6 16,0 0-11-16,0 0-7 15,0 0 0-15,0 0 1 16,-31 11 0-16,31 3-3 16,0 2 6-16,0 0 0 0,0 2 0 15,2-1 0-15,5 1 1 16,-3-2-1-16,1 2-3 16,0-2 0-16,-1 1 2 15,0-1-2-15,3 0 1 0,-4-1-1 16,1-1 1-16,2 3-1 15,-3-2-6-15,-1 0-30 16,-1-1-30-16</inkml:trace>
  <inkml:trace contextRef="#ctx0" brushRef="#br0" timeOffset="202336.4">21746 14007 140 0,'0'0'1'16,"0"0"3"-16,0 0 3 0,0 0-5 16,0 0 2-16,0 0 12 15,0 0 12-15,0 0-13 16,0 0-1-16,38-36-7 16,-30 31-5-16,-1 0-2 15,2-1 0-15,2-1-2 0,-2 0-5 16,1-2-2-16,0 1 2 15,-4-1 4-15,-1 1 6 16,-1-1 3-16,-3 1 4 16,-1-2-3-16,0 3-2 15,0 0-6-15,-3 2 2 16,-5 1-5-16,0 1-1 0,-1 2-5 16,-1 1 8-16,3 0-1 15,-4 0 6-15,2 0-4 16,4 1 3-16,-3 4-2 15,2 1 0-15,0 2-1 16,2 2-2-16,1 0 0 0,1 0 3 16,-1 2-2-16,2 0 0 15,1-1 1-15,0-1-2 16,0 3 3-16,1-3 0 16,3 1-3-16,0-3 1 0,0 0 2 15,0-1 0-15,1 0 3 16,0-3-3-16,1 0 3 15,-2-1 1-15,3 1 5 16,-2-1 0-16,4 0 2 16,-3 0-3-16,3-2-4 15,0 2 0-15,1-3-1 0,1 3-2 16,-1-3 1-16,0 0-2 16,1 0 2-16,-1 0 0 15,2 0 0-15,-5 0 2 16,3 0-1-16,1-1 1 15,-3-2-1-15,3 0 1 0,1 0-3 16,-2-1 0-16,-1 1-1 16,1-1 1-16,-1 1 0 15,-1 0-1-15,-2 0 1 16,0-1 0-16,0 2 0 16,-3 0 1-16,-1 0 0 15,0 1 1-15,0 0-1 0,-2 0 1 16,0 1-2-16,0 0 1 15,0 0-1-15,0 0-6 16,0 0-15-16,0 0-15 16,0-2-54-16,0 0-29 0</inkml:trace>
  <inkml:trace contextRef="#ctx0" brushRef="#br0" timeOffset="204472.17">20857 14671 168 0,'0'1'5'0,"0"-1"1"0,1 3-1 16,1 0-4-16,1 1 0 16,-1 3 0-16,2 2 2 15,1 2 3-15,-1 1 4 0,0 3 1 16,0-1-2-16,-1 2-3 16,2 4-2-16,-3-2 0 15,0-3 0-15,0 2 1 16,-2-2-2-16,0-1-1 0,0-1-1 15,0 1-1-15,0-1 1 16,0-2 0-16,0-1-3 16,0 0-24-16,0-8-28 15,0-2-35-15</inkml:trace>
  <inkml:trace contextRef="#ctx0" brushRef="#br0" timeOffset="204828.11">20951 14625 158 0,'0'0'-1'0,"0"0"15"16,0 0 8-16,43-34-12 15,-30 30 0-15,-3 4-9 16,3 0 2-16,-2 0-2 0,-1 0 2 15,-2 4 10-15,-1 5-6 16,-2 1-8-16,0 1 3 16,-2 2 1-16,-3 1 1 15,0-1-2-15,0-3-1 0,-7 1-3 16,-2 0 13-16,-2-3-1 16,-4-1-1-16,1 0 0 15,-4-1-4-15,1 1-2 16,1-2-3-16,2 1 1 15,1 0-2-15,6-1-3 0,1 0-27 16,6-2-49-16,0-2-24 16</inkml:trace>
  <inkml:trace contextRef="#ctx0" brushRef="#br0" timeOffset="205326.39">21314 14668 45 0,'0'0'52'0,"0"0"-40"15,0 0 33-15,0 0-22 0,0 0 5 16,2-37-18-16,-9 34 6 16,-4 3-3-16,-2 0-6 15,1 0-9-15,-2 6 6 16,1 4-3-16,1 1 0 15,1 2-1-15,3 1-1 0,1-1 0 16,4 0 1-16,1-2-2 16,2-1-2-16,0-3 0 15,3 0 2-15,7-3-3 16,2-1 6-16,4-3 1 16,0 0-3-16,2 0-6 15,2-2 4-15,-6-4-3 0,1-2 1 16,-2 0 4-16,-6 0 7 15,1-1-1-15,-4 1-1 16,-2 0 10-16,-2 1-3 16,0 2 9-16,0-1-11 0,0 3 0 15,0 2 3-15,-1 1-12 16,-1 0-2-16,-1 1 10 16,1 8-7-16,0 1-1 15,0 1-1-15,2 3-2 16,0-2 2-16,0-1-3 0,6 0-7 15,4-2-13-15,3-4-22 16,1-3-19-16,1-2-68 16</inkml:trace>
  <inkml:trace contextRef="#ctx0" brushRef="#br0" timeOffset="205646.19">21589 14686 176 0,'0'0'41'0,"0"0"4"0,0 0-32 15,26-41-9-15,-25 33-1 16,-1 3-1-16,0 1-4 16,-3 2 0-16,-7 1 0 0,-4 1 8 15,0 0-6-15,-2 2 0 16,-5 7 2-16,4 2 0 16,1 1-4-16,2 4 2 15,3-2-1-15,5 3-1 16,4-2-2-16,2-3-7 0,0 0 4 15,10-5-13-15,3-2 20 16,1-3-7-16,1-2 9 16,2 0 1-16,1 0-7 15,-1-7-17-15,0-3-8 16,-3-6 12-16,-1-1 12 0,-3-3 7 16,0-1-4-16,-5-6-31 15,-1 0-28-15</inkml:trace>
  <inkml:trace contextRef="#ctx0" brushRef="#br0" timeOffset="205832.2">21645 14407 129 0,'0'0'22'15,"0"0"32"-15,0 0-17 16,0 0-30-16,0 0-6 16,0 0 0-16,0 0-1 15,-11 45-1-15,11-21 1 0,0 1 1 16,0 3-1-16,2-1 0 15,4 1 0-15,1-1-1 16,1-2-14-16,2-3-44 16,-1-6-45-16</inkml:trace>
  <inkml:trace contextRef="#ctx0" brushRef="#br0" timeOffset="206137.39">21944 14662 142 0,'0'0'11'16,"0"0"37"-16,0 0-26 15,0 0-20-15,0 0-2 16,0 0-1-16,0 0 8 16,-47-26-7-16,29 26 1 0,0 4 1 15,-1 6 0-15,3 1-2 16,0 3 1-16,3 0 0 15,4 2-2-15,4-2 0 16,4-1-1-16,1-2-4 16,0-2 4-16,7-2-2 15,5-3 0-15,4-3 5 0,1-1 3 16,3 0-3-16,2 0-33 16,-1-10-35-16,-1-5-58 15</inkml:trace>
  <inkml:trace contextRef="#ctx0" brushRef="#br0" timeOffset="206443.58">21981 14324 160 0,'0'0'16'16,"0"0"7"-16,0 0-22 15,0 0-1-15,0 0-1 16,0 0 1-16,-19 53 2 16,19-32 3-16,0 2 2 0,0 0 2 15,0 2 0-15,0 1 1 16,2-2-2-16,-1 0-3 16,0-3-1-16,1-1-1 15,1 0-2-15,-1-4-1 16,-2 1 2-16,2-2-2 0,1-2-3 15,0-1-32-15,2-3-28 16,0-6-30-16</inkml:trace>
  <inkml:trace contextRef="#ctx0" brushRef="#br0" timeOffset="206628.46">22069 14636 245 0,'0'0'9'0,"0"0"8"15,0 0-11-15,0 0-6 16,0 0 0-16,0 0-2 0,0 0 4 16,3 36 0-16,-2-22-1 15,1 1 0-15,0-3-1 16,1 0-14-16,0-8-52 16,0-3-65-16</inkml:trace>
  <inkml:trace contextRef="#ctx0" brushRef="#br0" timeOffset="206778.35">22112 14521 253 0,'0'0'6'0,"0"0"7"0,0-37-5 16,0 31-8-16,0 3-15 15,2-1-41-15,2 2-45 16</inkml:trace>
  <inkml:trace contextRef="#ctx0" brushRef="#br0" timeOffset="207390.98">22192 14642 127 0,'0'0'10'0,"0"0"15"16,0 0-13-16,0 0-4 15,0 0-1-15,0 0 7 0,0 0-7 16,0 0 8-16,0-27-5 16,2 19-4-16,5 1-6 15,2-2 0-15,2 2-3 16,2 3-9-16,1 0 12 15,-1 2-1-15,0 2-2 16,-1 0 7-16,3 0 5 0,-1 0-3 16,-1 7-4-16,-4 2-1 15,3 2 2-15,-4-1-5 16,-2 0 5-16,-1 1-4 16,-5-2 2-16,0 1 0 15,0-3-1-15,0-1-1 0,0-2 4 16,-6-2 3-16,1-1-4 15,-2-1 1-15,2 0 0 16,2 0 6-16,-2-6 3 16,4-2-4-16,1-2-1 15,0-1-5-15,0-4 3 0,8 1 0 16,3-2-3-16,-1 2 3 16,4 1-6-16,0 2 0 15,1 1 1-15,-2 4-1 16,0 2 2-16,-1 4-1 15,0 0 0-15,-1 0 0 0,-3 0-1 16,1 7 2-16,-1 3-2 16,-4 1-1-16,-1 2-3 15,-1 0-4-15,2 1-3 16,-4-1-1-16,3-3-11 16,0-2-15-16,2-2-16 0,3-5-20 15</inkml:trace>
  <inkml:trace contextRef="#ctx0" brushRef="#br0" timeOffset="208145.37">22785 14495 138 0,'0'0'15'0,"0"0"33"0,0 0-24 0,0 0-17 16,-1-39-3-16,-13 35 5 15,1 3-6-15,-2-2 0 0,-2 3-3 16,5 0 3-16,-4 0-2 16,5 0 0-16,-3 0-2 15,3 10 1-15,-1-3 0 16,2 3 0-16,3 1-1 16,1 1 0-16,2 3-1 0,4-2-1 15,0 0-1-15,0-2 2 16,0 0 1-16,2-3-3 15,6-1 3-15,-3-2 1 16,3-2-1-16,-2-3 6 16,2 0 4-16,-1 0 0 0,1 0 1 15,1-3-2-15,0-5 0 16,0-1 3-16,0-2-4 16,-1 1-1-16,0 0-1 15,-1-1 0-15,-2 1-3 16,2-1 0-16,-3 3-2 0,0 1 1 15,-2 1-1-15,0 4-1 16,-1 0 0-16,1 2-7 16,-2 0-1-16,1 0 0 15,0 4 2-15,-1 6 2 16,0 3 3-16,1 0 1 0,-1 5 4 16,1 1-2-16,3 4 0 15,-2-1-2-15,2 0 2 16,0 3-1-16,2-1 0 15,-1 2 1-15,1-2 2 16,1 0-3-16,-2-1 1 0,1 1-1 16,-1-3 0-16,-2-1 0 15,0 3 1-15,-3-6-1 16,0 4-2-16,-8-2-3 16,-4-1 2-16,-6-2 4 15,-3-3-1-15,-1-5-12 16,-4-3 0-16,2-5 10 0,1 0 1 15,5-3 4-15,2-9 4 16,5-3 6-16,5-2 4 16,3-2 4-16,3-2-7 15,0-2-3-15,10 0 2 16,5-1-10-16,8-1 1 0,4-1-1 16,2-4-21-16,6-1-33 15,-5-6-78-15</inkml:trace>
  <inkml:trace contextRef="#ctx0" brushRef="#br0" timeOffset="212252.64">22820 12952 124 0,'0'2'28'0,"0"-2"-15"0,0 0-12 0,0 1 0 16,0 2 0-16,0-2 2 15,0 2-2-15,-2-3-1 16,-2 2 1-16,1-1 1 0,-1-1 0 16,1 0 0-16,-1 0-1 15,1 0 1-15,1 0-1 16,0 0 0-16,0-3 2 15,0 0 3-15,1-1 4 16,1 0 3-16,0-2-1 16,0 2 1-16,0-2-2 0,0 3-2 15,5-1-8-15,5 0-1 16,-1 2 0-16,4 1 0 16,2 1-1-16,-1 0 4 15,1 0-2-15,-2 4-1 16,0 4 0-16,0 1 0 0,-4 4 1 15,0-1-2-15,-4 3 1 16,0-1-1-16,-4-2-4 16,-1-1 1-16,0-1 0 15,0-3 6-15,0-1-1 16,0-2-1-16,0-2 0 0,0 0 0 16,-3-2 1-16,1 0 0 15,-2 0-1-15,0 0-1 16,1-2 2-16,0-3-1 15,0-2-1-15,2 0-2 16,1-3-2-16,0 0 3 0,0 1-1 16,4-2-1-16,4 1 0 15,2-2-1-15,1 2 3 16,0 0 1-16,1 1-1 16,-1-1 2-16,3 4 0 15,-3 0 0-15,2 1 1 0,-2 2-2 16,-2 0 1-16,1 1 0 15,0 0-1-15,-1 2 2 16,0 0-1-16,0 0 0 16,-1 0 0-16,0 7 1 15,3 0-1-15,-5 0 0 0,3 3 1 16,-4-1 1-16,4 2-2 16,-4-1 1-16,1 0 1 15,0 2-1-15,-2-1 4 16,1-1-2-16,-1 1 1 15,-1 2 1-15,-1-1-3 0,-1 0 1 16,-1 1 1-16,0-2-1 16,0 2 3-16,0-2-4 15,0 2-1-15,0 1-1 16,-3-1 0-16,0 1-9 16,0-4-75-16</inkml:trace>
  <inkml:trace contextRef="#ctx0" brushRef="#br0" timeOffset="213625.61">23189 13910 103 0,'0'-2'30'0,"0"1"-1"0,0 1-17 0,0-2-6 0,0 1-1 16,1-1 2-16,0 1 5 16,-1-2 6-16,0 2-4 15,1-1 0-15,0 0-7 16,-1 0 0-16,0 1-5 15,2-1 0-15,-2 1 0 0,0 0-1 16,0-1-1-16,0-2 0 16,0 4 1-16,0-3-2 15,0 0 2-15,0 0-1 16,0 0 2-16,0-1-2 16,-2 0 0-16,-1 1 0 15,0-1 3-15,1 1-4 0,-1 0-4 16,0 1 4-16,0 1-3 15,-1 0 2-15,0 1 3 16,-2 0-2-16,-1 0 1 16,0 2 0-16,1 4 1 15,-4 1-1-15,4 3-1 0,-2-2 1 16,3 3 0-16,-2-1 0 16,3-2-2-16,1 1 1 15,-1-2-1-15,3-1 0 16,0 1 0-16,1-2-1 15,0 1 1-15,0-3 1 0,0 4 0 16,4-1 2-16,0-1-2 16,0 1 0-16,2 1-1 15,-1-3 0-15,0-1 2 16,2 1-2-16,-3-1 1 16,3 0 1-16,-1-3 1 15,2 2 2-15,-2-2 1 0,-1 2-3 16,3-2-1-16,-2 1 1 15,1 0-1-15,0 0 0 16,0 1 1-16,1 0-1 16,-1 0 0-16,-2 2 1 15,0-1-1-15,-1 1 0 0,-1-1 1 16,2 4-2-16,-5-1 1 16,2-2 1-16,-2 3-1 15,0-1-2-15,0 0 0 16,0-1 0-16,0 0 5 0,-7-1-1 15,1 0 0-15,-2-1 0 16,0-3 1-16,-4 3 3 16,0-2-2-16,0 1 1 15,-1-2-3-15,0 1-3 16,0 1-5-16,1-2-38 16,1 0-73-16</inkml:trace>
  <inkml:trace contextRef="#ctx0" brushRef="#br0" timeOffset="-214682.05">23060 12227 109 0,'0'-8'15'0,"0"1"35"0,0 2-11 0,0-1-11 16,-1 3-13-16,-4-1-5 0,-3 4-7 15,0-1 0-15,-3 1 1 16,-3 0-4-16,-2 8 2 16,-4 5-1-16,2 5-1 15,-1 5 0-15,2 1 1 16,5 2-2-16,4-1 1 0,5 0-1 16,3-1 0-16,0-3 1 15,8 0-1-15,5-3-3 16,5 0-1-16,6-3 7 15,3-5-28-15,-1-3-41 16,3-7-78-16</inkml:trace>
  <inkml:trace contextRef="#ctx0" brushRef="#br0" timeOffset="-214155.8">23172 12385 153 0,'0'0'-9'0,"0"0"26"16,0 0 1-16,0 0-4 0,0 0-9 15,0 0-3-15,0-38 1 16,7 34-1-16,3 0-1 16,1 1 3-16,2 2-1 15,1 1-1-15,2 0 0 16,-2 0 0-16,1 4-2 15,-2 3 2-15,-1 3-1 0,-1 1 0 16,-1 1-1-16,-5-1-1 16,1 0-4-16,-3-2 0 15,-3-3 1-15,0-1 1 16,0-1 3-16,-11-2 0 16,2-2 1-16,2 0-2 0,-3 0 0 15,0-2 3-15,5-6 0 16,0 2-1-16,3-4 0 15,2 2 0-15,0-2 0 16,0 0 1-16,7-1 1 16,2 2-4-16,3 0 2 15,-1 2-2-15,3 2 1 0,-1 2-3 16,0 1 5-16,1 2-1 16,-1 0 7-16,1 0-3 15,-1 0 1-15,1 5-2 16,-3 2-1-16,1 0 0 15,-4 0 0-15,0 1-2 0,-3-2 0 16,1 3-2-16,-3-3-20 16,-1-3-32-16,-1-1-23 15</inkml:trace>
  <inkml:trace contextRef="#ctx0" brushRef="#br0" timeOffset="-213956.05">23504 12282 120 0,'0'0'5'0,"0"0"23"0,0 0-3 0,44-23-10 0,-32 23-3 15,2 0 0-15,-1 6-4 16,0 7-2-16,0 5-1 16,-3 5-3-16,-2 8-1 15,-1 3-3-15,-5 5-16 16,-2 2-41-16,-2-1-24 0</inkml:trace>
  <inkml:trace contextRef="#ctx0" brushRef="#br0" timeOffset="-213194.71">23270 12948 66 0,'0'0'-3'16,"0"0"3"-16,0 0-1 15,0 0-1-15,0 0 3 16,35-37 9-16,-33 31 9 16,-1-2 4-16,1-2-4 0,0 1-11 15,-2 0-4-15,0 0-3 16,0-1-1-16,0 2-8 15,0-1 5-15,-5 1 1 16,-1 2-3-16,-2-1 6 0,0 3 12 16,3 1-3-16,-3 1-3 15,2 1-3-15,-2 1-1 16,4 0-3-16,-1 0 0 16,0 4-2-16,0 2 2 15,-2 4 2-15,2-2-2 0,-2 5 0 16,1-2 0-16,1 2 0 15,-1 3 0-15,0-1 2 16,1 1 2-16,2 0-2 16,0 0 0-16,1 0-1 15,0 2-1-15,2 0 1 16,-2 0 0-16,1-1 1 0,1 3 1 16,0-2 3-16,0 3 3 15,0-1 2-15,0 2-5 16,0 1-3-16,3-1 1 15,-1 0-1-15,-1-1-2 0,1-2 0 16,0-2-1-16,-2-3 1 16,0-3 0-16,0-1 1 15,0-1 2-15,0-3 0 16,-4 1 2-16,-3-2 1 16,-1-2-2-16,-1 1-1 0,-2-1-1 15,-2 1-3-15,-1-2-2 16,-2-1-32-16,0-1-36 15,-2 0-41-15</inkml:trace>
  <inkml:trace contextRef="#ctx0" brushRef="#br0" timeOffset="-212788.33">23019 13065 41 0,'0'0'12'0,"0"0"20"0,0 0-8 16,0 0 1-16,44-6-1 16,-27 0-4-16,2 0 0 0,1-1-3 15,4 0 3-15,2 0-4 16,2-3-3-16,1 3-3 16,3 0-4-16,3 0-2 15,-2 0 1-15,2 1-4 16,-5 0 0-16,-1 2 0 0,-3 3 0 15,-2 1 0-15,-5 0 0 16,-4 0-6-16,-3 4-35 16,-7 0-68-16</inkml:trace>
  <inkml:trace contextRef="#ctx0" brushRef="#br0" timeOffset="-211850.1">23470 13875 19 0,'0'0'32'0,"0"0"6"0,0 0-7 0,0 0 2 16,0 0 1-16,0 0 1 16,0 0-2-16,0 0-8 15,0 0-8-15,0 0-7 16,0 0-7-16,0 0 2 16,46-32-7-16,-19 22-2 0,0-4-29 15,3-5-83-15</inkml:trace>
  <inkml:trace contextRef="#ctx0" brushRef="#br0" timeOffset="-209726.94">23352 14461 121 0,'0'-2'12'0,"0"2"18"0,0-1-9 0,0 1 3 16,0 0-6-16,0-2-7 16,0 2-1-16,0 0-3 0,0 0-5 15,0 0-3-15,0 0-1 16,0 0-2-16,0 2 8 15,0 5-3-15,-2 1-1 16,0 5 1-16,2-1-1 16,0 6 1-16,0-2 0 15,0 2 1-15,0 2 0 0,2 0-1 16,0 1 1-16,3 0-5 16,-3 1-32-16,-2-5-19 15,0-4-27-15</inkml:trace>
  <inkml:trace contextRef="#ctx0" brushRef="#br0" timeOffset="-209328.27">23352 14412 116 0,'0'0'-1'0,"0"0"25"16,0 0 7-16,46-42-12 16,-30 36 7-16,-2 1-9 0,1 0 1 15,1 2-4-15,-3 3-6 16,1 0-2-16,-3 0-4 16,-2 2-1-16,0 6 0 15,-3 1 0-15,-1 3-2 16,-2 0 0-16,-1 2 0 0,-2-1-7 15,0 0 1-15,0 1-3 16,-2-3 2-16,-5-1 0 16,-1 0 14-16,-3-1-3 15,0-4 3-15,-3 0-4 16,0 0 6-16,0 0-3 16,-1-1 0-16,0-1-4 0,-1 1-1 15,5-1 0-15,1 1-5 16,4-4-34-16,5 0-60 15</inkml:trace>
  <inkml:trace contextRef="#ctx0" brushRef="#br0" timeOffset="-207903.64">23582 14303 64 0,'0'0'7'0,"0"0"10"0,0 0-5 0,-43-26-4 0,30 20-6 16,-2 1-1-16,1-2 0 16,-2 3 3-16,1-1 10 15,1 3 4-15,0 0 2 16,0 1-3-16,-3 1-4 16,1 0-7-16,1 0 0 0,-4 0-1 15,-1 0 2-15,1 3 0 16,1 4 3-16,-1 1-1 15,0 2-4-15,1 3-3 16,-1 3-1-16,-1 2 0 16,0 1-1-16,3 3 1 15,-2-1-1-15,3 1 0 0,2 0 0 16,3 0 0-16,3 1 0 16,1-1-1-16,3-1 1 15,2 2-1-15,1-1 0 16,1 0 0-16,0 1-1 15,1-2 1-15,4 2 2 0,3-2-3 16,2 1 2-16,0 0-2 16,-1 1-1-16,4-3 6 15,0 0-17-15,0 0 11 16,1-3-3-16,2-3 6 16,4 2-1-16,0-4-1 0,2-1 2 15,1-2 1-15,2-2 0 16,1-2-1-16,1-4 2 15,0 1-2-15,1-2-2 16,0 0 5-16,2-2 2 16,1-5 1-16,-1 0 1 0,1-2 0 15,-2 1-2-15,-2-2-3 16,-2 0 3-16,-3-1-2 16,-4-1 0-16,0-1 2 15,-5-2 2-15,-1-1 1 16,-1 0-1-16,-1-5-3 0,1 1-2 15,-3-4 1-15,2 0-1 16,-1 0 0-16,-2 1 3 16,-1-1-1-16,-3 3-1 15,0-2 1-15,-3 0 2 16,0 1 1-16,0-1 0 16,0 0 0-16,-7-2-3 0,-4-1 0 15,-2-1 0-15,-2-1-3 16,-6-1-1-16,0-1 0 15,0 2-2-15,-2 2-3 16,-4 5 1-16,0 3-11 0,-4 6-19 16,-2 3-51-16,2 0-130 15</inkml:trace>
  <inkml:trace contextRef="#ctx0" brushRef="#br0" timeOffset="-199957.03">20918 15144 38 0,'0'0'36'0,"0"0"-31"0,0 1-7 0,0-1-4 16,0 0 1-16,0 2-2 15,0-1 6-15,2 0 1 0,0-1 0 16,3 1 1-16,-4-1-1 15,3 1 1-15,2-1-1 16,-1 1 1-16,3-1-1 16,0 2 0-16,2-1 0 15,-3 1 1-15,5 0-1 16,-1 0 10-16,2-1-1 0,1 2-1 16,0 1 2-16,3-2-5 15,0 1 0-15,2-1 0 16,2-1 0-16,2 1-4 15,2 0 0-15,1-2 0 16,-1 1-1-16,0-1 1 0,0 0 0 16,-2 0-1-16,2 1 0 15,-4 2 1-15,-2-3 2 16,-1 0 2-16,1 0 1 16,0 0 3-16,-2 0 0 15,0 0-5-15,3 0-3 0,-1 0 2 16,-2 0-3-16,3 0 0 15,-3 0 1-15,4 0-2 16,0 0 2-16,-3 0-1 16,3 0 0-16,-2 0 0 15,0 0 0-15,-2 0 0 16,0 2 0-16,1-1 0 0,2 2-1 16,-3-2 1-16,1 1 0 15,2-2 0-15,-2 0 0 16,5 0 0-16,-4 0 1 15,4 0 0-15,-1 0 0 0,2 0-1 16,-2 0 0-16,4 0 0 16,-3 0 0-16,2 0 0 15,0 0 0-15,3 0 2 16,-1-2-4-16,2 1 2 16,2 0 0-16,0-2 0 0,0 2 2 15,1 0-2-15,1-2 0 16,-2 2 0-16,1-2 0 15,1 1 0-15,-1 0 1 16,2-2-1-16,-1 2-1 16,1-2 2-16,2 0-1 0,3 1 0 15,-3 0 1-15,3-1 0 16,0-2 0-16,0 2 1 16,0-1 0-16,-1 0-1 15,-1-1 0-15,0-1 2 16,-3 0 1-16,2 1 0 15,-1 1 1-15,2-2 0 0,-2 0-1 16,-1 1 2-16,-2-1-2 16,0 0-1-16,-2-1 0 15,-1 1-1-15,0-1-1 16,0-2 0-16,2 0 0 16,2-1 0-16,1-1-1 0,0 1 0 15,2-2-1-15,-1 0-1 16,-1 0-11-16,0-1 0 15,-3-2 2-15,-1 1 1 16,-2-2 6-16,-1-1 4 16,0-1 0-16,-3-1 3 15,0 0 19-15,-3-2 4 0,-1-2-1 16,-2-2-6-16,-4 0-1 16,-1-3 4-16,-2-1 0 15,-1-3-6-15,-3 0-5 16,2 2 8-16,-3-3-3 0,2 1-2 15,1 2-5-15,0-3-4 16,3 0-4-16,2 0 1 16,1-3-1-16,2-3-1 15,0 0 0-15,-1-3 1 16,-1-1-1-16,-3 0 0 0,-5-1-1 16,-1-3 1-16,-2-2-1 15,-1-1 1-15,-1-1 0 16,-2-2-2-16,1 1-1 15,-1-1-6-15,0 0-4 16,0-3 3-16,0-1 3 16,0 1 2-16,-1-1 5 0,1-3 0 15,0 2 0-15,0 0-2 16,5-1 2-16,1-1 0 16,3 0 0-16,4 0-2 15,-3-1 0-15,1-1 2 16,-2 1 0-16,-3 1 1 0,-3-2-1 15,-3 2 1-15,-2 1-2 16,-12 1 0-16,0-2-1 16,-4 4 3-16,-5 0-1 15,2 3 1-15,-8 2-1 16,-2 2 0-16,-2 2-3 0,-7 1 1 16,-2 3 0-16,-4 0-4 15,-6 4 8-15,-3 3-5 16,-4 1 4-16,-7 5-1 15,-3 3-2-15,-4 3 1 16,-4 2 2-16,-5 1 1 0,-4 5-2 16,-2 0 1-16,-3 3-1 15,-8 1-2-15,-4 5 2 16,-3 3 0-16,-4 1 1 16,-6 4 0-16,-3 0-1 15,-4 0 1-15,-1 7-2 16,-2 5 2-16,1 2-1 0,-3 0 2 15,3 3-2-15,-2 2 0 16,2-1 0-16,4 2 0 16,0-2 0-16,1 2 1 15,3 0-1-15,5 1-1 0,2 2 1 16,4 0 1-16,0 1-2 16,7 2 1-16,2 1-2 15,1 1 4-15,5-1-2 16,3 3 0-16,-1 0 0 15,4 2 0-15,5 4 0 0,4 2 0 16,4 6 0-16,3 4 0 16,3 7 0-16,9 1-2 15,-1 5 2-15,6 4 0 16,5 7 0-16,5 4 0 16,10 5 0-16,3 7-1 15,3 9 0-15,10 2 1 0,2 2 0 16,8 3-1-16,5 4 1 15,1-2 0-15,15-2 0 16,8 3 1-16,14-1-2 16,8-1 1-16,15-1 0 15,13-3 0-15,14-2 1 0,17-6-2 16,15-2 1-16,19-5-1 16,11-5 3-16,17-7-2 15,10-3-9-15,1-6-28 16,-3-7-11-16,-8-9-99 0</inkml:trace>
  <inkml:trace contextRef="#ctx0" brushRef="#br0" timeOffset="-198931.05">21812 15213 109 0,'0'0'4'0,"0"0"11"0,0 0-7 16,0 2-6-16,0-1 0 15,0 2 5-15,0 0-1 0,0 1 1 16,1 2 1-16,0 1-1 16,4 3-3-16,-5 0-1 15,2 4-2-15,-1 0 0 16,1 3 1-16,-1-1 0 15,1-2-1-15,-1 3 0 0,3-2 0 16,-2 1 1-16,-1-3 0 16,1 0 2-16,1-2 1 15,0-1 3-15,-1 0-1 16,2 0 0-16,0-1-2 16,-2-1-4-16,1-1 1 0,0 0-2 15,-1-1 0-15,-2-2 0 16,1 1 0-16,-1-3-7 15,0 1-12-15,0-1-27 16,0-2-7-16</inkml:trace>
  <inkml:trace contextRef="#ctx0" brushRef="#br0" timeOffset="-198489.72">21780 15509 44 0,'0'0'3'0,"0"0"2"0,46 7 6 0,-27-7-10 0,-1 3 1 16,0-3-14-16</inkml:trace>
  <inkml:trace contextRef="#ctx0" brushRef="#br0" timeOffset="-198154.52">22069 15377 58 0,'0'0'2'15,"0"0"-11"-15,0 0 9 16,-40 38-3-16,18-17 5 0,-4 5 0 16,-7 1 2-16,-4 3-10 15</inkml:trace>
  <inkml:trace contextRef="#ctx0" brushRef="#br0" timeOffset="-194786.78">19021 16134 102 0,'-3'0'12'0,"2"-2"-1"0,0 1-8 0,1 1-3 16,0 0-1-16,0-1-6 15,0 0 1-15,0 0 5 16,0 0 2-16,0-1 0 16,0 2 1-16,0 0-2 15,0-1-1-15,0-1 2 0,1 2 1 16,2 0 0-16,0-2 5 15,1 1 6-15,1 1 1 16,3-1-2-16,-2 1 3 16,4-1-6-16,1 1 2 15,3-2 0-15,1 2 0 16,2 0 0-16,2-1-6 0,2-1-2 16,3 1 1-16,-1-2-2 15,0 2-2-15,2-1 1 16,0 2-1-16,-4 0 0 15,0-1 0-15,-2 1-1 16,-2 0-7-16,-1-2-21 0,-5-1-34 16,-1-5-65-16</inkml:trace>
  <inkml:trace contextRef="#ctx0" brushRef="#br0" timeOffset="-194580.68">19350 16024 252 0,'0'0'3'0,"0"0"13"15,0 0-9-15,0 0-5 0,0 0 0 16,41-5-1-16,-30 10-1 16,0 8 0-16,-2 4-2 15,-2 4-2-15,-2 3-30 16,-5 2-30-16,0-2-23 15</inkml:trace>
  <inkml:trace contextRef="#ctx0" brushRef="#br0" timeOffset="-193982.75">19889 15872 117 0,'0'0'8'0,"0"0"-3"0,0 0-5 0,0 0 2 15,0 0-2-15,-6 42 0 0,5-27 1 16,1 5 1-16,0-1 2 15,0 2 3-15,0 1-2 16,4 1-3-16,2-1 0 16,-2 0 0-16,-1-1-2 15,1-2 1-15,-2-3-1 16,1-1-1-16,-1-5-5 16,-2 0-12-16,0-4-3 0,0-5-21 15</inkml:trace>
  <inkml:trace contextRef="#ctx0" brushRef="#br0" timeOffset="-192658.91">19882 15838 60 0,'0'0'10'0,"0"0"14"0,0 0-14 0,0 0-7 16,0 0-3-16,0 0 1 15,0 0-1-15,0 0 1 16,0 0 2-16,0 0 1 16,6-1-3-16,-6 1-1 0,-2-1 2 15,1 1-1-15,0 0-1 16,1-2 0-16,0 2-1 16,-1 0 1-16,1-1 1 15,0-1-2-15,0 2 4 16,0-1 4-16,0-1 8 15,1 1 1-15,3-1-3 0,2 0-7 16,-1-1 0-16,4 1-1 16,-1-1 1-16,2 1-4 15,2 0-1-15,1 1 0 16,0 0-1-16,0-1 0 16,0 2 1-16,-1 0-1 0,-2 0 0 15,2 0 0-15,-1 2 0 16,-2 2 1-16,0 2-1 15,-2 0 0-15,0 0-1 16,-1 3 0-16,-3 0 2 16,-1-1-1-16,-1 0 1 0,0 2-1 15,-1-1 1-15,0 1-1 16,0 0 1-16,-1-2-1 16,-4 3 0-16,-2 0 0 15,-1 0 1-15,-2-1-1 16,-2 0 1-16,-3 0-2 0,2-1 4 15,-4 0-2-15,2 0-1 16,-1-1 2-16,-1-1-1 16,-1 0 0-16,3-1-1 15,1-2 1-15,1-1-1 16,2-3 1-16,3 2 2 0,-2-2 3 16,3 0-2-16,1 0-4 15,2 0 1-15,0 0 1 16,2 0-2-16,1 0 1 15,0 0-1-15,1 0-1 16,0 0-2-16,0 0 1 0,0 0-5 16,0 0-2-16,0 0 5 15,0 0-1-15,0 0 2 16,0 0-3-16,0 0-2 16,1 0 0-16,-1 0 3 15,1 0 2-15,-1 0 2 0,0 0 2 16,0 0-1-16,0 0 3 15,0 0-3-15,0 0 2 16,0 0-1-16,0 0 0 16,0 0 0-16,0 0 2 15,0 0 3-15,0 0-1 16,0 0-2-16,0 0 2 0,1 0-5 16,-1 0 0-16,0 0 0 15,0 0 0-15,0 0 1 16,1 0-1-16,-1 0 1 15,0 0 0-15,0 0-1 0,0 0 1 16,0 0-1-16,0 0 1 16,0 0-1-16,1 0 0 15,0 0 1-15,1 0-1 16,-2 0 0-16,2 0 0 16,-2 0 0-16,0 0 1 15,0 0-1-15,1 0 0 0,-1 0 0 16,0 0 1-16,0 0-1 15,0 0 0-15,0 0-1 16,0 1-17-16,0 2-29 16,0-2 15-16,0-1-69 15</inkml:trace>
  <inkml:trace contextRef="#ctx0" brushRef="#br0" timeOffset="-191768.46">19925 16044 13 0,'5'0'44'0,"1"3"-39"0,0 0 10 0,0-1-1 16,1 2 1-16,1-1-1 15,2 1-2-15,-1 0-3 16,4-1 4-16,1 2-2 0,-1-2 0 16,3 3 0-16,-2-2-6 15,1-1 1-15,0 1 4 16,0 0 0-16,-1-1 0 16,-1 0 1-16,-2-1-1 15,-3 1-4-15,-1-2 1 0,-1 0-4 16,-3 1 0-16,-1-1-2 15,-1-1 0-15,-1 0 1 16,0 3 0-16,0-1-6 16,0 3 1-16,0-3-16 15,-5 0-38-15,-1-2-47 0</inkml:trace>
  <inkml:trace contextRef="#ctx0" brushRef="#br0" timeOffset="-190984.98">20281 16070 101 0,'0'0'12'0,"0"0"11"0,0 0 7 16,0 0 2-16,0 0-8 15,0 0-4-15,0 0-8 16,0 0-8-16,0 0-3 15,43 0 1-15,-35 0-2 0,-1-2 0 16,2-1 0-16,-4 1 1 16,3-2 1-16,-3-1-2 15,2 2 0-15,-2-1 1 16,-1 0 0-16,-1-2 0 16,0 2-1-16,-3 0 1 0,0-2 0 15,0 2-2-15,0-1-2 16,0 0 2-16,-5 0 2 15,1 1 0-15,0 0-2 16,-2 1 2-16,1 0-3 16,-1 2-1-16,2 0-1 0,0 1-3 15,-3 0 6-15,1 0 0 16,1 0-3-16,-1 2-5 16,1 4 10-16,-1 0-1 15,1 1-1-15,0 0 0 16,0 0 1-16,2 1-2 0,0-2 4 15,1 1-2-15,-2-1 0 16,1 0 0-16,1-1 0 16,0 2 0-16,0-2 1 15,2 0-1-15,0 1 1 16,0-1 0-16,0 1 0 16,0 0 0-16,0 0 0 0,2-1 2 15,1 1 2-15,1-2 1 16,2 1-1-16,-2-2 4 15,3 1-2-15,0-2 2 16,2 0 0-16,-1 0-4 0,3-1-1 16,1 0-3-16,1-1 0 15,0 0-1-15,-1 0 0 16,2 0-2-16,-1 0-29 16,-2-2-14-16,0-7-56 15</inkml:trace>
  <inkml:trace contextRef="#ctx0" brushRef="#br0" timeOffset="-189989.2">20559 15684 54 0,'0'0'24'0,"0"0"-10"0,0 0 9 0,0 0-4 16,0 0-9-16,0 0-9 15,0 0-2-15,0 0 1 0,0 0 0 16,0 0 1-16,0 0-1 15,0 0 0-15,0 0 1 16,0 47-1-16,0-31 1 16,1-2 0-16,0 2 0 15,1 1-1-15,2 0 1 16,-2 0-1-16,1 0 1 0,-1 0 1 16,1-1 2-16,0 0-3 15,-1-1 2-15,1 1 1 16,-1 0-2-16,1-1 2 15,1-1-2-15,-2 0 1 0,0-1 0 16,1-1-2-16,-1-1 2 16,2-1-1-16,-2-3 0 15,-1 0-1-15,1-1 0 16,0-2 2-16,3 1 0 16,-1-1 0-16,-2 0 0 0,1-1-2 15,1 2 2-15,0 0-2 16,-1-2-1-16,-1 1 0 15,0 0 0-15,-2 0 0 16,0 0 0-16,1-2 0 16,0 1 2-16,1-2-1 0,1-1 3 15,-3 2 2-15,2-2 3 16,0 1 0-16,1-1 1 16,0 0 1-16,2 0 1 15,-2 0-1-15,3 0 2 16,1 0-1-16,-1 0-7 15,0-1-1-15,2-1-2 0,-1 2-2 16,-1 0 0-16,1 0 1 16,-4 0-1-16,1 0-1 15,2 0 1-15,-3 0-5 16,0 0-10-16,-1 3-16 16,-2 0-29-16,0-3-47 0</inkml:trace>
  <inkml:trace contextRef="#ctx0" brushRef="#br0" timeOffset="-189097.6">20831 15958 54 0,'0'0'10'0,"0"0"-8"0,0 0 6 0,0 0-3 0,0 0 3 16,0 0 4-16,0 0 4 15,0 0 1-15,0 0-4 0,0 0 4 16,11 37 1-16,-11-30-6 16,2 0-6-16,-2 1-4 15,1-2-2-15,1 4 1 16,0-3-1-16,0 0 1 15,2 0-1-15,-2 0 1 16,1 0-1-16,2 0 1 0,-1-1-1 16,0 0 1-16,-1 0 0 15,1-1-1-15,0-1 0 16,-1-1-1-16,-1 2 1 16,3-3 1-16,-1 1-2 15,-2-3 2-15,0 3 1 0,-1-2 0 16,2 2 1-16,-2-3-1 15,1 2-2-15,2-1 0 16,-2 1 2-16,1-2-2 16,0 0-2-16,3 0 2 15,-1 0 1-15,1 0 1 0,-2-5-3 16,2-2 3-16,3 0 0 16,-1 0-1-16,-2-3 2 15,0 0-2-15,0 1 0 16,1-4 0-16,-1 1 0 15,-1-1-1-15,-1-1 0 0,0 0 0 16,-2 0 2-16,0 1-2 16,-1-3 0-16,1 3 6 15,-1 1 5-15,-1-1-1 16,1 2-4-16,-1 1-6 16,0 1 0-16,0 4-11 0,0 1-26 15,-1 0-46-15</inkml:trace>
  <inkml:trace contextRef="#ctx0" brushRef="#br0" timeOffset="-188130.61">19936 16384 69 0,'0'0'23'0,"0"0"1"0,0 0-1 16,0 0-10-16,0 0-10 15,4 0-1-15,4 2-1 16,0-2 0-16,5 2 3 0,0-2 4 16,5 2 3-16,2-2-2 15,4 0-1-15,3 0 1 16,-2 0-4-16,6 0-3 15,0 0-1-15,1-2 0 16,3-2-1-16,-3 1 1 0,5-1-1 16,-3-1 0-16,2 1 0 15,2-1 1-15,-2-1-1 16,2 1 0-16,0 1 0 16,4 0 2-16,-2-2-2 15,-2 2 0-15,-2 1-2 0,2-1-3 16,-6 2-1-16,-4-1 4 15,0 1 2-15,-4 0 0 16,0 1 2-16,-4-1-2 16,0 1 0-16,-4 0 0 15,-1-1 0-15,-2 1-10 0,-3 0-43 16,-3-1-2-16</inkml:trace>
  <inkml:trace contextRef="#ctx0" brushRef="#br0" timeOffset="-187532.39">20078 16434 83 0,'0'0'-5'0,"0"0"5"0,0 0 4 0,0 0 3 16,40 2 5-16,-24 0 4 0,4 0 4 15,0-2-3-15,5 2-8 16,4-1-6-16,6-1-1 16,0 0-2-16,4 0 2 15,4 0-2-15,1 0 1 16,3 0-1-16,-4 0 6 0,2 0 5 15,-1-3-6-15,-2 1-3 16,-2 0-1-16,-3 0-5 16,-4-2-34-16,-2-1-50 15</inkml:trace>
  <inkml:trace contextRef="#ctx0" brushRef="#br0" timeOffset="-186798.66">21522 16027 62 0,'0'0'4'0,"0"0"0"0,0 0 13 16,0 0-8-16,0 0-2 15,0 0 1-15,-2 40 2 16,2-39 10-16,4 1 7 16,0-2-4-16,2 0 5 0,6 0 4 15,3-5-16-15,6-4-11 16,6-4-2-16,10-4-3 15,6-5 1-15,10-6-11 16,8-5-45-16,5-8-86 16</inkml:trace>
  <inkml:trace contextRef="#ctx0" brushRef="#br0" timeOffset="-182286.91">19586 9625 48 0,'0'-6'38'0,"0"0"-30"0,-2 1 11 0,1-1-4 15,0-1-2-15,1 1-2 0,-1 0 2 16,0 1-6-16,0-1-1 16,-1 2-4-16,-1 0 0 15,-2 1-2-15,-1 0-3 16,-1 1 2-16,-1 1-2 16,-6-2-1-16,-1 0 1 0,-3-1 5 15,0 3-4-15,-2-3 2 16,-3 3 3-16,-2-1-3 15,-2 0 1-15,-3 2-1 16,-1 0 1-16,-3 0-1 16,0 0 1-16,-3 0 0 0,-1 4-1 15,0 2 0-15,0 3-1 16,-6-1 2-16,1 2 0 16,-1 0-1-16,0 2 2 15,-1 2-2-15,3 0 1 16,-4 4 0-16,3-1-1 15,1 4 2-15,0 0-2 0,-1 0 1 16,2 2-1-16,-4 2 0 16,-2 1 1-16,1-1-1 15,1 5 0-15,-2 0 0 16,3 1 1-16,1 2-1 16,3-1 1-16,2 4-1 0,4 2 1 15,3-1-1-15,6 1 1 16,3 0-1-16,6-2 1 15,4 0-1-15,4-3 0 16,4-2 1-16,4-1-1 16,0-1-2-16,1 0 2 0,9 2 1 15,3 2 0-15,3 2-2 16,6-2 1-16,1 0-1 16,8-2 2-16,2-3-3 15,7-2 1-15,6-2 7 0,4-4 2 16,8 0 0-1,7-2-4-15,2 2-2 0,7 0-1 16,4-3 0-16,5 1 0 16,3-3 0-16,2 2 0 15,5-3-1-15,3-3 0 16,3-3 0-16,4 1 2 0,5-3-1 16,3-3 1-16,4 0-2 15,1-2 1-15,2-1-1 16,-1 0 0-16,-3 0 1 15,0-4 0-15,-2-2-1 16,-2-2 1-16,-2-4 0 0,-3 1 1 16,-4-3 5-16,-2-3 5 15,-1-2-4-15,-1-1 1 16,0-2-4-16,1-4-1 16,0 1-3-16,1-4 0 15,-2-2 0-15,-2-4-1 0,-1-2 0 16,-6-3 0-16,-7-3 0 15,-2-1 1-15,-9 0-1 16,-6-3 0-16,-6-3 1 16,-10-3 0-16,-6-1 0 15,-6-2 1-15,-5-2 1 16,-8 1 2-16,-9 3 1 0,-9-2 2 16,-5 1 0-16,-15-1-5 15,-14 1-1-15,-15 0 2 16,-17 5-2-16,-22 5-5 15,-20 8 3-15,-21 7-5 16,-22 12 2-16,-21 6-24 0,-15 7-34 16,-12 5-56-16</inkml:trace>
  <inkml:trace contextRef="#ctx0" brushRef="#br0" timeOffset="-181000.57">16271 16994 159 0,'0'0'91'0,"0"0"-79"0,0 0 12 0,0 0-11 16,0 0-8-16,0 0-3 15,0 0 4-15,0 0-1 0,0 0-4 16,0 0 1-16,0 0-1 16,-15 49 0-16,15-29 0 15,6 2-1-15,-3 2 1 16,6 2-1-16,-5-2-1 15,1 0 2-15,1 2 0 0,-3-2-2 16,1-1 2-16,0-1-1 16,-2 0-1-16,-2 0-3 15,0-3-23-15,0-5-23 16,0 0-40-16,0-9-40 16</inkml:trace>
  <inkml:trace contextRef="#ctx0" brushRef="#br0" timeOffset="-180624.72">16231 17108 107 0,'0'0'121'0,"0"0"-114"15,0 0 12-15,-4-38-7 16,4 32-6-16,4 0 2 15,2 3-2-15,4-1 1 0,-1 2-2 16,4 1 0-16,1 1-3 16,-1 0-2-16,5 0 0 15,-5 0 0-15,-1 6 0 16,-1 1-1-16,-3 0-5 16,-3 2 6-16,2-1-1 0,-7 1-2 15,0-1 1-15,0 1 1 16,0-1 0-16,-6-2 1 15,-2 4 1-15,-3-3 3 16,-3 3-1-16,1-1-2 16,-3 0-1-16,-1 1-2 0,3-3 0 15,5-1-4-15,1 0-9 16,6-6-31-16,2 0-75 16</inkml:trace>
  <inkml:trace contextRef="#ctx0" brushRef="#br0" timeOffset="-180219.38">16539 17062 198 0,'0'0'99'0,"0"0"-89"0,0 0-7 16,0 0-8-16,0 0 5 15,0 0-1-15,-39 29 1 16,28-18 0-16,1 3 0 15,1 1 0-15,1-1 1 16,6 0-2-16,0 0 2 0,2 0 0 16,0-3-2-16,6-3-2 15,3-1-2-15,1-1 1 16,2-5-3-16,1-1 4 16,1 0 0-16,-1 0 3 15,0-1 1-15,1-6-1 0,-4-1 1 16,1-1-5-16,-3 0 9 15,-2-2 1-15,-2-1 2 16,-1 1 0-16,-3 0-1 16,0 1 0-16,0 1-2 15,-4-1-2-15,-2 6-3 16,-3-2 3-16,-3 6-3 0,1 0-11 16,-3 0-11-16,1 7-17 15,0 0-37-15,1-1-29 16</inkml:trace>
  <inkml:trace contextRef="#ctx0" brushRef="#br0" timeOffset="-179785.47">16815 17077 242 0,'0'0'2'0,"0"0"-4"0,0 0-18 16,0 0 3-16,0 0 5 0,0 0 14 15,0 0 1-15,-40 41 2 16,33-31 1-16,2 0-3 16,2 0-2-16,3-2 1 15,0 1-1-15,0-2-2 16,8-1-9-16,-1-4-2 15,4-1 6-15,2-1 7 0,0 0-2 16,3-2 5-16,-2-5 7 16,1-3 1-16,-1 2-2 15,-2-1 2-15,0 1 6 16,-7 0-2-16,-2-1-4 16,0 1 8-16,-3 1 4 0,0 0-14 15,-8 1-6-15,-4 2 1 16,-1 1-4-16,-1 3 0 15,-3 0-6-15,3 0 2 16,-4 6-10-16,0 1-16 0,5 0-23 16,2-4-63-16</inkml:trace>
  <inkml:trace contextRef="#ctx0" brushRef="#br0" timeOffset="-179165.81">17031 16713 99 0,'0'0'159'0,"0"0"-155"0,0 0-2 0,0 0-4 0,0 0-2 16,0 0-1-16,0 0 2 0,0 0 3 16,-25 41 0-16,18-18 0 15,2 1 0-15,2 5 0 16,-1-1 0-16,2 2 0 16,2-2 1-16,0-1-1 15,0 0 1-15,0-1 0 0,6-2-1 16,-4-3 1-16,2 0-1 15,1-3 1-15,0-3 0 16,2-1 0-16,0-1-1 16,1 0 0-16,0-4 0 15,2-1 0-15,3-2 0 16,-2-2-1-16,3-3 2 0,-1-1 0 16,1 0 3-16,-2 0-4 15,1-5-3-15,-2-5 3 16,-1 0 2-16,0-3-1 15,-3 0 3-15,-1 3-1 0,-1-1-1 16,-2 3 4-16,-1 0 0 16,1 3 4-16,-3 3 4 15,0 1-4-15,0 1-6 16,0 0-1-16,0 1-3 16,0 8 0-16,0 1 1 0,5 0 0 15,-2 1-1-15,1-1 1 16,2-1 2-16,1-1-3 15,2-2 0-15,2-1-11 16,-2-5-17-16,0 0-31 16,2 0-98-16</inkml:trace>
  <inkml:trace contextRef="#ctx0" brushRef="#br0" timeOffset="-179001.57">17254 16956 330 0,'0'0'5'0,"0"0"1"0,0 0-1 16,0 0-4-16,0 0-3 15,0 0-10-15,0 0-23 16,0 0-78-16,0 0-23 16</inkml:trace>
  <inkml:trace contextRef="#ctx0" brushRef="#br0" timeOffset="-178575.69">17360 17077 138 0,'0'0'15'15,"0"0"-15"-15,0 0-2 16,0 0 2-16,0 0 10 0,0 0 4 15,0 0-4-15,0 0 1 16,0 28-4-16,0-22-5 16,0-2-1-16,0 0-1 15,0-1-10-15,0-1-14 16,0-1 9-16,0-1 12 0,0 0 7 16,0 0 25-16,0-5-12 15,4-3 4-15,1 1-5 16,4-3-3-16,2 2-3 15,-2 0-5-15,3-1 1 16,1 4-5-16,0 1 1 0,-1 1 1 16,0 3-1-16,1 0-1 15,1 0 0-15,-1 2-1 16,-1 5 1-16,-1 1-3 16,-2 2-3-16,0 0-13 15,-2 0 4-15,-1 0-11 16,-2 0-2-16,1-3-17 0,4-3-7 15</inkml:trace>
  <inkml:trace contextRef="#ctx0" brushRef="#br0" timeOffset="-178049.46">17805 17047 305 0,'0'0'13'16,"0"0"5"-16,0 0-21 15,0 0 2-15,0 0-15 0,0 0-3 16,-47-12 15-16,31 12 5 16,0 5-1-16,2 2-1 15,2 0 2-15,5 2-2 16,-1 0-21-16,6 0-11 16,2-2 0-16,0-1 5 15,2-2 8-15,8-1-5 0,1-2 15 16,0-1 10-16,3 0 4 15,1 0 7-15,-1-4-1 16,-1-1-2-16,1-1 9 16,-4 0-1-16,-1 0-2 15,1-1-5-15,-6 3-2 0,0 1 1 16,-2 0 2-16,-1 1 4 16,-1 1-3-16,0 1-4 15,0 0-3-15,0 0-6 16,2 5-1-16,0 3-2 15,-1 4 5-15,1 0-3 0,2 4 1 16,0 0 0-16,2 1-2 16,-2 0 4-16,0 0 0 15,0 1 1-15,-4 1-2 16,0-1 1-16,0 1-8 16,0-2 1-16,-8-2 3 0,-2-2 3 15,-3-1 4-15,-2-1-1 16,-4-1 1-16,1-2-3 15,-3-2 0-15,0-2-12 16,-2-4-35-16,4 0-21 16</inkml:trace>
  <inkml:trace contextRef="#ctx0" brushRef="#br0" timeOffset="-177670.88">18121 16646 261 0,'0'0'5'15,"0"0"-2"-15,0 0 0 0,0 0-1 16,0 0-4-16,0 0 2 0,0 0 0 16,-23 49 2-16,21-24-1 15,0 6 0-15,2-1 0 16,0 4-1-16,0-1 2 16,0-2-1-16,0-1 1 15,4-1 0-15,4-2-1 16,1-5-1-16,3-1 1 0,1-3-1 15,5-4-1-15,0-4-20 16,1-5-43-16,2-2-17 16</inkml:trace>
  <inkml:trace contextRef="#ctx0" brushRef="#br0" timeOffset="-177245.76">18399 16941 247 0,'0'0'21'0,"0"0"-1"0,0 0-11 16,0 0-7-16,0 0-8 16,-38-23 3-16,25 23-2 15,2 6 6-15,-3 6-1 16,1 1 2-16,2 3-4 16,2 1 2-16,4-2 2 0,3-1-1 15,2-1-1-15,0-1 0 16,3-5-8-16,5-1 2 15,2-3-1-15,2 0-3 16,0-3 6-16,4 0 3 16,-3 0-7-16,1-4 5 15,-1-4 1-15,-1-1 5 16,0-5 5-16,-1 4 3 0,-5-3-4 16,2 2 0-16,-4 0-1 15,-3 3-2-15,1 3 1 16,-2 1-1-16,0 2-2 15,0 2 2-15,0 0-3 0,0 4 0 16,0 5-1-16,0 1 1 16,0 1-1-16,2-1 1 15,6-1 1-15,-3-1-4 16,7-2-13-16,0-3-18 16,3-3-38-16</inkml:trace>
  <inkml:trace contextRef="#ctx0" brushRef="#br0" timeOffset="-176697.64">18619 16879 225 0,'0'0'4'0,"0"0"7"0,0 0-2 16,0 0-8-16,0 0-8 15,0 0 6-15,0 0-1 16,0 0 2-16,0 0 1 15,-17 40-1-15,17-23 1 0,0-4-3 16,6-2-3-16,3-1 1 16,3-3 0-16,-3-2 2 15,3-3-1-15,0-2 3 16,0 0 2-16,0 0 0 0,0-1 7 16,-3-7 5-16,-1 0 1 15,0-1-3-15,-3 0-2 16,0 0 1-16,1-2-5 15,-5 1-1-15,0 3-3 16,0 1-1-16,0 2 0 16,-1 3 0-16,0 1-1 0,0 0-3 15,0 0-10-15,0 7 4 16,1 4 10-16,1 3 1 16,0 3-1-16,0 2 0 15,2 2 0-15,-2 0 0 16,0-1-1-16,-1 1 0 0,0 1 0 15,-1-4 0-15,0 1 0 16,0-2-1-16,-4-3-1 16,-2-1 1-16,-3-3 1 15,-2-2 4-15,0-2 4 0,0-2 0 16,-3-2-3-16,1-2-3 16,-5 0-1-16,3 0-1 15,-1-7-10-15,4-6-2 16,1-3-21-16,7-2-40 15,4-4-40-15</inkml:trace>
  <inkml:trace contextRef="#ctx0" brushRef="#br0" timeOffset="-175871.42">18860 16932 149 0,'0'0'16'0,"0"0"-14"0,0 0 1 0,0 0-1 16,0 0 3-16,0 0 1 15,0 0 4-15,0 0-2 16,0 0 0-16,0 0-3 15,42 8-4-15,-33-12 1 0,0-3-1 16,2-2 0-16,-5 1 1 16,1-2-1-16,-2 1 12 15,2 0-3-15,-7-1-6 16,0 3-4-16,0 1-2 16,0 0-10-16,-10 3-8 15,1 3 13-15,1 0 4 0,-4 0 4 16,1 3 3-16,1 6-4 15,2 1 1-15,-2 4 0 16,4 0-1-16,1 2 1 16,2-1-1-16,1 1 1 0,2 0 1 15,0-1 0-15,0-2-2 16,6-4 0-16,3 2 4 16,-1-4 0-16,3 0 4 15,0-3-1-15,0-1 0 16,2-1-1-16,0-1 1 0,-1-1-1 15,-4 0-2-15,2 0 1 16,1 0-2-16,-5-6-2 16,1-1 0-16,-1 0 1 15,1-2 1-15,-1-2 0 16,-1 0-2-16,2-3 1 0,2 1 1 16,-1-1-1-16,3 2-2 15,-1-2 2-15,4 4-2 16,-5 0-1-16,2 4 1 15,0 3 1-15,-2 1-2 16,0 2 1-16,-3 0 0 16,1 8-3-16,0 4 1 0,-2 0 1 15,0 4 4-15,3-2-1 16,1-1-1-16,-1-1 0 16,2-1 1-16,3-5-5 15,-2-1 3-15,1-3-1 16,0-2 3-16,1 0 0 0,1 0 3 15,-2-5 5-15,1-3 4 16,-3-3-3-16,-3 2 2 16,-1-3 2-16,0 0-2 15,-3-2-9-15,-1 1-4 0,-2-3-10 16,0 2-31-16,-11-2-46 16</inkml:trace>
  <inkml:trace contextRef="#ctx0" brushRef="#br0" timeOffset="-174961.96">16387 17533 201 0,'-4'0'5'0,"0"0"1"0,4 0 1 0,0 0-23 0,0-2-2 16,2 1 16-16,4-1 3 0,0 1-1 15,3 0 0-15,-1 1 2 16,0 0 1-16,3-2 4 16,3 2-3-16,1 0-1 15,4-1-1-15,2 1-2 16,3-3 3-16,2 3-3 0,5 0 3 15,2 0 5-15,5-1-2 16,4-1 0-16,7-2 1 16,2 1 0-16,7-1-1 15,0-3-5-15,3 1 0 16,4 0 0-16,3 1-1 16,2 0 1-16,2-2 0 0,6 3 2 15,-3-3 6-15,6 2-3 16,0 0-2-16,3-1-1 15,0 1 2-15,-2 0 3 16,3 0-4-16,0-1-3 16,0-1-1-16,-3 0 2 0,-3-2-2 15,-1 0 1-15,0 0-1 16,-3 0 0-16,0-1 0 16,-4 0 0-16,-1 0 1 15,0 0-1-15,-3 2 1 16,-1-1-1-16,-4 2 0 0,-3 3 0 15,-5-1 0-15,-5 3 0 16,-6 0 0-16,-6 2 1 16,-7 0-1-16,-4 0 0 15,-7 0 0-15,-3 0 0 16,-5 0 0-16,-2 3 0 16,-3 0-1-16,-2 0 0 0,-4-1-14 15,0 0-11-15,0-2-40 16,0 0-29-16</inkml:trace>
  <inkml:trace contextRef="#ctx0" brushRef="#br0" timeOffset="-174655.73">19631 16905 293 0,'0'0'4'0,"0"0"-3"0,0 0 2 15,0 0-1-15,0 0 3 0,0 0-4 16,0 0-2-16,0 0-17 16,0 0-30-16,0 0-52 15</inkml:trace>
  <inkml:trace contextRef="#ctx0" brushRef="#br0" timeOffset="-174504.52">19648 17088 288 0,'0'0'14'0,"0"0"-12"0,0 0-15 15,0 0-14-15,0 0-53 16,0 0-73-16</inkml:trace>
  <inkml:trace contextRef="#ctx0" brushRef="#br0" timeOffset="-172782.51">24287 11593 70 0,'12'1'6'0,"-1"2"14"16,3-3-8-16,-1 2 2 0,1 1-8 16,-4-1-4-16,2 1 1 15,-3 2-3-15,-3-1 0 16,-1 0 0-16,-2 0-1 16,-1 1-1-16,0-1 2 0,-2 0 4 15,0 0-4-15,0 1 1 16,1 0 0-16,2 0 0 15,-3 0-1-15,1 1 0 16,1 0 0-16,-2-1 0 16,0-5-23-16,0 0-66 0</inkml:trace>
  <inkml:trace contextRef="#ctx0" brushRef="#br0" timeOffset="-171623.47">24185 11623 87 0,'0'0'2'0,"0"0"10"0,0 0 3 0,0 0-3 16,0 0-6-16,0 0-1 16,0 0 0-16,-2-37-3 15,2 31 0-15,2 2-1 16,6 0 0-16,1-1 3 0,3 2 1 16,2 1-2-16,1 2-2 15,5 0-1-15,2 0 2 16,-1 0-1-16,2 7 0 15,2 3 2-15,-1 3-2 16,-5 2-1-16,0 2 0 16,1 5 0-16,-6 0 0 0,2 4 0 15,-3 1 0-15,1 1 0 16,-1 2 0-16,-1 3 1 16,-3 1 0-16,-4 0-2 15,-4 7-1-15,-1 3 2 0,-1 3 0 16,-12 1 4-16,1 2-4 15,-2 1 1-15,1-1-1 16,1 0 1-16,2 1-1 16,2-1 1-16,3-1 0 15,2 0 1-15,3-4 2 16,0-4 2-16,2-4 2 0,7-3 0 16,2-1 0-16,3-5-1 15,-1-2-1-15,2-4-1 16,-2-2-2-16,0-4-1 15,-2-1-1-15,-3-3 0 0,1-4-1 16,-5-2 1-16,0 0-1 16,0-1 1-16,-4 0 0 15,1-1-1-15,-1 3 0 16,0 2-2-16,0 2 2 16,-7 0 4-16,-3 5-4 15,-3 2 0-15,0 4 0 0,-1 3 0 16,-2 5 0-16,0 4 0 15,4 3 0-15,0 5 1 16,1 3-1-16,0 2 0 16,2 0 2-16,1 1-2 15,3 1 0-15,2 1 1 0,2 2-1 16,1 2 0-16,0 2 1 16,0 4-1-16,6 4 0 15,1 0 1-15,4 5-1 16,-2 1 0-16,2 2 1 15,3 2-2-15,-1 3 2 0,3 0-1 16,-1 2 1-16,1 2-1 16,-7 4 0-16,0 3 0 15,-1 0 0-15,-3-4 0 16,-2-4 0-16,-3-4 0 16,0-2 1-16,0-10-1 0,-1-3 0 15,-3-6 0-15,-5-5 0 16,0-6 2-16,-2-7 8 15,-6-4-5-15,-4-3 0 16,-3-6-2-16,-6-4-1 16,-8-5 2-16,-4-2 0 0,-11 0-2 15,-7-3-2-15,-9 1-1 16,-9 2-24-16,-9-2-64 16</inkml:trace>
  <inkml:trace contextRef="#ctx0" brushRef="#br0" timeOffset="-163741.52">19688 16842 151 0,'-2'0'8'0,"-4"-4"36"0,3 0-16 16,1 0-9-16,-3 1 5 16,1 0-20-16,1 1 4 0,2 2-5 15,-2 0-7-15,1 0-17 16,0 0-11-16,0 1-59 16,-1 3-8-16</inkml:trace>
  <inkml:trace contextRef="#ctx0" brushRef="#br0" timeOffset="-163549.77">19623 17128 292 0,'0'0'3'0,"0"0"-1"16,0 0-6-16,0 0 3 15,0 0-12-15,0 0-8 16,0 0-32-16,0 0-52 16</inkml:trace>
  <inkml:trace contextRef="#ctx0" brushRef="#br0" timeOffset="-158051.02">22735 15794 87 0,'0'0'38'0,"0"0"-39"0,0 0 2 0,0 0-3 0,0 0-8 0,0 0-19 16,0 0-18-16</inkml:trace>
  <inkml:trace contextRef="#ctx0" brushRef="#br0" timeOffset="-157616.64">22749 15655 148 0,'0'0'4'0,"0"0"6"0,0 0 11 15,0 0-15-15,0 0-4 16,0 0-1-16,0 0 0 16,0 0-2-16,0-11 1 15,3 21-1-15,0 2 2 16,2 5 5-16,-2 4-5 0,2 3 0 16,0 4 1-16,0 2-1 15,-1 3-1-15,0 2 0 16,1 2 1-16,-1 1-1 15,-1 3 0-15,-1 1 0 16,3 2 1-16,-3-1-1 16,2-2 0-16,-1-5 1 0,1-4-1 15,2-4 2-15,-3-8-4 16,3-3-13-16,-1-7-31 16,1-6-29-16</inkml:trace>
  <inkml:trace contextRef="#ctx0" brushRef="#br0" timeOffset="-157111.54">22816 15620 107 0,'0'0'23'0,"0"0"2"0,0 0-6 15,0 0-2-15,0 0-2 16,0 0 2-16,0 0-1 16,0 0-4-16,0 0-6 15,0 0-5-15,39-32-1 0,-22 31 1 16,4-2-2-16,6 1 2 16,0-2-3-16,5 1 4 15,5-2-4-15,-1-2 2 16,3 0 0-16,1-2 7 15,4-1-4-15,-2 0 2 0,3-1-2 16,2-1-2-16,-1 0-1 16,0 0 0-16,-4 2-2 15,-7 2-6-15,0 1-1 16,-6 2-5-16,-3 4-13 16,-5 0-39-16,-1 1-3 15</inkml:trace>
  <inkml:trace contextRef="#ctx0" brushRef="#br0" timeOffset="-156570.83">23740 15449 62 0,'0'0'1'0,"0"0"0"0,43-7 1 16,-29 4 2-16,-3 0 10 0,-2 1 3 15,2 1 6-15,-5 0-2 16,1 1-4-16,-4-1-7 15,-1 1-5-15,2 0 0 16,-2 0-1-16,1 0-1 16,-1 5 0-16,-2 3 3 0,1 3 1 15,0 0 0-15,-1 5-4 16,1 1 1-16,-1 0 2 16,0 4-2-16,1 3-1 15,1-1 1-15,0 4-1 16,-1 0 2-16,3 4 1 0,-1 4-1 15,0-2 1-15,1 4-3 16,0 2-1-16,-1 0-2 16,1 1 1-16,2-3-1 15,-3 0 0-15,1-3 0 16,-2-4 1-16,3-4-1 0,-5-2 0 16,0-5 1-16,0-3-1 15,0 0 0-15,0-3-5 16,0 0-21-16,0 2-29 15,-7-4-22-15</inkml:trace>
  <inkml:trace contextRef="#ctx0" brushRef="#br0" timeOffset="-155511.14">22859 16395 167 0,'0'0'15'0,"0"0"16"0,0 0-12 0,0 0-12 0,0 0-2 16,0 0-4-16,0 0 1 15,0 0-1-15,0 0-1 16,0 0-3-16,0 0 0 16,0 0 5-16,30-4-2 0,-24 15 1 15,-1 3 1-15,3-1-1 16,0 1-1-16,-1-2 0 15,4 0 1-15,-4-3-2 16,1 1-3-16,0-3 2 16,-2-1-1-16,1 0 3 0,0-2-1 15,1-2 0-15,3-2 1 16,-1 0-2-16,4 0 2 16,-1 0 1-16,1 0-2 15,2 0-2-15,1-2 7 16,-1-1-5-16,3-1 1 15,-1-1 2-15,5 1-1 0,3-1 0 16,1 0 0-16,4-3 0 16,3 0 0-16,2-1 0 15,4 0 0-15,1-2 0 16,1 2-1-16,-1-1 2 0,1 2-1 16,-3-1-2-16,-1 1-1 15,-4 1-1-15,1-1-1 16,-4 1 3-16,-3 0 1 15,0 2 0-15,-3-1 1 16,-5 1-1-16,-3 1 2 16,-2 3-1-16,-4-2 3 0,-4 2 3 15,-3-1 5-15,0 2 1 16,-1 0 3-16,-3 0 4 16,0 0 3-16,0 0-6 15,0 0 2-15,0 0-6 16,0-1-6-16,0 1-1 0,0-3-3 15,0 3-3-15,0 0-3 16,0 0 2-16,2 0-15 16,-1 0-12-16,2 0-1 15,-1 0-17-15,1 0-27 0,1 0-23 16</inkml:trace>
  <inkml:trace contextRef="#ctx0" brushRef="#br0" timeOffset="-155098.66">23908 16317 95 0,'0'0'4'0,"0"0"1"0,0 0 5 0,0 0 3 15,0 0 2-15,0 0 10 0,0 0 10 16,0 0-9-16,0 0-10 16,0 0-5-16,0 0-5 15,0 0-2-15,23-20-3 16,-15 17-1-16,-2 3-4 16,2-1-22-16,-4 1-12 0,-1-2 0 15,-3-2-9-15</inkml:trace>
  <inkml:trace contextRef="#ctx0" brushRef="#br0" timeOffset="-151047.64">19640 17210 70 0,'-2'-4'12'0,"0"0"3"15,1 1-8-15,0-1-2 0,1-1-3 16,0 1-1-16,0-1 0 16,0 0 2-16,0 2 7 15,0-1 0-15,0 1-6 0,0 0-4 16,0 3 0-16,0 0 1 15,0 0-2-15,0 0-1 16,0 0 3-16,2 4-1 16,0 2 1-16,4 2-1 15,-2 1 1-15,3 0-1 0,3 2 1 16,1-1-1-16,3 0 2 16,1 1-1-16,3 0 0 15,1-2-1-15,1-1 1 16,4-1 1-16,1-2 3 15,0 0 1-15,4-1-4 0,1-3-1 16,-1 1-1-16,2-2 0 16,0 0 2-16,0 0 1 15,-2 0 7-15,-1-2 4 16,0-3-3-16,-3-1-1 16,-5 0 0-16,2-1-4 0,-2 1 0 15,0-1-4-15,-3 3-2 16,-2 0 1-16,0 0-1 15,-2 2 0-15,1-1-3 16,-3 2-34-16,-4-3-37 16</inkml:trace>
  <inkml:trace contextRef="#ctx0" brushRef="#br0" timeOffset="-150779.25">20305 17105 159 0,'0'0'25'0,"0"0"-24"0,0 0 3 0,37 13 5 15,-28-6-3-15,1 6-1 16,0 1 0-16,-4 3-4 15,-1 4 0-15,-3-1-1 16,-2 6 2-16,0 1-5 16,-2 3-25-16,-8-1-20 0,-4-6-15 15</inkml:trace>
  <inkml:trace contextRef="#ctx0" brushRef="#br0" timeOffset="-147296.43">20810 17054 268 0,'0'1'6'0,"0"-1"8"0,0 0-5 15,0 0-8-15,0 3-1 16,0 0-1-16,0 3 1 16,0 1 0-16,1 4 0 0,3-1 1 15,-2 4-1-15,1 2 1 16,1 1-1-16,3 0 2 16,-4 2-2-16,1-4 1 15,0 1 0-15,-1-5-10 16,-2-1-9-16,0-3-5 0,-1-3-7 15,0-4-8-15,0 0 20 16,-2-5-11-16,-5-7-52 16</inkml:trace>
  <inkml:trace contextRef="#ctx0" brushRef="#br0" timeOffset="-146777.39">20809 17072 177 0,'0'0'33'15,"0"0"-3"-15,6-48-8 16,-1 37-9-16,6-1-8 15,0 1-3-15,-1 3-1 16,4 1 0-16,-1 2 0 0,1 5 2 16,-1 0-2-16,-1 0 0 15,0 13 1-15,-1 1-2 16,1 2 0-16,0 2-2 16,-5 2-5-16,1-1-1 15,-2-1 1-15,-2-2-4 0,0-1 4 16,-4-1 1-16,2-5 3 15,-2 0 2-15,0-2-2 16,0-3 1-16,0-3-5 16,0-1-6-16,0 0 10 15,0 0-6-15,1-8-29 0,2-5 12 16,0 0 12-16,3-4 10 16,-1 0 2-16,2-3 2 15,-1 0 0-15,1-1 0 16,1-2 0-16,1 2 3 15,1 1 10-15,-1 2 10 0,1 4 3 16,2 1 1-16,-3 3-7 16,1 3-3-16,0 3-6 15,1 2-5-15,-2 2-3 16,-1 0-1-16,2 9 0 16,-4 5 1-16,2 4 0 0,-2 5 1 15,1 1-3-15,-3 0 1 16,0 3-1-16,1-3 2 15,0-1-2-15,0 0 0 16,1 1-1-16,-3-4-7 16,1 1-19-16,2-2-11 0,0-6-50 15</inkml:trace>
  <inkml:trace contextRef="#ctx0" brushRef="#br0" timeOffset="-146315.54">21405 17087 254 0,'0'0'-5'0,"0"0"7"0,0 0-1 16,0 0 0-16,-40-27 1 0,28 25 0 16,2 2 7-16,-1 0-1 15,-1 5-3-15,3 7-3 16,1 1-3-16,1 4 2 15,1 0-1-15,5 2 1 16,1-1 1-16,0 1-3 16,2-4 1-16,9-2-3 0,-2 0-7 15,0-6-3-15,3-3-3 16,-1-1-1-16,1-3-3 16,0 0 9-16,1-7 7 15,-3-6 7-15,1 0 0 16,-2-1 0-16,2 0-2 0,-4-2 0 15,1 2 0-15,-3 1 0 16,-1 4 14-16,1 3 17 16,-5 1-6-16,1 1-6 15,1 4-7-15,0 0-11 16,2 0-2-16,2 0-1 0,1 4 1 16,2 3 2-16,1 2-1 15,0-1 0-15,2 0-3 16,-1-1-19-16,2 0-37 15,0-4 3-15,-2-3-32 0</inkml:trace>
  <inkml:trace contextRef="#ctx0" brushRef="#br0" timeOffset="-146073.49">21622 17068 266 0,'0'0'2'0,"0"0"9"0,0 0-9 16,0 0-2-16,0 0 2 15,0 0-1-15,0 0 1 0,0 0 3 16,41 30 1-16,-30-23-2 16,2 2-3-16,0-1 0 15,-1 1-1-15,-2-2-10 16,-1 1-33-16,-4-2-39 15,-3-2-10-15</inkml:trace>
  <inkml:trace contextRef="#ctx0" brushRef="#br0" timeOffset="-145845.09">21712 17049 250 0,'0'0'14'0,"0"0"12"15,0 0-10-15,0 0-4 16,0 0 3-16,0 0-9 16,0 0-5-16,0 0-2 0,-22 13 1 15,14 10 2-15,-4 4-1 16,-2 3 1-16,0 4-2 16,0 0-20-16,-1 3-11 15,-3-1-13-15,-1-4-42 16</inkml:trace>
  <inkml:trace contextRef="#ctx0" brushRef="#br0" timeOffset="-145495.66">21982 16591 253 0,'0'0'57'16,"0"0"-55"-16,0 0-11 15,0 0 7-15,9 49 2 16,-9-16 2-16,0 6 1 0,0 8-2 15,-3 2 1-15,1 5 1 16,0 1-2-16,2-2 1 16,0-3-1-16,0 0-1 15,0-2 0-15,0-3-5 0,3-2-39 16,-3-6-36-16,2-6-88 16</inkml:trace>
  <inkml:trace contextRef="#ctx0" brushRef="#br0" timeOffset="-145104.79">22151 17170 259 0,'0'0'-20'0,"0"0"18"0,0 0 4 16,0 0-3-16,0 0 2 15,6-38-1-15,-5 28 1 16,0-3 1-16,3-1 0 16,-2 0-1-16,1-5-1 15,2-2 0-15,2-1 0 0,3-2 0 16,-2-1 0-16,2 0-1 16,1 2 1-16,-1 3-1 15,0 5 2-15,-1 3-3 16,-3 5 1-16,1 1 1 15,0 6 8-15,1 0-6 0,1 0-1 16,0 12 0-16,1 2 1 16,1 6-1-16,-2 1 0 15,-1 2-1-15,0 2 0 16,-3-1-1-16,-2-2-3 16,-2-2-16-16,-1-5-41 0,0-5-51 15</inkml:trace>
  <inkml:trace contextRef="#ctx0" brushRef="#br0" timeOffset="-144906.34">22199 17023 303 0,'0'0'-14'0,"0"0"3"16,0 0 11-16,0 0 0 15,50-22-1-15,-32 18-1 16,3 1-4-16,-3-1-13 16,4 0-33-16,-5-2-51 15</inkml:trace>
  <inkml:trace contextRef="#ctx0" brushRef="#br0" timeOffset="-144621.45">22433 16959 259 0,'0'0'6'0,"0"0"-4"16,0 0 8-16,0 0-2 0,37 38-2 15,-25-29-4-15,0-1 0 16,-3-2-2-16,0 1 2 16,1-1-2-16,-4-3 1 15,0-2-2-15,-4 0 2 0,0-1 0 16,-1 0 5-16,1 0 16 15,-2-3 0-15,1-8-19 16,1-2-3-16,0-5 0 16,1-3-2-16,1-1-8 15,2 1-5-15,1 1-3 16,1 4-5-16,0 2-16 16,2 3-60-16</inkml:trace>
  <inkml:trace contextRef="#ctx0" brushRef="#br0" timeOffset="-144109.04">22773 16922 302 0,'0'0'-4'0,"0"0"5"15,0 0 1-15,0 0-1 0,0 0-1 16,4-40-4-16,-13 37 8 15,-1 3-2-15,-2 0 0 16,-1 2 0-16,0 8-1 16,1 1-1-16,3 3 1 0,1 0-1 15,5 1 0 1,3-4-1-16,0 0-6 0,0-1-9 16,1-3-3-16,5-1 4 15,2-4 6-15,2-2 0 16,-2 0 2-16,2 0 5 15,1-8 2-15,-2 0 4 0,0 1 7 16,-1-2-2-16,0 3 3 16,-4 1-3-16,0 2 0 15,-1 2 3-15,-1 1-2 16,1 0-8-16,0 0-2 16,0 7 4-16,1 4-2 0,-1 2-2 15,3 4 2-15,-4-2-1 16,1 1-1-16,-3 3 0 15,0-4 0-15,0 2-1 16,0-1 1-16,-5 1-1 16,-9-3-11-16,-1 0 4 0,-5-2-1 15,-5-1-1-15,1 0-3 16,-3-5-11-16,0-2 1 16,3-4-5-16,8 0-35 15</inkml:trace>
  <inkml:trace contextRef="#ctx0" brushRef="#br0" timeOffset="-143773.97">22926 16612 268 0,'0'0'-3'0,"0"0"3"0,0 0-1 0,0 0-1 0,0 0 9 15,24 45 1-15,-20-16 5 16,1 8-6-16,-1 6 0 16,-1 4-3-16,-1 5-3 15,0 1 1-15,2-2-2 16,-2-3 1-16,1-3-1 0,0-3 0 15,3-4 0-15,-1-2 1 16,-1-4-1-16,2-2-4 16,0-7-28-16,1-6-42 15,-3-9-69-15</inkml:trace>
  <inkml:trace contextRef="#ctx0" brushRef="#br0" timeOffset="-143241.41">23276 16869 46 0,'0'0'185'15,"0"0"-192"-15,-16-41 34 0,7 31-9 16,-3 5-12-16,0 0 0 15,-1 5 3-15,-1 0 3 16,0 7-6-16,0 8-4 16,1 6-1-16,1 3-1 15,0 7 0-15,5-1 2 16,5 1-2-16,2-4-1 0,0-4-4 16,0-3 1-16,7-3-2 15,4-6 0-15,0-2 0 16,0-2 2-16,1-3 2 15,1-2 1-15,1-2-1 16,-1 0 0-16,0-2-8 0,1-6-3 16,-2-4 1-16,0-1 0 15,-1-1 8-15,-2 0 4 16,-1 0 1-16,0 1 6 16,-4 2 14-16,0 2 1 15,1 2-3-15,-2 2-4 0,3 2-7 16,-1 0-3-16,-1 3-3 15,1 0 0-15,1 0-1 16,0 1 0-16,2 6 3 16,-1 3-2-16,-1 3-3 15,-1-2 2-15,-1 1-4 0,1-1-25 16,-5-1-16-16,0-4-34 16,0-5-95-16</inkml:trace>
  <inkml:trace contextRef="#ctx0" brushRef="#br0" timeOffset="-142962.08">23470 16656 291 0,'0'0'-3'0,"0"0"12"0,0 0 3 0,0 0-12 16,0 0-1-16,0 0 0 16,0 0 2-16,2 57 0 0,-6-25 0 15,0 0 0-15,0 4 0 16,1-1-1-16,3 1 0 16,0-5 1-16,0-1-1 15,0-5-19-15,7-2-37 16,1-10-44-16</inkml:trace>
  <inkml:trace contextRef="#ctx0" brushRef="#br0" timeOffset="-142635.62">23597 16929 297 0,'0'0'2'15,"0"0"2"-15,0 0-4 16,0 0-9-16,0 0 4 15,0 0 4-15,0 0 1 16,0 0 0-16,12 26-3 0,-5-21-1 16,2-2 3-16,4-1 1 15,0-2 0-15,2 0-3 16,-2 0 6-16,-1-5-4 16,2-3 3-16,-7-2 0 15,0-1 5-15,-5-1 7 16,-2-1 1-16,0 0-2 0,-1 1-7 15,-10 3-5-15,-4 4 1 16,-1 3-1-16,-6 2-4 16,2 0-4-16,-1 3 0 15,4 3-12-15,4-1-29 16,1-5-73-16</inkml:trace>
  <inkml:trace contextRef="#ctx0" brushRef="#br0" timeOffset="-142357.85">23823 16642 283 0,'0'0'-5'0,"0"0"9"15,0 0 8-15,0 0-1 16,0 0-9-16,0 0-2 15,0 0 6-15,0 0-3 16,34 49-2-16,-34-18 2 16,0-1-4-16,0 2-6 15,0-2-21-15,-2-3-14 0,2-3-4 16,0-4-10-16,0-6 19 16,0-4 17-16,0-2-16 15</inkml:trace>
  <inkml:trace contextRef="#ctx0" brushRef="#br0" timeOffset="-142138.12">23857 16917 39 0,'0'0'50'0,"0"0"-9"0,0 0-6 16,28-47 3-16,-20 36-9 16,1 3-11-16,0 1-2 15,0 3-5-15,0 2-2 16,-1 1-1-16,0 1-4 0,0 0-1 16,-2 1 0-16,2 6-1 15,-1 3 0-15,-1 3-1 16,-3 0 0-16,-3 2-3 15,0 1 1-15,-3 1-1 16,-9-1 3-16,-2-3-4 16,-3-1 1-16,-1-2-4 0,-3-3-24 15,3-2-32-15,1-5-28 16</inkml:trace>
  <inkml:trace contextRef="#ctx0" brushRef="#br0" timeOffset="-141683.53">24026 16794 252 0,'0'0'2'0,"0"0"8"0,41-19 3 15,-28 14 2-15,0 4 1 16,2 1-9-16,-2 0 5 15,3 0 1-15,0 5-11 16,-1 6 4-16,0 3-6 0,-3 2-1 16,-5 2-1-16,-3 0-5 15,-3-1-1-15,-1 1-6 16,0-5 2-16,-6 0-6 16,-3-3 8-16,-2-4 6 15,-1-1 4-15,2-3-1 16,-4-2-15-16,4 0-17 0,0 0-21 15,5-6 23-15,3-4 21 16,0 0 11-16,2 0 9 16,2 3 19-16,7 0 12 15,1 0-23-15,1 3 0 16,3 2 2-16,-1 2-7 0,1 0-6 16,1 0 2-16,2 0-4 15,-2 3-1-15,2-1-3 16,0 0 0-16,-1-2-1 15,-2 0-21-15,-2 0-53 16,-5-7-123-16</inkml:trace>
  <inkml:trace contextRef="#ctx0" brushRef="#br0" timeOffset="-141476.3">24316 16624 243 0,'0'0'8'0,"0"0"20"0,0 0-5 16,0 0-21-16,0 0-2 15,0 0 2-15,0 49 2 0,0-17 1 16,3 6-3-16,2 2 0 16,-2 1-3-16,-1-3-61 15,-2-2-128-15</inkml:trace>
  <inkml:trace contextRef="#ctx0" brushRef="#br0" timeOffset="-139534.14">21395 16750 114 0,'0'0'1'0,"0"0"0"0,0 0-2 0,0 0-6 15,0 0 0-15,0 0 5 0,0 0 2 16,0 0 1-16,0 0 7 16,0 0 1-16,0 0 1 15,0 0-1-15,0 0 0 16,5-33-2-16,-10 29-4 16,-2 0-1-16,-1 1-2 0,-4-1-2 15,1 0-8-15,-3 1 3 16,-1-2-1-16,-2 1 8 15,2 0 0-15,-5-2 4 16,3 3 1-16,2-2 4 16,-3 0 1-16,0 1-2 0,1 1 0 15,-1-1-7-15,-1 1 0 16,-1 0 0-16,-1 0 1 16,0 1 1-16,-2 2-1 15,2 0 1-15,-4 0 0 16,1 0 5-16,1 0 2 0,2 5-5 15,0 1-2-15,2 1 0 16,2 0-1-16,1 2 0 16,-2 2-2-16,1 1 0 15,1 3 0-15,0 2 0 16,-4 5 1-16,3 3-1 0,-2 3 0 16,0 4 0-16,1 1 1 15,1 2-1-15,-1 1 0 16,3-2 1-16,4-3 2 15,2 0 2-15,2-3-1 16,2-2 1-16,3-1-1 16,2 4-2-16,-2 0-1 0,2 2-1 15,0 4 1-15,0-1-1 16,0 2 1-16,5 1-1 16,2-1 1-16,1-1-2 15,3-3 3-15,3 1 1 16,1-3 7-16,4-2-1 0,1 1-1 15,4-4-4-15,-2 2-2 16,6-4 0-16,-1 2 0 16,0-2 1-16,4 1-1 15,0 0 0-15,-3 0-2 0,4-3 0 16,-3-2 1-16,7-2-1 16,-5-2 0-16,3-3-1 15,0-2-3-15,1-1 9 16,1-4-3-16,1-1-1 15,-3-2 0-15,2-2 0 16,-4 0 0-16,3 0-1 0,-3 0 1 16,-1-3-3-16,2-4-4 15,-3 0 4-15,0 0 1 16,-2-3 2-16,-1 1-1 16,1-3 0-16,-1-2 2 15,0-3-2-15,1-2 0 0,1-1 1 16,-1-4-1-16,-1-2-1 15,0-2 2-15,-3 0-2 16,-3-4 2-16,0 1 0 16,-3-3 0-16,-3 0-2 15,-3 0 5-15,0-2 1 0,-2 1 2 16,-3-3-1-16,1 2-1 16,-4-1-4-16,-2 0 1 15,-1 2-2-15,-1-1 1 16,0 2-1-16,-5 4-1 15,-7 2 6-15,1 1 1 0,-2 0-1 16,-2 0 2-16,1 4 0 16,-2-1-3-16,-1 1-3 15,0 2 0-15,-3 0-3 16,0 1 1-16,-4 1-4 16,-1 2-6-16,-2 3 3 0,0 0 1 15,-2 5 2-15,3 2-3 16,-2 4 5-16,2 3 1 15,3 0-2-15,0 0-4 16,6 1-14-16,1 4-9 16,3-1-33-16,1-2-34 0</inkml:trace>
  <inkml:trace contextRef="#ctx0" brushRef="#br0" timeOffset="-139086.22">21333 16563 24 0,'1'0'2'0,"3"-2"6"0,-2 2 11 16,-2 0 1-16,1 0-7 16,-1 0 3-16,2 6-2 15,0 0-3-15,1 2-2 0,2-1-6 16,-2 3-1-16,2-3-1 15,1-1-1-15,-1-2 2 16,3-1 0-16,0-2-2 16,3-1 3-16,4-1 6 15,7-10 21-15,6-5-1 16,11-7-10-16,9-9-8 0,11-7-7 16,11-6-2-16,13-6 0 15,8-9-3-15,6-5-18 16,5-9-64-16</inkml:trace>
  <inkml:trace contextRef="#ctx0" brushRef="#br0" timeOffset="-136777.92">20503 18081 39 0,'3'20'53'0,"0"-3"-30"0,-1 1 11 15,0-1-17-15,1 3-5 0,-1-1-7 16,1-1-4-16,1-1-3 16,0-3-26-16,-4-4-27 15</inkml:trace>
  <inkml:trace contextRef="#ctx0" brushRef="#br0" timeOffset="-135969.7">20489 18001 262 0,'0'0'3'0,"0"0"1"0,0 0 5 0,0 0-6 15,0 0-2-15,0 0 0 16,-9 40 1-16,9-21 2 16,4 5 0-16,0 1-2 15,2 4 0-15,1-1-2 16,-1-2 0-16,0-1 0 0,-1-1 0 16,2-4-14-16,-2-3-14 15,-1-4-22-15,2-7-34 16</inkml:trace>
  <inkml:trace contextRef="#ctx0" brushRef="#br0" timeOffset="-135541.29">20684 18001 258 0,'0'0'0'16,"0"0"11"-16,0 0-5 16,0 0-4-16,0 0-1 15,0 0-4-15,0 0 0 0,0 0 6 16,-7 46 0-16,-3-24-2 16,-1 4-1-16,-2-2-3 15,-1-1-5-15,-2-2 2 16,2-2 3-16,-2-4 0 15,3-4 2-15,2-2 2 0,1-4 2 16,4-3 3-16,3 0 5 16,-1-2 5-16,4 0-11 15,0 0-5-15,0 0 2 16,4-2 1-16,3 0-2 16,3 1 0-16,0 1 0 0,3 0 0 15,3 0 0-15,0 5-1 16,2 0 0-16,2 1 0 15,-2-2-1-15,0 1-16 16,1-3-18-16,-3-2-21 16,-3 0-34-16</inkml:trace>
  <inkml:trace contextRef="#ctx0" brushRef="#br0" timeOffset="-134978.6">20786 18217 178 0,'0'0'98'16,"0"0"-91"-16,0 0-7 16,0 0-2-16,0 0-2 15,0 0-2-15,0 0 5 16,0 0 5-16,0 0-2 0,12-12 0 16,-6 4-1-16,-3-1-1 15,-1 0 1-15,0 0 0 16,-2-1-1-16,0 3 1 15,0-1 0-15,0 3 0 16,0 0 3-16,-2 2 1 0,-2 2-1 16,1 1-2-16,-2 0 1 15,1 7-8-15,1 4 6 16,1 5-1-16,2 1 3 16,0 0-3-16,0 1 1 15,0-4 1-15,7-1-2 16,3-2 1-16,2-3-1 0,-1-1 0 15,3-5-1-15,1-1-1 16,-1-1 1-16,2 0-1 16,0-7 0-16,0-5-3 15,3-2 1-15,-4-4-5 16,4-2 0-16,-2 0 0 0,-2 0 1 16,-1 3 3-16,-3 3 5 15,-3 2 1-15,-2 5 2 16,1 4 9-16,-4 2 0 15,-1 1-4-15,2 0-3 16,2 1-6-16,-1 9 3 0,4 2-1 16,-1 0 1-16,2 3-1 15,0-1 0-15,3-3-1 16,-1 2 0-16,0-3-12 16,-2-3-23-16,-1-3-39 0,1-4-14 15</inkml:trace>
  <inkml:trace contextRef="#ctx0" brushRef="#br0" timeOffset="-134602.14">21166 18115 239 0,'0'0'3'0,"0"0"13"0,0 0-2 0,0 0-6 0,0 0-2 16,0 0-1-16,0 0-1 15,0 0 0-15,38 16-2 0,-27-2-2 16,-4 1 2-16,0 2-6 16,-2-1-7-16,-2-1-7 15,-2-2-1-15,-1-4 9 16,0-2 6-16,0-3 1 16,-4-2 1-16,0-2 5 0,2 0 1 15,0-7 1-15,2-3 0 16,0-6-1-16,0 1 5 15,7 0-3-15,4-2 0 16,2 2-1-16,1 1 0 16,-1 3 1-16,3 0-4 15,0 5 0-15,0 3-1 0,-1 3-1 16,0 0-1-16,-1 0-10 16,-1 2-34-16,-4 4-38 15,0 1-5-15</inkml:trace>
  <inkml:trace contextRef="#ctx0" brushRef="#br0" timeOffset="-134267.74">21509 18138 234 0,'0'0'7'0,"0"0"-5"16,0 0 0-16,15-37-2 15,-14 24-2-15,-1 4-2 16,0-2-1-16,-2 3-4 16,-6 2-1-16,-2 0 8 0,0 5 4 15,1 1 1-15,-1 0 4 16,2 0 6-16,1 7-6 16,3 4-4-16,0 2-2 15,4 1-1-15,0 2 1 0,0-1 0 16,0-2-1-16,6-1 1 15,3-2-1-15,1-3 0 16,2-2 0-16,-1-3-1 16,5-2-6-16,-1 0-28 15,0-9-40-15,0-1-1 16</inkml:trace>
  <inkml:trace contextRef="#ctx0" brushRef="#br0" timeOffset="-134076.4">21640 17922 231 0,'0'0'-6'0,"0"0"13"0,0-41-2 16,0 36 2-16,0 2 17 15,0 3-6-15,0 0-11 16,0 12-7-16,0 2 1 16,0 9 0-16,0 4-1 15,3 5 2-15,3 0-2 0,0 2 0 16,-1-1-29-16,0-2-48 15</inkml:trace>
  <inkml:trace contextRef="#ctx0" brushRef="#br0" timeOffset="-133577.65">21003 18481 71 0,'0'0'26'0,"63"-11"-8"0,-26 3-1 0,4-1-8 16,-2-2 3-16,1-1 10 0,0 2 5 15,-1-1-16-15,-3-1-7 16,-2 0 2-16,1 1 0 16,-5 1-1-16,1-1-2 15,-5 3 3-15,-1 1 4 16,-2 3-4-16,-3-1-1 16,-2 3-5-16,-5 1 0 0,0 1 0 15,-4 0-15-15,-6 0-28 16,-3 0-30-16,-1 5-23 15</inkml:trace>
  <inkml:trace contextRef="#ctx0" brushRef="#br0" timeOffset="-133172.08">21148 18574 217 0,'0'0'18'0,"0"0"-13"16,0 0 0-16,0 0 11 0,0 0-1 16,47 2-7-16,-25-6 1 15,3-1-3-15,2-1-3 16,2 1-2-16,1 0 0 15,-1-2-1-15,2 1 1 16,-2-1-1-16,-2 3 0 0,0-1 1 16,-3 1-1-16,-2 1 0 15,-2-1 0-15,-2 2 1 16,-2 1-1-16,-3-1 2 16,-2 2 4-16,-1-1-1 15,-2 1-4-15,-1-1-1 0,1 1 1 16,-3-1-1-16,0-1-11 15,0-1-14-15,-2-1-13 16,0-2-44-16,-1-2-27 16</inkml:trace>
  <inkml:trace contextRef="#ctx0" brushRef="#br0" timeOffset="-130047.66">21964 18227 33 0,'0'0'-6'0,"0"0"0"0,0 0-15 16</inkml:trace>
  <inkml:trace contextRef="#ctx0" brushRef="#br0" timeOffset="-129656.06">22097 18203 50 0,'0'0'2'0,"0"0"-1"0,0 0 0 16,41-10 1-16,-22-3-2 16,3-4-3-16,4-6-48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5:04:58.3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5159 5013 24 0,'0'-3'14'0,"-2"-1"8"0,-1 1-4 16,-1 0-2-16,1 0-4 16,1-1-3-16,0 1-1 15,0 1 2-15,-1-1-3 16,1 0-2-16,2 3-3 0,-1-2 0 15,0 2 0-15,1 0-2 16,0 0 0-16,0 0 1 16,0 2 0-16,0 5 0 15,0-1 0-15,2 1-1 16,3 0 0-16,-1-3 0 0,2 3 0 16,2-3 0-16,1-1-1 15,-1-3 0-15,4 0 1 16,1-3 6-16,4-11 10 15,4-6 0-15,0-7-6 16,5-4-2-16,5-6-2 0,3-3 1 16,4-5-2-16,2-1 2 15,5-4-1-15,-1-3 1 16,4-1-1-16,-6 1-2 16,1 2-2-16,-7 6 1 15,1 5-1-15,-8 7-2 0,-2 9 0 16,-2 4 0-16,-5 9 1 15,0 4-2-15,-3 7 1 16,-1 0-7-16,-5 8-42 16,-9 2-29-16</inkml:trace>
  <inkml:trace contextRef="#ctx0" brushRef="#br0" timeOffset="2405.19">7849 5071 33 0,'0'0'27'0,"0"0"-24"0,0 0 1 0,0 0 8 16,0 0 1-16,0 0-3 0,0 0-1 16,0 0-1-16,3 0-6 15,-1 0-1-15,0 0-1 16,1 0 1-16,1 0-2 16,1 0 2-16,-1 0-1 15,0 2 0-15,1 2 0 0,0 0 0 16,1-1 0-16,1 3 0 15,-2-2 0-15,3 0 0 16,1 0-2-16,-1-2 3 16,2 1-1-16,1-1 0 15,1-1-1-15,-1 0 1 16,0-1 1-16,4 0-1 0,1 0 0 16,0 0 0-16,-1-4-1 15,3-3 2-15,-1-2-2 16,2-2 1-16,1-5 0 15,0 1-1-15,1-4 3 16,3-4 0-16,-3 1 0 0,2-4 1 16,0 1 2-16,2-4 0 15,0 3 1-15,2-3-1 16,4 0 2-16,0 0-2 16,1 0 4-16,5-2-1 0,-2 1 1 15,1 0-2-15,-3 0-2 16,-1 2 0-16,-7 3 1 15,-3 3-1-15,-8 5-3 16,0 6-1-16,-2 3 1 16,-5 6-2-16,1 2 0 0,-2 0-6 15,-4 5-51-15,-2 0-20 16</inkml:trace>
  <inkml:trace contextRef="#ctx0" brushRef="#br0" timeOffset="4801.85">10101 4945 28 0,'0'0'3'0,"0"0"0"0,0 0-1 0,0 0 0 16,0 0 0-16,0 0 3 15,0 0 1-15,0 0 3 16,0 0-3-16,0 0-1 16,0 0 2-16,0 0-1 15,0 0-1-15,8 18 0 0,-6-18 0 16,2 0-1-16,1 0 3 15,0 0 4-15,1 0 2 16,3-8 6-16,3-5 0 16,6-8-8-16,8-8-6 15,12-8-1-15,7-7-1 16,11-7 0-16,3-4-3 0,6-9-33 16,1-4-65-16</inkml:trace>
  <inkml:trace contextRef="#ctx0" brushRef="#br0" timeOffset="5434.75">12935 4942 104 0,'0'0'4'0,"0"0"-2"0,0 0 4 0,0 0 20 16,0 0 7-16,0 0-18 16,37-30-1-16,-10 3 3 15,9-11-7-15,20-12-2 16,18-15-6-16,13-6 0 16,16-9 0-16,8-6-6 0,5-9-88 15</inkml:trace>
  <inkml:trace contextRef="#ctx0" brushRef="#br0" timeOffset="6224.97">15304 5091 120 0,'0'0'0'0,"0"0"3"0,0 0-3 0,0 0 1 16,0 0 0-16,0 0 0 16,0 0 0-16,0 0 0 15,0 0 3-15,0 0 1 0,0 0 21 16,0 0 15-16,25-11-19 16,14-33-14-16,21-16 1 15,22-18-1-15,25-20-4 16,27-14-1-16,20-9-3 15,11-7 0-15,2-5-56 0</inkml:trace>
  <inkml:trace contextRef="#ctx0" brushRef="#br0" timeOffset="6938.59">17998 4960 161 0,'0'0'1'0,"57"-71"13"0,-2 23 2 0,20-11-6 0,23-7-7 16,15-13-2-16,15-8-19 15,7-18-170-15</inkml:trace>
  <inkml:trace contextRef="#ctx0" brushRef="#br0" timeOffset="10425.87">18173 4938 91 0,'-6'-13'1'0,"2"-1"8"0,1 1 1 0,-1 0-1 0,0 0-5 15,0 2-2-15,0 2-1 16,0-2 0-16,-1 0 0 15,1 1 0-15,-4 0 2 16,0 0-2-16,-1 2 0 16,-2 0-1-16,-4 1 1 0,-1 0-1 15,-3 3 0-15,-2-2 0 16,0 5 0-16,-1-2 0 16,-3 3 1-16,0 0-2 15,-2 0 3-15,2 0-2 16,-2 3-1-16,0 4 2 15,-2 1-1-15,2 2 0 0,-2 0 0 16,0 3 0-16,-1 3-1 16,-4 2 2-16,0 2-1 15,-4 3 0-15,-4 2 0 16,1 5 0-16,-2 2 0 16,0 0 1-16,3 4-1 0,2-1 0 15,5 2 0-15,0 2 0 16,5 3 0-16,0 5 1 15,5 1-1-15,-2 7 0 16,-2 3 1-16,4 5-1 16,-2 4 1-16,0 5 1 0,1 1-1 15,1 2 1-15,3-1-2 16,0 1 1-16,5-4 0 16,1-7 0-16,5 0-1 15,1-3 1-15,3 0-1 16,0-3 1-16,3 2 0 15,1-2 0-15,1 2 0 0,0-1 1 16,0 1-1-16,3 0 0 16,4 1 0-16,0 0 0 15,2 0 1-15,4 0 0 16,-4 1-1-16,4 0 0 0,3-2 3 16,-1 2 0-16,2-1 0 15,2-1 3-15,4 1-3 16,1 0-1-16,1 3 0 15,-3-2 0-15,3 5-1 16,-1 0-2-16,-1 2 1 0,1 1 0 16,0-2-1-16,4-1 1 15,2-6-1-15,4-4-1 16,4-6-1-16,3-4 1 16,1-6 0-16,1-1 3 15,-1 0-1-15,5-1-1 16,-5 2-1-16,2-4-1 0,4 3 2 15,-1 1 0-15,4-2 0 16,-5-1 1-16,2-1-1 16,-2-3-1-16,4 0-5 15,-3-7 1-15,4-3 10 0,-1-4 6 16,1 0-5-16,0-6-1 16,-1 0-2-16,0-1 0 15,-2-1 0-15,0-1 0 16,0-3-1-16,-2 2 0 15,-2-3 3-15,-1 0-1 16,-2-1 0-16,-2-1 2 0,1-1-1 16,0 0-1-16,-2-1 1 15,1 1-4-15,5-1 0 16,-5 0 0-16,1-2 0 16,-1 2 0-16,-3-3-1 15,2 0 1-15,-6 0 3 0,1 0-2 16,0 0 0-16,-3 0-1 15,3 0 0-15,2 0 0 16,-1 0 0-16,2 0-1 16,2 0 1-16,2 0-1 15,3-6 1-15,1 1 1 0,1-1-2 16,4-1 2-16,-1 0-1 16,-2-2 0-16,2 2-1 15,-4-3 0-15,3 2 0 16,-3 0 1-16,-1-1-1 15,4-1 0-15,0 0 1 0,0-3-1 16,2 0 1-16,-1-1-1 16,2-2 0-16,1 1 1 15,-1-2-1-15,0-2 0 16,-2 2 0-16,-1 0 1 16,-7-1 1-16,0 1-1 15,-6-2 3-15,2 2-3 0,-2-1 2 16,3-4 1-16,-1-2-2 15,3 0-1-15,3-6 1 16,2-1-1-16,1-3-1 16,0-3 1-16,0 3-1 0,-1-4 1 15,-2 1-2-15,1 1 2 16,-7 2-1-16,0 0 0 16,-3-4 1-16,0 1-1 15,-2-4 1-15,1-2-1 16,2-5 0-16,2-1 0 0,-1-4 0 15,3 0 0-15,-2-3-1 16,-1 0 0-16,-3-1 1 16,-3 0-1-16,-2 0 3 15,-4 0-2-15,-6 0 1 16,-2 2 0-16,-3-2-1 16,-1-1 1-16,-4 1 1 0,0-1-2 15,-3 1 1-15,2-2 1 16,-1-1-4-16,0-1 3 15,-1 0-4-15,-1 1 2 16,-1 0-3-16,-2 2 1 16,0 3 1-16,-4 2-5 0,-7 2 11 15,-5 2-1-15,-1 2-1 16,-1 0 3-16,-1 3-3 16,1 0-2-16,-3-2 1 15,1 1 0-15,1-2-1 16,-1 2 1-16,-1-2-1 0,1 3 0 15,-2-2 0-15,1-1 0 16,-2 0 0-16,-2-1 0 16,0 0 0-16,0 0 0 15,-2 2 0-15,0-1 0 16,1 5 0-16,-1-2 0 0,-2 1 0 16,-1 2 0-16,4-2 1 15,-5 3-1-15,2 1 0 16,-2 1 0-16,1 4 0 15,1-1 0-15,-4 0 0 16,2-1 0-16,1 4 0 0,-1-1 0 16,-2-2 1-16,-1 3-1 15,-3 2 0-15,-2 3 0 16,-3 2 0-16,-2 2 0 16,-4 2 0-16,-3 1-1 15,0 2 1-15,-6 0-1 0,-1 0 2 16,-5 0 0-16,-2 0-1 15,-8-1 0-15,-3 0 0 16,-13-1 0-16,-11 3 3 16,-11 3-6-16,-19 5 1 15,-12 8 1-15,-17 1-2 16,-18 20-8-16,-17 15-14 0,-14 12-32 16,-15 10-37-16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5:10:20.7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19034 5202 99 0,'0'0'16'0,"0"0"11"0,0 0-3 0,0 0-4 16,0 0-3-16,0 0-4 15,0 0-5-15,0 0-1 0,0 0 3 16,1-39 1-16,-1 35 2 16,0 0-3-16,0 3-4 15,-2-1-3-15,-1 0-2 16,2 1 0-16,-3 0-2 0,0 1 0 16,-1 0-3-16,-6 0 0 15,0 0 3-15,-2 0-4 16,-1 6 4-16,-3 1 1 15,2 2 0-15,-2 0-1 16,4 0 4-16,2 1-2 16,1 1-1-16,4 0 2 0,3-2-1 15,-2 5 1-15,4-1-3 16,1 2 0-16,0 1 0 16,0 4 3-16,2 1 0 15,4-1-1-15,-2-1-3 16,3-2-1-16,0-2 4 0,2-2-2 15,-1-4-1-15,3-2 4 16,1-3 2-16,0 0 2 16,4-4 4-16,-2 0-1 15,3 0-3-15,3 0 1 16,-4-1-1-16,2-5-2 0,1 0 0 16,-2 0-3-16,-2 0-1 15,1-1 1-15,-3 2 0 16,1 1-1-16,-3 0 0 15,-1 1-1-15,0 0-34 16,-2-1-78-16</inkml:trace>
  <inkml:trace contextRef="#ctx0" brushRef="#br0" timeOffset="283.83">19307 5211 166 0,'0'0'21'0,"0"0"-6"0,0 0-21 16,0 0 1-16,0 0 3 15,0 0 3-15,6 42 0 16,-4-25 3-16,-2-3-1 15,0 2-3-15,0 0 1 16,0-3 0-16,0-1 0 0,0 0-1 16,0 0-3-16,-3-6-44 15,0-6-66-15</inkml:trace>
  <inkml:trace contextRef="#ctx0" brushRef="#br0" timeOffset="662.19">19311 5226 203 0,'0'0'0'0,"0"0"-1"0,0 0 1 16,52-10 0-16,-37 10-1 16,2 4 1-16,-1 4 0 15,0 4 0-15,0 1 1 16,0 4 0-16,-2-3 0 15,1 1-1-15,-4-1 1 0,1-3 0 16,0-4 1-16,-6-1-2 16,1-2 2-16,0-2 2 15,-2-2 9-15,-1 0 1 16,-1 0 10-16,0-6 12 16,0-2-6-16,-3-5-17 15,0-3 0-15,0-4-1 0,0 0-1 16,0-1-7-16,0-1-2 15,-3 2-3-15,1 4 0 16,1 3 1-16,0 4-1 16,1 5-1-16,0 4-19 0,0 0-53 15,2 0-34-15</inkml:trace>
  <inkml:trace contextRef="#ctx0" brushRef="#br0" timeOffset="962.51">19725 5147 228 0,'0'0'3'0,"0"0"3"0,0 0-6 16,0 0 0-16,0 0-1 15,0 0 0-15,0 0 0 16,0 0 2-16,33 49-1 16,-30-29 0-16,0-2 1 0,-2 0 0 15,1 0 0-15,0-4 0 16,-2 0 1-16,0-2-3 16,0-2-11-16,0-3-25 15,0-4-14-15,2-3-10 16</inkml:trace>
  <inkml:trace contextRef="#ctx0" brushRef="#br0" timeOffset="1345.12">19848 5155 182 0,'0'0'16'0,"0"0"-8"16,0 0-2-16,0 0-5 15,0 0 0-15,0 0 2 16,39-6-2-16,-30 12 0 16,3 3 1-16,-1 5-2 0,0-1 1 15,4 1-1-15,-3 1 1 16,2-3-1-16,-1 1 1 16,-2-5-1-16,2 1 0 15,-2-4 1-15,1-2 1 16,-3-2 2-16,-1-1 6 0,1 0 11 15,-1-5 7-15,0-6 5 16,-3-4-7-16,1-2 5 16,-2-4-15-16,1-3-1 15,-3-2 6-15,-1 1-15 16,0 0-5-16,0 2 1 0,-1 3-4 16,0 4 0-16,0 7-9 15,0 5 2-15,0 3-57 16,0 1-114-16</inkml:trace>
  <inkml:trace contextRef="#ctx0" brushRef="#br0" timeOffset="1958.16">20415 5232 42 0,'0'0'78'0,"0"0"-61"0,0 0 6 16,0 0-1-16,0 0-3 16,0 0-10-16,0 0-5 15,0 0 0-15,0 0-3 16,0 0 2-16,47 0 2 15,-23 0 4-15,3-3-1 0,3-3 2 16,3 3 0-16,1-4-4 16,6 0 3-16,-4 0 0 15,2 1-2-15,0 1-3 16,2-1-4-16,-6 3 2 16,-1-1-2-16,-2 1-12 0,-11-1-52 15,-2-3-158-15</inkml:trace>
  <inkml:trace contextRef="#ctx0" brushRef="#br0" timeOffset="3302.92">18880 5678 37 0,'0'0'51'0,"0"0"-30"16,0 0-7-16,0 0-11 0,0 0 0 15,0 0 1-15,0 0-2 16,0 0-2-16,0 0 2 0,0 0-2 16,0 0 0-16,44 0 1 15,-28 0-2-15,5 0 1 16,5 0 2-16,3 0-1 16,5 0 0-16,5 1-1 15,6-1 0-15,5 3 5 0,5-3-1 16,2 0 3-16,3 3-1 15,2-3-1-15,3 0 1 16,2 0 0-16,3 0 2 16,5-3 2-16,4-4-3 15,4 2 0-15,2-3-4 16,-1 0 0-16,3 0-2 0,-1 0 2 16,1-2-1-16,-3 0 0 15,-2-1 0-15,0-1 2 16,-6-1 0-16,-1 1-1 15,-7-1 0-15,-4-1 3 0,-5 0-1 16,-7-2 1-16,-3 0 0 16,-5-2-1-16,-2-1 2 15,-4-4-1-15,0-2 2 16,-4-3-2-16,-5-6-2 16,-3 2-1-16,-6-2-3 15,-5-3 2-15,-7 3 2 0,-5 0 3 16,-3 0 7-16,-2 0-5 15,-12 2-1-15,-2-3-5 16,-4 1-2-16,-5-1-2 16,1-1 4-16,-7 2-3 0,-2 3 2 15,-3 0-5-15,-1 1 2 16,-2-1 1-16,-5 5 0 16,-2 0-6-16,-6 2 6 15,-5 0-2-15,-6 3-3 16,-4 1 1-16,-5 3-1 15,-4 1 0-15,2 2 1 0,-3 4 9 16,2 3-6-16,-3 4-1 16,2 2 4-16,0 1-3 15,0 1 1-15,-4 9 0 16,-1 4 0-16,-1 2 1 16,4 2-1-16,1 5 0 0,3 1 0 15,0 2 0-15,5 1 0 16,0 3 0-16,1 1 1 15,0 4-1-15,-1 1 0 16,2 4 0-16,0-1 1 16,4 3-1-16,-2-3 0 0,9 0 3 15,1-4-3-15,8-1 0 16,5-4 0-16,8 1 1 16,4-1-1-16,6 2-1 15,8 0 2-15,2 2-1 16,6-1-1-16,6 1 1 0,2 0-5 15,6-2 3-15,10-4 2 16,7 2-1-16,6-4 1 16,8-1 4-16,10-4 0 15,9-5-7-15,9-8-7 16,3-8-54-16,5-11-144 0</inkml:trace>
  <inkml:trace contextRef="#ctx0" brushRef="#br0" timeOffset="4584.82">19088 4235 31 0,'0'1'18'0,"0"-1"-14"0,0 0-6 0,0 0 8 16,0 0 1-16,2 2-2 15,2-1-4-15,-2 2 1 16,-2-2-2-16,1 2-1 0,0 1 2 16,0 2 0-16,-1 1 1 15,1 0-1-15,0 2 1 16,1-2-2-16,-2 1 0 15,1-2 1-15,3-2-1 16,-2-1 2-16,1-3 5 0,5 0 22 16,3-4 17-16,9-9 0 15,7-8-17-15,11-6-10 16,12-8-6-16,14-8-6 16,16-9-4-16,19-10-3 15,10-13 0-15,12-15-112 16</inkml:trace>
  <inkml:trace contextRef="#ctx0" brushRef="#br0" timeOffset="11537.1">19830 5686 61 0,'0'0'10'0,"0"0"8"0,0 0-7 0,0 0 5 15,0 0-3-15,0 0 3 16,0 0-1-16,0 0-4 0,0 0-8 16,0 0-5-16,0 0-3 15,0 0 8-15,-7 10-3 16,7 4-3-16,0 3 3 15,0 3-1-15,0 0 1 0,4 4-1 16,-3-2 1-16,3 1-2 16,0 0 2-16,1 2 2 15,2 0 3-15,0-2-2 16,0 4 0-16,0-1 1 16,-1-1 1-16,1-1-1 15,-3-2 0-15,2-1 1 0,-3-3-1 16,-1-2-1-16,2-2 1 15,0 0-4-15,-1-1 2 16,-1-2 0-16,-2 1 0 16,0-1 1-16,0 1-15 15,0-4-31-15,-5-1-14 0</inkml:trace>
  <inkml:trace contextRef="#ctx0" brushRef="#br0" timeOffset="11858.17">19727 6236 113 0,'0'0'6'0,"0"0"16"0,0 0-8 16,0 0-9-16,0 0 1 0,0 0 1 15,0 0-2-15,0 0-3 16,0 0 0-16,0 0-1 16,42 14-1-16,-29-8 0 15,1-2 0-15,1 1 1 16,2 0-2-16,1-4-32 0,-2-1-39 15</inkml:trace>
  <inkml:trace contextRef="#ctx0" brushRef="#br0" timeOffset="12006.4">19973 6173 250 0,'0'0'3'16,"0"0"11"-16,0 0-11 15,0 0-9-15,0 0 3 16,-23 45-18-16,3-20-59 16</inkml:trace>
  <inkml:trace contextRef="#ctx0" brushRef="#br0" timeOffset="12653.8">18587 7247 116 0,'0'0'22'0,"0"0"2"16,0 0-9-16,0 0 6 0,0 0-13 16,0 0 2-16,7-37 1 15,-7 36-1-15,0 1-5 16,1 0-6-16,2 4-1 16,-3 7 0-16,2 5 2 0,0 3 0 15,-1 1 1-15,2 2-1 16,0-2 1-16,2-3 0 15,-2-3-1-15,2 2 0 16,2-5 0-16,-4 2-8 16,3-3-26-16,-2-3-17 0,-1-4-5 15</inkml:trace>
  <inkml:trace contextRef="#ctx0" brushRef="#br0" timeOffset="13094.73">18594 7227 95 0,'0'0'24'0,"0"0"-23"16,0 0 1-16,0 0-2 0,0 0-1 15,0 0 0-15,44 7 1 16,-33 5 0-16,-1 1 1 15,4 2-1-15,1-1 1 16,0 2 0-16,5 0 2 16,-1-3-1-16,2-1 2 0,0-1-1 15,-2-2-1-15,-1-2 0 16,-2 0-1-16,-2-4 1 16,0 1 1-16,-4-2 0 15,0-2 6-15,1 0 9 0,-2 0 8 16,-1-6-4-16,-1-4-4 15,2-1-3-15,-3-4-2 16,-2 0-1-16,1-5-3 16,-3-1-5-16,-2-1 0 15,1 1 0-15,-1 1-2 16,0 2-1-16,0 5-1 0,0 3 1 16,0 3-1-16,0 7-2 15,0 0-19-15,0 0-74 16,0 7 34-16</inkml:trace>
  <inkml:trace contextRef="#ctx0" brushRef="#br0" timeOffset="13787.82">19165 7268 60 0,'0'0'11'0,"0"0"-10"0,0 0 0 0,0 0 0 0,0 0-1 15,0 0 2-15,0 0 5 16,0 0 0-16,0 0 2 15,-39 18 0-15,34-13-4 16,-3 1-3-16,3-1 3 16,-5 4-3-16,2-2 0 15,2 3-2-15,0 0 2 0,2-1 1 16,1 1 2-16,2-2 0 16,1 1 3-16,0-2-3 15,2 0 1-15,7-4 1 16,1 2 1-16,2-3-3 15,3-1 3-15,-1-1-3 0,2 0 0 16,-1 0-2-16,1 0-2 16,-1-4 0-16,-3-3 1 15,1 0 1-15,-4-2 6 16,1 0 7-16,-2-2-3 16,-3 0-4-16,0 1-3 0,-2-1 2 15,-3-1-1-15,0 2-3 16,-2 0-3-16,-7 0-1 15,-3 3 0-15,-3 2-1 16,-2 3-5-16,-3 2-9 0,-1 0-11 16,-3 10-12-1,2-3-11-15,3 0-7 0</inkml:trace>
  <inkml:trace contextRef="#ctx0" brushRef="#br0" timeOffset="15180.99">19800 7191 21 0,'0'0'52'0,"0"0"-51"0,0 0 3 0,0 0-3 16,0 0 2-16,0 0-1 16,0 0 1-16,0 0 6 0,0 0 3 15,0 0-3-15,0 0-2 16,0 0-4-16,-18 45-1 15,18-34 1-15,0 1 0 16,0-1-1-16,6-3 0 16,2 0 3-16,-1-3 0 15,3 0 1-15,4-3 2 0,-3-2 4 16,1 0 6-16,0 0-6 16,0-1-5-16,0-6-3 15,-1-2-2-15,-3-1 1 16,-1-2 1-16,-3 0 6 15,-1-1 2-15,-3 1-4 0,0-1-6 16,-4 0-2-16,-3 3 1 16,-4 0-4-16,-2 4-1 15,-3 1 2-15,2 5-4 16,-2 0 6-16,1 0 0 16,1 0-2-16,3 6 3 0,4-2 0 15,2 0-1-15,4 0-3 16,1-1-16-16,0 0 3 15,6-3 12-15,4 0 5 16,4 0-2-16,-1-3-2 16,2-6 7-16,2 0-4 0,-3-3 0 15,0-2 1-15,-3 0 0 16,1-3-1-16,-4 1 1 16,0-1 0-16,-1 0 2 15,1 0 0-15,-2 1 1 16,-1-1-3-16,0 5 0 0,0 2 3 15,-1 1-2-15,0 5 0 16,0 2-1-16,-1 2-2 16,-1 0 0-16,0 3-3 15,2 9 2-15,0 3 2 16,-2 7 3-16,1 2-3 16,-1 4 1-16,5 5-1 0,-5 2 0 15,2 2 0-15,1 0 1 16,0 0-1-16,-1 1 1 15,3-1-1-15,-4-1 2 16,1-1 0-16,2-2-2 16,-3-1 2-16,3-3-2 0,1-2 1 15,1-6 1-15,0-4-1 16,2-2 1-16,0-4 0 16,-1-4 1-16,3-4 3 15,0-2-1-15,-3-1 0 16,1-5 5-16,1-7-1 0,1-5-3 15,-3-3-4-15,0-4 1 16,1 0-2-16,-4 1 0 16,0-2 0-16,-5 3-1 15,-1 1 0-15,0 4-1 0,0 3 2 16,-9 3-2-16,-4 1 0 16,0 4-2-16,0 0 3 15,0 3 0-15,4 0 3 16,0 2-3-16,3 0 1 15,2-1 0-15,4 1 2 16,0-2-2-16,0-1 1 0,11-2-5 16,5-4 4-16,8 3 1 15,7-3-2-15,5 0 0 16,4-1-33-16,0-5-92 16</inkml:trace>
  <inkml:trace contextRef="#ctx0" brushRef="#br0" timeOffset="15501.11">20767 7075 104 0,'0'-7'-9'0,"-2"2"14"0,-2 0 10 0,-2 1-1 15,1 4-1-15,-1 0 3 0,-1 0-3 16,2 5-8-16,-2 11-4 16,3 4 0-16,2 6 5 15,2 4-1-15,0 3 2 16,0 0-2-16,2-3-2 16,3 0 1-16,1-6-2 0,-1-4-1 15,2-5 0-15,-3-2 1 16,-2-3-2-16,-2-4-16 15,0-6-23-15,-2 0 9 16,-9-2-16-16</inkml:trace>
  <inkml:trace contextRef="#ctx0" brushRef="#br0" timeOffset="15779.33">20719 7034 59 0,'0'0'3'0,"40"-24"10"0,-15 17 0 16,0 3-4-16,-2 2-3 16,-2 2-1-16,-2 0-2 15,-5 4 1-15,-2 5-2 16,-7 2 3-16,-2 1 0 16,-3 0 3-16,0 0 7 0,-2-1-3 15,-9 2-4-15,-6-3 1 16,-7 1 0-16,0 0-1 15,-2 1-6-15,-1-2 1 16,1 0-3-16,5-1 1 16,6-2-5-16,5-2-42 0,5-3-28 15</inkml:trace>
  <inkml:trace contextRef="#ctx0" brushRef="#br0" timeOffset="16464.12">21076 7041 123 0,'0'0'-27'0,"0"0"30"16,0 0 0-16,0 0-1 16,0 0 0-16,0 0 2 0,0 0 7 15,0 0-2-15,-40-30 1 16,27 30 1-16,-3 0-4 15,1 9-2-15,-1 2-3 16,5 3-2-16,-3 0 1 0,4 2 0 16,3-1 2-16,3-1 0 15,4-1 0-15,0-1 3 16,0-3-5-16,4-2 1 16,5-3 1-16,5-1-2 15,1-3 3-15,1 0-1 16,1-3-3-16,1-5 2 0,-2-2-1 15,0 0-1-15,-3-2 1 16,1 2-2-16,-3 1 2 16,-1 3-1-16,-2 3 0 15,0 0 0-15,-2 3 0 16,1 0-1-16,-2 2 1 0,4 6-1 16,-1 1 1-16,1 1 0 15,1 1 0-15,-2 0 0 16,0-1 1-16,-2-1-2 15,2-4 1-15,-3 0 0 0,2-4 0 16,-2-1 1-16,1 0 2 16,1 0 4-16,0-5 7 15,1-4-3-15,1-3-6 16,1-3-2-16,0-1-2 16,2 2 0-16,2 0 0 15,-3 1-1-15,2 2 2 0,0 2 3 16,2 2 4-16,0 4-4 15,3 1-2-15,1 2-3 16,0 0 1-16,0 2-1 16,2 5 0-16,-3 3 0 15,1 0 1-15,-2 0-2 0,0 3 1 16,0-3-1-16,2 1-10 16,-1-2-10-16,1-2-21 15,1-3-30-15,3-1-45 16</inkml:trace>
  <inkml:trace contextRef="#ctx0" brushRef="#br0" timeOffset="16811.07">21808 7068 89 0,'0'0'6'0,"0"0"15"0,0 0-8 16,11-42-2-16,-20 33-3 16,-3 6-5-16,-4 0-4 0,-3 3 1 15,-2 0-1-15,-2 0 3 16,2 6 2-16,1 5 1 15,2 1 1-15,3 1-1 16,6 1-1-16,1 0-2 16,6-3 0-16,2 1 1 0,0-4 2 15,7 1-2-15,5-5 3 16,6-1-2-16,3-3 1 16,0 0-1-16,4 0-2 15,-2-6 0-15,-2-2-1 16,-1 0-1-16,-7 1 1 15,1 3-1-15,-9-1 4 0,1 3 5 16,-4 2-3-16,0 0-5 16,-1 0-4-16,0 2 2 15,0 6-5-15,2 2-7 16,3 0-13-16,-3-2-14 16,1-1-3-16</inkml:trace>
  <inkml:trace contextRef="#ctx0" brushRef="#br0" timeOffset="17453.03">22029 7017 135 0,'0'0'6'0,"0"0"2"15,0 0-7-15,0 0 1 16,0 0 0-16,0 0-1 0,44 34-1 15,-37-21 2-15,-2 0-2 16,-1-2 1-16,1 0 0 16,-5-4-6-16,0-4 2 15,0 0 1-15,0-3 2 16,-5 0 3-16,-1 0 2 16,1-3-3-16,-1-4 9 0,1 0 8 15,1-3-4-15,2 3-9 16,2-4-5-16,0 2-1 15,2-1 0-15,6 2-2 16,4-1 1-16,4 4 3 16,1-3-6-16,5 4 7 0,0 1-4 15,1 2 2-15,0 1-1 16,3 0 1-16,-4 1-1 16,1 8 1-16,-1 2-1 15,-1 1 0-15,-4 1 0 0,-2-1 0 16,-5 2 0-16,-1-5-1 15,-7 1 1-15,-2-5-1 16,0-2 1-16,-2-3 0 16,-9 0 3-16,1 0 2 15,-3 0 1-15,4-3 2 16,-1-2-3-16,3-5-1 0,2 3 1 16,5-3 3-16,0-3-7 15,4 2 2-15,8-3-4 16,4-1 1-16,6 4 1 15,2 0 0-15,0 2-1 16,-1 5 1-16,0 2-1 0,-3 2-1 16,0 0 1-16,-5 8 0 15,-2 3-1-15,-3 2-1 16,-2 2 1-16,-1 0-19 16,-2-1-16-16,-1-2-11 15,-1-3-5-15</inkml:trace>
  <inkml:trace contextRef="#ctx0" brushRef="#br0" timeOffset="17865">22616 7052 206 0,'0'0'6'0,"0"0"-1"0,0 0-4 16,0 0 0-16,43-16 3 15,-28 11-2-15,0 0 0 0,4-4-2 16,1 2 0-16,-1-2 1 16,-3 0 0-16,-1 0-1 15,-3-2 0-15,-4 2 2 16,-3 2-2-16,-3-2 4 16,-2 3 4-16,0 1-2 0,-8 4-5 15,-4 1-2-15,-3 0 0 16,-2 0 1-16,-1 5 1 15,1 5-1-15,1 3 0 16,5-1 0-16,3 2 1 16,5-2-1-16,3 1 0 15,0-3-1-15,8 0 1 0,7-3 0 16,5-1 2-16,5-2 4 16,3-1-2-16,3-3-1 15,2 0-2-15,0 0-1 16,1-2-14-16,-2-6-25 15,-3-5-23-15,-2-4-2 0</inkml:trace>
  <inkml:trace contextRef="#ctx0" brushRef="#br0" timeOffset="18122.68">23082 6675 124 0,'0'0'27'0,"0"0"-19"16,0 0-4-16,0 0-6 16,0 0 2-16,0 0 0 0,0 0 5 15,-16 55 7-15,16-28 5 16,0 4-6-16,0-2-4 16,0-1-1-16,2-1-2 15,2 0-2-15,1-3-1 16,-1-1 0-16,1-1 0 15,-3 0 0-15,0-5-17 0,-1-3-60 16</inkml:trace>
  <inkml:trace contextRef="#ctx0" brushRef="#br0" timeOffset="18834.3">23093 6946 175 0,'0'0'-23'0,"0"0"29"16,0 0-10-16,0 0 5 15,0 0 1-15,0 0-2 16,0 0 1-16,36-3-1 16,-21 1 0-16,2 0-3 15,4-1 5-15,-3 0-1 16,6-4 1-16,-1 1-3 0,-2-1 3 15,-2 0 0-15,-1 0-2 16,-5-3 2-16,-3 4-1 16,-4-2 4-16,-3 1 6 15,-3 1-2-15,0 2-1 16,-3 2-4-16,-8 2-4 0,0 0 0 16,-1 0-2-16,-3 5 2 15,3 5-1-15,0 3 1 16,3 1 0-16,2 1-1 15,3 0 1-15,3 0 0 16,1 1 0-16,0-3 0 0,5-1 0 16,4-3 0-16,3-1 1 15,0-5 0-15,1 0 1 16,3 0-3-16,-3-3 2 16,4 0-1-16,-2 0 7 15,1-6-5-15,-1-2 0 16,3-2-1-16,-3-2 0 0,0-2 0 15,0 0-1-15,1 1 0 16,0 1 0-16,-1 0 0 16,-1 5 0-16,-1 1 1 15,0 2-2-15,0 4 1 16,-1 0 0-16,3 0-1 0,-1 3 1 16,2 3-1-16,-1 2 1 15,3-1 0-15,-2-1 1 16,2 1-1-16,0-1 0 15,1-3 2-15,1-2 1 16,0-1 4-16,2 0 5 0,2-6 3 16,-1-2-1-16,2-2 0 15,-1 1 0-15,0 5-9 16,-2 1-4-16,-6 3-1 16,-4 2-1-16,-11 12-26 15,-1 6-59-15,-14 2-7 0</inkml:trace>
  <inkml:trace contextRef="#ctx0" brushRef="#br0" timeOffset="20485.27">19153 7798 58 0,'-37'0'1'0,"4"0"1"0,1 0 4 0,6 0 5 0,2 0 2 0,3 0 4 16,4 0-4-16,4 0 3 15,5 0-1-15,2 0-7 16,3 0-5-16,1 0-1 15,2 0-6-15,0 3 3 16,11 3-1-16,3 2 3 0,4 2-1 16,8 3 2-16,7 0-2 15,8 1 1-15,10 0 2 16,8 3-1-16,8-4 2 16,13 0 0-16,7 0 1 15,12-5 0-15,11 0-2 0,10-5-1 16,12-1-1-16,4-2 1 15,10 0 0-15,6-3 1 16,8-7 2-16,0 0 6 16,11-3-1-16,1-1-3 15,6 3-1-15,2-2-3 0,-1 3-1 16,4 2 0-16,-3 1-2 16,-3 2 1-16,-7-2-1 15,-1-3 0-15,-5-3 0 16,-5-5 0-16,-9-2 2 15,-8-4-1-15,-2-4 1 0,-7-1 6 16,-7-5 3-16,-2-6-6 16,-5 0-3-16,-6-5-1 15,-5-2 0-15,-8-3-1 16,-5 1 1-16,-12-2 0 16,-8 0 1-16,-9-1 2 0,-13 1 4 15,-11-1-1-15,-11 0-1 16,-8 3-2-16,-11-1-2 15,-8 2-4-15,-4-1 1 16,-5 1 2-16,-13-1-1 16,-6 0 0-16,-12 4-1 15,-5-1 0-15,-7 5-2 0,-13-1 0 16,-9 3-2-16,-5-1 6 16,-14 3-3-16,-6 0 2 15,-9 2 0-15,-8 4 0 16,-8 2 1-16,-4 4 0 15,-1 2-1-15,-4 3-1 0,-3 5 2 16,-2 2-1-16,-4 1-1 16,-4 1 2-16,-4 4-1 15,-5 1-1-15,-3 2 1 16,-1 1-1-16,-5 2 3 16,-3 1-3-16,-5 0 1 0,0 7 1 15,-3 3-2-15,-1 4-3 16,-1 3 4-16,1 3 1 15,4 3 1-15,5 1 0 16,4 7 1-16,5 3-4 16,5 0 2-16,7 6-1 0,2 1 0 15,3 3 0-15,4 5 1 16,7 2-2-16,4 4 2 16,7 4 0-16,6 4-1 15,5 1 1-15,7 4-2 16,9 3 2-16,8 6-1 0,6-2-2 15,7 5 3-15,7 2-1 16,13 2-2-16,9-3 2 16,14-6 0-16,12-4-3 15,12-7 1-15,18-6-1 16,22-10 3-16,18-5-2 0,23-9 2 16,16-4-2-16,19-10 6 15,18-6-1-15,13-5-2 16,5-5-5-16,-6-4-58 15,0-4-81-15</inkml:trace>
  <inkml:trace contextRef="#ctx0" brushRef="#br0" timeOffset="26724.66">18096 9067 72 0,'0'0'6'0,"0"0"5"0,0 0 4 15,0 0 5-15,0 0 8 0,0 0 16 16,0 0-16-16,0 0 1 15,0 0-2-15,0 0-13 16,0 0-13-16,-15-4 1 16,15 27-1-16,0 4-1 0,0 5 1 15,0 2-1-15,0 0 2 16,0-1-2-16,0-1 1 16,0-3 0-16,3-1-2 15,-1-2 1-15,0-2-22 16,-2-5-24-16,0-4-42 0</inkml:trace>
  <inkml:trace contextRef="#ctx0" brushRef="#br0" timeOffset="27124.72">18098 9062 241 0,'0'0'-27'16,"0"0"36"-16,0 0-1 0,0 0-4 15,0 0-3-15,19-37 0 16,-11 36-1-16,0 1 1 16,3 0-1-16,-1 0 1 15,4 6-1-15,-1 2 1 16,0 5-1-16,-2 1 0 0,2 3 1 15,-6-3-1-15,-1 3 2 16,-3-2-1-16,-3-1 0 16,0-3-1-16,0 0 2 15,-10 1 0-15,-4-1 4 16,-2-1 3-16,-3 0-1 0,-2 1-2 16,0-4-2-16,0 1-2 15,3-3 0-15,3-1-2 16,2-2 2-16,3-2-4 15,6 0-16-15,4 0-32 0,0-11-67 16</inkml:trace>
  <inkml:trace contextRef="#ctx0" brushRef="#br0" timeOffset="27550.55">18318 9079 161 0,'0'0'4'0,"0"0"4"15,0 0 17-15,0 0-2 0,42-34-13 16,-30 31-1-16,0 3-5 16,2 0-1-16,-2 0-1 15,1 7-2-15,-1 5 0 16,-3 2 0-16,0 3 0 15,0-3-1-15,-5 5 4 0,-1-2-2 16,0-3-1-16,-3-1 2 16,0-1-2-16,0-3 1 15,0 0-2-15,-5-4 1 16,0 1 1-16,-4-5 3 16,4-1 2-16,-3 0 6 0,3 0 9 15,0-4-1-15,1-6-11 16,2-1-1-16,2-4-4 15,0-1 1-15,0-1-2 16,9-2 0-16,0 2-2 16,6 1-2-16,5 1 1 0,1 2-15 15,3 4-23-15,0 0-32 16,-1 1-75-16</inkml:trace>
  <inkml:trace contextRef="#ctx0" brushRef="#br0" timeOffset="27907.33">18713 9055 261 0,'0'0'20'0,"0"0"-13"15,0 0-5-15,0 0-2 16,0 0 0-16,-27 38-1 0,18-21 2 16,1-2-1-16,-1 2 1 15,5-3 0-15,2-1 0 16,2-1-1-16,0-3-1 15,0-2 0-15,7-1-1 16,4-3-2-16,3-3 4 16,0 0 5-16,3 0-2 0,0-9-1 15,1-1 0-15,-2-3-2 16,-3-1 4-16,-2-3-2 16,-4 0 6-16,-2 1-3 15,-3-2-3-15,-2 3-1 16,0 1-1-16,-6 5-3 0,-8 4 3 15,-3 5-7-15,-6 0-12 16,2 9-3-16,-3 5-3 16,6 3-2-16,0-5-23 15,9-3-47-15</inkml:trace>
  <inkml:trace contextRef="#ctx0" brushRef="#br0" timeOffset="28326.17">18949 8964 175 0,'0'0'-10'0,"0"0"15"0,0 0-4 0,0 0-4 15,0 0 13-15,0 0 4 0,11 54 6 16,-9-30-3-16,3 5-2 15,1 2-1-15,1 0-3 16,1 5-4-16,-2-1-4 16,0 4-2-16,-5 1-1 15,-1 2 2-15,0 0-1 0,-3 1 0 16,-4-6 0-16,1-1 2 16,-6-4 0-16,2-7 3 15,0-1-1-15,-3-5-1 16,-2-1-2-16,-3-4 0 15,3-3 1-15,0 0 3 0,-5-6 0 16,2-2 1-16,0-3-2 16,-1 0-2-16,0-3-2 15,-1-9 0-15,3-3-1 16,2-5 2-16,4-4-6 16,3-7-19-16,2-4-42 0,2-6-57 15</inkml:trace>
  <inkml:trace contextRef="#ctx0" brushRef="#br0" timeOffset="28496.73">18837 8865 240 0,'0'0'17'0,"16"-51"12"15,-7 32-11-15,-3 6-13 16,1 5-4-16,-3 4-2 15,1 4-19-15,-1 0-58 0,-4 0-49 16</inkml:trace>
  <inkml:trace contextRef="#ctx0" brushRef="#br0" timeOffset="28910.34">19034 9103 222 0,'0'0'-1'0,"0"0"2"15,0 0-1-15,0 0 1 16,0 0 1-16,43 18 10 16,-32-18 7-16,0-4-8 15,3-3-2-15,-1-4-4 16,1-2-2-16,-1-1-1 0,-3 0 1 15,0-2-2-15,-3 1 0 16,-3 1 0-16,-4 1 1 16,0 3 2-16,0 3 5 15,-2 4 0-15,-8 3-10 16,-3 0 1-16,-1 5 2 0,-2 8-2 16,0 6 1-16,1 1-1 15,1 1 1-15,3 0-1 16,5-1 1-16,0-1-1 15,5 0 0-15,1-3 0 16,0-2 0-16,7 0 0 16,4-2 0-16,5-4-18 0,2-2-36 15,0-3-65-15</inkml:trace>
  <inkml:trace contextRef="#ctx0" brushRef="#br0" timeOffset="29421.04">19376 9038 195 0,'0'0'14'0,"0"0"8"15,0 0-15-15,0 0-9 16,0 0 6-16,-47 6-4 0,30 8 0 16,5 6 2-16,0-2 5 15,4 2 1-15,4 1-1 16,4-5-5-16,0 1 0 15,2-4 0-15,8-2 0 0,2-4 3 16,3-2 1-16,5-4 9 16,4-1-4-16,2 0-2 15,0-10-4-15,3-1-4 16,-4-5 0-16,0-4 0 16,-1-1-1-16,-2-5 1 15,-3-2-1-15,-1-5 0 0,1-1-1 16,-3 0-4-16,-3 2-5 15,-1 0 0-15,-5 7-2 16,-1 1 9-16,-6 7 3 16,0 4 0-16,0 4 0 15,-6 6 2-15,0 3 1 0,-2 0-2 16,2 6-1-16,-1 11 1 16,0 3-1-16,-1 6 1 15,5 3 0-15,1 5 1 16,1 3-2-16,1-1 1 15,0-2 0-15,0 0 2 0,0-4-3 16,0-3 0-16,0-4 1 16,0-3-1-16,0-2-5 15,0-7-27-15,0-2-33 16,0-8-42-16</inkml:trace>
  <inkml:trace contextRef="#ctx0" brushRef="#br0" timeOffset="29586.16">19624 9049 165 0,'0'0'109'0,"0"0"-89"0,0 0 2 0,31-38-20 0,-10 32 0 16,5 2-2-16,1 3 0 16,0 1-1-16,-1 0-33 15,-3 0-39-15,-3 0-81 16</inkml:trace>
  <inkml:trace contextRef="#ctx0" brushRef="#br0" timeOffset="30141.28">17956 9652 168 0,'0'0'8'0,"0"0"14"15,0 0-7-15,0 0-17 0,0 0 1 16,0 0 4-16,0 0 7 16,54 1-4-16,-21-1-1 15,10 0 1-15,9 0-2 16,6 0 2-16,8 0 0 15,4 0 2-15,8-3-4 16,3-2 2-16,1-1-2 0,4 0 0 16,7-1-1-16,-1 0-2 15,0 0 2-15,2-2-1 16,-1 1 2-16,-5-1 3 16,-3 1 0-16,-6 1-1 15,-4-2-2-15,-8 4-3 0,-5 0 0 16,-8 1-1-16,-9 1 0 15,-5 3 0-15,-9 0-10 16,-4 0-33-16,-7 0-19 16,-7 0-84-16</inkml:trace>
  <inkml:trace contextRef="#ctx0" brushRef="#br0" timeOffset="30440.13">20211 8953 267 0,'0'0'4'0,"0"0"23"0,0 0-9 0,0 0-9 16,0 0-4-16,0 0-2 16,0 0-2-16,0 0-1 15,0 0-1-15,0 0-14 0,-7-13-5 16,7 24-13-16,0 2-17 16,0 2-49-16</inkml:trace>
  <inkml:trace contextRef="#ctx0" brushRef="#br0" timeOffset="30598.01">20196 9200 315 0,'0'0'11'0,"0"0"-10"0,0 0-3 16,0 0 1-16,0 0 2 15,0 0-33-15,0 0-23 16,0 0-50-16</inkml:trace>
  <inkml:trace contextRef="#ctx0" brushRef="#br0" timeOffset="30782.17">20410 9116 276 0,'0'0'-11'0,"0"0"16"15,0 0 1-15,0 0-3 16,50-6-1-16,-30 4-1 16,1-3-1-16,-3 0-48 15,1-4-101-15</inkml:trace>
  <inkml:trace contextRef="#ctx0" brushRef="#br0" timeOffset="33063.07">21063 8826 184 0,'0'0'-35'0,"0"0"38"0,0 2-4 0,3 4 0 16,1 4 1-16,0 6 0 0,2 3 0 15,-2 12 1-15,2 4 1 16,-6 10 0-16,2 7 2 15,-2 7-3-15,0 4 0 16,0 6 0-16,-7 3 0 16,1-2-1-16,-5-5-3 0,3-2-4 15,1-8 4-15,-1-8-8 16,1-9-12-16,1-7-5 16,1-5-16-16</inkml:trace>
  <inkml:trace contextRef="#ctx0" brushRef="#br0" timeOffset="33983.01">21261 8808 124 0,'0'0'-3'0,"60"-9"10"0,-19 2 12 0,8 0 2 0,10-1-4 16,6-1-10-16,10-1-1 16,7-1-6-16,9-2 1 15,9 0 1-15,4-1-2 16,6 0 1-16,1 0 2 15,3 2 2-15,-2 2-1 0,-1 3-1 16,-1 0 1-16,-5 3-3 16,0 3 0-16,-9 1-1 15,-6 0 1-15,-5 0-1 16,-6 0 0-16,-7 4 0 16,-7 0 0-16,-5 0 0 0,-8-1 0 15,-7 1 0-15,-7-3 0 16,-5 1 0-16,-8-2 0 15,-5 0 0-15,-5 0 0 16,-4 0 1-16,-4 0-2 16,1 3 1-16,-3-2-1 0,0 4-1 15,-3 1-7-15,0 2-7 16,-2 6-4-16,0 3 11 16,0 7 5-16,-2 5 3 15,-7 6 2-15,-3 8-1 16,0 11 2-16,-2 4-2 15,0 10 0-15,1 5 0 0,-1 4 1 16,4 2-1-16,0-2 1 16,6-6-1-16,4-5 1 15,0-6-1-15,0-10 2 16,2-6-1-16,3-9 0 16,-2-5 0-16,-3-1 3 0,0-5 3 15,-4-4 1-15,-13-2 4 16,-9-2-7-16,-10-2 1 15,-11-3-2-15,-9-1-5 16,-14 0 7-16,-10-3-5 16,-11 0 0-16,-12 0-1 0,-9-1 1 15,-17 1-1-15,-8 3-2 16,-6 0-11-16,-4 1 2 16,3 2 6-16,6 1 4 15,6 1 2-15,16 2 1 16,9 0-1-16,12-4-30 0,15-5-140 15</inkml:trace>
  <inkml:trace contextRef="#ctx0" brushRef="#br0" timeOffset="34431.41">22075 8746 173 0,'0'0'5'0,"0"0"3"0,0 0-8 0,8 66 9 16,-6-22 7-16,2 14-5 15,1 12-2-15,-3 13-2 16,-1 10-4-16,-1 11-1 0,0 1-2 16,0-4 2-16,0-2-4 15,0-8-10-15,0-14-27 16,2-13-19-16,8-16 2 16</inkml:trace>
  <inkml:trace contextRef="#ctx0" brushRef="#br0" timeOffset="34722.51">22536 8812 259 0,'0'0'17'0,"0"0"-9"16,0 0-7-16,42 2-1 15,-35 33-2-15,0 15 1 16,-6 15 4-16,-1 15-2 16,0 12 1-16,-6 10-1 0,-3 3-21 15,2-2-27-15,2-5-48 16,3-10-32-16</inkml:trace>
  <inkml:trace contextRef="#ctx0" brushRef="#br0" timeOffset="35420.53">21709 10264 264 0,'0'0'6'0,"0"0"0"0,0 0-2 0,0 0-3 15,0 0 0-15,0 0-1 16,0 0-1-16,0 0 1 15,0 0 2-15,42 51-4 16,-38-31 3-16,0 0 0 16,2 1 0-16,-4 0-6 15,1 1-30-15,-2-7-11 0,0-5-56 16</inkml:trace>
  <inkml:trace contextRef="#ctx0" brushRef="#br0" timeOffset="35675.94">21736 10463 141 0,'0'0'13'0,"0"0"-14"0,0 0 1 15,0 0 0-15,0 0 2 16,0 0 5-16,0 0 14 15,0 0 10-15,19 24-4 16,-6-24-4-16,3 0-13 16,5-2-6-16,-2-3-2 0,2-1-1 15,-2 0-2-15,-1-2-38 16,-5-4-65-16</inkml:trace>
  <inkml:trace contextRef="#ctx0" brushRef="#br0" timeOffset="35867.75">21696 10296 235 0,'0'0'8'0,"0"0"1"15,0 0-10-15,0 0 0 16,0 0 0-16,0 0 1 15,55-29-11-15,-33 19-69 16</inkml:trace>
  <inkml:trace contextRef="#ctx0" brushRef="#br0" timeOffset="36472.85">21992 10297 248 0,'0'0'14'16,"0"0"-15"-16,0 0 2 16,0 0-1-16,19 45 0 15,-16-32 0-15,-1 2 2 16,0-2-2-16,0 1 0 0,-1-1 0 16,-1-3 0-16,0-2 0 15,0-1-3-15,0-2 1 16,0-5 1-16,0 3 2 15,0-3 4-15,0 0-4 16,0-6 3-16,0-3-4 0,0-3 6 16,0-4-3-16,0 2-3 15,5-2 1-15,2 1-3 16,2 3 2-16,2 1 0 16,0 2-1-16,1 2 1 15,1 3 0-15,0 0 1 0,1 4 0 16,-1 0-1-16,0 0 0 15,-2 7 0-15,-1 3-1 16,-3 1-2-16,-1 3-1 16,-3 1-2-16,-1-1 1 15,-2 0-2-15,0-3-2 16,0-1-2-16,0-1 5 0,0-4 5 16,0-3 0-16,0-2 2 15,0 0 3-15,0 0 17 16,0-9-10-16,0-5-7 15,6-1 1-15,0-3-1 16,1 0-2-16,1 1-3 0,3 1 4 16,-1 4 0-16,0 2 1 15,4 5-1-15,0 1-2 16,1 4-1-16,1 0 0 16,3 2-1-16,-4 9-2 15,0 2-11-15,-2 2-22 0,0-2-34 16,-2 1-7-16</inkml:trace>
  <inkml:trace contextRef="#ctx0" brushRef="#br0" timeOffset="36892.07">22578 10268 72 0,'0'0'17'0,"0"0"18"0,-39-10-10 0,25 10-7 16,-2 0-3-16,1 7-9 15,-1 3 1-15,3 1-2 16,1 2-1-16,4 0 0 16,3 1-1-16,3-2-1 0,2-2-2 15,0-1 2-15,0-3-1 16,5 0-2-16,5-5 2 15,4-1 5-15,-1 0 1 16,3-1-2-16,-2-8-1 16,1-2-1-16,-3 1-1 0,0-1 0 15,-5 2 0-15,-3 2 0 16,-1 1 3-16,-1 5 15 16,-1-2-3-16,-1 3-9 15,0 0-5-15,1 0-6 16,0 4 2-16,1 5 6 0,1 1-3 15,2 1-2-15,1 1-12 16,4 0-23-16,1-3-21 16,3-4-22-16</inkml:trace>
  <inkml:trace contextRef="#ctx0" brushRef="#br0" timeOffset="37413.22">22867 10225 167 0,'0'0'15'0,"0"0"29"0,0 0-26 16,0 0 3-16,-23-38-16 15,7 38-3-15,-1 0-4 16,-3 7 1-16,3 7 8 16,1 3-6-16,3 0 1 15,2-1-2-15,5 1 0 0,2-3 1 16,4-4-2-16,0-1-1 15,0-3-5-15,5-4 1 16,5-2 3-16,2 0 1 16,1 0 9-16,2-8-3 15,1-2 1-15,0-3-3 16,0-1 0-16,-1 0-1 0,-1 0 0 16,-1 2 0-16,-2 5-1 15,-2 1 1-15,0 5-1 16,0 1 0-16,-4 1-1 15,-1 11-2-15,0 4 2 0,-1 3 0 16,0 5 0-16,-2 1 2 16,-1 0 2-16,0 2-2 15,0-3-4-15,0-1 1 16,-3-3 2-16,-5-2-1 16,-1-1 0-16,-5-4-1 0,-1-2 1 15,-6-3 7-15,2-3-2 16,-3-5 3-16,3 0-2 15,1 0 0-15,3-9 3 16,3-6-3-16,5 1-4 16,6-6-9-16,1-3-40 0,3-1-31 15,8-1-53-15</inkml:trace>
  <inkml:trace contextRef="#ctx0" brushRef="#br0" timeOffset="37789.12">23006 10197 124 0,'0'0'3'0,"0"0"-2"0,0 0 1 16,0 0 4-16,37 4 4 16,-30-4 9-16,0 0 6 0,-2-7-3 15,-1-1-12-15,0-2-6 16,-1-3-1-16,-3 2-1 15,0-2 2-15,0 0-5 16,-3 2-1-16,-3 2 10 16,1 2 1-16,-3 1-4 0,2 5-5 15,-3 1-5-15,1 0-2 16,0 11 1-16,-2 4 5 16,3 4 1-16,0 4 0 15,4 0 1-15,3 1 0 16,0-1 0-16,1-3 1 0,8-2 0 15,4-1-2-15,1-3 1 16,1-5-2-16,2-1-1 16,3-5-12-16,2-3-23 15,2 0 2-15,1-3-13 16</inkml:trace>
  <inkml:trace contextRef="#ctx0" brushRef="#br0" timeOffset="38202.48">23357 10034 124 0,'0'0'39'15,"0"0"-27"-15,0 0 1 16,-45-13-12-16,34 13 0 16,1 0-1-16,0 0 0 15,1 0 0-15,3 4 0 16,-2 3-1-16,4 0 1 0,1 2 0 15,0 1 0-15,3 1 1 16,0 5-2-16,0-1-1 16,5 0 2-16,2 0 4 15,3-1-3-15,1-1 2 16,-1 1-3-16,2-4 1 0,-2 2 2 16,0-4 4-16,2 1 1 15,-4-1-5-15,-1-1-1 16,0-1 1-16,-3 0-2 15,-1 1 0-15,-3-2-1 0,0 1 1 16,0 0 0-16,0 0-2 16,-7-1 7-16,-3-2-6 15,0 1 0-15,-4-1 3 16,2 0-3-16,0 0-3 16,0-3-24-16,5 0-43 15,-1 0-53-15</inkml:trace>
  <inkml:trace contextRef="#ctx0" brushRef="#br0" timeOffset="38372.37">23338 10113 248 0,'0'0'22'0,"0"0"-8"0,0 0-12 0,0 0-6 16,-18 39 4-16,5-10 0 15,-3 7-2-15,-6 1-41 0,0-2-50 16</inkml:trace>
  <inkml:trace contextRef="#ctx0" brushRef="#br0" timeOffset="38800.47">21626 10258 201 0,'0'0'3'0,"0"0"12"0,0 0-6 0,0 0-44 0,0 0-7 16,72-16-34-16</inkml:trace>
  <inkml:trace contextRef="#ctx0" brushRef="#br0" timeOffset="40672.82">21367 10718 28 0,'1'-1'62'0,"-1"-3"-53"0,2 2 4 0,-2 1-3 16,0-1-5-16,0 2 3 15,0 0-1-15,0 0-7 16,0 3 0-16,-5 7 2 16,-3 4 0-16,-1 5 3 15,1 3 1-15,-5 8 0 0,0 6-2 16,-2 5 0-16,-4 4-2 15,-3 5-1-15,-2 4 0 16,-3 2-1-16,0-1 1 16,0 0-1-16,1-1 1 15,2-2 2-15,1-3 10 0,1-1 0 16,1-5-3-16,1 2-2 16,1-2-4-16,1-2-1 15,-1 0-3-15,2-2 3 16,2-5-3-16,0-4 1 15,2-5 0-15,1-8-1 16,5-4 0-16,-1-3 1 0,3-7-1 16,3 0 0-16,2-3 0 15,0 0-14-15,0-2-29 16,4-10-18-16</inkml:trace>
  <inkml:trace contextRef="#ctx0" brushRef="#br0" timeOffset="41464.5">20550 11709 89 0,'0'0'24'0,"0"0"-13"0,0 0-1 0,0 0-8 16,0 0 1-16,0 0-1 0,0 0-2 15,0 0 1-15,38-4-1 16,-30 9 0-16,-1 0 0 16,2 2 2-16,0 0-4 15,-2 2 4-15,1 0-1 16,-1 1 0-16,3-1 0 0,0 1 1 16,-3 2-1-16,4-2 0 15,0 2-1-15,0-2 1 16,-3 2-1-16,0-1 0 15,0 1 1-15,0-1-1 16,0-1 1-16,-1 1-1 16,0 0 0-16,0 1 0 0,2-5 1 15,-5 2-1-15,1 0 0 16,1-3 0-16,-3 0 2 16,0-3-4-16,0-1 4 15,-2 0-1-15,3-2 0 16,-2 0 3-16,1 0 20 0,2-3-5 15,2-4-3-15,5-1-7 16,-1-4 3-16,2-1 1 16,4-2 2-16,0-2 2 15,2-2 2-15,3-2 1 0,1-2-5 16,6-1-4-16,0-3-7 16,10-1-1-16,1 0-4 15,2-3-17-15,-4-6-62 16</inkml:trace>
  <inkml:trace contextRef="#ctx0" brushRef="#br0" timeOffset="46627.27">19425 12609 46 0,'-4'0'4'0,"2"0"12"0,0 0 4 16,1 0 3-16,-2 0-4 0,3 0 5 16,-2 2-3-16,0 1-11 15,-2 4-8-15,0 1-1 16,1 3 0-16,-3 2-1 15,1 0 1-15,-3-1 0 16,3 1-1-16,2-2 1 16,1-4-1-16,-2-1 1 0,3-2-1 15,1-2 1-15,0-2-1 16,0 0 8-16,0 0 20 16,0-3-11-16,0-6-13 15,2-2-3-15,3-4 0 16,1-2 0-16,2-2 0 0,-2-2-1 15,3-2 1-15,-2-3-1 16,4-1 2-16,-1-2-1 16,4-3-1-16,1 2 1 15,1-2-1-15,3-1 0 16,0 3 0-16,0 5 0 0,1 2-1 16,-5 7 1-16,-1 2-1 15,-3 7 0-15,-1 4 0 16,0 3-2-16,-1 0 1 15,-2 10-2-15,3 4 2 16,0 8 1-16,-3 2 0 0,3 3 3 16,-3 1 0-16,1 4 1 15,0-3 0-15,0-2 1 16,-2 0-1-16,-2-4-2 16,0-2 1-16,1-1 1 15,-2-3-2-15,-1 0 1 0,0-2 0 16,-1-1 5-16,-1-2-16 15,0-2-20-15,0-4-42 16,-3-6-56-16</inkml:trace>
  <inkml:trace contextRef="#ctx0" brushRef="#br0" timeOffset="46841.73">19470 12603 183 0,'0'0'-4'0,"0"0"28"0,0 0-4 0,0 0-3 15,0 0 0-15,0 0-6 16,0 0-4-16,0 0-4 16,56-13-2-16,-29 9 0 0,4 1-2 15,2-1-38-15,-2-2-51 16</inkml:trace>
  <inkml:trace contextRef="#ctx0" brushRef="#br0" timeOffset="47204.18">19885 12501 168 0,'0'0'-6'16,"0"0"26"-16,0 0 9 15,0 0-14-15,0 0-10 0,0 0-1 16,0 0-5-16,0 0-1 16,12-1 1-16,-4 7 1 15,-1 4 0-15,2 1 1 16,-1 3-1-16,1 2 0 16,-2 0 0-16,-2 1 2 0,-4 0-2 15,-1-1 0-15,0-5-3 16,0 1 3-16,-3-5 3 15,-2-3-2-15,2-3 1 16,1-1 12-16,0 0 4 16,2-10-2-16,0-2-7 15,0-3 0-15,6-3-8 0,4-5 0 16,4 2-1-16,4-5-15 16,2 2-30-16,-3 0-32 15,2 1-22-15</inkml:trace>
  <inkml:trace contextRef="#ctx0" brushRef="#br0" timeOffset="47538.06">20263 12469 108 0,'0'0'1'0,"0"0"1"16,0 0 1-16,0 0 4 15,0 0 8-15,0 0 6 16,0 0 4-16,-36-11 1 16,25 11-5-16,-2 2-6 0,-1 10-11 15,0 3-3-15,0 4 1 16,1 1-2-16,5 0 2 16,0 0 0-16,5-3 1 15,3-3 3-15,0-1-2 0,2-4-1 16,9-2 4-16,4-4 1 15,3-3-3-15,7 0 1 16,1-3-4-16,3-9 1 16,2-2-28-16,-4-2-30 15,-1-2-19-15,-6-4-8 16</inkml:trace>
  <inkml:trace contextRef="#ctx0" brushRef="#br0" timeOffset="48201.2">20434 12272 155 0,'0'0'2'0,"0"0"54"0,0 0-27 16,0 0-18-16,0 0-6 15,0 0-6-15,0 0 1 16,0 0-2-16,-25 30 3 16,22-5-1-16,1 2 1 15,0 3-1-15,0 1 1 0,-1-2-1 16,3-1 1-16,-2-4 1 15,1-1-2-15,0-4 0 16,1-4 1-16,0-2 1 16,0-2-2-16,0-5 1 15,0 0-1-15,0-5 0 16,0 1 1-16,0-2-3 0,0 0 9 16,2-5 3-16,5-5-9 15,1-2 0-15,2-2-1 16,4-2 0-16,0 0 0 15,1 2 0-15,0 0 0 0,0 2 0 16,-1 4-1-16,-1 1 1 16,1 5-1-16,-3 2 0 15,0 0-1-15,-2 3 0 16,0 7 2-16,-1 2 0 16,0 1-1-16,-2-1 0 15,0 1 1-15,1-2 1 0,-2-1 0 16,4-1 1-16,-3-4 0 15,1 1 2-15,0-3 0 16,2-2-1-16,-3-1-1 16,2 0 2-16,-1 0 2 15,3-2-3-15,0-6-2 0,0-4 1 16,0-1-2-16,-2-5 0 16,-1-1-1-16,0 3-10 15,-5 1-2-15,1 2 10 16,-3 3 3-16,0 6 7 15,0 3 7-15,0 1-12 0,0 0 0 16,0 5-2-16,0 6 0 16,2 1 1-16,2 0 0 15,1-2-1-15,3 2 1 16,-1-3 0-16,3-2-9 16,-4-1-23-16,0-3-54 0,-5-3-68 15</inkml:trace>
  <inkml:trace contextRef="#ctx0" brushRef="#br0" timeOffset="48357.4">20696 12298 240 0,'0'0'15'0,"0"0"18"0,0 0-19 15,0 0-11-15,0 0-2 16,0 0-37-16,0 0-56 0,0 0 9 15</inkml:trace>
  <inkml:trace contextRef="#ctx0" brushRef="#br0" timeOffset="48628.36">20901 12204 184 0,'0'0'-6'0,"0"0"12"16,0 0-4-16,0 0 5 0,0 0 6 15,7 55 13-15,-7-29-8 16,0 1-4-16,0 1-4 16,0 4-2-16,0-3-2 15,-1 0-3-15,-1-1 0 16,1-4-2-16,0-1 1 0,-2-2-18 15,-2-1-15-15,-3-4-41 16,-3-5-2-16</inkml:trace>
  <inkml:trace contextRef="#ctx0" brushRef="#br0" timeOffset="49041.66">20817 12492 157 0,'0'0'36'15,"0"0"-21"-15,0 0 6 16,0 0-13-16,40-33 0 0,-23 29-1 16,0 0-2-16,5 1 2 15,-2-1-5-15,3 4 0 16,-1-3-1-16,2 1 0 16,0-2 0-16,2 1-1 15,-2-2 0-15,-2-1 0 0,0-1 0 16,-2 0 0-16,-4-3 1 15,-4 3-1-15,-2-1 2 16,-4 2-1-16,-4-1 1 16,-2 2 2-16,0 2 5 15,0 2-4-15,-10 1-7 0,-1 0-1 16,-3 0 3-16,-1 7 2 16,0 5 3-16,0 3-5 15,3 2 2-15,2 2 0 16,2-1-1-16,4-1 0 15,2 0 1-15,2-3-2 16,0-2 1-16,10-3 1 0,4-1-2 16,5-4-9-16,3-4-26 15,4 0-31-15,2-1-44 16</inkml:trace>
  <inkml:trace contextRef="#ctx0" brushRef="#br0" timeOffset="49311.23">21417 12366 168 0,'0'0'16'16,"0"0"26"-16,0 0-20 16,0 0-15-16,0 0 0 0,0 0-14 15,0 0 11-15,-50-20-5 16,30 31 4-16,1 5 0 16,2 2 4-16,2 2-2 15,3 1 0-15,4-2-1 16,6 1 1-16,2-4-3 15,0-1-1-15,4-5 1 0,7-1 0 16,5-4 2-16,4-3-3 16,2-2 5-16,6 0-2 15,5-6-6-15,1-7-20 16,2-4-24-16,-3-4-26 16,-3-7-14-16</inkml:trace>
  <inkml:trace contextRef="#ctx0" brushRef="#br0" timeOffset="49540.03">21713 12066 187 0,'0'0'-3'16,"0"0"33"-16,0 0-19 16,0 0-8-16,-42 53 4 15,32-25 2-15,2 5-1 16,-1-1 1-16,3 4-1 0,1-2-1 15,0 0-2-15,1-3-3 16,0 1 0-16,2-3-2 16,-1-3-18-16,-5-3-18 15,3-5-46-15,-5-8-54 16</inkml:trace>
  <inkml:trace contextRef="#ctx0" brushRef="#br0" timeOffset="49761.58">21463 12366 242 0,'0'0'-24'0,"0"0"30"16,0 0 1-16,0 0-6 16,0 0 1-16,40-9-2 15,-20 6 0-15,4-1 0 0,2 1-2 16,0-1 2-16,1-2 0 15,2-1-6-15,0 0-34 16,-2 0-27-16,1-2-52 16</inkml:trace>
  <inkml:trace contextRef="#ctx0" brushRef="#br0" timeOffset="50514.24">21853 12273 107 0,'0'0'18'0,"0"0"33"15,0 0-9-15,0 0-15 16,0 0-2-16,0 0-13 15,0 0-8-15,-5-6 0 0,-4 15-3 16,0 3 0-16,0 3-1 16,0 1 3-16,4 1-1 15,0 0 0-15,2-3 1 16,3 2-2-16,0-5 1 16,0 2 0-16,8-5 0 15,0-2 0-15,3-4-2 0,2-2 0 16,2 0 4-16,0-1-4 15,4-7 0-15,-3-5 0 16,0-1-2-16,-1-1 2 16,1-1 0-16,-4 0-2 15,2 5 1-15,-3-2 1 0,0 6 0 16,-1 1 0-16,-3 3-1 16,1 3 0-16,0 0 0 15,-2 2-2-15,-1 8 1 16,1 0 1-16,0 1 2 15,-1 2-1-15,2-3 1 0,-4 0-1 16,2-3 0-16,0-2 1 16,0-3-1-16,4 0 0 15,-2-2-1-15,2 0 3 16,1-5-2-16,1-5 0 16,0 0 1-16,-1-4 0 15,-1 1-1-15,-1-1 0 0,-1 3 0 16,-3 0 1-16,0 3 0 15,2 4 0-15,-4 1 0 16,-1 3-1-16,2 0-1 16,0 0 0-16,1 3-1 15,1 3 1-15,1 2 1 0,1 2 0 16,2 0 1-16,-1 1-1 16,3-3 1-16,-1-3 1 15,1 1-2-15,2-5 1 16,1-1-1-16,4 0 0 15,-2 0 1-15,3-7-1 0,-1-3 0 16,-1 0 3-16,1-4-1 16,-5-1 1-16,-2-1-2 15,0 0 1-15,-5 1-1 16,-2 3 0-16,-3 1 0 16,-1 2 6-16,0 7 1 0,-2 2-3 15,-5 0-6-15,-3 12 3 16,4 2-1-16,-1 5-1 15,5 2 1-15,2 3-5 16,9-2-16-16,11-4-20 16,6-5-57-16</inkml:trace>
  <inkml:trace contextRef="#ctx0" brushRef="#br0" timeOffset="56747.84">17439 12634 91 0,'0'-6'8'0,"0"-1"13"0,0 0-4 15,0 0-2-15,-1 0-2 16,-3 0 0-16,-1 1 4 0,-2 2-8 16,-4 0 1-16,2 2 1 15,-6 2-4-15,1 0-2 16,-2 0 0-16,-1 0-3 16,2 7-1-16,-2 5 1 15,2-1-2-15,-1 5 0 0,1-1 1 16,0 5-1-16,1 0 0 15,1 2 1-15,3 0-1 16,2 2 1-16,3-1 0 16,-2 0 4-16,6-3 3 15,1 0-2-15,0-2-1 0,10-4-2 16,1-4 1-16,4 0 0 16,4-1 3-16,5-7-5 15,3 0 1-15,6-2 1 16,3 0-1-16,2-4-2 15,-2-6-22-15,-1-3-51 0,-1-3-68 16</inkml:trace>
  <inkml:trace contextRef="#ctx0" brushRef="#br0" timeOffset="57004.92">17792 12597 177 0,'0'0'74'0,"0"0"-70"16,0 0 5-16,0 0-7 16,0 0-4-16,0 0-5 0,0 0 6 15,0 0 3-15,-36 47-1 16,28-26-1-16,3 1 2 16,2 2-1-16,2-1 1 15,1-1-2-15,0-3 1 16,0-2-2-16,0-4-11 15,3-4-9-15,1-6-14 0,-2-3-11 16,-1 0-22-16</inkml:trace>
  <inkml:trace contextRef="#ctx0" brushRef="#br0" timeOffset="57318.31">17767 12600 172 0,'0'0'7'0,"0"0"0"15,0 0 5-15,0 0-11 16,38-13-2-16,-24 22 1 16,1 2 2-16,2 3 1 0,-1-1 2 15,2 3-3-15,-3-2 0 16,0-4-2-16,-3-2 1 16,0-2 0-16,-5-3 0 15,1-2 1-15,-3-1 3 16,1 0 11-16,-3-8 22 0,-1-3-5 15,-1-4-16-15,-1-5-4 16,0-1-3-16,0 0-3 16,0-2-2-16,0 3-3 15,-1 0-1-15,1 5-2 16,0 3-3-16,0 7-9 0,0 2-28 16,1 1-90-16</inkml:trace>
  <inkml:trace contextRef="#ctx0" brushRef="#br0" timeOffset="57610.25">18148 12515 184 0,'0'0'-1'0,"0"0"7"15,0 0 1-15,0 0-2 16,0 0-8-16,0 0 1 16,0 0-1-16,0 0 5 15,2 42 1-15,0-24-1 16,-2 0 0-16,1 1-1 0,0 1 0 16,-1-1 0-16,0-2 0 15,0 0 2-15,0-2 0 16,0-3-24-16,-4-3-36 15,0-8-44-15</inkml:trace>
  <inkml:trace contextRef="#ctx0" brushRef="#br0" timeOffset="57979.25">18156 12515 196 0,'0'0'-4'0,"0"0"2"16,0 0 3-16,47-12-1 16,-32 12 0-16,-2 5-2 15,1 6 1-15,-1 3 1 0,1 3 1 16,1-1 1-16,0 1 0 16,1 1 0-16,3-2-1 15,-4-3-1-15,-2-2 2 16,3-2-2-16,-3-5 1 15,-1-1 1-15,-3-3-1 0,-1 0 7 16,-4-3 17-16,2-7 12 16,-4-4-6-16,-2-2-13 15,0-4-5-15,0-1-6 16,0-2-1-16,0-1-5 16,-2 1 0-16,-1 2-2 15,2 4-1-15,1 4-14 0,0 5-13 16,0 8-33-16,0 0-86 15</inkml:trace>
  <inkml:trace contextRef="#ctx0" brushRef="#br0" timeOffset="58278.26">18625 12607 232 0,'0'0'-1'0,"0"0"1"0,0 0 1 15,56-7 2-15,-35-1-2 16,3 2 0-16,4 0-1 16,-3 3-12-16,-2-1-54 0,-4 0-58 15</inkml:trace>
  <inkml:trace contextRef="#ctx0" brushRef="#br0" timeOffset="60065.28">17255 13256 23 0,'0'0'21'0,"0"0"-8"0,64 0-6 0,-29-2-4 16,7-6 2-16,9 0 0 15,0-2 1-15,7-2 1 16,0 1 5-16,5-2 2 16,0 3-1-16,1-1-3 0,1 0-3 15,0 2-6-15,1 2 0 16,0 0 0-16,-1 0-1 15,2 2 1-15,0 0-1 16,1-1 0-16,0 1 1 16,0 0-1-16,-1-2 4 15,0 0 2-15,1 1-2 0,1-1-2 16,1 1 1-16,0 0-2 16,3 0 0-16,1 0-1 15,2 0 1-15,1-1-1 16,-2 0 0-16,4 0 1 15,0-1-1-15,2 1 1 0,2 1-1 16,-1 1 0-16,3-2 0 16,0 3 1-16,3 0-1 15,-1 1 1-15,-1-1-1 16,2 1 1-16,2 0 5 16,3 0 11-16,-3-1-5 0,4 3-1 15,2-1-1-15,-2-1-2 16,2 2-1-16,0-2-1 15,1-1 1-15,0-1-1 16,1 0 0-16,1-2-3 16,0-2 0-16,-1 2 1 0,0-3-3 15,-2 2 0-15,3-2 1 16,-4-2-2-16,1 0 1 16,-6-3-1-16,-1 0 0 15,-8-4 0-15,-7 2 1 16,-2-6-1-16,-5 1 1 0,-2-1-1 15,-4-2 2-15,-3 0 2 16,-4-3 0-16,-4 1-1 16,-4-3-1-16,-5-1 1 15,-4-3-1-15,-1 0-1 16,-7-2 0-16,-2 1 1 0,-6-1-4 16,-4 1 4-16,-5 2-2 15,-6 0 0-15,-4 2-4 16,-2 2 4-16,-1 0 2 15,-7 1 1-15,-3-1-1 16,-2 2 0-16,-3 0-1 16,-1 1 1-16,-2-2-1 0,-2 3-3 15,-6-1 1-15,-1 3 0 16,-5 2-1-16,-7 3 0 16,-2 2-3-16,-9 3 0 15,-3 5-3-15,-5-2 4 16,-4 5 7-16,-1 1-3 0,-6 1-4 15,-3-1 3-15,-2 1 4 16,-6-1-1-16,-4 0-2 16,-3 1 1-16,-3-1 0 15,-1-1-2-15,-4 0 2 16,-2-1 1-16,-3 2-1 0,-8-2 0 16,-3 4-1-16,-6-2 1 15,-3 3-2-15,-4-1 2 16,-3 2 0-16,-6 0-1 15,2 0 0-15,-4 5 0 0,-1 2 0 16,1 3 0-16,-3 0 1 16,3 1-1-16,-2 3-1 15,1-2 2-15,-2 3-1 16,-1 1 2-16,-4 2 1 16,5 1-2-16,-6 4 2 15,1 2-2-15,3 1 0 0,0 2 0 16,5-1-1-16,1 3 1 15,3-3-1-15,6 3 0 16,3 1 0-16,4 0-1 16,3 1-1-16,8 0 1 15,5 4-2-15,3-2 2 0,6 1 0 16,2 2-1-16,5-1 2 16,1-2-3-16,5-2 0 15,6 0 3-15,7-2-1 16,9-1 1-16,7 1 0 0,8 3 0 15,4 1 0-15,5 3 0 16,4 1 0-16,3 2 1 16,4 0-2-16,3 1 1 15,6-1-7-15,1 1-5 16,4-3-2-16,5 2 5 16,3-2 5-16,2-1 3 15,0-1 0-15,7-5 0 0,9-3-1 16,5-2-3-16,6-2 9 15,6-1-3-15,11-5 0 16,9-1 2-16,15-4 1 16,13-3 6-16,21-6 1 0,17-4-2 15,24 0-4-15,21-4-3 16,21-13 0-16,11-10-37 16,9-16-192-16</inkml:trace>
  <inkml:trace contextRef="#ctx0" brushRef="#br0" timeOffset="60812.69">23236 12052 71 0,'0'3'-1'0,"0"2"2"0,0 0 0 0,0 0 0 0,0 0 0 16,0-1 8-16,2-1 3 15,1-2 3-15,1-1 4 0,3 0 7 16,3 0 2-16,6-1-3 16,5-11-9-16,8 1-9 15,8-5-3-15,8-5-3 16,7-2-1-16,6-4-11 16,5-4-80-16</inkml:trace>
  <inkml:trace contextRef="#ctx0" brushRef="#br0" timeOffset="80729.36">21126 9118 64 0,'0'0'12'0,"0"0"-9"0,22 47 5 15,-13-29 0-15,0 4-3 16,0 2-3-16,-1 2 0 15,0 1 0-15,0 1-1 0,0 2-1 16,0 2 2-16,-3 2-1 16,1 0 2-16,0 0-1 15,0 0-1-15,0 2 2 16,-3-2-1-16,1 0-1 16,2-1 0-16,-2 0-1 0,1 0 1 15,1 0-1-15,-2 1 0 16,2-2 0-16,-4 0 0 15,0-4 0-15,0 2 0 16,-1-4 0-16,-1 1 2 16,0-2 1-16,0-1 2 0,0 2-2 15,0-3-1-15,0 1-1 16,0-3 0-16,0 0-1 16,0-2 0-16,0-2 1 15,0-3-1-15,0 0 2 16,0-2-2-16,0 0 0 0,0-4 1 15,0 2-1-15,1-3 1 16,-1-2-2-16,0 0 2 16,0-2 0-16,0 0 0 15,0-2 8-15,6-1 7 16,1 0 9-16,8-1-6 0,10-8-5 16,12-3-6-16,14-5-5 15,13-4 2-15,12-3-7 16,8-4-24-16,6-5-81 15</inkml:trace>
  <inkml:trace contextRef="#ctx0" brushRef="#br0" timeOffset="82508.38">16343 14365 117 0,'0'-4'4'0,"0"0"0"0,0 1 9 16,-8 2-3-16,0 1-1 15,-3 0-6-15,-3 0 2 16,-1 4 1-16,-4 4 10 15,2 4 2-15,-1 2-4 0,0 5-1 16,1 2-6-16,4 3-4 16,3 1-1-16,4 2 2 15,6-1-1-15,0-2-1 16,3-4-1-16,10-3 2 0,2-1-1 16,5-6 3-16,0-2 0 15,5-2-3-15,3-4 2 16,4-2-3-16,1 0 2 15,-3-6-2-15,0-6-38 16,-4-2-48-16,-2-6-64 16</inkml:trace>
  <inkml:trace contextRef="#ctx0" brushRef="#br0" timeOffset="82863.44">16583 14347 109 0,'0'0'2'16,"0"0"7"-16,0 0 12 16,0 0 15-16,0-38 0 15,0 38-13-15,0 0-12 16,0 5-11-16,0 7 0 0,0 5 0 16,2 4 1-16,4 2-1 15,-3 1 1-15,2-1-1 16,0-2 1-16,-1-4-2 15,0-3 2-15,2-3-1 0,-4-1 1 16,3-4 0-16,1 0 1 16,0-2 3-16,4-1 1 15,1 0 1-15,2-3 1 16,3 0 2-16,4 0-3 16,2 0-3-16,1 0-3 15,3-3 0-15,0-1-1 0,1 1 0 16,-3 0-23-16,0-4-48 15,-6-2-64-15</inkml:trace>
  <inkml:trace contextRef="#ctx0" brushRef="#br0" timeOffset="83182.95">17114 14448 157 0,'0'0'26'0,"0"0"8"0,0 0-23 0,0 0-8 0,0 0-3 16,0 0 3-16,42-9-3 15,-28 6 0-15,-3-1 0 16,5-1 1-16,-1-1 0 16,1 0 0-16,3-1 0 0,2 0 0 15,2 0-2-15,-4 0-13 16,1 0-48-16,-4-2 2 16</inkml:trace>
  <inkml:trace contextRef="#ctx0" brushRef="#br0" timeOffset="83405.8">17298 14303 268 0,'0'0'-6'16,"0"0"19"-16,0 0-4 0,0 0-8 15,-25 44 0-15,21-20 2 16,1 3-3-16,1 6 0 15,0 1 1-15,1 1 0 16,1 1-4-16,0 0-16 16,0-4-12-16,0-5-39 15,0-11-25-15</inkml:trace>
  <inkml:trace contextRef="#ctx0" brushRef="#br0" timeOffset="83652.97">17577 14236 57 0,'0'0'194'0,"0"0"-191"15,0 0-1-15,0 0-4 16,6 54 3-16,-6-24 0 0,-2 1-1 16,-2 4 2-16,1-6-2 15,0-2 1-15,2-3 1 16,-5-4-4-16,4-6 2 15,1-4-15-15,-1-5-7 16,0-5-1-16,1 0 19 0,-3-12-31 16,1-5-21-16,0-8-22 15</inkml:trace>
  <inkml:trace contextRef="#ctx0" brushRef="#br0" timeOffset="83831.5">17544 14363 33 0,'0'-37'33'16,"6"1"-10"-16,3 3 3 15,5 2-11-15,1 3 4 0,5 7-7 16,0 2-8-16,4 6-2 15,1 5-1-15,-3 3 1 16,1 5-1-16,-7 1-1 16,-4 13-1-16,-6 4 1 15,-6 6-3-15,-1 3-3 16,-14 0-17-16,-6 2 5 0,-3-4-2 16,-2-2 1-16,-1-6-5 15,3-3-32-15</inkml:trace>
  <inkml:trace contextRef="#ctx0" brushRef="#br0" timeOffset="84159.37">17794 14219 69 0,'0'0'81'0,"0"0"-91"0,0 0 10 16,24 47 1-16,-19-33-2 15,1 0-10-15,0-3 3 16,1-3 8-16,1-5 1 16,2-3-1-16,1 0 6 15,3-2 7-15,-3-9-2 16,1 1-4-16,-3-4-1 0,1-2 0 16,-5 1 3-16,-3-1 10 15,-2 2 1-15,0 1-2 16,-2 3-5-16,-9 6-8 15,-4 4 4-15,-4 0-8 16,-4 4-1-16,1 9 0 0,1 4-6 16,5-2-15-16,5-3-25 15,6-5-34-15</inkml:trace>
  <inkml:trace contextRef="#ctx0" brushRef="#br0" timeOffset="84492.7">18062 14147 84 0,'0'0'161'0,"0"0"-154"0,0 0-7 15,0 0 0-15,0 0-2 16,0 0-9-16,0 0 12 16,7 39 3-16,-12-23-1 15,-2 4-3-15,5-2 1 16,1-3 0-16,1-4-1 15,0-1 1-15,10-6-2 0,1-1 0 16,0-3 1-16,4 0 1 16,1-10 1-16,-2-3 0 15,-1-2 2-15,-2-2 10 16,-1-2 5-16,-5 1-4 16,-2-1-4-16,-3 2-6 0,-2 3-4 15,-9 1-4-15,-3 5-12 16,-1 2-13-16,-2 3-3 15,3 3-49-15,1-3-18 16</inkml:trace>
  <inkml:trace contextRef="#ctx0" brushRef="#br0" timeOffset="84729.28">18237 14057 201 0,'0'0'-5'0,"0"0"0"0,0 0 4 15,0 0-1-15,28 54 5 16,-28-32-1-16,0 0 0 16,-2 0-1-16,-3-4 1 15,1-4-1-15,1-1 3 16,3-5 2-16,0-2 0 0,0-2-2 16,9-3 1-16,6-1-2 15,6 0 2-15,6-2 0 16,4-8-5-16,1-4-72 15</inkml:trace>
  <inkml:trace contextRef="#ctx0" brushRef="#br0" timeOffset="84919.57">18777 14126 104 0,'0'0'4'0,"36"-8"-1"15,-8 1-1-15,2-1-1 0,3 0-20 16</inkml:trace>
  <inkml:trace contextRef="#ctx0" brushRef="#br0" timeOffset="85461.13">18686 14115 72 0,'0'0'5'0,"39"0"18"0,-12-2-9 0,4-7-2 0,3 1 7 15,2-2 7-15,2 1-1 16,-3 1-15-16,-1 0-7 16,-4 3-2-16,-1-1 0 15,-5 0-14-15,-7 1-68 16</inkml:trace>
  <inkml:trace contextRef="#ctx0" brushRef="#br0" timeOffset="85681.49">18883 14026 227 0,'0'0'-3'15,"0"0"5"-15,0 0-5 16,0 0 4-16,0 0-1 16,-4 42 1-16,6-24-1 0,5 3 0 15,-3 2 1-15,1 2-6 16,0 2-48-16,-2-7 1 16</inkml:trace>
  <inkml:trace contextRef="#ctx0" brushRef="#br0" timeOffset="85839.44">19351 14087 180 0,'0'0'-6'0,"38"-10"8"0,-20 5-2 15,0 2-13-15,-2-2-55 16</inkml:trace>
  <inkml:trace contextRef="#ctx0" brushRef="#br0" timeOffset="86003.2">20013 13944 228 0,'0'0'-12'0,"50"0"12"0,-27 0 0 15,2 0 1-15,-2 0-38 16,-1-2-22-16</inkml:trace>
  <inkml:trace contextRef="#ctx0" brushRef="#br0" timeOffset="86188.36">20711 13857 218 0,'0'0'-25'0,"48"0"30"16,-25 0 1-16,2 0-4 15,-1 0-2-15,0 0 0 16,-3 0-7-16,1-4-48 16,-2-2-48-16</inkml:trace>
  <inkml:trace contextRef="#ctx0" brushRef="#br0" timeOffset="86352.08">21378 13768 240 0,'0'0'-4'16,"0"0"5"-16,0 0 5 16,35 2-5-16,-25 1-1 15,-3 2 0-15,0-1-13 16,-2-1-32-16,-2-3-32 15</inkml:trace>
  <inkml:trace contextRef="#ctx0" brushRef="#br0" timeOffset="89298.43">20428 13130 73 0,'3'-7'4'0,"-2"-2"1"0,1 2 9 15,0 0 3-15,0 0 3 16,2 1-4-16,-2 1-5 0,0 0-3 16,0 3 0-16,-1-1 0 15,0 2 0-15,0 1-2 16,-1 0-6-16,1 2 0 16,0 8 0-16,3 4 0 15,-1 7 3-15,2 2-2 16,3 7 0-16,-3 3 0 0,4 2 0 15,-1 3 0-15,-1 3-2 16,-2 0 2-16,-1 3-3 16,-2 3-1-16,-2-1 4 15,0 1-1-15,0-3-1 16,0-1 1-16,0-5 1 0,0-4-1 16,0-3 0-16,0-2 1 15,0-5 0-15,0-1 0 16,0-5 2-16,0 0-2 15,0-5 0-15,-2-2 0 0,-1-2 0 16,-2 1-1-16,2-1 0 16,-2 1 0-16,-1 1-4 15,-1-2-18-15,-1 0-52 16,1-6-38-16</inkml:trace>
  <inkml:trace contextRef="#ctx0" brushRef="#br0" timeOffset="89555.24">20340 13918 147 0,'0'0'5'0,"0"0"-5"0,0 0 0 0,0 0 2 16,0 0 3-16,0 0-2 15,37 34 0-15,-26-27-1 0,-3 0 2 16,3-1-2-16,0-2 0 16,2 2-1-16,2-2 0 15,-1 0 0-15,0-1-6 16,0-3-49-16,-1 0-24 16</inkml:trace>
  <inkml:trace contextRef="#ctx0" brushRef="#br0" timeOffset="89697.34">20554 13843 139 0,'0'0'53'0,"0"0"-9"16,0 0-25-16,0 0-16 15,0 0-6-15,0 0 2 0,-43 48-2 16,33-12 6-16,-4 9-6 16,-2 3-34-16,-7 4-66 15</inkml:trace>
  <inkml:trace contextRef="#ctx0" brushRef="#br0" timeOffset="90509.43">20319 14550 73 0,'0'0'19'0,"0"0"-3"0,0 0 3 16,51-35-8-16,-35 27-4 15,2-1-5-15,0 4 0 0,2 0 0 16,-3 3-1-16,0-1-1 15,0 3 1-15,-3 0 0 16,-2 1-2-16,-2 7 0 16,-4 1 0-16,-1 3-6 15,-3 1 1-15,-2 0 2 16,0 1 3-16,-2 1 3 0,-6-2 1 16,-1 0 0-16,-1 0 4 15,-2-2 2-15,-1-2-1 16,2 0 2-16,1 0 0 15,0-2 0-15,-1 0-3 16,3-1-1-16,2 1-4 0,0-1-1 16,0 0 1-16,3-1-2 15,1 1 1-15,-2 1 0 16,2 2 0-16,1-1 0 16,1 3 0-16,0 2 0 15,0-1 2-15,0 2-2 0,0-1 1 16,4 1-3-16,1-1 1 15,0-1 0-15,4 0-7 16,-4-2-27-16,3-3-34 16</inkml:trace>
  <inkml:trace contextRef="#ctx0" brushRef="#br0" timeOffset="90730.73">20500 14942 147 0,'0'0'3'0,"0"0"5"0,0 0 16 0,0 0 3 16,0 0-5-16,0 0 6 16,0 0-5-16,0 0-15 0,0 0-9 15,0 0-2-15,-2 10-28 16,6-19-22-16,1-6-92 15</inkml:trace>
  <inkml:trace contextRef="#ctx0" brushRef="#br0" timeOffset="91612.43">20722 14401 84 0,'0'0'17'0,"0"0"3"0,0 0-6 0,0 0-8 15,0 0-1-15,7-40-3 16,-7 33 0-16,-2-1 0 16,-4-1 4-16,-4-1 1 15,-3 1 4-15,1-2 2 16,-4 1-1-16,2-1-2 0,-4-2-3 16,1 2-2-16,-3-1-2 15,1 0 0-15,-2 0-1 16,0 4-1-16,-4-1-1 15,3 6 2-15,0 2-4 16,-5 1 2-16,1 1-1 16,-2 11-2-16,-1 6 3 0,-3 3-1 15,0 5 2-15,0 7-1 16,0 2-1-16,2 7 1 16,1 3 1-16,0 5-1 15,2 5 0-15,-2 3 0 16,3 3 0-16,0 0 1 0,2-1-1 15,6-2 0-15,6-1 2 16,6-5-4-16,6-4 2 16,0-3-1-16,15-5 0 15,4-7-2-15,7-2 0 16,4-6 5-16,3-2-2 0,4-5-1 16,6-2 2-16,3-6-1 15,9-2 1-15,-1-8 2 16,7 0-2-16,3-8 2 15,-3-8-2-15,1-8-1 0,-4-4 4 16,-3-6 11-16,-2-7 11 16,-7-4-1-16,-4-6-8 15,-7-1-6-15,-7-6-3 16,-10-5 4-16,-8-1 1 16,-10-4-6-16,-3 0 2 15,-22 2-6-15,-17 1-7 0,-14 6-4 16,-20 6-14-16,-22 5-22 15,-19 5-67-15</inkml:trace>
  <inkml:trace contextRef="#ctx0" brushRef="#br0" timeOffset="96418.03">16417 14186 73 0,'0'0'26'0,"0"0"5"0,0 0-11 15,0 0-13-15,-40-35-6 16,33 31 0-16,-5-2-2 16,2 2-2-16,-3 0 0 15,0 1 1-15,-1 1 2 16,-2 0 0-16,3 2 1 0,-2 0 0 15,0 0-1-15,1 0 0 16,-1 4 0-16,-1 2-1 16,0 1 0-16,0 1-1 15,0 1-1-15,0 0 0 16,0 1 3-16,0-1 0 16,-1 1 0-16,0 1 2 0,1 5-2 15,-1-1 0-15,-2 3-2 16,2 1 4-16,-1 1-2 15,1 2 0-15,-2-1 0 16,3 0 0-16,1 1-2 16,2 0 2-16,-2 1 2 0,2 0-2 15,0 2 0-15,1 2 1 16,3 0-1-16,-1 2 1 16,2-1-1-16,3 0 0 15,1-2 1-15,2-1-1 16,2-2 0-16,0 0 0 0,0-5 1 15,8-1 1-15,3-1 0 16,1 0 1-16,3-2 1 16,2 0-2-16,2 2 0 15,1-1 1-15,3 1-2 16,2-2 2-16,-1-1-1 0,3-2 1 16,2-2 2-16,1-5 2 15,4 0 1-15,0-4 0 16,5 0 0-16,1 0-4 15,3 0-1-15,3 0 0 16,0-2-1-16,0-1 0 0,2-1-1 16,2 1 0-16,2 0 0 15,2 0-1-15,3 0 0 16,3-1 1-16,0 1-1 16,-1-3 0-16,3 2 0 15,-3-2 0-15,1-1 2 0,0 0-2 16,-1-3 0-16,-1 2 0 15,0-1 4-15,1 1 1 16,0-1-2-16,3 3-1 16,0 0 1-16,1 0-3 15,2 1 0-15,0 2 1 16,2-2-1-16,-2-1 4 0,-2 1-3 16,3-2-1-16,-1-3 1 15,-2 1-1-15,2-4 2 16,5 0-1-16,3-2 0 15,6-1 1-15,1-1-1 16,2-1-1-16,1-1 2 0,-1 1-2 16,1-1-2-16,-4 1 4 15,-5 1-2-15,3 0 0 16,-5 0 1-16,0 2 5 16,1-1 2-16,-1 3-4 15,-1 0 1-15,-1 0-2 0,3 2-1 16,-1 1-1-16,1 1 0 15,0 2-1-15,0-1 0 16,1-1 2-16,-2 2-2 16,-2-1 0-16,2 0 0 15,-2-2 0-15,-1-1-2 0,1 1 2 16,-1-1 2-16,-1-2-2 16,0-1 0-16,0-2 0 15,0-1 0-15,0 2 0 16,-4-1 0-16,-3 0 0 15,1-1 0-15,-5 3 0 0,-2-1 0 16,-2 0 0-16,1 0 0 16,-3-1 0-16,2 3 0 15,-2-1 0-15,-2 0 1 16,0 0-1-16,0 1 0 16,-2 0 0-16,-2 2 0 0,-3-1 0 15,-3 0 0-15,-3 0 0 16,-6-1 0-16,-1-1 0 15,-4 0 0-15,1-3 1 16,-4 3-1-16,-2-2 0 16,-3-1 0-16,-4 0 0 0,-2-1 0 15,-8-1 0-15,-2-1 2 16,-1 0-1-16,-2 0-2 16,-9-1-1-16,-2 1 6 15,-2 0 0-15,-1 2 1 16,-1 0-2-16,-2 3-2 15,0 1-1-15,0 1-1 0,-1 2 1 16,-1 1-4-16,-4 1 3 16,-1 2 0-16,-3 0-3 15,-2 3 5-15,-2-1-4 16,-2 1 5-16,-3 3-4 0,-1 1 3 16,-1 0 0-16,-4 0-4 15,-2 0 2-15,-4 1 1 16,-5 8-2-16,-1-3 0 15,0 2-3-15,-6-1 4 16,-1 2 1-16,-4-2 0 16,2 1 0-16,-4-2 1 0,-5 0-1 15,-4 1 1-15,-3-3-1 16,-1 3 1-16,-4-2-1 16,-3 4 1-16,-3-1-1 15,-2 0 2-15,-3 0-2 16,-2 1 1-16,-6-2-1 0,4 3 1 15,-4 1 1-15,-3 2-2 16,-2 0 1-16,-2 7 0 16,-3 0-1-16,-7 4 0 15,-2 4 1-15,-8 2-1 0,-7 1 0 16,-5 2 1-16,-8 1-1 16,-10 2 0-16,-5 0 1 15,-10 4 1-15,-4 4-1 16,-8 6 1-16,-5 3-1 15,1 2 0-15,-2 3 1 16,7-1-1-16,10 1-1 0,11-2 0 16,15-1 0-16,18-4-8 15,17-7-32-15,10-14-43 16</inkml:trace>
  <inkml:trace contextRef="#ctx0" brushRef="#br0" timeOffset="97462.16">23916 9312 53 0,'0'-1'16'0,"0"0"5"0,0-1-7 16,0 2 2-16,0 0-10 16,0 0-3-16,0 0-3 15,0 0 0-15,0 4 1 0,0 5 1 16,2 1 0-16,0 1 0 15,2 0 0-15,-2-1-1 16,-1-4-1-16,3-3 2 16,4-3 4-16,2-3 38 15,7-15 7-15,2-5-28 16,8-10-8-16,4-4-2 0,6-3-9 16,4-4-2-16,2-4 0 15,2-6-6-15,-1-7-71 16</inkml:trace>
  <inkml:trace contextRef="#ctx0" brushRef="#br0" timeOffset="104803.2">21931 14553 114 0,'3'-2'14'0,"0"-2"-7"0,-2 0-3 0,3 1-4 16,-2 0 0-16,-1 2-3 16,-1-1 1-16,0 1 2 15,0-1 2-15,0-2 7 16,0 0 4-16,-3 1-1 0,1 1-7 16,-2-1-4-1,1 1 0-15,0 1-1 0,-1-1-1 16,-2 1 3-16,1 1 7 15,-3 0 3-15,2 0-1 16,-3 4-7-16,-1 6-2 16,2 4-1-16,-3 5-1 0,1 2 0 15,-1 6 0-15,4-1 1 16,0 2 0-16,4 0 2 16,2-1 2-16,1-1 2 15,0-2 1-15,0-1 0 16,8-3-4-16,-1-2-1 15,5-1-2-15,0-4 0 0,1-2 1 16,4-3-1-16,1-3 1 16,3-2-2-16,2-3 2 15,2 0-3-15,0-3-11 16,-1-9-43-16,0-3-52 0</inkml:trace>
  <inkml:trace contextRef="#ctx0" brushRef="#br0" timeOffset="105152.75">22126 14681 228 0,'0'0'3'0,"0"0"-3"0,0 0-2 16,-21 44 2-16,19-26 0 16,1-1 0-16,1 2 0 15,0-1 2-15,0-4-1 16,0 1-1-16,7-4 2 0,-2-1-4 15,1-3 4-15,4-3-2 16,1-4 2-16,1 0 5 16,2 0 5-16,1-8-1 15,0-4-5-15,-2-2 0 16,-1-1-2-16,-4-1 2 0,-4-4 1 16,-3 2 1-16,-1-3-3 15,-1 2-1-15,-10 0 0 16,-1 5-3-16,0 3-2 15,0 5-3-15,-1 6 5 0,2 0-16 16,-1 10-13-16,2 3-7 16,2 1-25-16,3-1-23 15</inkml:trace>
  <inkml:trace contextRef="#ctx0" brushRef="#br0" timeOffset="105792.8">22281 14691 232 0,'0'0'0'0,"0"0"-1"0,0 0 1 16,0 0 1-16,0 0-1 16,0 0-3-16,0 0 1 15,37 18 4-15,-33-6 1 16,-1 0-3-16,0 0 0 15,-1 0 2-15,0-3-1 0,-1-2-2 16,1 1-1-16,-1-3 5 16,1-2-3-16,2-2 1 15,-4-1 0-15,0 0-1 16,0 0 4-16,0-1-2 16,0-6-1-16,0-2-2 0,0-2 1 15,0-3-2-15,2 2 2 16,3-2 6-16,3 1-3 15,-2 2 3-15,4 2-1 16,-1 2 0-16,1 4-3 16,2 1-1-16,-1 2 0 0,0 0-1 15,3 4 2-15,-5 6-2 16,0 1-1-16,1 2 0 16,-4 1 0-16,-3 0 3 15,0-1-4-15,-3-3-1 16,0 1-1-16,0-2 1 0,-2-3 2 15,-2-2 0-15,0-3 3 16,1-1 0-16,0 0-2 16,1 0 3-16,2-7-1 15,0-3-4-15,0-5 3 16,5-2 0-16,2-2 0 0,2-1 2 16,2 0-1-16,-2 0 4 15,2 5-4-15,1 1 0 16,0 5-1-16,0 3-1 15,1 5-1-15,0 1 1 16,-6 0 0-16,3 12-3 0,-4 2-2 16,-2 4-4-16,-2 1-12 15,-1-1-40-15,-1-4-19 16</inkml:trace>
  <inkml:trace contextRef="#ctx0" brushRef="#br0" timeOffset="106077.97">22735 14598 196 0,'0'0'2'0,"0"0"-2"0,0 0-3 0,0 0 6 16,0 0-2-16,2 47 6 15,-2-23 1-15,0 5 1 0,0-1-1 16,-2 4-4-16,0-1-3 16,-3 1 0-16,-1 1 0 15,0 0-1-15,-2-2 0 16,1-4-4-16,-1-3-21 16,3-7-17-16,3-6-2 0,-2-10-42 15</inkml:trace>
  <inkml:trace contextRef="#ctx0" brushRef="#br0" timeOffset="106377.55">22724 14681 99 0,'0'0'102'16,"9"-37"-95"-16,-5 23 13 15,4 2-14-15,-1 2-3 16,2 3 0-16,2 0-2 15,-1 6 0-15,1-1-1 0,1 2 0 16,-2 0 1-16,0 3-1 16,-4 7-1-16,1 0-4 15,-5 1-4-15,-2 3 0 16,-2 1 8-16,-9-1-1 16,-2 2 2-16,-4-2 2 0,0 3 2 15,-1-4-3-15,3-2 0 16,1 0-1-16,4-4 0 15,5-2-8-15,5-4-43 16,0-1-26-16</inkml:trace>
  <inkml:trace contextRef="#ctx0" brushRef="#br0" timeOffset="106774.73">22929 14576 225 0,'0'0'-23'0,"0"0"31"16,0 0-5-16,0 0-7 16,0 0 4-16,0 0 1 15,0 0 1-15,1 42 0 16,-1-26 2-16,2 1 0 0,2-3-1 16,-1-1 0-16,3-2 0 15,1-2 0-15,4-2-2 16,-3-3-1-16,4-4-1 15,4 0 1-15,-3-5 0 16,3-6 1-16,-1-4 3 16,1-1-3-16,-5-1 1 0,-3-1 3 15,1 2-1-15,-4 2 2 16,-2 3 1-16,1 2-1 16,-3 6 0-16,0 3-3 15,1 0-3-15,-1 2-3 0,1 9 2 16,-2 2 5-16,1 2-3 15,0 2-1-15,2-1 1 16,1 1-8-16,-3-4-30 16,2-5-25-16,2-6-29 15</inkml:trace>
  <inkml:trace contextRef="#ctx0" brushRef="#br0" timeOffset="107023.32">23225 14334 172 0,'0'0'-2'0,"0"0"28"0,0 0-13 16,0 0-12-16,0 0 1 15,-3 44 1-15,3-19 3 0,0 4-1 16,0 2-2-16,0-1-1 15,0 0 1-15,2 0-2 16,0-2-1-16,-1-2-3 16,-1-6-44-16,0-6-42 15</inkml:trace>
  <inkml:trace contextRef="#ctx0" brushRef="#br0" timeOffset="107166.32">23147 14580 264 0,'0'0'0'0,"0"0"3"0,0 0-2 16,48-46 1-16,-27 35-33 15,4 1-47-15,0 0-25 16</inkml:trace>
  <inkml:trace contextRef="#ctx0" brushRef="#br0" timeOffset="107516.59">23439 14452 229 0,'0'0'8'0,"0"0"5"15,0 0 1-15,-42 17-12 0,28-7-2 16,3 3 1-16,0 1 0 16,-1 0-1-16,4-1 0 15,3-1 1-15,3-1-1 16,2-3 2-16,0-4-3 15,0-2-5-15,3-2-3 0,7 0 6 16,-2-4 1-16,4-7 4 16,0-2-3-16,0 0 6 15,1 0 5-15,-1 2-1 16,-2 1-3-16,-2 5-1 16,1 1-1-16,-2 4-2 0,0 0 0 15,0 3 1-15,-1 5-3 16,1 2 1-16,2 1 4 15,0-2-3-15,0 1-3 16,1-4-22-16,-2-5-24 16,-1-1-74-16</inkml:trace>
  <inkml:trace contextRef="#ctx0" brushRef="#br0" timeOffset="107750.64">23598 14253 166 0,'0'0'58'0,"0"0"-42"16,0 0 5-16,0 0-20 15,0 0-4-15,0 0 0 16,1 37 5-16,-1-8 1 16,0 0-2-16,0 4 1 0,0-3-2 15,1-2 1-15,2 1-1 16,-2-4 0-16,0 0 0 15,-1-6-26-15,0-4-46 16,0-6-1-16</inkml:trace>
  <inkml:trace contextRef="#ctx0" brushRef="#br0" timeOffset="107999.59">23529 14432 256 0,'0'0'-1'0,"0"0"2"0,0 0 4 16,46-29-2-16,-18 21 0 16,-1 1-1-16,1 1-1 15,-1 2-1-15,-5 3-1 16,-5 1-2-16,-5 0 1 0,-6 7-4 16,-3 4 1-16,-3 2 7 15,0 0-1-15,0 2 0 16,0-3 0-16,0 3-1 15,0-5 0-15,0-4-23 16,0-3-67-16</inkml:trace>
  <inkml:trace contextRef="#ctx0" brushRef="#br0" timeOffset="108142.92">23788 14280 264 0,'0'0'-39'15,"0"0"43"-15,0 0-1 16,0 0-22-16,0 0-59 16,0 0-24-16</inkml:trace>
  <inkml:trace contextRef="#ctx0" brushRef="#br0" timeOffset="108463.33">23898 14357 244 0,'0'0'-2'0,"0"0"4"0,0 0 1 15,-1 51-2-15,-2-37 0 16,1 2 0-16,2-6-1 16,0 3 1-16,0-6 1 15,1-2-2-15,5-3 1 0,1-2-1 16,1 0 1-16,2 0 5 15,-5-10 2-15,3-3 1 16,-3-1 2-16,-2-3-1 16,-1-2 2-16,-2 1-3 15,0-1-5-15,-2 4-4 0,-6 2-1 16,-2 3 0-16,0 7 3 16,-1 3-8-16,2 0-24 15,1 2-24-15,1 2-63 16</inkml:trace>
  <inkml:trace contextRef="#ctx0" brushRef="#br0" timeOffset="108853.31">24017 14322 216 0,'0'0'59'0,"0"0"-60"15,0 0 5-15,0 0-2 16,0 0-3-16,40 29 0 15,-37-15 4-15,-1 1-3 16,-1-1-1-16,-1 0-1 16,0-3-5-16,0-1-5 0,0-3 4 15,-4-4 1-15,0-1 5 16,-1-2 3-16,4 0 1 16,-5-2 8-16,4-5 3 15,2-4-6-15,0 0 0 16,0-5-5-16,8 0 3 0,5 1-6 15,1-1-1-15,2 3 2 16,0 5 0-16,-1 2 2 16,1 5-1-16,-2 1-4 15,1 0 7-15,-2 8-3 16,-1 4 0-16,-3 0 0 0,-3 5 0 16,0-3-2-16,-5-1 2 15,-1 0-11-15,0-1-17 16,0-4-26-16,-1-4-50 15</inkml:trace>
  <inkml:trace contextRef="#ctx0" brushRef="#br0" timeOffset="109160.56">24342 14361 12 0,'0'0'230'0,"0"0"-229"16,0 0 0-16,42-30 0 0,-37 25-1 15,-1-1 0-15,-4 0-4 16,0 5-3-16,-4-3 8 16,-3 2 4-16,-2 2-2 15,-2 0 1-15,0 0-3 16,-3 7 0-16,2 3-1 0,1 3 0 16,2 0 1-16,4 1-1 15,2-3 0-15,3-2 2 16,0-2 0-16,0-3-2 15,5-1 3-15,3-3-2 16,2 0 3-16,3 0-4 0,3 0 4 16,1-8-8-16,0-1-55 15,-2-4-53-15</inkml:trace>
  <inkml:trace contextRef="#ctx0" brushRef="#br0" timeOffset="109421.98">24408 13979 264 0,'0'0'-17'0,"0"0"39"15,-12-40 4-15,12 37-11 16,0 3-7-16,0 3-8 15,2 10 1-15,5 10 0 0,0 5-1 16,1 8 1-16,-4 5 0 16,1 6-2-16,-3 5-9 15,-2 5-27-15,0-3-46 16,-10-1-105-16</inkml:trace>
  <inkml:trace contextRef="#ctx0" brushRef="#br0" timeOffset="110135.64">23054 15208 265 0,'0'0'-34'15,"0"0"43"-15,0 0 7 16,0 0-13-16,-40-29 0 16,36 28-1-16,0 1 0 0,-2 0 0 15,-1 10-1-15,-3 4-1 16,3 7-1-16,-3 2 2 15,3 1-1-15,1 3 1 16,3-4-2-16,3-2 1 16,0-2-1-16,6-7-5 0,3-2-1 15,2-8-1-15,3-2-1 16,0 0 8-16,1-2 4 16,0-8 6-16,0-1 0 15,0-2-1-15,-1 3-2 0,0 2-2 16,-2 1-2-16,2 4-1 15,-1 2-1-15,0 1 1 16,0 0-1-16,0 2 1 16,1 4 0-16,-3 0-1 15,-1-2-1-15,-3-1 0 16,-2-2 1-16,0-1-1 0,-5 0 2 16,2-3 0-16,-1-5 1 15,0-6-1-15,0-1-1 16,1-3 1-16,1-2 3 15,3-1 2-15,1-1 1 16,2 3-3-16,3 1-1 0,2 4 0 16,2 3-2-16,1 4 1 15,2 4-2-15,-1 0 1 16,0 3-1-16,-2 0 1 16,-1 6-1-16,-3 2 1 15,-3 4-6-15,-5 0-1 0,-4 1-2 16,0 0-11-16,-4 1 1 15,-8-1-8-15,1-4 0 16,-3-2-2-16,5-4-39 16</inkml:trace>
  <inkml:trace contextRef="#ctx0" brushRef="#br0" timeOffset="110355.58">23516 15113 218 0,'0'0'10'0,"0"0"20"0,0 0-14 0,37-9-12 16,-30 20-1-16,1 7 0 16,-2 6 5-16,2 5-5 15,-4 4-1-15,0 2 0 16,1 0-2-16,-4 1 2 16,-1 1-2-16,0-1-2 15,0-2 1-15,-7-3-14 0,-2-4-27 16,-3-4-34-16,0-10-29 15</inkml:trace>
  <inkml:trace contextRef="#ctx0" brushRef="#br0" timeOffset="110598.28">23502 15228 257 0,'0'0'-13'0,"27"-54"22"16,-8 31 8-16,5 4-10 15,1 2-2-15,1 3-2 0,2 4-2 16,-3 3 1-16,-5 4-2 16,-4 3 0-16,-2 0 1 15,-6 5-2-15,-8 7-9 16,0 1 0-16,-11 3-10 0,-6-1 3 16,-4 1-3-16,1-3 13 15,-3-2-15-15,4-5-14 16,5-3-38-16</inkml:trace>
  <inkml:trace contextRef="#ctx0" brushRef="#br0" timeOffset="110917.98">23808 15094 243 0,'0'0'5'0,"0"0"8"16,49-17-8-16,-36 11-4 0,1 1 0 15,-7-2 0-15,-1-1 0 16,-3 1 0-16,-2-3 0 16,-1 1 2-16,0 0-1 15,0 1 0-15,-4 2-2 16,-5 2 6-16,-2 4-2 0,-3 0-1 16,-1 6-1-16,-1 6 1 15,3 4-3-15,0 0 0 16,6 2 2-16,4 0 0 15,3-1 0-15,0-2 0 16,10-2 0-16,6-4-3 0,5 0-2 16,-1-4-10-16,3-5-13 15,2 0-35-15,-2-1-67 16</inkml:trace>
  <inkml:trace contextRef="#ctx0" brushRef="#br0" timeOffset="111365.13">24070 15030 234 0,'0'0'3'0,"0"0"31"16,0 0-15-16,0 0-18 15,0 0-1-15,0 0 0 0,-44 24 0 16,36-10 1-16,1 2-1 16,5-2 1-16,2-1 0 15,0 1-1-15,0-5 3 16,7-1-3-16,4-1-2 15,5-5-2-15,1-2-6 0,3 0-12 16,3-6-9-16,-3-8-21 16,-2-6 2-16,1-2 21 15,-4-6 9-15,-2-4 12 16,-4-5 9-16,-2-3 5 16,-2 2 9-16,-2-1 3 15,-1 4 8-15,-2 4 10 0,0 5 1 16,0 6-6-16,0 4 1 15,-4 5-8-15,0 7-9 16,2 4-5-16,-1 0-10 16,1 7 2-16,-1 9-2 15,0 4 1-15,1 6-1 0,0 2 1 16,1 4-1-16,1 1 1 16,0 1-1-16,0 0 0 15,0-1-2-15,1-5-12 16,4 1-15-16,2-6-29 15,0-4-31-15,0-6-43 0</inkml:trace>
  <inkml:trace contextRef="#ctx0" brushRef="#br0" timeOffset="111728.32">24357 15077 232 0,'0'0'9'0,"0"0"25"0,28-37-14 16,-19 23-13-16,1 0-5 15,-3 0-1-15,-1 2 0 16,-3-2-1-16,-2 3 1 16,-1 2-3-16,0 2-4 0,-5 3-5 15,-3 4 9-15,-4 0-5 16,1 1 6-16,0 9 1 16,1 3-1-16,2 2 2 15,5 1 0-15,1 0-1 16,2-1 0-16,2 0 0 0,7-3-1 15,3-2 4-15,-1 2-3 16,2-2 3-16,1-2-1 16,-2 2 1-16,0-1-2 15,-4 1 0-15,-2-2 0 16,-4-3-2-16,-2 0 0 0,0-1-4 16,-9 1 4-16,-7-3 1 15,-3 0-1-15,-4-2-8 16,2 0-39-16,-5-2-39 15</inkml:trace>
  <inkml:trace contextRef="#ctx0" brushRef="#br0" timeOffset="111870.84">24228 14919 264 0,'0'0'0'0,"0"0"8"16,67-45 2-16,-25 29-6 0,14-2-1 15,5-2-3-15,4-3-54 16</inkml:trace>
  <inkml:trace contextRef="#ctx0" brushRef="#br0" timeOffset="-162245.8">24221 14073 97 0,'0'0'2'0,"0"0"-1"0,0 0 1 0,0 0 0 0,0 0 0 16,0 0 1-16,39-34 7 15,-37 28 8-15,-2 2 5 16,0-2-1-16,0 3-9 16,0-1-9-16,-2 1-3 15,-3-1 5-15,-6 2-4 0,2-3-4 16,-2-1 0-16,-3 0 6 16,3-1 0-16,-5-1 1 15,1-1 2-15,1-2 3 16,1 2-3-16,-1-1 0 15,-2-2-4-15,-2 2-1 0,-2-3-1 16,-3 2 0-16,-2-2 1 16,-4 1 0-16,-1 0 3 15,-1 0-3-15,-3 0 3 16,-2 1 0-16,-3 0-3 16,-3 2-1-16,-3 1-1 0,-3 3 1 15,-2 0-6-15,-4 3 7 16,-1 0 4-16,-4 2-7 15,2 0 3-15,-5 0-2 16,1 0 1-16,-2 0 2 16,1 3-2-16,-2 1-1 0,-1 5 1 15,0-1-2-15,-2 3 2 16,-5 2-1-16,-3 4 0 16,-2 3-5-16,-3 3 9 15,-3 3-3-15,-4 3-1 16,1 1 1-16,1 3-1 0,2 1-2 15,1-2 1-15,3 1-1 16,5 0 5-16,1 4-2 16,7 1-5-16,-1 1 6 15,2 2-2-15,3 1-3 16,3 0 10-16,2 3-9 0,2 2 3 16,7 2-2-16,2 5-1 15,7 2 4-15,1 2-4 16,4 5 3-16,2 2-4 15,5 3 0-15,4 2 4 16,5 2-2-16,5 1-4 0,8-1 4 16,1 1 2-16,4-4-5 15,0-3 4-15,13-5-3 16,5-2 1-16,2-3-3 16,7-1 2-16,3-5-1 15,4 4 3-15,0 1 0 0,7 1 1 16,1 2 1-16,7 1-3 15,2 0 2-15,3 0 0 16,6-2-2-16,2-3 2 16,4-4-2-16,3-6 1 15,3-5 0-15,3-4 2 0,2-5-2 16,3-2-3-16,1-3 1 16,0-1 4-16,0-4-2 15,-2-1 1-15,1-5-2 16,1-1 0-16,0-5 2 15,1-3 2-15,3-4-1 0,1-1 1 16,0-3 0-16,-4-9 3 16,2-3-2-16,-1-2 0 15,-2 0 1-15,-6 1 1 16,2-2-5-16,-6 0 1 16,-1 0 0-16,-2 1-1 15,-4-3 2-15,-2 1-2 0,1-4 1 16,-6 2 0-16,-1-4 0 15,-1 0 0-15,-1-5 1 16,-3 2-2-16,-1-5 0 16,-2-1 1-16,-4-3 0 0,-1-1 3 15,-3-3 0-15,0-2 1 16,-1-4-3-16,-4-1 0 16,1-3-1-16,-2-5 0 15,-1-1 1-15,-2-4 2 16,1-5-4-16,2-5 1 15,-3-2 0-15,-1-2 0 0,-2 1 0 16,-3 2 1-16,-3 4 3 16,-7 3 2-16,-6 1-1 15,-3 3 0-15,-4-4 0 16,-2-2-3-16,-9-1 2 16,-9-3-1-16,-5 0 6 0,-9 0-1 15,-7 0-1-15,-7 3-7 16,-14 4 0-16,-12 6-16 15,-13 8-25-15,-19 8-18 16,-19 6-70-16</inkml:trace>
  <inkml:trace contextRef="#ctx0" brushRef="#br0" timeOffset="-159782.27">22557 14223 99 0,'0'0'1'0,"0"0"7"0,0 0-1 0,0 0 0 15,0 0-1-15,0 0 2 16,0-1 3-16,0 0-1 16,0-1 0-16,0 2-5 15,0 0-2-15,0 0-4 16,0 0 0-16,0 0-1 0,0 0-2 15,2 2 3-15,2-2 3 16,1 0-5-16,6 0-1 16,11-13 6-16,10-7 10 15,12-8-7-15,12-7 3 0,11-10-4 16,13-9-1-16,6-6 0 16,7-6-3-16,7-4-23 15,6-5-22-15,-5-5-26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5:33:07.6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3409 6888 13 0,'0'0'3'0,"0"0"2"0,0 0 3 0,0 0-4 0,0 0 0 15,0 0 0-15,0 0 2 16,0 0-3-16,0 0 1 16,0 0 1-16,0 0-2 0,-29-20-2 15,27 20 0-15,-1 0-1 16,3 0 2-16,0 0-2 15,0 0 0-15,-2 0 0 16,2 0 1-16,0 0 2 16,0 0-1-16,0 0 0 0,0 0-1 15,0 0-1-15,0 0 0 16,0 0 0-16,0 0 1 16,0 0-1-16,0 0 0 15,0 0 1-15,0 0 0 16,3 4 2-16,1 2-1 0,2-1 0 15,-1 1-1-15,1 0 1 16,4-2 1-16,-4 0 5 16,3-3 1-16,5-1 6 15,3-8 12-15,8-13 10 16,15-16-13-16,14-13-4 0,19-22-10 16,28-17-3-16,22-15-4 15,22-10-2-15,21-14 1 16,11-7-2-16,6-11-84 15</inkml:trace>
  <inkml:trace contextRef="#ctx0" brushRef="#br0" timeOffset="1931.78">10273 6539 26 0,'0'0'44'0,"0"0"-40"0,0 0 3 15,0 0-4-15,0 0-1 16,0 0 0-16,0 0 4 16,0 0 2-16,0 0-2 15,0 0-1-15,0 0 2 16,0 0-3-16,-20-40-1 16,19 34 0-16,-1 1 1 0,0-3 0 15,-3 1 3-15,1 0 5 16,-3 0-2-16,1-2 1 15,1 1-2-15,-4-1-1 16,0 1-5-16,0-1-1 0,-2 2-1 16,-3-2-1-16,1 1 2 15,-3 2 0-15,1 1 2 16,-6-1-4-16,4 3 2 16,-3-1-2-16,-1 4-1 15,0 0 1-15,-2 0-1 16,-1 7 0-16,1 3-2 0,1 2 4 15,0 2-2-15,3 2 0 16,-1 0 1-16,2 4-1 16,3 1 0-16,1-1 0 15,1 2-1-15,2-1 1 16,4 3-2-16,-2 0 1 0,3 3-1 16,-2 3 2-16,4 1 2 15,0 3-1-15,0 2 1 16,2-1 0-16,2 0 0 15,0 1 1-15,0-4-1 16,3-2 1-16,6 0-2 16,1-1 1-16,3-2-1 0,3-1 0 15,2-2 0-15,8-1 2 16,1-4-1-16,3-3 1 16,5-2 2-16,1-4 1 15,2-3-3-15,4-4-1 16,-2-3 0-16,5 0-1 0,0-3 0 15,4-8 0-15,0-6 1 16,1 0 0-16,-2-3 1 16,-2-5-1-16,-3-1 0 15,-3-3 0-15,-3-2 1 16,-5-3 0-16,-3-1 1 0,-3-2 2 16,-6-3 1-16,-4 0 2 15,-5-1 0-15,-7 1-1 16,-4 1-3-16,0 3 2 15,-8-1-1-15,-5 6-2 16,-2 2-2-16,-1 4-1 0,-1 5-1 16,1 6-6-16,1 2-30 15,-1 2-51-15</inkml:trace>
  <inkml:trace contextRef="#ctx0" brushRef="#br0" timeOffset="4208.6">12620 6420 60 0,'-13'-11'6'0,"1"-3"22"0,0 0-23 16,1 0 2-16,-2-1-4 15,2 1 1-15,-1 0 4 16,1-2 3-16,-2 2 1 16,1 0 3-16,-1 0-3 15,0 1-4-15,0 2-4 0,-4 2-1 16,1 1-3-16,-1 3 0 15,-3 1-1-15,2 1 0 16,-2 3 1-16,0 0-4 16,-2 0 4-16,0 0 2 15,1 7-5-15,-1 2 2 16,-2 1 0-16,1 1 2 0,1 4-2 16,-2-1 2-16,1 2-3 15,0 2 2-15,-1 0-4 16,4 0 3-16,0 1 1 15,2 2-1-15,2-1 1 0,-2 2-3 16,1 0 2-16,1 2 0 16,2 1 1-16,-4-3-2 15,1 4 1-15,-1-5 0 16,3 1 2-16,1-1-1 16,2-2 0-16,4 0 0 15,-2-3 0-15,1 4 0 0,3-2 1 16,2-1-1-16,0 3 2 15,1 0-2-15,3-2 0 16,0 3 1-16,0-1-1 16,0 2 0-16,4-2 0 0,3-1 0 15,-1 0 1-15,3-1-1 16,1 0 1-16,-1 0-1 16,2-2 2-16,2 2-2 15,1 1 0-15,1 0 1 16,-2-2-1-16,1 1 1 0,-1 0-1 15,0-4 0-15,2 0 0 16,-1-1 0-16,3 0 1 16,0-3 1-16,1-1 0 15,1 0-1-15,2-2 0 16,-1-1 2-16,3 1-2 16,-1-2-1-16,4 0 1 0,1-1 0 15,1 1 0-15,1-1-1 16,2-3 1-16,-2 1-1 15,3-2 1-15,1 0-1 16,-2 0 1-16,1 1-1 16,1-1 1-16,1 3-1 0,-1 1 1 15,2-1-1-15,-1 1 0 16,0 1 0-16,0 0 0 16,1-1 0-16,-2 1 0 15,3-1 1-15,0 0-1 16,4-1-1-16,-1 0 2 0,3 0-1 15,-2-2 0-15,1-1 1 16,-1 0-1-16,1 0 2 16,-2 0-2-16,-1-7 1 15,2 0-1-15,1-4 2 16,-3-1-2-16,2-2 1 0,-2-1-1 16,0-1 1-16,-5-2-1 15,1 2 0-15,-3-4 0 16,-2 2 0-16,-2-1 1 15,2-1-1-15,-2 0 1 16,0 0 0-16,2-2 1 0,-2 0-1 16,-1 0 1-16,-1 0-2 15,-5-2 1-15,-2 3-1 16,-2-3 0-16,-7-2 1 16,-3 2-1-16,-4-2 1 15,-1-2 0-15,-1 1 2 16,0 0 4-16,-3-1-3 0,-5 2 2 15,1 0-2-15,-3 2-2 16,0-4-1-16,1 1 1 16,-1-1-1-16,-2-4 1 15,-3 1-1-15,2-3 2 16,-5 1 1-16,-1-1 1 0,-2 0 3 16,-3 3 1-16,-1 1-4 15,-3 2-2-15,-2-1-1 16,-1 5-1-16,-7 1 2 15,-3 1-2-15,-5-1-2 16,-8 5 1-16,-6 4-2 0,-10 3 1 16,-8 7 1-16,-12 4-2 15,-7 7 3-15,-14 13-19 16,-12 7-19-16,-9 4-22 16,-11 2-41-16</inkml:trace>
  <inkml:trace contextRef="#ctx0" brushRef="#br0" timeOffset="5812.18">13536 6571 42 0,'5'0'9'0,"3"-3"3"0,1-5 3 0,4-2-1 16,5-5-3-16,4 0-3 15,6-8-3-15,7-1 0 16,8-3-1-16,4-3-3 16,8-3-1-16,8-2 1 15,6 2-2-15,1-6-17 16</inkml:trace>
  <inkml:trace contextRef="#ctx0" brushRef="#br0" timeOffset="9146">3576 7663 37 0,'0'0'7'0,"0"0"8"0,0 0-4 0,0 0-6 15,0 0 1-15,-36 2-2 16,32-2-1-16,2 1 3 0,0-1 3 15,0 0-1-15,2 3-3 16,0-2-7-16,0 4 3 16,0 0-1-16,4 1 0 15,3 4 0-15,3 0 0 0,2-2 0 16,1-1 0-16,3-4-5 16,9-3 1-16,3 0 6 15,9-20 7-15,11-10 7 16,10-12-8-16,14-12-4 15,11-7-3-15,4-6-1 16,0-4-43-16</inkml:trace>
  <inkml:trace contextRef="#ctx0" brushRef="#br0" timeOffset="9752.15">3709 8403 21 0,'0'0'23'0,"0"0"-1"0,0 0-3 0,0 0-10 16,0 0-7-16,0 0 1 15,0 0-3-15,0 0 3 0,0 0 2 16,-21 37-2-16,21-31 6 16,4-5-7-16,7-1 9 15,6 0 12-15,7-14 1 16,6-11-5-16,14-12-9 16,12-10-4-16,13-9-4 0,10-6-1 15,14-8 0-15,10-5 0 16,3-2-1-16,2-5-59 15</inkml:trace>
  <inkml:trace contextRef="#ctx0" brushRef="#br0" timeOffset="11621.39">10418 7392 20 0,'0'0'7'0,"0"0"18"0,-7-40-3 0,2 26-8 0,1 1-3 16,-5-1 2-16,0-2-2 16,0 1-4-16,-4-1-1 15,-1-1-1-15,1 0 0 16,-3 0-1-16,1 0-1 15,-3 0-1-15,1-1 3 0,-2 0-3 16,-3 3 1-16,2-1-3 16,-7 3 3-16,0 2-1 15,-4 5-4-15,-2 1 1 16,1 3 1-16,-7 2 0 16,4 0 1-16,-1 0 1 0,1 10-2 15,3 0-2-15,-1 6 2 16,0 2-1-16,4 6 1 15,0 2 0-15,2 4 0 16,1 4 0-16,5 1 0 16,-1 2 1-16,5 0-2 15,4 2 1-15,4 2 0 0,6-2 1 16,3 3-1-16,0-3 2 16,10-2-2-16,5-1 0 15,2-2 0-15,5-3 0 16,1-1 0-16,4 1 1 0,5-4 0 15,1-1 0-15,3 1-1 16,7-2 1-16,1-4 0 16,4 0-1-16,3-4 1 15,3-2 0-15,2-2 0 16,0-5 3-16,2-2-2 0,0-6 1 16,-3 0-1-16,-3 0 0 15,-2-14 3-15,-4-4 2 16,-3-5 4-16,-6-7-1 15,-1 0-3-15,-6-8 1 16,-4 0-3-16,-7-4 0 0,-2-2-3 16,-13-3 1-16,-4-1-1 15,-4 1-2-15,-14 2 0 16,-2 2 5-16,-7 8-5 16,0 5 1-16,-4 7-5 15,-2 10 0-15,-3 9-21 16,-8 4-34-16,-4 11-39 0</inkml:trace>
  <inkml:trace contextRef="#ctx0" brushRef="#br0" timeOffset="12304.08">10083 7883 107 0,'0'0'3'0,"-39"-34"3"0,17 23 4 0,-2 2-7 15,-1 7-3-15,-4 2 0 16,0 0 1-16,0 5-1 16,0 8 2-16,0 3-2 15,0 2-3-15,-1 9 3 0,-3 3 1 16,0 8-2-16,-1 1 2 16,-2 5 1-16,3 5-2 15,4 4 1-15,0 5-1 16,6 5 0-16,6 2 1 15,7 3-1-15,6-1 1 0,4-3 0 16,6-4 1-16,14-6-2 16,10-5 1-16,3-9 0 15,7-6 3-15,4-7 0 16,6-3 3-16,4-5 8 16,4-2-1-16,7-3-5 0,1-3-3 15,5-1-3-15,0-3 1 16,3-4 0-16,-1-3-2 15,-1 0-1-15,-3-3 1 16,-4-14-7-16,0-5 21 16,-6-7-14-16,-2-7-1 0,-5-7 1 15,-3-6-2-15,-9-5 1 16,-5-5 1-16,-8-3 0 16,-6-1-1-16,-12 0 0 15,-9-2 0-15,-3 2-1 16,-19 2-1-16,-14 4 0 0,-14 3 0 15,-7 6 1-15,-8 10 0 16,-11 7-4-16,-9 11-1 16,-9 11-29-16,-15 9-18 15,-9 3-23-15</inkml:trace>
  <inkml:trace contextRef="#ctx0" brushRef="#br0" timeOffset="13073.14">3482 9424 73 0,'0'-4'4'0,"-2"1"7"0,2 3 5 0,0 0-8 15,0 0-9-15,0 3 1 16,0 7 1-16,4 0 0 16,1 4-1-16,2 0 1 0,2 1 0 15,2-1 0-15,5-3 2 16,1-2 2-16,6-4 1 15,6-5 3-15,11-9 10 16,10-17 7-16,18-17-11 16,16-12-6-16,20-13-6 0,19-15-2 15,12-5-1-15,7-7-12 16,8-6-68-16</inkml:trace>
  <inkml:trace contextRef="#ctx0" brushRef="#br0" timeOffset="14310.3">10605 8781 82 0,'0'0'3'0,"0"0"1"0,0 0 2 0,-45-38-2 0,28 28-2 16,1 1 6-16,-4-1-2 15,1 3 2-15,0 0 1 16,-1 0-4-16,2 1 0 0,-2 2-1 16,0 2-3-16,-2 1-1 15,-1 1 1-15,-2 0-1 16,-2 0 0-16,-1 0 1 16,2 3 0-16,-3 4 4 0,1 3-1 15,-3 4-2-15,-3 3-1 16,-1 3-1-16,-2 5 0 15,-3 3 0-15,1 0 0 16,3 5 1-16,-1-2 1 16,6 3-2-16,5 0 1 15,1 3 1-15,3 2 1 16,3 0-1-16,4-1-1 0,-1 3 0 16,1-2-1-16,6 2 1 15,0-4-1-15,5 1 1 16,4-2-1-16,0-2 0 15,4 0 1-15,8-1 0 0,2-3-1 16,5-2 1-16,1-1-1 16,4-4 2-16,3-3-2 15,2-3 0-15,3 0 0 16,3-3-2-16,3 0 5 16,3-4-3-16,1 0 3 0,3-3-1 15,6 0 1-15,-1-3-1 16,7-2 1-16,2-2-1 15,1 0-2-15,-2 0 1 16,4-6-1-16,-4-5 0 16,-2-2 0-16,-1-5-1 0,-2-2 1 15,-6-5 0-15,0-2 0 16,-9-5 3-16,-3-2 8 16,-6-3 0-16,-6-3 0 15,-6-2 0-15,-5-4-3 16,-10-1-4-16,-2-2 0 0,-11-3-1 15,-9-3-2-15,-14-2-1 16,-11 3-1-16,-11 3-1 16,-10 4-9-16,-8 9-30 15,-16 7-24-15,-9 4-22 16</inkml:trace>
  <inkml:trace contextRef="#ctx0" brushRef="#br0" timeOffset="15145.96">3382 10248 83 0,'-9'9'2'0,"5"-1"0"0,-3-1 0 0,5 2 3 0,2-1 4 16,0 2 1-16,0-3-1 0,11 1-3 15,4-6 1-15,10-2 2 16,11-8 2-16,15-19 11 16,18-19 0-16,21-18-9 15,27-18-7-15,25-13-1 16,24-10-4-16,15-2-1 15,11 3 0-15,2-2-37 0,-4 2-110 16</inkml:trace>
  <inkml:trace contextRef="#ctx0" brushRef="#br0" timeOffset="16185.22">10308 9531 99 0,'0'0'8'0,"-55"-60"11"0,27 28 7 16,-1 3-3-16,0 1-11 0,-2 4 3 16,-2 5-8-16,1 2-4 15,-3 7-2-15,1 2 0 16,-2 4-1-16,1 4 0 0,-2 0 0 16,0 7 0-16,1 8 0 15,0 8 0-15,-5 4 1 16,2 11-1-16,1-1 0 15,-2 6 0-15,4 6 0 0,0 0 0 16,7 3 0-16,5 1 1 16,3 1-1-16,8-2 0 15,3 0 0-15,7-3 0 16,3-3 0-16,0-4 0 16,13-2 0-16,1-3-1 15,8 0 1-15,1-2-1 0,7-1 0 16,1-1 1-16,6 0 2 15,1-2-1-15,2 2 0 16,3-1-1-16,3 0 0 16,1-3 1-16,4-2-3 15,1-8-1-15,6-2 1 0,2-9 6 16,1-6 4-16,3-2-4 16,3-7 0-16,-2-9-1 15,2 0 0-15,0-5 1 16,-1-3-1-16,2 1 0 15,-2-2-2-15,0-4-1 0,-1 2 1 16,-3-3-1-16,-3-1 0 16,-5-1 0-16,-3-4-2 15,-6-1 2-15,-6-1 0 16,-5-3 0-16,-7-5 1 16,-7-5 1-16,-7-3 3 0,-10-3-1 15,-3-4 1-15,-5-3-3 16,-16-1 6-16,-11-2-4 15,-11 3 0-15,-11 2-2 16,-17 6-2-16,-14 7-1 16,-17 11-6-16,-20 13-33 0,-18 11-25 15,-22 11-2-15</inkml:trace>
  <inkml:trace contextRef="#ctx0" brushRef="#br0" timeOffset="16824.62">3603 11015 170 0,'0'0'-25'0,"0"0"33"0,0 0 10 0,0 0-2 16,0 0-13-16,0 0-3 15,0 0 0-15,2 3 0 0,7 0 0 16,5-2 0-16,3-1 1 15,10-7 4-15,10-14 9 16,11-16-1-16,19-16-1 16,18-12-7-16,23-19-2 15,20-11-2-15,21-7 0 0,10-8-7 16,1-5 72-16</inkml:trace>
  <inkml:trace contextRef="#ctx0" brushRef="#br0" timeOffset="18040.52">10511 10423 133 0,'0'0'-4'0,"-42"-30"22"0,20 13 9 0,2 1-8 15,-5-5-1-15,-2 1-4 16,-2 0-4-16,0-4-2 0,-2 3 0 15,-3 1-3-15,1 1-4 16,-2 4 0-16,-2 4-1 16,-3 3 0-16,-4 5 0 15,-2 3 0-15,-2 0 1 0,-2 5-2 16,-1 8 1 0,-1 5-1-16,1 5 2 0,2 3-1 15,0 3 0-15,-1 4-2 16,4 4 2-16,2 1 0 15,5 6 1-15,3 5-1 16,5 0 0-16,6-1 0 0,4-1 1 16,4-1-1-16,4-3 0 15,4 0 0-15,4 0 0 16,1 0 0-16,4-1 1 16,0-2-1-16,2-2 0 15,7-1 0-15,2-3-1 0,5-4 1 16,0-2 0-16,4 0-1 15,4-3 1-15,5-1 0 16,3-4-1-16,5 0-1 16,5-6 2-16,3-1-2 15,5-3 6-15,1 0-3 0,5-2 1 16,2-1 0-16,2 2-1 16,1-2 1-16,0 3-2 15,1-3 0-15,-2 2 0 16,-3-4 0-16,1 1-3 15,0-2 3-15,0-1 1 0,0-3 1 16,4 0-1-16,-2 0 0 16,3-8-1-16,-1-4 0 15,4-2 0-15,-4-3 0 16,3-3 0-16,-4-4-1 16,-1 1-3-16,-5-2 7 15,-3 0-2-15,-4-3 0 0,-6 2-2 16,-3-2 3-16,-7-4 5 15,-5-3 0-15,-3-4 5 16,-5-5 0-16,-6-5 0 16,-5-5-7-16,-7-4-2 0,-1 1 2 15,-9-5 0-15,-12 2 1 16,-8 0 3-16,-11 1-3 16,-11 1-5-16,-10 1 3 15,-14 4-6-15,-13 5 2 16,-18 4-2-16,-14 7-1 15,-16 7-3-15,-16 10-8 0,-16 13-11 16,-13 7-8-16,-13 9-30 16,-16 12-59-16</inkml:trace>
  <inkml:trace contextRef="#ctx0" brushRef="#br0" timeOffset="178562.58">7845 10110 90 0,'0'0'4'0,"0"0"-3"0,0 0-1 16,0 0 1-16,0 0-1 0,0 0 1 16,0 0 1-16,0 0-2 15,0 0 0-15,0 0 1 16,3-17 3-16,-3 16 3 16,0 1-2-16,0 0-1 15,0 0-2-15,0 0-3 16,2 0 2-16,0 0-1 0,2 0 0 15,1 0 0-15,2 0 1 16,-2 1-1-16,3 2 0 16,-2 2 0-16,1 0 0 15,0-1 1-15,0-1 0 16,-1 1-1-16,-1-3 0 0,1 0 1 16,0-1 0-16,4 0 8 15,3-9 10-15,3-5 6 16,11-9-6-16,7-8-6 15,12-11-6-15,12-11-1 0,14-11 0 16,15-7-5-16,10-3-1 16,5-4 0-16,1-7-36 15,-2 2-87-15</inkml:trace>
  <inkml:trace contextRef="#ctx0" brushRef="#br0" timeOffset="179630.08">8054 9958 1 0,'0'0'3'0,"0"0"-1"0,0 0-1 0,0 0 0 0,0 0 0 15,0 0 2-15,0 0 22 16,0 0-16-16,0 0 3 16,0 0-10-16,0 0-1 15,0 0 0-15,0 0 0 16,0 0 0-16,-6-10 1 0,6 9 7 16,0 1-2-16,0 0-2 15,0-1 0-15,0 1-1 16,0-2-1-16,0 2-1 15,0 0 3-15,0 0-4 16,0 0-1-16,0 0 1 0,0 0-2 16,0 0 1-16,0 0 0 15,0 0-1-15,0 0 1 16,0 0 0-16,0 0 0 16,0 0 0-16,0 0 0 15,0 0 0-15,0 0 1 0,0 0-1 16,0 0 0-16,0 0 0 15,0 0 0-15,0 0 1 16,0 0-1-16,0 0 2 16,0 0 1-16,0 0-1 15,0 0 0-15,0 0-2 0,0 0 0 16,0 2 0-16,0-1 0 16,0 2 0-16,-2 0-1 15,2-1 0-15,0 0-6 16,0-1-16-16,0 1-16 15</inkml:trace>
  <inkml:trace contextRef="#ctx0" brushRef="#br0" timeOffset="180135.39">7877 10065 4 0,'0'0'5'0,"0"0"1"0,0 0 23 0,0 0-17 0,0 0-6 16,0 0 14-16,0 0-7 16,0 0-2-16,0 0-3 15,0 0-5-15,-7 4-3 16,7-1-1-16,0 0 2 15,0 1-1-15,0 3 0 0,0 0 0 16,0 0 2-16,2 1-2 16,1 1 0-16,1 0 1 15,0-2-1-15,1 0 1 16,1 0-1-16,0-1 1 16,2-2-1-16,0-1 1 0,1-3 0 15,3 0 0-15,1-3-1 16,3-7 4-16,0-7 4 15,8-5-3-15,3-3 1 16,4-5-3-16,5-4 0 16,1-2 0-16,7-4-1 0,0-3-2 15,3-4 1-15,2 2-1 16,1-2 0-16,1 4 0 16,0 3-3-16,-5 7 1 15,-7 5-4-15,-7 10-13 16,-8 4-1-16,-9 8-1 0,-10 5-16 15</inkml:trace>
  <inkml:trace contextRef="#ctx0" brushRef="#br0" timeOffset="180668.16">7966 10197 8 0,'0'0'8'0,"0"0"2"0,0 0 3 0,0 0 0 15,0 0 9-15,0 0-7 16,0 0 2-16,54-7-6 16,-34-12 5-16,8-9-9 15,8-3 2-15,3-5-4 0,5-5-1 16,1-1 0-16,8-1-1 15,-3 0-6-15,0 1 3 16,0 5-3-16,-7 3-24 16,-5 4-21-16</inkml:trace>
  <inkml:trace contextRef="#ctx0" brushRef="#br0" timeOffset="181110.03">8136 10118 2 0,'0'0'24'0,"0"0"-10"0,45-36-2 0,-26 19-4 15,2-1-1-15,2-1-4 16,1-1-1-16,2 0-1 16,1-1-1-16,2 1 1 0,2 1-2 15,-1-2-1-15</inkml:trace>
  <inkml:trace contextRef="#ctx0" brushRef="#br0" timeOffset="185244.99">7427 9137 25 0,'0'-4'6'0,"-2"0"0"0,2 0-2 0,0-2 1 16,0 2-4-16,-2 1 0 0,0-1-1 15,0 2 1-15,1-1 0 16,-3 2 1-16,2 0-1 16,-2-1 2-16,2 2 1 15,1 0-1-15,1 0 3 16,0 0 0-16,0 0-4 0,0 0-1 16,0 0 0-16,0 0 1 15,5 6-2-15,1-1 1 16,-3 2-1-16,5 2 0 15,-4-2 1-15,4 3-1 16,-2-3 0-16,1 0 0 0,1-2 0 16,2-3 1-16,3-2-1 15,7-8 13-15,10-15 12 16,16-15-10-16,19-13-10 16,18-13-2-16,19-14 2 15,17-10-5-15,10-8-4 16,8-2-67-16</inkml:trace>
  <inkml:trace contextRef="#ctx0" brushRef="#br0" timeOffset="187232.2">10798 9156 2 0,'0'0'7'0,"0"0"3"0,0 0 0 0,0 0-2 0,0 0-4 15,0 0 0-15,0 0 0 16,0 0-2-16,0 0-1 15,0 0 0-15,0 0 3 16,0 0-2-16,0 0 2 0,-20-11 0 16,20 11 1-16,0 0-5 15,0 0 1-15,0 1-1 16,0 3 0-16,0 2 1 16,2-2 0-16,2 1-1 15,0 0 1-15,2-1 0 0,0-1 1 16,-1 0 3-16,3-2-1 15,-1-1 2-15,5 0-1 16,1-4 2-16,9-9 0 16,5-5 4-16,7-10-5 15,8-5-2-15,11-8-1 16,4-5-1-16,7-2-2 0,5-2 1 16,5-1 0-16,4-3-8 15,1-3-38-15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5:17:15.2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4626 3408 74 0,'0'0'8'0,"0"0"5"0,0 0-2 15,0 0-4-15,0 0-3 0,0 0 0 16,0 0-2-16,0 0 0 16,0 0 3-16,0 0 3 15,-6-20 1-15,4 20-4 16,2-1-2-16,0 1-1 16,0 0-6-16,0 0 0 0,0 5 6 15,4 4-2-15,1 1 1 16,2 0-1-16,-1 0 0 15,-1 0 0-15,1-1 1 16,-2 0-1-16,1-2 0 16,2-4 2-16,0 0-2 0,0-2 3 15,7-1-2-15,3-5-1 16,7-14 9-16,8-12 10 16,10-13-4-16,12-17-6 15,17-21-5-15,18-18-2 16,19-19-1-16,17-20-14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5:18:47.9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20925 6662 60 0,'-7'0'3'0,"2"0"4"0,-3 0 4 0,3-3-2 16,-2 0 1-16,1 3-1 0,1-4-3 15,1 4-4-15,2-3 0 16,1 3-1-16,0 0-2 15,1 0-2-15,0 0 1 16,1 0 2-16,8 0 0 16,2 0 5-16,5 0 0 0,5 0 4 15,6 0-3-15,4 0-1 16,4 0-2-16,6 0 0 16,4 0 0-16,6 0-2 15,5 0 3-15,2-2 3 16,7-4 0-16,4 0-1 0,5 0 1 15,2-2-1-15,6-2 2 16,2 1-2-16,1-2 1 16,-1 2-4-16,-5 1 0 15,-5 1-2-15,-6 0 2 16,-6 1-2-16,-8 2-1 0,-6 0 0 16,-8 2 0-16,-5 2 0 15,-10 0 0-15,-6 0-9 16,-13 0-61-16</inkml:trace>
  <inkml:trace contextRef="#ctx0" brushRef="#br0" timeOffset="576.36">16712 7608 138 0,'0'0'-10'0,"0"0"12"0,0 0 4 0,0 0-3 0,0 0 4 16,0 0-1-16,48-19 0 15,-28 14 2-15,4-1-3 16,6 2-4-16,7-1-1 15,8 1 2-15,12-1-1 16,8 1-1-16,13 0 1 0,9-1-1 16,11 2 0-16,9 0 1 15,6 3-2-15,3-1-3 16,-1-1-46-16</inkml:trace>
  <inkml:trace contextRef="#ctx0" brushRef="#br0" timeOffset="1317.08">16517 8764 163 0,'0'0'15'0,"0"0"0"0,0 0-13 0,0 0-2 16,0 0 1-16,0 0 1 16,42-1-4-16,-26 1 4 15,3 0-2-15,5 0-2 0,3-3 1 16,2-3-1-16,3 3 2 15,5-2 3-15,-1 1-3 16,5 0 2-16,1 0-2 16,4 3 0-16,0 1 0 15,4 0 1-15,0-2-2 16,4 1 1-16,1-2 0 0,1-2-2 16,2-1 4-16,2 0-2 15,-1-4 4-15,1 3-2 16,-4-3 8-16,-3 3-2 15,-3 3 1-15,-3-1-2 16,-7 1-3-16,-2 1-1 0,-3 1 1 16,-5 0-2-16,0-1-1 15,-3 2 0-15,-2-1 1 16,-6-2 0-16,0 3-1 16,-7-2 2-16,-3 1 0 15,-3 1-2-15,-2 0 2 0,-4 0 4 16,1 0 9-16,-1 0 4 15,0 1-9-15,0-2-7 16,0 2 0-16,-1 0-7 16,-5 6 1-16,-3 6-22 15,-5 0-24-15,2-5-51 16</inkml:trace>
  <inkml:trace contextRef="#ctx0" brushRef="#br0" timeOffset="3707.83">20171 8738 83 0,'-4'0'17'0,"0"0"-16"0,3 0 4 0,0 0-4 15,1 0 2-15,0 0 3 16,0 0 7-16,0 0 7 0,0 0-4 15,0 0-9-15,0 0-6 16,4 0-3-16,3 0 4 16,3 0-2-16,1 4-3 15,5-3 1-15,1 1 2 16,3 0 2-16,3 1-2 16,3-2 2-16,3 2 2 0,3 0 0 15,5 0-1-15,4-2-6 16,3-1 9-16,7 0 0 15,2 0 0-15,5 0-3 16,5 0-1-16,-1-1 1 0,5-2-1 16,1 0-1-16,2 0 0 15,2 0 0-15,3 2 0 16,3-1-1-16,4 1 1 16,2 0 0-16,3 0-1 15,-2-3 1-15,4 1-1 0,3 1 2 16,2-2-1-16,4 1 2 15,3 1-3-15,4 2 1 16,2 0 0-16,-4 0-1 16,1 0 1-16,-1 3-1 15,-2 1 0-15,-3-1 1 16,0 0 1-16,-4-2 7 0,-3-1 2 16,-2 0-3-16,-4 0-2 15,-2 0-2-15,-4-3-3 16,-4-1 1-16,-5-3 0 15,-4 0 2-15,-6 0 1 0,-6-3 1 16,-6 0 0-16,-2 0 0 16,-7-1-2-16,-1-1-1 15,-6 0-2-15,0-3-1 16,-2 0 1-16,-5-2 0 16,0-4-1-16,-1-2 1 0,-6-3 1 15,0 1-1-15,-3-4 0 16,-3-2 0-16,-3 1 1 15,0-4-1-15,-2 1 4 16,0-1-4-16,-3 0 0 16,0 0 0-16,0 0-1 15,-3 3 0-15,1 1 0 0,-2 0-1 16,0 0 1-16,0-1 0 16,-5 0 0-16,-6 1 0 15,-5 0 0-15,-1 2-3 16,-4 2 1-16,-3 1-1 15,-1 1-1-15,-2 2 3 0,-1 0 0 16,-3 0 2-16,-1 2-1 16,-5-1 0-16,-2 2-2 15,-1 1-3-15,-5 1-1 16,0 0 4-16,-3 6 2 16,1-1 2-16,-4 1-2 0,-1 2 0 15,-2 1 0-15,-2-1 0 16,0 1 0-16,-1-1 1 15,-2-1-1-15,0 0 0 16,-3 0 0-16,1 2 1 16,-4-2-1-16,-1 3 0 0,0 0 0 15,-1 1 0-15,-1 1-1 16,-2 0 1-16,1 2 1 16,-1-1-1-16,1 4 0 15,-2-3 2-15,0 2-2 16,0-1 0-16,-4 2 1 0,3 0-2 15,1 0 2-15,-1 0-1 16,1 0 0-16,0 0 0 16,1 0 0-16,-1 0 0 15,1 3 0-15,0 3 1 16,0-2-1-16,0 3 1 16,1 3-1-16,0 2 0 0,0 0 0 15,1 1 0-15,-1 4 0 16,-2-4 1-16,1 3-1 15,1-1-1-15,2-2 2 16,-2 2-1-16,4-3 0 0,3 2 0 16,3-1 0-16,1 1 0 15,2 2 0-15,2 0 0 16,2 2 0-16,1 0-1 16,0 2 1-16,1 0 0 15,2-3 0-15,0 2 0 16,5-1 0-16,2 1 0 0,4 0 0 15,5 0 1-15,4 1-2 16,0 0 1-16,1 1 0 16,2-1 0-16,3 0 0 15,-2-2 0-15,2 5 0 16,3-5 0-16,-1 4-1 0,5 0 1 16,-2 2 0-16,4-2-1 15,2 3 1-15,0-1-1 16,0 2 1-16,1-2-2 15,-2-1 1-15,2-2 1 16,0-1 0-16,-2-3 0 0,2 0 0 16,0-1 0-16,3-3 0 15,-1 2 0-15,3 0 0 16,1 0 0-16,0-1-1 16,0 2 1-16,1 1 1 15,2-1-2-15,-1-1 2 0,0 2-1 16,0-1-1-16,2 1 1 15,-1 1 0-15,1 2 0 16,0 1 0-16,0 1 0 16,0 1 0-16,0-2 0 15,0-1 0-15,0-2 0 0,0-2 0 16,0-1-2-16,2-2 2 16,3 0 0-16,2 1-1 15,3 0 0-15,3 1 0 16,6-1-1-16,5 0 2 15,6-3-1-15,8-1 2 0,12-2 1 16,11-3 0-16,12-3 3 16,21 0 0-16,12-2-2 15,17 1-2-15,10 1 0 16,7 1-11-16,-1-3-75 16</inkml:trace>
  <inkml:trace contextRef="#ctx0" brushRef="#br0" timeOffset="4412.71">21080 9186 152 0,'-4'-10'11'0,"0"-2"6"0,2 3 9 0,0 0-14 16,2 5-4-16,0-1-3 15,0 1 0-15,0 4-1 16,0-1-1-16,0 1-2 15,0 0-3-15,0 0-6 16,0 7-8-16,0 3 12 0,0 3 5 16,-2 2-1-16,2 2-1 15,0 0 2-15,0-1-1 16,0-3 0-16,1-2-1 16,5-4-1-16,3-1-6 15,4-6 12-15,9 0 25 0,10-17-2 16,14-8-7-16,22-10-10 15,22-14-7-15,25-14-2 16,21-14-2-16,17-21-91 16</inkml:trace>
  <inkml:trace contextRef="#ctx0" brushRef="#br0" timeOffset="10868.7">24027 9601 104 0,'0'-9'13'0,"0"-1"7"0,0 0 3 0,2 2-10 16,5 0-8-16,-2 0 0 15,1 0-2-15,0 2 0 16,3 0-1-16,-1-2 3 15,2 0 0-15,1 3 4 16,3-2-7-16,-1 2 0 0,2 3-1 16,4 1-1-16,3 1 0 15,3 0 0-15,-2 2 2 16,1 7 0-16,3 0-2 16,-3 3 0-16,-1 1 2 15,0 1-2-15,-2 0 1 0,-1 2-1 16,-3 2 0-16,0 1 0 15,1 2 0-15,-7 0 0 16,-4 3 1-16,2 3-2 16,-2 4 2-16,-1 1-1 15,-6 4 1-15,0 3 0 0,0 5 1 16,-2 3-1-16,-9 7 0 16,-3 7 1-16,-2 7-2 15,-8 3 1-15,-2 7 1 16,-3 5 0-16,-4 2-2 15,0 0 1-15,-4 0-1 16,0 5 1-16,-2-1 0 0,0-2-1 16,0 5 2-16,-2 1-2 15,5 3 1-15,1 1 0 16,4 1-1-16,4 4 1 16,4-1-1-16,6-2 3 15,2-4 0-15,5-1 4 0,5-4 0 16,5-8-3-16,0-5-3 15,5-5 1-15,8-4-1 16,5-4 1-16,3-4-1 16,2-5-1-16,-1-4 1 15,2-7-1-15,0-3 1 0,-5-3-2 16,0-2 1-16,-6 0-4 16,-5 1-10-16,-8 1-2 15,0 3-4-15,-17 3-17 16,-10 3-2-16,-12 3 10 15,-5 3 6-15,-8 3 13 0,-2 5 10 16,-1 0 4-16,3 1 10 16,4 1 6-16,1 4-6 15,9 1 0-15,1 3 7 16,8 3-6-16,6 3-2 16,5 5-2-16,2 5 1 0,5-3 0 15,4 8-3-15,1 4 1 16,5 1-2-16,1 6-4 15,0 0-2-15,2 8-1 16,8 0-1-16,0 1 1 16,1 1-1-16,1 1 0 0,-1-1-1 15,1-1-2-15,-7-3-4 16,0-2 2-16,-2-7 4 16,-3 1 1-16,0-6 0 15,0-3 0-15,-10-2 1 16,-4 0 0-16,-2-2 0 0,-6-6 1 15,-5-5-1-15,-5-6 2 16,-5-4 0-16,-10-9-3 16,-2-6 2-16,-11-5-2 15,-5-7 1-15,-5-6-1 16,-1-10 1-16,-1-7-2 0,-1-10 1 16,4-7 0-16,5-5 0 15,2-23-42-15,9-15-182 16</inkml:trace>
  <inkml:trace contextRef="#ctx0" brushRef="#br0" timeOffset="11395.34">24091 14350 123 0,'1'0'6'0,"0"0"9"0,0 0-1 0,2 0-1 16,0 0-7-16,0 1-4 15,0 2 1-15,2 4-2 16,0 0 0-16,-3 0 1 16,2 4-1-16,-1-2 0 15,2 1 0-15,-1-3 0 0,3-4-1 16,5-3 6-16,9-4 29 16,11-19 2-16,18-14-19 15,20-12-10-15,20-13-7 16,22-17-2-16,20-16-17 15,17-19-44-15,10-19-128 0</inkml:trace>
  <inkml:trace contextRef="#ctx0" brushRef="#br0" timeOffset="21162.65">16627 6771 22 0,'2'0'9'16,"0"0"-7"-16,2 0-1 0,-1-1 0 0,4-1-1 16,-2 1 0-16,0 1 0 15,2-3-1-15,-4 3 2 16,1 0-1-16,1-1 0 15,-5 1 2-15,2 0 0 16,-1 0 0-16,2 0-1 0,1 0 1 16,1 0-1-16,2 1-1 15,3 2 0-15,2 0 0 16,-1 0 0-16,1 0 1 16,1-1 3-16,-1 0 4 0,-1-1-2 15,2-1 1-15,1 2-1 16,1-1 0-16,5-1-3 15,0 0-1-15,4 0-1 16,4 0 0-16,2 0 0 16,2 0 0-16,1 0-1 0,1 0 0 15,3 0 2-15,-2 0-2 16,-1 0 0-16,1 0 0 16,-1-1 1-16,1-1-1 15,-1 0 1-15,4 0 0 16,-3-1 2-16,2 2 1 0,2-2 1 15,1 0-1-15,1 0-1 16,-1-1 1-16,5 0-1 16,-3-1-1-16,3 1-1 15,2 0 1-15,-3-1-1 16,0 2 0-16,-2 1 2 16,-4-2-2-16,2 2-1 0,-5 1 2 15,1 0-2-15,2-1 1 16,0 2-1-16,5 0 0 15,1 0 2-15,-1 0-2 16,1 0 0-16,1 0 0 16,0 0 0-16,-3 0 0 0,1 0 1 15,0 0-2-15,0 0 2 16,-3 0-1-16,0 0 0 16,-3 0 0-16,-3 0 0 15,0 3 0-15,-3-2 0 16,1 1 0-16,3-1 0 15,1-1 1-15,4 0-2 0,4 0 2 16,3 0-2-16,1-3 5 16,1-2-1-16,2 1-3 15,-2 1 3-15,0 1-2 16,0 1 0-16,-2-1-1 0,-3 1 1 16,-2 1-1-16,0-3 0 15,-2 3 0-15,0-3 0 16,-2 0 0-16,5 0 1 15,-1 1 4-15,0-1 2 16,3 0 0-16,-1-1-4 0,2 2-1 16,-2-2 0-16,0 1 1 15,-1-1-2-15,-1 2-1 16,2 0 1-16,-4-1-1 16,0 1 0-16,0-1 0 15,1 2 0-15,0 1 0 16,3-1 1-16,4-1-1 0,0 2 0 15,4-2 0-15,1 0 0 16,3-1 0-16,-1-1 0 16,3-2 0-16,-1 2 1 15,1 1-1-15,-1-2 0 16,1 0 1-16,1 1 0 0,1 1 1 16,4-1-1-16,2 2 2 15,4-1-3-15,1 1 1 16,4 0-1-16,-2 0 0 15,0 0 0-15,1-1 0 16,-2-1 2-16,-1 1-2 0,3-4 0 16,-1 1 2-16,-3-1 3 15,1 0 4-15,-2 0-2 16,-1-2-2-16,0 2-2 16,-3 0-1-16,-1 0-1 15,-1 3-1-15,-5-2 0 0,-1 2 0 16,-2 1 2-16,-3 3-5 15,-1 0-10-15,-5 0-20 16,-5-1-20-16,-5-1-34 16</inkml:trace>
  <inkml:trace contextRef="#ctx0" brushRef="#br0" timeOffset="22151.52">16564 7677 69 0,'11'0'4'0,"3"0"4"0,3 0 3 0,4 0-2 0,10 0-2 16,1-2-4-16,7 1 0 16,5-3 0-16,8 3 0 15,2-3-2-15,6-2 0 0,7 3 0 16,3-3-1-16,4 1 1 15,9-4-1-15,7-1 1 16,5-3-2-16,3-1 2 16,9-3 0-16,-2 0-1 15,1-1-1-15,-1-1 3 0,-4 0-3 16,-4 0 4-16,-7 3 2 16,-7-1 0-16,-9 2 1 15,-7 2 3-15,-9 2-3 16,-9 2-5-16,-7 6 0 15,-11 1-1-15,-8 2-7 0,-10 0-60 16</inkml:trace>
  <inkml:trace contextRef="#ctx0" brushRef="#br0" timeOffset="22622.72">16620 8863 135 0,'0'0'-18'0,"57"-5"23"0,-20-2 3 0,7-1 3 15,5 1 0-15,8-4 4 16,7 1-3-16,6-1-1 16,6 4-5-16,2 2-4 15,2 1-2-15,-3 1-61 16,-6-1-43-16</inkml:trace>
  <inkml:trace contextRef="#ctx0" brushRef="#br0" timeOffset="26159.91">22679 7628 106 0,'0'0'6'0,"0"0"4"0,0 0-7 0,0 0-2 0,-26-37 1 15,18 31-2-15,0-1 1 16,-2 1 0-16,-1 1 1 16,-2-1 0-16,0 1 0 0,-3 0 1 15,1 1-1-15,-1 2-1 16,0 0 1-16,-2 0-2 16,-2 2 0-16,0 0 0 15,-2-1 0-15,-3-1 0 16,-3 0 0-16,-4-1 1 0,-4 1 2 15,-5 2-1-15,-5-1-1 16,-3 1 0-16,-2 0-1 16,-3 0 0-16,-2 1 0 15,1 2 0-15,-1 1-1 16,1-1 2-16,-1 1-1 0,0 2 0 16,1-3 1-16,-1 1-1 15,-3 0 1-15,0 2 0 16,0 1 1-16,-3 0-1 15,-1 2-1-15,-3 1 0 16,1 0 0-16,-2 1 0 0,1-1 0 16,1 4 0-16,-2-2 0 15,3 0 0-15,1 1 1 16,-3 1-2-16,1 1 2 16,-2-1 1-16,-1 3-1 15,-1-1 2-15,1 3-3 0,2 0 0 16,2 1 0-16,3 1 0 15,4-2 1-15,4 1-2 16,2 2 2-16,2 3-2 16,1 0 1-16,0 3 0 15,1-1 0-15,-1 4 0 0,0-2-2 16,1 1 2-16,0-2-1 16,3-1 0-16,2 0 1 15,4 1-1-15,5-1 1 16,2 0 0-16,4 2 1 15,4-2-2-15,0-2 1 0,4 0 0 16,1-2 0-16,2-4 0 16,2 0 0-16,2-1 0 15,3-2 0-15,0-1 1 16,4 3-1-16,1 0-1 16,3 0 1-16,1 4 0 0,0 0-1 15,5 1 0-15,7 0-2 16,1-2 0-16,5 0 0 15,0 0 2-15,2-2-1 16,2-1 1-16,1-1-2 16,1-1 1-16,1-3 1 15,1-2-1-15,0-2 2 0,-1-1-3 16,1-5 2-16,1 0-2 16,1-2 3-16,-1-1 5 15,1 0 4-15,0 0 0 16,1 0 5-16,3 0 1 15,1-1-7-15,0-2-3 0,3 0-2 16,-1 3-1-16,5-3-2 16,0 2 1-16,1 1-1 15,1-3 1-15,0 3 0 16,0-3 0-16,1 2-1 16,1-2 0-16,1 1 0 0,2 0 0 15,3-1 0-15,0-1 1 16,3 1-1-16,2-1 0 15,3-2 0-15,0 0-1 16,0 0 1-16,0-3 1 16,0 0-2-16,-3 2 1 15,-1-3 0-15,-5 3 0 0,0-3 1 16,1 3-1-16,1 0 0 16,1 1 0-16,-2-1 0 15,2 0 0-15,1 1 0 16,2-1 1-16,0 3-2 0,-1 0 2 15,1-2-1-15,0 3 0 16,-5 2 0-16,2 1 0 16,-2 0 0-16,-3 0 0 15,2 0-1-15,-6 1 0 16,2 2 1-16,-4 0-1 0,0 0 1 16,0-1 0-16,-1-1 0 15,0 0 0-15,1-1 0 16,-1 0 0-16,-1 0 1 15,-2 0-1-15,0-2 0 16,-1-2 1-16,0 1-1 16,1 2 3-16,1-2-2 0,0 3-1 15,2 0 1-15,-1 0-2 16,1 0 2-16,-3 0-1 16,0 2 0-16,-1-1 0 15,-1-1 0-15,-1 1 0 16,-1-1 0-16,-3 0 0 0,1 0 1 15,0 0-1-15,0 0 0 16,0-1-1-16,-1-6 1 16,-1 4 1-16,0-3-1 15,-2 1 0-15,-1-1 0 16,-1 0 0-16,-5 2 0 0,1-2 0 16,-3 2 1-16,-5 3-1 15,0-3 0-15,-2 2 0 16,-4-2 0-16,3-2 0 15,1-2-1-15,1-2-6 16,-2-5-21-16,1-4-20 0</inkml:trace>
  <inkml:trace contextRef="#ctx0" brushRef="#br0" timeOffset="26956.59">21778 7650 16 0,'0'0'26'0,"0"2"-9"0,0-2-7 16,0 0-2-16,0 0 5 15,0 0 12-15,2 0 8 16,-1 0 6-16,4 0-9 15,3-7-8-15,6-6-2 0,10-5-5 16,12-8-7-16,15-5-1 16,19-9-5-16,23-6 1 15,18-5-2-15,20-8 1 16,14-12-62-16,12-10-106 0</inkml:trace>
  <inkml:trace contextRef="#ctx0" brushRef="#br0" timeOffset="38427.83">3927 8471 127 0,'0'0'22'0,"0"0"-6"0,0 0 10 0,0 0-6 0,0 0-6 15,0 0-10-15,12-51-6 16,27 17-1-16,15-13 3 16,15-10 1-16,12-15-54 15</inkml:trace>
  <inkml:trace contextRef="#ctx0" brushRef="#br0" timeOffset="38797.65">7345 8156 119 0,'0'0'0'0,"61"-47"-2"0,-17 12 5 16,14-12 2-16,6-9-5 16,10-9-119-16</inkml:trace>
  <inkml:trace contextRef="#ctx0" brushRef="#br0" timeOffset="39125.26">11245 8075 212 0,'51'-24'-82'0,"5"-6"78"0,11-7 5 15,9-4 6-15,9-10-19 16,5-9-107-16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5:19:54.8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8371 4686 66 0,'0'0'8'0,"0"0"10"0,0 0 0 0,0 0-15 16,0 0 6-16,0 0-3 0,0 0 2 15,0 0 0-15,0 0-2 16,0 0-1-16,0 0-1 16,0 0-3-16,0 0-3 15,-7-11-1-15,7 11 0 16,0 0-1-16,2 6 4 0,0-2 0 16,2 3 0-16,1 0 0 15,0-1 0-15,2 0 1 16,-3-1-1-16,1 2 0 15,3-1 0-15,-4 0 0 16,1-2 0-16,2 2 0 0,-2-2 1 16,1-1 0-16,-2 0 0 15,1-2-1-15,-1 0 2 16,2-1-6-16,0 0 1 16,1 0 5-16,1-1-1 15,4-6 4-15,1-6 3 0,3 0 0 16,1-4-3-16,2-4-3 15,5-2 0-15,0-4 0 16,-1-1 0-16,3-5 1 16,4 0 5-16,1-2 0 15,0-2 3-15,5 0-2 0,-1 0-1 16,3-1-1-16,-1 4-2 16,-4 0 0-16,-3 1-2 15,-3 6-1-15,-6 0 3 16,-2 4 3-16,-2 3 2 15,-1 2-2-15,-5 4 2 0,0 1-2 16,-2 3-4-16,-1 4-3 16,1 1 0-16,1 3 0 15,1 2-2-15,-4 0-3 16,-2 0-42-16,-5-10-122 16</inkml:trace>
  <inkml:trace contextRef="#ctx0" brushRef="#br0" timeOffset="3324.86">5928 6100 67 0,'-7'3'3'0,"4"-2"0"0,-1-1 8 0,2 1-4 0,0-1 1 16,-1 0-3-16,1 2 1 15,2-2 0-15,-2 0 0 16,0 0-1-16,2 0 0 16,0 0-1-16,0 0-2 15,0 1-2-15,0 0-3 16,0 0 2-16,0 0 1 0,0-1 0 16,2 4 1-16,5-3 0 15,-1 1 0-15,4 1 0 16,0-2 1-16,2 2 0 15,1-1 1-15,1-1-1 16,1 2-1-16,1-1 1 0,-3 0 0 16,3-1 0-16,-2 1 1 15,1-1-2-15,1 1 2 16,-1-2 1-16,2 0 3 16,4 0-2-16,0 0 0 15,5 0-3-15,-1 0 0 0,4-2 0 16,-1-1-1-16,1 1 0 15,-1-1 0-15,1 0-1 16,-2 0 1-16,0 0-1 16,0 2 0-16,0-2 1 15,2 1 1-15,2 1-1 16,-2 0 1-16,4-1-1 0,-2 1 0 16,3 1 0-16,-1 0-1 15,-3 0 0-15,3 0 1 16,-2 0-1-16,-1 0 0 15,3 4 0-15,0-1 0 16,3 1 0-16,0-1 1 0,4 0-1 16,-2-2 0-16,2 2 0 15,1-2 0-15,-3 1 1 16,-2-2-1-16,3 3 0 16,2-2 0-16,-1-1 0 0,2 2 0 15,3-1 0-15,-4 1 0 16,1-1 1-16,-1-1-1 15,-1 0 0-15,-1 0 1 16,0 0 1-16,-1 0 1 16,4-1 2-16,-2-1 1 0,3-1-3 15,-3-1 0-15,-3 2 0 16,0 0-2-16,-5-2 2 16,-5 0-1-16,-2 2 1 15,-2-2 1-15,-3 2-1 16,-4 2-2-16,2 0 0 15,-3 0-1-15,-1 0-1 0,-8 3-43 16,-6-3-106-16</inkml:trace>
  <inkml:trace contextRef="#ctx0" brushRef="#br0" timeOffset="6239.83">10346 6075 6 0,'-6'2'15'0,"1"-2"-10"16,1 0 2-16,-3 0 6 0,2 0 0 15,1 0-2-15,-1 0-2 16,1 0-3-16,0 0-4 0,-4 3-1 15,4 1-2-15,-3 0 1 16,3-1 0-16,2 1 0 16,-2-2 0-16,2-1 0 15,0 0 1-15,-1 0 0 16,2 1 1-16,-1-2 4 0,0 1 0 16,0 0 0-16,0-1-4 15,0 1-1-15,2-1 1 16,0 0-2-16,0 2 1 15,0-2-1-15,0 0 0 16,0 0 2-16,0 0 5 16,0 0 5-16,0 0-1 0,0 0-6 15,0 0-3-15,0 0-2 16,0 1 0-16,0 0 0 16,1 1 0-16,2-2 0 15,-1 3 0-15,2-2 1 0,2-1 1 16,0 0-5-16,-1 0 6 15,3 0 3-15,-1 0 1 16,0 0-1-16,-1 0 0 16,-1 0-2-16,-1 0-2 15,-1 0 0-15,0 0-1 16,3 0 0-16,-4 0 0 0,0 0-1 16,2 0 0-16,3 0 0 15,-4 0 2-15,5 0-2 16,-2 0 1-16,2 0-1 15,-1 0 2-15,3 0-2 16,0 0 1-16,-1-1 0 0,2-1 0 16,3 1-1-16,-1 1 1 15,3-2-1-15,-1 0 1 16,0-1-1-16,1 1 1 16,2-1-2-16,-1 1 1 15,4-1 1-15,-1 0 0 0,5 0-1 16,-1-1 0-16,3 1 1 15,2 0-1-15,0 2 0 16,0-3 0-16,1 2 0 16,-1-1 0-16,-1 2 0 15,1-1 0-15,1-2 2 0,-3 0-2 16,4 1 0-16,0-1 0 16,0 3 0-16,3-2 0 15,0 1 0-15,1 2 0 16,-1 0 0-16,1 0 0 15,-1 0 0-15,2 0 0 16,-3 0 0-16,5 2 0 0,-2-2 0 16,4 0 0-16,1 0 0 15,1 0 1-15,-4 0-1 16,3 0 0-16,-2 0 0 16,-1-2 0-16,0-1 0 15,-1 0 0-15,0-1 1 0,-3-1-1 16,-1-1 0-16,-6 0 0 15,-2 2 1-15,-6 0 0 16,0 0-1-16,-6 2 0 16,-1-1 0-16,-2 3 1 0,-1 0-2 15,-5 0-7-15,-4 0-60 16</inkml:trace>
  <inkml:trace contextRef="#ctx0" brushRef="#br0" timeOffset="6909.01">10707 6170 76 0,'8'0'2'0,"-1"-2"1"0,4-1 1 0,-2-1 2 16,1 2-1-16,3-2-2 15,0 3-3-15,1-1 0 16,1 2 0-16,-2 0 0 0,5 0 1 16,-2 0-2-16,-1 0 1 15,4 0 1-15,0 0-1 16,1 2 6-16,3-1 2 16,-1 0 1-16,3 1 2 15,4-1-6-15,4-1 1 0,2 0-1 16,4 0-1-16,-1 0 1 15,2 0 1-15,0 0-4 16,-3 0 1-16,0 0 0 16,-5-3 0-16,1 0 3 15,-8-1 3-15,-5 1 1 0,-2 1 1 16,-5 0-6-16,-2 2-4 16,-7 0-1-16,-4 0-2 15,0 0-18-15,-15 0-51 16</inkml:trace>
  <inkml:trace contextRef="#ctx0" brushRef="#br0" timeOffset="7755.13">9488 6078 56 0,'0'0'50'0,"0"0"-43"0,0 0 8 0,0 0-10 16,0 0-2-16,0 0-2 15,0 0 0-15,0 0 0 16,0 0-1-16,0 0 2 16,0 0 2-16,0 0-2 15,41-24 2-15,-26 16-2 0,1 0 3 16,1-3-1-16,0 1 2 15,2 0 0-15,-1 2-3 16,-1-1-1-16,-1 4-1 16,0 0-1-16,0 4 0 15,-6 1-1-15,0 0 0 16,-3 0-24-16,-5 0-25 0,-2 4-49 16</inkml:trace>
  <inkml:trace contextRef="#ctx0" brushRef="#br0" timeOffset="7926.14">9540 6152 153 0,'0'0'6'0,"0"0"25"16,0 0-30-16,0 0 1 0,66-20 3 15,-16 0-3-15,10-7-1 16,10-11-30-16,7-9-143 15</inkml:trace>
  <inkml:trace contextRef="#ctx0" brushRef="#br0" timeOffset="9831.43">15272 6068 71 0,'0'-3'17'0,"0"-1"4"0,0 1-10 15,0 2-3-15,0 0-3 0,-2-1-3 16,0 2-1-16,2 0-1 16,-2 0 3-16,2 0-1 15,0 0-2-15,0 0-1 16,0 0 1-16,4 0 0 15,3 2 1-15,6-1-2 16,1-1 2-16,4 0-1 0,1 0 1 16,4 0 1-16,2 0-1 15,2 0 0-15,4 0 2 16,0-3-1-16,1-1 2 16,3-1 1-16,-1 1-2 15,1 1-1-15,-3-2 0 0,-1 0 4 16,0 0-2-16,-2 2 2 15,0-3-2-15,-2 1 0 16,2-1-2-16,-2 2 0 16,2-2-1-16,-2 1 1 15,-3 0-2-15,0 1 0 0,-1-2 0 16,-3 3 0-16,-2-1 0 16,-2 3 0-16,-5-1 0 15,0 2 0-15,-3 0 0 16,0 0 0-16,-5 0-3 15,-1 0-3-15,0 0-18 0,-2 5-4 16,0 0 1-16,-4 2-11 16</inkml:trace>
  <inkml:trace contextRef="#ctx0" brushRef="#br0" timeOffset="10117.41">15518 6163 104 0,'0'0'3'0,"0"0"3"0,0 0-5 15,0 0 2-15,0 0 8 16,0 0 8-16,0 0-6 15,56-8 3-15,-31 2-4 0,6-1-2 16,-2 3-4-16,5-2-5 16,2 2-1-16,3 1 0 15,-1 1-1-15,5 0-13 16,-1-4-84-16</inkml:trace>
  <inkml:trace contextRef="#ctx0" brushRef="#br0" timeOffset="10893.45">17435 6095 8 0,'0'0'67'0,"0"0"-50"0,0 0 0 15,0 0-10-15,0 0 2 0,0 0 7 16,0 0 4-16,0 0-4 16,0 0-1-16,0 0-2 15,0 0-9-15,-24-7-9 16,33 4 7-16,2 2-4 15,3-1 6-15,3 0-6 0,6-1 4 16,-1-1 0-16,2-1-2 16,3 0 4-16,1-1-3 15,3-1 1-15,2 1-1 16,0 0 0-16,3-1 2 16,1-1-3-16,-2 2 1 0,-2-1-1 15,-1 0 1-15,-5 3-1 16,-4 0 1-16,-1-1-1 15,-2 4 1-15,-3-2-1 16,-3 3-1-16,-3 0 1 16,-1 0 0-16,-2 0-2 0,-4 0-3 15,-2 0-15-15,-2 4-18 16,0 2 14-16,-3 0 9 16,-7-1-7-16,-3 2-25 15</inkml:trace>
  <inkml:trace contextRef="#ctx0" brushRef="#br0" timeOffset="11292.1">17600 6102 85 0,'0'0'6'0,"0"0"6"0,0 0-6 0,0 0-2 16,0 0 3-16,0 0-4 15,50-11-1-15,-31 8 1 16,3-1 4-16,-2 0 3 16,4-2-4-16,1 2 2 15,0 1-2-15,4-3 0 16,-4 3-5-16,1-1 1 0,0 0 0 15,0 0-2-15,-2-1 3 16,-4 0 1-16,0 0 4 16,-1 1-1-16,-2 0-1 15,-2 1-1-15,-3 3-2 16,-2 0-2-16,0 0-1 0,-3 0 0 16,1 0-1-16,-2 0 0 15,2 0-4-15,-5 4-33 16,-1-1-14-16</inkml:trace>
  <inkml:trace contextRef="#ctx0" brushRef="#br0" timeOffset="15535.7">834 7288 41 0,'0'0'21'0,"0"0"-9"0,0 0-3 0,0 0-4 16,0 0 1-16,0 0-1 15,0 0-1-15,0 0 1 16,0 0-1-16,0 0 4 15,0 0-2-15,0 0 3 16,-23-9-6-16,23 9 0 0,0 0 0 16,-2 0-5-16,2 0 1 15,0 0 1-15,0 4 0 16,0 1 0-16,5 3 0 16,0 0 0-16,-1 3 0 15,2 1 0-15,1-1 0 16,-1 3 0-16,2-1 0 0,-1 0 0 15,3-2 0-15,-2-1 0 16,0 0 1-16,3-3 1 16,-2-1 0-16,3-3 0 15,-2-2 2-15,5-1 2 16,2 0 2-16,1-6 1 0,5-6 1 16,3-7-4-16,5-6 1 15,5-8-1-15,0-8 0 16,4-5-2-16,4-7 1 15,4-3 0-15,1-4 0 0,4-1 0 16,1 0-1-16,0 1 1 16,0 2-3-16,-3 2 1 15,-2 6-1-15,-3 6-1 16,0 8-1-16,-4 8 0 16,-2 7-1-16,-1 9 1 15,-8 2-6-15,-4 0-86 0</inkml:trace>
  <inkml:trace contextRef="#ctx0" brushRef="#br0" timeOffset="19548.95">13197 7399 58 0,'0'0'4'0,"0"0"7"16,0 0-1-16,0 0-6 0,0 0-3 15,0 0 1-15,0 0 0 16,0 0 2-16,0 0 3 16,0 0 3-16,0 0-2 15,-38-3-7-15,37 3-1 0,1 0-1 16,0 4-3-16,0-1 3 15,0 2 0-15,0-4 1 16,0 2 0-16,0-2 0 16,0 1 1-16,0-2-1 15,5 0 1-15,1 0 1 16,3 0 0-16,0 0 5 0,3 0-2 16,1-4-3-16,3-1-1 15,1 2 0-15,-1 0-2 16,-1 1-32-16,-3 0-54 15</inkml:trace>
  <inkml:trace contextRef="#ctx0" brushRef="#br0" timeOffset="19727.16">13247 7474 88 0,'0'0'2'15,"0"0"5"-15,0 0-4 0,0 0-2 16,0 0 0-16,0 0 6 15,0 0 0-15,0 0 5 16,0 0 4-16,50-6-10 16,-19-8-2-16,4-5-3 15,3-7-39-15</inkml:trace>
  <inkml:trace contextRef="#ctx0" brushRef="#br0" timeOffset="22191.46">5438 6560 92 0,'0'0'7'0,"0"0"-2"0,0 0-3 0,0 0-17 0,0 0-22 16</inkml:trace>
  <inkml:trace contextRef="#ctx0" brushRef="#br0" timeOffset="24678.83">1075 7954 17 0,'-2'0'11'0,"0"0"5"0,0 0-4 0,0-1-4 16,-1 1 0-16,1 0-4 16,2 0-3-16,-2-1 0 15,2 1 0-15,0 0-1 0,-3 0 0 16,3 0 0-16,-2 0 0 16,2 0 2-16,-2 0-1 15,2 0 3-15,0 0 1 16,0 0-5-16,0 0 0 15,0 0 0-15,0 0 1 0,2 0-1 16,3 4 0-16,0 0 0 16,1 1 0-16,0 1 0 15,-1 0-1-15,1 1 1 16,2-1 1-16,-2-2-1 16,1 2-1-16,-1-3 2 0,4 0 1 15,-4-2 1-15,3 0 0 16,3-1 3-16,-3 0-2 15,3-1 6-15,5-6 2 16,0-7-4-16,3-1 0 16,3-3-1-16,4-5-2 0,2-1 0 15,4-4-3-15,3-1 2 16,2 0-3-16,2-1 0 16,1 0 0-16,1 1-1 15,2 1-1-15,1 3 0 16,0 0-3-16,2 1-41 15,-3 1-78-15</inkml:trace>
  <inkml:trace contextRef="#ctx0" brushRef="#br0" timeOffset="26238.68">1008 8711 45 0,'0'0'8'0,"0"0"-3"0,0-1-1 0,0 1 1 16,0-3-1-16,0 3 2 15,-2 0-1-15,2-1-4 16,-2 1 1-16,2-2 1 16,0 2 3-16,0-1-1 0,0 1-2 15,0 0 3-15,0-2-2 16,0 2-2-16,0-1-2 15,0 1 0-15,0 0 0 16,2 0 0-16,1 0 0 16,1 0 1-16,-2 0-2 0,2 0 1 15,-2 0 0-15,-1 0 0 16,6 0 0-16,-5 0 0 16,3 3 0-16,-1 0 0 15,2 1 0-15,1-1 0 16,0 1 0-16,0-1 1 0,1-1-1 15,1 0 0-15,1-2 1 16,0 0-1-16,-1 0 0 16,3 0-1-16,-1-2 1 15,5-6 0-15,-3-2 2 16,2-4 4-16,3-1-2 16,0-4 4-16,4-4 1 0,1 0-4 15,1-3-1-15,2-1-2 16,3 0 3-16,-1 0-3 15,2 0 1-15,1 1-2 16,-3 3 0-16,3 0 0 0,-2 4-1 16,-1 0 0-16,0 2-2 15,-1 6-15-15,-2 0-32 16</inkml:trace>
  <inkml:trace contextRef="#ctx0" brushRef="#br0" timeOffset="27250.05">1053 9471 10 0,'0'-2'4'0,"2"2"-2"0,-2 0-4 0,2 0 7 15,-2 0 2-15,0 5 2 16,3-1-4-16,-3 2 1 15,0 0-3-15,2 1-1 16,0 0-1-16,1-1 0 16,-1 1 0-16,2-2 2 0,1 1-1 15,1-3 0-15,4-2 1 16,0 1 0-16,1-2 0 16,1 0 3-16,5-6 5 15,-1-5-3-15,0-5 0 0,4-2-1 16,3-5-1-16,0-1 0 15,0-2-1-15,6-1 0 16,0-1-3-16,3 1-1 16,1-2 0-16,3 2-1 15,0 2 0-15,0 2-1 16,-3 2-8-16,-4 2-33 0</inkml:trace>
  <inkml:trace contextRef="#ctx0" brushRef="#br0" timeOffset="28138.57">1118 10336 44 0,'0'0'26'0,"0"0"-21"0,0 0-1 0,0 0 1 16,0 0-1-16,0 0 2 0,-9-37 1 15,9 32 0-15,0 0 0 16,-2 1 3-16,1 3-5 15,0-1 0-15,1 2-3 16,0 0 0-16,0 0-2 16,0 2 0-16,0 3 1 0,1 2-1 15,4 2 0-15,1-2 1 16,0 2-1-16,3-4 1 16,3-2-1-16,0-1 2 15,5-2-2-15,4-6 1 16,2-11 2-16,6-6 3 0,2-7-2 15,3-4-1-15,3-6 1 16,1-1-1-16,2 0 1 16,-2 3-2-16,0 2-1 15,-2 5-1-15,-3 5 0 16,-1 5-1-16,-1 7-5 0,-6 5-24 16,-3 4-26-16</inkml:trace>
  <inkml:trace contextRef="#ctx0" brushRef="#br0" timeOffset="28830.07">930 11078 17 0,'0'0'4'0,"0"0"0"0,0 0 4 15,0 0-4-15,0 0 1 16,0 0-1-16,4 39-2 15,1-33-1-15,0-3 1 0,1 0-1 16,3-3 0-16,3 0 20 16,1-4 2-16,3-9-13 15,5-2-1-15,2-6-5 16,6-7 1-16,0-3-1 16,5-5 0-16,3-5-2 15,4-2 3-15,1-1-1 0,-2-1-3 16,6 8 0-16,-6 1-1 15,2 9-4-15,-6 4-4 16,-8 8-27-16,-3 5-31 16</inkml:trace>
  <inkml:trace contextRef="#ctx0" brushRef="#br0" timeOffset="29768.93">1082 11722 29 0,'0'0'10'0,"0"0"9"0,0 0-13 0,0 0 0 15,0 0-1-15,0 0 1 16,0 0-2-16,0 0 1 0,0 0 6 16,0 0-1-16,0 0 2 15,0 0-7-15,0 0-4 16,-27-24-1-16,27 24 0 16,0 0 0-16,2 0 1 15,5 2-1-15,0-1 0 0,4-1 0 16,1 0 2-16,5-4 0 15,1-8-1-15,5-3 2 16,1-6-2-16,5-5 0 16,4-4 3-16,4-2-1 15,5-5 0-15,4-2-1 0,4-5-1 16,0 0 1-16,2 2-2 16,-2 1-19-16,-6 1-75 15</inkml:trace>
  <inkml:trace contextRef="#ctx0" brushRef="#br0" timeOffset="30808.23">1194 12412 8 0,'0'0'40'0,"0"0"-37"0,0 0 3 0,0 0-1 15,0 0-1-15,0 0 2 16,0 0 5-16,0 0 1 16,0 0 1-16,0 0 2 15,0 0-6-15,0 0-2 16,0 0-1-16,0 0-2 0,-11-27-3 16,11 27-1-16,0 0 0 15,0 5 0-15,0 1-1 16,0 2 1-16,0 3 0 15,0-2 0-15,4 1 1 16,1-1-1-16,1-1 0 0,1 1 0 16,-1-2 0-16,2-3 0 15,0-3 0-15,1-1-1 16,3 0 1-16,1-8 0 16,5-12 4-16,4-4 3 15,11-12-2-15,8-11-2 0,10-11-1 16,11-13-2-16,13-15-3 15,5-17-54-15</inkml:trace>
  <inkml:trace contextRef="#ctx0" brushRef="#br0" timeOffset="32753.93">1000 13144 53 0,'0'0'3'0,"-2"0"-2"0,2 0-1 15,0 0 0-15,0 0 1 0,-4 0 1 16,4 0 5-16,-2 0 10 16,2 0-2-16,-2 0 1 15,2 0-5-15,-2 0-7 16,2 0 0-16,-2 1-5 15,0 1 2-15,2 1-1 0,0 1 0 16,0-1 0-16,0 1 0 16,0-1 0-16,0 1 0 15,0-1 0-15,0 0 1 16,2-2-1-16,0 2 0 16,0-1 1-16,2 0 2 15,2-2 0-15,-2 0 1 0,3 0 0 16,1 0-1-16,6-4 6 15,-1-9 3-15,6-4-3 16,2-7-3-16,6-4 0 16,4-8-11-16,5-2 21 15,5-5-13-15,8-6-1 0,7-7-3 16,2-6-37-16,4-4-77 16</inkml:trace>
  <inkml:trace contextRef="#ctx0" brushRef="#br0" timeOffset="35858.08">1435 13684 62 0,'0'0'4'0,"0"0"8"0,0 0 0 0,0 0-1 16,0 0-4-16,0 0 2 15,0 0-3-15,0 0-3 16,0 0 0-16,0 0-3 15,0 0 1-15,-14-6-1 16,12 5 2-16,0 1 0 0,-2-2 5 16,2 2 3-16,-2-2-3 15,1 1-3-15,1 1-1 16,0-1-2-16,0 1-1 16,-3-1 0-16,4-1 0 15,-3 2 1-15,2 0-1 0,-2 0 0 16,1 0 3-16,-1 0 0 15,0 0 1-15,-2 0 1 16,0 3-3-16,2 1 0 16,-3 3-2-16,-2 2-2 15,2 0 5-15,-2-1-2 16,3 2-1-16,-1 0 1 0,0 0-1 16,1 0 0-16,1 0 1 15,1 1-2-15,-1-1 1 16,1 0 1-16,0-1-1 15,1 0 0-15,-2 0 0 16,3-1 1-16,2 2-1 0,-2 1 0 16,0-2 0-16,2 1 0 15,0 1 1-15,0 1-1 16,-2-1 0-16,2-1 0 16,0 3 0-16,-2 0 1 15,1 0-1-15,1-1 0 16,-2 1 0-16,0 1 0 0,0-4 2 15,0 1-2-15,0-2 0 16,-2 1 1-16,2-3-1 16,0 2 0-16,0-3 0 15,2 1 2-15,-2-1-2 0,2 1 0 16,0-3 0-16,0 1 0 16,0-2 0-16,0 3 0 15,0-2 0-15,0 0 0 16,0 0 0-16,0 0 0 15,0 1 0-15,0 2 0 0,0-3 0 16,2 5 0-16,2-2 0 16,-2 0 0-16,-2 3 0 15,4-1 0-15,-2 1 0 16,2 0 0-16,-2 1 0 16,0-1 0-16,1 2 0 0,-1 0 0 15,0 1 0-15,0 0 0 16,0 2 0-16,0 1 0 15,1-1 0-15,-3 2 0 16,3-4 0-16,-3 3 0 16,0-3 0-16,0-1 0 0,0 1 0 15,0 0 1-15,0-2-1 16,-6 3 0-16,2-1 1 16,-2 0 0-16,1 1 0 15,-1 0 0-15,-4 1 0 16,2 0 0-16,-1 0 2 15,-1 0-1-15,0 2-2 0,1-1 1 16,2-1-1-16,-4-2 0 16,4 1 0-16,-2-4 0 15,3-2 0-15,0-2 1 16,0-2-1-16,0-1 0 16,3-2 1-16,-1 0-1 0,0-1 2 15,-1 0 1-15,2 0 1 16,1 0 1-16,0 0-1 15,0-4-3-15,2 1 1 16,0 0-2-16,-3-1-2 16,3 2 5-16,0-3-4 0,0 1-1 15,0-1 2-15,3 1 0 16,3-2-1-16,2-1 1 16,-2 3 0-16,1-3 0 15,3 1 0-15,-2-1 0 16,1 3 0-16,-1-1-2 0,1 1 1 15,-2 2 1-15,2 0 0 16,-3 1 0-16,3 1-1 16,-3 0 1-16,0 0 1 15,0 0-2-15,1 5 0 16,-3 1-1-16,-2 0 1 0,2 2 1 16,-2 1 0-16,-2-1 1 15,0 3 0-15,0 0-1 16,0 0 0-16,0 1 1 15,0 0-1-15,0 1 0 16,0-1 0-16,0 1 1 16,0 0-1-16,0 0 0 0,-2-2 0 15,-2 2 0-15,2-2 0 16,-2 1 0-16,2-2 1 16,0-1-1-16,-2 0 1 15,1-1 1-15,1 1-2 16,2-2 0-16,-2-1 0 0,0 1 0 15,2 0 0-15,-2 0 0 16,1 2 0-16,-1-2 0 16,2 0 0-16,-3 0 0 15,1 0 0-15,2 2 0 16,-2-1 0-16,0 2 0 0,-2 0 0 16,3 1 1-16,-1 1-2 15,0-2 1-15,-2 5 1 16,2-2-1-16,-1 0 0 15,1 2 0-15,-3-3 0 0,3 5 0 16,0-3 2-16,0 3-2 16,-1 0 1-16,1 0-1 15,0 0 0-15,0 0 1 16,-2 0-1-16,3-1 0 16,-1 1 0-16,0 0 1 15,2 0-1-15,-2 0 1 0,2 2 0 16,0-1 0-16,0-1-1 15,0 0 0-15,0-1 1 16,0 0-1-16,0-2 1 16,0-1-1-16,0-1 0 15,0 1 2-15,0 0-1 0,0 2 2 16,0 1-1-16,0 1-1 16,2 0 0-16,-2 0-1 15,2 0 1-15,0-1-1 16,-2 1 1-16,0-3 0 15,3 3 0-15,-3-1 1 16,0-1 2-16,2 3 0 0,-2 1-2 16,0 1 0-16,2 2-1 15,-2 0-1-15,0 1 0 16,2 1 0-16,0-1 0 16,0-3 1-16,-2 0-1 0,3-2 0 15,-1-2 0-15,-2-1 0 16,2-2 0-16,1-1 0 15,-1 0 0-15,3-2 0 16,-3 3 2-16,2-2-2 16,1 2 0-16,1 2 0 0,-2-2 0 15,0 3-2-15,0-2 4 16,-2 0-2-16,2 1 0 16,-2-2 0-16,-1-1 0 15,-1 0 0-15,4 0 1 16,-4-3-1-16,2 2 0 15,0-1 0-15,2 0 0 0,0-1 0 16,0-2-1-16,0 0 1 16,0 0 0-16,1 0 0 15,-1 0 0-15,3 0 0 16,0 0 1-16,0-1-4 16,1-2 2-16,1-1 1 0,3 1 0 15,-2-4 1-15,4 0-2 16,-1 0 1-16,1 0-1 15,4-4 1-15,-2-4 0 16,3-4 0-16,2-2 0 16,1-4-1-16,2-6-13 15,-1-5-27-15,2-8-49 0</inkml:trace>
  <inkml:trace contextRef="#ctx0" brushRef="#br0" timeOffset="37511.22">14322 13019 67 0,'0'0'-7'0,"0"0"10"0,0 0 0 16,0 0 0-16,0 0 1 0,-40-11 6 15,36 11-7-15,0 0-1 16,-1 0-2-16,0 0-1 16,-1 0-15-16</inkml:trace>
  <inkml:trace contextRef="#ctx0" brushRef="#br0" timeOffset="42741.17">10357 13955 27 0,'0'0'30'0,"0"0"-3"0,0 0-8 0,0 0-9 0,0 0-6 15,0 0 0-15,0 0-1 16,0 0-2-16,0 0-1 15,0 0 2-15,0 0 3 16,0-1 2-16,0-1 0 0,0 2-4 16,0 0-3-16,0 0 0 15,0 0-1-15,5 0-1 16,-3 3 1-16,3 1 2 16,-1 0-1-16,1-1 1 15,1 0-1-15,-2 1 0 0,0 0 0 16,2 1 1-16,0-3-1 15,-3 2 0-15,3-1 0 16,-2 1 0-16,1-1 1 16,0-1-2-16,-1 1 2 15,-1-1-1-15,1-1 0 16,0 0 1-16,-1-1-1 0,3 0 1 16,-1 0-1-16,0 0 1 15,3-4-1-15,-1-3 1 16,4-3-1-16,-2-4 1 15,2 1 2-15,0 0-2 16,1-1 0-16,-1 0 0 0,3 0-1 16,-2 1 1-16,2-1-1 15,-3 1 0-15,2 0 0 16,1 1 1-16,-3-1 0 16,3 0 2-16,-3 0 4 15,3 2-3-15,-1-2 1 0,0 0-1 16,0 3-2-16,0 0 0 15,-1 1-2-15,-1 3 1 16,-3 0-1-16,2 3 0 16,-3 2 0-16,0 1-2 0,1 0-4 15,-6 0-32-15,-2 0-51 16</inkml:trace>
  <inkml:trace contextRef="#ctx0" brushRef="#br0" timeOffset="43979.61">10342 14681 29 0,'0'-4'47'0,"0"-1"-38"0,0 1 0 0,0 0-7 16,0 1-1-16,2 0-1 15,-2 0 2-15,0 3-2 16,0 0 0-16,0 0 0 15,2 0 0-15,0 0 1 0,5 0-1 16,0 0 1-16,0 0 0 16,4 3-1-16,0 1 0 15,0-1 0-15,0 1 0 16,1-1 1-16,-5-1-1 16,1-1 0-16,-2-1 1 0,2 0 3 15,-2 0 4-15,1-4 3 16,-1-2-3-16,3-4-2 15,-1 0-1-15,2-5 0 16,1-4 2-16,3-2 1 16,1-5 4-16,2-4 1 15,3-2-4-15,-1-2 3 0,4-3-3 16,2-1-1-16,-4-1-2 16,4 4-2-16,0 2-2 15,-2 0 0-15,-2 6-1 16,-2 3 0-16,1 4 1 15,-5 6-2-15,-1 1-2 0,-1 6 2 16,-2 4-1-16,3 3-2 16,-5 0 1-16,2 0-42 15,-8 0-49-15</inkml:trace>
  <inkml:trace contextRef="#ctx0" brushRef="#br0" timeOffset="46533.54">14576 15472 37 0,'1'0'36'0,"-1"-3"-20"0,0 0-6 0,3 2-7 0,-3-1-2 16,2 2-1-16,-2-1 0 16,0 1 0-16,0 0 0 15,2-1 1-15,-2 1 8 16,0 0 5-16,0-2-9 0,2 2-3 16,-2 0-2-16,2 0 0 15,0 0 0-15,0 0 0 16,3 0 0-16,-3 2 1 15,2 0 0-15,1 1-2 0,0 1 2 16,-2-1-1-16,3 0 1 16,-1 0-1-16,3-2 0 15,-1-1 1-15,4 0 0 16,-2 0 0-16,3-4 0 16,0-3 0-16,2-4 1 15,4-4 2-15,-2-2 2 0,1-2 5 16,2-4-2-16,3 0 1 15,4-4 1-15,1 0-2 16,3-3-1-16,-1 0-5 16,2-2 0-16,0 3 0 15,0-2-1-15,-2 3-1 0,1 1 0 16,3 1-1-16,-2 4 0 16,1 3 0-16,1-1-1 15,-7 4-31-15,-5-1-86 16</inkml:trace>
  <inkml:trace contextRef="#ctx0" brushRef="#br0" timeOffset="52305.43">19497 15858 58 0,'0'-1'61'0,"0"-4"-59"0,-1 0 3 0,1-1 4 0,0 3 18 16,0-1 13-16,-2 1-7 16,2 0-4-16,0 3-3 15,0 0-10-15,0 0-10 0,0 0-6 16,0 0-1-16,0 2 1 15,4 6-1-15,0 1 0 16,2 0 0-16,-1 3 2 16,0-1 0-16,1 1 1 15,0-2-2-15,2 1 1 0,-2-1 1 16,2 0-2-16,-1-1 1 16,-1 1-1-16,1-1-5 15,-2 3-8-15,0-1-30 16,-3-1 5-16,-1-1-27 15,-1 0 8-15</inkml:trace>
  <inkml:trace contextRef="#ctx0" brushRef="#br0" timeOffset="52575.34">19524 16081 112 0,'0'0'22'15,"0"0"21"-15,0 0-11 16,0 0-3-16,0 0-8 16,0 0-11-16,0 0-2 0,0 0-4 15,0 0-3-15,39-35 0 16,-27 29-1-16,3 0 0 16,1 1 0-16,-2-1 1 15,2 0-1-15,-1 1 0 16,0 0-1-16,-2 0 1 15,1-1 0-15,-4-1-14 0,0 1-20 16,-6-4-59-16</inkml:trace>
  <inkml:trace contextRef="#ctx0" brushRef="#br0" timeOffset="52853.53">19400 15867 140 0,'0'0'11'0,"0"0"13"16,0 0-10-16,0 0-5 0,0 0-4 15,0 0 2-15,0 0-3 16,0 0-2-16,48-30-1 16,-31 23-2-16,-1-3-45 15,0 1-86-15</inkml:trace>
  <inkml:trace contextRef="#ctx0" brushRef="#br0" timeOffset="53686.24">19737 15845 125 0,'0'0'9'0,"0"0"28"0,0 0-10 15,0 0-22-15,0 0 2 16,0 0-5-16,0 0 3 16,0 0-1-16,26-34 0 15,-17 33-2-15,-1 1-1 16,1 0-1-16,1 0 1 0,0 5-1 16,0 4 0-16,-1 0 0 15,1 2 2-15,-1-1-2 16,-1-2 1-16,-2-1-1 15,-2-1 0-15,-1-1 0 0,-2-1 2 16,0-2-4-16,-1-1-1 16,0 0 1-16,0-1 4 15,0 0 0-15,-1 0 1 16,-1 0-2-16,0-4 1 16,0-3 1-16,0-1 0 15,2 0-2-15,0-2-2 0,0 0 0 16,0 0 4-16,6-1-3 15,1 1-1-15,2 0 1 16,2 1-1-16,0 0 2 16,1 1-1-16,1 0 0 15,2 3 0-15,1 0 0 0,-2 3 1 16,1 0-1-16,1 2 0 16,-2 0 2-16,1 0-2 15,-2 4 0-15,-1 3 0 16,1-1 0-16,-5 1 0 15,0 0 0-15,-1-3 1 0,-1 3-2 16,-3-4 2-16,0 0-2 16,-2-1 1-16,-1 0-2 15,0-2 2-15,0 2 3 16,0-2 0-16,0 0-2 16,0 0 3-16,-2-6-3 0,0-3 3 15,2-2-1-15,0 1 0 16,0-3 6-16,1 1-3 15,8 0-2-15,-4 1 0 16,4 1-3-16,-1 2-1 16,0 2 1-16,1 2-1 0,-2 3 1 15,1 1-1-15,1 0-1 16,0 3 1-16,2 6-2 16,-4 2 2-16,4 1-1 15,-1-1-7-15,2 0 3 16,2-2-7-16,1-5-13 0,2-1-34 15,1-3-36 1</inkml:trace>
  <inkml:trace contextRef="#ctx0" brushRef="#br0" timeOffset="54128.38">20511 15634 178 0,'0'0'45'15,"0"0"-42"-15,0 0 3 0,0 0-4 0,0 0-2 16,-42-35 1-16,26 31 8 16,2 3 0-16,-1 1-3 0,0 0-1 15,-1 0-4-15,1 10-1 16,0-2 1-16,2 5 0 16,0 0-1-16,4 1 1 15,3 2-2-15,3-3 2 16,3-1-1-16,0-1 1 0,0-3-1 15,0-2-1-15,7-2 3 16,1-4-1-16,2 0-1 16,1 0 5-16,3-2-2 15,-1-6-2-15,0-3 0 16,1-1 0-16,-3-1 1 0,0 2-1 16,-6 0-1-16,1 1 1 15,-4 2 2-15,-2 3 0 16,0 1 9-16,0 2-1 15,0 2-8-15,0 0-3 16,0 0 1-16,0 0 1 0,0 0-3 16,0 6-1-16,7-3-11 15,2 1-8-15,4 0-6 16,2-4-30-16,2 0-46 16</inkml:trace>
  <inkml:trace contextRef="#ctx0" brushRef="#br0" timeOffset="54891.11">20672 15540 222 0,'0'0'13'0,"0"0"20"0,0 0-22 0,0 0-6 16,0 0-5-16,-45-27 5 0,28 27-3 16,1 0 1-16,-1 7-2 15,3 4 1-15,0 1-2 16,5 2 1-16,2-1-1 15,3 0 1-15,4-1-2 16,0-2-3-16,1-2-9 0,9-3 3 16,-2-1 4-16,3-4 5 15,0 0 3-15,1 0 0 16,0-7 2-16,-2-1 7 16,0-1 5-16,1-1-2 15,-3 2-2-15,0 0-6 0,1 2-1 16,-4 1-3-16,3 3-2 15,-3 0 0-15,4 2 1 16,-3 0-2-16,3 6-2 16,2 5 2-16,-2 1 2 15,0 3 0-15,-1 2-1 0,-1-1 0 16,-2 2-2-16,-3-1-2 16,-2 0-7-16,0 2 11 15,-6-4-8-15,-4 1-1 16,-3-3 9-16,-3-5 3 15,1 0-3-15,0-4 2 0,1-4-2 16,1 0 2-16,4 0-1 16,2-8 5-16,3-3-4 15,4-3-2-15,0-2-6 16,0 0 12-16,5-2-11 16,7 4 1-16,0-3-1 15,1 0 0-15,1 4 1 0,-1 0 2 16,2-1 1-16,1 0 2 15,0 2-1-15,1-3 0 16,2 2 0-16,-3 0 0 16,0-2 1-16,-4 3-1 15,-5-2 0-15,0 3 0 0,-6 0 1 16,-1 1 1-16,0 1-1 16,-1 3 2-16,-7 1 1 15,0 3-1-15,-1 2-6 16,-2 0 7-16,2 0-6 15,-2 6 2-15,2 6 2 0,2 0-2 16,2 4 1-16,2-1 0 16,3 1-1-16,0-3 1 15,5-2-1-15,7 1 0 16,6-4-1-16,2-2-17 16,5-5-19-16,-1-1-67 0</inkml:trace>
  <inkml:trace contextRef="#ctx0" brushRef="#br0" timeOffset="55161.12">21320 15321 172 0,'0'0'13'0,"0"0"39"0,0 0-28 0,0 0-17 0,0 0-5 16,-42-19 2-16,22 25-2 0,-1 6-2 15,-1 2 2-15,0 6-1 16,4-1 0-16,2 2-1 16,5-1 0-16,3-2 1 15,5-4-1-15,3-1-1 16,5-6-11-16,8-3-3 16,5-4 6-16,2 0 4 0,5-5-21 15,-1-9-39-15,-1-3-39 16</inkml:trace>
  <inkml:trace contextRef="#ctx0" brushRef="#br0" timeOffset="55409.2">21298 15116 138 0,'0'0'8'0,"0"0"19"16,0 0-7-16,-43-20-1 0,37 20-3 15,2 0-6-15,1 2-9 16,1 10 0-16,2 5-1 16,0 4 2-16,0 3-2 15,4 3 0-15,3 0 1 16,3 2 1-16,3-1 0 0,0-4-2 16,4 0-3-16,-3-5-32 15,3-4-32-15,-1-5-33 16</inkml:trace>
  <inkml:trace contextRef="#ctx0" brushRef="#br0" timeOffset="55751.63">21540 15314 185 0,'0'0'19'0,"0"0"18"16,0 0-16-16,0 0-14 15,-8-37-1-15,-4 36-5 0,-2 1-1 16,0 0 6-16,0 0-4 15,-3 7-1-15,4 4 0 16,-1 1-1-16,3 0 2 16,3 1-1-16,5-3-1 15,3 0 0-15,0-1-1 0,2-4-5 16,8-4-4-16,2-1 9 16,2 0 5-16,2-1-3 15,0-4 1-15,-3-4-1 16,1 3 0-16,-2 0 3 15,-1 1 1-15,-3 4-1 0,-1 1-2 16,-1 0-2-16,0 0 0 16,-1 0 0-16,-1 1 2 15,1 3-6-15,-2-2-23 16,-2-2-25-16,0 0-42 16</inkml:trace>
  <inkml:trace contextRef="#ctx0" brushRef="#br0" timeOffset="55985.29">21544 15118 165 0,'0'0'7'16,"0"0"33"-16,0 0-36 15,0 0-5-15,0 0 4 16,0 0 5-16,24 44 2 0,-16-24-3 15,2 0-1-15,-3 3-3 16,2-5-1-16,-2 1-1 16,-1-1 1-16,-1-4-3 15,1-4-27-15,-4-1-63 16</inkml:trace>
  <inkml:trace contextRef="#ctx0" brushRef="#br0" timeOffset="56134.3">21554 15281 274 0,'0'0'11'0,"0"0"1"0,0 0-8 15,0 0-12-15,0 0-15 16,27-42-6-16,-9 35-45 16,1-5-32-16</inkml:trace>
  <inkml:trace contextRef="#ctx0" brushRef="#br0" timeOffset="56477.34">21822 15162 210 0,'0'0'5'16,"0"0"16"-16,0 0-8 0,0 0-10 16,-44 0 1-16,28 6-2 15,-1 1 5-15,3 1-1 16,1 3-1-16,2 0-2 15,3 0 0-15,5-1 0 0,1 0-2 16,2-1-1-16,0-4 2 16,2 0-7-16,6-3 1 15,2-2 4-15,4 0 0 16,0-1-1-16,0-8 1 16,-2 0 2-16,0 1-1 15,-2-1 10-15,-3 1 3 0,-3 4-1 16,0 1-2-16,-1 3-9 15,-1 0-2-15,2 0-1 16,3 0-3-16,-1 3-7 16,2 0-19-16,2-2-18 15,2-1-65-15</inkml:trace>
  <inkml:trace contextRef="#ctx0" brushRef="#br0" timeOffset="56846.16">22182 14973 219 0,'0'0'-10'15,"0"0"18"-15,0 0 6 16,0 0-17-16,0 0 4 16,-44-27-2-16,25 29 1 0,3 6 3 15,-1 2-3-15,3 0 3 16,2 3-2-16,2-2-1 15,5 2 1-15,2-1-1 16,3 0 1-16,0-3 0 16,0-1-2-16,8 0 5 0,5-2 3 15,0 0 2-15,5-3 1 16,-3 3-2-16,2-2-6 16,-2 0-1-16,-4 1 0 15,0 0-1-15,-8-1 1 16,-1 2-1-16,-2-1-1 0,0 3-1 15,-7-1 4-15,-5 0 0 16,-1 0-2-16,-1-1-17 16,1-5-42-16,3-1-63 15</inkml:trace>
  <inkml:trace contextRef="#ctx0" brushRef="#br0" timeOffset="57237.31">22277 15070 108 0,'0'0'40'0,"0"0"-37"16,51-11 5-16,-37 6-6 15,-1-1-1-15,-4 1 2 16,-1-2 0-16,-2 0 11 16,-4-2 8-16,-1 1 2 15,-1 0-1-15,0-1-7 16,0 2-5-16,-5 1-6 0,0 0-4 15,-4 3-1-15,2 2 2 16,-3 1 5-16,0 0-7 16,3 4 2-16,-3 6-2 15,3 4 0-15,0-1 2 16,4 5-2-16,1-3 0 0,2-1 1 16,0-1 0-16,2-2-1 15,4-2 2-15,5-2 1 16,1-2-3-16,2-2 0 15,-1-3 1-15,2 0 1 16,1 0 0-16,2 0-1 0,0-7-2 16,0-4 0-16,0-2-32 15,-2-3-17-15,-1-2-45 16</inkml:trace>
  <inkml:trace contextRef="#ctx0" brushRef="#br0" timeOffset="57487.74">22528 14807 189 0,'0'0'3'0,"0"0"26"15,0 0-8-15,0 0-15 0,0 0-7 16,0 0 1-16,0 0 1 16,-8 43 0-16,8-22 2 15,5 2 3-15,-1 1 1 16,1-1-4-16,-1-1 0 15,0-2 0-15,1-1-2 0,0-5-1 16,0 1 1-16,-1-3-1 16,1-4 0-16,-3-2-15 15,-1-4-40-15,-1-2-36 16</inkml:trace>
  <inkml:trace contextRef="#ctx0" brushRef="#br0" timeOffset="57629.25">22531 14951 244 0,'0'0'0'0,"0"0"1"0,47-26-1 15,-20 16 2-15,1-1-11 16,4-2-46-16,-1-3-53 16</inkml:trace>
  <inkml:trace contextRef="#ctx0" brushRef="#br0" timeOffset="84266.61">2694 10497 25 0,'-2'0'17'0,"-2"0"3"16,2 0-3-16,0-3-2 0,0-1-3 16,0 2-6-16,0-1-2 0,0 2 2 15,2-2-1-15,-3 3 1 16,1-1-2-16,0-1-1 16,2 2 3-16,0 0-1 15,0 0-1-15,0 0-6 16,0 0 2-16,0 0 1 15,4 0-1-15,1 0 0 0,1 0 0 16,4 0 0-16,-1 0-1 16,2 0 1-16,3 0 0 15,-1 0 0-15,5 0 0 16,1-2 0-16,-1-3 0 16,3 2 0-16,0-2 0 0,2 0 1 15,0 1-1-15,-2 1 0 16,0 0 0-16,1 2 0 15,-1 0 0-15,-2-1 0 16,2 1 1-16,-2-2-1 16,0 3 0-16,3-3 0 0,-4 0 0 15,4 0 0-15,-1 1-1 16,0 1 1-16,0-1 0 16,-1 2 0-16,-1 0 0 15,2 0 0-15,-3 0 0 16,2 0 0-16,-4 4 0 0,1 3 0 15,-1-1 0-15,-2-1 0 16,4 1 1-16,-3 1-1 16,-1-1 0-16,1-2 0 15,1 1 0-15,-1 0 0 16,2-1 0-16,0-1 0 0,1 2 0 16,0-1 0-16,0 0 0 15,0 2 0-15,1-1 0 16,-2 0 0-16,3 1 0 15,-1 0 2-15,2 0-4 16,-1-2 2-16,0 3 0 0,0-4 2 16,1 1-2-16,-2-2 0 15,0 1 0-15,2 0 0 16,-1-2 0-16,3 2-2 16,-2-2 2-16,2 2 0 15,2 1 2-15,0-2-2 0,2 2-2 16,0-1 4-16,-3 0-2 15,3 1 1-15,2-3-1 16,0 2 1-16,-2 0 1 16,2-3 0-16,0 1 0 0,-2 1 0 15,2-1-1 1,-2 0-1-16,2 1 2 0,2-2-2 16,-2 2 1-16,3 0-1 15,1-2 1-15,-3 1-1 16,3-1 1-16,-2 2-1 15,1-2 1-15,-1 0 0 0,0 0-1 16,0 0 0-16,1 0 0 16,1 0 1-16,2 0-1 15,-1 0 1-15,1 0-1 16,1 0 1-16,1 0 0 16,0 0-1-16,-1 0 1 0,-1-2-1 15,1 1 0-15,1 0 2 16,-1 0-2-16,1 1 0 15,-1 0 0-15,-1 0 0 16,1 0 1-16,-3 0-2 16,4 0 1-16,-1 0 1 15,2 1-1-15,2 0 0 0,2-1 0 16,1 1 0-16,-2 1 0 16,1-2 0-16,-3 2 0 15,-3-1 0-15,2 1 0 16,-2 0 0-16,0-2 0 15,-2 1 0-15,5-1 0 0,-1 0 0 16,3 0 0-16,-3 0 1 16,-2 0-1-16,1 0 0 15,0 0 0-15,-2 0 0 16,1-2 1-16,2-1-1 16,-1 2 1-16,5-1-2 0,-3 0 1 15,1 1 0-15,-2-3 0 16,3 3 0-16,-3-2 0 15,-3 0 0-15,3 3 1 16,1-3-2-16,-2 3 2 0,1-1-1 16,2-1 0-16,-3 0 0 15,0 0 0-15,1-1-1 16,-2-1 1-16,-1 1 1 16,2 0-2-16,-1-2 1 15,-1 1 0-15,1 0 0 16,-2 2 1-16,1-1-1 0,-2 2 0 15,1 1 0-15,1-1 0 16,-2 1 0-16,0 0 0 16,3 0 0-16,-1 0 0 15,1 0 1-15,0 0-1 16,2-1 0-16,0 0 1 0,0-3-1 16,2 1 0-16,-2 0 0 15,1-1 0-15,0 2 1 16,-1-2-2-16,3 2 1 15,-3 1 1-15,-3-2-2 16,3 3 2-16,-3 0-1 0,3 0 0 16,-1-2 0-16,1 0 0 15,-3-1 0-15,3-1 1 16,-3 0-2-16,0-1 2 16,-3-1-1-16,1 3 3 15,-2-1 6-15,-1 0-6 16,3 3-3-16,0-1 1 0,-1 2-1 15,1 0 0-15,1 0 0 16,-1 0 0-16,0 0 0 16,-3 0 0-16,1 0 0 15,-3 0 0-15,2 0 2 0,-1 0-2 16,2 0 0-16,1 0 0 16,3 0 0-16,-1 0 0 15,6 0 0-15,-4-2 1 16,2-1-1-16,-3 1 0 15,-1-1 0-15,2 0 0 16,-2 2 0-16,2 1 0 0,3 0 0 16,1 0 0-16,1 0 0 15,1 0-1-15,0 4 1 16,-1 1 0-16,-5-1 0 16,-1 0 0-16,-1 0 0 15,-1 1 0-15,-2-3 0 0,3 0 0 16,-3-1 0-16,3-1 0 15,-3 0 1-15,2 0 3 16,2-6-3-16,-4-3 0 16,3 0 0-16,-3 1 0 15,2-1 0-15,-3 4-1 0,1-1 1 16,0 2-1-16,-2 2 0 16,2 1 0-16,0-2 0 15,1 3 2-15,0 0-2 16,0 0 0-16,0 0 0 15,-1 0 1-15,-1 0-2 0,1 3 1 16,2-3 1-16,-1 0-1 16,3 0 1-16,-2 0-1 15,3 0 0-15,-2 0 0 16,0 0 0-16,-1 0 1 16,-1 0-1-16,1 0 0 0,0 0 0 15,1 0 0-15,2 1 0 16,1 2 0-16,2 3 0 15,-3-1 0-15,-1 0 0 16,1 0 0-16,-5-2 0 16,1 2 0-16,1-1 0 0,0-1 1 15,6 1-1-15,-2-1 0 16,3 1 0-16,1-1 0 16,1-2 1-16,-2-1 0 15,1 0-1-15,1-2 2 16,3-7 9-16,0 0-7 0,2-1 0 15,4 2-2-15,1-1-1 16,-5 1 0-16,4 2 0 16,-7 0 0-16,-1 3 0 15,0-1 0-15,-3 1 0 16,1 1-1-16,1 2 0 16,-2 0 0-16,1 0 0 0,-1 4 1 15,1 1-2-15,-3 1 2 16,5 0-1-16,-1 1 0 15,1 3 0-15,1 0 0 16,4 1 0-16,-4 0 0 0,0 2 0 16,4 0 0-16,-4 1 0 15,1-1 0-15,-1 1 0 16,2-1 0-16,-2-2 0 16,-1 1 1-16,0-1-2 15,4-1 2-15,-1 1-1 16,4-2 0-16,-1 1 0 0,4-3 0 15,-1-1-7-15,-3-4 7 16,2 0 0-16,-4-2 0 16,3 0 1-16,1 0-1 15,-2-5 1-15,2 0-1 16,-1 1 1-16,-4 0 0 0,0 1 0 16,-2 0 0-1,-2 0 2-15,1-1 1 0,-1 1-1 16,1-1 1-16,-3-1 1 15,0 0-1-15,-4 1-1 0,3-1-1 16,0 3 1-16,-1 0-2 16,2-1-1-16,1 3 1 15,1-3 0-15,-2 2-1 16,3-2 0-16,-3-1 1 16,-1-1-1-16,3 1 1 15,0 0-1-15,0-2 0 0,3 1 0 16,-2-1 0-16,1-3 0 15,-1 0 0-15,2 0 1 16,-1-4-1-16,-2 0 2 16,1-1 0-16,0 1 0 15,2-2-1-15,-1-2 0 0,-2-2-1 16,1 2 1-16,-3-1-1 16,-5-1 0-16,1-1-1 15,-6-1 2-15,0 0-1 16,-3-2-1-16,-2-1 1 15,-6-2 0-15,-2 2 0 0,-1 0 0 16,-3 0 1-16,-4 4-1 16,0 0 0-16,-4 0 0 15,-1 3 0-15,-4 0 0 16,0 0 0-16,0 2-3 16,-8 0 0-16,-2 1 3 0,-1 1 0 15,0 0-3-15,-5 2 5 16,1 1-1-16,-2 0-2 15,0-1-1-15,-5 5-2 16,-1-4 6-16,-2 2-5 16,-2-1 1-16,-1 1 3 0,-1-1-1 15,-3-1-1-15,0 3-1 16,-1 0 1-16,-2 1 5 16,1 1-2-16,-1 0-1 15,1 3 0-15,-3-1-4 16,1 3 2-16,-1-1-2 0,-1 1 6 15,0 0-2-15,0 0-1 16,-2-1-1-16,2 1 1 16,-2 0 1-16,0 0-1 15,0 0 1-15,1 0-1 16,0 0 0-16,-4 3-1 16,1 4 0-16,-1 0 1 0,-2 1-4 15,1-1 2-15,-1 0 0 16,4-3-1-16,0 2 1 15,4-4-3-15,-3 1 9 16,0-1-3-16,-1-1-2 0,1 1 1 16,-4 0 1-16,1 1 0 15,1 1-1-15,-2 2 0 16,0 0 0-16,1-1 0 16,-3 0 1-16,2-1-1 15,-5-1 0-15,4 1 1 16,-5-1-1-16,2 1 0 0,-2-2 0 15,-1 0 1-15,2 0 0 16,-3-1 0-16,5 1 1 16,-2-1 0-16,2-1 0 15,1 0-1-15,0 2-1 16,-2-2 0-16,-2 0 1 0,0 0-2 16,-2 0 2-16,0 0-1 15,3 0 0-15,-4 0 0 16,2 0 0-16,1 0 1 15,-2 0-1-15,-1 0 2 16,-1-2-1-16,2 2-1 0,1 0 3 16,-3 0-3-16,3 0 0 15,-3 2 0-15,1 2 0 16,4 0 0-16,-3-1 0 16,-1 1 1-16,-1-1-1 15,2-2 1-15,-1 2-1 0,-1-2 2 16,1 0-1-16,1-1-1 15,0 1 1-15,4-1 0 16,-4 0-1-16,-1 0 1 16,2 0-2-16,-3-1 1 15,2-4 1-15,-4 1-1 16,3-1 0-16,-3 0 0 0,-4 1 0 16,1 1 4-16,1-1-1 15,-2 1 0-15,0 0-2 16,-1-1 0-16,2 1 0 15,0-1-1-15,0 1 1 0,-4-2-1 16,3-1 0-16,-4-1 0 16,-1 1 0-16,0 0 0 15,-2 1 1-15,0 0-1 16,-1 0 0-16,1 2 1 16,3-1 0-16,-3 1-2 15,0-1 1-15,-2 1 1 0,-1 1-2 16,-1-2 2-16,-1 0-2 15,-1 1 2-15,1 1-2 16,-1-2 2-16,-2 3-1 16,0-2 0-16,-1 0-1 15,0-3 2-15,-1-1-1 0,2-1 1 16,-2-4 0-16,4 2-1 16,-3-1 0-16,2 1 0 15,-1 3 0-15,2-1 0 16,2 3 0-16,-5 1-1 15,2 3 1-15,-2-1 1 0,2 2-1 16,-1 0-1-16,0 0 1 16,2 0 0-16,2 0 0 15,-3-1 0-15,3-1 0 16,1 0 0-16,-2 0 0 16,1-1 0-16,0 3 0 15,4-1 0-15,-1 1 0 0,1 0 0 16,2 0 1-16,3 0-1 15,-3 0 0-15,0 0 0 16,1 0 0-16,1 0-1 16,-2 0 1-16,1 0 1 0,1 1-2 15,3 4 1-15,-3 0 0 16,3 2 1-16,1 0-2 16,2-1 2-16,0-2-1 15,1-1-1-15,0 0 2 16,1-2-1-16,-1-1 0 15,0 0 0-15,0 0 0 0,0 0 0 16,3-4 0-16,-5 0 0 16,0-2 1-16,-1 3-1 15,-1 1 0-15,-3-1 0 16,-1 1 0-16,1-1 0 0,-1 2 0 16,3 1 0-16,-1 0 0 15,1 0 0-15,1 0-1 16,-1 0 1-16,3 3 0 15,0 0 0-15,2-2 0 16,0-1-1-16,1 0 2 16,1 0-2-16,0 0 1 0,0 0 0 15,1 0 0-15,1 0 0 16,0 0 0-16,4-3 0 16,-2 2-1-16,4-3 2 15,1 1-1-15,-2-3 0 16,-2 2 1-16,2-1-1 0,-2 0 0 15,-3 1 0-15,4 1 0 16,0 1 0-16,-1-2 0 16,0 1 0-16,-1 0 0 15,0 1 0-15,-4-3 0 16,2 4 0-16,-1-2 0 0,-1 1 0 16,0 2 0-16,-2-2 0 15,-2 2 1-15,5 0-2 16,-3 0 1-16,0 0 0 15,4 0 0-15,-1 0 0 16,2 1 0-16,3 3 0 0,0 1 0 16,2 1 0-16,4 0 0 15,2 0 0-15,2 3 0 16,0-2 0-16,2 1 0 16,1-1 0-16,1 3 0 15,1 0-1-15,2 2 2 0,1 1-2 16,1 1 2-16,3 1-2 15,1 2 0-15,0 3-1 16,3 0-1-16,2 0 1 16,1 6 0-16,2 2 1 15,3 3 1-15,1 6-1 16,4 3 0-16,-2 5 1 0,2 2 0 16,5-1 0-16,-1-1-1 15,3-2 0-15,2-5-1 16,0-4 1-16,9-4-2 15,4-3 2-15,3 1 1 0,4-5 2 16,6 1-4-16,8-4 5 16,11-3-2-16,11-1-2 15,13-6 2-15,19-5-2 16,21-5 1-16,18-7-10 16,18-20-36-16,7-14-132 0</inkml:trace>
  <inkml:trace contextRef="#ctx0" brushRef="#br0" timeOffset="87219.34">13143 11356 119 0,'0'0'0'0,"0"0"4"0,0 0 2 0,-40 1 0 0,34-1-4 15,-2 0 0-15,5 0-1 16,-1 2 0-16,0-2 0 15,2 1 1-15,0-1-2 16,2 0 1-16,0 2 0 16,0 0-1-16,0-2 0 15,2 3-1-15,8 0 2 0,1 0-1 16,6 3 1-16,7-2 1 16,1 0-1-16,3 2-1 15,5-2 2-15,4 0-3 16,3-1 5-16,2-3 4 15,4 0 5-15,2 0-1 0,3 0-2 16,5 0-3-16,3-3-2 16,1-1-1-16,3 1 0 15,-1 0-1-15,-1 3 0 16,-3 0-1-16,-3 0 0 16,-1 0-2-16,-4 0 1 0,0-1 1 15,-4-3-1-15,0-3 3 16,-7 0 0-16,-2-1 0 15,-5 1 1-15,-1 0-4 16,-4 3 0-16,-6 4-2 16,-7 0-6-16,-7 0-81 0</inkml:trace>
  <inkml:trace contextRef="#ctx0" brushRef="#br0" timeOffset="87880.16">13209 12069 79 0,'0'0'5'0,"42"0"15"0,-11 0-2 16,8-3-6-16,3-1-2 15,6-3-1-15,-1 0 0 16,4 0 2-16,3-1-2 16,1-2-1-16,3 2 0 15,2-2-3-15,3-1 1 0,0 2-3 16,-1-1-1-16,-1 3-1 15,-1 0 1-15,-2 0 2 16,-6 1-2-16,-2 2 0 16,-2 4-1-16,-8 0 0 15,-4 0-1-15,0 0 0 0,-6 4-1 16,-9 5-25-16,-7-1-48 16</inkml:trace>
  <inkml:trace contextRef="#ctx0" brushRef="#br0" timeOffset="88535.51">13480 12847 119 0,'0'0'2'0,"0"0"7"0,0 0 2 0,0 0-5 15,0 0-4-15,0 0-1 16,0 0 4-16,0 0 0 15,0 0-4-15,0 0-1 16,2 0 2-16,5 0 0 16,4-3 0-16,5-1 1 0,4 1-2 15,2-2 1-15,4 0 0 16,6-2 3-16,2 2 3 16,4-1 5-16,2 0-3 15,0 0 1-15,3-1-2 16,1 0 4-16,-1 1-2 0,2 1-7 15,1-1-1-15,-3 2-1 16,1 0 0-16,-4 0 0 16,-5 1-1-16,-2-2 0 15,-6 3 3-15,-7 0-4 16,0-1 2-16,-5 1-2 0,-1 2 1 16,-3 0 0-16,-2 0-1 15,-4 2-8-15,-5 1-97 16</inkml:trace>
  <inkml:trace contextRef="#ctx0" brushRef="#br0" timeOffset="149871.74">19854 7342 126 0,'0'0'2'0,"0"0"5"0,0 0 2 15,0 0 2-15,0 0-1 16,0 0 5-16,0 0-2 16,0 0 0-16,-8-35-5 15,8 34-4-15,0-1 1 0,0 2-5 16,0 0-2-16,0 0-2 16,0 4-2-16,2 5-3 15,4 1 5-15,-3 2 1 16,1 5 0-16,2 1 1 15,-2 4 1-15,4 2 1 0,-3 5-2 16,3 5 2-16,0 4 0 16,2 5 1-16,1 4 0 15,-3 4 1-15,4 4 0 16,-2 5 1-16,2 3 0 16,0 3 2-16,-3-1 3 15,0 2-2-15,0-1 1 0,-3 0-1 16,-1-5-3-16,-1-2-2 15,-4-3 1-15,0-4-1 16,0-7 0-16,0-5 1 16,0-5 1-16,-6-6 3 0,2-4 0 15,1-5-7-15,-4-11-58 16,2-9-50-16</inkml:trace>
  <inkml:trace contextRef="#ctx0" brushRef="#br0" timeOffset="150491.87">19856 7217 75 0,'0'0'3'0,"0"0"4"0,0 0 8 0,36-37 1 15,-20 29 0-15,0-2 4 16,4 2-1-16,3 0-7 0,4 1-5 16,6-1-2-16,5-1-2 15,4-2-1-15,7 1-1 16,6-3 1-16,4 0-1 15,7-1 0-15,8 1 0 16,7-1-1-16,10-2 0 0,1 1 0 16,5-2 2-16,1 1 0 15,3-2 1-15,-1 1 1 16,1-2-2-16,-3 2 2 16,0-1-1-16,-4 1-1 15,-6 0-1-15,-4 1 1 0,-6 0-1 16,-6 3 1-16,-4 2-1 15,-8 0 1-15,-6 3-2 16,-5 2 1-16,-8 3 0 16,-8 3-1-16,-5 0-3 15,-6 1-17-15,-9 12-31 0,-11 4-13 16</inkml:trace>
  <inkml:trace contextRef="#ctx0" brushRef="#br0" timeOffset="151524.07">20009 8619 113 0,'0'0'6'16,"0"0"9"-16,0 0 1 0,0 0-5 16,0 0-7-16,0 0 5 0,0 0 4 15,0 0 6-15,0 0-3 16,0 0-7-16,0 0-11 15,-25-6-2-15,25 6 2 16,0 5 3-16,4 2-2 16,3 1-3-16,4 1 4 0,2-1-1 15,3-1 1-15,2-1 3 16,5-2-2-16,4-1 0 16,5-3 0-16,4 0 2 15,6-4-2-15,6-5 2 16,5-2 2-16,8 0-1 0,-1-2-1 15,6 4-1-15,2-2-2 16,2 1 3-16,4 0-3 16,-1 0 0-16,0 2 1 15,6 0-1-15,-3-1 0 16,5 0 1-16,-1 2 0 0,2 0 2 16,1-2 8-16,1 2-5 15,-3 0-2-15,-3 3-3 16,-2 1 1-16,-3 1-1 15,-8 2-1-15,-5 0 0 16,-4 0 0-16,-8 0 1 16,-4 0-2-16,-7 0 0 0,-5 0 1 15,-4-2 1-15,-4-1-1 16,-4-3 0-16,-3-1 1 16,-2-3 1-16,-3 0 0 15,-2-5 3-15,0-4 1 16,1-2 0-16,-3-6-3 0,0-1-1 15,0-4-1-15,0-3-1 16,-2-3 1-16,-1-1 0 16,3-2-1-16,-4-2 0 15,3-1 0-15,-1-4 1 0,-1-2-1 16,0-4 1-16,-1-4 4 16,1 0 1-16,2-4-1 15,-4-3 2-15,1-3-2 16,0 0 1-16,-2 3-3 15,-2-3-1-15,0 1-2 16,-6 3 1-16,-6 2-1 0,-6 3 0 16,-2 2 3-16,-3 6-2 15,-1 7-1-15,-1 3 0 16,1 6 0-16,1 6-1 16,2 4-9-16,-2 3-28 15,-4 5-52-15</inkml:trace>
  <inkml:trace contextRef="#ctx0" brushRef="#br0" timeOffset="152263.76">21286 9345 92 0,'1'-5'21'0,"-1"1"10"0,0 0-7 0,0 1-2 16,0 2-1-16,0-1-4 0,0 2 0 15,0 0-12-15,0 0-12 16,0 6 0-16,0 10 5 16,0 6 5-16,0 11-2 15,0 4 1-15,0 10 5 16,1 1-3-16,0 5 1 0,6 1 0 15,-4 1-2-15,1 1-2 16,2-1 1-16,-2 0 0 16,1-1 0-16,2-3-1 15,-2-1-1-15,-1-2-5 16,2-2-8-16,-3-5-13 0,0-7-28 16,-1-7-3-16</inkml:trace>
  <inkml:trace contextRef="#ctx0" brushRef="#br0" timeOffset="152989.59">21304 9413 54 0,'0'0'5'0,"0"0"3"0,0 0 2 0,0 0 1 16,0 0 2-16,0 0-4 16,0 0 4-16,-40 6 3 15,36-6 0-15,1 0-8 0,3 0-4 16,-2 0-1-16,0 0-1 16,2 0 5-16,0 0 0 15,2-2-7-15,6-2 1 16,4 1 0-16,6-3 1 15,3 2 0-15,5-3-1 0,2 1 1 16,4-1-2-16,4-1 1 16,0 1-1-16,5-5 2 15,3 1-2-15,3-2 0 16,4-1 0-16,0-1 0 16,4 0 0-16,3-2 1 0,-1 0 8 15,0 4-2-15,-1-1-3 16,-3 4-2-16,-1 0-1 15,-8 3-1-15,-3 0 1 16,1 1 0-16,-7 3-1 16,-1-1 0-16,-4 3 0 15,-4 1-12-15,-4 0-33 0,-9 0-16 16</inkml:trace>
  <inkml:trace contextRef="#ctx0" brushRef="#br0" timeOffset="153680.12">22427 9175 122 0,'0'0'-1'0,"0"0"15"0,0 0 6 0,0 0-20 0,0 0-6 16,0 0 3-16,0 0 5 15,0 0 1-15,2 52-3 16,0-28 0-16,1 3 1 0,1 0 1 16,-1 4 2-16,1 2 3 15,-1 0-1-15,2 2 1 16,-2-1-3-16,3 0-2 16,-1-4-2-16,1 1 1 15,1-1 0-15,-2 0 2 0,-1 0 1 16,3-2 1-16,-3 4 0 15,-1-1-2-15,1 0 0 16,-4 1-2-16,2-3 0 16,-2-1 0-16,0-1-1 15,0-2 0-15,0-1 1 0,0-4-1 16,0 2 0-16,0-2 1 16,1-3-1-16,0 1 1 15,0-2 1-15,-1 1-3 16,0-1-22-16,0-3-22 15,0-2-16-15</inkml:trace>
  <inkml:trace contextRef="#ctx0" brushRef="#br0" timeOffset="154477.88">21386 10312 79 0,'0'0'25'0,"0"0"5"0,0 0-14 0,0 0-1 0,0 0-13 16,0 0-4-16,0 0 4 16,0 0-2-16,0 0-1 15,0 0 1-15,0 0 0 16,40 0 0-16,-29 0-1 15,6 0 1-15,3 0-4 16,1 0 4-16,7-4 1 16,4-1 2-16,2-4 0 0,3-3 0 15,6-1 1-15,0-1 4 16,5-3 4-16,3 0-1 16,4 2 1-16,-1-1 1 15,0 4-2-15,-2-2-4 0,-4 6-3 16,-2-1-3-16,-3 2 0 15,-4 2-1-15,-3 2 1 16,-4 0 0-16,-8 3-1 16,-7-1-21-16,-13 1-41 15,-8-4-73-15</inkml:trace>
  <inkml:trace contextRef="#ctx0" brushRef="#br0" timeOffset="155381.79">17181 9375 53 0,'0'0'5'0,"0"0"-1"0,0 0 0 0,0 0-1 0,0 0-2 16,0 0-1-16,36 12 0 16,-30-9 0-16,1 0 0 15,0-1 0-15,-2 2 1 0,0-3 2 16,0 2 6-16,-1 0 0 15,2-2 3-15,0-1 3 16,0 0 3-16,6-10 19 16,8-8-1-16,11-12-15 15,14-7-12-15,15-14-5 0,15-10 0 16,14-14-4-16,5-12-104 16</inkml:trace>
  <inkml:trace contextRef="#ctx0" brushRef="#br0" timeOffset="157938.6">20768 7753 91 0,'0'0'11'0,"3"-2"-4"0,-1 2-7 0,1 0 0 16,1 0 0-16,2 0-1 15,-1 3 1-15,3 1 0 0,2 2 1 16,-1 0-1-16,4 1-1 16,-2-3 3-16,2 3 0 15,-1 0 2-15,1 0 1 16,0-1-1-16,0 0 0 0,-1-1-1 16,0 0-1-16,-1-1 0 15,-1 0 1-15,0 2 2 16,-2-5-3-16,-2 2-10 15,1-3-13-15,-3 0-12 16</inkml:trace>
  <inkml:trace contextRef="#ctx0" brushRef="#br0" timeOffset="158202.57">20996 7717 33 0,'0'0'68'0,"0"0"-58"0,0 0 4 16,0 0-10-16,0 0-1 16,0 0-5-16,-43 25 6 15,31-9 0-15,0 4-1 16,-2 6 1-16,0 2-2 15,-3 5 2-15,-2 5-1 0,-1-2-16 16,-3-4-33-16</inkml:trace>
  <inkml:trace contextRef="#ctx0" brushRef="#br0" timeOffset="160898.68">21244 9431 9 0,'0'0'20'0,"-2"0"-4"0,2 0-3 0,0 0-7 16,0 0-4-16,0 0-1 0,0 0 16 15,0 0-7-15,0 0-3 16,0-3 5-16,2-1 0 15,1 2-5-15,0 0-6 16,2-1 0-16,-3 3-1 16,1-1 0-16,-2 0 0 0,1-1 0 15,-1 2-1-15,0 0 0 16,0 0-1-16,2 0 4 16,0 0-2-16,1-1 0 15,4-1 1-15,-2-1-1 16,3-1 0-16,-2 1 1 0,1 0-1 15,0-1 0-15,0 1 0 16,0 0 2-16,0 1 3 16,1-1 2-16,1 0-4 15,-2 0-3-15,3 2 1 16,1-2 0-16,-1 0-1 16,3 0 0-16,-1 2 0 0,1-1 0 15,-1-1 0-15,2 3 0 16,-1-4 0-16,-4 4 0 15,3-1 0-15,-4-1 1 16,1 2-1-16,0-1 0 16,-1-1 0-16,-1 1 0 0,1 0 0 15,3-2 0-15,-2 1 0 16,3 1 1-16,1-2-1 16,1 2 0-16,0-2 0 15,-2-1 0-15,3 1 2 16,0-3-2-16,3 2 2 0,-2-1 4 15,1-1 1-15,2 0-1 16,2 0 1-16,-1 0 0 16,2 0 5-16,0 1-1 15,-2-3 1-15,4-1 0 16,-4 3-4-16,4-1-3 0,1-1-1 16,-2 5-2-16,2-3-1 15,0 0 1-15,1 2-1 16,-2 0 1-16,-1 0-2 15,-5 1 0-15,2-3 0 16,-3 2 0-16,0 0 0 0,2 0 1 16,-2 0 0-16,2 0 1 15,-5 2-1-15,2 0-1 16,-4 1 1-16,0 1-7 16,-6 0-27-16,-3 0-16 15,-4 0-18-15</inkml:trace>
  <inkml:trace contextRef="#ctx0" brushRef="#br0" timeOffset="161895.09">21234 9410 99 0,'0'-2'9'0,"0"1"2"0,0 1-10 0,0 0-1 16,0 0-1-16,0 1 1 15,1 4 0-15,3 1 0 16,1 3 2-16,0 0 0 16,1 3 1-16,-1 2-1 0,1 3 0 15,0 1 0-15,-2 2-1 16,0 2-1-16,0 0 1 15,-3 2 0-15,1 1-1 16,0 0 1-16,0 1 0 16,3 2-1-16,-3 0 1 0,0 3 1 15,1 1-1-15,3-2 0 16,-3 1 1-16,2-3-2 16,0 1-2-16,0-4 2 15,-2 1 2-15,-1-3-1 16,-1-1 1-16,-1 1 5 0,0-2 1 15,0-2-3-15,0 2 1 16,0-2-4-16,0-1-1 16,0 1 0-16,0-1 0 15,1 0 0-15,-1-2 0 0,1 1-1 16,0 0 0-16,1-3 0 16,0 1 0-16,-2 0 0 15,2-2 0-15,0-3 2 16,1-1-2-16,1-1 0 15,-2-1 1-15,2 0-1 16,0 0 0-16,0 2 0 0,-2-2 1 16,0 0-1-16,-1 1 0 15,0 0 0-15,0 0 0 16,1-2 0-16,-2-2-1 16,1 0 1-16,0-2-1 15,1-2 1-15,-2 0 0 0,0 1 2 16,2-1-1-16,-2 0 0 15,1 0-1-15,0 0 1 16,0 2-1-16,2-1 0 16,-1-1 0-16,0 0-2 15,2 0 1-15,-2 0 0 0,3 0 1 16,1 0 1-16,0 0-13 16,4-3-26-16,-5-4-15 15</inkml:trace>
  <inkml:trace contextRef="#ctx0" brushRef="#br0" timeOffset="163175.81">21278 9514 21 0,'0'0'24'16,"0"0"-7"-16,0 0-8 0,0 0-7 0,0 0 1 15,0 0-1-15,0-1-3 16,2-2 3-16,0 0-7 0,1-3 6 16,-1 3 0-16,-1-1-1 15,0 3 0-15,1-2 0 16,-2 3 1-16,0 0-2 15,0 0-2-15,0 0-10 16,0 0 19-16,0 0-5 0,0 0 1 16,0 0-1-16,0 0-1 15,0 0-1-15,0 0 1 16,0 0 2-16,0 0-2 16,0 0 0-16,0 0 0 15,5 0-5-15,-3 0-7 0,-1 0-4 16,0 0 0-16,0 0 11 15,-1 0 5-15,1 0 5 16,-1 0 15-16,0-2 5 16,1 1-9-16,-1-2-5 15,2 0-6-15,-1 0-1 0,2 1 1 16,0-2 0-16,1 1-3 16,0-2 2-16,4 2-3 15,-1-1 2-15,1-2 1 16,2 1 5-16,2-1 3 15,1 3 0-15,1-3 3 16,1-1-6-16,2 0-3 0,-1 2-1 16,5-3-4-16,0 1 1 15,2 2-2-15,-1-2 0 16,4 1 1-16,-1-1-1 16,0 3 0-16,0-1 1 0,2-2-1 15,0 0 0-15,0 1 1 16,2-1 1-16,2-1 0 15,1 1 2-15,1 0-2 16,-2 1 0-16,1 0-1 16,-3 1 0-16,-2 0-1 15,-1 1 1-15,-1-2 2 0,-2 2 2 16,-1-3-1-16,3 1-1 16,-2-1-2-16,-1 3 1 15,2-2-2-15,-1 0 0 16,-1 2 1-16,-2-1-1 15,0 1 0-15,-3-1 0 0,-1 2 1 16,-3 0-1-16,-2-1 1 16,-1 1 2-16,0-1 2 15,2 1-1-15,-4 2-2 16,1-2-1-16,1 3-1 16,-2 0 1-16,-2 0-1 0,-1 0-5 15,-3 0-20-15,-2 4-14 16,0 2-12-16,-10 0-28 15</inkml:trace>
  <inkml:trace contextRef="#ctx0" brushRef="#br0" timeOffset="164407.39">21282 9478 53 0,'-6'0'20'0,"2"0"1"0,-2 0-13 0,0 2-2 16,1-1-4-16,0 1-2 15,-1 0 0-15,-2 1-1 16,1-1 0-16,2-2 0 16,0 3 1-16,2-2 0 15,0-1 2-15,3 0 5 16,0 0 10-16,0 0-15 0,0 0-2 16,3 0 1-16,2 1-1 15,0 1 0-15,1 1-1 16,-2 2 0-16,-1 0 0 15,2 0 0-15,-2 1-1 0,0 1 2 16,0-3-1-16,1 3 2 16,-2-4-1-16,2 0 0 15,-3 1 0-15,0-1 2 16,-1-1-2-16,0-1 1 16,0 0 0-16,0-1 0 15,0 2-1-15,0 0 1 0,0-1 0 16,0 0-1-16,0-1 0 15,0 0 0-15,-1 2 1 16,1-2 2-16,0 0 16 16,0 0-11-16,0 0-3 15,0 0-1-15,0 0-3 0,0 0 1 16,0 0 0-16,5 0 0 16,0 0-2-16,5-2 0 15,2-2 1-15,3 0-2 16,1-3 2-16,2 0 0 15,4-1 0-15,-1 1-1 16,0-1 0-16,0-1-1 0,0 2 0 16,-2-1 0-16,2 2 0 15,-1-3 1-15,1 2 0 16,1-1 0-16,2 0 1 16,0-1 0-16,0 0 0 0,-1 1-1 15,0-1 1-15,1 2 0 16,-4-2 0-16,2 2-1 15,-3 2 0-15,-2-1 1 16,1 0 0-16,-2 2 1 16,0 0 1-16,-1 0 0 0,3 1-1 15,1-2-1-15,2 0 0 16,0 0-1-16,-2 0 1 16,3 0-1-16,-1 1 1 15,-2-1-1-15,-2 0 0 16,0 0 0-16,-2 0 3 0,2 1 1 15,-2-2 0-15,2 2 1 16,-1 0-4-16,2 0 1 16,0 0-2-16,-1 2 1 15,0-2-1-15,-1 1 0 16,-2 0 1-16,2-1-1 16,-2 0 0-16,2 1 0 0,-6-3 0 15,3 3 0-15,-3 2 0 16,-1-1 0-16,0 1 0 15,-1-2 1-15,-3 3-1 16,0 0 0-16,-1 0 0 16,-1 0 0-16,-2 0 0 0,0 0 0 15,-1 0-1-15,3 0 1 16,-1 0-1-16,-2 0-5 16,0 0-15-16,0 3-15 15,0 0-7-15,-10 1-28 0</inkml:trace>
  <inkml:trace contextRef="#ctx0" brushRef="#br0" timeOffset="165190.15">21312 9508 73 0,'-7'0'3'0,"1"-1"21"0,0-3-7 16,2 1-6-16,2 1 2 16,0 1-3-16,1-2-4 15,1 3-2-15,0 0 0 16,0-2-1-16,0 0 0 15,0 0-3-15,7 1 2 0,3-3-2 16,3-1 1-16,1 1 0 16,1 0-2-16,3-2 1 15,1 2 0-15,2-3 0 16,2-1 0-16,3 0 0 16,2 1 0-16,0-2 1 0,3 1-2 15,3-1 1-15,-3 2 0 16,-4-1 1-16,4-1-1 15,-2 1-1-15,1-1 2 16,0 1-1-16,-1-2-1 16,3 0 2-16,3-1-2 0,2-1 1 15,2 1-1-15,0-1 1 16,1 1 0-16,0-2 0 16,-4 2 0-16,-2 1 0 15,-2 1 1-15,-3 1 2 16,-3 2 2-16,-2 2-1 15,-6-2 0-15,-1 2-2 0,-3 1 1 16,-2 2 0-16,-3-2-2 16,-1 0 1-16,-1 2-1 15,-1-1 0-15,-1 1-1 16,-3 1 0-16,0-1 1 16,-1-1 0-16,0 2-1 0,0 0 1 15,-1 0-3-15,1 0-7 16,-1 0-15-16,0 0-11 15,0 4 6-15,0-2-27 16</inkml:trace>
  <inkml:trace contextRef="#ctx0" brushRef="#br0" timeOffset="168072.73">19817 7082 15 0,'0'0'10'0,"0"0"-8"0,0 0-1 16,0 0 0-16,0 0-1 15,0 0-1-15,0 0-1 16,0 0 3-16,0 0 5 0,0 0 0 16,0 0-1-16,11-2-1 15,-10 2-4-15,0 0-1 16,-1 1 0-16,2 3 2 16,-2-1 1-16,2 3 0 15,-2-2-1-15,0 0 0 0,0 0 0 16,0-2 5-16,0-1 8 15,0 1 4-15,0-1-4 16,0 0-9-16,0 1-3 16,0 0-2-16,0-1 0 0,0 3 0 15,0-1 0-15,0 1 0 16,0 2 0-16,2-2 1 16,2 2-1-16,-3-2 1 15,1 3-1-15,-1-4 0 16,1 3 1-16,-1 1-1 0,-1-3 1 15,0 0-1-15,0 0 2 16,0-2-2-16,0 1 0 16,0-2 1-16,0 0-1 15,0 0 1-15,0 0-1 16,0-1 0-16,1 0 0 16,0 0-1-16,2 3 2 0,-3-3-1 15,2 1 1-15,-1 1-3 16,0-1-4-16,0 0 0 15,-1 1-1-15,1-2-11 16,-1 3-12-16</inkml:trace>
  <inkml:trace contextRef="#ctx0" brushRef="#br0" timeOffset="168799.05">19830 7209 92 0,'0'0'7'0,"0"0"-7"0,0 0 1 16,0 0 0-16,0 0-1 15,0 0 0-15,0 0-2 16,0 0-1-16,0 0 1 0,0 0-3 16,0 0 0-16,27 0 2 15,-15 0 7-15,3 0-3 16,2-2 1-16,3-2-1 16,-1-3 0-16,4 2-1 15,0-2 1-15,4 0-1 0,6-2 4 16,-1 0 0-16,3 2-3 15,1-3 0-15,3 2 0 16,1-1 0-16,0-1-1 16,4 3 0-16,1 0 1 15,2-2-1-15,-4 2 0 16,0 0 0-16,1 0 0 0,-2 0 0 16,3-3 0-16,-5 2 3 15,4-2 3-15,0 1-2 16,0-1 1-16,-3 0-2 15,1 0-2-15,-2 2 0 0,-1 0 0 16,-2 1 0-16,-1 0-1 16,1 0 1-16,1 0-1 15,1 0 0-15,-1 1 0 16,0-1 2-16,-1 0 0 16,-3 1-1-16,2-1 1 0,-3 0 0 15,3 0-1-15,-1 0 1 16,3 0 1-16,1-3-2 15,-1 3 0-15,0 0 0 16,-3-2 0-16,1 2 0 16,-5-3 4-16,-1 3 7 15,2 0 0-15,-2 0-3 0,1 1-4 16,-4 1-2-16,-2 0-1 16,-4 3-2-16,-2 0 1 15,-3 1-2-15,-7 1-19 16,-3 0-18-16,-6-2-2 15</inkml:trace>
  <inkml:trace contextRef="#ctx0" brushRef="#br0" timeOffset="169993.87">19673 7078 61 0,'2'-1'3'0,"1"-1"-3"0,5 1 2 0,-2-2-2 15,4 0 0-15,-3 2 0 0,2-3 1 16,2-1-1-16,-4 1 0 16,3 1 3-16,0-1-1 15,-1 1 0-15,1 0-2 16,1 0 1-16,1 1-1 16,-1 0 0-16,3-1 0 15,-3 1 0-15,3 0 0 0,3-1 1 16,-1-1 0-16,0-2 3 15,3 3 1-15,3-1-1 16,1-2 0-16,-1 2-3 16,3-1 0-16,1-1 2 15,2 3-3-15,-2-3 0 0,-1 1 0 16,-1 0 0-16,0-2 0 16,0 3 0-16,0-2 1 15,-1 1 7-15,3-1-1 16,2 0-1-16,1-1-3 15,4 3-2-15,0-2 0 0,1 1 0 16,-2 0-1-16,1 1 1 16,0-2-1-16,-2 1 0 15,1 0 0-15,1 0 0 16,2-1 0-16,1-1 0 16,3 0 0-16,-1 2 1 15,3-3-1-15,0-1 0 0,2 2 1 16,0-2-1-16,1 0 2 15,1 1-2-15,4-1 1 16,-1 0 0-16,3-2-1 16,2 1 2-16,-3 0-2 0,1 3 3 15,0-3 5-15,-1 3 3 16,1-1-3-16,0 1-2 16,1 2-4-16,-7 1-1 15,2-2 1-15,-4 3-2 16,-2-1 1-16,-2 1 0 15,-2-1-2-15,-1 0 2 0,-2 1-1 16,-2 0 0-16,-4 0 0 16,-3 2 1-16,-6 1-2 15,-5 0-23-15,-12 0-7 16,-2 0-12-16</inkml:trace>
  <inkml:trace contextRef="#ctx0" brushRef="#br0" timeOffset="171666.54">15673 7061 50 0</inkml:trace>
  <inkml:trace contextRef="#ctx0" brushRef="#br0" timeOffset="174569.84">22118 6618 37 0,'18'-3'3'0,"-2"0"-1"0,1 1 1 0,-3-1 1 0,-2 2 4 16,-2-1 8-16,-1 2-5 0,-1 0-5 15,0 0-1-15,-1 0-4 16,1 5-1-16,-2 1-1 15,0 1 1-15,0 4-1 16,-1 1 1-16,1-1 1 0,0-1 0 16,0 3-1-16,0-3 3 15,-1 4-3-15,2-4 0 16,0 0 0-16,-1 3 0 16,-3-2 0-16,0-1-2 15,2 3 4-15,-3-2-1 16,1 3-2-16,0-1 1 0,-1 1 0 15,2 2 1-15,-1-2 1 16,-1 2-1-16,1-1 0 16,0 0 1-16,1 0-1 15,-1 1 1-15,0 1-1 16,2 1 0-16,0 2 1 0,0 0 0 16,1 2 2-16,-1-1-2 15,3 3 0-15,-3 0-1 16,0-1 0-16,-1 1 0 15,-1 0-1-15,-1 0 3 16,0 1 2-16,-2-1 0 0,2-2 1 16,0 3-1-16,0-3-3 15,0 3 1-15,1 0 0 16,2-1-1-16,-1 3-1 16,-1 0 0-16,1 2-1 15,0-1 0-15,1 0 1 0,-1 2 1 16,3-3 5-16,-2-1-2 15,1-1 0-15,2 2-1 16,-2 0-1-16,3 2 0 16,-1-1 0-16,-2 3 0 15,1 0-2-15,1 2 0 16,-2 1 1-16,-1 1-2 0,0 1 2 16,0-2-2-16,0 1 2 15,0-1-2-15,-1-2 2 16,0-3-1-16,-1 0 0 15,0-3 0-15,0 1 0 0,-1-3 0 16,-1 0 0-16,1-1 1 16,0 1-1-16,0-1 0 15,0 0 0-15,1-1-1 16,-1 1 2-16,-2-3-1 16,2 1 0-16,-1-3-1 0,1-2 1 15,0 1-1-15,2 0 1 16,-2-4-1-16,-1 0 0 15,1-1 0-15,-2 0 0 16,2-1 1-16,-2-2 0 16,0 2-1-16,0-2 1 0,0-2 0 15,0 0-1-15,0-3-1 16,0-1 1-16,0 2 0 16,0-3-1-16,-5 2-1 15,-3-1-1-15,-4 1 0 16,-1-1 1-16,-3 0 2 15,-1 1-2-15,-2-2-1 0,-2 4 0 16,-2-1-1-16,1 0 1 16,-3 0 3-16,-1-1-3 15,-3 0 6-15,-1-1-2 16,-3 0 0-16,-3 0 4 16,0 1-4-16,-3 1 2 0,2-2 0 15,-1 2-2-15,-1 1 0 16,1 0 0-16,1 0 2 15,0-1 0-15,-3 2-2 16,1-1 2-16,-1-1 0 16,-2 3 1-16,1-1-2 15,1 0-1-15,-4 1 1 0,1 1 1 16,-3-1 3-16,0 1-6 16,-2-1 3-16,-3 2-3 15,2-3 0-15,-1-2 2 16,0 3-3-16,2-1 1 0,-3-2-1 15,4 0 1-15,-3 0 0 16,2 0 0-16,3 0 0 16,1 0 0-16,0-1 1 15,2-1-2-15,-2 3 1 16,4-2 0-16,-6 1 0 0,5 0-1 16,-2-1 1-16,4 2-1 15,2-3 3-15,1 0-2 16,3-2 1-16,-3 2 0 15,4 1 0-15,-2-1 4 16,2 1-4-16,0 2 1 0,-1-2-2 16,3 3 0-16,0 0 0 15,3-1 0-15,3 0-3 16,3 1 4-16,-3-3-2 16,2 2 1-16,3-2 1 15,-1 0-1-15,1 0 2 16,0 1-4-16,1 1 4 0,2-2-2 15,1-1-3-15,2 0 3 16,4-2-3-16,-1 2 4 16,2-3 1-16,2 0-2 15,1 0 0-15,-1 0-2 16,2 0 4-16,-2 0-4 0,0 0 4 16,1 0-2-16,-1 0 0 15,0 0 0-15,0 0 0 16,2 0 1-16,1 0-1 15,-1 0 0-15,1 1-1 0,0-1 1 16,0 2 1-16,0-2-1 16,-1 0 0-16,0 0 2 15,1 0-5-15,1 0 1 16,-3-2 2-16,1-2 0 16,0-2-1-16,-1 1 0 0,0-4-2 15,1-1-7-15,-3-1 3 16,1-2 1-16,0-3-1 15,0-1 8-15,1-1-2 16,1 0 3-16,1 0-1 16,0 1-1-16,-3 0 0 15,2 0-1-15,-2 3-2 0,-2-3-1 16,-1 0 2-16,2 1 2 16,-2-1 0-16,2-1 0 15,-1-2 1-15,3 2-1 16,0-2 0-16,0 0-1 15,3 1 0-15,-2-2-4 0,0 1-2 16,1 2 3-16,1-1 4 16,2 2 0-16,-2-2 1 15,2 1-1-15,0 1 3 16,0-1-3-16,0-1 2 16,0-3 0-16,3-1 0 0,-1-1 0 15,4-2-2-15,-4-1 1 16,3 0-1-16,-1-1-1 15,1 2 3-15,-2 1-3 16,-1 2 2-16,-1 0-1 16,-1 2 2-16,0-1 1 0,0 1 0 15,0-1 0-15,0-2-1 16,-3-1 0-16,2 0 3 16,-1-2-1-16,2 0-3 15,0-2 0-15,0-2 0 16,-2 3 0-16,0-2-1 0,0 1 0 15,0 1-1-15,-1 0 1 16,2 2 0-16,-3 1 1 16,0 0-1-16,0 1 0 15,1 1 0-15,-3-2 1 16,1 1 0-16,2-2 2 0,-2 2-1 16,2 0 0-16,-1 0 1 15,1 1-1-15,-1 0-2 16,1 2 1-16,-2 1 0 15,3 0 0-15,-4 2 1 16,3 1-1-16,1-2 1 0,0 2-2 16,-3 0 0-16,2 2 0 15,0-1 0-15,-2 0 1 16,0 2 0-16,1 0-1 16,0 0 1-16,-4 0 0 15,5 2 1-15,-4-1 0 16,2 3 1-16,1-1-2 0,-1 4-1 15,1-2 0-15,0 1 1 16,0 2-1-16,-1-1 0 16,2 1 1-16,1-1-1 15,-2 1 0-15,1 1-1 16,0-1 0-16,0 2 2 0,-1-2 1 16,1 3-1-16,-1-1-1 15,3 3-1-15,1-1 1 16,-2 1 0-16,2 1-3 15,0 0-26-15,0 0-25 16,0-3-26-16</inkml:trace>
  <inkml:trace contextRef="#ctx0" brushRef="#br0" timeOffset="176383.02">17333 9407 41 0,'0'3'15'0,"4"-3"-12"0,5 0-2 0</inkml:trace>
  <inkml:trace contextRef="#ctx0" brushRef="#br0" timeOffset="176847.27">21086 9600 0 0,'0'0'0'0</inkml:trace>
  <inkml:trace contextRef="#ctx0" brushRef="#br0" timeOffset="180675.05">21303 9498 61 0,'0'0'25'0,"0"0"-22"16,0 0 0-16,0 0 1 16,0 0-3-16,0 0-1 0,0 0 2 15,0 0-2-15,0 0 1 16,0 0 3-16,0 0 1 15,0 0 0-15,0 0 1 16,-12-22-1-16,10 22 0 16,1-1 1-16,0 1-1 0,1 0 1 15,0 0-4-15,0 0-2 16,0 0 0-16,0 0 0 16,0 3 0-16,0 2 0 15,0 0 0-15,0 2 0 16,0 3 0-16,0-4 0 15,2 4 0-15,-1-3 0 0,0 3 0 16,-1 0 0-16,5 0 0 16,-5 1 0-16,0 1 0 15,0 0 0-15,0 1 0 16,0 0 0-16,0 1-7 16,0 2 10-16,2-2-3 0,-1 4-1 15,3-2 2-15,2 3-1 16,-2-2 0-16,3 1 0 15,1 2 0-15,-2 1 0 16,0-2 0-16,-2 2 0 16,-1-1 0-16,1-2 0 0,-2 2 0 15,-2-2 0-15,0 2 0 16,2-2 0-16,-2 0-1 16,0 1 2-16,0-1-1 15,0-1 0-15,0 3 0 0,0-3 0 16,1 1 0-16,1-2 0 15,-1 1 1-15,0 0-1 16,0 0 0-16,1-1 0 16,0-1 0-16,-2 0 0 15,2-1 0-15,-1-3 0 16,1 2 0-16,0-3 0 0,0-1 1 16,4-1-1-16,-5-1 1 15,1-1-1-15,1-2-9 16,-2-4-16-16,-1 0-26 15</inkml:trace>
  <inkml:trace contextRef="#ctx0" brushRef="#br0" timeOffset="181330.04">21232 9510 94 0,'0'0'0'0,"0"0"1"0,0 0-1 0,0 0-1 15,0 0 1-15,0 0 1 16,0 0 0-16,-17 44 0 16,17-36 2-16,0 4-1 15,0 2 0-15,0 4 1 0,0 2-2 16,0 3 0-16,3 2-1 16,1 4 0-16,2 1 1 15,-2 2-1-15,0 0 1 16,2-1-2-16,-2-1 1 15,1-1 1-15,1-1-1 0,1-3 0 16,0 2 0-16,-2-1 0 16,3-1 1-16,-3 1-1 15,2-1 0-15,-3 0 1 16,0 0-1-16,-1-1 1 16,1-3-1-16,-3 2 0 0,-1-3 0 15,0 1 0-15,0-6 1 16,0 0-1-16,0-1 1 15,0-4-2-15,0 0-4 16,-1-5-11-16,-3-3-54 16</inkml:trace>
  <inkml:trace contextRef="#ctx0" brushRef="#br0" timeOffset="181764.27">21202 9656 28 0,'0'0'5'0,"3"48"12"0,0-17-1 0,2 6-3 15,-2 2-3-15,1 0-2 16,2 1 1-16,1-2-3 0,-1-3-2 15,1-1 1-15,0-3-1 16,0-3-1-16,-1-1-1 16,-1-4 0-16,-1-3 0 15,-1-4-1-15,1-2 0 16,-2-4 0-16,-2-3-10 0,1-6-17 16,0-1-59-16</inkml:trace>
  <inkml:trace contextRef="#ctx0" brushRef="#br0" timeOffset="183029.79">21440 9569 71 0,'0'0'2'15,"0"0"-1"-15,0 0 0 0,0 0 0 0,0 0-1 16,0 0 1-16,0 0-2 16,0 0 6-16,0 0 1 0,0 0 2 15,0 0-3-15,0 0-4 16,-1 0-1-16,1 0 0 16,1 3 0-16,0 0-1 15,0 1 1-15,0 4 1 16,1 1 0-16,1 5 3 15,-3-2 0-15,2 6 0 0,-2 2-2 16,0-2 1-16,0 1-3 16,1 2 2-16,1 1 1 15,0-1-2-15,4 0 0 16,-3 2-1-16,2-2 1 0,0 2-1 16,1-3 0-16,-2 1 0 15,0 1 0-15,-1-1 0 16,-1-3 1-16,-1 2 1 15,0-3 0-15,-1 0 0 16,1-1-1-16,0-2 2 0,0 0-1 16,1-2 2-16,1 0-3 15,-1 0 1-15,2-1-1 16,-2-1-1-16,1 1 1 16,0 0-1-16,0-2 1 15,-1 0-1-15,1-1 0 0,0-1 1 16,1 1-1-16,-3-3 2 15,1-1 2-15,0-1 1 16,1-1-1-16,-2 1 0 16,2-2-1-16,-3 1 0 15,0-1 1-15,0-1 0 16,0 3-2-16,0-3 1 0,0 1 0 16,0-1 3-16,0 0-5 15,0 0 0-15,0 2 0 16,0-1 1-16,0-1 1 15,0 1 1-15,0-1 0 0,0 2 3 16,0-2-1-16,0 0 3 16,0 0-1-16,0 1-2 15,0-1-6-15,0 2 1 16,0-1-1-16,0 0-1 16,0 1-9-16,0-2-13 0,0 0-27 15,0 0-17-15</inkml:trace>
  <inkml:trace contextRef="#ctx0" brushRef="#br0" timeOffset="184368.85">21535 9576 40 0,'1'-1'4'0,"1"-2"-3"0,1 2 3 0,-2-1 0 16,1 2 2-16,-2-1 11 0,0 1 8 16,0 0-9-16,0 0-6 15,0 0-1-15,0 0-7 16,0 0-2-16,0 0-3 16,0 0 1-16,0 0-1 15,2 0 1-15,-2 0 1 16,1 1-1-16,1 2 1 0,-2 1 1 15,2 2 1-15,0-1 2 16,-1 2 1-16,2 2-2 16,-1 0-2-16,0 1 1 15,1 1 0-15,1 3-1 16,1-1 0-16,-3 3 0 0,2-2 1 16,-1 3-2-16,1-2 1 15,-3 3 0-15,2 0 3 16,1 2-1-16,1 1 1 15,-2-1-1-15,0 3 0 0,1-3-1 16,2 1-1-16,-4 0 0 16,1-2 0-16,3 1 0 15,-4-3 1-15,2-1 2 16,-1 0 2-16,2-1 2 16,-3-1-1-16,2-1-1 15,0-1-2-15,1-2 1 0,-2 0-3 16,2 2 1-16,-1-4-2 15,-2 2 1-15,1-1-1 16,-1-2 1-16,-1 3-1 16,0-3 0-16,1 1 1 15,-2-2-2-15,0 1 2 0,1 1 1 16,-1 0 2-16,0 0-1 16,0-1-2-16,0-1 0 15,0 1 1-15,0-1-1 16,0 0 0-16,0-1 0 15,0 1 2-15,0-2 2 0,0-1 0 16,-1 1-2-16,1-1-1 16,0-1-1-16,0 2 0 15,-1-1-1-15,1-1 1 16,-1 0-1-16,1 0 1 16,0 0-1-16,0-1 0 0,0 0 0 15,0 0 1-15,0-1 0 16,0 0 1-16,0 0-1 15,0 0 3-15,0 0 1 16,0 0 2-16,0 0-1 16,0 0-3-16,0 0-1 0,0 0 3 15,0 0-3-15,0 0 0 16,0 0 1-16,0 0 2 16,0 0 1-16,0 0 1 15,0 0-4-15,0 0-1 16,0 0-1-16,0 0 1 0,0 0-2 15,0 0 0-15,0 0 0 16,0 0 0-16,0 0-3 16,0 1-10-16,0 2-12 15,0-3-16-15,-2 0-34 16,-2 0-44-16</inkml:trace>
  <inkml:trace contextRef="#ctx0" brushRef="#br0" timeOffset="187763.02">18399 10565 59 0,'0'-4'20'0,"0"1"-2"16,0 0-9-16,0-1-3 0,-1 1-4 15,-1 1 0-15,2-2-1 16,0 0 1-16,0 0 1 15,0 0 1-15,0-1 3 0,0 2 2 16,0-1 1-16,0 1-2 16,0-1-7-16,2 1 0 15,3 0-1-15,2 0 0 16,-2 0 0-16,1 1 0 0,-1 1 0 16,2-2 0-16,-2 2-1 15,-1-1 1-15,2 2 0 16,-1 0-1-16,-1 0 1 15,4 0 0-15,-2 0-1 16,0 0 1-16,-1 0-1 16,4 4-2-16,-4 0 0 0,1 2 1 15,0 1 2-15,1 1 0 16,-2 2 0-16,0 2 0 16,1 0 1-16,-4 1-1 15,0 0-1-15,-1 0 3 16,-1 0 3-16,0 0-1 0,0-1 0 15,0 2 2-15,0-1 0 16,0 1-1-16,0 0-4 16,-3 2 2-16,-1 0-1 15,0 0-1-15,-2 3 0 0,2 1 0 16,-2 0 0-16,3 2-1 16,-3 0 0-16,2-1 4 15,1 1-2-15,1-1-2 16,-1 0 2-16,1-1 2 15,2 0-2-15,0 2 0 16,0-1-1-16,0-2-1 0,0 0 1 16,0-3-1-16,0 1 0 15,2-3 1-15,3-1-2 16,-2-3 3-16,3 1-2 16,-1-4 1-16,-1 0-1 15,2-3 0-15,-4-1 1 0,3 0 1 16,-2-3-3-16,3 2 4 15,-5-1-3-15,1-1 3 16,0 0-2-16,-1 0 0 16,0 0 2-16,-1 0 2 15,0 0-2-15,0 0-1 0,0 0 0 16,0 0 2-16,0 0 1 16,0 0-5-16,0 0 1 15,-2 0 0-15,0 0-1 16,0 1 0-16,-1 2 0 0,0 1-1 15,0 2 1-15,1 3 0 16,-1 1-1-16,2 0 2 16,1 2-1-16,-2 1 1 15,2 0-1-15,0 3 0 16,0-1 0-16,0 1 0 16,0-2 0-16,0 0 0 15,0 2 0-15,0-2 0 0,0 3 0 16,0-1 0-16,2-1-1 15,-2 2 1-15,1 0 0 16,-1-1 0-16,3-1 0 16,-1 1 0-16,-1-1 0 0,1-1 0 15,1 3 0-15,-1-2 0 16,-1 1 0-16,0 0 0 16,2-1 1-16,-1 1-2 15,0 2 1-15,0-2 0 16,1 1 1-16,-1 1-2 0,1 0 1 15,0 0 0-15,0 2 0 16,-1-2 0-16,-1-2 0 16,1 1 0-16,0 0 1 15,-1-5-1-15,0 1 0 16,1-1 0-16,0-1 0 16,0-1 0-16,0-1 0 0,-1 2 0 15,1-2 0-15,-1 1 0 16,1 2 0-16,0 0 0 15,0 1 0-15,0 3 0 16,-2-1 0-16,0 2 0 16,0 1 0-16,0-2 0 0,0 1 0 15,0 0 0-15,0-1 0 16,0 1 0-16,-2-2 0 16,-3-1 0-16,3-1 0 15,2 1 0-15,-2-2 0 0,1-1 1 16,-1-1-2-16,0 0 2 15,2 3-1-15,-3-5 0 16,2 1 1-16,-1 1-2 16,1-2 2-16,-1 1-1 15,0-2 0-15,2-1 0 16,-2-1 0-16,-1-2 1 0,0 1 0 16,0-1 3-16,1 0 3 15,1-1-5-15,-4 0-1 16,2 3 2-16,0-1-2 15,-1 0 0-15,-1 2 1 16,1 1-1-16,-1-1 2 0,-2 0-2 16,3 3 2-16,-4-2-1 15,4 2 2-15,-2-2-2 16,0 0-1-16,1 0 1 16,-1-1 2-16,0 1-2 15,-2 0 4-15,2-1-2 0,-3-1-2 16,2 1 2-16,-3 0-3 15,0-2 0-15,1 3-1 16,-1-1 1-16,0-2-1 16,-1 3 1-16,1-1-1 15,1-1-2-15,1 0-9 0,2-2-9 16,1-1-8-16,-3-2-29 16,6 0-127-16</inkml:trace>
  <inkml:trace contextRef="#ctx0" brushRef="#br0" timeOffset="188596.29">18797 11586 7 0,'0'0'20'0,"3"-3"-6"0,-1 3-3 15,2-1-4-15,-2 1-2 16,-1-2 4-16,1 2-3 15,1 0-2-15,-2 0-4 16,3 0 1-16,-4 0-1 0,2 0 1 16,-1 3 4-16,0 3 7 15,0 1-3-15,1 0-1 16,0-1-3-16,3 0 4 16,-3-2 0-16,0 0 0 15,1-4 5-15,-2 0 10 16,4 0-4-16,0-2 0 0,4-12 1 15,4-7-7-15,8-9-11 16,5-7-2-16,10-11-5 16,-1-9-62-16,6-7-92 15</inkml:trace>
  <inkml:trace contextRef="#ctx0" brushRef="#br0" timeOffset="190090.97">22222 9284 22 0,'7'0'1'0,"0"0"0"0,-1 0-1 0,1 0 0 16,-3 0 1-16,-2 0-1 15,0 0 0-15,0 0-1 16,-2 1 10-16,0 2 6 0,0-1 1 16,0 3-7-16,0 1-6 15,2 0-1-15,-1 2-1 16,1 3 1-16,1 1-2 16,2 0 1-16,-3 4-1 15,1 0 0-15,0 2 0 16,0 1-1-16,0 2 4 0,-1 2 2 15,1-2-2-15,0 2 2 16,0-2-3-16,-1 2 1 16,0-2 2-16,0 1-1 15,-2 0 0-15,1-1 0 0,-1 2-2 16,2-2 1-16,-1 1 0 16,3-1 0-16,-2-1 1 15,0 1-1-15,0-2 1 16,-2-1 1-16,2-1-1 15,-1 3 0-15,1-6 1 0,-2 1-2 16,2 0 0-16,-1-3 0 16,2 1 1-16,-3 0-1 15,0-1-1-15,2-1-1 16,-2 2 0-16,0-2 0 16,0 2-1-16,0-4 2 15,0 2-2-15,0-1 2 0,0 0 3 16,0 0 4-16,0-2-6 15,0 2 0-15,0-3-1 16,0 2 1-16,0-1-2 16,0 1 0-16,0-2-1 15,0 0 1-15,0-3-1 0,0 1 1 16,1-2 3-16,-1 1 2 16,0-1-2-16,0 0 0 15,0 2 2-15,0 0-2 16,0 0-1-16,-1 2 0 15,-5 3-1-15,-5 1-1 0,-8 6 1 16,-11-1-1-16,-15 3-25 16,-27-2-131-16</inkml:trace>
  <inkml:trace contextRef="#ctx0" brushRef="#br0" timeOffset="193513.02">19669 9275 69 0,'-4'0'3'0,"1"0"1"0,0 0 4 0,-1 0-1 15,0 0 2-15,2 0 0 16,-1-1-2-16,-1-2 0 0,0 2-1 16,0-1 0-16,1 2-3 15,-3 0-2-15,2 0-1 16,0 0 0-16,0 3 0 16,0 1 0-16,1 3-1 15,1 0 0-15,-2 2 1 0,1 0 0 16,2 2-1-16,0 0 1 15,1 0 0-15,0 2 0 16,0-1 1-16,1-1-1 16,9 2 0-16,-3-2 0 15,2 2 1-15,3 2 0 0,0-3-1 16,1 2 1-16,1 0 1 16,1-1 1-16,2-1 2 15,-1 0 2-15,5 1 1 16,-2-3-1-16,2 1-2 15,0 1 2-15,3-2-4 16,-1-2 1-16,1 2 1 0,1 0-1 16,2 0 0-16,2-3 5 15,0 2-1-15,0-2-4 16,2-1 2-16,-2-1 0 16,0-1-3-16,-4-2 0 15,-3-1 2-15,0-1 1 0,0 0 1 16,-3 0-3-16,2 0 1 15,-1 0-3-15,-3 0 1 16,0 0-2-16,-4 0 0 16,-1 0-1-16,-2 0 1 15,-4 0-1-15,1 0 0 0,0 0-2 16,-1 3-13-16,-3-1-30 16,-1-2-46-16</inkml:trace>
  <inkml:trace contextRef="#ctx0" brushRef="#br0" timeOffset="193932.12">20346 9522 37 0,'0'0'7'0,"0"0"-3"0,0 0 11 15,0 0-1-15,0 0 0 16,0 0-4-16,0 0 1 0,0 0-2 15,0 0 2-15,0 0-2 16,0 0 1-16,0 0-6 16,9 33 3-16,-3-27-4 15,-2 1-1-15,2 0 2 16,0 3 7-16,-2-1-5 0,1 5 2 16,-1 0-1-16,-4 3 1 15,-4 7-5-15,-15 7 1 16,-16 10 0-16,-26 9-1 15,-25 4-24-15</inkml:trace>
  <inkml:trace contextRef="#ctx0" brushRef="#br0" timeOffset="-197482.63">10907 13793 29 0,'5'-6'4'0,"1"1"-4"0,1-1 1 0,-4 2 0 0,3 0-1 16,-4 1 1-16,-2 1 9 15,0 1 7-15,0-2 3 16,0 3-3-16,0-2-4 16,0 1-3-16,0 0-3 0,0 1-3 15,0-2-2-15,0 2 1 16,0 0-1-16,0 0-1 16,0 0-1-16,0 0 0 15,0 0-1-15,2-1 2 16,0 1-1-16,1 0 0 0,2 0 2 15,-1 0-4-15,-1 0 4 16,1 0-2-16,0 0 0 16,1-1-2-16,-2 1 2 15,3-1 0-15,-4 1 2 16,1-2-2-16,-1 2 0 0,2 0 0 16,0-2 2-16,-1 2-2 15,0 0 1-15,2-1 1 16,-3 1-1-16,2 0-1 15,-2 0 1-15,0 0-1 16,2 0 1-16,-4 0 0 0,4 0 0 16,-4 3 0-16,2 1 1 15,1 2-1-15,1-1 0 16,-2 2-1-16,-2-1 1 16,2 3 0-16,-2 2 1 15,0 0 1-15,0 1-1 0,2 1 0 16,-2 2-1-16,2-1-1 15,-1 1 0-15,0 0 1 16,1-1-1-16,0-1 0 16,0 1 0-16,0-2 1 15,-2-1-1-15,0 2 1 0,0-1-1 16,0 1 1-16,0-1 0 16,0 1 0-16,0 1 0 15,0-2 3-15,-4 3-2 16,0 0 1-16,-2 1 0 15,2 1-2-15,-2 0 0 0,3 0 0 16,-3 2 1-16,0 0-2 16,2 0 1-16,-2 1 1 15,2 0 0-15,-1-1 0 16,3 1 1-16,-1-3 3 16,2 2-2-16,0-5-2 0,1 0-2 15,0-1 1-15,0 1 0 16,0-5 2-16,0 1-2 15,5-2 0-15,-3-1 2 16,2 2-2-16,1-5 2 16,1 2-3-16,-1-1 0 0,-1 0 1 15,1-2-1-15,-3-1 0 16,0 0 0-16,-1-1 0 16,-1-1 0-16,0 0 0 15,0 0 2-15,0 0 0 16,0 2 0-16,0-1-1 15,-1 2-1-15,-3 3-1 0,-5 2 1 16,-1 4 0-16,2 3-1 16,-3 2 1-16,1 2 0 15,2 2 0-15,1 0 0 16,3 2 0-16,0 1-1 16,2 1 2-16,-1-2-1 0,2 2 0 15,0 0 0-15,1-1 0 16,-1 1 0-16,1-2 0 15,0 0 0-15,-2 0 1 16,0 1-1-16,2 0 0 16,-2-2-1-16,2 0 2 0,-3 0-1 15,2-2 0-15,-1 1 0 16,1-1-1-16,-1-2 1 16,0-1 1-16,0-2-2 15,-1-3 1-15,0-1 0 16,0-3 0-16,0-2 0 0,-1-1 1 15,-2-1-1-15,1-1 1 16,-4 0-1-16,-2-2 1 16,0-1-1-16,-1 0 0 15,1 0 0-15,1 0-2 16,2-1-2-16,2-12-20 0,3-3-34 16,1-9-12-16</inkml:trace>
  <inkml:trace contextRef="#ctx0" brushRef="#br0" timeOffset="-196201.87">10961 13702 59 0,'-11'3'4'0,"-1"0"9"0,2 0-6 0,0-1-4 0,1 0-1 16,1-1 1-16,1 1 6 16,2-2 3-16,2 0 1 15,2 0-5-15,1 0-4 16,0 0-5-16,1 0 1 16,9-2-1-16,-1-2 1 0,3-1-1 15,-1 0 1-15,1 1 0 16,0 2-1-16,-3 1 0 15,-1 1 3-15,2 0-1 16,-3 0-1-16,-1 6 1 16,-1 2 0-16,1 2 0 0,-1 4 0 15,-3 3-1-15,-1-1 1 16,-1 7 0-16,0-1 0 16,0 4 1-16,-6 3-1 15,-1 3 0-15,-1 2 1 16,0-1 3-16,0 0 0 0,1-1-2 15,1-1-2-15,2-2 0 16,2-3-1-16,2-1 0 16,0-1 0-16,0-3 0 15,2-5 2-15,6 1-2 16,-2-4 0-16,4-5 0 0,-1-2 1 16,4-4 0-16,-1 0 3 15,3-2-1-15,-3 0 0 16,1-2-1-16,-3-3-1 15,0 0 1-15,-5 0-1 16,-3 1 0-16,0 1 1 0,-2 3 1 16,0 0 6-16,0 0-2 15,-5 7-6-15,-3 6-4 16,-4 4-1-16,1 2-4 16,-1 2 5-16,2 2 2 15,3-1 1-15,2 1 0 0,2 1-1 16,2 2 1-16,1 0 0 15,0 2 0-15,0 0 0 16,7 1 0-16,-1 0 0 16,1 1 0-16,-1 0 0 15,4 0 0-15,-3-2 1 16,1-1-1-16,2 0 0 0,-3-1 0 16,1-1 0-16,-3-2 0 15,1 1 0-15,-1-1 0 16,-3 0 0-16,-2 1 1 15,0-1-1-15,0-1 0 0,-2 0 0 16,-9-1 0-16,-2-1 1 16,-2-3-1-16,-2 0 1 15,-5-3 0-15,1-2 3 16,0 0-1-16,2-3-2 16,-1-1-1-16,5-2 0 15,2-2-1-15,0-4 1 0,3 0-24 16,0-1-36-16</inkml:trace>
  <inkml:trace contextRef="#ctx0" brushRef="#br0" timeOffset="-189304.4">6723 15125 48 0,'0'0'5'0,"0"0"-4"0,0 0 1 0,0 0-1 15,0 0-1-15,0-2 0 16,0-1 3-16,0-1 4 16,0 2 4-16,0-1 0 15,0 3-1-15,0-3 0 0,0 3-3 16,-2 0-2-16,0 0-3 16,0-1 0-16,1 1-2 15,-3 0 1-15,-1 0 1 16,1 0-1-16,0 0 2 0,-5 0-1 15,2 0 0-15,0 0 0 16,-1 0 0-16,-2 0-1 16,0 3-1-16,-1 2 1 15,1 1-2-15,-1 1 1 16,-2 1 0-16,1 0 1 0,-1-1-1 16,-1 0 0-16,-1 0 2 15,1 3-2-15,1-3 2 16,-1 0-1-16,1 0 1 15,2 2 1-15,-1-1-2 16,4 2 0-16,-1-1-1 16,-1 0 0-16,2 0 0 0,0 1 1 15,3 0-1-15,-4 1 0 16,2-1 0-16,1 0 0 16,1 2 0-16,-3-2 2 15,4 1-1-15,-2 2-1 16,2-2 0-16,1 3 0 0,-1-2 0 15,2 5 0-15,-2-2 0 16,1 2 0-16,-2-1 1 16,3 0-1-16,0-1 0 15,-2-2 1-15,3 3 0 16,-1-1-1-16,2 1 1 0,-2 3 0 16,2 2-1-16,0 0-1 15,0 1 2-15,0-1-1 16,0 1 0-16,0-2-1 15,2 0 2-15,2 0-1 0,3-2-1 16,-1-1 1-16,2-1-1 16,1 1 1-16,2 0-1 15,2-3 1-15,0 0-1 16,2 1 0-16,0-1 1 16,3-3-1-16,0 2 2 15,-3-1-1-15,1-1-1 0,-1 0 2 16,2-1-1-16,-2 0 0 15,3 0 1-15,-3 0-1 16,2 0 1-16,-1 1-1 16,3-1 0-16,0 0 0 15,0-1 1-15,-1-2-1 0,0 1-1 16,2-2 1-16,0-2 0 16,-3-1 1-16,4 1-1 15,0-1 1-15,2-2 0 16,2 1-1-16,0 0 2 15,4-2-2-15,-2 1 0 0,2-1 2 16,0 0-1-16,-1 3 1 16,1-2-1-16,0 1-1 15,-1 0 0-15,1 0 1 16,4 1 0-16,-2 0 0 16,5 1-1-16,1-1 1 15,3 0-1-15,1-2 0 0,1 3 0 16,0-3 0-16,2 1 0 15,-1-2 1-15,1 0-2 16,1 0 2-16,1 0-1 16,4-7 1-16,1 0 1 0,-2-3-1 15,1 0 7-15,-1 0-5 16,-2 0 1-16,0 3-1 16,2 1-2-16,-3 4-1 15,2 2 1-15,-2 0 0 16,0 0-1-16,0 4 0 15,0 3 0-15,-2 0 1 0,3 0 0 16,-5 0-1-16,3 0 2 16,-3 0-1-16,1 0-1 15,-2-4 3-15,-1 2-2 16,-1-4 1-16,0 3 0 16,-4-4 0-16,1 1 1 0,2 1 3 15,-4-2-2-15,3 0-1 16,0 0 0-16,-1 0-2 15,5 0-1-15,1 0 1 16,6 0 0-16,-1-4-1 16,0-2 1-16,2 2-1 0,-4-1 1 15,4 0-1-15,-4 2 0 16,4 0 0-16,-3 3 0 16,2-2 1-16,-2 0-2 15,-3 1 2-15,-1-1-1 16,0 2 1-16,-1-3 1 0,-3 0 2 15,4 2-1-15,-1 0-3 16,-1-1 2-16,0 2-1 16,1 0 0-16,-1 0-1 15,-3-1 0-15,1-1 1 16,1-2-1-16,-1 1-1 0,-2-1 1 16,2-3-1-16,2 1 3 15,-6 0-2-15,3-1 0 16,-6 0-1-16,3 3 3 15,-3-2-1-15,-2 2 0 16,2 0 1-16,1 0-2 16,-3 1 0-16,3 1 0 0,1 1 1 15,-2-1-1-15,-2 1 0 16,0 1 0-16,-2 0-4 16,0 0 5-16,0 0 1 15,-3 0-2-15,3 4 1 16,-3 1-1-16,2 1 0 0,1 0 0 15,-2-1 0-15,2-1 2 16,0 0-4-16,-2 0 2 16,2-2 0-16,2 2-1 15,0-1-1-15,-2 1 4 0,3 2-2 16,-1 1-11 0,2 0 18-16,0 0-3 0,0 5-3 15,0 0-1-15,5 1 0 16,-4 3 2-16,3 2-2 15,1 1 0-15,3 2 0 16,0 3 0-16,1-2 0 0,2 0-2 16,2-1 2-16,2 1 0 15,3-5-1-15,1-2-1 16,0 0 1-16,3-3 0 16,2 0-4-16,2-4-4 15,2-1-2-15,4-2-2 16,0-2-1-16,1-2-1 0,2-1 3 15,0 0 5-15,-1-1 4 16,2-5 2-16,-4 1 1 16,3-1 0-16,0 0 0 15,-3 0 0-15,2 2 0 0,1-1 0 16,-3 1-5-16,0 0 5 16,-1-3 1-16,-2 4 1 15,0 0 3-15,1-1-3 16,-5 0 0-16,2 1-1 15,-3-3 0-15,0 2-1 0,1-2 0 16,-1 1 0-16,-1-3 0 16,1 1 1-16,-1-3-1 15,-4-1 0-15,0-2 0 16,0-5 2-16,2 0 1 16,-5-1-2-16,0-5 0 0,-1-2-1 15,-6-1 1-15,-2-4-1 16,-2 1 0-16,-5 0 6 15,1-2 7-15,-3 0-2 16,-2-2-7-16,0 2 0 16,-6-2-3-16,0 1-1 15,-2-1-2-15,-4 1 1 0,-3 2 1 16,-2-2 0-16,-3 5 1 16,-1 0-1-16,-4 2 2 15,0 2 8-15,-1 2-4 16,-1 1-4-16,0 0-1 15,0 1-1-15,0 0-1 0,-1 0-12 16,-5 3 6-16,-3 0 1 16,-1 0 4-16,0 3 0 15,-1-2 0-15,-3 2 3 16,1 1-3-16,-3-2-8 16,-1 0 0-16,-1 1 10 0,0 3 1 15,-2-3-1-15,1 2 1 16,-2-1 3-16,0 2-3 15,-1-2 1-15,4 2-1 16,-3 0 1-16,1 1-1 16,0 0 1-16,0 0 3 0,0 1-1 15,-1-1 1-15,-2 2 1 16,2-1-1-16,-4-1 0 16,-1 2 0-16,0-1 0 15,0 1-1-15,2 2-2 16,-3-1-2-16,0 1 0 15,1 1 0-15,-1 2 0 0,0-2 0 16,-2 1 0-16,-4 2 0 16,2 0 0-16,-1-1 0 15,-3 3 0-15,1 0 0 16,-5 0 0-16,2 0-1 16,1 0 1-16,0 3 0 0,-4 1 0 15,0 1 0-15,-2 0 0 16,-1 1 1-16,0 0-1 15,-5-1 0-15,2 0 0 16,2-2 1-16,-6-1 0 0,3 3 5 16,-5-3 1-16,0 1 0 15,-2 1-3-15,3-1-2 16,-3 2-1-16,-2-2 0 16,0 2-1-16,2-2 0 15,-1 0 1-15,-1-2-1 16,-1 2 0-16,0-2 0 0,-1 0 0 15,1-1 0-15,-3 1 1 16,1 1-1-16,1-2 0 16,1 1 0-16,1 0 1 15,0-1-1-15,0 2 1 0,3-1 0 16,-3-1-1-16,-2 0 0 16,0 1 1-16,1-1 2 15,-1 0 1-15,0 0 1 16,1 0 0-16,1 0-1 15,-3 0 0-15,2 0-4 0,1 0 1 16,-1 0 0-16,-1 0-1 16,1 0 0-16,-4 0 0 15,3 0 2-15,-2 0-2 16,0 2 0-16,1-1 1 16,-1 4-1-16,-1 0 0 15,3-1 0-15,-2 2 0 0,0 4 0 16,3-3-1-16,0 0 2 15,1 3-1-15,0-4-1 16,2 1 1-16,3-1 0 16,2-2 0-16,-1 0 0 15,4-1 1-15,0-2-1 0,2-1 0 16,4 2 0-16,-1-2 0 16,4 1 0-16,1-1 0 15,-1 3 0-15,0-2 0 16,1 1 0-16,-2 1 0 15,-1-2 0-15,3 1 0 0,-3-2 0 16,2 0 1-16,1 0-1 16,-2 0 0-16,-1 0 0 15,0 0 0-15,-1 1 0 16,0 2 1-16,-3-2-1 16,0 3-1-16,0-1 2 0,1 0-1 15,-2 2 0-15,-2-1 0 16,0-3 1-16,-1 2-1 15,0 0 0-15,-2-2 0 16,1 1 0-16,4-2 0 16,-5 0 1-16,2 0 0 0,0 0 0 15,0 0 1-15,0 0 0 16,0-2 2-16,4-2-2 16,-1 1 0-16,4-1-1 15,-5-2 0-15,3 1 0 16,-3 0 0-16,1 2-1 15,-2-1-1-15,4 0 2 0,-2 1-1 16,1 0 0-16,-1 0 1 16,1-1 1-16,0 4-1 15,-1-1 2-15,-1-1-3 16,1 2 1-16,1 0-1 0,5 0 0 16,-2 0 0-16,2 0 0 15,-1-1 0-15,2-1 0 16,1 1 0-16,0-2 1 15,-2 0-1-15,4 2-1 16,-1-2 1-16,3-1 0 0,1 1 0 16,2 0 0-16,0 0 1 15,-1 1-1-15,2 0 0 16,1 1 0-16,0 1-1 16,-1 0 2-16,3 0-1 15,-2 0-1-15,2 8 1 0,-2 1-1 16,5 5-10-16,0 2-16 15,-1 0-26-15,1-5-84 16</inkml:trace>
  <inkml:trace contextRef="#ctx0" brushRef="#br0" timeOffset="-188385.51">9848 15939 97 0,'0'-1'4'0,"0"-3"10"0,0 4 11 0,-6 0-7 15,3 0-10-15,-4 2-7 16,2 8-1-16,1 3-1 16,0 1 2-16,-1 6-1 0,3 0-1 15,0 4 2-15,2 2-1 16,0 2 0-16,0 3 1 15,0 2-1-15,0 2 0 16,5-2 0-16,3-1 2 16,-1-1-2-16,3 0 2 0,0-3 1 15,3 1 4-15,-1-2-1 16,3 1-1-16,-1-1 4 16,1-3-2-16,-1 1-1 15,1-3 2-15,1-1-3 16,-3-1 2-16,-2-1-3 15,3-2-3-15,-3 1 1 0,1-4-2 16,-3 2 0-16,1-2 1 16,-2 0-2-16,-2 1-15 15,-2-4-36-15,-3 0-26 16</inkml:trace>
  <inkml:trace contextRef="#ctx0" brushRef="#br0" timeOffset="-188165.71">10005 16699 89 0,'0'0'0'0,"0"0"21"16,0 0-10-16,0 0-10 16,0 0 0-16,0 0 1 0,0 0 5 15,0 0 1-15,0 0 2 16,26 20-6-16,-15-16-1 15,-3 2-3-15,3-5 0 16,-1-1-8-16,-4 0-60 16</inkml:trace>
  <inkml:trace contextRef="#ctx0" brushRef="#br0" timeOffset="-188022.47">10111 16618 200 0,'0'0'9'15,"0"0"-1"-15,0 0-7 0,0 39-1 16,4-17 0-16,2 5 0 16,0 3-29-16,-3 3-56 15</inkml:trace>
  <inkml:trace contextRef="#ctx0" brushRef="#br0" timeOffset="-187588.47">10378 17146 92 0,'0'0'-16'15,"0"0"18"-15,-23 49 4 0,17-24 5 16,5 2-2-16,-1 2 3 16,2 0-2-16,0-2-1 15,0-4-2-15,4-4 4 16,6-7-6-16,-1-6-1 16,2-3-1-16,1-3 4 0,1-4 3 15,0-12-3-15,1-4 0 16,-1-4-4-16,-2-3 0 15,-5-1 1-15,-3-1-1 16,-1 5-1-16,-2 1 0 16,0 4 1-16,-9 3 5 0,-2 3-1 15,2 5 1-15,-2 4-3 16,-1 4-2-16,-1 2 0 16,3 14-19-16,-2 4-32 15,5 1-11-15,-3 0-43 16</inkml:trace>
  <inkml:trace contextRef="#ctx0" brushRef="#br0" timeOffset="-186926.74">10557 17149 123 0,'0'0'4'0,"0"0"11"16,0 0 8-16,0 0-22 0,0 0-2 16,0 0 2-16,0 0-2 15,12 47 2-15,-4-30-1 16,-2 0 0-16,3-4 0 16,-3-2 2-16,1-1-3 15,1-4 2-15,0-3 1 16,1-3 0-16,-1 0 4 0,0-6 2 15,0-7-2-15,1-1 0 16,-2-3-2-16,-2-1 0 16,-1 3-1-16,-2 1 1 15,-1 5 4-15,-1 4 2 0,0 2 0 16,1 3 1-16,2 0-14 16,1 13 6-16,0-2-1 15,4 5-1-15,3 2-1 16,-3-1 0-16,4-2 0 15,-3-3 1-15,0-3-1 0,2-1 0 16,0-3-1-16,-2-5 1 16,-2 0 0-16,4-6 1 15,-4-5-1-15,-1-8 5 16,-1-4-2-16,-3-3-2 16,1-3 0-16,-3-3 0 0,0-3-1 15,0-2 0-15,-5 2 0 16,0 2 0-16,-1 3 0 15,2 6 1-15,1 6-1 16,-1 8 2-16,-2 4 2 16,5 6 0-16,0 0-5 15,1 16 0-15,0 6 1 0,0 4 0 16,0 2 0-16,6 1 1 16,2-3-1-16,3-1 0 15,1-4 0-15,-4 1 0 16,3-4-1-16,1 1-7 15,-1-4-26-15,-5-5-30 0,1-4-9 16</inkml:trace>
  <inkml:trace contextRef="#ctx0" brushRef="#br0" timeOffset="-186749.24">10806 17149 228 0,'0'0'-24'0,"0"0"64"0,0 0-22 0,0 0-16 0,0 0-2 16,-8-37 0-16,19 29-3 16,3-3-16-16,3 1 1 0,1-1-15 15,-2 0-6-15,4 1 4 16,-5 0-20-16</inkml:trace>
  <inkml:trace contextRef="#ctx0" brushRef="#br0" timeOffset="-186557.56">10957 17016 47 0,'0'0'56'0,"0"0"-18"15,0 0-24-15,0 0 7 16,10 42 1-16,-7-20-10 16,6 3-1-16,-2 5-1 15,2 3-2-15,1 5-4 16,2 5-2-16,1 1 1 0,-3 1-4 16,1 2 2-16,-1-4-1 15,-5-6 0-15,2-5-1 16,-5-6-5-16,0-8-24 15,-2-6-24-15,0-11-22 16</inkml:trace>
  <inkml:trace contextRef="#ctx0" brushRef="#br0" timeOffset="-186293.48">10968 17129 127 0,'0'0'9'15,"6"-44"17"-15,1 27-12 16,2 5-11-16,-2 5-2 16,4 4-1-16,-2 3 0 15,0 0 0-15,1 4 2 0,2 8-1 16,-1 4 4-16,-4 1-2 16,0 3-3-16,-3 1 1 15,-3-2-1-15,-1-1 0 16,0-3 1-16,-1-1-2 15,-3-3 0-15,0-1-5 0,-1-6-40 16,4-4-10-16</inkml:trace>
  <inkml:trace contextRef="#ctx0" brushRef="#br0" timeOffset="-185731.3">11142 17088 191 0,'0'0'24'0,"0"0"-8"15,0 0-12-15,0 0-4 16,0 0 2-16,0 0 3 16,33 44-4-16,-26-27-1 15,0 0 1-15,2-2 0 0,-2-3-1 16,1-1 0-16,2-5 0 16,-4-1 2-16,-1-4-4 15,1-1 2-15,-3 0 0 16,3-10 0-16,-4-3 5 15,3-4-2-15,-5 0 1 0,2-1 1 16,-1 2 0-16,1 2-1 16,-1 4-1-16,2 3-3 15,1 5 0-15,0 2 0 16,3 0 1-16,0 3-2 16,2 4 1-16,0 2 1 0,1-1 0 15,-2-2-1-15,1 0 0 16,-3-2 0-16,-1-3 0 15,2-1 0-15,-2 0-1 16,-1 0 1-16,0-11-1 16,-2-2 1-16,-2-4 0 0,0-1 0 15,0-7-2-15,-2-1 2 16,-5-3 0-16,1 1 0 16,-2 1 0-16,4 2 0 15,-2 7 2-15,1 5-2 16,3 6 1-16,2 7 0 0,0 0-5 15,0 15 2-15,3 4 1 16,5 8 2-16,0 0-1 16,3 3 1-16,1-1-1 15,2-3 0-15,-1 1 0 16,1-4 0-16,-1 0-14 0,-2-4-31 16,-5-5-35-16</inkml:trace>
  <inkml:trace contextRef="#ctx0" brushRef="#br0" timeOffset="-185561.13">11341 17002 185 0,'0'0'16'0,"0"0"-6"0,5-39-9 0,6 25 0 0,6-5-1 16,3 0-53-16,1-1 38 15,0-1-24-15</inkml:trace>
  <inkml:trace contextRef="#ctx0" brushRef="#br0" timeOffset="-185319.5">11607 16592 162 0,'0'0'42'0,"0"0"8"15,0 0-27-15,0 0-17 0,0 0-5 16,-11 45 3-16,11-13-3 16,0 5 0-16,0 3 0 15,0 0-1-15,7-1 0 16,3 1 0-16,0-3 0 16,0-1 0-16,4-5-1 15,0-3-6-15,1-7-11 0,3-2-30 16,-3-8-12-16,1-8-7 15</inkml:trace>
  <inkml:trace contextRef="#ctx0" brushRef="#br0" timeOffset="-184949.44">11835 16938 149 0,'0'0'25'16,"0"0"36"-16,0-45-22 16,-3 34-22-16,-1 3-9 15,-3 4-2-15,1 4-5 16,-4 0-6-16,1 15 3 15,1 2 6-15,0 4-4 0,0 4-1 16,3-1 3-16,3-1-3 16,2-5 1-16,0-4-8 15,7-3-8-15,3-6 1 16,0-5 0-16,1 0 8 16,1-3 3-16,-3-10 4 0,1-3-6 15,-2-2 10-15,-4-3-1 16,-1 1 6-16,-2 4-2 15,-1 2 2-15,0 3 4 16,0 5-1-16,0 3-7 16,0 3-5-16,1 2-1 0,3 9 1 15,2 3 1-15,2 4 4 16,-1 0-2-16,3 1-3 16,1-3 0-16,3-2-7 15,-4-1-13-15,1-2-15 16,-1-6-48-16,-5-4-24 0</inkml:trace>
  <inkml:trace contextRef="#ctx0" brushRef="#br0" timeOffset="-184522.25">12013 16825 130 0,'0'0'16'16,"0"0"-15"-16,0 0-1 0,0 0 5 0,0 0 4 15,23 45-4-15,-19-29 0 16,1-3-4-16,4-3 1 16,0-3-1-16,2-4 0 0,2-3-1 15,1 0 0-15,2-13 1 16,-3-1 0-16,0-6 0 16,0-1 0-16,-2-3-2 15,-1 1 8-15,-5 0-1 16,1 5 6-16,-2 4-1 0,-3 2-1 15,1 5 1-15,-1 7 7 16,2 0-13-16,-3 6-5 16,4 9 0-16,-2 4 6 15,6 5-1-15,-2 4-4 0,-1 2-1 16,3-1 0-16,4 2 1 16,-5-2-1-16,1-1 0 15,-3-3 0-15,-1-1 0 16,-4-2 0-16,0-2 0 15,-4-1-1-15,-7-4 1 0,-5-1 0 16,0-3 1-16,0-2-9 16,-3-8-44-16,0-1-49 15</inkml:trace>
  <inkml:trace contextRef="#ctx0" brushRef="#br0" timeOffset="-183988.3">12308 16865 97 0,'0'0'2'0,"0"0"12"0,0 0 14 0,34-38 4 0,-29 26-12 15,-1 1-8-15,-2 1-2 16,0-1 4-16,-2 2-1 15,0 1-1-15,0 1-2 0,-4 0-6 16,-1 2-1-16,1 1-2 16,-2 1 1-16,1 0-2 15,0 3-8-15,0 0 11 16,2 0-3-16,1 9-4 16,1 1 3-16,1 2 1 15,0 3 0-15,0 1 0 0,4 0 0 16,3 0 0-16,0 1 0 15,2-3 0-15,-3-4 0 16,1-1-2-16,0-2 1 16,0-5-3-16,-2-2 4 0,3 0 1 15,-3-4-1-15,2-7 6 16,-2 0-1-16,3 1 0 16,-4 1-1-16,2 4-3 15,2 3 1-15,1 2 0 16,0 6-1-16,5 5 1 0,-1-1 0 15,0 0-1-15,3 0-1 16,-3-7 0-16,-1-3 0 16,0 0 1-16,2-10-1 15,-3-7 1-15,0-6-2 16,-1-7 2-16,-1-5-12 16,-3-8-51-16</inkml:trace>
  <inkml:trace contextRef="#ctx0" brushRef="#br0" timeOffset="-180686.86">15617 15995 129 0,'0'0'-5'0,"0"0"14"0,0 0-3 0,0 0 5 0,0 0 4 16,0 0-3-16,0 0-4 15,0 0 5-15,0 0-5 16,0 0 3-16,0 0 3 16,1 49-9-16,-1-23-4 0,0 3 0 15,0 0 0-15,0-1-1 16,3 2 2-16,1-6 1 16,-1 0 1-16,1-2-3 15,0-1-1-15,1-2 0 16,-1 0 0-16,-1-3-7 0,0 0-56 15,0-6-25-15</inkml:trace>
  <inkml:trace contextRef="#ctx0" brushRef="#br0" timeOffset="-180187.94">15775 16124 83 0,'0'0'5'16,"0"0"7"-16,0 0-6 16,0 0-2-16,0 0-1 15,0 0 7-15,0 0-4 0,0 0 0 16,0 0 7-16,-28 41 10 15,26-25-8-15,1 1 1 16,1-2-8-16,0 2-6 16,0 0 0-16,7-3-1 15,-2-2 0-15,5-2-1 0,-3-3 1 16,3-3-1-16,0 0 1 16,1-2 3-16,-3-2 1 15,0 0 0-15,-1 0 0 16,1-6 0-16,-3-1 0 15,2-3 0-15,-5-4 0 0,0-2 2 16,-2-2-1-16,0-5 1 16,-2 1-1-16,-7-3-1 15,0 0-1-15,0 2-1 16,-4 2-1-16,0 3-2 16,0 5 1-16,1 6-2 15,1 7 2-15,-2 2-2 0,3 16-21 16,1 4-14-16,-2 3-16 15,4 0-31-15</inkml:trace>
  <inkml:trace contextRef="#ctx0" brushRef="#br0" timeOffset="-179532.17">16255 15934 74 0,'0'0'11'0,"0"0"12"0,0 0-4 0,0 0-6 16,0 0-8-16,0 0-6 15,0 0-14-15,0 0 6 16,0 0 2-16,0 0 3 15,0 0 4-15,0 0 0 16,-4-3 1-16,4 3 5 16,0 0 10-16,0 0-4 0,0 0 5 15,0 0 5-15,0 0-10 16,0 0-4-16,0 0-1 16,0 0 0-16,0 0-2 15,0 0-4-15,0 0 0 0,0 0-1 16,0 0-1-16,0 0 1 15,0 0-1-15,0 1-3 16,0 1-21-16,0 0-19 16,0 0-24-16</inkml:trace>
  <inkml:trace contextRef="#ctx0" brushRef="#br0" timeOffset="-178919.49">16241 15980 135 0,'0'0'22'0,"0"0"11"0,0 0-4 15,0 0-5-15,0 0-5 0,0 0-7 16,0 0-8-16,0 0-5 16,0 0 2-16,0 0-1 15,0 0 2-15,0 0-2 16,10 47 0-16,-5-30-6 15,1 2-12-15,-4-1-6 0,-2 3-17 16,0-1-25-16</inkml:trace>
  <inkml:trace contextRef="#ctx0" brushRef="#br0" timeOffset="-178663.43">16189 16210 182 0,'0'0'0'0,"0"0"1"16,0 0-2-16,0 0 2 0,0 0-2 15,46-26 1-15,-36 23-2 16,-1-2 1-16,2 2 8 16,2-1 5-16,0 0 0 15,1 0-7-15,-1 0-4 16,0 1 0-16,-1 0-1 0,-2 0-3 15,-1 0-15-15,-1 0-16 16,-4-1-13-16,-3-2-33 16</inkml:trace>
  <inkml:trace contextRef="#ctx0" brushRef="#br0" timeOffset="-178442.39">16081 16072 221 0,'0'0'-28'0,"0"0"50"16,0 0-18-16,0 0-1 16,34-45-1-16,-9 27-2 15,1-1 1-15,3 2-1 16,1 0-16-16,-1 4-40 0,-1-2-38 15</inkml:trace>
  <inkml:trace contextRef="#ctx0" brushRef="#br0" timeOffset="-177645.53">16466 15997 99 0,'0'0'5'0,"0"0"25"0,0 0 10 16,0 0-6-16,0 0-10 15,0 0 1-15,0 0-6 16,0 0-10-16,-23-24-2 16,23 18-7-16,0-1-1 15,0 2 1-15,5 0 0 0,1 0 2 16,2 2-2-16,2 2 0 15,-1 1 0-15,3 0 0 16,-3 1-1-16,2 7-1 16,0 1-6-16,-3 1-2 15,0 1 2-15,0 1-2 0,-2 0 5 16,-2-3 5-16,-2 1 0 16,0-2 0-16,-2-2 0 15,0 0 0-15,0-5 0 16,0 2 0-16,0-3 1 15,0 0 3-15,0-3 0 0,0-4 0 16,0-3 0-16,0 0-2 16,0-2-1-16,0 1-1 15,0 0 0-15,0-2 0 16,4 2-1-16,1 2 0 16,5-2 0-16,2 4 2 15,1 0-1-15,1 1 1 0,1 3-1 16,0 3 0-16,0 0 0 15,0 0 0-15,-1 6 0 16,-2 1-2-16,0 3 0 16,-3 3-3-16,0-2 3 0,-2-1 2 15,-4 0-1-15,1 0 2 16,-2-3-1-16,0-3 0 16,-2-1 0-16,0-1 1 15,0-2-1-15,0 0 3 16,0 0 0-16,-2-5-1 15,0-6 1-15,0-1 0 0,2-3-1 16,0-1 0-16,0 0 0 16,0 0-1-16,3 0 3 15,5 2-1-15,1 1 1 16,0 1-1-16,2 3-2 16,2 2 0-16,0 4-1 0,-2 3 2 15,1 0-2-15,-3 5 0 16,0 6 0-16,-2 2-2 15,0 2-3-15,-2 1-2 16,2-1-9-16,-2-1-15 16,4-2-28-16,-1-3 3 0,1-7-36 15</inkml:trace>
  <inkml:trace contextRef="#ctx0" brushRef="#br0" timeOffset="-177225.36">17045 15865 108 0,'0'0'13'0,"13"-38"24"0,-11 21 0 0,0 1-7 16,-2 2-4-16,0 4-18 16,-2 3 0-16,-6 1 4 15,-1 6-6-15,-3 0-5 16,1 0 3-16,-2 9-3 0,2 5-2 16,1 3 2-16,3-1-1 15,1 1 0-15,4 0-2 16,2-3-1-16,0-3-3 15,0-4 3-15,8-2-5 16,2-1 3-16,-2-4 3 0,4 0 1 16,0 0 1-16,1-9-2 15,0-1 1-15,-4-3 1 16,0-2 0-16,0-1 1 16,-4 1 1-16,-2 2 1 15,0 0 0-15,-3 2 1 16,0 4 1-16,0 3 2 0,0 1 0 15,0 3-4-15,0 0-1 16,0 2 1-16,0 6-3 16,0 0-1-16,0 4-1 15,5-1-9-15,5-1-6 16,0-2-11-16,2-1-19 0,0-4-6 16,2-1 5-16,-1-2-29 15</inkml:trace>
  <inkml:trace contextRef="#ctx0" brushRef="#br0" timeOffset="-176728.82">17226 15786 25 0,'0'0'44'0,"0"0"-5"16,26-52-13-16,-24 37-6 16,-2 1 3-16,0 2 13 15,0 1-7-15,-6 4-7 16,-3 4-16-16,-2 3 6 16,-1 0-6-16,2 0-9 15,1 11 3-15,-2 5 9 0,6-2-9 16,-2 4-3-16,3 1-2 15,4-3 0-15,0-2 1 16,0-3-1-16,0-2-1 16,3-5-6-16,5-2 9 15,-1-2 2-15,4 0 0 0,-4-5 3 16,2-5 0-16,-1-1 9 16,0 1-1-16,0 1-2 15,-3 2-4-15,1 0-1 16,-1 3-3-16,0 3 1 15,-1 1-1-15,0 0 0 16,-1 7 0-16,1 5-4 0,0 3 2 16,-2 3 1-16,1 4 3 15,-1 3-2-15,0-1-1 16,-2 3 0-16,0 0-7 16,0 0 8-16,-7 0 1 0,-5-3-3 15,-1-2-1-15,-1-4 6 16,0-1 1-16,-1-4-2 15,2-4-1-15,1-4 0 16,3-5-1-16,2 0-2 16,3-6-12-16,1-10-33 15,3-6-21-15,0-6-19 0</inkml:trace>
  <inkml:trace contextRef="#ctx0" brushRef="#br0" timeOffset="-176028.08">17324 15691 100 0,'0'0'8'0,"0"0"-7"0,0 0 4 16,0 0-3-16,0 0 1 16,0 0-1-16,0 0 3 0,38 13 8 15,-34-13 13-15,3-2 11 16,-3-5-8-16,-1-2-17 15,1-3-3-15,-1 0-3 16,-1-1 0-16,-2 1-4 16,0 0 0-16,0 1-1 15,-6 2 1-15,0 2-1 0,-1 0 1 16,2 5-1-16,2 2 4 16,-2 0-5-16,0 6 0 15,1 7 0-15,2 3-1 16,-2 2 1-16,4 1 0 0,0 1 1 15,0-1-1-15,9 0 0 16,0-4-1-16,2 1 1 16,2-5-8-16,2-2-21 15,0-5-12-15,2-2-7 16,-1-2 18-16,0-3-1 16,2-7 3-16,-1-4 25 0,-1-5 4 15,-5 1 13-15,0-5 9 16,-3 3 0-16,-2 0-10 15,-2-2 4-15,-2 2-1 16,-2 1-4-16,0 3-2 16,0 1 0-16,-2 2 0 0,-5 6 4 15,1 1-3-15,-3 2-1 16,4 3-5-16,-3 1-5 16,3 0 1-16,-3 5-1 15,4 3-4-15,0 4 2 0,2 0 1 16,2-1 1-16,0 1 0 15,0 0-1-15,7 0 2 16,4-2-1-16,0 1-1 16,0-4 0-16,1 3 1 15,-2-3 1-15,2 0 0 16,-6 0 0-16,1-1-1 0,-4 1 3 16,-1 0-1-16,-2 0 0 15,0 1 0-15,0 0-1 16,-4-1 0-16,-3 0-1 15,-2 0 0-15,-2 0 0 16,2-2-16-16,0-3-39 0,0-2-1 16,4 0-20-16</inkml:trace>
  <inkml:trace contextRef="#ctx0" brushRef="#br0" timeOffset="-175865.44">17573 15607 158 0,'0'0'0'0,"0"0"30"16,0 0-2-16,0 0-13 0,0 0-14 16,0 0-2-16,0 0-2 15,-17 37 1-15,5-12-9 16,0 5-22-16,-2-3-17 0,-2 1-24 16</inkml:trace>
  <inkml:trace contextRef="#ctx0" brushRef="#br0" timeOffset="-174719.47">16510 15375 183 0,'0'0'-3'0,"-44"-14"22"0,21 4-2 0,1 2-8 0,0-1-5 0,-3 1-1 15,-2 0-1-15,0 1-1 16,-1 0-1-16,0 3 0 15,-3 1 1-15,-2 1 1 16,-1 2-1-16,-3 0 0 16,-1 5-1-16,-1 7 1 15,-5 3-1-15,2 5 0 0,-2 5 0 16,1 2 0-16,-1 6 0 16,2 1 0-16,-4 2 0 15,2 1-1-15,1 0 2 16,-3 2-2-16,4 1 2 15,-5 3-1-15,6-1 0 0,1 4 0 16,4-2 1-16,4 0-1 16,4 0 1-16,4-3 0 15,4 2 3-15,6-2 0 16,3 0-2-16,6 0 2 16,5 0-4-16,0-2 1 0,11 0 1 15,5 0-2-15,7 0 0 16,4 1 1-16,4 0 1 15,5 4-2-15,4 0 0 16,7 3 0-16,-2 0 1 16,4-2-1-16,-1-1 0 0,2-4-1 15,4-2 2-15,-1-6 0 16,5-4 2-16,6-6 2 16,7-7-3-16,5-4 2 15,7-8-2-15,6-3 4 16,2-3-3-16,6-11 0 0,5-3 0 15,1-4-2-15,2-3 2 16,-2-2-2-16,2-1 0 16,-7-1-1-16,-2-2 0 15,0-4 0-15,-4-2 1 16,-7-1 0-16,-1-1 0 0,-3-1 1 16,-7 0 0-16,-4 2 0 15,-6-1 1-15,-10 1-2 16,-10 1 1-16,-6-1 2 15,-11-1 4-15,-7-2 4 16,-7 1-5-16,-2-3 1 0,-7-2-1 16,-3 2-3-16,-1-2-1 15,0 1 0-15,-9-1-3 16,-4 1 1-16,-3 0 0 16,-5 1 0-16,-2 0-1 15,-5 0 1-15,-3 0-1 0,-2 2 0 16,-7 0 0-16,-1-1-1 15,-6-2 1-15,-1 0 1 16,-5 0 0-16,-6 0 1 16,-5 3-1-16,-6 4 1 15,-4 4-2-15,-12 5 0 0,-10 9 0 16,-10 9-4-16,-17 9-1 16,-19 16-19-16,-18 15-18 15,-25 9-39-15</inkml:trace>
  <inkml:trace contextRef="#ctx0" brushRef="#br0" timeOffset="-165998.27">14570 15368 88 0,'0'0'11'0,"0"0"9"0,0 0-2 15,0 0-4-15,0-3 1 16,0 3 9-16,0-1-11 15,0 1-2-15,0 0 3 0,0 0-8 16,0 0-4-16,0 0-2 16,0 0-2-16,0 0 0 15,2 2 4-15,0 4-4 16,4-1 2-16,-2 0 0 16,1 1 0-16,1 0-1 15,0-1 1-15,4-3-2 0,-4-1-1 16,3-1 0-16,4-3-1 15,2-9 8-15,5-9 0 16,6-6 1-16,8-8 1 16,2-7-2-16,10-9-3 15,4-6 1-15,4-9 1 0,6-7-2 16,0-5-67-16</inkml:trace>
  <inkml:trace contextRef="#ctx0" brushRef="#br0" timeOffset="-129304.9">6846 15198 4 0,'0'0'49'0,"0"0"-48"0,0 0 3 0,0 0 0 15,0 0 0-15,0 0-1 16,-40-15-2-16,33 14 0 16,3-2 0-16,-2 2 2 0,0-1 0 15,2 1 1-15,-3 0 0 16,3-1-1-16,0 2-1 15,-1 0-1-15,-2 0-2 16,1 0 2-16,1 0 1 16,1 0-1-16,-5 0-2 0,4 2 3 15,-2-1-2-15,1-1 3 16,-1 0-3-16,3 0 0 16,-4 0 0-16,2 0 0 15,2 0 0-15,-3 0 0 16,1 0 0-16,-4-1 0 0,1 1 0 15,-1 0 0-15,0 0-2 16,-1 0 4-16,0 0-4 16,-2 0-1-16,2 2 0 15,0 4 0-15,-3-1 0 16,3 1 6-16,-1 1-2 0,1-1 1 16,-1 1 2-16,0 1-2 15,1 0 0-15,2-1 0 16,-3 0 1-16,1 0-1 15,3 3 0-15,-2 0-6 16,-1 1 8-16,3-1-5 0,-2 1-2 16,1 1 7-16,1 0-6 15,0-1 5-15,2 0-2 16,0 2-1-16,3-2 0 16,1-1 1-16,-3 3-1 15,3 1 1-15,1-1 0 0,0 1-1 16,1 1 0-16,-2 0 1 15,2 2 0-15,-3 0 0 16,3-1 0-16,-2 1 1 16,0 1 1-16,-2 1-1 15,3-1 1-15,-1 2 2 0,2 1-3 16,0 1-1-16,0-4-1 16,0 2 0-16,0-3-1 15,4 0 0-15,3-3 0 16,-1-1 1-16,2-1 1 15,-3-1 0-15,1 0 0 0,-2-1-1 16,3 0 0-16,0 1 0 16,-1-2 0-16,1 1-1 15,3 0-1-15,-1-2 4 16,1 2-4-16,2 0 0 16,1-3 2-16,-2 2 2 0,5-2-2 15,-3 0 0-15,3 0-2 16,-1-1 4-16,-1 1-2 15,1 0 0-15,1 0 1 16,-2-2-1-16,4 0 0 16,-3-1-3-16,5 0 1 0,-1-3 0 15,2 0 2-15,2 2 0 16,0 0 2-16,1 0-1 16,-2 1-1-16,0 0 0 15,3 3 1-15,0-4-1 16,1 1 0-16,1-1 0 15,2 0 0-15,2-2-1 0,3-1 0 16,-1 0 1-16,4 0 1 16,-1 0-1-16,1 0 1 15,1-1-1-15,0-2 0 16,1 0 2-16,0 2-2 16,2-1 0-16,1 1 0 0,-2 1 0 15,2 0 0-15,0 0 0 16,0 0 0-16,5 0-2 15,-3 0 2-15,2 0-1 16,2 0 2-16,-1 6-1 16,-2 0 0-16,2 3 0 0,-3-2 0 15,-2 2 2-15,1 1-4 16,-2 0 4-16,0 0-4 16,0-3 2-16,-3 1 2 15,-2-1-6-15,-1-4 0 16,-1 0 3-16,0-1 2 0,-3-1 0 15,3-1-2-15,0 0 3 16,1 0-2-16,1 0 2 16,1 2-1-16,-1-1 0 15,-1 2 2-15,0 0-2 16,0 1 0-16,1 1-1 0,-2 0 1 16,3 1 0-16,2-1-1 15,-1 2 1-15,0-2-1 16,0-2 0-16,2-1 0 15,-2-2 1-15,0 0-1 16,-2 0 0-16,1 0 0 0,2-4 0 16,1-2-1-16,0-1 0 15,-1 3 3-15,1 0 1 16,0 2 1-16,-1 1-3 16,0 1 1-16,-1 0-1 15,0 4 0-15,2 5 2 16,5 3 0-16,-1 1 0 0,1 4-1 15,-1 3-5-15,-1-1-37 16</inkml:trace>
  <inkml:trace contextRef="#ctx0" brushRef="#br0" timeOffset="-117105.41">14005 15848 99 0,'0'0'8'0,"0"0"-1"0,0 0-7 16,42-20 3-16,-20 7 0 16,4-2-9-16,1-5-38 0</inkml:trace>
  <inkml:trace contextRef="#ctx0" brushRef="#br0" timeOffset="-116769.92">14516 15452 70 0,'0'0'-1'0,"0"0"1"16,0 0 15-16,0 0 5 15,0 0 2-15,0 0-12 16,0 0-7-16,0 0-2 16,30-2 0-16,-23-3-8 0,-3-2-41 15</inkml:trace>
  <inkml:trace contextRef="#ctx0" brushRef="#br0" timeOffset="-60820.02">16179 16190 44 0,'0'0'26'0,"0"0"-25"0,0 0 1 0,0 0-1 0,0 0 11 16,0 0-9-16,0 0-2 15,0 0-2-15,0 0-3 16,0 0-2-16,0 0-25 15</inkml:trace>
  <inkml:trace contextRef="#ctx0" brushRef="#br0" timeOffset="-59993.68">16287 16099 66 0,'0'0'-3'0,"0"0"-7"0,0 0-43 16</inkml:trace>
  <inkml:trace contextRef="#ctx0" brushRef="#br0" timeOffset="-59936.08">16287 16099 20 0,'0'0'4'0,"0"0"-3"15,0 0-18-15</inkml:trace>
  <inkml:trace contextRef="#ctx0" brushRef="#br0" timeOffset="-58150.13">16177 16138 6 0,'-3'0'57'0,"1"0"-13"0,0 0-6 0,1 0-4 0,-1 0-3 16,1 0-7-16,1 0-7 16,-2 0-3-16,2 0-3 15,-3 0-4-15,3 0 1 16,-1 0-6-16,1-1-2 16,0 1 0-16,0 0-2 0,0 0 1 15,0 0-3-15,0 0 2 16,0 0 2-16,0-1 0 15,1 1-1-15,4 0 0 16,0-2 0-16,3 0 1 16,4-1-1-16,-1-1 1 0,5 1 0 15,-1-4-1-15,2 0 0 16,1 1 2-16,3-1-2 16,-2 0 0-16,2-1 2 15,-1 1-1-15,3 1 1 16,-3-2-2-16,2 1 2 0,1-1-14 15,0 1 22-15,1 0-7 16,2-3-2-16,3 1 0 16,0 0 0-16,2 0 1 15,3-1-1-15,-2-1 0 16,3 1 0-16,-2-1 0 0,4-1 1 16,-4 1-1-16,3-1 0 15,-2-2 0-15,3 0 0 16,1 1 1-16,3-4-1 15,-1 3 0-15,-2-2 1 16,1 1-1-16,-2-1 0 16,-3 2 1-16,-1 1-1 0,-2 0 0 15,-3 1 0-15,1 0 1 16,0 2-1-16,-2-1 1 16,-1 1 0-16,1-1-1 15,-3 3 1-15,-1 0 1 16,-2 1-2-16,-3 0 0 0,-3 1 1 15,-3 3-1-15,-3 0 0 16,-1 2-5-16,-6-2-18 16,-2 2-46-16,0-1-66 15</inkml:trace>
  <inkml:trace contextRef="#ctx0" brushRef="#br0" timeOffset="-57266.97">16170 16020 128 0,'2'0'2'0,"3"0"-2"0,0-3 4 0,0-2 1 15,3-1 3-15,-1 2-1 16,3-2 2-16,0 0-1 15,1 2-3-15,3-2-4 0,1 1 1 16,3-1-1-16,4 0-1 16,-1-1 0-16,4 1 2 15,2-1-2-15,1-2 0 16,2 1 1-16,1-2 3 16,2-1 2-16,1 1 1 0,4-1-3 15,0 1-3-15,4-1 0 16,-2 0 1-16,0 0 1 15,-1 0 3-15,1-1-4 16,-2-2 1-16,2 1-1 16,2-1 1-16,0 0 1 0,2 1 2 15,0-3-1-15,-2 2 0 16,1 0-2-16,-5 2-1 16,0-1-2-16,-3 1 0 15,-2 2 1-15,2 2-1 16,-6-2 0-16,-2 1 0 0,1 0 1 15,-1 1-1-15,-2 0-1 16,-2 1-2-16,-2 0-15 16,-3 0-14-16,-2 1-23 15,-4-1-31-15</inkml:trace>
  <inkml:trace contextRef="#ctx0" brushRef="#br0" timeOffset="-56162.47">16206 16099 79 0,'0'0'21'0,"0"0"3"0,0 0-15 15,0 0-6-15,0 0-1 0,0 0-1 16,0 0-1-16,0 0-1 15,0 0 1-15,0 0 1 16,0 0-1-16,0 0 0 16,0 0 0-16,0 0-1 15,-22 14 2-15,21-13-2 0,1 0 1 16,0-1 1-16,0 0-3 16,0 2 1-16,0-1 0 15,0-1-2-15,0 1 0 16,4-1 2-16,2 0 1 15,1 0 1-15,1 0-2 0,4 0 2 16,-3-1-1-16,2-2-1 16,3 0 1-16,-1-1 0 15,3 3 0-15,1-2 0 16,2-2 0-16,3 1 0 16,0-1-1-16,4-1 2 0,2-2-1 15,2-1 0-15,4-2-3 16,0-1-3-16,4-1 0 15,4-1 5-15,4-3 1 16,3 0 3-16,6-3 11 16,-1 0 3-16,4-1-3 0,2 0-6 15,2-1-4-15,-5 1-1 16,2 1 2-16,-3-2 2 16,-3 3-6-16,-2-1 0 15,-2 4 0-15,-1-1-1 16,-3 2 0-16,-2 1 1 0,-4 3-1 15,-2 0-1-15,-9 1-14 16,-4 3-24-16,-9 0-82 16</inkml:trace>
  <inkml:trace contextRef="#ctx0" brushRef="#br0" timeOffset="-55080.01">16265 16050 78 0,'0'1'8'0,"0"-1"-6"0,3 0-1 16,7 0 5-16,-1 0-2 0,4-4-2 16,3-2 1-16,4-1 6 15,2-3 5-15,7-1 0 16,1 0-6-16,7-3-2 16,4-2-3-16,3 0-1 0,6-1-1 15,2 0 0-15,3-1 0 16,3 0 13-16,-2-3 9 15,0 1-1-15,0 0-6 16,-1-1-4-16,-1 1-6 16,-4 1 0-16,-2 1-4 0,-2 1-2 15,-6 3 1-15,-3 2-1 16,-8 2 0-16,-4 2 0 16,-4 5-1-16,-5 3-15 15,-5 0-19-15,-5 0-24 16,-4 0 4-16</inkml:trace>
  <inkml:trace contextRef="#ctx0" brushRef="#br0" timeOffset="-53100.96">16393 16407 127 0,'-6'-2'3'0,"-1"-1"9"0,1 3 1 0,-2 0-8 0,0 5-2 16,1 4 0-16,1 5 6 16,-1 3 0-16,2 6-3 0,3 4 0 15,2 2-2-15,0 2 4 16,0 0-5-16,9 0 1 15,3-5 0-15,2-3 0 16,1-6 1-16,3-4 1 16,-3-5-2-16,2-4 1 0,0-2 1 15,1-2-3-15,-1-3-1 16,2-8 1-16,-4-7-5 16,0-3-48-16,-4-6-69 15</inkml:trace>
  <inkml:trace contextRef="#ctx0" brushRef="#br0" timeOffset="-52853.4">16517 16290 198 0,'0'0'-18'0,"0"0"40"16,0 0 3-16,0 0-1 15,0 0-9-15,0 0-12 16,0 0-4-16,0 0 2 15,0 0-2-15,-17 47 2 16,25-19 0-16,-1 6-1 16,4 1 1-16,0 1-1 0,3 1 1 15,1-3-2-15,-2-1-1 16,2-3-18-16,-2-6-24 16,2-6-36-16,-2-7-45 15</inkml:trace>
  <inkml:trace contextRef="#ctx0" brushRef="#br0" timeOffset="-52411.14">16772 16488 182 0,'0'0'-11'0,"0"0"23"16,0 0 6-16,-14-39-10 15,6 33-5-15,1 1-3 16,-1 1 0-16,0 3 3 15,-1 1 3-15,2 0-4 16,2 0 6-16,-1 9-4 0,2 4-4 16,3 2 1-16,1 2-1 15,0 0 1-15,0-1-1 16,2-2 0-16,6-1 0 16,-1-5 1-16,1-2 0 15,3-4-4-15,-1-2 2 0,-1 0-2 16,0-2 3-16,2-11-3 15,-3-1 5-15,0-3-1 16,-2-1 1-16,-1 2 0 16,-3 2 2-16,0 1 6 15,-2 6 7-15,0 1 4 0,0 4-4 16,0 1-9-16,0 1-3 16,0 0-7-16,0 0-4 15,0 5 9-15,1 2-3 16,1 3 0-16,4 0-3 15,-2-2-14-15,1 2-7 16,4-5-19-16,-3-3-34 0,2-2-70 16</inkml:trace>
  <inkml:trace contextRef="#ctx0" brushRef="#br0" timeOffset="-52048.97">16944 16340 221 0,'0'0'2'0,"0"0"7"0,0 0 1 16,-4-39-8-16,-1 35 2 16,-1 1-5-16,-1 3-4 0,-2 0 6 15,0 0-6-15,2 7-2 16,-4 3 4-16,4 1 4 16,1 1-2-16,2 1 1 15,3 0 0-15,1-3 0 16,0 0 0-16,2-2 0 15,7-2 1-15,-1-1-2 0,4-2 2 16,0 1-1-16,1-1 2 16,-2 0-2-16,-2 0 1 15,1 0 2-15,-2 1-3 16,-2 0 0-16,-2 1 0 16,-1 0-3-16,-1 0 6 0,-2 0-4 15,0-2-1-15,0 4 1 16,-8-1 2-16,1-1-4 15,-1-2-36-15,-2 0-2 16,3-3-25-16</inkml:trace>
  <inkml:trace contextRef="#ctx0" brushRef="#br0" timeOffset="-51786.11">16998 16327 26 0,'0'0'25'16,"0"0"-20"-16,0 0 13 15,0 0 0-15,-41-3 1 16,35 3-3-16,-3 0 2 16,4 0-2-16,1 1-5 0,-2 5-5 15,3 1-4-15,-1 6-3 16,-1 1 1-16,0 2-1 15,1 2-1-15,-2 2-4 16,1 1-12-16,-3-2-12 0,2-3-42 16</inkml:trace>
  <inkml:trace contextRef="#ctx0" brushRef="#br0" timeOffset="-51316.22">17127 16262 122 0,'0'0'14'0,"0"0"20"15,0 0-6-15,0 0-14 16,0 0-2-16,0 0-7 15,-25-36-2-15,21 35-1 0,-2 1 6 16,3 0-3-16,-1 0-4 16,0 5-2-16,0 5 2 15,1 0-1-15,3 1 0 16,-3 2 0-16,3-3 0 16,0 0 0-16,3 0 1 0,2-1-1 15,3-4 1-15,-1 2-1 16,4-4-3-16,-2 0 5 15,1-1-1-15,0-1 0 16,0-1 1-16,-3 0 0 16,0 0-1-16,-4 0 0 0,-1 3-1 15,-1 1 1-15,-1 2-6 16,0 2 2-16,0 2 3 16,-5 0-1-16,-3 3-12 15,0-2-11-15,-1-1-2 16,2 0-9-16,2-4 12 15,2-5-24-15</inkml:trace>
  <inkml:trace contextRef="#ctx0" brushRef="#br0" timeOffset="-51104.3">17161 16283 198 0,'0'0'5'0,"0"0"14"0,0 0-9 0,0 0-4 16,0 0 0-16,0 0 0 16,0 0-6-16,0 0-2 0,0 0-1 15,-32 23 2-15,24-4-2 16,1 0-13-16,-1 2-24 16,2 0-20-16,-2-5-16 15</inkml:trace>
  <inkml:trace contextRef="#ctx0" brushRef="#br0" timeOffset="-50668.71">17315 16279 159 0,'0'0'30'0,"0"0"-9"0,0 0-14 16,0 0-3-16,0 0-2 15,16-36 0-15,-16 29 1 16,0 1 5-16,0-2 7 16,0-1-2-16,0 2-6 15,-2 1-1-15,-2-1-3 0,-2 4-3 16,0-1 0-16,1 4-5 15,-1 0-1-15,0 0-12 16,1 7 10-16,-2 2 4 16,4 6 6-16,-1-2-2 15,0 4 0-15,2 0 1 16,2-1-1-16,0 0 0 0,0-3 1 16,0 0-1-16,4-2 1 15,3-3 0-15,2 1 2 16,-2-4-3-16,4-2-3 15,2-1 0-15,0-2-17 0,3-3-19 16,-2-9-30-16</inkml:trace>
  <inkml:trace contextRef="#ctx0" brushRef="#br0" timeOffset="-50311.88">17530 16091 179 0,'0'0'5'0,"0"0"2"16,0 0 1-16,0 0-3 16,0 0-6-16,0 0 9 15,-36-26-3-15,27 26 2 0,-1 0-5 16,-1 5-2-16,3 5 1 16,-1 1 0-16,-1 3-2 15,4 3 1-15,0 1 0 16,3-2 0-16,2 1 1 15,1-2-1-15,0-3 0 0,0-3 1 16,5 1 2-16,0-4 1 16,2-1-2-16,0-2 6 15,-1 1 3-15,-1-1-3 16,0 3-7-16,0 0 2 0,-2 3-2 16,-3 5 1-16,0 5-2 15,-2 9-1-15,-11 7 1 16,-8 10-2-16,-8 9-52 15,-8 3-102-15</inkml:trace>
  <inkml:trace contextRef="#ctx0" brushRef="#br0" timeOffset="-46975.36">7733 16581 210 0,'-2'0'-17'0,"-2"0"28"0,1 0 1 0,2 6-3 0,1 1-8 15,0 4-3-15,0 6 1 16,0 4 2-16,0 5-1 16,0 4 0-16,8 1 1 15,-4 3-1-15,4 2 1 16,1-1-1-16,1-1 0 0,-1-4-23 16,1-4-32-16,-1-8-4 15</inkml:trace>
  <inkml:trace contextRef="#ctx0" brushRef="#br0" timeOffset="-46605.15">7875 16713 217 0,'0'0'1'0,"0"0"5"15,0 0 2-15,0 0-9 0,0 0-6 16,0 0 7-16,0 0 0 15,-2 39 2-15,2-21-1 16,2 2-1-16,4-5 0 16,1-2 0-16,4-3 1 15,-2-3 0-15,4-4 1 0,-2-3-5 16,0 0 2-16,0-3-1 16,1-8 1-16,-3-2 1 15,-2-4 0-15,2-2 2 16,-3-2 0-16,-4-3 1 15,1 3-2-15,-3-2 5 0,0 3-4 16,-5 3-1-16,-7 4-1 16,2 6 2-16,-5 3-4 15,-1 4 2-15,2 6 0 16,-1 12-2-16,2 2-8 16,3 4-26-16,1 0-30 15</inkml:trace>
  <inkml:trace contextRef="#ctx0" brushRef="#br0" timeOffset="-46213.97">8089 16676 151 0,'0'0'4'0,"0"0"9"16,0 0-4-16,0 0-3 0,0 0-6 15,0 0 2-15,0 0 3 16,0 0-3-16,-37 37 1 16,37-20-2-16,0 2 1 15,6-4-2-15,3-3 1 16,3-3 1-16,3-4-1 16,-1-5-4-16,1 0 5 0,-2-4-4 15,1-7 4-15,-3-2-1 16,-1-2 0-16,0-2 2 15,-4 0-3-15,-3-1 5 16,-2-1 2-16,-1 2 1 0,0 1 0 16,-4 4-4-16,-6 3 0 15,0 1-1-15,-1 6-3 16,0 2 4-16,-1 5-9 16,3 7-7-16,3 7-22 15,-2-1-22-15,5-1-27 16</inkml:trace>
  <inkml:trace contextRef="#ctx0" brushRef="#br0" timeOffset="-45872.09">8299 16632 189 0,'0'0'-37'16,"0"0"44"-16,0 0-6 15,0 0-1-15,0 0 1 16,0 0-2-16,-27 48 2 0,23-33 0 16,4-4 3-16,0 0-2 15,0-5 1-15,6 0-1 16,5-6-2-16,-2 0 2 16,5-3-2-16,-3-10 0 15,1-3 2-15,-1-5 3 0,-1-1 3 16,0-3 2-16,-6 1 5 15,-1 3-2-15,-3 1-5 16,0 3-1-16,-3 4 0 16,-8 6-3-16,2 7-3 15,-4 2-5-15,-1 13-22 16,3 9-25-16,-3 2-11 0</inkml:trace>
  <inkml:trace contextRef="#ctx0" brushRef="#br0" timeOffset="-45458.51">8775 16581 158 0,'0'0'-7'0,"0"0"23"0,0 0-3 0,-42-8-8 0,30 8-3 16,1 1-1-16,-1 6 1 16,0 6 4-16,1 4-2 15,1 3-2-15,1 8-2 16,1 5 1-16,4 2 0 15,4 1-1-15,0-1 1 0,3-6 2 16,9-4-2-16,6-5 2 16,2-6-1-16,2-6-1 15,2-6-1-15,4-2 2 16,1-8-4-16,2-11 4 16,1-5 2-16,-1-7-4 0,0-4-30 15,-4-4-31-15,-5-3-17 16</inkml:trace>
  <inkml:trace contextRef="#ctx0" brushRef="#br0" timeOffset="-45224.59">9023 16391 60 0,'0'0'15'0,"-11"-57"9"15,2 38 7-15,2 5 12 16,-1 6-17-16,1 5-14 16,0 3-4-16,2 0 1 15,-2 8-5-15,3 11 0 16,2 4-3-16,0 9 3 0,2 5-2 15,0 3-1-15,2 4 0 16,4 1 1-16,3 1-2 16,1-1 1-16,-2-2-1 15,3-3 0-15,1-2-3 16,1-4-23-16,1-5-27 0,1-9 4 16,1-6 22-16,-1-9-23 15</inkml:trace>
  <inkml:trace contextRef="#ctx0" brushRef="#br0" timeOffset="-44855.18">9164 16798 21 0,'0'0'36'16,"18"-41"4"-16,-9 20-2 0,-5 0 1 16,-2-1-1-16,1 2-13 15,-3-1-9-15,0 0-7 16,-2 5-6-16,-3 1-1 16,-5 3-1-16,2 5-4 15,-1 6 3-15,-3 1-1 0,4 4-1 16,-1 10 1-16,-2 5 2 15,6 2 2-15,1 3-3 16,4-3 1-16,0 1-1 16,0-4 0-16,4-5-1 15,6-3-2-15,1-5-3 16,0-4 0-16,3-1 3 0,-2-1 3 16,2-7 0-16,-3-5-2 15,-2 0 2-15,-3 2 3 16,-1 2 0-16,0 2-1 15,-5 2 10-15,2 3-1 0,-2 2-7 16,2 0-4-16,0 0-2 16,3 0 4-16,1 5-1 15,0 0 1-15,4-1-2 16,1-2-15-16,1-2-17 16,1 0-27-16,0-2-6 0</inkml:trace>
  <inkml:trace contextRef="#ctx0" brushRef="#br0" timeOffset="-44548.83">9385 16581 45 0,'0'0'63'16,"7"-54"-26"-16,-7 31 6 16,0 2-17-16,0 3-3 0,-2 5-10 15,-5 4-5-15,-3 7-2 16,0 2-5-16,-1 2-2 16,-3 10 1-16,1 5 2 15,2 1-2-15,-1 4 0 16,6-1 2-16,2-3-2 15,4-1 2-15,0-4-3 16,2-2 2-16,6-1 0 0,4-5 0 16,-1-1 1-16,0-3-4 15,1 2 5-15,-1-3 0 16,-1 2-2-16,-4-1-1 16,0 3 0-16,-4 3-1 0,-2 2-3 15,0 5-1-15,-2 0 2 16,-8 2-14-16,2 1-5 15,1-4-4-15,0-3-16 16,0-5-11-16</inkml:trace>
  <inkml:trace contextRef="#ctx0" brushRef="#br0" timeOffset="-44356.93">9381 16547 29 0,'0'0'163'0,"0"0"-153"0,0 0 6 15,0 0-8-15,0 0-8 16,0 0-3-16,-39 0 3 16,28 14 2-16,0 6-2 15,0 3 0-15,4 0 2 16,-1 5-2-16,3-3-14 0,3-3-44 16,0-1-21-16</inkml:trace>
  <inkml:trace contextRef="#ctx0" brushRef="#br0" timeOffset="-43986.59">9511 16507 209 0,'0'0'-1'15,"0"0"4"-15,2-40-2 0,-2 29-1 16,-1 2 1-16,-5 5-3 15,-5 4-3-15,1 0 4 16,0 2-4-16,-2 9 8 16,3 3-4-16,-1 2 2 15,3 3-1-15,0-1 0 16,5-1-1-16,2-1 2 0,0-4-2 16,6-2 0-16,8-4-1 15,-1-2 3-15,1-1-1 16,1-2 3-16,1-1 3 15,-1 0-1-15,-1 0 0 0,-3 0-1 16,-3 0-2-16,0 2-2 16,-6 5-1-16,-2 3 0 15,0 4 1-15,-7 5 2 16,-4 5-15-16,-2-1-31 16,-3-1-29-16</inkml:trace>
  <inkml:trace contextRef="#ctx0" brushRef="#br0" timeOffset="-43794.8">9514 16531 188 0,'0'0'46'0,"0"0"-38"16,0 0-5-16,0 0 1 15,-24 41-5-15,15-15-6 16,-3 4-2-16,4 3 6 15,-1-1-9-15,2 0-7 0,1-3-35 16,1-6-23-16</inkml:trace>
  <inkml:trace contextRef="#ctx0" brushRef="#br0" timeOffset="-43168.75">9671 16577 123 0,'0'0'-1'0,"0"0"2"15,18-43 0-15,-16 28 0 16,0-2 1-16,1 1 9 16,-3 2 11-16,0 1 13 15,0 1-15-15,-6 3-8 0,1 3-5 16,-3 3-6-16,0 3 2 15,0 0-5-15,1 4 3 16,-3 8-2-16,0 6 2 16,5 2 0-16,1 3-1 15,3-3 0-15,1 0 1 16,0-3-2-16,5-3 1 0,2-4 0 16,5-3-2-16,0-3-3 15,2-1-2-15,1-3-12 16,-1 0-6-16,1-6 0 15,-2-2 5-15,1-3 17 16,-2-2-9-16,0-3 1 0,0-4 10 16,-5 0 1-16,3-4 1 15,-2-1 6-15,-2-1 1 16,-4 3-4-16,0 2 4 16,-2 5-6-16,0 6 4 15,-1 5 10-15,-6 5-1 0,-5 0-8 16,1 11 0-16,-2 3-3 15,4 3-1-15,2 3-1 16,1 2-1-16,2-1 1 16,4-3-1-16,0-3 0 15,4-1 0-15,2-4 1 0,3-2-2 16,1-2 0-16,2-2 4 16,0 0-3-16,-1-1 0 15,0 0 0-15,-3 1-1 16,0-1-1-16,-3 0-11 15,-3 3-38-15,-2-1 32 16,0-1-8-16,0-3-80 0</inkml:trace>
  <inkml:trace contextRef="#ctx0" brushRef="#br0" timeOffset="-43026.09">9792 16468 146 0,'0'0'16'0,"0"0"26"0,0 0-30 0,0 0-15 15,0 0-8-15,0 0 5 16,-13 59-2-16,9-21-5 16,0 2-14-16,0 7-22 15</inkml:trace>
  <inkml:trace contextRef="#ctx0" brushRef="#br0" timeOffset="-39419.13">7954 16119 74 0,'-6'-1'3'0,"-1"-2"11"0,1 0-6 0,0 2-4 16,0 1-3-16,-1-1 1 16,3 1-2-16,-2 0 0 15,0 0 1-15,0 0 0 16,0 0 6-16,1 0 2 0,-3 0-1 16,1 0-4-16,-2 0 0 15,2 0-3-15,-2 1 0 16,-3 2 1-16,-1 1-2 15,1 0 0-15,-3 1 0 16,0 2 1-16,-3 1 0 16,-3 2 0-16,4 3 0 0,-5 1 1 15,-1 3 0-15,2 2-1 16,0 0 0-16,0 2-1 16,2-1 0-16,1-1-1 15,-1 2 1-15,4-5-1 16,2 2 1-16,-1-2 0 0,2 0 0 15,0-2 1-15,5 3-1 16,-1-1 0-16,3 1 0 16,-2 1 0-16,4 3 0 15,1-1 0-15,0 1 0 16,2 2 0-16,0 1 0 0,0 1 0 16,0 0 0-16,4 1 0 15,2 1 1-15,0 0-1 16,-3 3 1-16,3 1-1 15,0 2 0-15,1 1 2 16,0 1-1-16,2 2-1 0,0 2 1 16,3-1 0-16,2-3 0 15,5 1 0-15,0-1 0 16,4-2 1-16,4-2-2 16,2 2 1-16,2-2 0 15,5-1 0-15,0 1-1 0,3-4 2 16,0 1 0-16,1-2 0 15,2-2 1-15,-1 0 0 16,3-2 2-16,2 0-2 16,2-2 0-16,2 0-1 15,4 1 3-15,4-2-4 0,1-1 1 16,7-1 0-16,1-1-2 16,-2-3 0-16,2-3-1 15,1-3 2-15,0-3-1 16,2-4 2-16,3 0-2 15,3 0 0-15,0 0-23 16,-3-7-22-16,-1-6-75 0</inkml:trace>
  <inkml:trace contextRef="#ctx0" brushRef="#br0" timeOffset="-38400.98">9276 16022 51 0,'31'-3'2'0,"0"1"-1"0,2-2 4 0,-2 3 0 0,4 0 2 16,-2-1 1-16,1 2-2 16,1 0 3-16,-1 0-3 15,-1 0 2-15,1 0-1 16,-1 2-2-16,-2 4-3 0,1 4 1 16,-3 2-3-16,2 0 1 15,-2 5-1-15,1 3 2 16,0 3-2-16,0 2 0 15,-3 4-2-15,-2 2 6 16,-1 2-5-16,-2 2 2 0,-2 2-1 16,-1 3 2-16,-2 3-4 15,-3 5 2-15,-1 4 0 16,-5 4 0-16,2 2 0 16,-5 1 2-16,1-3-2 15,-2 0 1-15,0-3-1 0,-1-3 0 16,-1 1-1-16,0-4-1 15,-2 1-2-15,0-2 1 16,0-2-1-16,-2-6 4 16,-6 2 0-16,1-3 1 15,-5 0-1-15,1-2 0 16,-6-1 0-16,-3-1 0 0,-1-3 0 16,-6 0 0-16,0-4 1 15,-4-1-1-15,-2-1 1 16,3-4 1-16,-5 1 6 15,1-1-3-15,-1 0 4 0,-1 0 8 16,-1 0 18-16,-3 2-32 16,3 0-3-16,-5 2 1 15,1 0-1-15,1-1 1 16,2-2-2-16,0-1 2 16,-2-1-1-16,4-4 1 15,-4-3 0-15,0 0 2 0,-1 1 0 16,1-3 1-16,2 0-1 15,1-1-2-15,2 2-1 16,6-1 0-16,3-2-3 16,1-2-28-16,5 0-27 0</inkml:trace>
  <inkml:trace contextRef="#ctx0" brushRef="#br0" timeOffset="-30077.21">16316 16027 6 0,'0'0'10'0,"0"0"12"0,0 0-1 0,0 0-1 16,0 0 0-16,-40-4-3 16,33 1 4-16,5 3 1 15,-1-3-14-15,1 3-3 16,2 0-5-16,0 0 0 16,0 0-9-16,0 0-13 0,0 0 15 15,0 0 6-15,0 2 0 16,7-1 1-16,5-1-4 15,3 0 4-15,7 0 1 16,5-4 2-16,0-6-3 16,3-1 1-16,2-1 0 0,2-2-2 15,0 0 5-15,3 1-1 16,1-1 1-16,7 1 0 16,0-1 0-16,6 0-2 15,1 0-2-15,3-1 1 16,-1 1-1-16,2-2 0 0,2 1 0 15,-3-2 2-15,0-2-6 16,0 1 6-16,-6-2-2 16,-1 1 3-16,-2 1 1 15,-1 0-3-15,-5 2 1 16,-3 2-2-16,-4 1 0 16,-7 3 0-16,-5 2 0 0,-7 3 0 15,-6 2-3-15,-6 1-19 16,-2 2-19-16</inkml:trace>
  <inkml:trace contextRef="#ctx0" brushRef="#br0" timeOffset="-29578.48">16394 16051 25 0,'0'0'6'0,"54"-17"5"0,-19 5 4 15,2-1-1-15,5-1-3 16,2-1 3-16,3 0 13 16,2-1 1-16,3-1-5 15,-2 0 1-15,3 0-11 0,0 0-3 16,1 1-6-16,0 2-2 15,-5-1-2-15,1 1 1 16,-4-2-1-16,1 0 1 16,-3 0 1-16,0-1-2 15,1 2 0-15,1-2 0 0,-4 1 0 16,-2 6-2-16,-3-3-4 16,-4 2-7-16,-6 4-1 15,-7 1-7-15,-4 1-5 16,-10 0-26-16</inkml:trace>
  <inkml:trace contextRef="#ctx0" brushRef="#br0" timeOffset="-28759.53">16135 16077 29 0,'0'0'5'0,"0"0"0"0,0 0 6 0,38 42-9 16,-26-29-1-16,-1-1 0 15,-1-1 1-15,-2-1-1 16,0-2-1-16,-5-2 0 15,1-2 0-15,0-1 1 0,-2 1 10 16,-2-4-3-16,0 1 0 16,0 0-1-16,1-1 1 15,-1 0 2-15,0 0 4 16,0 0 1-16,2 0-7 16,0 0-1-16,3 0-2 0,-1-1-4 15,5-2-2-15,3-2 1 16,5-2 0-16,4 0 1 15,2 0-1-15,4-3-1 16,0 0 1-16,0-1 2 16,2 0-1-16,1-1 0 0,1 3-1 15,2-2 0-15,2 0 0 16,4-1 0-16,4-1 0 16,0 0 2-16,5-3-2 15,-2-1 0-15,4 0 0 0,-2 0 0 16,3-1 0-16,4 0 0 15,-3 1 0-15,1 3 0 16,-1 0 0-16,-2-2 0 16,0 3-6-16,-4-1-20 15,0 0-11-15,-2 2-31 16</inkml:trace>
  <inkml:trace contextRef="#ctx0" brushRef="#br0" timeOffset="-14477.42">20313 12432 67 0,'-4'0'2'0,"0"2"1"0,0 1-2 0,-2 0 1 16,1 1 1-16,-2 4 6 16,-2 0 3-16,2 1 0 15,-1 2 0-15,2 2-6 16,-1 3 4-16,2-2-3 15,2 3-4-15,3 2 0 0,0-3-1 16,0-1 3-16,4 2 1 16,6-3-4-16,1-3 2 15,3-3 1-15,1-1-1 16,1-4 1-16,1-2-2 16,0-1 2-16,2-1 5 0,-2-9 4 15,0-1 1-15,0-2-2 16,-5 0 0-16,0-5-2 15,-4 3 3-15,-4-2-3 16,-3-1-3-16,-1-1-4 16,0 1-2-16,-5 2-1 15,-3 1-1-15,-4 3-1 0,-1 5-4 16,-3 7-19-16,-2 0-24 16,-7 11-30-16,1 1-41 15</inkml:trace>
  <inkml:trace contextRef="#ctx0" brushRef="#br0" timeOffset="-13472.38">20412 13235 122 0,'0'0'1'0,"0"0"4"0,0 0 4 16,0 0-5-16,-35-7 2 15,25 7-2-15,2 0-2 0,0 1 0 16,0 5-2-16,-1 4 0 15,0 0 0-15,1 4 0 16,0 2 0-16,0 1 0 16,4 0 0-16,2 1 0 15,2-2-1-15,0 0 2 0,0-2-2 16,4-2 1-16,5-2-1 16,-2-3 3-16,3-1-3 15,2-6 1-15,2 0 0 16,4 0 3-16,-2-7 5 15,1-3-2-15,-2-3 2 0,-1 0 6 16,-5-1 7-16,-3-1-3 16,-3-1-5-16,-3 4-2 15,0-3-3-15,-5 2-7 16,-7 3 0-16,0 3 0 16,-2 3-24-16,-1 4-22 0,1 0-29 15</inkml:trace>
  <inkml:trace contextRef="#ctx0" brushRef="#br0" timeOffset="-12810.9">20420 14169 128 0,'0'0'1'0,"0"0"5"0,0 0 1 16,0 0-2-16,0 0-6 15,0 0 1-15,0 0 0 16,-27 36-1-16,24-18 1 0,1 2-1 16,2 0 1-16,0-1 0 15,0-3 0-15,2-1 0 16,5-6 0-16,5-2-2 15,-1-5 1-15,1-2 4 16,2 0 7-16,0-4 4 0,0-7 0 16,-2-3 2-16,0-2-2 15,-3 0 2-15,-2-3-6 16,-4 1 3-16,-1-1 0 16,-2 3-8-16,0 0-3 15,0 3-1-15,-6 2-3 0,-2 5-14 16,-2 5-25-16,-3 1-22 15,2 0-20-15</inkml:trace>
  <inkml:trace contextRef="#ctx0" brushRef="#br0" timeOffset="-12440.73">20335 14782 267 0,'0'0'-3'0,"0"0"8"0,0 0-7 0,0 0-1 0,0 0 1 16,0 0 2-16,0 0 2 15,-9 52-2-15,8-32-12 16,0-4-24-16,0 0-32 15,-1-5-26-15</inkml:trace>
  <inkml:trace contextRef="#ctx0" brushRef="#br0" timeOffset="-12118.1">20404 14811 206 0,'0'0'-5'0,"0"0"4"16,0 0 1-16,-9 49 1 16,7-34-1-16,1 2 1 0,1-4-2 15,0-3 1-15,5-1 1 16,5-4-2-16,1-2-2 16,2-3 0-16,2 0 10 15,-1-5-7-15,1-4-1 16,-3-4 2-16,-1-4 0 15,-4 2 0-15,-1-1 4 16,-6 0 7-16,0 1-6 0,0 3-2 16,-5 2-1-16,-3 6-2 15,-6 4-10-15,-5 0-34 16,-2 4-15-16,-2 6-38 16</inkml:trace>
  <inkml:trace contextRef="#ctx0" brushRef="#br0" timeOffset="-10148.46">20668 12400 113 0,'-3'-4'0'0,"-2"-1"7"0,4 1 5 0,1 1-6 15,0-1 0-15,0 1-5 0,7-1-2 16,4 1 2-16,-1-1 0 15,4 0-2-15,2-1 3 16,1 3-2-16,-1 0 1 16,1 2 0-16,4-1-1 15,-4 1 0-15,0 0 0 16,-1 0 1-16,-1 3-1 0,-1 4-1 16,-4 2 1-16,-1 3-2 15,-5 1 2-15,-1 2 0 16,-2 4 0-16,-1 2 2 15,0 2 0-15,-3 1 0 0,-2 3 0 16,1 1 0-16,-4 2-1 16,1 4 0-16,0 3 0 15,2 3-1-15,1 0 0 16,0 1 0-16,4 0 0 16,0 0 0-16,0-3 0 15,0-1 0-15,8-4 1 16,0 2-1-16,1-5 1 0,1-1-1 15,-1-4 0-15,0-2 0 16,-1-5 0-16,-1-3 0 16,0-4 0-16,-1-4 0 15,-1 0 0-15,0-4 0 0,-3-3 0 16,-2 0 3-16,0 0 4 16,0 0 0-16,0 0-3 15,-2 5-5-15,-7 2-7 16,-1 5 0-16,-1 5 7 15,-1 6 1-15,0 4 0 16,-3 6 0-16,3 4 0 0,0 5 0 16,3 3 0-16,4 4-2 15,2 2 2-15,3 3 0 16,0-1 0-16,0 2 0 16,8 1-1-16,1 3 2 15,1 1 1-15,2 2 5 0,0 2-2 16,-1 1 2-16,2 2-2 15,-3 1-3-15,2-4 0 16,-4 2 3-16,0-4 1 16,-1-2 3-16,-2-5-1 0,-1-2 2 15,-3-2 1-15,-1-3-2 16,0 0-1-16,-5-2 1 16,-5-3-3-16,-1-2-4 15,-5 0-1-15,0-6-2 16,-7-2 1-16,-3-3 1 0,-1-5-1 15,-3-3 1-15,-2-4-1 16,-1-4-3-16,-1-4-24 16,2-8-42-16,-2-2-75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5:29:07.2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3400 4373 51 0,'0'0'5'0,"0"0"-2"0,0 0-1 0,0 0 1 0,0 0 12 15,0 0-5-15,0 0-5 16,0 0 0-16,0 0-1 15,2 7 2-15,-2-3-3 16,5 0-1-16,-1 0 1 16,2-2 1-16,5-2 3 0,4 0 5 15,9-16 9-15,14-21 16 16,14-18-7-16,19-22-17 16,21-19-7-16,24-18-3 15,15-11-2-15,13-7-40 0,1-10-116 16</inkml:trace>
  <inkml:trace contextRef="#ctx0" brushRef="#br0" timeOffset="720.97">8337 4678 95 0,'0'0'4'0,"0"0"-4"0,0 0 1 0,0 0 0 0,0 0 1 15,0 0 1-15,0 0 6 16,0 0 13-16,0 0 4 16,44-9 3-16,-14-16-9 0,17-15-11 15,14-14-6-15,21-17 0 16,17-15 1-16,9-14-8 16,11-7-95-16</inkml:trace>
  <inkml:trace contextRef="#ctx0" brushRef="#br0" timeOffset="1753.09">12842 4773 160 0,'0'0'-14'0,"0"0"15"0,0 0-3 0,0 0 2 16,0 0 1-16,0 0 0 15,0 0 0-15,0 0 0 16,0 0 2-16,0 0 7 16,0 0 7-16,59 14 5 15,-25-35-1-15,11-13-9 16,15-9-5-16,9-9-5 16,9-7-1-16,11-6 0 0,5-6-1 15,10-4-1-15,5-8-31 16,3-5-77-16</inkml:trace>
  <inkml:trace contextRef="#ctx0" brushRef="#br0" timeOffset="2571.96">16999 4602 111 0,'0'0'-2'0,"0"0"3"0,0 0 0 16,0 0 2-16,0 0 7 0,0 0 2 15,0 0 9-15,54-21 4 16,-11-7-11-16,17-12-4 16,23-10-4-16,15-15-5 15,15-7-1-15,12-9-64 16</inkml:trace>
  <inkml:trace contextRef="#ctx0" brushRef="#br0" timeOffset="3004.72">20545 4357 172 0,'0'0'-7'0,"41"-41"16"0,-4 9-1 0,12-6-1 0,15-5-5 15,11-5-1-15,10-3-14 16,7-7-85-16</inkml:trace>
  <inkml:trace contextRef="#ctx0" brushRef="#br0" timeOffset="4097.64">3161 14847 132 0,'0'0'3'0,"0"0"4"0,0 0 4 0,0 0-2 0,0 0 0 16,0 0-9-16,0 0-4 16,0 0 9-16,48-47-2 15,-7 4-1-15,8-16 0 0,12-14 1 16,11-9-2-16,5-9-10 16,2 0-40-16</inkml:trace>
  <inkml:trace contextRef="#ctx0" brushRef="#br0" timeOffset="4530.89">6370 15375 120 0,'44'-54'5'0,"8"-13"2"0,15-16-2 0,12-11-1 16,13-8-1-16,14-12-2 15,6-4-7-15,3-4-3 16,0-1-64-16</inkml:trace>
  <inkml:trace contextRef="#ctx0" brushRef="#br0" timeOffset="4858.28">10140 15375 139 0,'71'-3'15'0,"4"-21"-6"15,14-8 13-15,10-8-12 16,10-11-7-16,10-13-1 16,8-10-1-16,5-9-15 15,-2-14-88-15</inkml:trace>
  <inkml:trace contextRef="#ctx0" brushRef="#br0" timeOffset="5164.42">14126 15377 217 0,'48'-7'-28'0,"6"-25"38"16,13-10 0-16,12-15-3 15,15-12-2-15,14-14-4 16,9-16-2-16,-2-14-61 16</inkml:trace>
  <inkml:trace contextRef="#ctx0" brushRef="#br0" timeOffset="6085.04">17787 15233 171 0,'0'0'1'0,"42"-18"0"0,-13 5 2 0,3-3 0 15,5-1 0-15,1-1-2 16,3 1 0-16,-1-1-1 16,2 2-1-16,1-1 1 0,-3 0-7 15,-3 5-20-15,0 1-12 16,-10 0-24-16</inkml:trace>
  <inkml:trace contextRef="#ctx0" brushRef="#br0" timeOffset="6318.22">17885 15350 186 0,'0'0'39'0,"0"0"-32"16,0 0-7-16,0 0-9 15,0 0 10-15,61-25 9 16,-11 0-1-16,16-5-7 16,10-4 1-16,15-6-2 0,7-2-19 15,1-5-73-15</inkml:trace>
  <inkml:trace contextRef="#ctx0" brushRef="#br0" timeOffset="7399.03">19833 14992 136 0,'0'0'10'0,"0"0"-10"0,2 0-11 0,10 0 10 16,4 0 3-16,3 0 0 15,4-6-1-15,4 2-1 16,5-5 5-16,1 1-2 16,7-2 3-16,1-1-1 0,2-1-4 15,3 0-1-15,3 0 1 16,0-1-2-16,-1 2-17 15,0-2-21-15,-3 3-39 16</inkml:trace>
  <inkml:trace contextRef="#ctx0" brushRef="#br0" timeOffset="7670.83">19857 15134 225 0,'0'0'-39'0,"0"0"37"15,0 0-32-15,42-3 36 16,-5-5-1-16,12-3-1 15,6 0 1-15,7-3-1 16,3 1-2-16,0-3-39 0,-1 1-51 16</inkml:trace>
  <inkml:trace contextRef="#ctx0" brushRef="#br0" timeOffset="9676.56">18360 14177 117 0,'-11'-6'3'0,"-1"0"2"0,-2-1 3 0,-1 1-2 16,-2 1-3-16,-1-2 1 0,1-3 0 15,-5 1-1-15,2-1 3 16,-4 0 0-16,0 0-4 15,-1 2 1-15,1 2-2 16,-2 2-1-16,-1 2 0 16,-2 2-1-16,0 0-3 0,-2 0 6 15,0 3-2-15,-1 3-1 16,-3 4 4-16,3 0-2 16,-6 1-1-16,4 5 1 15,-1 1-1-15,1 1 3 0,3 4-3 16,1 2-1-16,4 4 2 15,3 1-1-15,1 2 0 16,2 4 0-16,4 2 0 16,1 6 0-16,1 2 0 15,2 7 0-15,4 4 2 16,2 1-1-16,3 3 0 0,3-2-1 16,0 1 1-16,5 0-2 15,6-4 2-15,4-2-2 16,3-2 1-16,5-1 0 15,5-4 0-15,4-3-1 16,5-5 2-16,7-3-2 0,3-4 1 16,6-3 1-16,2-3-1 15,-1-4 3-15,5-4-2 16,3-5-2-16,-1-2 1 16,3-7 0-16,1-3 0 15,3 0 1-15,1-10-4 0,-2-7 3 16,1-4 2-16,-4-5-2 15,-4-3 0-15,-6-4 0 16,-5-1 0-16,-9-2-2 16,-8-4 2-16,-4-3 8 15,-5-6 6-15,-6-2 6 16,-3-6-3-16,-3-4-3 0,-6-1-5 16,-3-5 0-16,-2 0-1 15,0-1-4-15,-5 3-1 16,-8 2-1-16,-5 6-2 15,-7 4 1-15,-4 6-5 0,-6 7-10 16,-9 6-15-16,-10 7-35 16,-5 1-64-16</inkml:trace>
  <inkml:trace contextRef="#ctx0" brushRef="#br0" timeOffset="10425.84">19675 15098 109 0,'-2'0'11'0,"2"0"5"0,0 0-13 0,5 0-5 0,9 0 11 0,4-2 8 15,6-5-4-15,5-1-6 16,6-3-4-16,3 0-1 16,7-1 0-16,-1-3-1 15,6-1-1-15,-3 0 1 16,2 2-1-16,-2-3 1 0,-2 3-2 15,-3 0 1-15,-3 4-3 16,-2-1-37-16,-9 3-8 16,-5 1-53-16</inkml:trace>
  <inkml:trace contextRef="#ctx0" brushRef="#br0" timeOffset="10707.96">19785 15145 201 0,'0'0'-25'0,"0"0"35"15,0 0-4-15,43-25-5 16,-6 6-1-16,9-3 2 15,8-3-1-15,6-6 1 16,3 4-1-16,3-1-1 16,0 3 0-16,0 0 1 15,-2 5-3-15,-5 0-39 0,-4 3-13 16,-8 2-39-16</inkml:trace>
  <inkml:trace contextRef="#ctx0" brushRef="#br0" timeOffset="10983.44">19832 15144 142 0,'0'0'32'0,"0"0"-15"15,0 0-10-15,60-36-6 16,-14 15-2-16,8-3-15 16,9-3-27-16,3-5-10 15</inkml:trace>
  <inkml:trace contextRef="#ctx0" brushRef="#br0" timeOffset="11740.96">21655 14816 92 0,'0'0'11'0,"0"0"8"0,0 0 4 0,54 0-5 0,-27-2-2 0,4-3-5 16,7-2-3-16,0 0 2 15,9-2-2-15,-2 2-3 16,7-2-1-16,1-1-2 0,3 2 0 16,2-1-2-16,1 2 2 15,2 0-2-15,-2 0 0 16,-3 3 0-16,-3 1-3 16,-6 3-17-16,-8 0-23 15,-8 0-7-15,-11 0-12 0</inkml:trace>
  <inkml:trace contextRef="#ctx0" brushRef="#br0" timeOffset="11960.79">22013 14895 188 0,'0'0'12'0,"0"0"10"16,0 0-7-16,0 0-10 0,0 0-8 15,0 0-5-15,0 0 5 16,56-17 11-16,-6 7-6 16,13-4 1-16,11-3-1 15,7-1-1-15,9 0-3 16,3-2-42-16,-2-2-25 16</inkml:trace>
  <inkml:trace contextRef="#ctx0" brushRef="#br0" timeOffset="15099.91">24174 11461 96 0,'0'0'3'0,"0"0"2"0,0 0 3 0,0 0-1 16,-10-45-4-16,5 36 0 16,-4-2 0-16,1 1-1 15,-1 0 1-15,-2 0-2 16,-1 0 0-16,-1 1 0 15,-2 1 0-15,-1 2-2 16,-1-1 1-16,-4 4 0 16,2-1 0-16,-3 4 0 0,1-1 0 15,-1 1-1-15,2 0 6 16,-4 0-4-16,-1 4-1 16,0 4 3-16,-3 5-5 15,-3 1 2-15,-1 3 0 0,-6 5 2 16,4 1-2-16,-2 2 0 15,0 4 0-15,3 3 1 16,-3 2-2-16,3 3 1 16,-2 4 1-16,4 2-1 15,2-2 0-15,1 2 0 0,2-2 0 16,3-1 1-16,5-1-2 16,3 0 2-16,4 2 0 15,3 0 0-15,4 3-1 16,2-1 1-16,2 2 0 15,0 2-1-15,6-1 0 0,7-1 0 16,3 3 0-16,7-1 0 16,3 1 1-16,4-2-1 15,6-1 1-15,3-2-1 16,3-3 1-16,2-3-1 16,5-3 0-16,1-2 1 0,6-6-1 15,2-3-1-15,2-6 2 16,4-7-2-16,2-5 6 15,2-5-2-15,1 0 1 16,-1-3-2-16,-1-9 1 16,-3-4-3-16,-7-4 1 0,-6-3 0 15,-4-2 10-15,-5-4-3 16,-3-5 4-16,-4-4 1 16,-3-6-3-16,-4-4 6 15,-3-5-10-15,-3-4-1 16,-2-4 3-16,-5 0-3 0,-3-7 0 15,-7 0 2-15,-3-2-1 16,-2-1 0-16,-4-1-2 16,-11-1-1-16,-8 4-7 15,-9 3 8-15,-14 7-6 16,-11 7 1-16,-14 9-14 16,-16 11-23-16,-16 8-43 0</inkml:trace>
  <inkml:trace contextRef="#ctx0" brushRef="#br0" timeOffset="16929.02">24248 11515 69 0,'2'-3'10'0,"-1"-1"10"0,0-2-4 16,2 0-7-16,-3 2-4 0,1-1-1 15,1 0-3-15,0 2-1 16,-1 2 1-16,0-2-2 15,-1 2 0-15,1 0-2 16,-1 0-3-16,0 1-6 16,0 0-3-16,0 0-26 0</inkml:trace>
  <inkml:trace contextRef="#ctx0" brushRef="#br0" timeOffset="18089.63">24050 11857 120 0,'-3'0'5'0,"2"-4"3"0,1 1-5 0,0 0-1 16,0 2-2-16,0-1-2 16,0 1 3-16,0 1-2 0,0-1 0 15,0 1 1-15,0 0-9 16,0 0-26-16,3 0 4 16</inkml:trace>
  <inkml:trace contextRef="#ctx0" brushRef="#br0" timeOffset="18330.95">24050 11857 219 0,'-52'19'-29'0,"49"-24"37"16,1-1 4-16,0 3-6 15,1 1-4-15,0 2-2 16,1 0-1-16,0 0-2 0,0 0-25 16,0 0-13-16,1 0 25 15,4 0-9-15,0 0-2 16,5 1-16-16</inkml:trace>
  <inkml:trace contextRef="#ctx0" brushRef="#br0" timeOffset="18630.81">24071 12185 205 0,'0'0'-3'16,"0"0"18"-16,0 0-11 16,0 0-3-16,0 0-6 0,0 0-36 15,0 0 7-15,0 0 4 16,0 0-34-16</inkml:trace>
  <inkml:trace contextRef="#ctx0" brushRef="#br0" timeOffset="19590.08">23775 13956 101 0,'0'0'13'0,"0"0"5"0,0 0 9 0,0 0-1 15,0 0-9-15,0 0-8 16,0 0-4-16,0 0 1 16,0 0-1-16,0 0 2 15,0 0-2-15,0 0-4 0,-34 0-3 16,34 0 1-16,0 0 1 15,0 0-2-15,0 0-2 16,0 0-2-16,0 2 3 16,1-2-1-16,2 0 2 15,2 1 3-15,4-1-5 0,0 2-10 16,2-2-20-16,3 0-24 16</inkml:trace>
  <inkml:trace contextRef="#ctx0" brushRef="#br0" timeOffset="19767.22">23862 14003 270 0,'0'0'-32'16,"0"0"34"-16,0 0 1 0,0 0-19 15,0 0 10-15,0 0-25 16,0 0 1-16,0 0-11 15,25-3-58-15</inkml:trace>
  <inkml:trace contextRef="#ctx0" brushRef="#br0" timeOffset="-14665.63">6877 9434 40 0,'0'0'-3'0,"0"0"10"0,45-12 0 16,-24 6 6-16,0 2-5 15,6 0-3-15,2 2 0 16,3-1 0-16,4 3 2 0,6-1-2 15,1-1 0-15,4 2-1 16,2 0-3-16,4 0 1 16,-1-1 1-16,1-1 2 15,-1 0-2-15,0-1 2 16,0 0 1-16,2-3-2 0,-2 1-1 16,-1-1-1-16,-2-1 1 15,-3-2-1-15,-7 1 4 16,-5-1 0-16,-3 2 1 15,-4 3 1-15,-8 0 0 0,0 2-5 16,-3 2-1-16,-3 0-1 16,-5 0 2-16,-1 10-1 15,-2 4 3-15,-5 6-29 16,-2-3-51-16</inkml:trace>
  <inkml:trace contextRef="#ctx0" brushRef="#br0" timeOffset="-13398.26">9448 8565 78 0,'0'0'4'0,"0"0"-5"0,0 0 3 0,0 0-2 16,42 14 0-16,-28-11-1 15,-1 0 0-15,3 1 4 16,-1-1 1-16,2-2-1 16,2 4 3-16,1-1-4 0,5 0-2 15,-2 1 1-15,1 0-1 16,2 0 1-16,1-4-1 16,-2 2 1-16,2-3 0 15,-2 0 0-15,-1-3 1 16,2-6 0-16,2-5 2 0,1-6 3 15,0-3 2-15,4-5 0 16,-3-3-4-16,5-3 0 16,-2-5-3-16,3-2-1 15,-2 0-1-15,2-3 1 0,-4 3 0 16,-3 1-1-16,-3 2 1 16,0 2-1-16,-8 1 1 15,-2-1-1-15,-4-1 11 16,-2-4 4-16,-3 0-2 15,-5-6-1-15,-2-1-1 16,0-2 1-16,-8-1-1 0,-5-3 1 16,-2-3 1-16,0-4-10 15,-3 3-2-15,1-2 0 16,0 1-1-16,2 0-1 16,-3 3-2-16,-3-1-3 15,0 4 2-15,-4-2 2 0,-4 2 2 16,-7 2 1-16,-1 1-2 15,-6 1 1-15,-1 3 5 16,-2 5-1-16,-2 5-1 16,0 5-4-16,0 10 1 15,0 7 3-15,-1 12-4 0,2 2 3 16,-3 10-5-16,2 10 5 16,0 9-2-16,4 3 0 15,-1 5 1-15,-1 7-1 16,0 3 0-16,0 7 0 15,-1 7 0-15,0 7 1 16,4 2-2-16,3 2 1 0,5 2-1 16,4 3 0-16,8 0 1 15,5 1-1-15,5 4 0 16,6 5-1-16,3-1 1 16,4-1-2-16,0 2 1 0,9 1-1 15,7-1 1-15,3 1 0 16,6-8 1-16,6 3 0 15,4-7-2-15,6-8 1 16,8-10 0-16,3-10 1 16,6-9-1-16,2-14 0 0,7-8 3 15,7-11 2-15,5-6-1 16,10-9 1-16,1-18-4 16,3-16-85-16</inkml:trace>
  <inkml:trace contextRef="#ctx0" brushRef="#br0" timeOffset="-11463.62">13745 6899 205 0,'0'0'-13'15,"0"0"26"-15,-48-21-7 0,30 14-4 0,0 1 2 16,-3 0 1-16,1 1-3 16,-1 0-1-16,-2-3 1 15,-2 2-1-15,0-1-1 16,-1 1 1-16,-1 2-2 16,-2 0-5-16,-2 4-14 0,-3 0-2 15,0 8 5-15,-1 8 9 16,3 5 7-16,-1 4 4 15,0 4 1-15,3 8 1 16,-3 6 2-16,1 8-4 16,1 7 0-16,0 8 0 0,2 6-1 15,4 8 2-15,0 6-1 16,10 2-1-16,2 4 1 16,6 5-1-16,7 3-2 15,0 3 1-15,7 1 0 16,6 5 2-16,4 1-2 15,4 5 0-15,3-2 3 0,6 1 0 16,4-7 2-16,6-8 0 16,7-11-3-16,7-11-2 15,8-9 1-15,3-13-4 16,4-8-3-16,2-10-1 16,4-6-3-16,2-8-4 0,0-9 6 15,1-7 2-15,0-7-2 16,-2 0-19-16,0-10 26 15,-7-8-13-15,-4-8-8 16,-2-6-18-16</inkml:trace>
  <inkml:trace contextRef="#ctx0" brushRef="#br0" timeOffset="-11299.21">14631 7477 34 0,'-63'-105'201'0,"-17"10"-220"0,-25 11 24 0,-25 13-42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5:31:54.1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4432 8822 103 0,'0'0'3'0,"0"0"4"0,-38-12 8 0,27 4 3 16,-2 0-3-16,0-4 6 16,1 1-5-16,-1-2-2 15,-3 0-1-15,3-1-1 16,-3 1 0-16,-1 2-4 0,0 1-3 16,0 2-2-16,-3 2-2 15,-1 3 0-15,-1-1-2 16,-4 4 3-16,-2 0-2 15,-1 0 1-15,-2 0-1 16,0 0 0-16,-1 4 1 0,2 2-1 16,0 0 1-16,1-1-1 15,2 4 1-15,0-1-1 16,0 2 0-16,-2-1 2 16,3 3-2-16,-3-3-2 15,0 4 4-15,-2-5-2 0,1 2 0 16,2 0 1-16,-1-1-1 15,1-1 0-15,0 2 0 16,1 0 0-16,0 3-1 16,0 0 1-16,1 1 0 15,1 1 0-15,0 0 0 0,0 0 0 16,1 1 0-16,4-2 1 16,0 3-1-16,4-1 0 15,-2-2 0-15,2 3 0 16,3 3 0-16,0 0 0 15,-1 1-1-15,3 2 1 0,-3 0 0 16,1 2 0-16,2-1 0 16,-3 1 1-16,2 0-1 15,2-2-1-15,1 2 1 16,3-2 0-16,1-3 0 16,5 0 0-16,0-3-2 15,0 1 1-15,0-2 1 0,7-2-2 16,1-1 0-16,4-2 1 15,3 1 0-15,0-2 0 16,4-2 1-16,1 2 0 16,5-3-2-16,-1 1 4 0,3 0-2 15,2-1 0-15,0-2 0 16,2 1 0-16,-1 0 0 16,3-2 0-16,2-1 0 15,-1 1 1-15,5-1-2 16,-2-1 2-16,1-1-1 0,2 0-1 15,1 1 1-15,-3-2 0 16,2 0 0-16,3 0 0 16,-3 0 0-16,4 0 1 15,1 0 1-15,-1 0-1 16,4 0-2-16,-4 0 1 16,1 0 0-16,-2 0-1 0,4 0-1 15,-3 0 2-15,1 1 0 16,2-1 0-16,2 3 1 15,-2-3-1-15,2 3 0 16,-2-2 1-16,0 2-1 16,-1-1 0-16,2 0 1 0,-2-2-1 15,2 0 0-15,1 0 0 16,-2 0-3-16,2 0 3 16,-2-4 0-16,2 0 0 15,0-2-2-15,-1-1 2 16,3 0 2-16,-6 1-2 0,4-1 0 15,-3 1 1-15,-3 1-1 16,2-1 1-16,2 3-1 16,-1-1 1-16,2 1-1 15,-1 1 0-15,2 1 0 16,-3 0 0-16,2 1 0 0,-2 0 1 16,2 0-1-16,-2 0 0 15,1 0 0-15,-4 0 0 16,4 0 0-16,-5 0 0 15,1 1 0-15,-1 1 0 16,2 0 0-16,-1 2 0 0,2-2 0 16,0 3 0-16,-1-3 0 15,-1 1 0-15,4 1 0 16,-3-1 1-16,1 2-2 16,-1 0 1-16,0-2 1 15,0 2-1-15,-4-1-1 0,0 0 2 16,-1 0-2-16,0-1 2 15,2 0-2-15,-1-2 2 16,4 2-1-16,0-1 0 16,2 0 0-16,1-1 0 15,-4 1 0-15,6 0 0 16,-3-1 0-16,2 1 0 0,-2 0 0 16,4 0 0-16,-4-1 0 15,2 2 0-15,1-3 1 16,0 1-2-16,0-1 1 15,2 0 0-15,1 0 0 16,2 0 0-16,-3 0 1 0,2 0-1 16,-1 0 0-16,2 0-1 15,-1-2 1-15,1-1 0 16,2 1 0-16,0-2 1 16,0 1-2-16,4 0 1 15,-4-1 0-15,4-2 0 0,0 2 0 16,-1 0 0-16,-1 0 0 15,2 0-2-15,-2 2 2 16,-2-1 0-16,0 2 0 16,0 1 1-16,-1-2 0 15,0 2-2-15,-2 0 2 0,-2 0-1 16,1 0 0-16,0 0 0 16,0 0 0-16,0 0 0 15,0 0 0-15,-1-1 0 16,1 0 0-16,1-1 0 15,-1 1 0-15,-1 1 1 0,0-2 1 16,1 1 0 0,-3 1-2-16,1-2 1 0,0 1-1 15,2 1 1-15,-1-1-1 16,0 1 1-16,1 0-1 16,-2 0 0-16,-2 0 1 15,1 0-1-15,-2 0 0 0,1 0 0 16,-2 1 0-16,1 2 0 15,-3 0 0-15,4-2 0 16,-4 1 1-16,2-2-2 16,2 0 2-16,-2 0-1 0,0 0 1 15,1 0 1-15,-2 0 1 16,2 0-2-16,-1 0 2 16,0 0-2-16,2 0-1 15,1 0 0-15,-1 0 0 16,-1-2 1-16,0 1-1 15,0 1 0-15,-2-2 0 0,1 2 0 16,1 0 0-16,2 0 1 16,-2 0-1-16,-2 0 0 15,4 0 0-15,-4 0 0 16,2 0 0-16,-1 0 1 16,2-1-1-16,0 1 0 0,-2-2 0 15,3 2 0-15,-5 0 0 16,1 0 1-16,2 0-2 15,-3 0 1-15,2 0 0 16,0 0 0-16,1 0 0 16,-2 0 0-16,2 0 0 0,-3 3 0 15,0-1 0-15,0 2 1 16,3-1-1-16,-5 1 0 16,2 0-1-16,-1 1 2 15,0-1-1-15,-1 0 0 16,0 0-1-16,0 1 2 0,2-2-2 15,0 2 2-15,1 1-1 16,-1 0 0-16,4-1 0 16,-2-2 0-16,6 3 0 15,-5-3 0-15,4-1 0 16,1 1 0-16,-1-1 0 0,1-1 0 16,-1-1 0-16,0 1 0 15,1-1 0-15,-2 2 0 16,0-2 0-16,-1 1 1 15,3 0-2-15,-3 0 2 16,-1 0-1-16,2-1 0 0,-4 0 0 16,4 0 0-16,-3 0 0 15,3 0 0-15,-3 0 0 16,2 0 2-16,-2 0-4 16,2 0 4-16,-4 0-2 15,2 0 0-15,1 3 0 16,0-1 0-16,-2 2 0 15,1-2 0-15,-2 1 0 0,2-1 1 16,-3-1-1-16,1 1-1 16,2 0 2-16,1-2-1 15,1 1 0-15,-2-1 0 16,2 0 0-16,-2 0 0 0,2 0 0 16,-2 0 0-16,4 0 1 15,-1 0-1-15,0-3 0 16,2-2 0-16,-5 1 0 15,2-2 0-15,-2 1 2 16,0-1-2-16,-2-1 0 0,-2-2 0 16,-3 1 0-16,2-2 0 15,-4-3 0-15,-2 2 1 16,1-5-1-16,-1 1 0 16,1-2 0-16,0-1 1 0,-1 0 0 15,-2-1-1 1,-1 0 1-16,-2-1-1 0,-2 0 0 15,-1-2 1-15,-2 3 0 16,-6-3 0-16,2 1 0 16,-5 1 1-16,-2 0 3 15,-1 0 2-15,-3-1 0 16,1 3-2-16,-4-3-3 0,-2 1-2 16,-2-2 1-16,-2 0-1 15,-2-1 0-15,0 0 0 16,0-1-2-16,-6 1 2 15,-4-1-2-15,0 3-1 0,-1-1 2 16,-3 1 4-16,1 1-5 16,-5 2 3-16,1-1-2 15,-2 2 0-15,-2 2 1 16,0-1-4-16,-4 3 0 16,-2-1 4-16,-2 2-1 0,-2 0 3 15,-3 2-5-15,-1 0 3 16,-1 0-1-16,-3 3 0 15,0 0-1-15,1 0 1 16,-2 1 1-16,-3-1 0 16,0 1-4-16,0 0 3 0,-3 1 1 15,-3 1 1-15,2 2 0 16,-2-1-1-16,2 3-1 16,-5-1 2-16,4 1-1 15,-3 0 0-15,2 0-1 16,1 0 1-16,-1 1-1 15,2 2-1-15,-4-1 2 0,3 0-1 16,-2 0 1-16,2-2 0 16,0 0-1-16,2 0 1 15,-1 0 0-15,0 0 1 16,1 0-1-16,-3-2 1 0,4-2-1 16,-6 3 0-16,5-4 0 15,-1 1 1-15,1 1-1 16,-1-1 0-16,-2 2 0 15,2-2 1-15,-5 0-1 16,0 0 0-16,0 2 0 16,-2 0 0-16,2-1-17 0,-1 0 39 15,-5 2-21-15,2-1 0 16,-2 2-1-16,1-1 1 16,1 1-1-16,-4-3 0 15,1 3 1-15,0 0-1 16,-1 0 0-16,-6-1 0 0,2 0 0 15,1 0 0-15,-4-2 1 16,1 0-1-16,1 0 0 16,2-1 0-16,-4-1 1 15,-1 0-2-15,-1 1 2 16,0 1-1-16,-5 0 0 0,-1 2 0 16,-3-2 0-16,1 3 0 15,-1 0 0-15,-3-1 0 16,0 1 0-16,2-2 1 15,-2 2-1-15,-2 0 0 16,-1-1 0-16,1 0 0 0,-3-1 0 16,3 2 0-16,0-3 0 15,-1 3 0-15,0-1 1 16,3-1-2-16,-4 2 1 16,0-2 1-16,-2 0-2 15,1 1 2-15,2-1-1 0,-1-2 0 16,0 2 1-16,1-2-1 15,-1 0 0-15,1 0 1 16,0-2-2-16,2 0 2 16,-1 0 0-16,1 0 0 15,3-1 2-15,-4 0-1 0,3-2 1 16,1 4 1-16,-2 0-3 16,-1-1 1-16,-1 2 1 15,1 1-3-15,2-1 1 16,1 1-1-16,-4 0 0 15,3 2 0-15,1-2 0 0,-1 2 0 16,-3-1 0-16,0 2 0 16,-1 0 0-16,3-1 0 15,-2 1 0-15,1 0 0 16,-1 0 1-16,1 0-2 16,2 0 2-16,-2 0-1 0,0 0-1 15,2 0 2-15,-1 0-1 16,-2 0 0-16,3 0 0 15,-3 0 1-15,2 0-1 16,-1 0-1-16,1 0 3 16,-1 0-2-16,-1 0 1 0,1 0 0 15,2 0 0-15,1 0 2 16,-4 0-1-16,5 0 2 16,-3 0-4-16,1 0 2 15,-3 0-2-15,0 0 0 16,3 0 0-16,-1 0 0 15,1 1 0-15,-2 2 1 0,1 1-1 16,0-1-1-16,-1 0 2 16,1 1-1-16,0-1 0 15,0 1 0-15,2-1 0 16,3 0 0-16,-4 0 0 16,4 0 0-16,1-1 1 0,0 0-2 15,1 2 1-15,2-1 1 16,1-1-1-16,0 0 0 15,1 1 0-15,1 0 0 16,0 0 0-16,0 1 0 16,1-1 0-16,3 1 0 15,0-1 0-15,3 1 0 0,2-1 0 16,1 1 0-16,1-1 0 16,5-1 0-16,-1 1 0 15,0-1 0-15,3 0 0 16,0 2 1-16,1 0-1 15,2-1 0-15,-2 4 0 0,1-2 0 16,2 0 0-16,2 2 0 16,1 0 0-16,2 1 0 15,1 0 0-15,1 1 0 16,2 0 0-16,0 3-1 16,2-1 1-16,2 2 0 0,3 1 0 15,0 2 0-15,2-1 0 16,5 3-1-16,1 0 1 15,3 0-1-15,2-1 1 16,2 2 0-16,3-1 0 16,-1 2-2-16,3 1 0 0,3-1-1 15,0 3 2-15,4 0-1 16,0 1 0-16,4-3 1 16,0 2 1-16,0 0-1 15,0-2 2-15,4 2 0 16,1 1-2-16,4-3 2 0,-2 2-1 15,3 0-1-15,2-3 0 16,1 2 1-16,0-2-1 16,3 0 1-16,0-1 2 15,4 0-3-15,0 1 2 0,0-1-1 16,2-1 1-16,1 2-1 16,4 0-1-16,-2 0 1 15,3 1 0-15,1-3 0 16,0 0 0-16,2 0-2 15,3 1 2-15,0-4-1 0,0 2 1 16,3-4-1-16,4-1 0 16,2-1 1-16,3-2-1 15,3-3-1-15,-2 0 4 16,2 0-2-16,0-3 0 16,0-1-2-16,3 0 1 15,-1 0 2-15,3-1 1 0,2-1-2 16,0 0 0-16,-3 0 1 15,5 0 0-15,-2 0-1 16,-2 0-1-16,4 0 2 16,-7 0-1-16,3 0 0 15,0 0 0-15,-2 0 1 0,-1 1-2 16,4-1 2-16,-1 1-1 16,2 2 0-16,-3-2 0 15,3 1 0-15,-2 1 0 16,0 1 0-16,1-1 0 15,-1 1 0-15,0 1 0 0,0-1 1 16,1-1-2-16,1 4 2 16,2-3-1-16,0 0-1 15,3 1 2-15,-1-1-1 16,-1 0 0-16,5 0 0 16,-5-1 0-16,3 2 0 0,0-4 0 15,3 3 0-15,-2-4 0 16,2 2 0-16,3-2 0 15,1 0 0-15,0 0 0 16,2 0 0-16,1-2 0 16,-1-2 0-16,0 3 0 0,-2-1 0 15,1-1 1-15,-1 0-2 16,1 2 1-16,1-2 0 16,1 2 1-16,1-2-1 15,2 0 0-15,0 0 0 16,-2 2 0-16,2-1 0 0,-2-2 0 15,0 3 1-15,2-2-1 16,-2 0-1-16,-1-1 1 16,-2 4 0-16,0-2 1 15,1 1-1-15,-4 1 0 16,-1 0 0-16,1 0 0 16,0 0 0-16,3 0 1 0,-1 0-2 15,2 1 1-15,-2 1 0 16,4 2 0-16,0-1 0 15,-2 0 0-15,1 0 0 16,-3-1 0-16,1 1 0 16,-1-1 0-16,1 1-1 0,1-2 2 15,-2 0-1-15,3 1 0 16,-3-1 0-16,4-1 0 16,-2 2 1-16,0-1-2 15,0-1 1-15,0 0 1 0,-1 1-2 16,1 1 2-16,-1-2-2 15,2 1 2-15,1-1-1 16,0 3 0-16,0-1 0 16,-2-1 0-16,0 1 0 15,1 0 0-15,-1 0 0 16,-2 0 0-16,3-1-1 0,-2 1 2 16,5 0-1-16,-1 0 0 15,-1-1 0-15,1 0 0 16,1 0 0-16,0-1 0 15,0 0 0-15,2 0 0 16,-2 1 0-16,2 0 0 16,-1 0 0-16,2 1 0 0,-1-1 0 15,0-1 0-15,0 0 0 16,-1 2 0-16,0-2 0 16,-1 0 1-16,-1 0-2 15,0 1 1-15,-2-1 1 16,2 0-2-16,-1 3 1 0,-3-2 0 15,1 1 0-15,-2-2 0 16,0 1 1-16,1-1-2 16,1 0 1-16,1 0 1 15,-1 0-1-15,1 0 0 16,0 0 0-16,1 0 0 0,-1 0 0 16,-3 0-1-16,-2 0 1 15,-2 2 1-15,0-1-1 16,1-1 0-16,-5 0 0 15,1 1 0-15,-1 1 0 0,1-2 0 16,-3 1 0-16,0 0 0 16,2 0 0-16,-3 0 0 15,1 0 0-15,1 1 1 16,0-1-1-16,-1 1 0 16,3-2-1-16,-2 0 1 15,1 0 1-15,-1 0-1 0,0 0 0 16,1 0 0-16,-3 0 0 15,-1 0 0-15,0-3 1 16,0-2-1-16,0-3 0 16,-1 1 2-16,-2-1-2 15,1-2 4-15,-2 0-3 0,-2-2 2 16,-1 1 0-16,-4-2-1 16,-1 0 1-16,-1 0-1 15,-5-1-1-15,-2 0 0 16,2-1-1-16,-5-2 1 15,0-1-1-15,-4 0-1 0,-1-3 2 16,-1-1-1-16,-3-1 0 16,-1 0 0-16,-1 0 0 15,-3-2 0-15,-1 0 0 16,-2 1 0-16,-2-2 0 16,-5 2 1-16,1 0-2 15,-3 1 1-15,-5 1 0 0,-2 0 0 16,-1 0-1-16,0 0 0 15,-2 1 0-15,-6-2-3 16,-1 3 3-16,-5 0 2 16,1-1 0-16,-5 1-2 0,1 0 1 15,-4 1 0-15,-2 0 1 16,-1 2-1-16,-1 0-1 16,-5 1 2-16,-3 1 0 15,-2 2-3-15,-3 1 2 16,0 1 0-16,-5 4-1 0,-1-1 0 15,-1 2 1-15,-2 0-2 16,-5 3 2-16,-2-1 0 16,0 3 0-16,-3-2 0 15,1 0 0-15,0 2 0 16,-1-2 0-16,-1 1-1 0,0 0 0 16,-1-1 0-16,-1 1 1 15,-3-1 0-15,-3 1 0 16,-1 0 0-16,-3 2 0 15,1-3 0-15,-3 3 0 16,0-2-2-16,-1 1 2 16,0 1 0-16,-2-1 0 0,-2 0 0 15,-3-1 0-15,-4 2-1 16,-1 0 2-16,-8 0-2 16,-7 0-2-16,-8 0-3 15,-7 7-4-15,-14 5-12 0,-13-1-18 16,-12 2-39-16</inkml:trace>
  <inkml:trace contextRef="#ctx0" brushRef="#br0" timeOffset="3181.98">16251 9062 50 0,'-2'0'8'0,"0"0"6"0,0-1 2 0,0-2-4 16,-1 1-6-16,3 1 0 16,-1-2-2-16,0 2 3 0,1 0 0 15,0 0-2-15,0 1-4 16,0-1-1-16,0 1 0 16,0 0 0-16,0 0 0 15,0 0 0-15,0 0 0 16,0 0 0-16,0 0-1 15,0 0 1-15,0 0 0 0,0 0-1 16,0 0 2-16,0 0-1 16,2 3 0-16,3 1-1 15,-3 2 1-15,0 1 0 16,1 1 0-16,0 1 0 16,2-1 0-16,-3 1 1 0,1-1-2 15,0 0 2-15,0 0-2 16,2-2 2-16,-3 0-1 15,0-1 0-15,1-2 0 16,-1 1 1-16,0-1-2 16,0-3 2-16,1 2 1 0,0-2 2 15,4 0 7-15,-1 0 12 16,5-5-1-16,5-6-11 16,5-3-5-16,4-8-2 15,8-3 3-15,5-6-2 16,10-5 1-16,10-5-1 15,7-3-2-15,10-6 1 0,12-4-3 16,7-3-1-16,4-2 1 16,3-7-2-16,-2 0-18 15,-4-2-124-15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5:30:30.7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3026 3016 7 0,'-4'0'9'0,"2"0"3"0,0 2-1 0,1-1-4 0,-1-1-2 16,0 1-3-16,-2 1 1 15,2-1 0-15,-3 1 0 16,3-1 7-16,2-1-1 15,-3 1-3-15,1 0-4 16,2-1-1-16,0 2-2 0,0 0 1 16,0-1 0-16,0 2 1 15,0-1-1-15,0 0 0 16,0 2 0-16,0 0-1 16,0 0 1-16,2 0-1 15,3 2 1-15,-4-1 0 0,5 1 1 16,-2-2-1-16,-2 2 0 15,3 0 0-15,-1-1-2 16,0-1 2-16,1 1-1 16,0-1 2-16,1 0-1 0,1-1-6 15,-1-3 0-15,4 0 8 16,1 0 9-16,0-3 1 16,5-8-6-16,2-3 1 15,0-6 4-15,6-3-5 16,3-4-2-16,2 0-2 15,0-3 0-15,0 1-1 0,-2 0 0 16,0 1 0-16,-1 3 0 16,-5 0 1-16,-1 4-1 15,-4 1 0-15,2 4-1 16,-7-1 1-16,1 4-1 16,2 2 1-16,-3 3-1 0,1 0 0 15,-1 3 0-15,0 0-1 16,-1 4-11-16,-2 1-19 15,-4 0-56-15</inkml:trace>
  <inkml:trace contextRef="#ctx0" brushRef="#br0" timeOffset="1160.17">2984 3022 26 0,'-4'0'5'0,"2"0"0"0,-1 0 0 16,1 0 3-16,2 0 4 16,-2 0-3-16,2 0 0 0,0 0-2 15,0 0-8-15,0 1 1 16,0 2 0-16,0-1 0 15,0 3 0-15,0 1 0 16,0-1 0-16,0 1 0 16,0 0 0-16,4-2 0 0,1-1-2 15,1 1-10-15,1-2 18 16,0-2 1-16,4 0-3 16,0-2 7-16,5-9 3 15,1-6-2-15,6-3-4 16,6-4-5-16,0-5-1 0,2 1 0 15,3-2-2-15,-1 3 1 16,1-1 0-16,-5 2 1 16,-2 2-1-16,-3 1 0 15,-3 3 2-15,-6 3-2 16,-2 2 1-16,-1 6 0 0,-6 2-1 16,-1 1 2-16,-1 2-3 15,0 2 1-15,-3 0-1 16,4 2 1-16,-3 0-1 15,0 0 0-15,2 0-1 16,-2 2-1-16,1 4-10 0,-1 2-13 16,-2-4-14-16</inkml:trace>
  <inkml:trace contextRef="#ctx0" brushRef="#br0" timeOffset="3478.99">2955 3109 2 0,'0'0'5'0,"0"0"-4"0,0 0 1 0,0 0-1 16,0 0 2-16,0 0 2 16,0 0 12-16,0 0 8 15,40-13-8-15,-26-6-6 16,5-9-4-16,10-8-3 16,8-8-3-16,10-7-1 0,13-10 3 15,3-7-3-15,5-9-62 16</inkml:trace>
  <inkml:trace contextRef="#ctx0" brushRef="#br0" timeOffset="7006.73">4343 9970 165 0,'0'0'41'0,"0"0"-39"15,0 0-1-15,0 0 1 0,0 0-1 16,-38-42 0-16,32 38-1 16,3 0 1-16,1 1-1 0,-3-1 0 15,3 4 0-15,2-1-3 16,-2 0-17-16,1 0-4 15,1-1 9-15,0 1 2 16,0-2 4-16,0-1 6 16,0 1 3-16,0 2 1 0,0-1-1 15,0 1 0-15,0 0 1 16,0 1-1-16,0-2 0 16,-1 2 0-16,-2 0 0 15,1 0 0-15,-2 0 0 16,0 0 1-16,3 0 1 0,-1 0-1 15,2 0 5-15,0-1-7 16,0-2-2-16,11-1 3 16,2-3 4-16,5-3-1 15,7-2 2-15,4-5-3 16,3-4 1-16,5-2-2 0,1-2 0 16,1-2 0-16,1 1-1 15,-3 2 2-15,-1 3-2 16,-4 4 0-16,-5 4 0 15,-3 6-7-15,-13 5-36 16</inkml:trace>
  <inkml:trace contextRef="#ctx0" brushRef="#br0" timeOffset="7155.15">4493 9870 165 0,'0'0'5'0,"0"0"10"0,0 0-17 0,0 0 1 0,66-28 7 15,1-12-3-15,23-11-1 16,24-13 0-16,20-11-6 16,20-12-78-16</inkml:trace>
  <inkml:trace contextRef="#ctx0" brushRef="#br0" timeOffset="8529.17">8442 7927 79 0,'-7'0'-2'0,"3"-5"7"0,-1-1 3 15,2 1 9-15,2 1-2 16,1 0 1-16,0 1 6 15,0 1-7-15,0-3-6 16,11 1-7-16,2-2-1 0,8-1-1 16,7 0 1-16,6-4 0 15,4-1-1-15,5-2 0 16,4 1 0-16,8-4 0 16,6-2 0-16,2 0 1 15,7-2-1-15,5-2 1 0,-2 3-1 16,4-3 1-16,-8 4-1 15,-4 2-10-15,-5 4-15 16,-10 4 3-16,-13 4-5 16,-15 5-27-16</inkml:trace>
  <inkml:trace contextRef="#ctx0" brushRef="#br0" timeOffset="8735.39">9133 7865 82 0,'-43'27'3'0,"5"-6"1"15,7-1 7-15,6-2 1 16,8-5 0-16,5-3-3 16,10-3-2-16,2-4-11 15,18-3-2-15,14 0 16 16,23-13 17-16,15-7-16 16,21-7-7-16,18-5-3 0,14-7-4 15,11 1-17-15,9 0-17 16,5-3-49-16</inkml:trace>
  <inkml:trace contextRef="#ctx0" brushRef="#br0" timeOffset="9376.37">12699 8075 111 0,'0'0'2'0,"0"0"0"0,52-17-1 0,-23 7 4 0,5-2-2 16,7 0 1-16,7-1 1 16,6-2-1-16,2 0-1 15,4-2 1-15,3 0-3 16,2-1 0-16,3 1 0 16,-2 0-1-16,-2 0 1 15,-2 3-1-15,-3 2 0 0,-7 2-1 16,-6 0-4-16,-7 5-28 15,-8 0-53-15</inkml:trace>
  <inkml:trace contextRef="#ctx0" brushRef="#br0" timeOffset="9639.17">12699 8206 125 0,'0'0'-13'16,"0"0"11"-16,39-6-1 0,-2-4 5 15,10-1-1-15,11-3 2 16,10-1-1-16,8 0-1 15,9-1 0-15,3-1-1 16,1 1-31-16</inkml:trace>
  <inkml:trace contextRef="#ctx0" brushRef="#br0" timeOffset="10265.19">14881 8842 104 0,'0'0'-14'0,"0"0"21"0,0 0 3 0,0 0-4 16,0 0 0-16,0 0-6 15,0 0 2-15,0 0-1 16,0 0 2-16,0 0 1 15,24 0-1-15,-3 0-1 16,4 0 0-16,4-3-1 0,5 0 1 16,5-2 0-16,3-4 3 15,6 2-1-15,1-4 1 16,2 1 1-16,0-3-1 16,-1 2 0-16,1-1-2 15,-4 1-2-15,-4 1-1 0,-3 3 0 16,-3 1-1-16,-9 3-20 15,-6 2-3-15,-6 1-14 16,-13 0-45-16</inkml:trace>
  <inkml:trace contextRef="#ctx0" brushRef="#br0" timeOffset="10486.36">14836 9061 116 0,'0'0'14'0,"57"1"-14"16,-9-5 2-16,19-9 0 0,16-4 2 15,15-6-3-15,16-11-10 16,11-5-82-16</inkml:trace>
  <inkml:trace contextRef="#ctx0" brushRef="#br0" timeOffset="11403.98">19715 8443 114 0,'0'0'-8'0,"45"0"11"0,-15-4 2 0,5-2 3 16,1 0-1-16,6 1 1 15,5 0 0-15,-1 0-2 16,5-1 0-16,2 2-3 16,-3 1-2-16,3-1 0 0,-1 1-1 15,-2 0 1 1,-3 1-1-16,-3 1 0 0,-2 0 0 15,-6 1 0-15,-6 0 0 16,-4 0-5-16,-8 0-21 16,-5 0-15-16</inkml:trace>
  <inkml:trace contextRef="#ctx0" brushRef="#br0" timeOffset="11661.28">20033 8484 102 0,'0'0'-7'0,"0"0"23"16,0 0-10-16,0 0-13 0,0 0 7 15,0 0 5-15,40 4 1 16,-10-4-2-16,10 0-1 15,5-1-2-15,8-5-1 16,5 2 1-16,4-1-6 16,5 0-7-16,1-3-29 0</inkml:trace>
  <inkml:trace contextRef="#ctx0" brushRef="#br0" timeOffset="13447.12">12142 5891 103 0,'0'0'10'0,"0"0"-9"0,0 0 0 0,0 0 0 16,0 0-1-16,0 0-1 15,0 0-3-15,0 0 3 0,0 0 1 16,0 0 0-16,-3 9 1 15,14-4-1-15,2 2 0 16,3 1 0-16,2 0 0 16,7-1-1-16,6 0 1 15,4-3 1-15,8 2-2 16,4-3 2-16,6-1 1 0,6 1 1 16,3 0 0-16,5 0 0 15,2 1-1-15,8-1 0 16,1 2-1-16,7-3 2 15,5 1 2-15,6 0-3 0,2 0 1 16,2-2-2-16,3 2 2 16,2 0-3-16,0 0 1 15,0-2-1-15,0 2 0 16,3 0 1-16,-4 1 0 16,-1-1-1-16,0 0 1 15,-2 1 0-15,-2-3 1 0,1 1 1 16,-2 1 1-16,-7-2-1 15,-5 1 1-15,-8 0-4 16,-8 1 2-16,-7-1-2 16,-9 0 1-16,-8 3-2 0,-8-1 2 15,-9 2-2 1,-11 1-9-16,-9 0-30 0,-9-1-11 16</inkml:trace>
  <inkml:trace contextRef="#ctx0" brushRef="#br0" timeOffset="13831.62">13113 6217 72 0,'0'0'2'0,"0"0"-1"0,0 0 2 0,0 0 3 0,0 0-15 15,0 0 10-15,0 0 2 16,0 0-1-16,56 15 0 0,-13-14 2 15,14-1-1-15,6 0 3 16,7 0-1-16,10 0 0 16,6-1-1-16,5-2 0 15,-1 1-1-15,8-2 0 16,2 4-3-16,-2 0 0 16,-4 0-1-16,-3 0-49 0</inkml:trace>
  <inkml:trace contextRef="#ctx0" brushRef="#br0" timeOffset="14622.17">15864 5968 104 0,'0'0'2'0,"0"0"-9"0,0 0 7 0,0 0 0 15,0 0 0-15,41 21 0 16,-15-19 0-16,7 0 0 16,9-2 0-16,6 0 0 0,8 0 0 15,7-3 0-15,7-2 1 16,3-1-1-16,2-1 3 15,6 1 0-15,4-1 1 16,3 0 1-16,-1 0 1 16,6-2-2-16,2 2 1 0,-8 0 0 15,-2 1-2-15,-4-1-1 16,-8 2-1-16,-8 0 0 16,-8 4-2-16,-7-1 1 15,-10 2-1-15,-11 0-1 0,-10 0-17 16,-11 1-19-1,-8 1-43-15</inkml:trace>
  <inkml:trace contextRef="#ctx0" brushRef="#br0" timeOffset="14898.08">16454 6117 109 0,'0'0'3'0,"0"0"6"16,0 0-11-16,0 0 6 16,52 0-1-16,-18-1 4 15,15-4 0-15,7 1-2 0,10-1-3 16,10-2 0-16,10 3-2 15,8-2 1-15,7 1-1 16,5 0-3-16,4 0-37 16</inkml:trace>
  <inkml:trace contextRef="#ctx0" brushRef="#br0" timeOffset="15966.43">19734 6162 104 0,'0'0'0'0,"42"-3"2"0,-15-2-2 16,3 0 0-16,5 1 2 15,5 1 0-15,3-1-1 16,2 0-1-16,6-1 2 0,2 1-1 16,5 0 0-16,3-1-1 15,5 0-1-15,4 3 3 16,9-3-3-16,4 1 1 15,9 1 0-15,2-1 1 16,5 1-1-16,2-2 0 16,6 1 0-16,3 1 0 0,3-2 0 15,1 2 0-15,3-2 0 16,-1 1 1-16,0-1-2 16,-2 2 0-16,0-3 2 15,2 3 2-15,-3 0-2 16,2 0 0-16,1-1-1 0,-3 1 1 15,-2-1-1-15,-1 3 0 16,-4-2 0-16,-7 0 1 16,-3 3-1-16,-9-3 1 15,2 2 0-15,-6-1 0 16,0 2 0-16,-4 0-1 0,1 0 0 16,-5 0 0-16,-4 0 0 15,-7 0 1-15,-5 0-2 16,-5 0 1-16,-7 0 1 15,-4 0-1-15,-3-1 0 0,-3-2 2 16,-4 2 2-16,-6-1 3 16,-3 2-1-16,-2 0-1 15,-10-1 1-15,-3 1-1 16,-4 0-2-16,-2 0-2 16,-3 0-7-16,-4 0-9 15,-5 0-28-15</inkml:trace>
  <inkml:trace contextRef="#ctx0" brushRef="#br0" timeOffset="18129.87">4678 11842 23 0,'-4'0'8'0,"2"0"-3"0,-2 0 5 15,3-1 3-15,-1 0-5 16,2 0-1-16,-2 1 1 0,2-2-5 16,0 1-2-16,0-2 0 15,0 2-1-15,0-1 1 16,0 2-1-16,0-1 0 16,2 1 0-16,1 0-1 15,-1 0 1-15,2 0 0 16,-2 0 0-16,2 0-1 0,1 4 1 15,-1 2 0-15,1-2 0 16,-2 0 1-16,5-1-1 16,-3 1 0-16,3-4 1 15,2 0-1-15,1 0 3 16,7-6 5-16,2-9-3 0,9-6 1 16,8-12-2-16,8-11-2 15,10-8 1-15,13-9-2 16,8-9 0-16,11-8-1 15,9-5-1-15,3-4-31 16</inkml:trace>
  <inkml:trace contextRef="#ctx0" brushRef="#br0" timeOffset="19297.39">9332 11954 4 0,'0'0'2'0,"0"0"-1"0,0 0 3 0,0 0 13 0,40 21 16 15,-18-35-6-15,3-9-5 16,10-8-4-16,5-10 1 0,12-11 1 15,8-8-13-15,8-8-3 16,12-3-2-16,8-5-2 16,5-3 0-16,1-1-15 15,0-1-81-15</inkml:trace>
  <inkml:trace contextRef="#ctx0" brushRef="#br0" timeOffset="19923.25">14499 11943 115 0,'0'0'-21'0,"0"0"33"0,0 0-12 0,0 0 3 16,0 0 13-16,52-29 1 15,-21 2-5-15,9-5 0 0,6-11-2 16,13-10-2-16,7-9-5 16,11-9-2-16,8-11-1 15,4-8-68-15</inkml:trace>
  <inkml:trace contextRef="#ctx0" brushRef="#br0" timeOffset="20719.21">18737 11683 102 0,'0'0'5'0,"0"0"-1"0,0 0 1 0,0 0 1 0,0 0-4 15,0 0-2-15,0 0 0 16,0 0 2-16,0 0 0 16,0 0 2-16,0 0-3 15,0 40 0-15,0-28-1 0,3-1 0 16,0 0 0-16,4-2 0 15,-1-3 2-15,3 0 0 16,7-5 0-16,2-1 3 16,9-7 3-16,13-13 5 15,11-11 0-15,13-10-7 0,15-10-4 16,14-9-2-16,13-11 0 16,13-7-4-16,11-7-29 15,4-3-86-15</inkml:trace>
  <inkml:trace contextRef="#ctx0" brushRef="#br0" timeOffset="22908.33">4014 14922 78 0,'0'0'1'0,"0"0"3"0,0 0 7 0,0 0 3 16,0 0-10-16,0 0-4 15,0 0 0-15,-36-4 1 0,32 8 0 16,0 3 2-16,-1 0 0 15,5-2-2-15,0 2 0 16,0 0-1-16,0 1 0 16,3 1 0-16,5 2 1 0,2-1-1 15,-1 1 1-15,3-2 0 16,2-2 0-16,0-4-1 16,6-3 0-16,-3-3-1 15,6-13 6-15,4-9 4 16,6-8-1-16,5-8-3 0,7-6 0 15,8-7-4-15,5-4 0 16,5-4 0-16,0-1-2 16,4-1-33-16</inkml:trace>
  <inkml:trace contextRef="#ctx0" brushRef="#br0" timeOffset="24059.96">9014 14418 104 0,'0'0'6'15,"0"0"-3"-15,0 0 0 0,0 0-3 0,0 0 0 16,0 0 0-16,0 0 0 15,0 0 0-15,1 0 0 16,2 0 0-16,0 0 1 16,1 3 1-16,-2 2-2 0,2 1 1 15,4 1-1-15,-3 2 1 16,5-2-1-16,-1-1 0 16,2-2 0-16,2-4 1 15,4 0-2-15,0-6 2 16,2-10 6-16,5-7 6 15,6-9 0-15,5-8-1 0,1-6-2 16,8-5 0-16,5-3-6 16,3-2-2-16,6-5 0 15,1 1-1-15,2-4-15 16,-3-1-80-16</inkml:trace>
  <inkml:trace contextRef="#ctx0" brushRef="#br0" timeOffset="25647.88">13417 12925 95 0,'-2'-7'4'0,"-4"1"4"0,-2 1 1 0,0-1-4 16,1 1-3-16,-4-1 2 15,2 0 1-15,0-1 0 16,0-1 0-16,-2 1 1 16,2 1-1-16,-2 0-1 0,-1-1-3 15,0 3 1-15,-2-2-2 16,-2 6-1-16,-6 0 1 16,-1 0-2-16,-1 2-1 15,-5 6 2-15,0 2 2 16,-4 1-4-16,1 3 7 0,1 1-4 15,-5 0 3-15,4 5-1 16,-3 0-3-16,3 3 1 16,1 1 0-16,1 0 0 15,2 3 1-15,3 4 0 16,3-1-1-16,-3 8 0 16,3 2 0-16,-1 4 0 0,2 4 0 15,-2 4 0-15,0 6 1 16,2 6-1-16,0 4 0 15,1 6 0-15,4 5 1 16,2 4-1-16,6-1 0 0,2-4 0 16,6-1 0-16,0-3 2 15,10-2-4-15,6-4 4 16,6 2-2-16,3-2 1 16,4 6-1-16,2-4 2 0,5 1 2 15,1-5-3-15,7-2 1 16,2-3-1-16,8-7 0 15,2-7-1-15,5-8 0 16,5-7 0-16,3-6 1 16,5-11 1-16,2-9 1 15,1-6-2-15,-1-4 1 0,2-17-1 16,-1-9 1-16,0-7-3 16,-3-10-1-16,0-10 3 15,-3-5-1-15,-2-10 1 16,-4-3-1-16,-5-10 5 15,-6-3 11-15,-10-3-9 0,-3-1 3 16,-12-5 1-16,-7 1 0 16,-6-1-3-16,-10 5 3 15,-3-1-4-15,-3 1-2 16,-8 4 5-16,-7 6-2 16,-6 1-3-16,-4 3-2 15,-6 8-4-15,-5 6 2 0,-9 7-2 16,-2 6 0-16,-9 13-5 15,0 7-9-15,-8 10-16 16,-2 12-18-16,0 6-32 16</inkml:trace>
  <inkml:trace contextRef="#ctx0" brushRef="#br0" timeOffset="26481.5">16097 12922 130 0,'0'0'-13'0,"-45"-22"21"0,16 12 1 0,-2 0 3 0,-1 3 1 0,-4 1-5 15,1 3 4-15,0 3-9 16,1 0-3-16,-4 10-4 16,-3 7 3-16,-1 7-1 15,-1 5 4-15,-3 6-2 16,-1 8-4-16,2 6 2 16,3 8 3-16,3 5-1 0,4 6-1 15,5 8 1-15,2 8 0 16,8 3 1-16,1 8-1 15,7 7 0-15,4 3 1 16,8 2-1-16,0-1 1 16,12 1 0-16,8-5 0 0,10-8-3 15,8-5 0-15,4-6 1 16,11-10 0-16,1-9 1 16,4-8-2-16,6-8 5 15,6-11 12-15,2-3-11 16,8-10-1-16,0-1 0 0,7-9-1 15,3-5-2-15,0-6 1 16,-1-3-2-16,-4-14-4 16,-1-9 4-16,-1-11 1 15,-6-9 0-15,-4-8 3 16,-4-7 2-16,-4-8 5 0,-5-5 4 16,-6-7 0-16,0-3-7 15,-7-1-3-15,-5-5-1 16,-6-1 0-16,-11 0-2 15,-8 4-1-15,-12 0 1 16,-5-1 26-16,-1-3-26 0,-15 4-1 16,-10 2 1-16,-7 1 1 15,-7 3 3-15,-11 5-10 16,-6 7 6-16,-7 6-2 16,-7 9-4-16,-6 10-9 15,-3 12-19-15,-5 11-23 0,-6 15-10 16</inkml:trace>
  <inkml:trace contextRef="#ctx0" brushRef="#br0" timeOffset="27436.53">19454 13093 196 0,'0'0'-35'0,"-47"-33"46"0,25 19 22 0,-5 1-13 16,-2 2-11-16,0 1-7 16,0 2 0-16,-2 2-3 15,-1 1 2-15,-1 5-1 16,-3 0-2-16,-3 3-2 16,-2 12-19-16,-2 6 4 15,-2 5 12-15,-2 9 4 0,0 6 3 16,0 8 0-16,1 7-1 15,-1 8 2-15,1 10 1 16,2 4 3-16,4 4 4 16,8 5-4-16,5 4 2 0,12 1 0 15,11-2-4-15,4 1-2 16,11-2-1-16,13-1 0 16,7-5-1-16,6-4 5 15,8-4-4-15,4-2-1 16,7-6 2-16,5-4 2 0,6-3-1 15,8 0 2-15,1-4 2 16,7-1-3-16,1-3 1 16,3-1 0-16,1-2-2 15,3-6 3-15,-2-8-2 16,1-7 1-16,1-11 1 0,0-12 5 16,-2-5-4-16,-2-8 0 15,-5-16 0-15,-4-6 2 16,-2-11-3-16,-4-9-1 15,-2-9 0-15,-2-14-1 16,-2-10 0-16,0-8-3 0,-5-7 0 16,-3-5 1-16,-4 0-1 15,-5 7 1-15,-13 4-1 16,-7 4 8-16,-11 6 8 16,-7 2 1-16,-11 8-4 15,0 1-7-15,-22 3-6 0,-12 1-1 16,-15 4-8-16,-14 1 11 15,-17 5-6-15,-21 0-8 16,-12 9 0-16,-18 1 2 16,-16 10-2-16,-21 9-7 15,-14 9-8-15,-14 7-28 16,-16 9-47-16</inkml:trace>
  <inkml:trace contextRef="#ctx0" brushRef="#br0" timeOffset="36273.37">21340 14157 22 0,'0'-2'20'0,"0"2"-3"0,0-2-4 0,0 1 1 16,0 0 0-16,0 0-1 16,0-1-1-16,0 1-2 15,0 1-1-15,0-2 0 0,0 2-3 16,0 0-4-16,0 0-1 16,0 0-1-16,0 0 0 15,0 0 0-15,0 0 1 16,0 0 1-16,0 0 1 15,0 0 1-15,0 0-2 0,0 0-1 16,0 0 0-16,0 0-2 16,0 0 1-16,0 0 0 15,0 0 0-15,0 0 1 16,0 0-1-16,0 2 1 16,0-2 0-16,0 0 3 15,0 0-1-15,3 0 8 0,9-9-9 16,4-3-2-16,11-6-3 15,11-6-1-15,12-8 4 16,10-13-1-16,5-10-53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5:38:56.5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9765 1970 46 0,'0'0'26'0,"0"0"-8"0,0 0 2 0,0 0-6 0,0 0-6 16,0 0-8-16,0 0-2 15,0 0 4-15,0 0 4 0,0 0 4 16,0 0-1-16,6-8-3 16,-5 8-6-16,0 0-4 15,2 6 0-15,2 3 10 16,-1 1 1-16,-1 1-5 16,3-1 0-16,-1 0-2 0,4-2-1 15,-3-2-3-15,3-2 0 16,-3-1 3-16,4 0 6 15,-1 0-1-15,-2-2-2 16,3-1 0-16,0 0-1 16,-1 0 2-16,3 0 9 15,3-7 8-15,5-4-5 0,0-7-4 16,4-1-5-16,3-7 0 16,3-1-3-16,2-4-1 15,4-3 1-15,2-2-1 16,3 1 1-16,1-3 0 15,2 0-1-15,2 0 0 0,0 1 1 16,-1 2 0-16,-1-1-2 16,1 5 1-16,-2 1-1 15,-5 5-1-15,1 5 3 16,-6 4-1-16,-4 5 2 16,-10 8-3-16,-9 3-26 15,-10 7-54-15,-9 11-50 0</inkml:trace>
  <inkml:trace contextRef="#ctx0" brushRef="#br0" timeOffset="527.04">9846 1869 76 0,'0'0'2'0,"0"0"10"0,0 0 6 0,0 0-7 0,0 0-3 16,0 0 4-16,0 0-1 15,0 0-1-15,0 0-2 16,0 0-1-16,0 0 1 16,-20-27-9-16,20 36-3 15,0 3 2-15,0 5-1 0,3-1-2 16,5 2 2-16,-2 2 3 15,3-3 1-15,0-3-2 16,3-1-2-16,3-4-2 16,3-8 8-16,9-1 19 15,4-16 0-15,9-11 1 0,5-11-3 16,10-12-11-16,8-7-3 16,7-8-2-16,2-6 0 15,10-6 1-15,12-5-3 16,7-7 1-16,5-4 2 15,-2-3-61-15</inkml:trace>
  <inkml:trace contextRef="#ctx0" brushRef="#br0" timeOffset="17905.78">809 1030 104 0,'0'0'6'0,"0"0"4"0,0-42-5 0,0 31 0 0,0-1 0 15,0 1 0-15,-7 1 4 16,-1 3-1-16,-3 1-3 15,-5-1-1-15,1 4-3 16,-4 2 2-16,-3 1-1 16,-1 0-1-16,-1 0-1 0,-2 3 1 15,-1 4-1-15,2 0 0 16,-2 0 0-16,0 2-1 16,3 1-2-16,-1 1-15 15,-2 0-2-15,0 2-5 16,-2 1-3-16,-2-2-6 0,0 0 10 15,-3 4 6-15</inkml:trace>
  <inkml:trace contextRef="#ctx0" brushRef="#br0" timeOffset="19877.75">48 1219 23 0,'0'0'17'0,"-63"61"-7"0,34-32 0 16,0 2 2-16,4 0 1 15,2 1 1-15,4 2-3 16,1-2 0-16,2 1-3 15,5 1-2-15,2 3-2 16,0-3-1-16,4-2 0 0,1 0-1 16,4 2-2-16,0-4 1 15,0 0-1-15,4 1 1 16,6-1-3-16,3 1 3 16,1-1-2-16,1-1 1 15,5 0 0-15,0 1 0 0,4 0-1 16,1-2 2-16,2 2-1 15,2-2 0-15,0 1 0 16,5-1-1-16,-1-1 0 16,3-1 0-16,2-1 1 15,5-2-2-15,1 1 2 0,3-1 2 16,0 1-2-16,0 0 1 16,2 2-1-16,-2-1 0 15,0 3 0-15,2-2 0 16,1 2 0-16,-1-3 1 15,2 1-2-15,-2-1 2 0,2-2-1 16,-1-1 0-16,3-6-1 16,1 3 0-16,2-2-1 15,0-3 1-15,0 3 1 16,-3 0-1-16,3-3 1 16,2 2 0-16,0 1-2 15,1-3 6-15,3 0 0 0,1-2-1 16,1-1 1-16,3-1 0 15,-2-2 0-15,2 0-2 16,1-3 0-16,1 0 3 16,0 0-2-16,0 1 1 0,1-1-2 15,-1-2 1-15,0 3-2 16,2 1 1-16,-1 2-1 16,-1 1-1-16,3 0 1 15,0-2-1-15,3 3 0 16,-2-2 0-16,4 1 0 0,1 0 1 15,5-3-1-15,0-1 1 16,0-3-1-16,-1-1 0 16,1-2 0-16,4 0 0 15,-5 0 0-15,1 0 1 16,2 0-1-16,-1-1 0 0,2-2 0 16,-1-1 1-16,0 1 4 15,2-1-2-15,3-2 2 16,-2 1 1-16,2 0-1 15,2 1-2-15,1 1 1 16,-1 1-3-16,-2 2 0 16,3 0 0-16,-1 0 0 0,-1 0-1 15,1 6 1-15,0 0-1 16,0 1 0-16,1-1 1 16,1 1-1-16,-2 1 0 15,2-1 0-15,-2 0 0 16,1 2 1-16,-3 0 1 0,-1-1 5 15,1 2-1-15,-3 0 1 16,0 1-3-16,3-2-1 16,-1 1 1-16,-2-3-1 15,2 0-2-15,1 0 1 16,1-1-2-16,-1-2 1 0,-1-3 0 16,3 0-1-16,0-1 1 15,-1 0-1-15,-1 0 1 16,-1 0-1-16,-3 0-1 15,2-4 2-15,-5-1-1 16,0-4 0-16,-3 0 0 0,3-1 0 16,-8-2 0-16,4-1 0 15,-5-1 0-15,2 1 0 16,-3-2 0-16,-3-4-1 16,-2-1 1-16,-2-1-1 15,-1-3 1-15,-5 1-1 0,-3-2 1 16,-2-1 1-16,-4-1-2 15,-3 0 1-15,-2 0 1 16,-7 0 1-16,-3-2-4 16,-5 2 3-16,-4-1 0 15,-3 2-4-15,-4-3 6 0,-4 2 0 16,-6-1-2-16,-3-1 0 16,-4-2 0-16,-3 0 2 15,0-2 2-15,-3-1 0 16,-8 0 1-16,-3-3-2 15,-3 3 2-15,-5 1-3 16,-1-1 0-16,-4 2 0 0,1 0 2 16,-3 0-2-16,-3-1-1 15,1 0 2-15,-3-2 2 16,1-1-5-16,1-1 0 16,-1 2-1-16,0 0 0 0,-1-1 0 15,-2 2-1-15,0 1 0 16,-1 0-1-16,-4 1 1 15,-4 0-6-15,-2-1 7 16,-1 1 1-16,-4-2 2 16,0 2-2-16,-1-1-1 0,-2-1 1 15,1 1-1-15,-2 0 1 16,1 1-1-16,1 1 1 16,-3 1-1-16,-3 1 0 15,-2 1 1-15,-3 2-1 16,-2 2 0-16,-7-1-2 0,2 3 2 15,-4 0-1-15,2 3 0 16,1-1 1-16,-4 1 0 16,0 1 0-16,-6 0 0 15,-4-1-1-15,-1 2 1 16,-1 0 0-16,2 1 0 16,-2 2-3-16,2 0 1 0,-1 3 2 15,-6-1-1-15,-4 3 0 16,-3 1 2-16,-1-2 0 15,1 2-1-15,1-1 1 16,1 1-2-16,1-1 2 16,-3-2-1-16,-2 1 0 0,0-2 0 15,-2-3 1-15,5 2-1 16,3-1 0-16,-3-2 0 16,-2 1 0-16,-1 1 3 15,-3 1-3-15,-2 0 0 0,4 0 0 16,3 5 0-16,3-2 0 15,-3 3 0-15,-1 0 0 16,1 0 0-16,1 2 0 16,-1 1 0-16,5-2 0 15,2 3-3-15,0 2 6 16,-2-2-3-16,-4 2 0 0,2-1 0 16,-3 1 0-16,4 1 0 15,6 0 0-15,3 0 0 16,-3 0 0-16,-1 0 0 15,-4 0 0-15,0 0 0 16,0 3 0-16,2 4 0 0,3 4 0 16,1 5 0-16,-2 5 0 15,-6 6-5-15,-4 6-1 16,-6 7-9-16,-3 9-12 16,-3 7-6-16,-7 7-19 15,-4 7-7-15,-10 4-8 0</inkml:trace>
  <inkml:trace contextRef="#ctx0" brushRef="#br0" timeOffset="41705.24">9885 1827 90 0,'0'0'9'0,"0"0"3"0,0 0 1 16,0 0-1-16,0 0 0 15,0 0-7-15,0 0 4 16,0 0-1-16,0 0-5 0,0 0-4 16,0 0 1-16,0 0 0 15,7 15 0-15,-4-6-1 16,2 0 1-16,-1 1 0 16,0 0 0-16,-1 1 0 15,3-1-1-15,-1-1-1 0,2 2 1 16,-1-1 1-1,1 0-1-15,1-2 1 0,-1 0-1 16,1-3-1-16,0 0 1 16,-1-2 1-16,4-3 3 15,0 0 0-15,0-1 6 16,3-8 4-16,3-3-4 0,0-6-4 16,5-4-3-16,-3-3 1 15,6-1 1-15,0-5 4 16,4 0-4-16,1-5-1 15,5 1 7-15,-1-2-5 0,5-2 1 16,2-2-3-16,1-1 1 16,0 0 1-16,1 1 0 15,-1 0 0-15,-1 3 1 16,2 4-3-16,-3 1 0 16,0 5-1-16,-2 3 1 15,-5 1-2-15,-5 4 0 0,-2 3 0 16,-4 3-1-16,-6 1 1 15,-5 5 0-15,0 2 0 16,-3 5 0-16,-2 1-1 16,-4 0-10-16,-2 9-25 0,-4 7-16 15,-14 6-8-15</inkml:trace>
  <inkml:trace contextRef="#ctx0" brushRef="#br0" timeOffset="42317.24">9919 1773 84 0,'0'0'4'0,"0"0"9"0,0 0 2 16,0 0 1-16,0 0 0 15,0 0-6-15,0 0-10 0,0 0-5 16,0 0 4-16,0 0 1 16,0 0 3-16,0 0 1 15,16 16-2-15,-7-13 0 16,0 4 0-16,2-3-1 0,0 0 3 16,0-2 2-16,-1-1 1 15,1-1 6-15,2 0-1 16,3-3-1-16,2-9-3 15,3-7 5-15,5-2-5 16,5-9 0-16,4-7-2 0,6-3-1 16,1-8 2-16,2-6 0 15,6-4 0-15,0-2-1 16,3-3 1-16,3 1-2 16,4 4-3-16,-2 3 0 0,0 5-1 15,-2 6 1 1,-7 8 0-16,-6 8-1 0,-12 4 1 15,-7 11-1-15,-10 7-11 16,-9 6-13-16,-5 5-32 16,-5 13-14-16,-17 5-33 15</inkml:trace>
  <inkml:trace contextRef="#ctx0" brushRef="#br0" timeOffset="42708.32">9902 1752 76 0,'0'0'1'0,"-17"40"14"0,13-19 7 0,4-1 0 0,0-4-7 15,0-6-4-15,0-4-5 16,9-6 1-16,3-2 26 15,7-15 6-15,10-14-7 0,12-13-19 16,10-15-7-16,14-15-1 16,18-12-1-16,15-19-1 15,16-9 0-15,11-17-50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5:40:32.4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3963 7058 2 0,'0'0'6'0,"0"-1"-3"0,0 1-2 16,0 0 0-16,0 0 2 0,0-1 1 15,0-1 1-15,0 2 1 16,0-1-4-16,0-1-1 16,0 2 0-16,0-1-1 15,0-1 2-15,0 2 0 16,0 0 1-16,0 0 1 0,0 0 0 16,0 0-1-16,0 0 2 15,0 0-3-15,0 0-1 16,0 0-1-16,0 0 1 15,0-1-1-15,2 1 1 16,-2 0-1-16,1-1 1 16,1 0 1-16,0 1-2 0,-2 0 0 15,0 0 0-15,2 0 0 16,0 0 0-16,-2 0 0 16,0 0 0-16,2 0 0 15,-2 0 0-15,0 0 1 0,0 0-1 16,0 0 6-16,0 0 3 15,0 0-3-15,0 0-4 16,2 0-1-16,-1 0 0 16,-1 0-1-16,2 0 0 15,3 0 0-15,-3 0 0 0,2 3-1 16,-2 0 2-16,3 0 2 16,-1 0-1-16,-2 0 0 15,1-2-1-15,3 1 1 16,1-2 3-16,2 0 0 15,2-2 2-15,7-11 3 16,7-4-3-16,6-10-5 0,7-3 0 16,10-9-1-16,7-5-1 15,7-6 1-15,3-1-1 16,1 0-1-16,-2-2-15 16,-5 5-23-16</inkml:trace>
  <inkml:trace contextRef="#ctx0" brushRef="#br0" timeOffset="2548.82">3905 6477 2 0,'0'7'7'0,"0"1"3"0,0 0 2 16,2 2-6-16,0 1-2 15,-2-2 1-15,3-1-3 0,1-3 1 16,0-1 2-16,1-4-2 16,2 0 2-16,6-1 14 15,1-11-2-15,5-6-3 16,4-5-5-16,6-5-2 16,2-4-2-16,3-2-4 0,3 3 0 15,2-2 0-15,1 2-1 16,-2 5-2-16,-4 1-23 15,-3 5-62-15</inkml:trace>
  <inkml:trace contextRef="#ctx0" brushRef="#br0" timeOffset="5744.93">3838 5784 2 0,'2'6'12'0,"1"-1"-4"0,1 0-3 0,0-1 1 15,1 2-4-15,2-2 1 16,-3-1 3-16,1 0-1 16,1-2-3-16,-2 1 1 15,3-2 2-15,0 0 6 16,0 0-2-16,-1 0-1 15,3-2-1-15,3-3 1 0,1-7 5 16,5 1-6-16,-1-8-1 16,8-2 2-16,0-3-3 15,4-2-1-15,0-2-2 16,0 2 0-16,-2-2 0 16,-1 2-1-16,1 1 2 0,-2 2 1 15,-4 1-1-15,1 3 0 16,-3 1-2-16,0 3 1 15,-4 4 1-15,1-1-3 16,-5 4 1-16,1 3-1 16,-1 0 0-16,-3 2 0 0,1 2 0 15,0 1-5-15,-4 0-21 16,-3 0-16-16,-2 0-38 16</inkml:trace>
  <inkml:trace contextRef="#ctx0" brushRef="#br0" timeOffset="6736.58">3880 5766 9 0,'0'0'6'0,"0"0"0"0,0 0-1 16,0 0 0-16,0 0-2 15,0 0 2-15,0 0 0 16,0 0 2-16,0 0 4 16,0 0-3-16,0 0 4 0,0 0-2 15,0 0-3-15,0 0-2 16,-8-3-1-16,8 3-5 15,0 0 2-15,0 0 0 16,4 0-1-16,0 0 0 16,0 3 1-16,1 1-1 0,0 3-1 15,-2-2 1-15,1 1 0 16,0-4 0-16,0-1 1 16,1-1-4-16,1 0 2 15,4 0 5-15,0-9 6 16,3-3-5-16,8-6 2 15,4-6-1-15,6-8 0 0,7-6-3 16,9-9 0-16,6-4-3 16,7-6 1-16,6-4-1 15,3 1 1-15,-4-1-13 16,0 0-26-16</inkml:trace>
  <inkml:trace contextRef="#ctx0" brushRef="#br0" timeOffset="20225.84">11198 5686 1 0,'0'3'6'0,"0"0"-4"0,2-2 0 0,-2 1 0 16,0 0 0-16,0 0 3 16,0-2 2-16,0 0 3 15,0 1 0-15,2 1-3 16,-2-2 0-16,0 1-1 16,1-1 3-16,0 0 2 0,0 0-2 15,3 0 1-15,0-1 7 16,2-8 0-16,5-5-5 15,2 0-5-15,3-6-1 16,5-4-4-16,0 1-1 16,7-4-3-16,2-3 3 15,1-4-19-15,0-8-131 0</inkml:trace>
  <inkml:trace contextRef="#ctx0" brushRef="#br0" timeOffset="24595.34">2593 5463 17 0,'-5'0'8'0,"1"0"14"15,-3 0-7-15,1 0-3 0,-2 0 0 16,2 0-1-16,2 0 1 0,-3 0-2 16,1-1-3-16,-2 0-4 15,2 0-2-15,-1 0-1 16,1 1 0-16,1 0 0 15,-2 0 0-15,-2 0 0 16,3 0 0-16,-1 0 0 0,-2 0 0 16,0 0 2-16,2 0-2 15,3 0 0-15,-5 0 1 16,2 0-1-16,1 0 0 16,-1 0 0-16,1 2 0 15,-6 0 0-15,3 2 0 16,-3 1 0-16,0 1-1 0,-1 1 2 15,-2 1-2-15,0 1 1 16,-1-1 0-16,3-1 0 16,-1 1 1-16,3-2-1 15,-1 1 1-15,2-1-2 16,-1 0 1-16,-3 1 1 0,3 1-1 16,-2 0-1-16,1 0 2 15,-1-1-1-15,0 3 0 16,2-1 0-16,2 1 0 15,-1-2 0-15,-1 2 0 16,3 3 0-16,-4-4 0 0,3 2 0 16,1 0 0-16,-1-1 0 15,-1 3 0-15,4-2 0 16,-1-1 0-16,1 2 0 16,1-1 0-16,0-1 0 15,3 0-1-15,0-3 2 0,0 2-2 16,2 0 1-16,0-3 1 15,0 1-1-15,0-1-1 16,0 1 1-16,0-3 1 16,0 3-1-16,2 3-1 15,0-4 1-15,2 2 0 16,-1 1 1-16,2 0-1 0,-3-1 0 16,2 2 0-16,-1-4 0 15,-1-1 0-15,2 1 0 16,0-2 0-16,-1-1-1 15,4 1 1-15,-3 0-1 0,-1-2 2 16,3 1-1-16,-2 0 1 16,1 1 0-16,1 0-1 15,0-1 0-15,0 0 1 16,-1 1-1-16,1-1 0 16,0 1 0-16,0 0 0 0,0 0 1 15,-1-2-1-15,1 2 0 16,0-1 0-16,2-1-1 15,-2-1 0-15,1 3 2 16,-1-2-1-16,-1 1 1 16,4-2 0-16,-2 2-1 0,1-1 1 15,-1 0-1-15,0 1 0 16,0-1 1-16,0 0-1 16,1 1 0-16,-1 0 0 15,2 1 0-15,-2-1 0 16,1 0 1-16,2 1-2 15,-1-1 2-15,-1 3-1 16,4-3 0-16,-1 2 0 0,0-1 0 16,-1-1 0-16,3-1 0 15,-1 1 0-15,2 0 1 16,-1-2-2-16,3 3 1 16,-3-2 0-16,2 0 0 0,-2 1 0 15,5 1 0-15,-3 1 0 16,1-1 0-16,-1 2-1 15,1-1 1-15,-1-2 0 16,-1 1 0-16,1-1 0 16,-1 0 0-16,-1-1 0 15,2 0 0-15,-2-2 0 0,1 1 0 16,0-1 0-16,-1 1 0 16,-1-1-1-16,1 3 1 15,-1-1-1-15,1 0 0 16,0 2 1-16,1-1 0 0,1 1 0 15,-1-1 0-15,3-1 0 16,-1-1 0-16,2-1 0 16,2 0 1-16,-2 0-2 15,0 0 2-15,2 0-2 16,-1-3 0-16,-2 3 1 0,1-2 0 16,-3 1 0-16,0 1 0 15,-1 0-1-15,0 0 2 16,-1 0-2-16,0 3 2 15,1 0-1-15,-1 2 0 16,3-2 0-16,0 2 0 0,0-4 0 16,1 2 0-16,-1-3 0 15,1 0 0-15,2 0-1 16,-1 0 2-16,-3 0-2 16,1 0 1-16,2 0 2 15,-2 0 0-15,1-1-1 0,-1 1-1 16,-1 0 0-16,2 0 0 15,0 0 0-15,-1 0 0 16,-1 1 0-16,1 0 0 16,-1 1 1-16,1-1-1 15,0-1 0-15,-3 0 0 0,0 0 1 16,1 0-2-16,-2 0 1 16,2 0 1-16,-2 0-1 15,1 0 0-15,-1 0 0 16,1 0 0-16,1 0 0 15,1 0 0-15,-1 0 0 0,1-1 0 16,-1-2 2-16,1 2-2 16,1-4 0-16,0 1 0 15,0-2-3-15,-3 1 6 16,-2-2-3-16,1 0 1 16,-2-1 0-16,1 0-1 0,-1-1 1 15,-1-2 0-15,1-2-2 16,2 2 4-16,-3-3 1 15,1-2 1-15,0-1-2 16,-1 2 0-16,0-3-2 16,0 0 1-16,-5-2 1 0,1 1-1 15,-3-2-1-15,-2 0 0 16,0-2-1-16,0-1 1 16,0 0-1-16,0-3 0 15,-6 3-1-15,1-3 2 16,-5 2-2-16,-2 0 0 15,3 2-1-15,-7-1 1 0,0 1-3 16,-2 2 2-16,-5 4-10 16,-1 3-2-16,-10 2-15 15,-10 4-70-15</inkml:trace>
  <inkml:trace contextRef="#ctx0" brushRef="#br0" timeOffset="29651.31">12107 5400 19 0,'0'0'2'0,"0"0"0"0,0 0 11 16,0 0 11-16,0 0-12 0,0 0-6 15,0 0 3-15,0 0-2 16,0 0-1-16,0-18 0 15,0 15-3-15,0 1-2 16,0 0 0-16,0 1 1 16,0-1 2-16,0 1 6 0,0 1 2 15,0 0-1-15,0 0-6 16,0 0-3-16,0 0-6 16,0 1 3-16,0 5 4 15,0 4-1-15,0 0-1 16,0 3-1-16,0 0 1 15,2 1 0-15,0 1-1 0,0 0 0 16,2-1 1-16,-2 1-1 16,0 1 1-16,0-2-1 15,0 0 0-15,1 2 1 16,-1 0-1-16,2-1 0 0,-2-1 0 16,1-1 0-16,0-5-24 15,3-4-12-15,-2-4-46 16</inkml:trace>
  <inkml:trace contextRef="#ctx0" brushRef="#br0" timeOffset="30086.38">12271 5420 46 0,'0'0'15'0,"0"0"9"0,0 0-12 0,0 0-2 16,0 0-6-16,0 0-1 16,0 0-1-16,0 0 1 15,-14 39-2-15,14-23 0 0,0-1 0 16,0 2 0-16,2-1 0 16,2-1 0-16,4-3-1 15,-3-2 1-15,1-3 1 16,1-3-1-16,1-2 4 15,0-2 0-15,2 0 6 16,-1-2-3-16,2-6-4 0,-1-5 0 16,2 1-3-16,-2-2 2 15,-5 0-2-15,1-1 1 16,-6 0 4-16,0 1 11 16,0 1-7-16,-4-1 0 15,-5 3-2-15,-1 0-4 0,-3 2-5 16,-1 1 2-16,1 7-3 15,0 1 0-15,0 0-6 16,4 12-8-16,2 2-10 16,-2 0-12-16,6 2-26 15</inkml:trace>
  <inkml:trace contextRef="#ctx0" brushRef="#br0" timeOffset="30548.59">12640 5405 99 0,'0'0'2'0,"0"0"3"0,0 0-2 15,0 0 0-15,0 0-1 0,-46 7 3 16,38 1-2-16,-2 0 0 16,2 3 1-16,1 2 0 15,3 1-1-15,0-1 0 16,4 1 2-16,0 2 0 15,0-4-1-15,6-1-2 0,1-2 2 16,3-1-2-16,2-4 2 16,1-3 1-16,1-1 10 15,3 0-2-15,1-4-7 16,3-5-1-16,-3-3-4 16,2-1 0-16,-3-3-9 0,0 2-25 15,-4-2-1-15,-2-1 1 16,-6 0 7-16,-2 1 5 15,-3-4-26-15</inkml:trace>
  <inkml:trace contextRef="#ctx0" brushRef="#br0" timeOffset="30792.13">12720 5245 27 0,'0'0'63'0,"0"0"-53"15,0 0 14-15,0 0-4 16,0 0-11-16,0 0-3 0,0 0-4 15,0 0-2-15,-36 10 0 16,36 9 1-16,0 1 3 16,0 6 2-16,2 1-3 15,2 0 0-15,3-2 1 16,-1 1-3-16,4-2 0 16,-5-1 1-16,5-2-1 0,-2 2 0 15,1 0-1-15,-1 2-3 16,-2-4-58-16,4-6 20 15</inkml:trace>
  <inkml:trace contextRef="#ctx0" brushRef="#br0" timeOffset="31303.94">12972 5405 94 0,'0'0'2'0,"0"0"1"16,0 0 7-16,0 0 2 16,0 0-1-16,-33-37-1 15,24 37 1-15,-2 0-3 16,-1 0-1-16,2 0 0 16,1 3-6-16,-3 3 1 0,2 1 0 15,1 0-2-15,-1 1 3 16,1 2-3-16,-1 1 1 15,0-2 0-15,3 4 0 16,3 0 1-16,-1-1-1 0,4 0 1 16,1-2-1-16,0-2 2 15,0 0-2-15,6-1 1 16,-1-3 0-16,3-4 2 16,1 0 0-16,0 0-4 15,2 0 2-15,1-7 3 16,-3-5-5-16,2 1 3 0,2 0-3 15,-4-1 1-15,-2-1-1 16,2 4 2-16,-6 0-2 16,-1 3 0-16,-2 3 1 15,1 2 0-15,-1 1 7 0,0 0-10 16,0 0-4-16,0 6 8 16,0 1-1-16,0 0 1 15,2 1-1-15,5 1-1 16,2-5-7-16,1-1-17 15,3-3-19-15,1 0-9 0</inkml:trace>
  <inkml:trace contextRef="#ctx0" brushRef="#br0" timeOffset="31681.81">13129 5286 75 0,'0'0'21'0,"0"0"-20"0,0 0 3 0,0 0-4 16,0 0-5-16,-38-16-3 16,27 19 12-16,-1 4-4 15,1 0 3-15,-1 3 1 0,0 0-3 16,5 0 3-16,-1 0 1 16,3-1 0-16,2 2 0 15,3-4-2-15,0 4-1 16,3-5-1-16,5 2 2 15,2-2 2-15,4 1 3 0,1-1 4 16,0-2-5-16,0 2-2 16,-1-2-2-16,-3 1-1 15,-2 0-1-15,-3-2 0 16,0 3 0-16,-4-1-2 16,-2 1 3-16,0 1 0 0,0 0 0 15,-2 0-2-15,-6 0 0 16,2-1-3-16,-2-3-15 15,5-2-15-15,-3-1-17 16</inkml:trace>
  <inkml:trace contextRef="#ctx0" brushRef="#br0" timeOffset="31866.83">13115 5331 111 0,'0'0'5'16,"0"0"13"-16,0 0-11 15,0 0-2-15,0 0-9 0,0 0 4 16,-31 37 3-16,20-17-1 16,0 3 1-16,4-2-2 15,-1 1 0-15,5-3 0 16,-1-2-8-16,4-4-51 16</inkml:trace>
  <inkml:trace contextRef="#ctx0" brushRef="#br0" timeOffset="32350.75">13351 5192 83 0,'0'0'19'0,"0"0"4"0,0 0-10 16,0 0-10-16,0 0 3 16,-48-14-4-16,37 14 0 15,-3 1-1-15,1 7 1 16,0 0 1-16,2 1-2 0,2 0 0 16,2 3-1-16,2-3 0 15,0 0 0-15,4 1 1 16,1-3-1-16,0 3 0 15,1-6 2-15,8 1 1 16,1 0 3-16,1-3-4 16,-1-1 0-16,1-1 0 0,1 0 1 15,0 0 0-15,-4 0 0 16,2 0-1-16,1 3-1 16,-2-1 0-16,-3 2-1 15,1 0 0-15,-3 2 0 16,-1 2-1-16,-2-1 2 0,-1 3-2 15,0 1 0-15,0 1 1 16,-1-1-2-16,-4-5-7 16,-1 1-1-16,3-3-10 15,1-4-15-15,0 0-26 16</inkml:trace>
  <inkml:trace contextRef="#ctx0" brushRef="#br0" timeOffset="32586.83">13357 5205 122 0,'0'0'10'0,"0"0"4"0,0 0-11 0,0 0-3 16,0 0 0-16,-40 18 1 16,28-7 0-16,3 2 0 15,1 0 1-15,-1 4-2 0,0 0 1 16,0 3-1-16,-3 0 2 15,3 0-2-15,1 1 0 16,-2-1 0-16,4-2-9 16,2-3-25-16,2-7-59 15</inkml:trace>
  <inkml:trace contextRef="#ctx0" brushRef="#br0" timeOffset="33006.91">13447 5273 107 0,'0'0'2'0,"0"0"-2"16,0 0 1-16,0 0 2 16,0 0 3-16,0 0 0 15,0 0 5-15,0 0-5 16,25-37-3-16,-23 30-1 0,0 0-1 15,0-2 0-15,0 1 0 16,0 1 0-16,-2 1-1 16,0 0 0-16,0 2 0 15,0 1 2-15,0 3 7 0,0 0-1 16,-6 0-12-16,2 3 6 16,-2 7 0-16,-2 1-1 15,1 2 0-15,1 1 0 16,3 2 0-16,-2-2 1 15,5 0-2-15,0-2 1 0,0-1 0 16,3-2 1-16,2-1 1 16,3-1 1-16,-1-4-3 15,4 0-2-15,0-3-3 16,2 0-8-16,3-6-10 16,0-4-12-16,1-4-33 0</inkml:trace>
  <inkml:trace contextRef="#ctx0" brushRef="#br0" timeOffset="33412.26">13665 5155 77 0,'0'0'6'0,"0"0"11"0,0 0-2 15,0 0 0-15,4-41-5 16,-4 38 2-16,-1 0 1 16,-4 3-11-16,1 0-4 15,-3 0-10-15,2 0 13 16,-3 6-3-16,1 2 2 0,0 1 1 15,2 1-1 1,-2-1 1-16,3 0-1 0,2 3 0 16,2-2 0-16,0-2 0 15,0 2 0-15,0-4 1 16,3 2 1-16,3-1-2 16,0-4 3-16,0 0-2 0,2 0 1 15,-2 0 0-15,2-3 1 16,1 4 0-16,-2-4-3 15,1 3 2-15,-3-2-1 16,2 1 0-16,-5-1 0 16,0 1-1-16,0 0-1 0,-2 1-1 15,0 2 4-15,0 0-1 16,0 5 0-16,-4-3 0 16,-4 0-1-16,2 1-1 15,-2 0-5-15,3-1-24 16,-2-3-7-16,4-4-36 0</inkml:trace>
  <inkml:trace contextRef="#ctx0" brushRef="#br0" timeOffset="33575.5">13651 5203 94 0,'0'0'29'0,"0"0"-10"0,0 0-25 16,0 0 5-16,0 0-1 15,-19 57 5-15,10-31-1 16,0 1-16-16,-2 1-21 0,-3-1-54 16</inkml:trace>
  <inkml:trace contextRef="#ctx0" brushRef="#br0" timeOffset="35042.67">12550 5797 47 0,'0'0'3'0,"0"0"4"16,0 0 2-16,0 0 1 15,0 0 1-15,0 0 1 16,0 0-5-16,0 0-7 16,0 0-3-16,-14 0 4 15,21 3-2-15,1 1 1 0,5 0 5 16,3-1 6-16,3 2-7 16,2-1-1-16,5-1-1 15,1-1 0-15,2 1 0 16,-1-1 1-16,7-1 0 15,-2-1 0-15,5 0 2 0,-2 0-3 16,6 0 1-16,-1 0 0 16,3-3 1-16,-1-4-2 15,1 2 0-15,2-3 1 16,0 0-3-16,-2 2 0 16,4-4 1-16,-1-1 0 0,-2 1-1 15,-3-3 1-15,1-1-1 16,-5-2 7-16,1-2 5 15,-5-2 0-15,4 1 1 16,-4 0-3-16,0-4-1 16,1 4 0-16,-6-2-2 15,0 1-2-15,-2 0-3 0,-5 2 1 16,0-2-1-16,-3-1 0 16,-2-1-1-16,-3 0 1 15,-3-1-2-15,-2-1 0 16,0 0 0-16,-7-1 1 0,-2 3 0 15,0-1 5-15,-7 0 7 16,-4 2 3-16,2 0-6 16,-5 5 3-16,1-3-5 15,-2 3-4-15,-1 1-3 16,-3 1-2-16,2-1 4 16,-5 0-4-16,-1 1 1 0,-1-1 1 15,-3 1-3-15,0-2 6 16,-1 0-3-16,1 0 4 15,0-2-4-15,0 2 1 16,0 1-1-16,-2-1-1 16,1-1 0-16,-4 3 0 0,-4 0 0 15,-1 2-1-15,-2 1 1 16,-1 1-1-16,-1 4 1 16,3 1 0-16,-2 2 0 15,0 3 1-15,1 0-3 0,0 0 3 16,-1 0-1-16,-1 6-2 15,-2 2 3-15,0 2-1 16,2 1-1-16,-1 2 2 16,1 1-3-16,1 2 4 15,2-2-2-15,-2 2 1 0,1-1-2 16,2-2 1 0,3 0 0-16,0 0 1 0,3-2-1 15,2 2 1-15,0 1-1 16,0-1 0-16,4 2 0 15,-1 0-1-15,2 0 1 16,1 1 0-16,2-2 1 0,-1 2-1 16,0-2-1-16,2-1 2 15,2 2-1-15,0-3 0 16,-1 3-1-16,5-3 2 16,-1 2-1-16,5-1 0 15,-3 1-1-15,3 3 1 0,0 0 0 16,3-1 0-16,-2 4 0 15,0-2 0-15,4 3-1 16,-1 1 1-16,0 0 0 16,1 0 0-16,-2 0-1 15,4 1 1-15,-1 0 0 0,-1-1-1 16,2 1 1-16,2-2 0 16,1 1-1-16,0-1 1 15,0 1-1-15,0 1-2 16,1 0 2-16,7 0 0 15,0 1-1-15,3-1 1 16,1-2 0-16,3 0 0 0,0 0-1 16,3-4 2-16,-1-2-1 15,2-1 1-15,2-2 0 16,4-2 0-16,2-2 0 16,4-1 1-16,3-2-2 15,6-4 0-15,3-1-5 0,3-3-17 16,1-14-25-16,-3-9-102 15</inkml:trace>
  <inkml:trace contextRef="#ctx0" brushRef="#br0" timeOffset="35924.46">13830 4922 10 0,'0'4'2'0,"1"1"1"0,-1-2 5 15,1-1 2-15,0 1-5 16,1-1 4-16,0-1 7 0,-2-1 3 16,3 0-9-16,-1 1-1 15,-2-1 1-15,3 0-2 16,-1 0 1-16,4 0 3 15,-3-1-3-15,5-6-3 0,0 1 1 16,4-3-3-16,-1-2 2 16,3 0-2-16,1-3-2 15,2-2 6-15,2 2-1 16,-1-3-2-16,1 3-4 16,2-2 5-16,-1 2 5 0,1 1-8 15,0 1 1-15,3 3-4 16,0-1-1-16,-6-3-17 15,-2 2-101-15</inkml:trace>
  <inkml:trace contextRef="#ctx0" brushRef="#br0" timeOffset="42894.16">10413 5807 12 0,'0'0'16'0,"0"0"-10"0,0 0 0 15,0 0-1-15,0 0-1 16,0 0-1-16,-2 0 2 15,2 0-2-15,0 0 0 0,0 0 0 16,0 0-2-16,0 0-1 16,0 0 0-16,0 0 0 15,0 0 0-15,0 0 2 16,0 0-2-16,0 0 0 16,0 3 0-16,0-2 1 0,0 2-1 15,0 0 1-15,0-2 0 16,0 2-1-16,0 0 1 15,0 0 0-15,0 0-1 16,2-2 1-16,0 3 0 16,-2-1-1-16,2 0 0 0,-1 0 1 15,1-2-1-15,0 2 0 16,1-1 0-16,-3-2 1 16,2 2 0-16,0-1-2 15,-2-1 2-15,2 1-1 0,-1-1 2 16,2 0-1-16,2 0 1 15,-3 0 4-15,0 0-2 16,2 0-1-16,2 0-1 16,-1-2-1-16,-1-2 0 15,2 1 0-15,0-2 0 16,1-1 0-16,1-1 1 0,2 0-2 16,1-3 2-16,1 0-1 15,-1-2-1-15,3-3 1 16,1-1 0-16,-1 1-1 15,3-4 1-15,-1 1 0 16,4-2 0-16,0 0 2 0,0-3-1 16,2 2-1-16,3 0 2 15,0-1-2-15,-2 1-2 16,0-2 2-16,0 3 1 16,-2-1 0-16,1 3-2 15,-4-1 1-15,2 2 2 16,-1 0-2-16,-2 2 1 0,-2 0-1 15,0 2 0-15,-3 2 0 16,-1 1-1-16,-2 2 1 16,-4 3-1-16,-1 1 0 15,0 3 0-15,-2-1 0 16,-2 2-2-16,0 0 0 0,0 2-11 16,0 6-7-16,-6 1-15 15,-3 2-30-15</inkml:trace>
  <inkml:trace contextRef="#ctx0" brushRef="#br0" timeOffset="43755.63">10388 5793 26 0,'0'0'10'0,"-2"0"6"0,2 0-7 0,0 0-6 16,0 0-3-16,0 0 2 16,0 2-2-16,0 0 0 15,0 1 1-15,0 3-1 16,0-1 2-16,2 0-2 0,1 0 1 15,0 1 0-15,1-2 0 16,0 3 0-16,0-4 0 16,3-1 1-16,-2 0 0 15,2-2 4-15,0 0 6 16,1 0 1-16,0 0-3 0,3-1-2 16,1-5-2-16,2-4-2 15,-1 0-1-15,3-2-1 16,-2-3 3-16,6-2-3 15,-1 0 0-15,0-4 0 16,3 2-1-16,0-2 2 16,-1 0-1-16,3 0-1 0,1-2 0 15,-3 0 0-15,4 1 0 16,-1 0 1-16,0-1-1 16,-3 2 0-16,2-2 3 15,-1 3-4-15,-4 2 2 16,0 0-2-16,-3 2 2 0,-1 3 1 15,-3 0-1-15,-3 2 1 16,1 1-1-16,-3 3-2 16,0 1 1-16,-4 2-1 15,1 3 0-15,-4 0-1 16,0 1 0-16,0 0-16 0,0 8-31 16,-11 0 5-16</inkml:trace>
  <inkml:trace contextRef="#ctx0" brushRef="#br0" timeOffset="44523.88">10248 5895 2 0,'0'0'36'0,"0"0"-32"0,0 0 11 15,0 0-6-15,0 0-3 16,0 0-2-16,0 0 2 16,0 0-2-16,0 0-3 0,0 0 0 15,0 0-2-15,0 0 1 16,2-7 1-16,1 10 0 15,-1 1 0-15,2 0-1 16,0 2 0-16,1-2 1 16,0 2-2-16,1-3 2 0,-3-1 0 15,5 0-1-15,-4 0 0 16,4-2 3-16,-4 0-1 16,1 0 1-16,3 0 1 15,-2 0 0-15,4-2-1 16,-1-2-2-16,0-2 0 15,3-1 0-15,-1 0 0 0,4-2-1 16,-2-2 0-16,0 0 1 16,1-2 2-16,1 0 1 15,4-5-1-15,-2-1-1 16,1-3 2-16,3-1-2 16,1-4-2-16,2-2 3 0,1 1-2 15,0-2 1-15,2 2-1 16,-1-1 0-16,1-1 5 15,2 3-4-15,-4-1 2 16,2 2-1-16,-2 1 0 16,-3 2-1-16,-3 3 1 0,-4 3-3 15,-2 6 0-15,-3 1 0 16,-2 6 1-16,-2 1-1 16,-4 3-3-16,-2 0-11 15,0 0-29-15,0 6-10 16</inkml:trace>
  <inkml:trace contextRef="#ctx0" brushRef="#br0" timeOffset="45321.28">10157 5993 39 0,'0'0'3'0,"0"0"1"0,0 0-3 0,0 0 1 15,0 0 1-15,0 0 1 16,0 0 2-16,0 0-2 0,0 0 1 16,0 0-3-16,0 0 0 15,0 0 2-15,20-10 1 16,-18 15-3-16,2 0 0 15,-1 1-1-15,3-2 0 0,-2 2 0 16,1-1 0-16,2 1 1 16,-2-3-1-16,1 1-1 15,-2 0 1-15,1-1 0 16,-1-3-1-16,3 0 3 16,0 0 7-16,1 0 5 15,3-7-4-15,3-3-5 0,2-2-2 16,2-3-1-16,2-2-2 15,0-1-1-15,4-1 0 16,1-4-1-16,-2 1 4 16,3-4-2-16,3-4 1 15,0-5 1-15,2 2-2 0,1-5 1 16,4-2-2-16,2 1 0 16,-2 1 1-16,1 4 2 15,-1 0-3-15,-5 6 2 16,-1 2-1-16,-4 4 3 15,-3 3-1-15,-6 2 5 0,-1 5-3 16,-3 1-4-16,-1 2 0 16,-4 3 0-16,-1 0-1 15,-2 3 0-15,2-1 0 16,-5 2 1-16,-2 1-2 16,2 1 2-16,-2-1-1 15,0 1 1-15,0 0 1 0,0 0-5 16,0 0 1-16,0 0 1 15,0 5-9-15,0 2-9 16,-6 3-11-16,-2 0-27 16</inkml:trace>
  <inkml:trace contextRef="#ctx0" brushRef="#br0" timeOffset="46004.1">10417 5770 1 0,'0'0'11'0,"0"0"-2"0,0 0-3 0,0 0-4 0,0 0 0 15,0 0-2-15,0 0 2 16,0 0 0-16,0 0 9 16,0 0-5-16,0 0-4 15,0 0 0-15,-2 23-1 16,4-17 1-16,4-1-2 0,-2 2 2 15,1-3-1-15,3 1 0 16,-4-4 3-16,3-1 12 16,2 0-4-16,2 0 6 15,0-3-1-15,3-8-8 16,1-2-4-16,3-4 0 0,5-1-3 16,-3-5 0-16,4 2 2 15,1-2-3-15,2-1 0 16,0 1 0-16,0-1 1 15,-1 3-1-15,-1-1-1 16,-1 4 2-16,1-1-2 0,-4 1 0 16,-2 2 1-16,-1 1-1 15,0 0 1-15,0 1-1 16,-3 1 0-16,1 2 1 16,-5 1-2-16,1 1 2 15,-3 1-1-15,-1 1 2 0,-3 2-2 16,0 3 2-16,-3-1 1 15,0 0 4-15,-1 2-2 16,-1 1-2-16,0-2-2 16,0 2 0-16,0 0 0 15,0 0-2-15,0 0-1 0,0 0-3 16,0 2-4-16,0 2-18 16,0 0-19-16</inkml:trace>
  <inkml:trace contextRef="#ctx0" brushRef="#br0" timeOffset="48940.46">10963 6560 113 0</inkml:trace>
  <inkml:trace contextRef="#ctx0" brushRef="#br0" timeOffset="49513.87">10930 6365 44 0,'0'0'5'0,"0"0"-2"15,0 0-1-15,0 0 1 16,0 0-2-16,0 0 0 16,0 0 1-16,0 0 1 15,22-24 4-15,-22 24-4 0,2 0-3 16,-2 0 0-16,1 0 0 15,1 0 1-15,2-1-1 16,-2 1 0-16,0-2 0 16,0 2 0-16,1 0 1 15,4-3-1-15,-3 2 0 0,1-2 0 16,1 0-1-16,-1 0 1 16,1 1-1-16,0-1 0 15,-1 1 1-15,0 1-1 16,0 1 0-16,-1-2 1 15,0 2 0-15,-2 0 0 0,0 0 0 16,-2 0-1-16,2 0-3 16,-1 0 4-16,0 0 0 15,3 0 0-15,0 0-3 16,2 0 1-16,1 0-1 16,3 0-8-16,-3 0-13 0,1 0 1 15</inkml:trace>
  <inkml:trace contextRef="#ctx0" brushRef="#br0" timeOffset="49941.27">11242 6635 1 0,'0'0'9'0,"0"0"-5"0,23 54-2 0,-17-33 2 15,3-1-3-15,-3 4-1 16,2-1 1-16,-3 2-1 15,3 1 0-15,-2 0 0 16,2 3 1-16,-4-2-1 0,-1 3 0 16,1 0 0-16,-2 3 0 15,-2 0 0-15,0 3 0 16,0 1 1-16,0 0-1 16,0 3-1-16,0 1 2 15,0-1-2-15,-2 1 1 16,-4 5 0-16,1-1-1 0,-4 6 1 15,2 3 0-15,-4 0-3 16,2 6-14-16</inkml:trace>
  <inkml:trace contextRef="#ctx0" brushRef="#br0" timeOffset="57144.3">8216 6399 58 0,'0'3'1'0,"1"-3"2"0,7 0 14 0,-1 0-6 16,5 0 0-16,3 0-6 16,3 0-3-16,2-3-2 15,0-7-22-15</inkml:trace>
  <inkml:trace contextRef="#ctx0" brushRef="#br0" timeOffset="66317.71">18783 7543 0 0,'3'-7'14'0,"1"2"10"0,-2-1-8 0,0 2-4 16,-1-3 0-16,0 2 1 0,-1 0 0 15,0 1-6-15,0 0-3 16,0-1 5-16,0 4-5 15,0-1-3-15,0 2-1 16,0 0-1-16,0 0-14 16,0 0-2-16,0 2 10 15,0 4 7-15,0 1-2 0,0 1 5 16,0 1-3-16,0-1 0 16,0 2 1-16,3 3-1 15,4 0 0-15,2 1 1 16,2 3-1-16,5 0 0 15,-2 0 0-15,5 4-11 0,-3-1-10 16,1 3-39-16</inkml:trace>
  <inkml:trace contextRef="#ctx0" brushRef="#br0" timeOffset="69278.64">18617 7557 90 0,'-1'0'4'0,"-4"1"-2"0,1 2-3 0,0 4-9 15,-1-1-12-15,-3-2-37 16</inkml:trace>
  <inkml:trace contextRef="#ctx0" brushRef="#br0" timeOffset="71513.31">17037 5242 11 0,'-31'1'4'0,"-2"-1"5"0,4 0 0 0,0 0-5 0,0 0-1 15,3 0-1-15,-2 0 0 0,0 2-2 16,-1-2 0-16,0 1 0 15,1 0-2-15,0-1 1 16,2 0 1-16,2 0 0 16,2 0 3-16,0 0-2 15,5 2-1-15,-2 1 1 0,1 0-1 16,4 2 0-16,1 2 0 16,4 1 0-16,2 1 0 15,3 1 0-15,4 2 0 16,0 2-2-16,0 1 0 15,0 2 1-15,0 2 2 0,2 2-1 16,-1 2 2-16,0 0-1 16,0 4 0-16,1 0-1 15,-1 1 1-15,2 2-1 16,-1 4 0-16,0-1 0 16,1 2 0-16,-1 2 0 0,0 1 0 15,3-1 1-15,-3-1-2 16,0 2 1-16,-1-4 1 15,1 3-1-15,2 0 1 16,0 1 0-16,-1 1 1 16,2 2-1-16,1-1 0 0,0 1 1 15,-1-1-1-15,-1 1-1 16,-3 0 0-16,1-1 0 16,-2 2 0-16,0 1 1 15,0 1-2-15,0-3 1 16,-3-1 1-16,-1-3-1 0,0-3 0 15,2-1 1-15,0-2-1 16,1 3 0-16,-1 0 0 16,-1 3 0-16,-1 2 0 15,2 0-1-15,0-3-1 16,1 1-3-16,1-3 1 16,0-2-2-16,0 0-2 0,5-2-23 15</inkml:trace>
  <inkml:trace contextRef="#ctx0" brushRef="#br0" timeOffset="71898.92">17671 7365 37 0,'52'-3'2'0,"0"-2"-1"0,-2 0 0 0,-2 2-1 15,-4-2 0-15,-2-1 0 16,1 0 0-16,-5-1 0 16,2 0 1-16,-1 2-2 15,0-4-7-15,-4 2-22 16</inkml:trace>
  <inkml:trace contextRef="#ctx0" brushRef="#br0" timeOffset="74053.91">20626 6963 72 0,'-1'0'5'0,"1"0"8"0,-2 0-3 0,2 0-3 0,0 0-1 16,0 0-3-16,-2-1 2 15,2-1 0-15,0 1 3 16,0-1-3-16,0 2-3 15,0-1 2-15,0 1-4 16,2 0 0-16,0-3 0 16,3 3 0-16,1 0 0 0,0 0-1 15,4 0 1-15,1 0-2 16,-1 0 2-16,5 0-1 16,2 0 1-16,0 0-1 15,3-2 1-15,2-2 0 0,3 0-1 16,1 1-1-16,1-2 2 15,0-2 0-15,2 1-2 16,0 0 0-16,-3 0 6 16,-1 2-5-16,0-3 1 15,-1 3-3-15,-1-2 5 16,-3 3-2-16,-2-2 0 0,-1 2 2 16,-3 0 0-16,-3 3-2 15,-5-3 1-15,2 3-1 16,-4 0 0-16,-3 0-2 15,-1 0-17-15,0 3-22 0</inkml:trace>
  <inkml:trace contextRef="#ctx0" brushRef="#br0" timeOffset="74586.73">20679 7051 54 0,'0'0'4'0,"0"0"2"0,0 0 4 0,49 0-2 0,-33 0-4 16,1-3 0-16,0 2 0 16,1-2-1-16,1-1 0 0,0 2 0 15,0-2 1-15,1-1-2 16,-2 0-1-16,2 1 1 15,-1 0 0-15,-1-1-2 16,3 1 1-16,-2 1-2 16,2-1 2-16,-1 0-2 0,1 0 4 15,-2 1 2-15,0-2 1 16,-2 1 0-16,0 0 0 16,-2 0 1-16,0-1 0 15,-3 2 1-15,0 1 0 16,-2-1 1-16,-4 1-2 0,1 1-2 15,-1-2-3-15,0 3 0 16,-1 0-2-16,1 0-10 16,-2 0-38-16,-4 0-50 15</inkml:trace>
  <inkml:trace contextRef="#ctx0" brushRef="#br0" timeOffset="76496.92">16126 5567 4 0,'0'-1'13'0,"0"-1"-9"0,0 1-2 16,0-1-3-16,0 2-2 16,0-1 4-16,0-1 2 15,0 1-3-15,0 1-3 0,0-1-7 16,0-1 8-16,0-2-6 16</inkml:trace>
  <inkml:trace contextRef="#ctx0" brushRef="#br0" timeOffset="77823.38">16143 5502 17 0,'0'0'18'15,"0"0"-4"-15,0 0-4 16,0 0-6-16,0 0-1 16,0 0 1-16,0 0 0 0,-4-32 3 15,2 28 2-15,0-1 1 16,2 0-4-16,0 2-1 15,-2-1-1-15,1 0 0 16,1 1-1-16,0 0-1 16,0 2 1-16,-1-1-1 15,1 2 2-15,0-1-2 0,-1 1-1 16,0 0 1-16,1 0 0 16,0 0-1-16,-1-3 0 15,0 3 1-15,0 0-1 16,-1 0 1-16,-5 0-1 15,3 0 1-15,-1 0 0 0,-2 4-2 16,-1-1 0-16,0 4 0 16,-2-1 0-16,1 1 0 15,-1 0 1-15,-2 2-1 16,1-2-1-16,0 4 3 16,3-1-2-16,-2 0 0 0,0 1 1 15,3-1-1-15,-2 2 0 16,3-1 2-16,-3-1-2 15,4 1 0-15,-2-1-2 16,3 2 4-16,2-3-2 16,0 0 0-16,-2 1 0 0,4 0 0 15,0-2 1-15,0 1-1 16,0-1 2-16,0 0-2 16,4 0 1-16,0-1 1 15,1 3 0-15,3-3-2 16,-1 3 1-16,0 0 0 15,1-1-1-15,0 2 0 0,1-1 1 16,-1 3-2-16,1-3 2 16,3 2-1-16,-1-3-1 15,2 1 0-15,-2 0 2 16,0-3 0-16,0 3 1 0,-1-1-2 16,-1 0 0-16,-1 0 0 15,-3 1-2-15,0 1 4 16,-1-1-1-16,-3 3-2 15,-1 0-1-15,0 1 2 16,0 0-1-16,-3 3 0 16,-7 0 0-16,0 2-6 0,-3-1 11 15,-1 1-1-15,-1-1-3 16,0-1 0-16,0 0 1 16,0-3-1-16,1-1 1 15,1-1-1-15,2-4 0 0,4 1 0 16,-2-4 0-16,4-1 0 15,3-2 0-15,0-1 0 16,2 2 3-16,0-3-3 16,0 0 1-16,0 2-1 15,4-2-1-15,4 1 1 0,1 0-2 16,1-1 2-16,2 3 2 16,-1-1-2-16,1 1 1 15,1 1 0-15,-3 0-1 16,3 2 0-16,-3 1 0 15,-2 0-1-15,1 3 0 16,-1 1-1-16,1 1 1 0,-1 0 0 16,-3 4 1-16,4 0 1 15,-5 1-2-15,1 1 2 16,-1 2-1-16,-4-1 0 16,0 3-1-16,0 1 0 15,-4 0-1-15,-5 5 2 0,-3-1 0 16,-1 3 2-16,-1-2-1 15,-1 2 0-15,-1 0 0 16,3 0-1-16,-1-1 2 16,3 0-2-16,2 1 0 15,3-3 1-15,1 1-1 0,3-4 1 16,2-1 1-16,0-2 0 16,0-2-1-16,4-5 1 15,4-1 1-15,2-2-2 16,1-1 1-16,1-1-1 15,3-2 0-15,-1 0 3 0,1-3-3 16,1 2 5-16,-1-3-1 16,-1 0 1-16,-1-1 0 15,-1-1-2-15,-5 1 0 16,-1-2-1-16,-3 0 2 16,-1 0 4-16,-2 0 15 0,0 0 5 15,0 0-7-15,0 0-16 16,0 0-5-16,-1 0-1 15,-1 0-2-15,-3 0 1 16,0 7-50-16,0-4-49 16</inkml:trace>
  <inkml:trace contextRef="#ctx0" brushRef="#br0" timeOffset="81795.77">15987 5405 69 0,'0'0'1'0,"0"0"0"0,0 0 0 0,0 0-1 16,0 0 1-16,0 0-1 15,0 0-1-15,0 0 2 16,0 0 0-16,0 0 1 15,0 0 8-15,0 0-1 0,0 0-2 16,0-20-3-16,0 20-3 16,0 0 0-16,0 0 0 15,0 0 0-15,0 0 0 16,0 0 0-16,-5 0-1 16,0 0 1-16,0 3-1 0,-6 1 0 15,2 0 1-15,2 2-1 16,-1-3 0-16,0 3 0 15,1-1-5-15,1 0 7 16,-2 2 0-16,-2 0-1 16,3 4-1-16,-5 2 1 0,2-2 7 15,3 1-4-15,-2 2-1 16,3-1-1-16,1-1 0 16,0 1-2-16,1 1 1 15,0-1 0-15,2 1-1 16,0-1 1-16,1 2-1 15,1-1 0-15,0-2 1 0,1 1-2 16,7 0 1-16,-2 0 3 16,6-2-4-16,-3-1 2 15,2 3 0-15,2-2 0 16,-1-1 1-16,2 2-2 16,-3 0 0-16,1 0 1 0,-2-1-1 15,-3 1 0-15,1 0 0 16,-2-2 1-16,2 3-1 15,-3-2 0-15,-2 2 0 16,-2 3 0-16,-1-1 1 16,0 5 0-16,0-1 2 0,-9 2-3 15,-2 0 1-15,-2 4 1 16,1-3-1-16,-3 1 1 16,2 1-1-16,1-3-1 15,1-1 1-15,2-4-1 16,0-2 0-16,4-1 0 0,-1-5 0 15,4-2 1-15,2-2-1 16,0-1-1-16,0 0 0 16,0-2-2-16,2 1 2 15,6-2 1-15,2 0 1 16,1 0 2-16,0 0 0 0,2 0-3 16,-1 0 1-16,0 0-1 15,0 1 0-15,-1 5 0 16,1-1 0-16,-3 3 0 15,1 0 1-15,0 2-1 16,-2 0 0-16,-1 2 2 0,-2 2-2 16,0-2-2-16,-2 3 4 15,0 0-2-15,-3 2 0 16,0 2 1-16,0-1 0 16,-7 3 2-16,2 1-3 15,-3-2 1-15,1 4-1 0,-1-4 0 16,2 2 0-16,-2 0 0 15,1-1 1-15,-2 0-1 16,4-2 0-16,-1 1 1 16,1-3-2-16,1-1 1 15,0 2 0-15,2-1 0 16,0 0 1-16,2-2-2 0,0 1 1 16,0 1 0-16,0 0 0 15,0-1 0-15,0 0 0 16,2-1 0-16,1 1 0 15,2-1 0-15,-2 1 1 16,1-3-1-16,2 0 1 0,0-2 0 16,2 0 0-16,-3-4 1 15,3 2 2-15,-3-5-2 16,4 2 2-16,-3-3 0 16,1 0 2-16,-2-2 0 0,3 0 6 15,-3-1 1-15,0 0 1 16,1 0 0-16,0 0 0 15,1-5-3-15,-2-1-2 16,2-1-3-16,-3 4-2 16,-1-3-1-16,-1 1-1 15,1 2 2-15,0-1-3 0,-3 2 0 16,0-2 0-16,0 4 1 16,2 0-2-16,0 0 0 15,-1 0-3-15,4 3-8 16,-1 5-20-16,-4-2-31 15,0-6-52-15</inkml:trace>
  <inkml:trace contextRef="#ctx0" brushRef="#br0" timeOffset="102037.41">8929 7428 24 0,'2'-1'3'0,"-1"1"-1"0,0 0-2 0,-1 0-2 15,0 3-2-15,0 7-7 16,0 4 9-16,-2 6-8 0</inkml:trace>
  <inkml:trace contextRef="#ctx0" brushRef="#br0" timeOffset="134972.5">12288 16960 1 0,'0'0'34'0,"0"0"-9"0,0 0-2 0,-15-37-4 0,10 30 5 15,0 0-1-15,1 2 1 16,0-1-7-16,-2 1-4 0,3-1-5 15,-1 0-3-15,-1 2 0 16,3-1-1-16,-1 3 0 16,3 1 4-16,0 1-8 15,0 0 4-15,0 0-2 16,0 1-2-16,5 7 0 0,4 1-1 16,-2 0 3-16,1 3-2 15,2-1 1-15,-3 1 1 16,1 0-4-16,1 1 1 15,-2 1 2-15,2 2-1 0,-2-1 0 16,3 1-1-16,0 0 0 16,-4-1-31-16,1-2-53 15,-3-2-41-15</inkml:trace>
  <inkml:trace contextRef="#ctx0" brushRef="#br0" timeOffset="135855.35">12244 16824 66 0,'0'0'1'0,"0"0"5"0,0 0 13 16,0 0-4-16,0 0-6 0,0 0 1 15,0 0 1-15,0 0-2 16,0 0-5-16,0 0-4 15,0 0 1-15,0 0-1 16,-14-27 1-16,20 34 0 16,2 2 0-16,-2 0 0 0,1 0 1 15,0 2 0-15,2-2-1 16,-3 1 0-16,3 1 0 16,-2 1 0-16,1-1 1 15,0 2-2-15,-1-2 1 16,1 3 1-16,0-4 0 0,-2-1-1 15,-1 1 0-15,-1-3 0 16,-2-1 1-16,2-1 0 16,-2 1-1-16,-2-2 0 15,1 0 2-15,0-1-2 16,0-1 1-16,-1 0 0 0,0-1 1 16,0-1-1-16,0 0 1 15,2 0-3-15,-2 0 1 16,0 0 1-16,0 0-4 15,1 0 4-15,-1 0-2 16,0 0 0-16,0 2 0 0,2-2-5 16,0 2 4-16,-2 0-19 15,2-2-30-15,-2 0-72 16</inkml:trace>
  <inkml:trace contextRef="#ctx0" brushRef="#br0" timeOffset="137497.38">12286 16709 61 0,'0'-3'15'0,"0"-1"5"0,-2 2-6 0,0 1-1 0,-1 0 0 16,1 1-8-16,0 0 2 15,0 0-6-15,2 7 1 16,-2 4-1-16,-1 3 1 15,3 7 1-15,0 2-1 0,0 4 2 16,0 2-2-16,0 0-1 16,5 2 1-16,2-4 0 15,2-2-2-15,1-4 1 16,2 0 1-16,-2-6 0 16,3-3 0-16,-3-5 0 0,1-1-1 15,1-3 2-15,-4-3 0 16,2 0 1-16,1-3 4 15,0-8-1-15,-3-2 4 16,2-3-2-16,-1-5-3 16,-1-1-3-16,1-2-2 0,-3 0 6 15,0-4-9-15,-1 4 10 16,-3-2-7-16,-1 4 1 16,-1-1-1-16,0 5-1 15,-4 0 2-15,-6 3-1 16,-3-2 2-16,-1 5-2 0,-2-2 1 15,0 4-1-15,-2 2 1 16,3 2-4-16,-1 5 1 16,2 1 4-16,3 0-6 15,2 3 1-15,1 6-4 16,5 4-13-16,1 1-31 0,-1-2-15 16</inkml:trace>
  <inkml:trace contextRef="#ctx0" brushRef="#br0" timeOffset="137983.12">12474 16524 62 0,'0'0'27'0,"0"0"-26"0,0 0 0 0,0 0 0 15,0 0 3-15,0 0-1 0,0 0 1 16,38 7 0-16,-26 2 0 16,0 1 2-16,0 1-1 15,1-2-1-15,0-1-1 16,1 1 1-16,1-1-1 15,-1-1 0-15,-1-2-1 0,-1-1 1 16,-1-2 1-16,-4-1 5 16,1-1 8-16,-2 0 2 15,-1 0-4-15,0-1-4 16,-3-5 2-16,0 0 2 16,-2-4 2-16,0-3-5 15,0-2-2-15,0-4 1 0,-2-3-3 16,-5-3-4-16,1 0-2 15,-3-4-1-15,4 4 0 16,-3-1-1-16,3 3 0 16,1 2-2-16,-1 4 0 0,3 4-21 15,0 2-32-15,-1 4-86 16</inkml:trace>
  <inkml:trace contextRef="#ctx0" brushRef="#br0" timeOffset="138672.25">12799 16327 78 0,'0'0'21'0,"0"0"-23"0,0 0 2 0,0 0 2 0,0 0 1 16,0 0 11-16,0 0 10 15,0 0 1-15,0 0-5 16,6-2-7-16,-6-5-5 16,0 0-2-16,0-2-2 0,-3 1-1 15,-1-2 0-15,0 3-2 16,-5-1 1-16,4 0-1 16,-3-1 1-16,1 3-1 15,-2 0 1-15,4 2-1 16,-1 1 1-16,3 0 2 0,-1 3-4 15,4 0-2-15,0 0 1 16,0 10 0-16,0 0-1 16,2 3 1-16,3 1 1 15,3 2 1-15,0-2-1 16,3 3 2-16,2-4-2 0,0-1 1 16,0-1 0-16,1-4 0 15,0-2-1-15,-1-2 0 16,0-3 0-16,-2 0 1 15,1 0-1-15,-2 0 1 16,-1-3 0-16,1-4 0 0,-3-3 0 16,1 2-3-16,-4-5 9 15,1 3-5-15,-1-5 0 16,-1 0 0-16,-3-2-2 16,1-4 1-16,-1 1-1 15,0-4 0-15,0 3 1 16,0 2-1-16,0 2 0 0,0 4 0 15,0 5 0-15,2 3 0 16,1 1 0-16,2 4 0 16,1 0-2-16,3 0 0 15,3 0 1-15,1 0 3 16,1 4-2-16,1-1 1 0,-1-1-1 16,1 2 0-16,-1-1 1 15,1 1-1-15,0 0 0 16,-1-2-2-16,-1-2-48 15,-1 0-39-15</inkml:trace>
  <inkml:trace contextRef="#ctx0" brushRef="#br0" timeOffset="139569.21">13042 15763 146 0,'0'0'9'0,"0"0"15"0,-43-44-7 15,32 30-15-15,3-2-2 0,4 2 0 16,2 1 2-16,2 0-1 16,0 4 0-16,4 3-1 15,6 4 1-15,3 2-2 16,1 2 0-16,2 12 0 15,4 6 1-15,2 7 6 16,2 4-4-16,1 8-2 0,2 3 1 16,2 7-2-16,0 0 2 15,0 5 0-15,1 0 0 16,-2 0 0-16,0-2 1 16,-1-5 0-16,-2-4-1 0,-2-7 0 15,-3-6 0-15,-4-7 3 16,0-3-2-16,-4-7 1 15,1 0 0-15,-3-6-2 16,-1-1 3-16,-2-3-1 16,4-3-5-16,-6 0 1 0,1-6-1 15,-1-7 25-15,-2-3-13 16,0-7-6-16,-2-2-1 16,-1-6-1-16,0-3-1 15,-5-2 0-15,-2 0 0 16,-2 0-1-16,-4 4 1 15,0 4-1-15,-2 4 0 0,-2 8 1 16,-3 2-3-16,-2 4 3 16,-2 3-2-16,0 1 2 15,2 4 2-15,-1-1-1 16,4 3-2-16,-1-2 0 16,5 2-1-16,1 0 1 0,3 0 0 15,4-1 1-15,0 1-1 16,4-3 0-16,1 1 0 15,0-3-2-15,2-5-3 16,0 0 2-16,4-3 0 16,4-4 6-16,1-2-3 0,5-3 0 15,-3 1 0-15,2-2-1 16,0 2 1-16,0-2-2 16,-1 5 2-16,1 0 2 15,-2 4-4-15,3 3 2 16,-5 2 0-16,1 2 0 0,2 3 0 15,-3 4 0-15,0 0-1 16,0 0-2-16,2 11-1 16,-5-2 4-16,4 4 1 15,-5-2 0-15,3-1 0 16,-3-1-1-16,0-2 0 0,3-3 1 16,-3-1-1-16,3-3 0 15,-2 0 0-15,2 0-1 16,3-3 2-16,0-5-2 15,-2-4-5-15,2-2-34 16,-6-3-43-16,-1-2-55 0</inkml:trace>
  <inkml:trace contextRef="#ctx0" brushRef="#br0" timeOffset="139711.29">13370 15516 138 0,'0'0'2'0,"0"0"2"0,0 0-8 0,-40 0-42 15</inkml:trace>
  <inkml:trace contextRef="#ctx0" brushRef="#br0" timeOffset="140068.6">13384 15209 147 0,'0'0'-8'0,"0"0"19"0,0 0-12 16,0 0 2-16,0 0 0 15,25 43 0-15,-13-18 2 16,1 2 1-16,1 2 0 16,0 3-1-16,2-2 3 15,-1 2-2-15,1-3 2 0,-3-2-1 16,1-3-2-16,-1-4-2 16,1-3 1-16,-1 0 0 15,-4-3-2-15,4-2 3 16,-2-1-3-16,0-2 0 15,-1-3 0-15,-1-4-15 0,-1-2-41 16,-3-4-58-16</inkml:trace>
  <inkml:trace contextRef="#ctx0" brushRef="#br0" timeOffset="140408.98">13556 15034 125 0,'0'0'5'0,"0"0"16"15,0 0-15-15,0 0-6 16,0 0 3-16,0 0 2 0,22 53 1 15,-9-29 2-15,1 2 0 16,1 1 1-16,1 0-3 16,-2 1 0-16,0-1-2 15,-1 0-1-15,0-3-1 16,-2 2-1-16,-2-1 0 0,1-1 2 16,-2 1-2-16,0 0-1 15,-1-4-1-15,-1-2-41 16,-5-8-39-16</inkml:trace>
  <inkml:trace contextRef="#ctx0" brushRef="#br0" timeOffset="140993.17">13482 15512 215 0,'0'0'-12'15,"0"0"25"-15,0 0-10 16,0 0 3-16,31-49 0 0,-17 34-2 16,0-1-3-16,1 0-1 15,1-1 2-15,-1 2 2 16,3-4 2-16,-1 1 0 15,0-2-1-15,3 0 0 16,0 0-4-16,2-1 0 0,-4 2-1 16,0 1 1-16,-2 2-1 15,1 2 1-15,-3-3-3 16,-3 1-2-16,0 2 6 16,0 0 2-16,-2 1-3 15,-3 0-1-15,-1 6 0 0,0 0 1 16,-5 3 0-16,0 1-1 15,0 2-2-15,0-1 3 16,0 2-2-16,-5 0 1 16,0 0 2-16,1 1-3 15,0 7 1-15,-2 0-1 0,1 2 0 16,-1 2 1-16,1 1 1 16,0-1-1-16,2 1 0 15,1 1 1-15,1 1-6 16,1 0 5-16,0-1 3 15,0 0-2-15,8 1-1 0,1-1 1 16,3-3 1-16,1-1 0 16,5-2-4-16,-1-3 0 15,3-4-10-15,3-1-17 16,0 0-24-16,-3-14-22 16</inkml:trace>
  <inkml:trace contextRef="#ctx0" brushRef="#br0" timeOffset="141491.24">14189 15006 76 0,'0'0'8'0,"10"-40"19"0,-9 29-3 15,-1 4 6-15,0 5 4 0,-1 2-24 16,-8 2-4-16,-2 9-8 16,0 6 3-16,-2 4-3 15,-1 1 3-15,3 2 0 16,0-1-2-16,4-1 3 15,3-2-2-15,4-3 0 0,0-2 1 16,0-4 0-16,6-4-1 16,2-3 2-16,2-4-4 15,-1 0 0-15,-1 0 6 16,3-7-1-16,-1-4 2 16,-3-1-3-16,3-5 1 0,-4 0-4 15,0-1 8-15,-3-5-5 16,0 0-1-16,0-3 1 15,-3-2-2-15,0-4 1 16,0-1-2-16,0-1 1 16,-6-1-1-16,1-4-2 0,-3 1-4 15,-1-2 6-15,-1-1-2 16,-1 1 2-16,1 3 2 16,0 3-1-16,1 7 3 15,-1 6 6-15,4 5 5 16,-1 6 0-16,4 7-2 0,3 3-9 15,0 6-9-15,5 14 12 16,10 11-8-16,4 8 2 16,3 9 3-16,6 6-2 15,5 5-1-15,-1 3-26 16,-2 1-61-16,-2-2-85 0</inkml:trace>
  <inkml:trace contextRef="#ctx0" brushRef="#br0" timeOffset="142651.31">12818 17136 4 0,'0'0'7'0,"0"0"13"0,0 0 0 0,41 9 0 0,-26-6-6 15,3-2-3-15,7-1-1 16,1 0 4-16,3 0-1 16,5-5-6-16,4-6 0 15,4-3-2-15,-1-1-6 16,5-5 9-16,3-4-4 15,5-3 10-15,2-6 0 0,0-4-1 16,4-6-4-16,5-3 0 16,0-4-2-16,4-4 0 15,3-3-3-15,2-5-2 16,4-5 0-16,0 0 1 16,-4-5-1-16,2-4 0 0,-5-3-1 15,1-1 0-15,-3 1 0 16,-2-2 1-16,-2-3 0 15,-4 2-1-15,1 2 5 16,-2 2-5-16,-8 4 1 16,-3 0-1-16,-4 3-1 0,-6-2 1 15,-5 2-1-15,-7-1 0 16,-8-3 1-16,-5 1-1 16,-5 0 0-16,-5 1 1 15,-4 2-1-15,-3 1 0 16,-11 0 2-16,-10 5 1 0,-6 1 5 15,-7 3 1-15,-5 3 1 16,-4 2-2-16,-6 5-1 16,-1 3-5-16,-4 1 2 15,0 7-4-15,-3 3-1 16,-1 5-1-16,1 5 7 0,-6 6-5 16,1 4-1-16,-5 5 1 15,-2 9 0-15,-5 3-2 16,-6 0 3-16,-2 7-3 15,1 10 3-15,1 5-4 16,-5 6 1-16,-1 4-1 0,1 6 4 16,-3 4 0-16,-2 8-1 15,-2 3-1-15,1 6 2 16,0 7-1-16,-2 3-2 16,0 7-1-16,0 4-1 15,0 7 0-15,-3 0 2 0,-2 2 1 16,4 5 1-16,3 2 0 15,2 1 0-15,1 3 1 16,7 7 0-16,9 7-1 16,4 7 2-16,12 4 0 15,14 4 0-15,14 0 0 16,16-1-1-16,15-7 1 0,19-10-1 16,31-16-1-16,21-26 1 15,19-35-20-15,15-46-120 16</inkml:trace>
  <inkml:trace contextRef="#ctx0" brushRef="#br0" timeOffset="144045.65">18963 5493 20 0,'0'0'26'0,"0"0"-8"0,0 0-7 15,0 0-1-15,0 0-4 16,0 0 2-16,0 0-3 0,0 0 3 16,0 0-1-16,0 0 0 15,-10-35-3-15,8 32 0 16,2 1-3-16,-1 1-1 15,0-1 0-15,1 1 1 16,0 1-1-16,0 0 0 16,0 0-2-16,0 0 1 0,1 0-3 15,3 0-2-15,0 3 3 16,-2 1 2-16,2 0-1 16,0 1 0-16,1 0 2 15,-1 1-1-15,1 0 0 16,0 2-9-16,-4-1-3 0,-1 1-19 15</inkml:trace>
  <inkml:trace contextRef="#ctx0" brushRef="#br0" timeOffset="145439.41">16043 5696 115 0,'-6'-11'4'15,"0"-1"-3"-15,0 2 6 0,-1 1 2 0,1 3-7 16,-2 0-2-16,0 5 0 16,-1 1-1-16,-1 0 0 15,3 0-1-15,-5 0 3 16,4 5-2-16,1 3 1 0,-1 1-1 16,-1 3 1-16,1 2-1 15,0 3 1-15,0 2 0 16,0 3 0-16,3-2 0 15,-1 1-2-15,2-1 2 16,3 2 2-16,1 0-2 16,0-2 0-16,0 3 1 0,9-2-1 15,3 1 1-15,7-1-1 16,2-2 1-16,2 0-1 16,2 0 1-16,-4-1 0 15,1 1 0-15,-5-1-1 16,-2 2-1-16,-4 0 1 0,-3 1 0 15,-4 0 0-15,-3 5 0 16,-1 1 0-16,-1 6 1 16,-9 4 0-16,-2 4-1 15,-4 2 1-15,0 3 0 0,-1-3-1 16,2-2 1-16,-3-4-1 16,7-6 0-16,-3-4 0 15,5-6 0-15,2-5 2 16,3-3-2-16,1-1 0 15,3-3 0-15,0-2 1 16,0 0-1-16,4 2 0 0,4 3 1 16,-3 4-1-16,1 7-1 15,-1 7 0-15,0 7 1 16,-1 5 1-16,1 7-1 16,1-1 0-16,5 2 0 15,7-7 0-15,6-7 1 0,12-10 10 16,7-11-5-16,15-12 1 15,10-4-2-15,7-22-17 16,-2-14-52-16</inkml:trace>
  <inkml:trace contextRef="#ctx0" brushRef="#br0" timeOffset="146572.54">15933 5598 82 0,'4'-13'30'0,"2"-1"-28"0,-2 1-1 0,2 1 5 16,1 0-2-16,-3 2-1 15,2 2 1-15,-4 2 0 0,-2 1 4 16,0 3-3-16,0 2-3 15,-4 0-4-15,-6 0-3 16,-1 7-4-16,-5 3 6 16,3 2 0-16,-3 2 3 15,-1 1 0-15,0 2-1 16,3 3 2-16,-1 3-1 16,2 1 0-16,1 3 0 0,0 3 0 15,1 0 0-15,2 1 0 16,0 1 1-16,2 1-1 15,2 4 0-15,2-2 2 16,2 4-2-16,1 1 1 0,0 1-1 16,7-4 1-16,4-2-1 15,7-4 1-15,5-5-1 16,5-5 1-16,6-5 0 16,1 0 0-16,2-5 0 15,1 1-1-15,-5-1 2 16,-2 2-2-16,-7 1 1 0,-5 1-1 15,-6 4-2-15,-7 4-2 16,-6 2 4-16,0 2 0 16,-4 5 0-16,-11 3 1 15,-5 1 0-15,-1 0-1 16,-3 0 1-16,-3-1-1 0,2-3 1 16,3-5 0-16,5-4-1 15,5-4 1-15,6-6 1 16,6-3-2-16,2-3 2 15,14-5 9-15,5 0-9 0,4-2 5 16,4 0-1-16,0 0-3 16,-1 5-3-16,-4 6 1 15,-6 7-1-15,-5 8-2 16,-4 8-2-16,-9 7 7 16,0 6 0-16,0 7-1 15,-9 0 4-15,5 0 0 0,-1 0-1 16,5-4-2-16,9-5-2 15,9-5 1-15,9-9-5 16,8-9-30-16,8-17-29 16</inkml:trace>
  <inkml:trace contextRef="#ctx0" brushRef="#br0" timeOffset="147697.09">16032 5604 127 0,'2'-14'0'0,"-2"1"1"0,0 2 0 0,0 2 0 15,-9 2-1-15,-2 4-1 16,-2-1 0-16,-3 2-1 0,1 2 3 15,-5 0-4-15,1 2-2 16,0 8 0-16,-2 2 6 16,-1 1-2-16,4 7 1 15,-4 0 1-15,1 3-2 16,1 2 2-16,1 5-1 0,3 0 1 16,-2 1-1-16,3 1 1 15,3-1-1-15,1-1 2 16,0 1-2-16,8-3 0 15,1-1 0-15,2 0 1 16,2-1 0-16,12-2-1 0,3-3 0 16,6-1 0-16,6-1 1 15,1-4 1-15,5-3 0 16,0 0 1-16,1 0-2 16,-5-2 1-16,-4 1-1 15,-6 2 0-15,-8 1-3 16,-4 4-1-16,-7 2 3 0,-2 6 0 15,-2 2 3-15,-9 1-1 16,-2 3-2-16,0 2 2 16,-1-1-1-16,2 1 0 15,1-1-2-15,2-2 3 16,-1-1-2-16,5-3 0 0,-2 0 0 16,4-1 1-16,2-2-1 15,1 1 0-15,0-2 1 16,0 4-1-16,0-3 0 15,0 7 1-15,0 0-1 16,-3 2 0-16,-5 3 0 0,-1 1 0 16,-1 0 0-16,-3 2 0 15,-1 1 2-15,2 0-2 16,1 2 1-16,3 2 1 16,0-1 1-16,6-2 0 15,2-4 2-15,5-1-1 0,14-5 1 16,13-8 3-16,13-6-5 15,19-10-1-15,18-7-2 16,14-11-20-16,5-21-41 16</inkml:trace>
  <inkml:trace contextRef="#ctx0" brushRef="#br0" timeOffset="148124.31">16209 7615 116 0,'45'-20'-1'0,"3"-1"6"0,0 1-3 15,3 2-1-15,-8 6 0 16,-6 4-3-16,-12 5-21 0,-9 3-62 16</inkml:trace>
  <inkml:trace contextRef="#ctx0" brushRef="#br0" timeOffset="148336.97">15990 7879 150 0,'0'0'-1'16,"0"0"17"-16,43-37-11 0,-4 10-4 15,11-3-1-15,10-4 2 16,7 0 0-16,2-1-5 16,-2-1-44-16,-3-2-78 15</inkml:trace>
  <inkml:trace contextRef="#ctx0" brushRef="#br0" timeOffset="148535.69">16257 7822 176 0,'0'0'7'16,"0"0"15"-16,0 0-16 15,35-41-4-15,12 11-3 0,15-8-13 16,12-12-48-16</inkml:trace>
  <inkml:trace contextRef="#ctx0" brushRef="#br0" timeOffset="-205274.38">16944 18088 83 0,'0'-4'11'0,"0"0"12"0,-2 0 1 15,0-2-5-15,0 3-9 16,1-3-5-16,-1 3-3 0,0 0-1 15,0 2 0-15,0-1 2 16,2 1 0-16,-1 1 0 16,1 0-2-16,0 0-6 15,0 4 3-15,0 6 2 16,2 3 2-16,3 2-1 0,0 3 0 16,3 2 0-16,-3 2 0 15,0 1-1-15,2-2 0 16,-2 3 1-16,2-2-1 15,-1 1 1-15,0-1 0 16,-2 0-1-16,2-1 0 0,1 1 0 16,-3-1-5-16,4 0-37 15,-4-1-8-15</inkml:trace>
  <inkml:trace contextRef="#ctx0" brushRef="#br0" timeOffset="-204576.12">16952 18173 15 0,'0'0'72'0,"0"0"-53"0,0 0 4 0,0 0-16 15,0 0-7-15,0 0 2 16,3-38-1-16,6 27 0 16,4-2 1-16,1 3 3 0,-1 0-3 15,3 1-1-15,-1 6-1 16,3 3-1-16,0 0 1 15,-2 9 1-15,-3 6 0 16,1 5-1-16,-5 3 0 16,-2 4 1-16,-3 4 0 0,-2 3 0 15,-2 4 2-15,0 1-2 16,-7-1 1-16,-1 1-1 16,1-2-1-16,-2-6 1 15,4-5-1-15,0-7 0 16,4-7 0-16,1-11-10 0,0-2-45 15</inkml:trace>
  <inkml:trace contextRef="#ctx0" brushRef="#br0" timeOffset="-204148.34">17252 18170 134 0,'0'0'-6'0,"0"0"15"0,0 0 1 15,0 0-6-15,0 0-1 16,0 0 5-16,0 0-4 16,0 0-5-16,0 0 3 15,-11 26-1-15,11-9 1 0,0 1-2 16,0 0 1-16,0-1 0 15,3-3-1-15,3-3 1 16,-2-4-1-16,-1-3 0 16,2-2 2-16,1-2-2 15,-3 0 0-15,3-9 2 16,-1-2 3-16,4-5-4 0,-4-1 0 16,3 0 0-16,-1 4 0 15,5-2-1-15,-2 6-1 16,3 2 1-16,-1 3 0 15,3 3-1-15,1 1 0 16,-1 0 0-16,2 0-2 0,-2 0-11 16,-1 3-13-16,-3-1-24 15,-3-2-29-15</inkml:trace>
  <inkml:trace contextRef="#ctx0" brushRef="#br0" timeOffset="-203928.96">17351 17933 155 0,'0'0'6'0,"0"0"-4"16,0 0 0-16,0 39-2 16,11-19 1-16,2 1-1 15,3 0 1-15,2-3 2 16,0 2-2-16,2-4 0 15,-4 4-1-15,1 1 0 0,-3 1-7 16,-6-1-61-16</inkml:trace>
  <inkml:trace contextRef="#ctx0" brushRef="#br0" timeOffset="-203772.69">17431 18208 237 0,'0'0'-22'16,"0"0"21"-16,-9-46 3 16,9 25-1-16,11-2 1 0,1-3-9 15,-1 1-67-15</inkml:trace>
  <inkml:trace contextRef="#ctx0" brushRef="#br0" timeOffset="-203374.5">17585 18008 95 0,'0'0'20'0,"0"0"-14"0,0 0 7 16,0 0 2-16,0 0-13 15,0 0 2-15,-15-44 3 16,15 35 6-16,0 1-2 15,0 3-6-15,3 0-1 16,5 5-4-16,1 0-2 16,4 0 2-16,-1 6 3 0,3 7 0 15,-2 3-1-15,-1 3-2 16,-1 3 1-16,-6 5-1 16,-2 2-2-16,-3 0-6 15,0-1-9-15,0-8 18 0,-2-4 0 16,-3-8 0-16,2-6 7 15,-4-2 11-15,5-9-13 16,0-5-3-16,2-1-3 16,0-3 1-16,0 0-1 15,11 4 0-15,0 0 0 16,5 4-6-16,1 4-51 0,2 4-67 16</inkml:trace>
  <inkml:trace contextRef="#ctx0" brushRef="#br0" timeOffset="-203068.25">17628 18538 255 0,'0'0'-28'0,"0"0"26"0,12-55 4 0,4 28 3 0,5-3-3 15,0-1 0-15,4 1-1 16,1 0-1-16,2 3 0 15,-3 3-41-15,-4 1-52 0</inkml:trace>
  <inkml:trace contextRef="#ctx0" brushRef="#br0" timeOffset="-202918.18">17877 18470 236 0,'0'0'-2'0,"0"0"5"15,0 0-13-15,0 0 11 16,0 0 0-16,50-71-14 16,-31 28-61-16</inkml:trace>
  <inkml:trace contextRef="#ctx0" brushRef="#br0" timeOffset="-195140.05">19409 17754 126 0,'0'-6'10'0,"0"0"-5"0,0 1 8 0,0 2-5 0,0 2 2 16,0 1 6-16,0 0-9 16,0 1-9-16,0 8 4 0,0 4-1 15,0 1-1-15,6 7-1 16,-1 2 2-16,3 1-1 15,2 0 2-15,-1 0-2 16,1-1 0-16,0-1 1 16,2-3-1-16,-3 0-1 0,2-3-21 15,0-4-20-15,0-5-18 16</inkml:trace>
  <inkml:trace contextRef="#ctx0" brushRef="#br0" timeOffset="-194730.88">19567 17822 77 0,'0'0'1'0,"0"0"5"16,0 0 14-16,0 0-15 0,0 0-3 16,0 0-4-16,0 0 6 15,0 0 2-15,23 15 4 16,-16 0-3-16,4 1-1 15,0-1-1-15,1 0-1 16,-2-4-1-16,1-4 0 16,1 0-1-16,-1-4 2 0,-4-3 0 15,4 0 4-15,-4-6 4 16,0-5 0-16,-1-2-7 16,-3-4 0-16,-1 3-2 15,-2-3-1-15,0 0 0 0,-1 0 1 16,-8 1 2-16,-2-1 2 15,-4 3-1-15,0 1-1 16,-1 2-4-16,-1 2 4 16,2 2-4-16,2 7-1 15,-3 0-1-15,6 3 1 0,3 7-4 16,5 4-1-16,2 2-22 16,0-2-30-16,0 0 5 15</inkml:trace>
  <inkml:trace contextRef="#ctx0" brushRef="#br0" timeOffset="-194299.52">19729 17778 123 0,'0'0'-6'0,"0"0"6"0,0 0 0 0,5-42-11 0,-3 35-7 16,-2 5 16-16,0 2 4 15,0 0 10-15,0 0-10 16,4 10 2-16,0 1 3 16,0 2 0-16,4 2-4 15,-1-1 0-15,2 0-1 0,1-3 0 16,-1 0 0-16,1-2 0 16,-2-2-1-16,0-1 0 15,0-3 0-15,-2-1 0 16,-1-2-1-16,0 0 1 15,0 0 4-15,-3-8 2 0,2-1 3 16,-4-5 0-16,0-3-4 16,0-1 3-16,0 0 1 15,0 0 0-15,-9 0 0 16,1 2 1-16,0 5-1 16,-2 0-2-16,0 3 1 15,2 2-7-15,0 4-1 0,2 2-4 16,0 0-2-16,3 9-13 15,3 6-13-15,0-3-9 16,0 0-3-16,0-2-50 16</inkml:trace>
  <inkml:trace contextRef="#ctx0" brushRef="#br0" timeOffset="-193900.95">19870 17686 124 0,'0'0'-9'0,"0"0"9"0,0 0-1 0,0 0-14 16,0 0 10-16,0 0 7 15,0 0 12-15,0 0 5 16,0 0-12-16,0 0-3 16,4-6 0-16,3 19-2 0,-2 0-1 15,3 1 1-15,1 0-1 16,1-1 0-16,0-4 0 15,-2-1 1-15,3-3-1 16,-3-4 2-16,-1-1 1 16,0 0 0-16,0-3 2 0,-1-6 0 15,-3-2 2-15,0-3-2 16,-2-2 0-16,-1 2 0 16,0-3 7-16,0 0-1 15,-6 3-1-15,-3-3-1 16,-2 5-4-16,-1 1 0 0,-3 4-3 15,3 1-1-15,1 5-2 16,-2 1-2-16,5 7-1 16,2 9-16-16,2 0-24 15,1 2-20-15</inkml:trace>
  <inkml:trace contextRef="#ctx0" brushRef="#br0" timeOffset="-193055.58">20346 17594 83 0,'0'0'1'0,"56"-22"4"0,-27 12 2 0,-1-1-3 0,-1 1-3 16,-2 2 0-16,0 1-1 16,-2 1 0-16,-2 0 1 15,-1 1-1-15,3 0 0 16,-5 0 0-16,1 0 1 0,0 4-1 15,-2-1-1-15,0 1-14 16,-4-2-28-16</inkml:trace>
  <inkml:trace contextRef="#ctx0" brushRef="#br0" timeOffset="-192834.34">20652 17383 124 0,'0'0'4'16,"0"0"-2"-16,0 0 3 16,41-14-4-16,-25 27-1 15,-1 13 2-15,0 12 0 16,-4 13-4-16,-4 10-42 0</inkml:trace>
  <inkml:trace contextRef="#ctx0" brushRef="#br0" timeOffset="-191376.26">21166 17232 124 0,'2'4'26'0,"3"3"-25"0,-1 6 0 15,1 1 0-15,1 6 0 16,-1 2 0-16,1-2-1 16,-1 3 0-16,0 0 2 0,-1-2-2 15,1 2 0-15,-1-5-4 16,0 0-24-16,-2-9-24 16</inkml:trace>
  <inkml:trace contextRef="#ctx0" brushRef="#br0" timeOffset="-191012.1">21334 17217 103 0,'0'0'-1'0,"0"0"3"16,9 37 4-16,-5-17 0 15,2-1 1-15,2-1-2 16,-1-4 1-16,0-1-2 0,1-6 0 16,1-1 1-16,-2-3 0 15,1-3 2-15,-3 0 2 16,1-9 6-16,-1-2-9 16,-1-3 0-16,-1-2-3 15,-2-1 0-15,-1 0 0 0,0-1-1 16,-3 2 2-16,-4 2-2 15,-4 1-1-15,2 6 0 16,-2 3-2-16,1 4-1 16,-2 4-3-16,3 11-30 15,-1 2-6-15,2 3 8 0,2-4-38 16</inkml:trace>
  <inkml:trace contextRef="#ctx0" brushRef="#br0" timeOffset="-190620.23">21537 17116 45 0,'0'0'50'16,"0"0"-46"-16,0 0-3 15,0 0-5-15,0 0 10 16,16 49-2-16,-9-35-4 16,4-1 2-16,-3-1 3 15,2-3 1-15,-2-2 3 0,2-2-3 16,-2-3 1-16,-1-2 29 16,0 0-15-16,0-4-9 15,-1-6-3-15,-3 1-4 16,-1-3-1-16,-2 0 0 15,0-2 3-15,0 0 2 0,-2 2-2 16,-3 1 2-16,-7 0-7 16,0 4 0-16,1 4-3 15,-2 3-8-15,2 0-15 16,3 11-27-16,-3 3-3 16,4-1 13-16</inkml:trace>
  <inkml:trace contextRef="#ctx0" brushRef="#br0" timeOffset="-190216.22">21694 17036 159 0,'0'0'-1'0,"0"0"16"0,0 0-10 16,0 0-5-16,0 0-1 16,0 0 0-16,0 0 1 15,2 49 0-15,3-36 0 16,3 1 1-16,0-1-1 0,2-2 1 16,-1-2-1-16,-1-5 1 15,0 1-1-15,1-4 3 16,-2-1-2-16,-1 0 7 15,0-6 2-15,0-2 0 16,-3-4-5-16,0 1 0 16,-3-2-1-16,0 0 3 0,0 0 3 15,-9-1-2-15,0 1-3 16,0 2-1-16,-5 1-2 16,2 3-2-16,-1 7-4 15,-1 0-9-15,0 9-31 0,-2 5-41 16</inkml:trace>
  <inkml:trace contextRef="#ctx0" brushRef="#br0" timeOffset="-188999.51">21414 16913 111 0,'0'0'2'0,"0"0"7"0,-36 0 2 0,23 0-9 16,-1 0-1-16,3 0-1 0,-4-2 1 15,1 0 0-15,-1-2 13 16,-4 1 2-16,2 0 3 16,1 2-6-16,-2 1-4 15,-1 0-6-15,1 0-2 16,2 0-1-16,-4 3 0 15,2 2 0-15,0 2 0 0,0 0 0 16,1 2 1-16,0 2-1 16,-3 1 0-16,3 3-1 15,-1 2 1-15,4 1-1 16,0 0 1-16,1 5-2 16,2-3 2-16,0 2 0 0,2-3 0 15,1 2 0-15,3 2 0 16,-3 2 0-16,4-1 0 15,2 3 0-15,-1 1 0 16,2 1 0-16,1 1 1 16,0-1-1-16,4 0 0 0,3 0 0 15,5-1 0-15,3-1 0 16,3 0 0-16,1-1 0 16,4-2 0-16,2 1 0 15,3-3 0-15,4 0 0 16,0-2 0-16,5 1 0 0,-2 4 1 15,4-2-1-15,0 5 0 16,1 0-1-16,1-2 1 16,0 2 0-16,1-4 0 15,4-4 0-15,-2-4 0 16,4-5-1-16,-2-1 0 0,3-4 0 16,-1-6-4-16,0 0 3 15,-1-11 7-15,2-4 5 16,-4-6-3-16,-1-6-3 15,-3-3 3-15,-4-2-3 16,-2-4 0-16,-4-1 2 0,-6 1-1 16,0-1 0-16,-4-1 2 15,-5 1-2-15,-3 1 0 16,-7 2-2-16,-5-4 1 16,-1-1 0-16,-9 0 3 15,-10-2-3-15,-5-2 0 0,-6 1-3 16,-4 1 1-16,-5 1 0 15,-4 3 3-15,-3 2 0 16,-2 6-3-16,0 3-2 16,1 8 0-16,4 5-5 15,5 8-19-15,3 5-16 0,4 3-4 16,2 12-2-16,4-1-7 16</inkml:trace>
  <inkml:trace contextRef="#ctx0" brushRef="#br0" timeOffset="-188685.97">21483 16973 86 0,'0'0'23'0,"0"0"-16"0,7-37 14 16,1 10 12-16,5-5-1 15,2-7-6-15,7-5-12 16,3-3-8-16,1-5-5 0,3-3-1 15,-1-4-22-15,0 0-83 16</inkml:trace>
  <inkml:trace contextRef="#ctx0" brushRef="#br0" timeOffset="-187424.34">22387 16824 64 0,'0'0'62'0,"0"0"-50"0,0 0 12 16,-9-37-6-16,9 31 6 15,0 2-5-15,0 3 0 0,0 1-9 16,0 3-9-16,7 12-3 16,5 5 2-16,0 7 1 15,3 4 1-15,1 3 0 16,-2 2 0-16,0-5-1 16,0-3-1-16,-5-3 0 0,0-5 0 15,-2-5 0-15,-2-4-5 16,-2-2-8-16,-2-5-24 15,-1-4-18-15,0 0 42 16,-7-8-6-16,-5-8-14 16,-2-4 25-16,-1-7 20 0,1-4-1 15,0-6-8-15,1-3 1 16,4-1-3-16,2 3-1 16,2 5 0-16,2 3 1 15,3 6 3-15,0 6 24 16,0 4-5-16,0 4-4 0,0 2-5 15,4 3-5-15,3 3-4 16,-1 2-4-16,1 0 0 16,4 0 1-16,-3 3-2 15,1 7 0-15,1 0 0 16,-3 1 0-16,1 2 0 0,-3 3-1 16,-4 0 0-16,-1 2 8 15,0 1-1-15,-2 0-5 16,-6 1 1-16,2-1-1 15,0-4-4-15,0-1-21 16,2-7-23-16,3-7-20 16</inkml:trace>
  <inkml:trace contextRef="#ctx0" brushRef="#br0" timeOffset="-186665.35">22594 16685 91 0,'0'0'6'0,"0"0"18"0,0 0 0 0,0 0-15 16,0 0-5-16,0 0-3 0,3-36-1 16,-5 30 1-16,-1 1 4 15,-5 2 10-15,3-1 4 16,0 2-8-16,1 2-2 15,0 0-7-15,-1 3-8 0,3 6-1 16,1 2 3-16,1 3 4 16,0 0 2-16,1 3-2 15,6-2 0-15,3 0 2 16,-3-2-1-16,5-2-1 16,-1-2 1-16,2-2 0 0,-2-4-1 15,0 0 1-15,2-3-2 16,-3 0 0-16,0 0 2 15,-2-6-3-15,-2-1 5 16,-3-2-2-16,0 1 0 16,-2-2 6-16,-1-3 3 0,0-1-5 15,0 1-2-15,1 0-3 16,2 1 0-16,-1 1 1 16,2 3-2-16,4 4 1 15,-2 2 0-15,3 2-1 16,0 0-3-16,3 0 4 15,-1 0 2-15,2 5-1 0,-1-4 0 16,1-1-1-16,0 0 1 16,0 0-1-16,1-8-1 15,-4-5-15-15,0-3-15 16,0-4-9-16,-4 0 18 16,0-5 20-16,-6 0 4 0,1-2 3 15,-1-1 9-15,0-3-1 16,-1 0-2-16,-4 1 2 15,0 2-10-15,2 5 0 16,-4 5 1-16,3 6 1 16,2 8 13-16,1 4 1 0,1 0-13 15,0 8-5-15,1 11-3 16,10 2 4-16,2 9 3 16,4 0-4-16,6 2 1 15,1-2-1-15,3 0 0 16,1-1 0-16,-1-4 1 0,-2 3-2 15,-2 1 0-15,-4-1-10 16,-5 2-47-16,-4 1 21 16,-6-4-6-16</inkml:trace>
  <inkml:trace contextRef="#ctx0" brushRef="#br0" timeOffset="-186260.57">22910 16648 124 0,'0'0'-3'0,"0"0"29"0,0 0 3 0,-9-44-7 15,9 32-12-15,7 0-4 16,5-1-1-16,2-4 0 16,-1 0-1-16,6-2 2 15,-2-1-4-15,5-1 0 0,-2 0-1 16,0 0-1-16,-3 1 1 15,-2-1-1-15,-1 3 1 16,-4-2-2-16,-3 2 3 16,0 4-2-16,-6 0 0 15,-1 5 0-15,0 2 1 16,0 1-1-16,-1 3 2 0,-7 3 6 16,1 0-6-16,0 6-4 15,1 5 1-15,0 4 2 16,2 0 0-16,3 2-1 15,1 0 0-15,1-2 1 16,9-1-1-16,2-4 0 0,2-2-1 16,1-2-4-16,1-6-6 15,1 0-13-15,0 0-36 16,0-9-13-16</inkml:trace>
  <inkml:trace contextRef="#ctx0" brushRef="#br0" timeOffset="-185818.78">23265 16298 147 0,'0'0'35'0,"0"0"4"16,0 0-20-16,-14-41-8 16,6 38-6-16,-1 3-2 15,0 0-7-15,0 2 1 0,2 9 2 16,1 2 0-16,2 1 3 16,3 5-1-16,1-2 0 15,0 0-1-15,9-2 0 16,2-3 1-16,3-4-2 15,5 0 1-15,-3-7 1 0,1-1-2 16,4 0 0-16,-3-7 2 16,2-5-2-16,-1-5 2 15,-2 0-3-15,-2-1-10 16,-6-2 6-16,-4-3 3 16,-5-2 3-16,0-4 3 0,-5-1-1 15,-8-4 2-15,-1 0 0 16,0 0-3-16,-1 4-1 15,2 8-2-15,0 6 0 16,4 9-4-16,2 7 5 16,2 0 3-16,2 10-3 0,3 7 2 15,0 3-1-15,0 5 1 16,10 1 0-16,3 0 0 16,4-1 0-16,0-4 1 15,3-1-2-15,-1-3 1 16,-3-2-1-16,-1-3-12 15,-4-3-47-15,-3-4-19 0</inkml:trace>
  <inkml:trace contextRef="#ctx0" brushRef="#br0" timeOffset="-185389.61">23392 16244 193 0,'0'0'18'0,"0"0"5"0,0 0-5 0,0 0-12 16,-13-42 0-16,15 30-6 15,8-6 1-15,2-5 0 16,1 1-1-16,1-3-1 16,0 1 1-16,1-3 1 0,-4 3-2 15,-1-3-5-15,-2 2-5 16,-4-1-2-16,-1 0 6 16,-3 0 5-16,0-2-2 15,-7 0 5-15,-3-2-1 0,2-1 1 16,-2 5-1-16,1 1 0 15,1 5 0-15,0 9 1 16,3 2 2-16,1 6 1 16,1 3 1-16,1 3-10 15,2 13 8-15,0 5-4 16,2 9 1-16,8 5 1 0,3 4 1 16,5 3-2-16,4-2 1 15,1 0 0-15,1-5 1 16,1-3-1-16,2-5-1 15,-2-5 1-15,-1-2-1 16,-2-6-1-16,2-4-13 16,-3-5-6-16,-4-5-13 0,-3 0-8 15,-1-9 1-15,-4-5-10 16</inkml:trace>
  <inkml:trace contextRef="#ctx0" brushRef="#br0" timeOffset="-185079.52">23778 15980 8 0,'0'0'42'0,"0"0"-2"16,0 0 20-16,0 0-10 15,0 0-48-15,0 0 7 16,0 0 9-16,0 0-8 16,31 40-4-16,-19-23 0 15,-1-4-2-15,1-2-1 0,-1-4 3 16,-5 0-5-16,1-5 1 16,-3-2-1-16,0 0 0 15,2-5 2-15,-1-10 7 16,0-2 3-16,2-6-9 15,1-1-1-15,2 0-3 0,1 4 0 16,0 4-1-16,-1 5 1 16,1 8 0-16,-1 3-3 15,1 9-3-15,1 13-1 16,-5 8 5-16,2 7 0 16,-4 9-2-16,-3 5-15 15,-2 7-2-15,0 2 0 0,-7 4-56 16,-11 5 5-16,-2 2 36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5:46:16.7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9998 5171 49 0,'0'0'10'0,"0"0"-2"0,0 0 0 0,0 0 11 0,0 0-5 15,0 0-8-15,0 0-6 16,0 0 3-16,0 1-3 15,0 2 0-15,0 1 2 16,0-1 0-16,0 0 0 0,0-2 4 16,0 0 2-16,0-1 1 15,0 0 31-15,0-1 24 16,7-10-33-16,3-5-20 16,6-8-5-16,7-7-1 15,6-9-2-15,7-4-2 16,8-10 0-16,12-5 0 0,6-7 0 15,6-15-53-15,3-11-98 16</inkml:trace>
  <inkml:trace contextRef="#ctx0" brushRef="#br0" timeOffset="1997.29">14168 5979 66 0,'0'0'9'0,"0"0"1"0,0 0-6 0,0 0-1 16,0 0-4-16,0 0 0 15,0 0 0-15,0 0 0 16,0 0 0-16,0 0 0 16,0 0 2-16,0 0-1 0,0 0 1 15,51 17 2-15,-31-17 2 16,5 0-2-16,4 0 0 16,4 0-2-16,6-3 3 15,1-1-1-15,2-5-2 16,2 1 4-16,-1-1 0 0,-1 1-1 15,-1-1-1-15,-4 2 1 16,-4 0 0-16,0 1 0 16,-4 2-2-16,-4 2 1 15,-2-2-2-15,-4 4-1 0,-2 0 1 16,-5 0 0-16,0 0-1 16,-7 0 1-16,0 0 0 15,-2 0-1-15,-1 2 0 16,-2 2-6-16,-2 3-16 15,-7 0-1-15,-5-1-52 16</inkml:trace>
  <inkml:trace contextRef="#ctx0" brushRef="#br0" timeOffset="3797.18">18934 6104 71 0,'0'0'6'0,"0"0"1"0,0 0-3 16,1 0 0-16,0 0 3 15,0 0 0-15,0 0-1 0,0 0 2 16,2 0 0-16,-3-1-1 16,2 1-1-16,0-1-3 15,1-1-3-15,2 2 1 16,2 0-2-16,3-1 2 15,-1 0-1-15,3 1 0 0,1-1 0 16,3-1 1-16,-1 1-1 16,3-2 0-16,0 0 1 15,4 0-1-15,-1-1 0 16,5 1 1-16,-1-2-1 16,4-1 1-16,2 0-1 0,0 2 1 15,4 0-1-15,-2 0 1 16,2-1-1-16,-1 2 1 15,2 0-1-15,1 1 0 16,-1 0 0-16,3 1 0 16,1-1 1-16,4 2-1 15,1-2 1-15,2 1-1 0,2 0 1 16,3 1 2-16,1-1-2 16,0-2 1-16,3 0-1 15,-1 0 0-15,2 0-1 16,-1-1 0-16,4 1 0 15,-2-1 0-15,1 1-1 0,5 2 2 16,-4-1-2-16,1 0 2 16,-3 0-1-16,-2-1 0 15,-2 2 0-15,-5-2 2 16,0 0-2-16,-2-1 1 16,0 0 0-16,-3 1 0 0,1 1 1 15,-5-2-1-15,-1 3 0 16,-2-1 0-16,-1 0-1 15,-2 1 1-15,-7-2-1 16,-7 2 0-16,0 0 0 16,-9 1 0-16,-3 0 1 0,-8 0-8 15,0 0-27-15,-8-2-24 16</inkml:trace>
  <inkml:trace contextRef="#ctx0" brushRef="#br0" timeOffset="4395.83">18837 6145 78 0,'0'0'4'0,"0"0"3"0,0 0 3 0,0 0-6 0,0 0 4 16,0 0-6-16,0 0-6 16,0 0 8-16,0 0-1 15,67 0 0-15,-20 0-6 0,8-1 3 16,9-2-3-16,8-2 3 16,3 1 0-16,3-3-1 15,3 0-1-15,2-2 3 16,4-1 0-16,1-1 4 15,2 1 3-15,5-1 2 0,3 1-4 16,0 0 3-16,0 1-4 16,0 0 1-16,-4 0-2 15,-2 2-1-15,-3-1 1 16,-3 2-2-16,-3-1 0 16,-6 1 0-16,-10 3-1 0,-4-2 2 15,-7 0-2-15,-5 2 0 16,-7 3 0-16,-2-2 0 15,-5 1-1-15,-5 1-6 16,-4 0-19-16,-5 0-5 16,-9-2-32-16</inkml:trace>
  <inkml:trace contextRef="#ctx0" brushRef="#br0" timeOffset="4970.93">18933 6123 6 0,'0'0'35'0,"73"-7"-25"0,-28 2 2 0,5 2-2 0,4-1-4 16,5-1-2-16,3 1-2 15,1 0 0-15,6-1-1 16,6 0-1-16,5 2 1 0,5-1 0 16,7 1 0-16,4 2 0 15,4-2-1-15,-2-1 0 16,-2-1 0-16,-1 0 8 15,-1-1 8-15,-4-2 5 16,1 0-5-16,-2 0-1 0,1 1-5 16,-10 1-3-16,-3 3-4 15,-9-1-1-15,-7 4 0 16,-15-1 1-16,-7 1 0 16,-17 0-6-16,-8 0-12 15,-13 0-13-15,-2 0-8 0,-19-2-6 16</inkml:trace>
  <inkml:trace contextRef="#ctx0" brushRef="#br0" timeOffset="5555.96">18765 6118 94 0,'0'0'1'0,"0"0"0"0,41 0 2 0,-17 0-2 15,8 0 0-15,2-2 0 16,9 0 0-16,5-1 2 15,5 0-3-15,5 0 0 0,7 0 0 16,7-2 1-16,4 2-2 16,9 0 2-16,9 0-2 15,6-1 1-15,7 1 1 16,5-1-1-16,2 0 0 16,-3-1 0-16,-3-2 0 0,-6 2 3 15,-4-1 9-15,-7-1 3 16,-8 0 0-16,-5 1-1 15,-9 0-7-15,-10 2-4 16,-13 4-1-16,-8-3 0 16,-13 3 1-16,-10 0-3 0,-10 0-13 15,-5 0-27-15,-13 0 0 16,-10 0-34-16</inkml:trace>
  <inkml:trace contextRef="#ctx0" brushRef="#br0" timeOffset="6146.21">18838 6115 69 0,'0'0'3'0,"0"0"2"0,56-5 4 0,-25 2-3 0,5-1-1 16,8-1-3-16,8 2-1 16,6-1 0-16,7-2 0 15,3 2-1-15,2 0 1 16,6 0 3-16,4 1-2 0,3 0 4 16,4 1 2-16,0-2-1 15,7 0 1-15,2 0-1 16,0-2-2-16,2 0-2 15,-1-1-1-15,2 0 0 16,-2 0 1-16,-2-3 0 0,0 2 4 16,-3-1-1-16,-5 1 0 15,-6 0-1-15,-3 1-1 16,-5 0 1-16,-6 1-2 16,-4 2-1-16,-7 0-1 0,-4 1 0 15,-8 3 0-15,-3-1 0 16,-8 1 0-16,-4 0 1 15,-6 0-2-15,-3 0 0 16,-4 1-21-16,-5 2-21 16,-6-3-16-16</inkml:trace>
  <inkml:trace contextRef="#ctx0" brushRef="#br0" timeOffset="11086.47">14151 5054 1 0,'6'0'7'0,"-2"0"4"0,3 0-5 0,-2 0-4 0,-1 0-1 15,3 0 0-15,-2 0 1 16,-1 0-2-16,0 0 0 15,-2 0 0-15,1 0 0 16,-1 0 0-16,2 3 0 16,-1-1 2-16,-1 0-2 0,0 1 1 15,-1 0-1-15,1 1 4 16,-1 1 0-16,0 0 5 16,1-2 1-16,-2 3-1 15,0-2-4-15,2 0-1 16,-2-2 0-16,2 0-1 0,-2-2 0 15,2 0 3-15,-1 0 7 16,2 0 25-16,2-7-17 16,3-4-11-16,3-6-1 15,7-3 5-15,4-7-8 16,9-4-3-16,14-9-1 0,9-4-1 16,16-7 0-16,14-7-1 15,6-13-60-15</inkml:trace>
  <inkml:trace contextRef="#ctx0" brushRef="#br0" timeOffset="13456.13">9538 5889 53 0,'0'0'10'0,"-1"0"2"0,-3 0-5 0,2 0 0 0,0-1 3 16,-1-2-3-16,1 0 0 15,1 3 0-15,-1-4-4 16,2 4 1-16,0-3-1 16,-2 3-1-16,2 0 0 15,0 0-1-15,0 0-3 0,0 0-2 16,0 0 5-16,4 0 1 15,4 2-1-15,-2 2 0 16,5-1-1-16,1 1 0 16,1-3 1-16,2 1-1 15,4-2-1-15,3 0 2 0,3 0 0 16,-1 0-1-16,7 0 1 16,-2 0-1-16,4 0 1 15,4 0-1-15,-3 0 0 16,5 0 0-16,1 0 0 15,3 0 1-15,-3 1-1 16,2 5 0-16,-3-1 0 0,-4 3 0 16,-3-3 0-16,-3 1-2 15,-4 1 0-15,-6-4 2 16,-2 1-1-16,-2-1 0 16,-4 0-5-16,-2-3-13 15,-5 0-23-15</inkml:trace>
  <inkml:trace contextRef="#ctx0" brushRef="#br0" timeOffset="13855.22">9638 6022 99 0,'0'0'1'0,"0"0"5"16,0 0-3-16,0 0-4 0,0 0 3 16,0 0 0-16,0 0-2 0,52-5 0 15,-28 2 0-15,2-1 1 16,5 0-1-16,4 0 1 15,5 1-1-15,4-3 0 16,2 3 0-16,4-1 0 16,0-2 1-16,-1-1-1 0,-3 4-1 15,0-4 2-15,-4 0-1 16,-4 1 0-16,-2 1 0 16,-4 1 0-16,-2 1 0 15,-7 1 0-15,-3 2-1 16,-9 0-26-16,-5 0-48 0</inkml:trace>
  <inkml:trace contextRef="#ctx0" brushRef="#br0" timeOffset="14232.26">9783 6029 61 0,'0'0'3'16,"0"0"10"-16,0 0-1 15,0 0-6-15,0 0-11 0,0 0 7 16,0 0 0-16,0 0 0 15,0 0-1-15,51-9 1 16,-24 6-2-16,4 0 1 16,6-1 0-16,1-2 1 15,1 1-2-15,2-2 0 16,0 0 1-16,0 0 1 0,-3-1-2 16,-4 1 0-16,4 0 1 15,-4 3-1-15,-1 0 1 16,-4-2-5-16,-4-1-71 15</inkml:trace>
  <inkml:trace contextRef="#ctx0" brushRef="#br0" timeOffset="21930.08">15909 7098 49 0,'-1'0'5'0,"1"0"4"0,-1-1-2 15,-1-2 4-15,-1 0-4 16,1 0 4-16,0 0-9 15,0 2 6-15,0-2-2 16,0 0-1-16,1 2 1 0,1-1-2 16,-2 1 0-1,2 1-1-15,0 0 0 0,0 0-1 16,0 0-3-16,0 0 1 16,0 0 0-16,0 0 0 15,0 4 0-15,0 2 0 16,0-2 0-16,0 3 0 0,0-1 0 15,0 0 1-15,0-1-2 16,0 1 1-16,0 0 0 16,3-1 1-16,-1-1-2 15,2-1 1-15,3 0 0 16,-2-1 0-16,5-1 0 0,-1-1 4 16,1 0 0-16,7-4 5 15,1-6-1-15,1-5 1 16,7-1 0-16,4-3-3 15,6-3-3-15,3-1 0 16,4-3-1-16,10 2-1 16,5-3 0-16,3 1-1 0,6 2 0 15,6-1-4-15,4-2-43 16,0-3-32-16</inkml:trace>
  <inkml:trace contextRef="#ctx0" brushRef="#br0" timeOffset="23373.43">12225 7794 36 0,'-3'-2'4'0,"1"2"0"0,-1 0 0 16,1 0-2-16,0 0 0 15,-3 0-1-15,2 0 0 0,-1 0 1 16,0 3-1-16,0 0-1 15,1 3 2-15,-1-2-2 16,-1 3 2-16,3-1-1 16,0 1-1-16,-1 0 2 15,1 0 0-15,2 0-1 0,0 0 1 16,0-1 0-16,0-2 0 16,0 0 1-16,0-2 5 15,2 0 2-15,1-2 0 16,1 0 2-16,3 0 1 15,4-2-3-15,5-6-2 0,1-2-3 16,6-2 2-16,4-5-1 16,4 0-3-16,2-3 2 15,5-4-2-15,4 0 1 16,2-2 0-16,5-2-1 16,-2 3-2-16,4-4 0 0,-4 3-1 15,0 1 1-15,-3 2-1 16,-3 5 0-16,-3 3-1 15,-7 4-30-15,-4 1-26 16</inkml:trace>
  <inkml:trace contextRef="#ctx0" brushRef="#br0" timeOffset="25797.42">15726 8545 52 0,'0'0'7'0,"0"-1"0"0,0-1 4 15,0-2 0-15,0 4-4 16,0-3 0-16,0 3 1 16,0 0-3-16,-2 0 1 0,2-1 1 15,0 1-2-15,0 0-2 16,0 0-4-16,0 0 0 16,0 0 1-16,0 3 0 15,0 2 0-15,0 0 1 16,2 2-1-16,-2-1 0 0,0-1 0 15,2 2 0-15,-2 0 0 16,0-1 0-16,0 1 0 16,0-4 0-16,0 1 0 15,0-2 0-15,1 0 1 16,1-2-1-16,1 0 1 16,0 0-1-16,2 0 3 0,4 0 5 15,-2-8 2-15,3-2-3 16,5-3 1-16,6-3 1 15,6-5-2-15,8-3-3 16,10-4 1-16,7-6-3 0,13-6 0 16,6-3-2-16,9-5 1 15,5-6-2-15,4-10-62 16</inkml:trace>
  <inkml:trace contextRef="#ctx0" brushRef="#br0" timeOffset="28318.17">20982 9247 26 0,'3'0'3'0,"0"0"1"0,-1 0-4 0,-1 0 1 16,-1 0 3-16,0 0 25 15,0 0-1-15,0 0-10 16,0 0-6-16,0 0-5 16,0 0-4-16,0-1-1 15,0 1 3-15,0-2 0 16,0 2-4-16,0 0 0 0,0 0-3 15,0 0 1-15,3 0 1 16,0 0 0-16,1 4 0 16,-1 1 0-16,2 0 0 15,-2 2 0-15,2 0 0 16,-1-1 0-16,-1 1 0 0,0 0 0 16,-1-1 0-16,0 0 0 15,1-2 0-15,0-1 0 16,0-1 0-16,1-1 0 15,3-1 4-15,2 0 12 16,3-2 1-16,8-8-7 0,7-4-4 16,9-3-3-16,11-6-2 15,10-1 0-15,14-6 0 16,7-2-1-16,6-8-25 16,3-3-68-16</inkml:trace>
  <inkml:trace contextRef="#ctx0" brushRef="#br0" timeOffset="33472.14">1648 4648 47 0,'0'0'82'0,"0"0"-81"0,0 0 1 0,0 0 0 16,0 0-1-16,0 0 0 16,0 0-1-16,-39-30-2 0,28 30 3 15,3 0-1-15,-2 0 2 16,2-1-1-16,1-3 0 15,1 1 1-15,3 0 5 16,-1 0 3-16,-1 1-3 16,2-2-5-16,-1 4-1 15,0 0 1-15,-3 0-4 0,1 0 2 16,-4 0 0-16,2 0-1 16,-1 4 1-16,-3 0 1 15,1 1-1-15,0 1 2 16,-3 2-2-16,2 1 0 15,0 2 0-15,-3 3-2 0,-1 2 4 16,2 1-2-16,-2 1-2 16,1 2 1-16,1 0 1 15,1 0 1-15,2 1-2 16,2 1 2-16,2-1-2 16,1 2 1-16,-1 1 1 0,3 2-2 15,-3 2 2-15,2 0-1 16,1 1 0-16,-1-1 0 15,3 1 0-15,0-1 0 16,2-2 0-16,0 1 0 16,0-2 0-16,0 1-1 0,0-1 2 15,2 3-1-15,3 0 0 16,-1 1 0-16,0 0 2 16,1-1-2-16,0-1 0 15,-1 2 0-15,-1-1 0 16,3 2 0-16,-2-2 0 0,1 2 0 15,2 0 0-15,-2 1 0 16,3 0 0-16,-4 2 1 16,3 0-1-16,0 1 0 15,0-1 0-15,-1-4 0 16,1 3 0-16,-1-3 0 0,2 0 0 16,-2-1 0-16,-1 2 0 15,1 1 0-15,-2 2 0 16,-1 2 0-16,2 1 0 15,-5 2 0-15,0 0 1 16,0 1-1-16,0 1 0 16,-7 1 0-16,0 0 0 0,-2 3 0 15,-3-1 0-15,-1-2 0 16,0 2 1-16,-1-4-1 16,-1-4 0-16,-1-3 0 15,3-1 0-15,-1-5 0 16,3-2 0-16,-3-4 1 0,4 1-1 15,-1-4 0-15,-1 0 0 16,3-1 0-16,1 0 0 16,-1-2 0-16,-1 1 0 15,2-2 1-15,-1-1-1 0,-1-1-1 16,2-1 2-16,2-3-2 16,3 0 2-16,-1-3-1 15,2 0 0-15,0-1 0 16,2 0-1-16,0-1 0 15,0-1 0-15,4 2 1 16,4 1-1-16,3-2 2 0,3 0-1 16,-1 3 0-16,4-1 2 15,0 0-3-15,3 2 2 16,1 1-1-16,-2 0 0 16,2 2 0-16,1 3-1 15,-2 3 0-15,-2 0 0 0,-1 4 1 16,-3 2-3-16,-3 3 3 15,-6 0-1-15,2 5 2 16,-5 0-1-16,-2 3 2 16,0 1-2-16,0-1 0 15,-2 1 0-15,-6-2 1 16,2-1-1-16,1-2 1 0,1-1-1 16,2 0 0-16,-2 0 0 15,1 0 0-15,0-1 0 16,-1 1 0-16,0 1 1 15,-1-1-1-15,1 3 0 16,-5-3 0-16,2-1 0 0,-2-1 0 16,1 0 0-16,1-2 0 15,0-1 0-15,2 1 1 16,-1-1-1-16,2-1 0 16,1 2 0-16,1 1 0 0,0 0 0 15,0-1 0-15,0 1 1 16,2 2-1-16,0-2 0 15,0 0 0-15,0 0 0 16,0-1 0-16,0 0 0 16,0-1 0-16,0 1 0 15,0 0 1-15,0 1-1 0,0-3-1 16,0 2 2-16,0 1-1 16,0 0 0-16,0-1 0 15,0 0 0-15,4 1 1 16,-2 0-1-16,0-2 0 15,0 0 0-15,1-3-1 0,-1-1 2 16,-2-2-1-16,0 2 0 16,0-1 0-16,0 0 0 15,0 1 0-15,0 0 0 16,0-1 1-16,0 1-1 16,0 2 1-16,0 0-1 0,-2 1 0 15,2 1 0-15,0 0 1 16,0-2-1-16,0 0 2 15,0 1-2-15,0-3 0 16,0 0 0-16,4-2 1 16,0-1-1-16,-1 1 1 0,4-3-1 15,-2 1 1-15,3 1 0 16,1 1-1-16,2 0 1 16,-2-1-1-16,2 1 0 15,1-2 0-15,-3 0 1 16,3-1-1-16,2-3-1 15,-3 0 2-15,3-3 2 0,-1-3 1 16,3 1-1-16,-1-2 0 16,-1-3 2-16,1 0 0 15,-1 0-1-15,2 0-1 16,-6 0 1-16,2-2-3 16,-3 1 0-16,0-1 0 0,2-1-1 15,-4 1 1-15,1 0 0 16,-1-2 0-16,0 1 0 15,-2 0 1-15,-1 0-2 16,-2 2 1-16,0-2 2 16,-2 3 1-16,0-1 0 0,0-1 2 15,0 2-2-15,0 0-2 16,0 0-1-16,0-1-2 16,0 1-1-16,0 0-13 15,0 0-57-15,0-1 20 16</inkml:trace>
  <inkml:trace contextRef="#ctx0" brushRef="#br0" timeOffset="34524.23">1793 8925 6 0,'0'0'14'0,"0"-1"-5"0,0 1 1 0,0-2 3 16,2 0-5-16,0 1-5 15,3-1-2-15,0-1-1 16,1 1 0-16,2 0 2 15,2-1-2-15,-1 2 0 0,2 1 0 16,3 0 0-16,-1 0 0 16,3-3 0-16</inkml:trace>
  <inkml:trace contextRef="#ctx0" brushRef="#br0" timeOffset="35776.36">244 6854 41 0,'-9'-5'43'0,"3"-3"-23"0,-4 2 2 0,4-1-3 16,-1 1 2-16,1 1-2 15,0-1 2-15,2 3-4 16,0 2 0-16,2-2-5 0,2 3-3 16,0 0-11-16,0 4 0 15,6 6 1-15,4 4 1 16,5 3 0-16,-1 1 1 16,1 1 0-16,3-2 0 0,-3-2-1 15,1-1 2-15,-3-3-2 16,-2-1 0-16,1 0-4 15,-5 1-10-15,-1 1-12 16,-2-1-12-16,-4 2-4 16,0 1-1-16,0-4-28 0</inkml:trace>
  <inkml:trace contextRef="#ctx0" brushRef="#br0" timeOffset="36040.18">306 7095 101 0,'0'0'18'0,"0"0"-5"0,0 0-5 16,0 0-1-16,0 0-2 15,0 0 1-15,9-41 1 16,-1 32-1-16,0-2-1 16,3-2-1-16,1-1 0 0,-1 1-1 15,0-1-1-15,2 0 0 16,-2 1-1-16,-2 1-1 15,0 0 1-15,-2 3-1 16,-1 2 0-16,-1 0 0 16,-3 4 0-16,0-1-21 0,-2 4-28 15,0-1-20-15</inkml:trace>
  <inkml:trace contextRef="#ctx0" brushRef="#br0" timeOffset="36233.05">200 6891 139 0,'0'0'6'0,"0"0"31"0,0 0-19 16,-10-50-12-16,26 22-3 15,9-8 0-15,8-5-2 16,7-3 0-16,-2-7-38 15</inkml:trace>
  <inkml:trace contextRef="#ctx0" brushRef="#br0" timeOffset="38012.64">1542 9275 38 0,'0'0'12'0,"0"0"0"0,0 0-4 16,0 0 9-16,0 0-3 0,0 0-3 15,0 0-1-15,0 0-2 16,0 0 2-16,0 0-1 16,-8-40 1-16,6 38-4 15,1 0-4-15,-1 0 1 0,0 0-1 16,2 2-2-1,-2 0 0-15,2 0-4 0,-5 0 3 16,2 4 1-16,-1 3-2 16,0 2 0-16,-3 2 0 15,1 1 6-15,-2 1-4 16,0 2 0-16,1 1 1 0,-2 1 0 16,0 0-2-16,2 1 2 15,-3 1-1-15,-2-1 0 16,1 1 0-16,-2-1 0 15,-1 3-2-15,1-2 4 16,-1-1 1-16,1-1-2 0,-1 0 0 16,1-4 0-16,0 3 0 15,1-2-1-15,2-2 1 16,1 0-1-16,-1-1 0 16,2-4 1-16,1 1-1 15,3-3 0-15,-2-2 0 0,4 1 1 16,-2-2-1-16,4-1 0 15,-2-1 0-15,2 2 1 16,0-2 0-16,0 0 0 16,0 0-2-16,0 1 4 15,0-1-3-15,6 0-2 16,2 0 2-16,0 0 3 0,3 2-2 16,1 0 0-16,1 1-1 15,-2 3 0-15,5 1 0 16,-5 2-1-16,1 2 1 15,-2 3 0-15,-3 0 0 16,-1 3-1-16,-3 3 0 0,-3 2-1 16,0 2 0-16,0 1 4 15,-9 5 1-15,-2-1-2 16,-3 0-2-16,-1 1 3 16,-1-2-2-16,1-1 1 15,-1-1-1-15,3-4 1 0,2-4-1 16,-1-3 0-16,4-3 0 15,3-5 1-15,1-3-1 16,1-4 3-16,3 0 4 16,0 0-2-16,0-6-4 15,0-2 1-15,7-2 0 0,0 0-2 16,3 0 1-16,-2 4-2 16,0 0 1-16,1 4 0 15,-2 2 0-15,2 0-2 16,-2 2-1-16,1 9-2 15,-1 6 5-15,0 4 0 0,0 6 1 16,-3 6-2-16,0 1 1 16,-3 1 0-16,3 1 1 15,-2-5 1-15,0-1 0 16,3-5-2-16,0-3 2 16,3-5 1-16,1-3-2 15,1-5 1-15,5-4-1 0,3-4 0 16,0-1-1-16,6-1 4 15,-1-13 0-15,4-3-4 16,-6-6-23-16,-4-4-39 16</inkml:trace>
  <inkml:trace contextRef="#ctx0" brushRef="#br0" timeOffset="38597.04">586 9662 108 0,'0'0'6'0,"0"0"4"0,0 0-9 0,0 1 0 15,4 2-1-15,-2 1 1 16,2 4 2-16,4 1 2 15,-4 1-1-15,3 4 2 16,-1 0 0-16,-1 3-2 0,2-2 2 16,0 0-2-16,-3-2-3 15,0 1 1-15,1-2 0 16,-3 0-1-16,3-3 0 16,-3 2-1-16,0-1 1 15,-1-2-7-15,1-4-29 0,0-3-15 16</inkml:trace>
  <inkml:trace contextRef="#ctx0" brushRef="#br0" timeOffset="38910.01">657 9600 76 0,'0'0'1'0,"0"0"6"16,0 0 3-16,0 0-10 16,0 0 2-16,0 0 4 15,0 0 5-15,0 0-2 16,31 39-2-16,-21-24-1 16,-2 0-3-16,1-2-1 15,3-1 0-15,-3 1 0 0,-1-2-1 16,-3-1-1-16,2 2 1 15,-3-1-1-15,-4 1 1 16,1 0-3-16,-1-2-10 16,0-1-11-16,-1-2-11 15,-7-3-42-15</inkml:trace>
  <inkml:trace contextRef="#ctx0" brushRef="#br0" timeOffset="39222.98">530 9748 57 0,'0'0'-7'0,"0"0"15"0,0 0 3 16,0 0 3-16,0 0-3 15,0 0-2-15,-15-44-3 16,21 30-2-16,3-2 2 15,2-1-3-15,3 0 2 16,2-1 0-16,-1 2 3 0,3-3-1 16,-3 3-4-16,3 0-1 15,0 0-1-15,-2 2 0 16,-1 3-1-16,3 2 1 16,-5 4-3-16,1 3-1 15,-3 2-19-15,-4 0-7 16,-2 10-26-16</inkml:trace>
  <inkml:trace contextRef="#ctx0" brushRef="#br0" timeOffset="39593.39">651 10017 83 0,'0'0'17'16,"0"0"-6"-16,0 0-7 15,0 0 0-15,0 0 1 16,0 0 0-16,0 0-1 16,0 0 0-16,0 0 1 15,31-42 0-15,-21 31 1 16,2-2 1-16,-1-1 3 0,3 0-2 15,-1-2-1-15,1-1-2 16,-1 0 0-16,3 0-2 16,-1-1 0-16,1-1 0 15,-2 2 2-15,1 0-2 0,-1 3 0 16,2 1-2 0,-3 4 0-16,2 2-1 0,5 2 0 15,-4 1 1-15,-2-5-18 16</inkml:trace>
  <inkml:trace contextRef="#ctx0" brushRef="#br0" timeOffset="45549.93">13598 9843 1 0,'-2'0'15'0,"0"0"5"0,2 0-5 0,-3 0-3 0,3 0-1 16,0 0-2-16,0 0-6 15,0 0 0-15,0 0 4 0,0 0-3 16,0 0-2-16,0 0-2 15,0 0 0-15,0 1 0 16,0 0 0-16,0 0-1 16,5 2 0-16,0-3-7 15,3 0-6-15,-1 0-5 16,2 0-37-16</inkml:trace>
  <inkml:trace contextRef="#ctx0" brushRef="#br0" timeOffset="46582.05">15393 9710 38 0,'0'0'8'0,"0"0"6"0,0 0-8 0,0 0-3 0,0 0-1 16,0 0 1-16,0 0 1 15,0 0 2-15,0 0 0 0,0 0 1 16,0 0-3-16,0 0-1 15,0 0-1-15,-27-13-1 16,27 13-1-16,0 0-1 16,0-3 1-16,5 3 0 15,4-4 2-15,0 1-3 16,3-1 4-16,2 0 0 0,0-1-1 16,2 0 2-16,1-1-2 15,-1 3-1-15,0-4 0 16,1 3 0-16,-1-2 0 15,2 2 0-15,-5 0-1 16,3 1 1-16,-3 0-1 0,-1 0 0 16,-3-1 1-16,0 4-1 15,-1 0 0-15,-2 0 0 16,-3 0-1-16,-1 0-2 16,-1 0-17-16,-1 0-7 15,0 0-6-15</inkml:trace>
  <inkml:trace contextRef="#ctx0" brushRef="#br0" timeOffset="46938.56">15398 9721 41 0,'0'0'8'0,"0"0"9"0,0 0-2 0,0 0-7 16,0 0 0-16,0 0-1 15,0 0-1-15,0 0-5 0,0 0-2 16,0 0 6-16,-5 3 2 15,12-3 1-15,6 0 0 16,-1 0-5-16,2 0 0 16,3-4-1-16,-2 1-1 0,3-1-1 15,-2 2 0-15,0 1-10 16,1-2-11-16,-3 0-29 16</inkml:trace>
  <inkml:trace contextRef="#ctx0" brushRef="#br0" timeOffset="48780.51">19609 9747 92 0,'-5'0'7'0,"-4"0"11"0,6 0-6 0,-3-3-4 0,3 2 0 15,1 0-4-15,1-1-2 16,0 2 1-16,1 0 2 16,0 0 1-16,0 0-1 15,0 0 0-15,3 0-4 0,5 0-1 16,2 0 3-16,3 0-3 16,5 0 4-16,-1 0-4 15,2 0 1-15,2 0-2 16,2-2 2-16,0 0-1 15,1 0-1-15,-4 1-5 16,0-1-8-16,-5 2-7 0,-3 0 3 16,-4 0-9-16,-1 0-8 15</inkml:trace>
  <inkml:trace contextRef="#ctx0" brushRef="#br0" timeOffset="49108.88">19673 9818 14 0,'0'0'45'0,"0"0"-38"15,0 0 10-15,0 0-8 16,0 0 1-16,0 0 15 16,0 0-5-16,0 0-12 15,0 0-8-15,7-3 4 16,10 0-1-16,1 1 2 15,2-2-4-15,1 1 1 0,-1-1-2 16,2 0 1-16,-1 3-1 16,-2-3 0-16,0 2 0 15,-2-1 1-15,1 2-1 16,-2-1 0-16,-3 2 0 16,0 0 0-16,1 0-1 0,-4 0-7 15,1 0-9-15,-2 0-5 16,-1 0-8-16,-2 0-6 15</inkml:trace>
  <inkml:trace contextRef="#ctx0" brushRef="#br0" timeOffset="51642.58">21192 9471 64 0,'0'0'18'0,"0"0"-14"0,0 0-4 0,0 0 4 16,0 0 6-16,0 0 5 16,0 0-1-16,40-3-2 15,-23-1-2-15,5 1 1 0,-2-1-2 16,7 0-3-16,1-2-1 16,6 3-1-16,0-1-1 15,4 1 0-15,1 0-2 16,0 2 1-16,-3 0-2 15,0 1 1-15,-2 0-1 0,-1 0 0 16,-4 0-6-16,-2 0-60 16</inkml:trace>
  <inkml:trace contextRef="#ctx0" brushRef="#br0" timeOffset="52176.46">22022 9207 62 0,'0'0'9'0,"0"0"9"16,0 0-17-16,0 0 1 15,0 0 1-15,1 44 1 16,-1-21 1-16,0-2 2 0,3 2-2 15,0-2 1-15,2 1 0 16,1-4 0-16,-3 0-2 16,0-2-2-16,0-5-1 15,-1-1 0-15,0-4 1 16,0 1-2-16,-1-4 1 0,-1-2 0 16,0-1 5-16,1 0 28 15,-1 0-6-15,0-7-25 16,0 0-2-16,0-6-1 15,0 1 0-15,0-3 1 16,0 0-1-16,1 0 2 16,4 1-2-16,1 0 0 0,1 3 0 15,2 1-2-15,3 0 2 16,1 3 2-16,3 1-2 16,0 3 1-16,1 1-1 15,2 2-1-15,-3 0 4 16,-1 0-1-16,-2 5-1 0,-3 5 0 15,-5 0-2-15,-3 1-1 16,-2 2 0-16,0-1 4 16,0 2-1-16,0 0-6 15,0-3-44-15,0-4-11 16,0-1-46-16</inkml:trace>
  <inkml:trace contextRef="#ctx0" brushRef="#br0" timeOffset="52382.9">22380 9321 66 0,'0'0'8'0,"0"0"19"0,0 0-6 0,0 0 1 0,0 0 8 16,0 0-4-16,0 0-13 16,0 0-12-16,0 0-1 15,0 0 1-15,13-16 0 0,-13 25-1 16,2-1 1-16,2 2-1 15,1 0-6-15,2-3-34 16,1-6-23-16</inkml:trace>
  <inkml:trace contextRef="#ctx0" brushRef="#br0" timeOffset="52538.15">22476 9224 126 0,'0'0'9'0,"0"0"-3"16,0 0-5-16,-35-18-2 16,25 18-5-16,3 0-17 15,-2 1-23-15</inkml:trace>
  <inkml:trace contextRef="#ctx0" brushRef="#br0" timeOffset="53072.35">22757 9258 117 0,'0'0'-6'16,"0"0"12"-16,0 0 9 16,0 0-11-16,0 0-4 15,0 0 1-15,-39-3-1 16,22 3 3-16,-2 0 2 0,-1 3-1 15,1 4-3-15,4 2 0 16,3 1 0-16,1 0-1 16,5 1 1-16,6-1 0 15,0 0 0-15,4-3 1 16,9 0-1-16,4-3-1 16,3-2 2-16,3-2-1 0,2 0 0 15,0-2-2-15,0-5-5 16,-2-3 1-16,-2-1 3 15,-2-4 2-15,-4 0 0 16,-3-3 0-16,-2-1 0 16,-6 0 1-16,-2 0-1 0,-2-1 0 15,0 1 0-15,-2 1 0 16,-5 2 2-16,-1 1-2 16,-1 3 0-16,2 1 0 15,-2 4 3-15,2 1 6 16,-1 5 2-16,1 1-2 0,0 0-6 15,0 7-1-15,0 4-1 16,0 2 1-16,3 6 0 16,3-1 3-16,1 5-4 15,0-2 0-15,10 2 0 16,2-1-1-16,3 0-2 0,2-3-23 16,3-5-24-16</inkml:trace>
  <inkml:trace contextRef="#ctx0" brushRef="#br0" timeOffset="53556.04">23117 9246 141 0,'0'0'11'0,"0"0"5"0,0 0-11 0,0 0-8 15,0 0-2-15,-44-13 0 0,25 13 3 16,0 2 2-16,3 5 0 15,-2 1 0-15,2 2 0 16,7 1 1-16,1-1-1 16,6 1 0-16,2-2 1 15,2-2-1-15,11-1-1 0,3-4 0 16,6-2 2-16,-2 0-1 16,4 0 1-16,3-9 0 15,-2-3 0-15,-1-1 0 16,-2-4-1-16,-1-1 0 15,-6-2 2-15,-3 0-2 0,-7 0 0 16,-2-3 1-16,-3 2 0 16,0-3 4-16,-2 1-4 15,-4 3 0-15,-3 2-1 16,0 4 0-16,0 4 0 16,0 6 2-16,-1 2 1 0,2 2 0 15,-2 7-2-15,0 6-1 16,3 3 1-16,0 4 0 15,3 1 1-15,3 0-1 16,1-1 1-16,0 0-1 16,2 1-1-16,6-1 1 0,0-1-1 15,3-1-21-15,-1-4-18 16,-1-1-27-16</inkml:trace>
  <inkml:trace contextRef="#ctx0" brushRef="#br0" timeOffset="53841.58">23332 9248 126 0,'0'0'12'0,"0"0"3"0,0 0-6 0,0 0-4 16,0 0 1-16,13-38-1 16,-13 31-4-16,0 1 0 0,0 1 1 15,0 0 0-15,0 0-2 16,-2 2-1-16,-4 0 1 15,-1 3 0-15,-3 0 1 16,1 0 1-16,-1 5-1 16,0 4 0-16,3 2 0 0,3 1 0 15,2 0 0-15,2 1 3 16,0-3-3-16,6 0-1 16,5 0-5-16,2-3-21 15,0-4-15-15,3-3-30 16</inkml:trace>
  <inkml:trace contextRef="#ctx0" brushRef="#br0" timeOffset="54189.24">23473 9210 115 0,'0'0'7'16,"0"0"23"-16,0 0-11 0,0 0-10 16,0 0-4-16,40-23-3 15,-35 23-3-15,1 0 2 16,1 6-1-16,1 1 0 15,-4 3 1-15,0-3-1 16,-3 0 0-16,-1 2-1 0,0-2 3 16,-2-3-3-16,-7-1 0 15,-1 0 0-15,-1-3 2 16,0 0 0-16,3 0 0 16,-2-4 2-16,5-4 6 15,1 1 1-15,4-3 1 16,0-1-4-16,2 1-1 0,9 0-4 15,2 3-2-15,5 0-2 16,2 3 4-16,2 4-3 16,4 0-10-16,-1 8-12 15,1 6-13-15,-5 5 5 16,-2 3 7-16,-9 4-4 0,-9 2-36 16</inkml:trace>
  <inkml:trace contextRef="#ctx0" brushRef="#br0" timeOffset="54589.03">22793 9571 106 0,'0'0'5'0,"0"0"1"0,0 0-4 0,0 0 0 15,0 0 9-15,0 0 1 16,0 0-4-16,-25 42 3 15,21-22-4-15,2 0-2 0,2-1-2 16,0-2 1-16,0-2-1 16,0-3 2-16,6-4 3 15,1-1 2-15,3-3-3 16,3-1-1-16,7-1-3 16,3-2 0-16,4 0-3 0,3-2-59 15,2-8-76-15</inkml:trace>
  <inkml:trace contextRef="#ctx0" brushRef="#br0" timeOffset="54973.02">23200 9602 177 0,'0'0'-11'0,"0"0"30"16,0 0-9-16,0 0-13 15,-41-16 3-15,17 16-1 16,-3 3 0-16,1 7 2 0,-3-1 0 15,1 2-1-15,2 3 1 16,6 0-1-16,5-1 3 16,3 1-1-16,7-2-2 15,5-1 2-15,0-3 1 16,5-2-5-16,9-3 4 16,3 0-1-16,5-3 3 0,3 0-3 15,0 0 1-15,0-7-2 16,-3 0 1-16,-2-2-2 15,-3 1-2-15,-7 1 3 16,-1 2 0-16,-5 1-2 16,-1 3 5-16,-3 1-1 0,0 0-1 15,0 0-4-15,0 2 7 16,0 5-4-16,0 1 0 16,3 0 1-16,3-1-1 15,2-2-24-15,1-4-31 16,3-1-68-16</inkml:trace>
  <inkml:trace contextRef="#ctx0" brushRef="#br0" timeOffset="55427.83">23278 9619 108 0,'0'0'-7'0,"0"0"14"15,0 0-4-15,0 0-3 16,0 0 1-16,0 0-1 15,0 0 1-15,0 0 0 16,0 0 1-16,-6 34 2 0,17-30-2 16,3-1 0-16,1-3 1 15,5 0-1-15,-4 0-1 16,4-4 1-16,0-5-2 16,-1-1 0-16,0-1 0 15,-2-2 1-15,-1 2 0 16,-3-1-1-16,-3 4 2 0,-3 1-2 15,1 3 1-15,-6 2 0 16,-2 2 7-16,0 0-10 16,0 3 0-16,0 7 4 15,0 4-1-15,-4 3 0 16,1 0 0-16,2 3-1 0,-1-3 1 16,0 0 0-16,1 2-1 15,-5-5 1-15,0-3 1 16,-2 1 5-16,-1-3 5 15,-4-1 3-15,-1-4-3 0,-2 0-2 16,-3 1-5 0,1-3-4-16,2 0 0 0,-2-2-1 15,5 0-6-15,3-2-44 16,2-9-33-16</inkml:trace>
  <inkml:trace contextRef="#ctx0" brushRef="#br0" timeOffset="55998.94">23676 9589 60 0,'0'0'4'0,"0"0"19"0,0 0 2 15,0 0-14-15,7-40-2 16,-14 33-4-16,-3 4-1 0,-3-1-1 16,1 4-1-16,-1 0 1 15,1 0 0-15,1 0-2 16,1 7-1-16,0 3 1 16,2 0 0-16,3 4 2 0,5-1-2 15,0 1 2-15,0-1 0 16,10-3-3-16,1 1 2 15,1-2-3-15,1-3 5 16,0-4-3-16,1 0-1 16,-1-1 3-16,1-1-2 0,-3 0 0 15,-1-1 0-15,2-5-1 16,-5-1 1-16,0-1 1 16,1-1 3-16,-1 0-2 15,0 0-1-15,2 0-1 16,0 2-1-16,-2 0-1 15,1 3 1-15,-1 2 0 16,1 2 0-16,-2 0 0 0,3 0 0 16,1 7-1-16,2 2 1 15,0 2 0-15,2-1 0 16,-1-4 2-16,-1 2 5 16,0-5 9-16,-1-3 1 0,0 0 2 15,-3 0-7-15,0 0-8 16,-4-7-4-16,-4 0 1 15,-5-2-24-15,-20-8-84 16</inkml:trace>
  <inkml:trace contextRef="#ctx0" brushRef="#br0" timeOffset="57215.06">9298 10150 57 0,'0'-4'9'0,"0"1"11"0,0 0-14 0,-2 3 1 0,-4 0-6 16,1 0-1-16,-2 0 6 15,4 0 1-15,-3 0 4 16,2 0-2-16,2 0-6 16,1 0 0-16,-1-1 4 0,0 1 1 15,2 0-2-15,-2 0 0 16,2 0 0-16,0 0-2 15,0 0 0-15,0 0 1 16,2-2-4-16,6 1 3 16,4-2 4-16,4-2-2 0,4 0-2 15,4-3 1-15,3 1-2 16,2 1-2-16,2 0-1 16,2-1-1-16,3 4 1 15,1-2-18-15,-4-1-65 16</inkml:trace>
  <inkml:trace contextRef="#ctx0" brushRef="#br0" timeOffset="57734.99">10046 10031 63 0,'0'0'1'0,"0"0"1"0,-39 21-1 0,24-11 5 15,0 4 9-15,-2 2 0 0,1 2-1 16,5 1 2-16,-1 1-5 15,6-2-6-15,3 2-2 16,3-2-1-16,0-2 2 16,5-3 0-16,7-3 2 15,1-3-1-15,2-1 1 16,5-5 2-16,-1-1 0 0,2 0 2 16,0-8-1-16,1-2-4 15,-4-2-1-15,0-3-3 16,-3 0 0-16,-1 1 1 15,-7 0 2-15,-1 0 5 0,-4-2 1 16,-2 4-4-16,0-1-1 16,-4 1-2-16,-7 2-1 15,-5 3 0-15,1 0 4 16,-5 7-10-16,2 0 5 16,-3 0-1-16,1 7-1 0,3 7-5 15,-1 3-15-15,5 2-20 16,3-3-20-16,4-5-14 15</inkml:trace>
  <inkml:trace contextRef="#ctx0" brushRef="#br0" timeOffset="58518.83">10279 10089 72 0,'0'0'11'0,"0"0"-6"0,0 0 6 16,0 0-3-16,0 0-1 16,0 0-1-16,0 0-1 0,-25 43 2 15,25-32-1-15,0 3 1 16,0 0-2-16,0-1 3 15,0-3-1-15,3 2 2 16,1-4 0-16,3-1-2 16,0-2-2-16,0-3-1 15,3 0 6-15,-3-2 3 0,2 0-1 16,0-5-3-16,-2-2-3 16,4-4-3-16,-4-2-2 15,1 2 0-15,2-2 0 16,-1-1-1-16,0 1 1 0,1 2-1 15,-2-1 0-15,0 5 1 16,-4 2-1-16,1 4-1 16,0 1-1-16,-1 3 1 15,1 6-2-15,0 5 0 16,3 0 5-16,-2 1 0 16,6 1-1-16,-1-4-1 0,2-1-1 15,1-5 1-15,1-2 1 16,1-4 0-16,0 0-1 15,0 0 0-15,2-8 2 16,-3-5-2-16,-2 1 3 16,1-6 0-16,-1-2-2 0,-4-1 1 15,0 0-2-15,-6-2 0 16,1 0 0-16,-2 0 0 16,-2 2 0-16,0 0 0 15,0 1 0-15,0 4 0 16,0 2-2-16,-4 5 2 0,0 1-5 15,1 5 1-15,-1 3 4 16,0 0-3-16,0 4 2 16,0 8 2-16,2 3-1 15,2 4 1-15,0 2 0 16,0 2-1-16,0-2 0 0,2 2 1 16,2-3-1-16,4-2 0 15,1-3 0-15,1 0 0 16,4-2 0-16,1-3-1 15,2-3 0-15,5-3-6 16,-5-1-13-16,1-3-29 0,-2 0-22 16</inkml:trace>
  <inkml:trace contextRef="#ctx0" brushRef="#br0" timeOffset="58703.1">10642 10082 167 0,'0'0'1'0,"0"0"35"0,0 0-22 0,0 0-6 15,0 0-7-15,0 0-5 0,0 0 6 16,0 0-3-16,62-40-18 16,-28 34-33-16,-1 1-17 15</inkml:trace>
  <inkml:trace contextRef="#ctx0" brushRef="#br0" timeOffset="58980.65">10943 10014 136 0,'0'0'5'16,"0"0"-5"-16,0 0 0 0,-3 37 3 15,-3-17-1-15,0 5 1 16,3 4 0-16,-1 3 2 15,4 1 0-15,-2 5-1 16,2-6 0-16,0 0-2 16,0-1-1-16,0-5-1 15,2-2 1-15,0-4-1 0,2-3 1 16,-2-3-1-16,3-3 0 16,-3-3-1-16,2-5-20 15,-3-3-8-15,4 0 5 16,-3-9 7-16,0-7-47 0</inkml:trace>
  <inkml:trace contextRef="#ctx0" brushRef="#br0" timeOffset="59265.22">10957 10076 110 0,'0'0'4'15,"0"0"5"-15,28-45-6 16,-13 32 1-16,2 3-2 15,0 3 0-15,0 3-1 16,-2 4-1-16,-1 0 0 16,-2 3-1-16,0 7 1 0,-7 4 2 15,-1 0 0-15,-2 1-1 16,-2 1-2-16,-4 3 2 16,-5-2 1-16,-7 1 1 15,1-2 1-15,-4-1-1 16,1 1-1-16,1-3-1 0,3-3-1 15,3-2 0-15,4-3-1 16,5-5-15-16,2 0-35 16</inkml:trace>
  <inkml:trace contextRef="#ctx0" brushRef="#br0" timeOffset="59949.24">11209 10039 144 0,'0'0'2'16,"0"0"0"-16,0 0-2 0,0 0 2 16,0 0 0-16,0 0 1 15,0 43 2-15,-3-29 0 16,2 0-4-16,1 0 0 16,0-2 3-16,0-5-2 15,6 0 0-15,1-4 0 16,2-3 3-16,2 0 3 0,0 0 8 15,1-10-1-15,0 0-10 16,2 0 0-16,-2-5-4 16,1 3 1-16,0-2-1 15,-4 1 0-15,-4 5 0 16,2 2-1-16,-3 2 1 0,-2 2-1 16,-1 2-2-16,-1 0-3 15,1 7 6-15,0 2 2 16,1 4-1-16,2-2-2 15,-2 1 1-15,3-1-1 16,1-1 0-16,1-3 1 0,0-3-1 16,0 0 1-16,3-2-1 15,0-2 0-15,-1 0 1 16,1 0-2-16,2-3 3 16,-3-5-2-16,-1-4 2 15,2-1-1-15,-3-4 1 0,-1-1-1 16,-2-1-1-16,-1-2 0 15,1-2 0-15,-4 2 0 16,3 0-1-16,-3 2-1 16,0 3 2-16,0 4-1 15,0 3-1-15,-3 5 1 0,-1 1 2 16,-1 3-2-16,1 0-5 16,0 11 6-16,1 6 0 15,1 1 0-15,-2 4 1 16,4 2 0-16,0-1 0 15,0 1 0-15,2-1-1 16,2 0 1-16,3-3-1 0,-1-2 1 16,1-2-1-16,1-3 0 15,0-3 1-15,1-1-2 16,1-2-5-16,0-4-36 16,-3-3-18-16,3 0-10 0</inkml:trace>
  <inkml:trace contextRef="#ctx0" brushRef="#br0" timeOffset="60113.47">11555 10046 111 0,'0'0'23'0,"0"0"4"0,0 0 8 0,0 0-12 0,0 0-11 16,0 0-8-16,-9-39-5 15,24 33 5-15,6 3-3 16,4-1-13-16,0-2-37 15,3 0-16-15</inkml:trace>
  <inkml:trace contextRef="#ctx0" brushRef="#br0" timeOffset="60439.89">11944 9744 86 0,'0'0'4'16,"0"0"18"-16,0 0-6 16,-42 31 1-16,30-16-1 15,3 5 0-15,1-1-2 16,1 5-3-16,3 2-4 0,1-1-4 15,3 2-1-15,0-1 1 16,0 1-1-16,3-3 1 16,6 2-2-16,1-4-1 15,2 0-1-15,6-4 0 16,2-6-20-16,0-3-38 0,5-7 1 16</inkml:trace>
  <inkml:trace contextRef="#ctx0" brushRef="#br0" timeOffset="60870.77">12230 9971 78 0,'0'0'12'16,"0"0"25"-16,0 0-7 15,10-42-8-15,-15 37-3 16,-5 2-14-16,0 2-3 16,-6 1 2-16,1 0-4 15,-2 4 2-15,0 8-1 0,1-1 1 16,1 2-2-16,3 0 2 15,2 1-1-15,7-3 0 16,1-1-1-16,2 0 3 16,0-3-1-16,8-3-2 15,5-4 1-15,4 0 0 16,3 0 2-16,0-7-3 16,2-3 3-16,1-1-2 0,-4-2-1 15,-1 0 2-15,-2-1-2 16,-6 3 1-16,-2 1-1 15,-6 3 0-15,-1 0 3 16,-1 5 2-16,0 2 2 0,-1 0-4 16,-3 0-2-16,-2 7-1 15,1 2 1-15,3 2-1 16,-1 1 0-16,3 0 1 16,0 0-1-16,5-2-2 15,2 0-7-15,3-2-10 16,3-2-9-16,0-3-15 0,3-2 8 15,-1-1-8-15</inkml:trace>
  <inkml:trace contextRef="#ctx0" brushRef="#br0" timeOffset="61929.27">12428 9961 25 0,'0'0'11'0,"0"0"14"16,10-38-3-16,-10 28 11 16,0 4-13-16,0 3-6 15,-8 3-6-15,3 0 1 16,-5 0-6-16,4 6-2 15,-1 5-1-15,4 2 1 0,2 0 0 16,1 1 2-16,0 0-1 16,7-2 2-16,3-2-1 15,1-2-4-15,3-5 5 16,-3 0-4-16,5-3 2 16,-3 0 1-16,2-3 2 15,-2-4-3-15,1-4 0 0,-2 1 5 16,-1-3-1-16,-3 1 1 15,0-3-1-15,-4 4-3 16,1 1-2-16,-1 1-1 16,-2 3 0-16,0 4-1 0,-1 2 1 15,-1 0-14-15,0 8 6 16,0 6 11-16,0 5-3 16,-3 5 1-16,-1 3 0 15,0 1-1-15,0 2 1 16,1 0-1-16,-1-2 1 0,-3-1-1 15,0-3 0-15,0-1-1 16,-3-4 1-16,3-2-1 16,-4-3 1-16,4-4 0 15,0-3 1-15,-2-1 0 16,2-5-1-16,0-1 1 16,1 0 0-16,2-6 0 0,-2-4 3 15,2-7-2-15,0-2-2 16,4-3-3-16,0-2-4 15,2 0-10-15,7 1-6 16,4 3 9-16,6 0 8 16,-2 3 6-16,0 3-2 0,4 1 2 15,-2-1-2-15,1 6 3 16,-1-2 0-16,-2 1 3 16,-2 2 2-16,3 1-1 15,-3-1 0-15,-3 2-2 16,-1 0-1-16,0 0 0 0,-2-1 0 15,-4-1-2-15,1 1 1 16,-4 0 0-16,0-2 0 16,-2 1 0-16,0 0 1 15,0 1-2-15,-2 0 7 16,-7 2-6-16,1 3-4 0,-2-2 0 16,0 3 3-16,-1 0 0 15,1 0-4-15,3 4 0 16,-3 2-2-16,3 2 1 15,0 1 0-15,4 1 2 16,1 1 1-16,2-1 2 0,0 1-1 16,0-2 2-16,0 1-2 15,5-2 0-15,6-2 0 16,-4-1 1-16,3-3-1 16,2 0 1-16,0-2 0 15,0 0-2-15,2 0 5 16,-1-5-2-16,1-1-1 0,1 0 1 15,-1-3 4-15,-3 3-3 16,0 2 4-16,-3 1-3 16,0 2-1-16,-1 1-1 15,-1 0-1-15,2 4 3 16,0 6 0-16,-2 0 0 0,3-1 0 16,1-2-1-16,-3-3 0 15,3 0 2-15,2-4 0 16,1 0 16-16,1 0-2 15,-1-6-2-15,0-3-2 16,1-3-5-16,-1-3 1 0,-1 2 1 16,-1-1-4-16,0-1-6 15,0 0 0-15,-7-2-4 16,-4-9-70-16</inkml:trace>
  <inkml:trace contextRef="#ctx0" brushRef="#br0" timeOffset="64845.1">8288 10508 77 0,'6'0'2'0,"1"-3"-2"0,2-1 2 0,2-1-1 16,3-1-1-16,3-1 1 16,0 0-2-16,3-1 0 15,0 0 3-15,4-2-2 16,-1 0 1-16,-2 4-1 16,-3 0 0-16,1 1 0 0,-4 2-7 15,-6 2-12-15,-2 1-10 16</inkml:trace>
  <inkml:trace contextRef="#ctx0" brushRef="#br0" timeOffset="65044.16">8360 10558 23 0,'0'0'3'0,"-37"28"4"16,24-18 6-16,3-3-1 15,4-2-4-15,4-3-2 16,2-2 0-16,2 0 15 0,12-3-9 15,3-7-3-15,8-2-7 16,6-4 1-16,1-1-3 16,3 0-8-16,-1 1-2 15,-2 2-3-15,-8 2-27 16</inkml:trace>
  <inkml:trace contextRef="#ctx0" brushRef="#br0" timeOffset="65165.24">8556 10490 8 0,'0'0'25'0,"0"0"-5"15,0 0 1-15,-36 21-7 16,36-18-7-16,0-2-6 16,13-1-1-16,10-2 1 0,9-11-1 15,9-7-13-15</inkml:trace>
  <inkml:trace contextRef="#ctx0" brushRef="#br0" timeOffset="92653.16">8252 10558 72 0,'0'0'4'0,"0"0"-2"0,0 0-2 0,0 0 1 16,-7-37 1-16,5 31-2 15,-2 3 1-15,-2-1 2 16,2 0 2-16,0 1 1 16,0-1-2-16,0 1-1 15,3-1 2-15,-3 1 1 0,4 1 4 16,-2-2 2-16,2 4-3 15,0 0-4-15,0 0-3 16,0 0-3-16,0 0-1 16,0 4 1-16,0 5 0 15,0 2 1-15,6 2-1 16,-1 0 2-16,1 2-1 0,4 0 0 16,-2-1 0-16,5-3 0 15,-1 2 1-15,3-2-2 16,6-2 1-16,-1 1 2 15,6-2-1-15,4 1 1 16,3-1 1-16,3-1 2 0,2 0-3 16,-2-1 1-16,-1 1-2 15,-1-1 0-15,-3 0 0 16,-2-2 2-16,-2-1-2 16,0 1 0-16,-5-3 2 0,0 2-1 15,-3-1-1-15,-2-1 0 16,-1-1 2-16,-3 0-2 15,-1 2 1-15,-2-2 0 16,2 0-5-16,-3 0-25 16,-3 0-10-16,1 0-15 15</inkml:trace>
  <inkml:trace contextRef="#ctx0" brushRef="#br0" timeOffset="92808.81">8879 10664 75 0,'0'0'21'0,"0"0"11"0,0 0-8 0,0 0-21 0,0 0-6 16,0 0 4-16,0 0 0 16,0 0 0-16,0 0-1 15,30 57 0-15,-28-23 2 16,-2 12 0-16,-9 3-46 16</inkml:trace>
  <inkml:trace contextRef="#ctx0" brushRef="#br0" timeOffset="93564.17">9419 10815 76 0,'0'0'15'0,"0"0"3"0,0 0-2 0,-3-36 0 15,-1 30-3-15,-5 2-2 16,2 0-6-16,-3 4-3 0,-1 0-2 15,-1 0-1-15,-3 6 1 16,-1 4-1-16,0 7 2 16,0 3-1-16,-1 2-5 15,1 2 7-15,5 2 0 16,1-2 0-16,6-2-1 0,4-3 1 16,0 0 2-16,0-5-3 15,7-3 3-15,4-2-3 16,0-3-1-16,3-3 0 15,-3-3 1-15,4 0 1 0,-1-2 5 16,-1-8-2-16,1-1-1 16,-1-3-2-16,-3-2 1 15,0 0-2-15,-5-1 1 16,1 0 0-16,-4 3 1 16,-1 0-1-16,-1 2 3 15,0 3-2-15,0 2 1 0,0 2 0 16,0 4-1-16,0-1-1 15,0 2-3-15,3 0 0 16,3 5-1-16,-2 2 0 16,3 3 3-16,2 1-1 15,4-1 1-15,0 0-2 16,2-2-22-16,4-2-22 0,-1-6-15 16</inkml:trace>
  <inkml:trace contextRef="#ctx0" brushRef="#br0" timeOffset="93891.11">9756 10752 66 0,'0'0'4'0,"0"0"8"0,0 0 8 0,0 0-6 0,0 0-7 15,0 0-6-15,0 0-1 16,-50-21 1-16,35 32-1 15,-1 2 1-15,2 5 1 16,0 0 0-16,4-1 1 16,4 4 0-16,-1-1 0 15,6-3 0-15,1-3 3 0,0 0-3 16,1-4 3-16,8-2-3 16,2-3 0-16,1-2 2 15,3-3 2-15,3 0-2 16,4 0 0-16,0-6-3 0,2-5-2 15,2-1-10-15,-1-3-22 16,-1-4-12-16,-2-2 1 16</inkml:trace>
  <inkml:trace contextRef="#ctx0" brushRef="#br0" timeOffset="94147.52">9931 10500 163 0,'0'0'2'16,"0"0"-4"-16,-25 42 2 0,19-16-1 15,0 2 0-15,4 2 2 16,2 1 0-16,0-1 1 16,0 1-1-16,6-2 0 15,2-3 2-15,-1-1-2 16,-1-4 0-16,0 0 0 0,0-4 0 15,-2-2 0-15,-1-4 1 16,1-3-24-16,-2-5-21 16,-2-3-33-16</inkml:trace>
  <inkml:trace contextRef="#ctx0" brushRef="#br0" timeOffset="94539.97">9852 10768 84 0,'0'0'55'16,"0"0"-53"-16,0 0-8 0,0 0 6 15,0 0 1-15,0 0 1 16,40 1 2-16,-22-1 1 16,3-4-3-16,-1-3 2 15,4 1 0-15,1-2 0 0,0-1-2 16,-3-1 0-16,0 3-2 15,-4 0 1-15,-5 3-1 16,-4 2 0-16,-2 2 0 16,-2 0 0-16,-3 2-3 15,-2 8 2-15,0-1 5 0,0 6-2 16,0-1 5-16,0 0 2 16,0 1-2-16,0-3 0 15,0 0-4-15,4-2 0 16,3-2-1-16,2-2 0 15,2 0-1-15,2-4 3 16,3-2-2-16,-2 0 0 0,4-1-1 16,-3-10-23-16,1-2-36 15,-8-1-35-15</inkml:trace>
  <inkml:trace contextRef="#ctx0" brushRef="#br0" timeOffset="94681.64">10213 10620 116 0,'0'0'6'16,"0"0"19"-16,0 0 1 16,-43-20-10-16,40 20-14 0,-1 0-2 15,2 0-9-15,1 6-43 16,1-2-32-16</inkml:trace>
  <inkml:trace contextRef="#ctx0" brushRef="#br0" timeOffset="95036.22">10335 10710 170 0,'0'0'1'0,"0"0"0"15,0 0 0-15,0 0-2 16,0 0-3-16,0 0 2 15,0 0 2-15,34 39 1 16,-27-25 0-16,1 1 1 16,1-1-1-16,0-1 1 0,0-3 0 15,0-2 0-15,0-3 1 16,-5-3 5-16,1 1 3 16,-1-3 4-16,-2 0 3 15,-1 0 7-15,0-5 8 0,0-5-18 16,0-3-5-16,2-3-5 15,0-4-2-15,1 0-3 16,3-3 0-16,2 1 0 16,4 2-25-16,0 0-42 15,3 3-45-15</inkml:trace>
  <inkml:trace contextRef="#ctx0" brushRef="#br0" timeOffset="95449.02">10820 10647 165 0,'0'0'7'15,"0"0"10"-15,0 0 5 16,0 0 5-16,0 0-27 16,0 0 0-16,-54 26-2 15,32-12 6-15,-2 3-7 0,4 0 8 16,-1-1-3-16,7 1-1 15,2-2 1-15,5-3-1 16,1-2 1-16,2-3 0 16,4-2-1-16,0-3-2 15,0-2 2-15,10 0 1 0,3-4 2 16,5-5 1-16,0-5-4 16,4 1 0-16,-3 2 0 15,-3-1-1-15,-1 5 1 16,-4 3 0-16,-1 4 0 15,0 0-1-15,-4 0 0 0,3 4-1 16,0 5 2-16,0 1-1 16,0-2 0-16,-2 1 0 15,4-2-4-15,-2-1-9 16,-1-2-24-16,4-3-12 16,0-1 2-16,0-3-14 0</inkml:trace>
  <inkml:trace contextRef="#ctx0" brushRef="#br0" timeOffset="95705.69">10974 10468 95 0,'0'0'17'0,"0"0"12"0,0 0-17 0,0 0-7 16,0 0-5-16,-33 53 1 0,30-25 1 15,1 2 4-15,2 3 1 16,0-4-2-16,0-1 2 16,4-1-5-16,4-5 0 15,-4 2 0-15,-2-4 1 16,0-1-6-16,0-1-14 16,-1-5-18-16,-1-6 3 0,0-3-27 15</inkml:trace>
  <inkml:trace contextRef="#ctx0" brushRef="#br0" timeOffset="95961.22">10950 10674 139 0,'0'0'5'16,"0"0"12"-16,0 0-12 16,0 0-3-16,0 0 0 15,0 0 1-15,38-28 0 16,-23 25-1-16,5 3 2 0,-1 0-2 15,0 0-1-15,-2 0-1 16,-3 6 1-16,0 1 0 16,-3 0-1-16,-4 4 1 15,2-2-1-15,-4 2 0 0,1-1 3 16,-3-1-2 0,3 0 0-16,0-1-16 0,0-4-23 15,2-4-19-15</inkml:trace>
  <inkml:trace contextRef="#ctx0" brushRef="#br0" timeOffset="96089.1">11216 10590 136 0,'0'0'6'0,"0"0"3"16,0 0-8-16,0 0-2 0,0 0-40 15,0 0-30-15</inkml:trace>
  <inkml:trace contextRef="#ctx0" brushRef="#br0" timeOffset="96424.43">11299 10636 163 0,'0'0'15'0,"0"0"-13"15,0 0-8-15,0 0 5 16,-11 40 5-16,3-25 1 15,0 1 0-15,3-2-2 0,3 0-1 16,-1-1 2-16,3-3-1 16,0 1 0-16,0-4-2 15,3-1-1-15,4-2 2 16,3-3-1-16,2-1 3 16,1 0-1-16,-1-9-1 0,1-1 1 15,-4-3 3-15,0-1 8 16,-5-2-1-16,-1 2 0 15,-2 0-7-15,-1 1-4 16,0 3 0-16,0 3-2 16,-3 3-3-16,-2 4-12 15,-2 0-25-15,2 0-24 16,1 0-3-16</inkml:trace>
  <inkml:trace contextRef="#ctx0" brushRef="#br0" timeOffset="96801.23">11442 10660 199 0,'0'0'9'15,"0"0"9"-15,0 0-13 16,0 0-4-16,0 0-2 16,0 0-1-16,0 0 0 0,4 38 1 15,-4-22 3-15,0 0 1 16,0 1-3-16,0-2 1 15,0-2-1-15,0 1 0 16,0-4 2-16,0-3-1 16,0-1-1-16,0-3 1 0,0-2 0 15,0-1 1-15,0 0 4 16,2-2 13-16,2-8-15 16,3-2-2-16,3-4-2 15,0 2 1-15,1 1 0 16,1 2-2-16,1 4 1 0,-2 4-1 15,1 3 0-15,-1 0 0 16,2 7 0-16,-1 7-1 16,0 0-9-16,0 3-15 15,-1-1-26-15,-2-4-8 16,2-2-41-16</inkml:trace>
  <inkml:trace contextRef="#ctx0" brushRef="#br0" timeOffset="97058.18">11835 10519 185 0,'0'0'-9'0,"0"0"37"0,0 0-19 0,0 0-10 0,0 0 0 16,-36 32 1-16,34-15-11 15,2-2-24-15,0-2 3 16,6-6 8-16,6-5-8 0</inkml:trace>
  <inkml:trace contextRef="#ctx0" brushRef="#br0" timeOffset="97157.58">11940 10534 157 0,'0'0'21'0,"0"0"10"0,0 0-41 16,0 0-23-16,0 0-31 15</inkml:trace>
  <inkml:trace contextRef="#ctx0" brushRef="#br0" timeOffset="97725.12">12617 10457 100 0,'0'0'-4'16,"0"0"9"-16,-37-21 1 16,20 20-5-16,-1 1 0 15,0 0-3-15,-2 5 6 0,-4 6 0 16,4 2-2-16,-2 1 2 15,3 1 0-15,0 0 0 16,4 2 0-16,7 0-3 16,1-1-1-16,6 1 2 15,1-3-2-15,4 0-2 0,7-4 0 16,5 1 0-16,1-5 1 16,1 0 2-16,0-1 2 15,-2 0 2-15,2-1 3 16,-8 0-2-16,0-1 0 0,1 3-4 15,-7-2 0-15,1 2-1 16,-5-3-1-16,0 5 3 16,0-1 4-16,-11 3 2 15,-5 0 5-15,-6 0-2 16,2 4-6-16,-5-1-4 0,0 0-1 16,2-1 1-16,6 0-2 15,3-3 0-15,4-4-39 16,6-5-39-16</inkml:trace>
  <inkml:trace contextRef="#ctx0" brushRef="#br0" timeOffset="98886.28">12695 10575 130 0,'0'0'5'0,"0"0"-4"0,0 0-4 0,0 0 2 16,0 0-1-16,0 0 2 16,-22 50 3-16,17-34-3 15,1 0 1-15,4 0 0 16,0-2 1-16,0-1 1 0,7-5-3 16,0-3 2-16,2-1 5 15,1-4 7-15,2 0 1 16,1-4 3-16,-3-4-6 15,2 0-6-15,-3-5-2 16,-2 3 3-16,-2-1 3 0,-3-2 0 16,-2 2-2-16,0 1-5 15,-4 1-2-15,-4 2-1 16,-1 2-4-16,-1 4 2 16,0 1 1-16,2 0 0 15,3 0 2-15,3 0-2 0,0 1-20 16,2-1-19-16,0 0 23 15,8 0 14-15,3-5 5 16,3-8 0-16,1-1-2 16,2-4 1-16,0-3-1 15,-1-1 1-15,-1-3 0 0,1 3 0 16,-5-3 3-16,-2 3 2 16,-1 1-3-16,0 4 0 15,-4 3 0-15,-1 3-2 16,0 5 1-16,1 4 2 15,-2 2-3-15,-2 2-1 0,0 13-4 16,0 7 1-16,0 6 5 16,0 8-1-16,2 5 0 15,1 2 0-15,3 2 1 16,2 1 1-16,4-3-1 16,-1-1-1-16,0-4 1 15,-2-4-1-15,1-1-3 0,0-5 2 16,2-7 16-16,-4-4-11 15,3-1 1-15,-3-6 0 16,0-3 2-16,1-3-3 16,-3-4 0-16,4 0-1 0,-1 0-2 15,-2-3 0-15,4-8 4 16,-2-5-2-16,-2-5-1 16,1-3-1-16,-4-4-1 15,0-1-1-15,-3 1 1 16,-1 2-1-16,0 2 0 0,-5 6-1 15,-7 1 0-15,-1 7-3 16,-4 1 1-16,0 5 0 16,-3 1 3-16,1 3-2 15,2 0 1-15,3 0-1 16,1 0 2-16,5 3 0 16,2-1 1-16,3 0-1 0,3-1-4 15,0 1-10-15,0-2 7 16,5 0 9-16,7 0 0 15,1-9-1-15,5-1 0 16,1-2 0-16,2-2-1 16,-1-2 0-16,0-2 1 0,-2-1-1 15,-1-1 0-15,-2 0 0 16,-1-2-2-16,-4 2-8 16,-1 1-3-16,-5 1 7 15,-2 4 2-15,-1 4 5 16,-1 1 1-16,0 3-1 0,0 2 1 15,0 1 1-15,0 3-2 16,-2 0 2-16,1 0-3 16,-1 13-2-16,2 3 0 15,0 5 1-15,0 6 2 16,0 3 1-16,5-3 0 0,6 0-1 16,-4-2 1-16,1-3-1 15,2-4 1-15,-3-4 0 16,1-1-1-16,-3-3-1 15,1-3-3-15,-1-3-31 16,0-4-30-16,-1 0 2 16</inkml:trace>
  <inkml:trace contextRef="#ctx0" brushRef="#br0" timeOffset="99043.2">13188 10565 140 0,'-8'-3'19'0,"0"1"21"0,3 0-17 0,3 0-14 0,2 2-6 16,0 0-6-16,0 0-3 16,7 0-5-16,7 0-5 15,5 0-11-15,2-3-28 16</inkml:trace>
  <inkml:trace contextRef="#ctx0" brushRef="#br0" timeOffset="99690">13372 10485 106 0,'0'0'26'0,"0"0"-29"15,0 0 4-15,2 46-1 16,-1-28 2-16,3 1-1 16,-1-2 0-16,-1 0 1 0,0-2 0 15,0-3 0-15,-1-4 0 16,-1-1 2-16,0-1 0 15,0-3-1-15,0-2-1 16,0-1 2-16,0 0 36 16,0 0-5-16,0-4-28 0,-3-5-3 15,-1-2 0-15,0 1-2 16,4-3-2-16,0-1-1 16,0 2 0-16,0 0-3 15,8 1-3-15,0 1-5 16,2 1 5-16,3 5 6 15,0 1 1-15,-1 3-1 0,1 0 0 16,3 2 0-16,-3 6 0 16,1 5 0-16,2 0 0 15,-3-1 1-15,1 1-1 16,-4 1 2-16,-4-2-1 16,2-2 0-16,-6-3-1 0,-2 0 1 15,0-3 0-15,0 2 1 16,0-5 11-16,-2 0 5 15,-6-1-6-15,4 0-4 16,-4 0-1-16,3-1-1 16,-1-6 2-16,1-1-3 0,3-3-2 15,1-2 0-15,1-1 1 16,0-1-1-16,1 1-2 16,6 0 0-16,0 3 0 15,3 3-1-15,-1 5 1 16,3 3-1-16,0 0-2 15,3 3 3-15,-1 11-2 0,1 1 2 16,-1 2-1-16,0 1 1 16,-2-2-1-16,0-1 0 15,0 1-4-15,1-4-17 16,1-1-15-16,0-5-17 0,6-2-5 16</inkml:trace>
  <inkml:trace contextRef="#ctx0" brushRef="#br0" timeOffset="99919.04">13893 10612 99 0,'0'0'12'0,"19"-40"22"0,-11 21-24 0,-4 2 2 16,-2 3 23-16,-2 5-37 15,0 4 0-15,-4 5 5 16,-6 0-3-16,-4 6 0 16,0 9 1-16,-2 3-5 15,1 3 4-15,4 1 5 0,0-2-3 16,8-1 2-16,3-4 0 15,0-2-4-15,1-4 1 16,10-4 0-16,4-2 1 16,2-3-1-16,4 0-5 15,1-5-42-15,2-7-18 16</inkml:trace>
  <inkml:trace contextRef="#ctx0" brushRef="#br0" timeOffset="100287.84">14023 10515 101 0,'0'0'28'0,"0"0"-21"16,0 0-13-16,0 0 6 15,0 0 0-15,2 38 5 16,7-25 10-16,0 0 3 16,1 0 1-16,3-4-3 0,-1-2-9 15,1-2-4-15,0 1-1 16,1-5-1-16,0-1-2 15,-1 0 0-15,1 0-9 16,-1-5-16-16,-1-3-7 16,-1-3 4-16,-6-2 2 0,-1-1 20 15,0 0 1-15,-4 0-1 16,0 1 9-16,0 0 22 16,-3 6 11-16,-2 0-4 15,-3 5 8-15,0 2-20 16,-6 5-16-16,-1 8-1 15,-1 5 1-15,-1 3-3 0,1 3 2 16,3 1 0-16,3-2-1 16,4-1-11-16,1-4-38 15,1-3-12-15</inkml:trace>
  <inkml:trace contextRef="#ctx0" brushRef="#br0" timeOffset="100565.22">14314 10282 187 0,'0'0'2'0,"0"0"5"0,54 17-1 0,-31 3 0 0,2 7-5 15,-1 7 0-15,-1 7 1 16,-5 8-1-16,-6 5 3 16,-12 7 1-16,-10 9-3 15,-26 12 0-15,-26 14-4 16,-28 18 2-16,-30 14-13 0,-23 12-151 16</inkml:trace>
  <inkml:trace contextRef="#ctx0" brushRef="#br0" timeOffset="103101.3">1677 11347 41 0,'0'0'6'0,"0"0"-4"0,0 0 3 0,0 0 14 16,0 0 4-16,0 0-20 15,-10-41-11-15,6 38-4 16,0 1 2-16,0 0 4 16,-1 1 4-16,3 1-3 0,-5 0 2 15,2 0 3-15,1 1 0 16,-3 6-2-16,-3 3 3 15,-2 2-1-15,1 3 0 16,-5 2-2-16,1-1 0 16,-2 5 0-16,2 3 1 0,-1-3 3 15,1 2 2-15,1-3 2 16,1 2-1-16,2-3 3 16,4-2-5-16,2 0-1 15,1-4 0-15,4 0-1 16,0 1 2-16,0-2-1 15,0-1 2-15,4 0-2 0,5 2-1 16,1-2 0-16,1-1 0 16,5 0 1-16,-1 2 0 15,3-2 1-15,-1 0-3 16,2-2 1-16,1-1 1 16,-3 0-2-16,2 2 4 0,-2-2-3 15,-1 0 0-15,-5 0 0 16,0 3 0-16,-4 0-1 15,-4 4 2-15,-3 0 1 16,0 4-1-16,-5 3 2 16,-9 6-1-16,-3 4-1 0,-4 3 2 15,-1 5-1-15,0 0-1 16,-3 2-5-16,5-1 10 16,-1-3-6-16,4-1 0 15,1-5-1-15,3 0 1 16,2 0-1-16,0-1 0 0,6 3 0 15,-1 0 2-15,1 3-2 16,3 1 1-16,0 0 1 16,2 3 1-16,0 1 2 15,4-1 0-15,7 1-3 16,2 2 1-16,8-3-3 0,10-1 0 16,7-5 0-16,18-5 2 15,15-9 1-15,12-12-8 16,13-8-43-16</inkml:trace>
  <inkml:trace contextRef="#ctx0" brushRef="#br0" timeOffset="110089.78">4488 12933 57 0,'5'0'3'0,"3"0"-4"0,2-5 4 0,1-1 1 16,4-1 3-16,-1 0-6 16,1 0 3-16,1 0-1 15,-3 0-1-15,3 2-1 0,-3-1 0 16,-1 1-1-16,1 0 1 15,-2 0-1-15,1 1 0 16,-2 0 0-16,2 1-1 16,-3-1 1-16,-3 1-1 15,1 0 1-15,-3 3-1 0,-1-1 1 16,2-1 0-16,-1 1 0 16,0 0 0-16,-2 1 0 15,1-2 0-15,1 2 0 16,-2-1 1-16,-2-1-1 15,2 1 0-15,-1-1 0 0,-1 0 1 16,0 0-1-16,2-1 0 16,1 2 0-16,-1-2 1 15,0-1-1-15,2 2 0 16,-1 1 0-16,1-1 0 16,0 0 0-16,1 0 0 0,2 2 0 15,-1 0 0-15,3-3 1 16,-2 1-1-16,4 0 0 15,0-1 0-15,0-1 0 16,5-1-1-16,-1 0 0 16,2 1 2-16,3-2 0 0,-3 3-1 15,2-1 0-15,0 0 1 16,1 1-1-16,1-1 0 16,-4 3 0-16,6-3 2 15,-1 2-1-15,0 0 0 16,1-1 1-16,2 2-2 15,1-2-2-15,-1 3 1 0,-1 0 1 16,1 0-1-16,-1 0 1 16,-1 0 1-16,1 0-1 15,-3-1 1-15,3 1 2 16,1-2 1-16,0 2 1 16,1-2-1-16,3 1-1 0,4 0-3 15,-1 1 1-15,2 0-1 16,-1 0 1-16,1 0-1 15,2 0 0-15,-1 0 0 16,3 1 0-16,3 2 1 16,1-1-1-16,2-1 0 15,1-1 0-15,-1 0 0 0,4 0 1 16,-4-1-2-16,4-3-4 16,-2-1 9-16,6-1-3 15,-1-1 0-15,0-1-1 16,5-2 0-16,0 3 1 0,-1 0 0 15,5 2 1-15,0 0-2 16,1 1 0-16,3 3 0 16,1 0 0-16,2 1 0 15,2 0 0-15,0 0 0 16,3 0 0-16,-1 0 1 0,1 0-1 16,4 0 0-16,-5 0 0 15,1 0 0-15,2 0-5 16,-1 0 13-16,3 0-5 15,0 0 0-15,-1 0 0 16,2 1-3-16,0 1 1 16,0-1 0-16,-2-1 0 0,0 0 0 15,2 0 2-15,-1-7 0 16,4 0 0-16,-2 0-1 16,0-2 0-16,0 4-2 15,1 0 1-15,-2 1-1 16,-2 3 1-16,-2 0-1 0,-1 1 1 15,2 0-1-15,-3 0 1 16,0 1-1-16,2 3 2 16,0 1 0-16,-4-3 1 15,3 1 2-15,-5 0 2 16,-2-3 0-16,-1 1 2 0,-3 1-2 16,-5-1-1-16,-3-1-1 15,-2 0 1-15,-1 2-1 16,-6-2 3-16,-3 0 3 15,-5 0-5-15,-1 0 1 16,-7 0-3-16,-1 1-2 0,-1 0 1 16,-2 1-2-16,-5-1 1 15,1 3-2-15,-3 1 1 16,-3-1-1-16,-5 3 0 16,-1 4-10-16,-7 4-29 15,-1 0-27-15,-13-2-46 0</inkml:trace>
  <inkml:trace contextRef="#ctx0" brushRef="#br0" timeOffset="111777.57">16158 12621 27 0,'0'0'6'0,"0"0"5"0,0 0-2 0,0 0-4 15,0 0-3-15,0 0-1 0,0 0 1 16,0 0 1-16,0 0 5 16,0 0 1-16,0 0 3 15,0 0-4-15,-34-12-3 16,32 12-3-16,2 0-2 16,-3 0 1-16,1 0 0 15,2 0 6-15,0 0 2 0,0 0 2 16,0 0 1-16,0 0-1 15,0 0-2-15,0 0-5 16,0 0-3-16,0 0-2 16,3 0 2-16,4 1-1 15,5 3 0-15,3 3-1 0,2-2 1 16,5-1 0-16,7-1 2 16,2 0-4-16,7-2 4 15,2-1 4-15,3 0-2 16,0 0-2-16,4 0 5 15,0 0-4-15,4 0 0 16,-1 0 4-16,4 0-2 0,3 0 0 16,1 0 0-16,2 0 8 15,1 0-8-15,3 0 0 16,1-1-2-16,-4-1-1 16,3 2-2-16,-5 0 1 15,-1-1-1-15,-1 1 1 0,-2 0-1 16,-3-1 0-16,-2 1 0 15,-5 0 0-15,0 0-1 16,-5-2-7-16,-2 1-22 16,-2-1-15-16,-5-6-25 0</inkml:trace>
  <inkml:trace contextRef="#ctx0" brushRef="#br0" timeOffset="117565.91">8176 11197 57 0,'-2'0'12'0,"-3"0"4"0,-1 0-13 0,1-3 0 15,1 2 0-15,-2-1 0 16,1 1 0-16,-2-2 3 15,2 1 1-15,-3 0 4 16,1-1 1-16,-2 1 1 0,0 0-2 16,0 1-3-16,-5 0-1 15,3 1-3-15,-1 0 4 16,-2 0-5-16,3 0 0 16,-1 0 0-16,1 0-1 15,0 0-1-15,-1 0 1 0,0 0 0 16,1 2-2-16,-1 2 2 15,1 1-1-15,-3 0-1 16,3-1 3-16,-2 0-1 16,1 2-1-16,0-2 1 15,-1 2-1-15,2 0 0 0,1-1 1 16,-4 1-1-16,3 0 1 16,-3 1-2-16,1 1 0 15,0-2 1-15,-1 5 0 16,1-1-1-16,-1 0 0 15,1-1 0-15,0 2 0 16,1-2 0-16,2 1 0 0,0-2 1 16,1 2-1-16,-2-2 0 15,2 2 0-15,2-1 0 16,-1 0 1-16,1 0-1 16,0 3-1-16,0-1 2 15,1-1-1-15,-1 1 0 0,1-2 0 16,-2 4 1-16,2-3-1 15,-1-1 0-15,3 2 1 16,-3-1-1-16,2 1 0 16,-1-1 0-16,-1 1 0 15,1-1 0-15,0 2 0 0,0-1 0 16,2 0 0-16,0-1 0 16,3 0 1-16,-1 2-2 15,0-2 1-15,0 1 1 16,2-1-1-16,0 1 1 15,0-1-1-15,0 0 2 16,0-2-1-16,0 2-1 0,0-1 2 16,2 2-2-16,2-1 0 15,-3-1 1-15,3-1-1 16,0 2 0-16,1-4 0 16,-1 1 0-16,1 0 0 0,1 0 0 15,1 0 0-15,-1-1 0 16,4 1 1-16,-3 0-2 15,3 0 2-15,0 2 0 16,-3-2-1-16,3 0 1 16,0 0-2-16,-2 0-1 0,3-1-1 15,1-2 2-15,1 1-3 16,2 0 8-16,-1-1-3 16,-1-1 1-16,2 1-1 15,1-2-1-15,1-1 0 16,0 1-3-16,1-2 2 0,-3 0 1 15,1 0 1-15,3 0-1 16,-6 0 2-16,3 0-2 16,-3 0 1-16,3 0-1 15,-3 0 1-15,0 0-1 16,-1 3 0-16,1-2 0 0,-1-1 0 16,0 3 1-16,2-2-1 15,2 1 0-15,-3-2 0 16,3 1 0-16,-3 1 0 15,3 0 0-15,-1-2 0 16,1 2 0-16,0-2 0 16,2 1 0-16,0-1 0 0,-1 3 0 15,4-3 0-15,-6 1-1 16,3 1 1-16,-2-1 0 16,1 1 0-16,2-1 0 15,-4 2 0-15,3-2-1 16,-4 1 1-16,2-1 0 0,1 2 0 15,-1-3 0-15,1 2-1 16,-1-1 1-16,0 2-2 16,4-2 4-16,-3 1-4 15,2 1 2-15,1-1 2 16,-2 2-2-16,6-1 0 16,-5-1 0-16,2-1 0 0,0 2 0 15,3-1 0-15,-6-1 0 16,4 2 0-16,-1-2 0 15,2 2 0-15,0-3 0 16,-1 0 0-16,3 0-3 0,2 0 3 16,-2 0-2-16,1 0 0 15,3-3 3-15,-4-1-1 16,2-2 0-16,0 1-1 16,-5-2 1-16,0 1 2 15,-2 0-2-15,1-1 0 16,-5 1 2-16,1-1-2 0,-2 0 0 15,2 3 1-15,-6-3 2 16,-1 0-2-16,0 2 1 16,-4-2 1-16,1 0 1 15,-3 0 1-15,-1-3-2 0,2 0 1 16,-1 1-2-16,-1-3 0 16,0-2-2-16,2-3 1 15,-3-2-1-15,0-1 0 16,-2-3 0-16,0 0 2 15,0 1-2-15,0-2 0 16,-2 3 1-16,-5 0 0 0,-1 2 1 16,-2 2 0-16,-2 1 0 15,3 2-2-15,-5 1 0 16,1-1 0-16,-1 3 2 16,1-2 0-16,-1 3-3 15,-1 0 2-15,-1-2 0 0,1 1-1 16,-2 1 0-16,2 0-1 15,-3 2 1-15,1-3 1 16,-1 2 0-16,2-1-1 16,0 2 1-16,1 0-1 0,-1-2 1 15,3 2-2-15,-4 1 2 16,3-2-1-16,-2 1 0 16,2 0 0-16,-2-1 1 15,-1 2-1-15,1-2-1 16,-1 2 1-16,0 1 0 15,2 1 1-15,-1-1-1 0,0-1-1 16,1 3 0-16,-1 1 1 16,3 0 0-16,-2-1 0 15,-1 2 0-15,3-1 0 16,-1-1 0-16,0 0 1 16,0 1-2-16,2-1 2 0,0 0 0 15,-1-1-1-15,2 0 0 16,-1 0 0-16,1 0 0 15,1-1 0-15,-2 3 1 16,1-3-1-16,-3 1 1 16,3-1-1-16,0 2 0 0,-3-2 0 15,1-1 1-15,0 3-1 16,0-2 0-16,0 2 0 16,0-2 1-16,-1 2-1 15,-1 1 0-15,1-1 1 16,-3 3 1-16,0 1-2 0,-5 0 0 15,-1 0-2-15,-4 0 1 16,-4 0 1-16,-3 1 1 16,-4 5-3-16,-6 4 3 15,-6 5-3-15,-8 7 2 16,-11 6-3-16,-12 0-58 0,-17-1-155 16</inkml:trace>
  <inkml:trace contextRef="#ctx0" brushRef="#br0" timeOffset="120247.62">5548 11959 64 0,'-1'0'12'0,"-1"0"-1"0,0 0-6 16,2 0 0-16,0 0 0 15,0-1-1-15,0 1-1 0,0 0-1 16,0 0-2-16,0 0 1 16,0 0 0-16,0 0 0 15,0 0-1-15,0 0 1 16,4 0 0-16,1 0 2 16,0 2 0-16,1 0 0 15,1 1-1-15,0 3-1 0,1-2 1 16,2 0 0-16,-2 1-2 15,3-2 1-15,1-1 0 16,3 0 2-16,1-2 1 16,0 0 0-16,4 0 0 0,-2 0-2 15,2 0 0-15,0 0-1 16,-1 0 0-16,2 1 1 16,2 1-1-16,-1 1 1 15,0-1-2-15,3 0 2 16,2 0-1-16,0-1 1 15,2-1-2-15,0 0 0 0,2 0 1 16,0 0 1-16,1-5-2 16,-1 0 7-16,2 0-7 15,1-2 5-15,-1 0-2 16,1 3-1-16,-1-2 0 16,-1 2 0-16,1 0-1 0,-2-1 0 15,0 3-1-15,1 0 4 16,2 1-4-16,-2-2 0 15,1 3 0-15,2 0 1 16,-1 0-1-16,-1 0 0 16,-1 0 0-16,-1 0 0 0,0 0 0 15,-2 0 0-15,-2 0 0 16,-2 4 0-16,1-2 2 16,-4-1-2-16,3 3 0 15,0-1 0-15,-2 0 0 16,-1 0 0-16,4 0 1 15,1 1 1-15,-2-1-1 0,2-2 1 16,0 3-1-16,-3-1 0 16,-1-3 1-16,3 0-2 15,-3 0 1-15,-3 0 0 16,2 0 0-16,1 0 2 0,-2 0 2 16,0-3 1-16,1-1-2 15,-1 1-2-15,0 2 1 16,2-1-2-16,2 2 0 15,-5 0-2-15,-2-1-36 16</inkml:trace>
  <inkml:trace contextRef="#ctx0" brushRef="#br0" timeOffset="151132.35">15006 13495 99 0,'2'-4'15'0,"-2"-2"1"0,0 4-11 16,0-2-1-16,0 0 3 16,0 0-1-16,0-1 7 0,0 1 6 15,0 3-2-15,0-3-6 16,-2 0-5-16,-2 2-5 15,2-1 2-15,0 1-2 16,-1 0-2-16,-3-1 0 16,1 0-1-16,-3-1 4 0,0 2-1 15,-2-1 1-15,-2 1-1 16,-3 2 1-16,-2 0-1 16,0 0-3-16,-5 2 5 15,0 7-3-15,2 1-1 16,1 4 2-16,-2 3 1 0,4 2-2 15,1 2 0-15,1 3 0 16,1 4 0-16,3 1 0 16,3-1 1-16,3 4-1 15,5-3 2-15,0 0-1 16,2-1 1-16,7-5-1 0,4-2-1 16,3-4-1-16,3-5 2 15,2-4 0-15,0-5-1 16,4-3 0-16,3 0 1 15,-1 0 6-15,-1-6-6 16,-1-4 0-16,-2-1-1 16,-3-2 1-16,-7 2-1 0,-5-2 1 15,0 0 0-15,-8 2 1 16,0-2 0-16,0 2-1 16,-9-2 1-16,0 5 3 15,-2-1-5-15,-3 3-2 16,-1 3-1-16,-2 1 1 0,1 2 2 15,-2 0 1-15,1 0-1 16,2 2 0-16,-3 3 0 16,7 0 1-16,3 0-1 15,5-2 0-15,3 0-1 16,0-2-2-16,3-1-1 0,9 0 2 16,5 0 3-16,2 0 0 15,3-4 3-15,1-2-4 16,0-1 1-16,-1 2-1 15,0 0 1-15,-1 1-2 0,2-1 1 16,-3 4 1-16,1-1 0 16,-5 2 0-16,0 0-1 15,-3 0 0-15,-2 6 0 16,-6 1-2-16,-3 2 0 16,-2 2 3-16,0-2 0 15,0 2-1-15,-3-1 0 0,-1 1 2 16,-3 1-2-16,3-3 2 15,1 0-14-15,3-2-37 16,-2-5-31-16</inkml:trace>
  <inkml:trace contextRef="#ctx0" brushRef="#br0" timeOffset="151537.41">15222 13671 216 0,'0'0'1'0,"0"0"5"0,42-23-4 0,-28 19-1 0,1 1 0 15,-2 3-1-15,-2 0 0 16,1 0 0-16,-2 4 0 16,2 5 1-16,-4 1-1 15,1 1-2-15,-2 1 1 0,0 3 1 16,-5-2 1-16,-1 1-4 15,-1 0-4-15,0-2 2 16,-1-2-1-16,-8-2 4 16,2-1 5-16,-1-2-3 0,3-1 4 15,1-3-1-15,-2-1 7 16,3 0 8-16,3-4 5 16,0-6-13-16,0-1-5 15,0-4-1-15,9-2-2 16,-2 0 1-16,6 1-1 0,1-2-2 15,1 4 0-15,2 1-2 16,1 3 4-16,-1 3-4 16,-1 3-34-16,2 0-36 15,-2 4-9-15</inkml:trace>
  <inkml:trace contextRef="#ctx0" brushRef="#br0" timeOffset="151943.1">15714 13671 168 0,'0'0'7'0,"0"0"7"15,0 0-5-15,0 0 1 16,0 0-1-16,0 0 5 16,0 0 3-16,0 0-10 15,0 0-4-15,-12-30 0 16,-1 30 1-16,-1 3-5 0,-1 6 3 15,0 2-1-15,1 0-1 16,0 1 0-16,5-1 1 16,4 0-1-16,5-2 0 15,0-2 0-15,0-2 1 16,2-1-4-16,9-2 1 0,3 0 0 16,-1-2 4-16,3 0-7 15,0 0 7-15,0-4-6 16,-3-1 5-16,-2 2-1 15,0-1 1-15,-4 1-1 16,-1 2 2-16,0-1-1 0,2 2-1 16,-2 0 0-16,3 0 2 15,0 0-4-15,3 0 1 16,3 0-31-16,-1 0-47 16,3 0-71-16</inkml:trace>
  <inkml:trace contextRef="#ctx0" brushRef="#br0" timeOffset="152796.31">16193 13620 135 0,'0'0'6'0,"0"0"26"0,0 0-19 0,0 0-9 16,-38-12-7-16,22 12 7 15,-1 0-2-15,-5 3 3 0,3 6-5 16,2 1 0-16,-1 1 1 16,4 3-1-16,1-1 2 15,6 1-2-15,1 0 2 16,3-3 3-16,3-2-3 16,0 1 0-16,3-4-2 15,8-2 1-15,3-1 1 0,2-2-2 16,3-1 2-16,1 0-2 15,2-2 2-15,0-7-4 16,1-1 0-16,-4-2 0 16,0-3 0-16,-2-2-3 15,-3 0 8-15,-3-3-2 0,-5 0-1 16,0-5 0-16,-4 0 0 16,-2-3-2-16,0 0 2 15,-4 1 0-15,-3 3 9 16,0 0-2-16,0 5-3 15,-1 1 0-15,2 5 1 0,-2 1-2 16,3 5-2-16,1 1 0 16,0 3 0-16,2 1-1 15,1 2 1-15,0 0-3 16,0 0-1-16,1 5 0 16,0 4 1-16,-3 3 2 0,3 2 0 15,0 3 0-15,0 1 0 16,0 2 0-16,0 3 1 15,0-2-2-15,0 2 2 16,4-2 0-16,4 1 0 16,-3-2-2-16,3-1 3 0,0-2-1 15,2-1-1-15,1 1 1 16,1-3-1-16,-2-1 1 16,2-2-1-16,2 0-1 15,1-6 3-15,3 1-1 16,-3-3-1-16,3-2 0 0,-3-1-1 15,2 0 4-15,1-4-1 16,-3-5-1-16,-2-2 0 16,1 0-1-16,-5-1 1 15,1 2-1-15,-2-1-1 16,-3 1 1-16,-1 3 1 0,-3 2 0 16,0 1 6-16,-1 2 9 15,0 1-12-15,0 1-2 16,0 0-4-16,0 0 4 15,0 3-1-15,0 3 0 16,0 1-1-16,4 0 0 0,0-1 0 16,6 0-3-16,-2-1-9 15,3-5-18-15,3 0-60 16</inkml:trace>
  <inkml:trace contextRef="#ctx0" brushRef="#br0" timeOffset="152947.53">16484 13465 265 0,'0'0'-6'0,"0"0"11"0,0 0-5 0,0 0-42 0,0 0-72 0</inkml:trace>
  <inkml:trace contextRef="#ctx0" brushRef="#br0" timeOffset="153302.63">16631 13660 153 0,'0'0'8'0,"0"0"-4"0,0 0 2 15,36-6 0-15,-26 0 1 16,0-4-2-16,-5 2 8 16,3-1 9-16,-3 1-7 15,-3-1-3-15,-1 2-4 0,-1 1-3 16,0 2-5-16,-3 2 0 16,-8 1-3-16,4 1 4 15,-3 0 1-15,0 6-2 16,3 4 0-16,1 0 1 15,3 1-1-15,2 2 1 0,1 0 0 16,0-2-1-16,1 2 1 16,8-2-4-16,0-2-8 15,3 0-16-15,2-4-38 16,2-2-26-16</inkml:trace>
  <inkml:trace contextRef="#ctx0" brushRef="#br0" timeOffset="153749.32">16834 13640 184 0,'0'0'14'0,"0"0"15"0,0 0-14 15,0 0-7-15,0 0-6 16,36-26-2-16,-31 26 0 16,1 2-1-16,-3 7 0 15,2 0 3-15,1 4 2 16,-2 1-6-16,0-1 3 0,-1 1 0 15,-1 0 1-15,0 0-3 16,-1-1-1-16,-1 0 1 16,0-2 2-16,0-1-1 15,1-4 1-15,-1-2-1 16,0-1-9-16,2-3-7 0,0 0 10 16,4-4 7-16,-2-7-1 15,5-4 1-15,0-2 3 16,3 0 5-16,2-1-1 15,1-1-3-15,2 2 0 16,-1 2-2-16,-1 2 1 0,0 6-1 16,-1 2 1-16,1 1 0 15,-1 4-4-15,2 0 1 16,-2 0 0-16,-1 7-1 16,1 2 0-16,-4 2 0 15,-5 3 0-15,0-1-3 0,-5 3 3 16,0-2-17-16,0 0-3 15,-5-2-27-15,0-4-32 16</inkml:trace>
  <inkml:trace contextRef="#ctx0" brushRef="#br0" timeOffset="153992.51">17237 13543 218 0,'0'0'-1'0,"0"0"37"0,13-43-19 0,-11 34-10 16,0 3-5-16,-2 4 0 15,1 2 0-15,-1 0-4 16,1 9-3-16,0 5 6 16,2 3 1-16,1 5 0 0,0 1 0 15,-1 0-1-15,1 0-3 16,-2 0-22-16,0-5-33 15,-2-3-37-15</inkml:trace>
  <inkml:trace contextRef="#ctx0" brushRef="#br0" timeOffset="154134.94">17275 13654 281 0,'0'0'2'0,"0"0"-6"15,40-33 2-15,-15 22-11 0,4-2-55 16,1-1-62-16</inkml:trace>
  <inkml:trace contextRef="#ctx0" brushRef="#br0" timeOffset="155017.22">17890 13340 99 0,'0'0'10'0,"0"0"21"0,0 0 7 0,0 0-11 16,0 0-5-16,0 0-9 15,0 0-13-15,0 0 0 0,0 0 0 16,0 0 1-16,0 0 0 16,10 55 0-16,-10-32 0 15,0 1-1-15,0 2 0 16,0-2 0-16,0 0-1 15,0-1-8-15,0-2-17 0,0-4-14 16,-2-3-9-16,-4-4-49 16</inkml:trace>
  <inkml:trace contextRef="#ctx0" brushRef="#br0" timeOffset="155394.66">17881 13323 90 0,'0'0'10'0,"0"0"-7"16,53-16 6-16,-33 12 4 16,-1 4-1-16,0 0 1 15,0 2 5-15,-1 8-6 16,1 2-2-16,-3 2-5 0,0 5-2 15,-3 1-1-15,-2 1 1 16,-3 3 0-16,-1-1 0 16,-3 1-1-16,-2 2 3 15,-2-2-2-15,0-3 0 16,0 0-2-16,-8-5 1 0,-3 1 2 16,-2-3 2-16,-1-2 1 15,-1-5 0-15,-1 3-2 16,5-3-2-16,-2-3-1 15,4 0 0-15,4-2-4 16,-1-1 0-16,2-1-34 16,4-1-66-16</inkml:trace>
  <inkml:trace contextRef="#ctx0" brushRef="#br0" timeOffset="156092.07">18206 13566 99 0,'0'0'2'0,"0"0"4"15,0 0-2-15,0 0 5 0,0 0 0 16,0 0-2-16,44 11 4 16,-36-15-6-16,1-1-2 15,-1-3 1-15,0 1-1 16,-6-1 0-16,0-1-3 15,-2 2 0-15,0 1 1 0,0 1 3 16,-4 2-2-16,-4 0 1 16,-1 3 0-16,1 0 1 15,0 0-3-15,0 10 0 16,3 0-1-16,0 1 0 16,2 2 1-16,3 0 0 15,0 1-1-15,0-1 1 0,0-1 0 16,2-1 0-16,3-2 0 15,4 0 0-15,0-3-1 16,0-1 1-16,3-2 2 16,0-3-2-16,0 0-1 15,3 0 2-15,-2 0 0 0,2-1-1 16,-3-5-1-16,2-1 3 16,-3-2 6-16,0-1-1 15,1 1-4-15,-2-3-1 16,2 2-2-16,1-3-1 15,-2 3 2-15,3-2-2 16,-3 0-2-16,0 2 4 0,3 0-2 16,-2 2 0-16,1 4 1 15,-1-2-1-15,0 4-1 16,1 0 2-16,-2 2-1 16,3 0 0-16,-4 0 0 0,2 0 0 15,0 7-1-15,-2 0 1 16,-2 3-2-16,1-2 4 15,-3 2-2-15,-2 0 0 16,-1 0 0-16,-2 0 0 16,-1-3 3-16,0 1-5 0,-1-2 2 15,-6 3-1-15,-3-6 1 16,-2 2 3-16,1-2-5 16,1 0-4-16,4-3-25 15,3 0-24-15,3-4-85 16</inkml:trace>
  <inkml:trace contextRef="#ctx0" brushRef="#br0" timeOffset="156397.19">18846 13425 137 0,'0'0'3'0,"0"0"7"0,0 0-5 0,0 0 6 15,0 0 3-15,0 0-6 16,0 0 2-16,0 0-2 16,0 0-1-16,-37-7-4 0,27 18-2 15,0 2 0-15,2 4 0 16,-1 0 1-16,2-1-1 16,3 1 1-16,2-3-1 15,2-2 2-15,0 0 0 16,1-2-3-16,10-3 3 0,1 0-2 15,7-2 1-15,2-2 0 16,6-2-2-16,0-1-44 16,2 0-66-16</inkml:trace>
  <inkml:trace contextRef="#ctx0" brushRef="#br0" timeOffset="156789.2">19021 13502 147 0,'0'0'1'0,"0"0"-1"16,0 0 1-16,0 0-1 16,0 0 1-16,0 0-1 15,0 0 5-15,0 0 15 0,0 0-4 16,43 13-2-16,-29-19-5 15,2-3-4-15,-2 0-3 16,-3 0-4-16,-3-1 0 16,-4 0-12-16,-2 3 7 15,-2-1-6-15,-1 2 12 0,-6 2 3 16,-3 2 7-16,-2 2-1 16,-1 0 2-16,-1 2 1 15,0 8-6-15,2 2-3 16,2 1 1-16,0 4 1 15,7-1-2-15,1 1 0 0,2-2 0 16,0 1-1-16,4 0-1 16,5-5-12-16,2-2-32 15,3-4-42-15</inkml:trace>
  <inkml:trace contextRef="#ctx0" brushRef="#br0" timeOffset="157287.6">19302 13484 129 0,'0'0'11'0,"0"0"6"16,0 0 2-16,0 0-9 16,0 0-7-16,36-12-2 15,-30 15 0-15,-2 4 1 16,2 2 3-16,-2 2-1 0,0-1-3 15,-1 3 1-15,1-2-2 16,-2 0 0-16,0-1 1 16,-1-1-1-16,-1-2-1 15,0 0-1-15,0-3 1 16,0-1-3-16,-5 0-1 16,-1-3 7-16,1 0-2 0,-3 0 0 15,3-3-2-15,2-4 0 16,3-2-3-16,0-3-5 15,0-1 5-15,7-1-7 16,4-2 3-16,2 2 5 16,1 1 4-16,-1 1 1 0,0 1 6 15,2 3 9-15,0 1 2 16,2 2-8-16,2 4-6 16,-4 1-2-16,3 0-2 15,-2 0 1-15,-1 7-1 0,-4 3 0 16,-2 2 0-16,-3-1 1 15,-2 4 1-15,-4 0-2 16,0-1 3-16,0-1-9 16,-2-2-26-16,-4 1 1 15,2-5-3-15</inkml:trace>
  <inkml:trace contextRef="#ctx0" brushRef="#br0" timeOffset="157543.48">19696 13340 172 0,'0'0'10'0,"0"0"10"0,0 0-10 0,0 0 1 15,0 0-11-15,0 0 2 0,0 0 1 16,0 0 4-16,0 0-4 15,28 50-1-15,-25-29-1 16,-1 0 0-16,-2 2-1 16,0-2 0-16,0-1-4 15,0-4-52-15,-9-2-24 0</inkml:trace>
  <inkml:trace contextRef="#ctx0" brushRef="#br0" timeOffset="157679.57">19698 13496 241 0,'0'0'-4'0,"0"0"16"16,49-28-7-16,-24 21-3 15,1-2-1-15,-1 2-45 16,-5-1-118-16</inkml:trace>
  <inkml:trace contextRef="#ctx0" brushRef="#br0" timeOffset="160957">21676 13134 66 0,'0'-6'8'0,"-2"-1"14"0,-1 0-9 0,1 0 5 16,0 1-4-16,-1 1-1 15,-1-1 0-15,2 3 0 16,-1 0-5-16,1 1-1 0,-2 0-4 16,0 2-2-16,-1 0-1 15,-5 0 0-15,0 4 0 16,-3 5 0-16,-2 1 0 16,0 1 0-16,-1 3 1 15,1 1 0-15,1 0-2 16,3 2 2-16,2 0 0 0,2 2-1 15,3-2 2-15,2-2-2 16,2-2 1-16,0 0 0 16,4 0-1-16,6-4 0 15,1 0 0-15,1-1 2 16,3-1-1-16,0-3-2 0,5-1 2 16,-3-2-4-16,0-1 6 15,3 0-3-15,-3 0 2 16,1 0-1-16,-3-5-2 15,0-3 0-15,-2 1 2 16,-1-3 0-16,-3 2-1 0,-3-2 1 16,1-3 1-16,0 3 1 15,-1-1-2-15,-1-1-1 16,0 4 3-16,1-2 0 16,1 3-2-16,1 1 2 0,1 3-1 15,-2 0-2-15,3 3 3 16,-3 0-2-16,1 0-1 15,0 2 1-15,0 5 0 16,0 0-1-16,-3 3 1 16,3 0 0-16,-2 1-2 0,-2-2 2 15,2 1 0-15,-3 0-2 16,1-1-7-16,0-3-21 16,1-2-20-16,0-2-14 15</inkml:trace>
  <inkml:trace contextRef="#ctx0" brushRef="#br0" timeOffset="161244.14">22103 13092 97 0,'0'0'13'0,"0"0"0"0,0 0 13 0,0 0-5 16,0 0-18-16,0 0-2 0,0 0 8 15,0 0-1-15,0 0 0 16,13 38-2-16,-11-21 0 16,-1-3-4-16,2 3 0 15,0-1-1-15,-2-2-1 16,1 0 0-16,-1-1 0 0,-1-3-31 15,0-4-39-15</inkml:trace>
  <inkml:trace contextRef="#ctx0" brushRef="#br0" timeOffset="161779.01">22094 13100 109 0,'0'0'0'0,"0"0"24"15,0 0 0-15,0 0-13 16,0 0 4-16,0 0-2 16,17-38-5-16,-8 35 1 15,3 1-5-15,3 0-3 0,1 1 0 16,0 0-1-16,0 1 0 15,0 0 2-15,2 0-2 16,-2 0 0-16,0 0 1 16,-3 6-2-16,4 0 2 15,-4 2-1-15,2 1-1 16,-3 2 1-16,1 0 0 0,-6-1 0 16,0 4-2-16,-1-2 2 15,1 1 2-15,-5-1-2 16,0 0 2-16,-1 0-1 15,0-3-1-15,-1 2 0 16,0 1 1-16,0-4-1 0,0 1-2 16,-1-1 1-16,-4-1 1 15,-3-1 1-15,0 1-1 16,-2 2-1-16,-2-4 1 16,-1 0-1-16,-3 0-1 15,3-2 2-15,-2 1-3 0,1-1-4 16,0 0 2-16,0 0-1 15,-1 0-7-15,-2 0-5 16,5-1-5-16,0 0-1 16,2 0 3-16,3-2-25 15</inkml:trace>
  <inkml:trace contextRef="#ctx0" brushRef="#br0" timeOffset="162532.39">22634 12647 130 0,'0'0'-3'0,"0"0"5"0,0 50-2 0,0-22 0 15,-4 9 3-15,-4 8-1 16,-2 4 2-16,1 6 4 0,-1 3-1 16,-2 5-2-16,3-2-3 15,0-3 0-15,2-2 1 16,0-8-3-16,3-5 0 15,1-7 1-15,0-6-1 16,1-4 0-16,1-2 1 0,-1-4-2 16,-1-6-5-16,2-4-40 15</inkml:trace>
  <inkml:trace contextRef="#ctx0" brushRef="#br0" timeOffset="163073.14">22910 13002 109 0,'0'0'2'15,"0"0"13"-15,0 0-9 0,0 0-6 16,0 0 0-16,-45-11 1 16,28 11 2-16,2 5 6 15,-2 2-4-15,1 2 0 16,3 1-1-16,0 1-2 16,1 1-1-16,5-1 0 15,2-1 1-15,3 0-2 0,2-2 1 16,0-2-1-16,7 1 4 15,4 0 5-15,3-1 2 16,1 0-2-16,1 1-3 16,-1-2-2-16,1 1-1 0,-4 0-2 15,1 1 0-15,-2-3 1 16,-5 3-2-16,-1-3 1 16,-1 2 0-16,-2-1-1 15,-2 0 0-15,0 0 3 16,0-1 3-16,-8 1-4 0,-1-1 4 15,-7 0 0-15,1-2-2 16,-3 1 1-16,-2 0-2 16,0-2-1-16,1 2-1 15,0-1-1-15,3 0 1 16,3 1-2-16,6-3-11 16,3 0-26-16,4 0-40 0</inkml:trace>
  <inkml:trace contextRef="#ctx0" brushRef="#br0" timeOffset="163593.34">23165 12998 94 0,'0'0'21'0,"0"0"4"0,0 0-16 16,0 0-5-16,-47 3 0 15,31 5-2-15,0 5-1 16,0-2 4-16,-1 4 1 0,5-1 0 16,3 3-4-16,1-2 1 15,4 2-1-15,3 0-1 16,1-4 0-16,0 1-1 15,0-1 1-15,0-3 0 16,5-3-2-16,3-1 1 16,-1-2 2-16,3-2-2 0,0-2 2 15,-1 0 3-15,1 0-3 16,0-2 0-16,1-6 1 16,-4-1 2-16,2-1-2 15,-2 0 0-15,0-1-2 0,-1 1 0 16,1 1 1-16,-2 1 1 15,1 2 1-15,-2 3 0 16,0 2 1-16,1 1-2 16,1 0-3-16,-2 2 1 15,2 7-1-15,-3 0 0 16,-1 4-1-16,1-1 2 0,-2 1-1 16,1-1 0-16,0 0-17 15,0-4-24-15,2-4-18 16</inkml:trace>
  <inkml:trace contextRef="#ctx0" brushRef="#br0" timeOffset="164157.69">23353 13040 120 0,'0'0'16'0,"0"0"-10"0,0 0-4 0,0 0 0 16,0 0 3-16,0 0 2 15,4 50 0-15,-4-36-2 0,2 3-3 16,0-1-1-16,-1-3 0 16,0-1 0-16,0 0-1 15,-1-4-1-15,0-1-11 16,0-4-8-16,-2-3 10 15,-3 0 8-15,-2 0 2 0,0-4 2 16,2-6 1-16,1-2 2 16,-2 0-3-16,1-4 34 15,4 1-35-15,1-2-1 16,0 1 3-16,0-1-1 16,6 3 0-16,2 2 10 0,1 4-7 15,3-1-2-15,1 5-4 16,0 0 1-16,5 4 0 15,-1 0 1-15,-2 0-1 16,3 0 2-16,-3 5-2 16,0 3 0-16,-3 2 0 0,-2 1 1 15,0 2-1-15,-7 1-1 16,-3 0-1-16,0-1 1 16,0 0 8-16,-8-2-6 15,-1 0-1-15,-6-2 6 16,-1-2 0-16,-1 2 0 15,-3-4-5-15,-2-2 1 16,1-1-1-16,1 0-1 0,2-2-19 16,5 0-45-16,8-7-50 15</inkml:trace>
  <inkml:trace contextRef="#ctx0" brushRef="#br0" timeOffset="164520.45">23708 12782 83 0,'0'0'11'0,"0"0"-2"0,0 0 0 0,0 0-4 16,0 0 6-16,0 0 2 16,10 44-1-16,-10-23 1 15,0 5-2-15,0 4-1 16,0 2-4-16,0 2 0 0,0 1-2 16,-2 2-2-16,2 1 1 15,0-3-2-15,0 2-1 16,0-3 1-16,0-1-1 15,2-3 1-15,-1-1-1 16,1-3 0-16,-2 0-3 0,0-8-68 16</inkml:trace>
  <inkml:trace contextRef="#ctx0" brushRef="#br0" timeOffset="165202.1">21464 13698 67 0,'0'0'9'0,"0"0"0"0,0 0 5 16,0 0-1-16,0 0 4 15,0 0 1-15,0 0 2 0,39 7-4 16,-21-7-9-16,5 0-1 16,4 0-2-16,5 0-3 15,7 0 0-15,3 0 1 16,6-3-3-16,4-2 6 15,9-1-4-15,5-1 6 0,7 2-1 16,2-2-2-16,7 3 1 16,3-3-4-16,0 0 1 15,3 1-1-15,-2-1 1 16,5 0 2-16,-5 0 10 16,5 1 0-16,0 3 0 0,-1-4-4 15,-2 5-4-15,-4 0 0 16,-2 1-1-16,-4 1-3 15,-8 0 2-15,-5 0-3 16,-7 0-1-16,-9 0 1 16,-6 0-1-16,-9 0 0 15,-9 0 0-15,-8 0-1 0,-5 0 1 16,-8 0-9-16,-4 0-23 16,-7 0-31-16,-16 0-21 15</inkml:trace>
  <inkml:trace contextRef="#ctx0" brushRef="#br0" timeOffset="166368.57">21374 13670 150 0,'0'0'-4'0,"-36"-12"20"0,20 5 8 16,3-3-17-16,2 2-2 15,-2-1-4-15,2-1 0 0,1 0 0 16,-2-1 0-16,2-3-1 16,-3-1 1-16,1-3-1 15,0-3 0-15,0-2 0 16,3-3 0-16,1-2 0 16,0 0 0-16,3-4 1 0,1 1-1 15,4-4 0-15,0-4 1 16,0-1-2-16,0-2-12 15,0-4-10-15,7-1 9 16,3 1 8-16,2 0 3 16,5 1 2-16,4 1 1 15,4 0 0-15,4 0-2 0,4 1-8 16,1 2-13-16,3 3-2 16,2 5 5-16,-3 3 15 15,2 6 5-15,0 3 1 16,2 2 5-16,0 4 13 15,1 0 2-15,3 3-1 0,5 0-1 16,2 2-4-16,7 1 0 16,4 1-2-16,5-1-2 15,4 0-4-15,3 0 2 16,1 2-3-16,4 1-1 16,3 1-4-16,1 1 1 15,2 1 0-15,2 1-2 0,0 2 0 16,0 0 1-16,-4 0-1 15,-2 0 2-15,-9 0-2 16,-3 0 0-16,-3 0 0 16,-7 0 1-16,-1 0-2 15,-1 0 2-15,-2 4-1 0,1-3 0 16,0 1 0-16,-1 1 0 16,-3 0 1-16,-1 3-1 15,-6 2 0-15,-3-1-1 16,-7 4 1-16,-5 1 0 0,-6 5 0 15,-4 1-3-15,-6 5 2 16,-3 4 1-16,-4 4 4 16,-3 6-3-16,-1 6-1 15,-3 4 0-15,0 1 0 16,0 5 1-16,0-1-1 16,-4 1 0-16,1-2 1 0,0 1-1 15,0 0 0-15,3-3 0 16,0-2 0-16,0 0 1 15,0-3-1-15,0-1 1 16,0-3-1-16,0 1 0 16,-5 0 0-16,-8-4 0 0,-3-2-2 15,-7-2 4-15,-5-3 2 16,-8-5 3-16,-6-2-2 16,-8-1-2-16,-8-5-1 15,-5-2-1-15,-5-5-2 16,-1-3-5-16,-2-4-15 0,4-3-22 15,-1-7-24-15</inkml:trace>
  <inkml:trace contextRef="#ctx0" brushRef="#br0" timeOffset="167009.5">21609 12272 59 0,'1'1'3'0,"-1"-1"2"0,0 0 18 0,0 0-2 0,1 0-4 16,3 0-3-16,-2 0 2 16,4 0-6-16,3-4 7 15,5-3-3-15,7-2 0 16,3-2-6-16,15-2-4 15,11-2-3-15,11-5-1 16,9 0-28-16,5-7-57 0</inkml:trace>
  <inkml:trace contextRef="#ctx0" brushRef="#br0" timeOffset="170669.31">8181 11379 37 0,'0'0'10'0,"0"0"-3"0,0 0 3 16,0 0 3-16,0 0-5 0,0 0-6 15,0 0-1-15,0 0 1 16,0 0 5-16,0 0-3 16,0 1-1-16,0-1 0 15,0 0-2-15,0 0 2 16,4 0 5-16,0 0 5 0,3 0 6 15,3-8 0-15,7-7-3 16,6-5-6-16,12-5-8 16,9-6 0-16,12-8-1 15,7-3-16-15,7-7-86 16</inkml:trace>
  <inkml:trace contextRef="#ctx0" brushRef="#br0" timeOffset="172416.27">19442 14809 141 0,'0'0'30'0,"0"0"2"0,0 0-8 16,0 0-3-16,0 0-4 16,-33-39-6-16,24 35-9 0,-3 2-4 15,-3 2-3-15,0 0 2 16,-5 0-1-16,0 2-1 15,2 5 4-15,-4 6 0 16,1-1 2-16,3 4 0 16,0-1 1-16,5 2-2 15,0-2 0-15,6 1 1 0,3-2-1 16,4-1 2-16,0-3 0 16,0 0-3-16,6-2 0 15,4-3-12-15,3-3 9 16,2 0 8-16,3-2-3 15,1 0 0-15,-2-5-1 0,1-4 0 16,-1 0 0-16,-5-4 1 16,-1 2-1-16,-1-2 0 15,-2 0 1-15,-3 2-2 16,1 0 0-16,-4 1 0 16,0 1 3-16,-1 5 2 0,-1-1 3 15,1 3-1-15,0 2-3 16,0 0-10-16,1 0 1 15,4 4 4-15,-1 3 4 16,3 3 1-16,1 0-2 16,3-2 0-16,3 1-13 15,5-5-17-15,-1-1-48 0</inkml:trace>
  <inkml:trace contextRef="#ctx0" brushRef="#br0" timeOffset="172727.05">19805 14764 174 0,'0'0'5'0,"0"0"-5"0,0 0-1 0,-49-8 0 16,26 8-4-16,-1 0 8 0,1 7 4 15,1 0 1-15,2 5 0 16,1 0-4-16,5 1-1 15,1 1 1-15,7-1-1 16,2-1-1-16,4-1 0 16,0-3-2-16,4-2-1 0,8 0 8 15,1-2 5-15,5-1-8 16,2-3-3-16,3 0-5 16,2-3-8-16,1-7-11 15,-3-3-10-15,0-4-5 16,-2-1-16-16</inkml:trace>
  <inkml:trace contextRef="#ctx0" brushRef="#br0" timeOffset="172965.46">19820 14458 175 0,'0'0'16'16,"0"0"-18"-16,0 0 0 15,0 0 3-15,-29 40-1 16,24-18 0-16,1 2 0 0,0 5 0 16,2-1 2-16,2 3-1 15,0 1 1-15,0-2 1 16,9-3-1-16,-2 0-1 16,4-4 1-16,1-1-8 15,0-4-31-15,-1-5-32 0</inkml:trace>
  <inkml:trace contextRef="#ctx0" brushRef="#br0" timeOffset="173455.39">20057 14834 173 0,'0'0'5'15,"0"0"15"-15,0 0-4 16,0 0-11-16,9-39-1 15,-9 31-1-15,0 2-1 0,-7 0 2 16,-1 1 5-16,-1 1 4 16,-2 4-16-16,-1 0 2 15,-1 0 0-15,-1 3 0 16,0 4 1-16,0 3 1 16,3 2 0-16,0 1 0 15,3 0 1-15,1 1-2 0,4-2 1 16,3-1 0-16,0-2-1 15,0-1 0-15,10 0-2 16,2-3 3-16,3-1 0 16,2-2-4-16,1-2-7 0,3 0-4 15,0 0 1-15,-2-3-1 16,-2-4 9-16,-3-2 2 16,-2 1 3-16,-3-1 0 15,-2-1 2-15,-3 3-1 16,0-1 2-16,-1 1 8 0,-3 2 2 15,0 1 8-15,0 2-8 16,0 0-3-16,0 2-6 16,0 0-3-16,0 0-3 15,0 4 3-15,0 3-1 16,0 3 1-16,3-1-9 0,1 0-30 16,-1-1-17-16,2-3-76 15</inkml:trace>
  <inkml:trace contextRef="#ctx0" brushRef="#br0" timeOffset="174160.13">20252 14823 204 0,'0'0'24'0,"0"0"-2"0,0 0-14 0,0 0 4 16,0 0-6-16,0 0-6 0,0 0-1 15,0 0-3-15,0 0 1 16,36-19 3-16,-32 26-2 16,-2 0 1-16,0 2 1 15,-1 2 0-15,-1 1 1 16,0-4-3-16,0 2-8 0,0-3 6 16,0-1-3-16,0-1-4 15,0-3 6-15,0 1 4 16,0-3 0-16,0 0 3 15,0 0 6-15,0 0 8 16,0-3-12-16,0-1-2 0,0-5-2 16,0 2 1-16,1-1-2 15,3-1 2-15,2 2 5 16,-1-3-6-16,3 3 2 16,-2 0 1-16,2 1-2 15,3 2-1-15,-1 0 0 0,1 0 0 16,1 2 1-16,-1 0-1 15,1 2 0-15,-1 0 0 16,-1 0-1-16,1 3 1 16,-1 3 0-16,-1 1 0 15,-2 2 0-15,0-1 0 0,-1 2-1 16,-4-1 0-16,1-1 0 16,-3 0 0-16,0-3-6 15,0 2-3-15,0-2-2 16,-1-2 0-16,-3-2-2 15,-2-1 13-15,2 0 4 0,1 0-1 16,2-1 1-16,1-7 1 16,0 1 0-16,0-1-3 15,1-1 3-15,10-1-1 16,-2 0-3-16,5 2 1 16,1 0-1-16,1 1 2 0,1 3-2 15,-3 1 2-15,-1 3 0 16,0 0-1-16,-3 0-1 15,-1 5 0-15,-1 2 0 16,0 4 1-16,-4 2-1 16,-2 1 0-16,-2-2-31 15,0-1-42-15</inkml:trace>
  <inkml:trace contextRef="#ctx0" brushRef="#br0" timeOffset="174579.82">20746 14490 198 0,'0'0'2'0,"0"0"-4"0,0 0 2 0,0 0-2 0,0 0-4 16,0 0-2-16,6 46-8 16,-6-39-6-16,0-3-22 0,0-4-56 15</inkml:trace>
  <inkml:trace contextRef="#ctx0" brushRef="#br0" timeOffset="174751.05">20820 14465 201 0,'0'0'0'16,"0"0"-2"-16,0 0 2 0,0 0-14 15,0 0-37-15,8 38-27 16</inkml:trace>
  <inkml:trace contextRef="#ctx0" brushRef="#br0" timeOffset="175258.38">18911 14479 73 0,'0'0'-31'0</inkml:trace>
  <inkml:trace contextRef="#ctx0" brushRef="#br0" timeOffset="175413.35">18963 14506 157 0,'2'0'28'15,"-2"0"11"-15,0-1-22 16,0 1-8-16,0 0-7 0,0 0-2 16,0 0-17-16,2 0-65 15,2 0 4-15</inkml:trace>
  <inkml:trace contextRef="#ctx0" brushRef="#br0" timeOffset="175933.41">18967 14471 79 0,'0'0'4'0,"0"0"-4"0,0 0 1 0,0 0 2 0,0 0-1 16,0 0-1-16,0 0 0 15,0 0-2-15,-27 39 0 16,27-36-11-16,0-2-56 0</inkml:trace>
  <inkml:trace contextRef="#ctx0" brushRef="#br0" timeOffset="211225.21">16897 3080 36 0,'0'0'3'15,"0"0"-4"-15,0 0-15 0,0 0 11 0,0 0 9 16,0 0 0-16,0 0 4 15,0 0-2-15,0 0 3 16,0 0 4-16,1 0 0 0,1-3 1 16,-2-1 4-16,2 1-2 15,-2 0-2-15,0 0 2 16,1 1-1-16,0 0 4 16,-1-2-2-16,0 3-5 15,2-1 0-15,-2 1-2 0,0 1-6 16,2 0-3-16,0 0-2 15,-1 5-2-15,2 8 4 16,3 4-1-16,-4 3 2 16,1 3-1-16,1 0 0 15,0 2 0-15,-2-2-1 0,0 1 0 16,0-3-3-16,-1 0 4 16,0-1-6-16,0-1-15 15,-1-1-17-15,0-5-9 16,0-4-14-16</inkml:trace>
  <inkml:trace contextRef="#ctx0" brushRef="#br0" timeOffset="212207.33">16900 3109 84 0,'0'0'3'0,"0"0"6"0,0 0-3 0,0 0 2 0,0 0 1 16,0 0 2-16,0 0-6 15,0 0-3-15,0 0 1 16,0 0-1-16,42-39 2 16,-31 35 0-16,0 0-1 15,0 1 1-15,3 0 0 0,-4 2 0 16,2 1 1-16,2 0-3 15,0 0-2-15,2 5 1 16,0 5-1-16,2 1-1 16,-5 4 1-16,1 0-1 15,-3 1 1-15,-1 1 0 16,-2 0 0-16,-3-3 0 0,1 3 1 16,-4-4-2-16,-1 3 2 15,-1-2-1-15,0 0 0 16,0 0 0-16,-3 1 0 15,-5-3 3-15,-2 1 0 0,-1 1 1 16,0-3-3-16,-5 1 3 16,3-2-3-16,-3 0 0 15,-1-3-3-15,1 0 6 16,3 0-4-16,1-4-2 16,1 0-19-16,2-3-20 15,5 0-35-15</inkml:trace>
  <inkml:trace contextRef="#ctx0" brushRef="#br0" timeOffset="212562.52">17270 3151 99 0,'0'0'0'0,"0"0"1"0,0 0 1 0,0 0 8 16,0 0-1-16,0 0-5 0,23 47 0 15,-20-36-3-15,0 2 2 16,0-1-2-16,1-1 0 15,-2-1 0-15,1-2-1 16,-1 0 1-16,0-3-1 16,0 1-13-16,0-4-10 0,-2 0 5 15,0-2-4-15,0 0 18 16,0 0 6-16,0-6-15 16</inkml:trace>
  <inkml:trace contextRef="#ctx0" brushRef="#br0" timeOffset="212940.91">17313 3251 1 0,'0'0'6'16,"0"0"-10"-16,0 0 8 0,-11-46 42 15,9 37-10-15,2 1-8 16,0 1 1-16,0 1-8 16,0 2-3-16,0-1-2 15,0 1-4-15,8 0-7 16,-1 1-1-16,3-1-2 0,2 3-1 16,2-1 0-16,1 2 0 15,2 0 0-15,2 0-1 16,-1 7 1-16,-2 0-1 15,4 2 2-15,-3-2-2 16,1 2 1-16,-1-2-1 0,0-1 2 16,-3-1-1-16,-5-2 0 15,0-2 0-15,-4 2 0 16,1-3 6-16,-3 0 23 16,-1 0 4-16,-1-4-4 15,0-4-6-15,0-4-7 16,0-1-3-16,-1-5-2 0,0-1-4 15,0-2-4-15,0 0-2 16,0 2-2-16,0 2 0 16,0 3-2-16,0 4-2 15,0 4-12-15,0 3-21 0,1 2-14 16,5 1-61-16,0 0-34 16</inkml:trace>
  <inkml:trace contextRef="#ctx0" brushRef="#br0" timeOffset="213261.4">17793 3044 57 0,'0'0'129'0,"0"0"-129"0,0 0 0 16,0 0 1-16,0 0 0 15,0 0-1-15,0 0-1 16,0 0-2-16,0 0-1 16,39 23 2-16,-33-9 0 15,1 1 3-15,-2 0 0 0,1 1-1 16,-2-2 1-16,-1 0 0 16,3-1-1-16,-4-1 0 15,-2 0-1-15,2-3 1 16,-2 2-5-16,0-4-2 15,0 2 7-15,0-5-41 0,0-1 1 16,0-3-21-16</inkml:trace>
  <inkml:trace contextRef="#ctx0" brushRef="#br0" timeOffset="213673.17">17873 3081 46 0,'0'0'77'16,"0"0"-73"-16,0 0-3 0,0 0 0 15,0 0 0-15,0 0 1 16,0 0-1-16,42-20 0 16,-35 20-1-16,3 5 1 15,0 4 1-15,0 2-1 16,1 1 2-16,1 1-2 0,1 3 1 15,2-3 0-15,-3-2-1 16,-1-1 2-16,2-3 4 16,-4-1 7-16,-2-2 1 15,2-4 0-15,-4 2 0 16,1-1 1-16,-2-1-1 16,1 0 3-16,-2-3 7 0,3-4-2 15,-4-6-3-15,1 0-4 16,-1-5 2-16,0-2-2 15,0-1-5-15,0-2-8 16,-2-1-2-16,1 4-1 16,1 2-1-16,0 3-10 0,1 4-19 15,0 5-11-15,1 1-81 16</inkml:trace>
  <inkml:trace contextRef="#ctx0" brushRef="#br0" timeOffset="214370.59">17300 3575 115 0,'0'0'13'0,"0"0"1"0,0 0 7 15,0 0-5-15,0 0-2 16,0 0 1-16,0 0-2 0,0 0-6 16,0 0-4-16,0 0 0 15,0 0-2-15,46-32 1 16,-21 26-1-16,6 1 1 16,1-4 3-16,7 2-1 15,2-1 0-15,1-1 0 0,3 1 1 16,0-1-1-16,4 2 4 15,-2-2-3-15,2 1 1 16,-3-2 3-16,0 1 2 16,-2 1-1-16,-3 1-3 15,-3 0-3-15,-3 2 0 16,-1 0-4-16,-3 1 1 0,-2 2-1 16,-4 1 0-16,-1 1-1 15,-5 0-3-15,-1 0-11 16,-2 0-7-16,-2 0-12 15,-3 0-25-15,-2 0-52 16</inkml:trace>
  <inkml:trace contextRef="#ctx0" brushRef="#br0" timeOffset="-214472.18">18475 3216 99 0,'0'0'5'0,"0"0"6"0,0 0 3 0,0 0 2 15,0 0-6-15,0 0 6 16,0 0-4-16,0 0 0 0,0 0 4 16,0 0-3-16,0 0-9 15,-15-25 12-15,19 21-12 16,4-2-3-16,4 0-1 16,6-1 0-16,-1 1 0 15,1-1 1-15,5 0 0 16,2 0 2-16,-3 1-1 0,2 2 0 15,3 0-1-15,0 0 1 16,0 2-2-16,0-1 0 16,2 2 1-16,-2 1-1 15,2 0 0-15,1 0 0 0,-3 4 0 16,0 1 0-16,-1 0 0 16,-2 1 2-16,-3 0-4 15,0 1 2-15,-2-2 0 16,-4 2 0-16,0 1 0 15,-4-3 0-15,-2 1 0 16,-1 1-4-16,-2-3-20 0,-5 0-31 16,-1-1-15-16</inkml:trace>
  <inkml:trace contextRef="#ctx0" brushRef="#br0" timeOffset="-214186.53">18978 3087 11 0,'0'0'140'0,"0"0"-139"0,0 0 1 0,41-7 5 16,-28 7 0-16,3 0 1 15,-1 0-1-15,-1 10-1 0,3 3-2 16,-6 2 1-16,0 7-3 16,-4 1 0-16,-5 5 0 15,-2 2-3-15,-9 2-3 16,-16 1-30-16,-10 1-22 16</inkml:trace>
  <inkml:trace contextRef="#ctx0" brushRef="#br0" timeOffset="-212518.33">18368 2853 147 0,'0'0'2'0,"0"0"14"0,0 0 1 0,0 0-4 0,0 0-5 16,0 0-2-16,0 0-2 15,0 0-2-15,0 0-1 16,0 0-1-16,0 0 0 15,20 21 0-15,-18 6 0 16,-2 11 0-16,0 9 2 16,-2 7-1-16,-5 2 3 0,-4 3-8 15,0-1 6-15,1-1 0 16,2-7 0-16,-2-1-1 16,4-2 0-16,-1-4-1 15,3-3 0-15,-3-4-14 0,1-7-50 16,3-7-59-16</inkml:trace>
  <inkml:trace contextRef="#ctx0" brushRef="#br0" timeOffset="-211962.44">18517 3337 141 0,'0'0'1'15,"0"0"-1"-15,0 0 3 16,0 0-2-16,0 0 2 16,0 0-2-16,0 0 1 0,0 0 1 15,0 0 2-15,16 16 1 16,-16-15 1-16,0-1 5 15,0 0 6-15,0 0 4 16,-2 0-15-16,-4-5-1 16,0-1-2-16,-1-3-2 0,1-1 1 15,2-1-1-15,-2-2 1 16,3 2-1-16,1-3-1 16,2-2-2-16,0-1-4 15,0-1 0-15,3-1 4 16,7-2-1-16,-2 1 1 0,5 0 4 15,-2 2-3-15,2-1 0 16,-1 6 0-16,0 2 1 16,0 3-1-16,-3 3 1 15,0 2-1-15,2 3 0 16,-3 0 0-16,2 0-1 0,0 13 0 16,-2 1-1-16,0 5 3 15,1 2-1-15,-4 4 1 16,1 1 1-16,-1-2 0 15,-1 2-1-15,-1-5-1 16,-1 1 0-16,-2-1-14 16,0-3-27-16,0-1-23 0,-6-7-65 15</inkml:trace>
  <inkml:trace contextRef="#ctx0" brushRef="#br0" timeOffset="-211771.62">18573 3232 281 0,'0'0'2'0,"0"0"-6"0,0 0 4 0,41-16 1 16,-24 9-4-16,6 2-20 15,2-1-15-15,-3-1-38 16,0 0-29-16</inkml:trace>
  <inkml:trace contextRef="#ctx0" brushRef="#br0" timeOffset="-211216.03">18880 3161 0 0,'0'0'203'0,"0"0"-204"0,0 0-15 16,0 0 15-16,0 0 0 15,16 48 1-15,-14-32 0 16,2-2 2-16,-2 3-1 16,-2-2-1-16,2-2 1 15,-1-4-1-15,-1-2-1 0,0-1 0 16,0-1 0-16,-2-3 0 16,-4 1 2-16,-1-3 2 15,-3 0 2-15,3 0 0 16,-3-3-3-16,0-5 2 15,5-2 1-15,-3-1-4 16,5-3-3-16,1-1 4 0,2-1-6 16,0 2-6-16,4 0 6 15,5 2 0-15,3 1 0 16,1 4 4-16,3 4 0 16,-2 0 0-16,4 2 0 0,1 1 0 15,0 0 0-15,-1 1 0 16,1 6-1-16,0 2 0 15,-3-1 2-15,-1 1-1 16,-3-1 0-16,-2-2 0 16,1-2 1-16,-6 0 0 15,0-2 0-15,0-2 12 0,-3 0 14 16,0 0 6-16,-1-2-3 16,-1-5-7-16,0-3-5 15,0-2-8-15,0-1 4 16,0-1-3-16,-3-3-2 15,-1 0-8-15,0-2-2 0,2 1-6 16,2 2-13-16,0-1-16 16,0 6-25-16,8 1-47 15</inkml:trace>
  <inkml:trace contextRef="#ctx0" brushRef="#br0" timeOffset="-210653.72">19223 3076 135 0,'0'0'15'0,"0"0"-18"0,0 0 2 0,19 35 2 0,-15-18-1 16,-1 1 1-16,0 0 1 15,-2 2 0-15,-1-3 0 16,0-1-1-16,0-3-1 0,0-1 2 15,0-3-1-15,-2-2 0 16,-1-2-2-16,-4-1 3 16,1-1-2-16,-1-3 2 15,1 0-1-15,-1 0 1 16,0-3-1-16,0-5 1 0,0-2 2 16,3 0 3-16,1-4 7 15,1 1-5-15,2 0-2 16,0 1-7-16,0 0 1 15,2 1-2-15,3 5 1 16,2 2 0-16,0 1 1 16,0 3-1-16,1 0-1 0,4 3 0 15,-3 5 1-15,3 1 2 16,3 1-1-16,-2 1 0 16,2-2 0-16,-1-2 0 15,-2-2-1-15,-1-1 1 16,-1-2 6-16,-1-2 19 0,-3 0-6 15,-2 0-3-15,-2-2 7 16,-2-6 6-16,0-2 2 16,0-4 1-16,-3-3-8 15,-5-3-17-15,-2-1 3 16,-1-3-12-16,0 1 11 0,0 3-7 16,4 2-19-16,-1 1-24 15,4 2-33-15,0 3-78 16</inkml:trace>
  <inkml:trace contextRef="#ctx0" brushRef="#br0" timeOffset="-208913.61">19734 2756 120 0,'0'0'7'0,"0"0"25"0,0 0-8 16,0 0 1-16,0 0-2 16,0 0 2-16,0 0-5 15,0 0-4-15,0 0 1 16,0 0-10-16,17-25-5 0,-12 29-4 16,-2 12-2-16,3 6 5 15,2 11 3-15,1 7-4 16,0 9 1-16,-1 11 1 15,-1 4-1-15,0 4-1 16,-3 3-2-16,-2-1 1 16,0-2 2-16,-2-3-1 0,0-5-1 15,0-6 0-15,0-2-5 16,0-5-13-16,0-4-6 16,0-5-18-16,-2-6-19 15,0-8-77-15</inkml:trace>
  <inkml:trace contextRef="#ctx0" brushRef="#br0" timeOffset="-208672.53">19600 3745 223 0,'0'0'11'16,"0"0"-18"-16,0 0 11 0,0 0-4 16,0 0 5-16,0 0-2 15,0 0-4-15,48 25 0 16,-32-18 3-16,0-4-39 16,4 1-24-16,-5-4-28 0</inkml:trace>
  <inkml:trace contextRef="#ctx0" brushRef="#br0" timeOffset="-208521.37">19766 3767 232 0,'0'0'15'0,"0"0"-13"16,-39 56-2-16,21-25 0 15,-2 6-6-15,0-3-44 16,0-3-62-16</inkml:trace>
  <inkml:trace contextRef="#ctx0" brushRef="#br0" timeOffset="-208165.25">19823 2819 117 0,'0'0'32'16,"0"0"9"-16,0 0 3 0,0 0-21 15,0 0-6-15,0 0-11 16,-41-18-3-16,30 23-2 16,-1 8-1-16,-3 5 0 15,0 4 0-15,-5 4-1 16,3 3-5-16,-2 1-15 0,3-2-14 16,1-5-14-16,4-6-15 15</inkml:trace>
  <inkml:trace contextRef="#ctx0" brushRef="#br0" timeOffset="-208003.23">19715 2857 258 0,'0'0'4'0,"0"0"-2"16,0 0-2-16,47-9 0 15,-21 17 3-15,5 6 0 0,7 4-1 16,5 2-2-16,1 2-8 15,-3-4-121-15</inkml:trace>
  <inkml:trace contextRef="#ctx0" brushRef="#br0" timeOffset="-207348.3">20626 3188 202 0,'0'0'-7'0,"0"0"10"16,0 0 0-16,4 37-2 16,-4-17 1-16,0 2-2 0,0 3 0 15,-1-1 0-15,-3-1-3 16,0-1-23-16,-3-8-8 16,2-1 16-16,-1-6 9 15,0-6 3-15,-1-1 6 16,0 0 0-16,0-9 1 15,1-7 1-15,3-2 1 0,-3-1-1 16,4-4 1-16,2-1 10 16,0 3 0-16,0 0-6 15,4 4 0-15,5 6 1 16,1 3-3-16,2 4-4 16,1 4 0-16,1 0 1 0,-3 4 6 15,4 8 1-15,1 2 2 16,2 0-7-16,0 6-2 15,5-2-1-15,1 1 0 16,-2-2-2-16,1-6 0 16,-4-1-3-16,-3-5-3 0,-4-5 6 15,-3 0 3-15,-1-5 32 16,-5-7 9-16,1-4-16 16,-3-5-9-16,0-2-6 15,-1-4-5-15,0 1-1 16,0-1-3-16,-4 3-2 0,1 2 0 15,1 7-3-15,-2 7-8 16,4 5-20-16,-1 3-49 16,1 1-137-16</inkml:trace>
  <inkml:trace contextRef="#ctx0" brushRef="#br0" timeOffset="-206685.94">21040 3196 241 0,'0'0'-3'0,"0"0"4"0,0 0 0 0,0 0-1 15,0 0 1-15,0 0-4 16,0 0-6-16,0 0 11 16,0 0-6-16,0 0 9 15,15 32-2-15,-19-14-2 16,3 2-1-16,1-4 0 0,0-2 1 15,0 2-2-15,5-8-4 16,1-1-4-16,1-2 8 16,1-3-2-16,-2-2 0 15,4 0 3-15,-3 0-2 16,1-7 3-16,2-3-9 0,-4-2-16 16,1-4 7-16,-4 0-12 15,0-1 6-15,0-1 18 16,-2 2 5-16,-1 2 5 15,1 4 17-15,-1 3 8 16,1 1-12-16,1 5-9 0,2 1-3 16,1 0-6-16,3 0 0 15,2 1 1-15,1 7 0 16,2 1 1-16,2 2-1 16,-3 1 1-16,1 2 5 15,-3 0 0-15,0-1 0 16,-5-1-4-16,2-1-3 0,-3-1-1 15,-4-2 0-15,0-2-1 16,0-2-4-16,0-2 1 16,-2-2 4-16,-7 0 0 15,2 0 1-15,1-2-1 16,1-8 3-16,1-2 0 0,4-3 9 16,0-2 0-16,4-1-14 15,6 1 6-15,3 1-4 16,1 3 1-16,3 5 4 15,-1 2 1-15,1 2 2 16,1 4 0-16,3 0 0 0,3 1-4 16,-2 8-1-16,3 0 1 15,0 3-1-15,-3 1-3 16,-3-2-21-16,-3-4-91 16</inkml:trace>
  <inkml:trace contextRef="#ctx0" brushRef="#br0" timeOffset="-206519.02">21763 3208 274 0,'0'0'-6'0,"42"0"6"0,-13 0 0 0,3-1-16 16,6-5-69-16</inkml:trace>
  <inkml:trace contextRef="#ctx0" brushRef="#br0" timeOffset="-205925.17">22159 2755 27 0,'0'0'222'0,"0"0"-216"0,-45-41 10 15,34 29-6-15,2 5 1 16,0 0-6-16,4 4-3 16,0 3 0-16,2 0-2 15,1 6-3-15,2 8 3 16,-1 9 1-16,1 5 1 0,0 9-1 16,0 3-2-16,0 4 1 15,5 0 0-15,1 2 0 16,0-3 1-16,2-3-1 15,-4-3-1-15,0-7 1 0,1-3 0 16,-5-7 0-16,0-3-6 16,0-6-4-16,0-4 1 15,0-4-3-15,0-3-1 16,-4 0 10-16,0-1 5 16,1-9-9-16,1-6-20 15,-2 0-6-15,4 1 36 0,0 2 9 16,0-1 0-16,0 7-5 15,7 0-5-15,0 3 6 16,2 1-8-16,3 3-2 16,2-2 5-16,4 2 0 15,1 0-3-15,3 0-2 0,3 0 4 16,2 0-2-16,-3 0-19 16,-1 0-77-16</inkml:trace>
  <inkml:trace contextRef="#ctx0" brushRef="#br0" timeOffset="-205748.32">22387 3020 204 0,'0'0'49'0,"0"0"-37"0,0 0-13 0,0 0 3 0,0 0-2 0,0 54 0 15,0-34 1-15,0 0-1 16,1 0 1-16,4-3-1 15,1-5-32-15,1-5-65 16</inkml:trace>
  <inkml:trace contextRef="#ctx0" brushRef="#br0" timeOffset="-205604.17">22433 2890 264 0,'0'0'-3'0,"0"0"13"0,0 0-10 16,0 0-20-16,0 0-98 16</inkml:trace>
  <inkml:trace contextRef="#ctx0" brushRef="#br0" timeOffset="-205242.45">22539 2996 244 0,'0'0'5'0,"0"0"-11"0,17 42 7 15,-8-25 3-15,-2 1-2 16,0-1 0-16,-1-3-2 16,1-1 0-16,-6-2 1 15,1-2-1-15,-1-5 0 0,0-1-1 16,-1-3 1-16,0 0 3 15,0-3 4-15,0-7-3 16,-1-5-1-16,0-3 0 16,1-3 3-16,0 0-5 15,1 0-3-15,8 2 2 16,-1 2 0-16,3 3 0 16,1 7-2-16,2 4 4 15,-3 3-2-15,0 0 1 0,3 11-2 16,-3 5-2-16,3 5 3 15,1 2 0-15,4 1-33 16,-2-3-73-16</inkml:trace>
  <inkml:trace contextRef="#ctx0" brushRef="#br0" timeOffset="-204901.24">22979 3046 133 0,'0'0'6'0,"0"0"-8"16,0 0 3-16,0 0 0 15,42-21-1-15,-36 15 0 0,-1-1 1 16,-4-2 1-16,1 1 8 16,-2-2 5-16,0 3-10 15,0-2 5-15,-3 2 10 16,-4 1 2-16,1 5-3 15,-5 1-10-15,0 0-7 16,-2 3-3-16,-1 8 1 0,1 5 0 16,1 0 0-16,3 2 1 15,4-1-1-15,4 0 1 16,1 0 1-16,6-1-6 16,5-3-1-16,6-2-11 0,7-4 0 15,1 0-26-15,5-7-15 16</inkml:trace>
  <inkml:trace contextRef="#ctx0" brushRef="#br0" timeOffset="-204061.12">23287 3001 175 0,'0'0'29'0,"0"0"20"16,0 0-34-16,0 0 1 15,-9-39-10-15,1 36-4 16,-2 2-3-16,1 1 0 0,-3 0 0 15,0 1 1-15,3 8 1 16,2 1-2-16,-1 1 1 16,2 2 0-16,4 1 1 15,2-3 0-15,0 1-2 16,0-2-1-16,3-3-2 16,8 0 2-16,-4-3-1 0,2-1 5 15,2-3 2-15,0 0-4 16,-2 0 1-16,0 0 3 15,-2-6-3-15,-1 2 0 16,-4-1-1-16,0 1 1 16,-1 2 0-16,-1-1 2 0,0 3-3 15,0 0 0-15,0 0 1 16,0 0-2-16,0 3-1 16,0 4 2-16,0 0 0 15,0 0 2-15,0-1-2 16,0-2 1-16,0-1 0 0,1 0-2 15,0-2 0-15,1-1 1 16,-1 0 1-16,2 0-4 16,-1 0 5-16,2-4 3 15,0-5 2-15,2-3-4 16,1-4 1-16,2-3-3 0,5-2-1 16,-3 3-1-16,3-1-2 15,-2 5 0-15,-3 7 3 16,2 0-1-16,-2 7 0 15,2 0 0-15,-2 0 1 16,1 9-1-16,2 3 1 0,2 4 1 16,-3 1-1-16,1-2 1 15,1 1 0-15,0-3-1 16,-1-2 0-16,1-4 0 16,1-1-1-16,0-3 0 15,1-2-1-15,2-1 4 0,2 0-1 16,-2 0-1-16,3-5 0 15,-4-4 0-15,-1-1 0 16,-2-1-2-16,0-5-3 16,-1 1 5-16,-6 0-2 15,2 1-2-15,-5 4-1 0,-2 2 1 16,-1 2-1-16,0 6 8 16,0-3 4-16,0 3-6 15,0 0-1-15,0 3 1 16,0 4 1-16,1 2-2 15,3-1 0-15,3 2 0 0,2 1-1 16,-1-5 1-16,2 1-1 16,3-4 3-16,-4 1 0 15,4-1-1-15,0-3-1 16,-1 0-23-16,-2-7-65 16</inkml:trace>
  <inkml:trace contextRef="#ctx0" brushRef="#br0" timeOffset="-203833.32">23781 2566 213 0,'0'0'10'0,"0"0"10"0,0 0-10 0,0 0-6 0,0 0 3 15,0 0-5-15,0 0-2 16,-36-23-2-16,29 42 2 15,3 6 0-15,2 8 0 0,2 4 0 16,0 1-5-16,4-1-25 16,5-3-34-16,1-8 9 15,-1-9-35-15</inkml:trace>
  <inkml:trace contextRef="#ctx0" brushRef="#br0" timeOffset="-203535.49">23841 2769 153 0,'0'0'9'15,"0"0"29"-15,0 0-34 16,0 0-3-16,0 0 2 0,0 40 3 16,-7-13-2-16,3 0-1 15,4 1-1-15,0-2 0 16,0-5 1-16,0-2 1 16,7-5 0-16,-1-3-3 15,-1-5 1-15,2-3 6 16,-1-3 9-16,0 0-4 0,3 0-2 15,2-7 5-15,0-2-7 16,2 1-4-16,-4 0-1 16,0 4-2-16,-1 1-2 15,-2 3 0-15,-1 0-4 16,0 10 1-16,-4 0-10 0,0 2-11 16,-1-1-14-16,0-4-39 15,0 0-15-15</inkml:trace>
  <inkml:trace contextRef="#ctx0" brushRef="#br0" timeOffset="-203342">23958 2910 132 0,'0'0'-5'16,"0"0"12"-16,0 0 3 16,0 0-9-16,0 0-1 15,0 0 1-15,0 0 0 0,1 40-1 16,-1-24 1-16,0 0 1 15,1-5-2-15,5-1 1 16,-4-1-1-16,0-5-13 16,-2-4-23-16,1 0-37 15</inkml:trace>
  <inkml:trace contextRef="#ctx0" brushRef="#br0" timeOffset="-203257">23968 2924 84 0,'0'0'-3'16,"0"0"7"-16,-1-47-5 15,1 34-17-15</inkml:trace>
  <inkml:trace contextRef="#ctx0" brushRef="#br0" timeOffset="-193500.82">22232 12903 47 0,'0'0'14'0,"0"0"14"0,0 0-7 16,0 0-6-16,0 0-6 15,0 0-4-15,0 0 0 16,0 0-2-16,0 0 7 16,0 0 1-16,0 0 3 15,0 0-7-15,0 0-3 0,-26-19-2 16,21 17-2-16,0-1 0 16,1 1 0-16,-5-2 0 15,4 2 1-15,-4-2-2 16,1 3 1-16,-2-3 0 15,1 3 0-15,-1-1 1 0,0 0-2 16,-1-1 1-16,0 3 0 16,-2-1 0-16,2 1 0 15,-2 0 0-15,-3 0 0 16,2 0 0-16,-3 0 0 16,0 0 0-16,0 1 0 0,-3 4-2 15,4-2 1-15,-2 1 0 16,1 0 1-16,1-1 0 15,-1 1 1-15,0-2-2 16,-4 3 2-16,2-1-1 16,-4 3 0-16,-1-1 0 0,1 1 0 15,-2 2 0-15,2-1 0 16,-1 2 1-16,1 0-1 16,2 0 0-16,-1 2 0 15,-2 0 0-15,2 2 0 16,1-2 0-16,-3 1 0 15,3 2 0-15,2-1 0 0,-2 1 2 16,1 2-4-16,3 0 4 16,0-1-4-16,2 2 2 15,-2-2 0-15,7-1 0 16,-2 2 0-16,3 0 0 0,0-1-1 16,2-1 1-16,-1 0 0 15,1-1 0-15,1-1 0 16,1-1 0-16,1-2 0 15,2 0 0-15,-5 2 0 16,5-1-1-16,1 0 2 16,0 1-2-16,1-1 0 0,0 1 1 15,0-1-1-15,0 0 1 16,0-1 0-16,0 3 0 16,3-2-1-16,0 1 2 15,4-1-1-15,-4 3 0 16,2-1-1-16,1 0 0 0,-1-1-2 15,3 0-1-15,-1-1 2 16,1-1 1-16,-3-1-1 16,3-1 1-16,0 1 2 15,1 0-1-15,1-1 1 16,0 0-1-16,0 2 0 0,2-1 0 16,3 2-1-16,-1-1 1 15,2 0 0-15,1 1 1 16,-1-1-1-16,-1 0-1 15,-1-1 1-15,-1-1 0 16,1-2-1-16,0 1 1 0,0-4-2 16,-1 1-2-16,2-1-9 15,-1 0-1-15,0 0 10 16,2-1-4-16,-2 1 5 16,1 0 2-16,0 0 1 15,1 1 0-15,3-1 0 16,-4-2 1-16,2 2-1 0,0-2 0 15,1 0 0-15,-2 0 0 16,2-1 0-16,1 3-1 16,-1-3 0-16,-1 1 1 15,0 0 0-15,1 0 0 16,-3-1 0-16,2 1 1 0,-1-1 0 16,5 0 0-16,-3 0 0 15,1 0 0-15,3 0-1 16,2 0 0-16,-4 0 0 15,2 0-2-15,-1 0-31 16</inkml:trace>
  <inkml:trace contextRef="#ctx0" brushRef="#br0" timeOffset="-186497.87">17756 15681 94 0,'0'0'7'0,"-2"2"7"0,0-2 3 0,-2 3-9 0,2-1-2 16,-4 3-4-16,2 1 1 15,-1-1 4-15,0 2 7 16,1 0 2-16,1 1 0 16,-2-1-7-16,3 3-3 15,0-1 0-15,2 0-4 0,0 2-1 16,0-1 0-16,0 1 1 15,3-3-2-15,3 2 3 16,-1-3-2-16,2 0 2 16,0-1-1-16,3 1 1 15,-2-1-1-15,1-1 2 0,1-3-2 16,2 2-1-16,-3-2 0 16,2 1 0-16,0-2-1 15,-2-1 1-15,0 0-1 16,1 0-1-16,0-1 2 15,-3-5 5-15,5-1 5 0,-2-2-5 16,-2 1-3-16,0-2 0 16,3 0-2-16,-7 1 0 15,1-1 2-15,-1 1 0 16,-2 1 2-16,0 0-4 16,-1 5 2-16,0-1-1 0,0 1-1 15,1 3-1-15,0 0-2 16,1 0-1-16,-1 0 1 15,2 7 0-15,0 0 4 16,3 3-2-16,-2 3 1 16,4-2-2-16,0 0 2 15,0 1-1-15,2-2 1 0,0-2-1 16,0-1 0-16,-1-1 0 16,1-2 2-16,-1-1-4 15,2-3 4-15,-4 0-2 16,2 0 0-16,1 0 0 15,-3-8 1-15,0 0 1 0,0-3-1 16,0-2 3-16,-2-1 2 16,-1 0-1-16,-1 0 0 15,0-3 2-15,-2 5-2 16,-2-4-2-16,0 4-1 16,0 1 0-16,0 1-2 0,0 1-3 15,0 2 1-15,-2 4-1 16,-2 3-14-16,2 0-25 15,-1 0-46-15,1 2-26 16</inkml:trace>
  <inkml:trace contextRef="#ctx0" brushRef="#br0" timeOffset="-185672.13">18158 16244 41 0,'0'3'9'0,"0"0"5"0,0-1 3 0,0 0-9 0,0-2 6 15,0 1 2-15,0-1 2 16,0 0 6-16,0 0 2 15,0 0-5-15,0 0-2 16,2 0-2-16,0 0-4 0,-1-5-2 16,1 1-3-16,0-2-2 15,2-4 0-15,0 2-4 16,-1-4 1-16,0 2-1 16,3-2 0-16,-3-1-1 15,1-3 2-15,2 2-3 0,-2 1 1 16,0-1-1-16,2 1 0 15,-4 2 0-15,0 1 0 16,-2 3 1-16,0 0 0 16,0 4 0-16,0 0-3 15,0 2-2-15,0 1 9 0,0 0-8 16,0 4 3-16,0 6-4 16,0 2 4-16,0 3 1 15,0 1-1-15,0 2 1 16,0-1-1-16,0 0 2 15,2-3-2-15,1 0 1 0,3-2-1 16,-1-2 1-16,1-2-1 16,2-2 0-16,0-2-1 15,-2-1-2-15,3-2 1 16,-1-1-12-16,1 0-10 16,-1-6-21-16,-2-6-48 0</inkml:trace>
  <inkml:trace contextRef="#ctx0" brushRef="#br0" timeOffset="-185509.44">18223 15962 222 0,'0'0'25'0,"0"0"-23"0,0 0 1 15,0 0-4-15,0 0-10 16,0 0-45-16,0 0-28 0,0 0 3 15</inkml:trace>
  <inkml:trace contextRef="#ctx0" brushRef="#br0" timeOffset="-185153.37">18379 16145 112 0,'0'0'89'15,"0"0"-79"-15,0 0 7 16,0 0-3-16,0 0 3 0,0 0-9 15,0 0-4-15,0 0 0 16,23-5-1-16,-14 3 0 16,3 2-2-16,2-1 0 15,-3 0-1-15,5 1 1 0,-2-2-1 16,2 0 0-16,1 1 0 16,-1-1-2-16,-1 0-18 15,-3 0-29-15,-3-3-42 16</inkml:trace>
  <inkml:trace contextRef="#ctx0" brushRef="#br0" timeOffset="-184846.92">18494 16030 211 0,'0'0'15'0,"0"0"3"16,0 0 2-16,0 0-12 16,0 0 1-16,0 0-5 15,0 0 0-15,0 0-3 0,0 0 0 16,0 21 1-16,0-9 0 16,0 5 0-16,0 1-2 15,0 2 1-15,-1 0-1 16,1 0 1-16,0 0 1 15,0-2-2-15,0-1 0 0,0 0-6 16,0-3-34-16,0-6-47 16,0-3 14-16</inkml:trace>
  <inkml:trace contextRef="#ctx0" brushRef="#br0" timeOffset="-184555.19">18658 16050 168 0,'0'0'20'16,"0"0"-16"-16,0 0-1 15,0 0 2-15,0 0 0 0,0 0-2 16,5 48-1-16,-5-32 0 16,1 2-1-16,2 1 1 15,-3-1-2-15,0-1 0 16,4-2-25-16,-4-4-30 16,2-4-20-16</inkml:trace>
  <inkml:trace contextRef="#ctx0" brushRef="#br0" timeOffset="-184219.77">19014 15669 283 0,'0'0'3'15,"0"0"1"-15,0 0 0 16,0 0 1-16,0 0-1 15,0 0-3-15,0 0-1 16,0 0-3-16,0 0-32 16,7-18-46-16,-7 18-19 0</inkml:trace>
  <inkml:trace contextRef="#ctx0" brushRef="#br0" timeOffset="-184063.39">19017 15809 264 0,'0'0'10'16,"0"0"1"-16,0 0-13 15,0 0 0-15,0 0-15 16,0 0-35-16,0 0-50 0</inkml:trace>
  <inkml:trace contextRef="#ctx0" brushRef="#br0" timeOffset="-183288.09">19428 15584 28 0,'0'0'67'15,"0"0"-66"-15,0 0 0 16,0 0 1-16,-11 36-1 15,10-24 3-15,1 0 3 0,0 2 1 16,0 0 3-16,0-3 0 16,5 1 3-16,1-1-1 15,-1-2 2-15,1-1-2 16,-1-2-3-16,2-2 0 16,0 0-3-16,-1-2-1 15,1-2 3-15,2 0-2 0,-2 0 3 16,1 0 1-16,-3-3 0 15,1-3-2-15,0-1-1 16,-2 0-4-16,0-1-1 16,0 0-1-16,-3 1-1 0,1 0 0 15,-1 2 0-15,0 1-1 16,0 1 0-16,0 1-1 16,1 2 0-16,0 0 0 15,0 0-3-15,0 0-1 16,0 4-7-16,0 3 6 15,1 4 1-15,0 0 2 0,1 0 1 16,-1 2-2-16,3-2-2 16,-1-1 1-16,2-1-1 15,0-2 5-15,-1-3 1 16,2-2 0-16,2-2 3 16,-5 0 6-16,3 0 6 0,-1-2-2 15,2-6-3-15,-3 0-1 16,1-3 0-16,-3-2 0 15,1-1 0-15,-1 0-1 16,-4-2 2-16,3 2-4 16,-3-3-1-16,0 2-3 0,0 0-2 15,0 3-1-15,0 3-2 16,-3 0-7-16,3 4-7 16,-2 3-9-16,2 2-27 15,-4 0-71-15</inkml:trace>
  <inkml:trace contextRef="#ctx0" brushRef="#br0" timeOffset="-182804.18">19698 16016 149 0,'0'0'52'0,"0"0"-8"0,0 0-19 0,0 0-1 16,0 0-7-16,0 0-3 15,0 0-5-15,0 0-4 0,25-46-2 16,-17 35 1-16,-1 1-2 15,1-1-1-15,-2-1-1 16,1 2 0-16,-3 2 0 16,-1 1-1-16,0 1 1 15,-1 3-3-15,-2-1-2 16,0 4-2-16,0 0 4 0,0 0-1 16,0 0-7-16,0 0 5 15,0 7 5-15,0 0 1 16,1 3 0-16,1 0 0 15,1 0 1-15,2 0-2 16,0-1 1-16,4-1 0 0,-4 0-1 16,5-2 1-16,-1 1 0 15,1-4 0-15,1 1-8 16,0-4-29-16,-2 0-21 16,-2-4-37-16</inkml:trace>
  <inkml:trace contextRef="#ctx0" brushRef="#br0" timeOffset="-182638.51">19806 15769 245 0,'0'0'3'0,"0"0"0"15,0 0-6-15,0 0-13 16,0 0-42-16,0 0 3 15</inkml:trace>
  <inkml:trace contextRef="#ctx0" brushRef="#br0" timeOffset="-181878.11">20053 15657 88 0,'0'0'11'0,"0"0"11"0,0 0-5 0,0 0 7 0,0 0 7 16,0 0-14-16,0 0-5 15,0 0 8-15,0 0 3 16,0 0-10-16,37 0-2 16,-17 0-3-16,2-2 0 15,3-1-4-15,3 3-3 0,3 0-1 16,3-1 0-16,-1-1-20 15,3-5-60-15</inkml:trace>
  <inkml:trace contextRef="#ctx0" brushRef="#br0" timeOffset="-180775.44">21079 15449 155 0,'0'0'44'0,"0"0"-34"0,0 0-10 0,0 0-4 16,0 0 5-16,0 0 1 16,-12 37 0-16,5-24 1 15,0 1 0-15,-2 0-1 16,1 0-2-16,-1 2 1 16,1 0 1-16,-2-3-1 0,0 1-1 15,-2-3 0-15,-2 0 0 16,0-4-4-16,-4 1-8 15,-1-1 4-15,0-2-6 16,0 0-2-16,-2-2-2 16,2-3 2-16,0 0-1 15,3 0 13-15,3 0 3 0,5-2 2 16,0-2 0-16,5-3 9 16,2-3 4-16,1 4-3 15,0-2-10-15,0-1-1 16,4-1-4-16,2 0-1 0,-1 3 4 15,1-1 1-15,1 0 0 16,-2 1 0-16,1 0 0 16,-1 2 0-16,0 0 0 15,1 1 0-15,-1 1 0 16,1 0 0-16,-3 2 0 0,0 0-1 16,0 1 1-16,1-1 0 15,-1 1 0-15,2 0 1 16,-2 0-2-16,2 0 3 15,-2 0 1-15,1 0 1 16,2 0 0-16,-3 0-2 16,0 0-1-16,1 0-1 0,0 0 0 15,-2 0 0-15,-2 0 2 16,1 0-1-16,-1 0 11 16,0 0 10-16,0 0 4 15,0 0-4-15,0 0-10 16,1 0-8-16,-1 0-2 0,1 0-1 15,-1 0-1-15,1 0 2 16,0 0-4-16,-1 0 2 16,2 2 0-16,2-1 0 15,-2 1-1-15,-1-1 1 16,3 1 0-16,-2 0 1 0,3 1-2 16,-3 0 1-16,1 0-1 15,-1-1 2-15,1 0-1 16,0 1 0-16,1 0 0 15,0 0 0-15,3 0 0 16,-1 3 0-16,2-1 0 0,-1 2 1 16,2 0 1-16,4 2 1 15,-2 1-1-15,5 0 0 16,-1 2 0-16,4 0 0 16,3 2 0-16,0 0-2 15,4 0 0-15,0-4-29 0,2-4-68 16</inkml:trace>
  <inkml:trace contextRef="#ctx0" brushRef="#br0" timeOffset="-179195.15">21848 15259 152 0,'0'0'16'0,"0"-5"14"0,0 1-13 16,0 1 2-16,0-1-4 15,0 0-2-15,-3 1-1 0,0-3-2 16,-1 2 0-16,0-1-5 15,-4 0 0-15,-1 1-3 16,-3 0-4-16,-3 0 2 16,-3 2-1-16,-2 0-3 15,-2 1 6-15,-1 1-4 0,0 0 2 16,-1 0 0-16,0 0-2 16,1 3 3-16,-1 6-2 15,6 1 3-15,-2 2-3 16,4 0 1-16,6 2-4 15,2 0-1-15,4 0-3 0,3-1 3 16,1 0-1-16,1-1 2 16,8-3 2-16,4 1 2 15,4-4-2-15,4-1 6 16,-3-2-4-16,4 0 1 0,1-3-2 16,-2 0 1-16,0 0 1 15,-1-1-2-15,-4-5 1 16,2-1 1-16,-5-2 0 15,-1-2 3-15,-2 0 1 16,-2-4-1-16,-2 0 0 16,0-2-1-16,-1-3-1 15,-5 1-2-15,0-2 1 0,0 3-3 16,-9-2 1-16,-2 1 6 16,-2 0-3-16,-3 1 2 15,-2 0-2-15,-2 2-2 16,0 1 2-16,0 0-1 0,-2 4 1 15,-1 2-5-15,0 1 4 16,1 4 0-16,-2 1-2 16,3 3-4-16,0 0-16 15,4 0-12-15,5 0-41 16,4 0-52-16</inkml:trace>
  <inkml:trace contextRef="#ctx0" brushRef="#br0" timeOffset="-177785.19">21989 15054 157 0,'-2'-7'8'0,"1"3"27"0,1 0-12 0,-2 2-12 0,2-1 0 16,0 3 0-16,0 0 3 15,0 0-9-15,0 0-5 16,0 3 1-16,0 6-1 0,2 2 0 16,-1 3-1-16,0 4 1 15,1 1 0-15,1 0 0 16,1-1 0-16,-2 2-1 15,3-1-2-15,-2-3 2 16,1 0 0-16,-1-2-1 16,0-3-1-16,0-2 3 0,-1-2-2 15,2-1 2-15,-3-3 0 16,2 0-6-16,3-2 5 16,0-1 2-16,-1 0 7 15,3 0 2-15,0 0-4 16,3 0-2-16,-1 0 0 0,3 0-2 15,-1-4 1-15,1 3-2 16,1-2 2-16,-1 0-3 16,1 0 1-16,-1 1-1 15,3-2 0-15,-3 3 1 16,1-1-2-16,1 2 0 0,-4 0-16 16,0 0-15-16,-3 0-34 15,-3 0-17-15</inkml:trace>
  <inkml:trace contextRef="#ctx0" brushRef="#br0" timeOffset="-176803.17">21506 15600 87 0,'-1'0'27'0,"1"0"13"0,0 0-8 0,0 0-12 16,0-2 0-16,2-2-9 16,8 1-9-16,0-1 4 15,7 1 2-15,2-1-2 16,4 0 0-16,4 0-1 0,3 0 1 16,4-1 1-16,3-1 3 15,6 0 1-15,1-1 0 16,4 2-2-16,-2 0-2 15,1-2-3-15,-3 3-2 16,-4 1-1-16,-3-1-1 0,-4 1 0 16,-4 0 0-16,-5 0 0 15,-3 3-2-15,-5 0-11 16,-3 0-16-16,-5 0-21 16,-5 2-64-16</inkml:trace>
  <inkml:trace contextRef="#ctx0" brushRef="#br0" timeOffset="-176204.81">21913 15916 96 0,'0'0'25'0,"0"0"-25"0,0 0 0 0,-49 0 0 0,30 0 3 16,-3 0 1-16,-3 0 9 15,1 6 1-15,1 1 4 16,0 2-5-16,4 2-7 16,0 0 0-16,6 4-5 15,5 0 0-15,2 0-2 0,3 0-9 16,3 1-5-16,0-2 9 16,7-3 1-16,3 0-4 15,4-3 7-15,6-4-1 16,2 0 5-16,2-4-1 15,-1 0 1-15,-3 0-2 0,1-4 1 16,-8-3-1-16,1-2 5 16,-6-2 19-16,-1 0 5 15,-3-4-11-15,-2-3 5 16,-2-2-10-16,0-1-4 16,0-3-6-16,-1-2 1 0,-4 1-1 15,-3 0-3-15,-2-2-3 16,-3 2 3-16,-4 2 2 15,0 2-4-15,-3 4-2 16,-2 3-3-16,-1 5-7 16,1 4-1-16,0 5-17 15,3 0-18-15,4 0-5 0</inkml:trace>
  <inkml:trace contextRef="#ctx0" brushRef="#br0" timeOffset="-175491.96">22011 15769 96 0,'0'0'44'0,"0"0"-26"0,0 0 11 0,0 0-17 0,0 0-9 15,0 0-2-15,0 0 1 16,0 0 1-16,0 0-3 16,-14 46 1-16,11-31 1 15,2 0-1-15,-1-2-1 16,2 1 0-16,0-2 1 0,0-1-1 15,6-1 0-15,0-3-1 16,4 0 1-16,-3-1 4 16,2-2 6-16,2-2-4 15,-1 0 0-15,3-2-4 16,-3 0 1-16,2 0-1 16,-1 0 2-16,0-5-2 0,-3-1-2 15,2-2 2-15,-5 0 0 16,1 1 9-16,-4 0-3 15,-1-1 0-15,-1 2 2 16,0 0-4-16,0 2-2 0,0 1-4 16,0 2-4-16,0 1 4 15,0 0-1-15,0 0-1 16,0 1-4-16,-1 6 5 16,1 1-1-16,0 0 2 15,0 3-1-15,1-4-2 16,5 2 1-16,2-2 1 0,2-3 0 15,-1-1 0-15,1 0 2 16,1-3 0-16,-1 0 0 16,-1 0 3-16,0-1 9 15,-2-5 1-15,0-1 6 16,-3-2-4-16,-2-1 0 0,-2-1-3 16,0 0-10-16,0-2-1 15,0 0-4-15,0 3-9 16,0 0-6-16,-4 4-9 15,-1 3-17-15,-1 1-35 16,1 2-60-16</inkml:trace>
  <inkml:trace contextRef="#ctx0" brushRef="#br0" timeOffset="-175065.16">22303 16080 129 0,'0'0'59'0,"0"0"-7"0,0 0-17 0,0 0-8 0,0 0-10 16,0 0-4-16,20-37-8 15,-15 30-2-15,-2-2-2 0,-1 2-1 16,0 0 1-16,0 0-1 16,1 0 0-16,-1 1-1 15,-2 0 0-15,0 1-1 16,0 2 1-16,0 0-2 16,0 2 1-16,0 1 0 0,0 0-4 15,0 0 1-15,0 4 2 16,0 3 5-16,2 1-1 15,-1 2 0-15,2-1 0 16,2 1 0-16,0 0-1 16,0 0 0-16,3-3 0 15,-2 0-6-15,1-1-24 0,-2-5-29 16,1-1-86-16</inkml:trace>
  <inkml:trace contextRef="#ctx0" brushRef="#br0" timeOffset="-174922.13">22368 15931 56 0,'0'0'235'0,"0"0"-233"16,0 0-6-16,0 0-16 16,0 0-34-16,0 0-75 0</inkml:trace>
  <inkml:trace contextRef="#ctx0" brushRef="#br0" timeOffset="-173531.38">21918 14804 87 0,'0'0'0'0,"0"0"3"0,0 0 1 15,0 0-3-15,0 0 1 0,0 0 0 16,-42-20-2-16,33 17 3 16,-1-1-2-16,1 2 2 15,-4-1-2-15,2 1-1 16,-3-2 1-16,-1 4-1 15,0-2 5-15,0 2-2 16,-1-1 1-16,-3 1 0 0,1 0 4 16,2 0-4-16,-2 0-1 15,3 0-2-15,-2 3 3 16,-1 1 3-16,1 3 2 16,-1 2 1-16,0 2-3 0,0 3-1 15,-1 2-1-15,3 7-2 16,1 0 2-16,1 6-3 15,1 5 0-15,1 1-1 16,1 4-1-16,2 3 0 16,0 0 1-16,4 2 0 0,-2 4 0 15,3 2 1-15,0 1-2 16,-1 6 2-16,3 3-2 16,2 1 1-16,0 1 0 15,0-1-1-15,5 2-1 16,3-5 1-16,3 2 1 15,1-4-1-15,1 0-1 0,2-1 7 16,2-4 10-16,3-1-4 16,1-3 0-16,5 0 0 15,2-3-3-15,2-4-4 16,3-3-2-16,1-3-2 16,3-5 0-16,0-4 2 0,3-3 5 15,6-5 0-15,0-4 3 16,3-4-1-16,0-5 0 15,2-4-2-15,-1 0-1 16,-1-3 2-16,-1-7-4 16,-1-5-1-16,-5-5-2 0,0-4-2 15,-3-8 0-15,-4-8-2 16,-1-4-1-16,-6-8-2 16,-2-3-1-16,-6-5 7 15,-5-2 0-15,-4-1 2 16,-7-1 0-16,-4-1 3 0,0-1 1 15,-13 2 1-15,-5-2-2 16,-6 0-6-16,-6 1 0 16,-4 1 1-16,-9 3 4 15,0 3-7-15,-2 8-1 16,-1 6-1-16,2 9-14 0,1 7 0 16,5 7-21-16,5 4-31 15,5 0-100-15</inkml:trace>
  <inkml:trace contextRef="#ctx0" brushRef="#br0" timeOffset="-172951.59">22680 15054 176 0,'14'0'2'0,"5"0"4"0,1 0 1 0,4 0 1 16,1-3 2-16,-2-1-4 16,3 1 1-16,-1 1-2 15,0-3 5-15,1 4 4 16,-1-2-1-16,0 1-5 15,-2-2-2-15,0 2-4 0,-4 0-1 16,-5 2-1-16,-4 0-2 16,-7 0-19-16,-3 0-32 15,-4 6-22-15,-11-3-55 16</inkml:trace>
  <inkml:trace contextRef="#ctx0" brushRef="#br0" timeOffset="-172474.17">22675 15142 173 0,'0'0'1'0,"0"0"7"16,0 0 14-16,0 0-10 15,0 0-5-15,27 49-4 16,-16-34-1-16,-3 4-1 16,1-1 1-16,4 2-2 15,-3 1 0-15,1-1 0 16,1 1 1-16,-1-2-1 0,1-2 0 16,0-1 2-16,1-5-2 15,-4 0 1-15,1-2 1 16,0-5 1-16,-3-2 4 15,1-2 1-15,0 0 3 16,-1 0 4-16,1-9 1 0,-2-2-3 16,2-2-4-16,-1-3-3 15,1-4 2-15,-2 0-2 16,2-4 1-16,0-1-1 16,0-2-2-16,3-2-1 15,-2 1-2-15,2-2-1 0,1 5-1 16,-2-1-2-16,-1 5-7 15,0 4-3-15,-5 5-13 16,-4 5-3-16,0 3-34 16,0 1-152-16</inkml:trace>
  <inkml:trace contextRef="#ctx0" brushRef="#br0" timeOffset="-171928.27">23195 15020 140 0,'0'0'9'0,"0"0"29"0,0 0-26 16,0 0-12-16,0 0 1 15,0 0-1-15,0 0 2 16,0 46-2-16,-3-29 1 16,0-2 0-16,1 2-1 15,0-1 0-15,-1 0 0 0,1-1 2 16,0 2-2-16,1-3 2 16,0-1-2-16,1 0 0 15,0-2 1-15,0-2 0 16,0-1 1-16,0-1-1 15,4-1 1-15,0 0 0 0,0-2 3 16,1 0 1-16,2-1 2 16,2 0 1-16,-2-2 1 15,2 0-1-15,4 0-3 16,-2-1-1-16,1 0-1 16,1 0-2-16,0 0 0 0,1 0 1 15,-2 0 1-15,1 0 1 16,-2-3 2-16,0 0-4 15,-2 0 0-15,0 2-1 16,-1 0-1-16,-4-1-1 16,0 2 1-16,2 0-1 0,-3 0-3 15,0 0-13-15,-1 0-10 16,-1 2-18-16,-1 0-32 16,0 1-14-16</inkml:trace>
  <inkml:trace contextRef="#ctx0" brushRef="#br0" timeOffset="-171557.16">23200 15334 94 0,'0'0'15'0,"0"0"17"0,0 0-1 0,0 0-15 16,0 0-3-16,0 0-3 16,0 0-5-16,0 0-2 15,0 0 3-15,0 0 0 0,25 0 1 16,-14 0 4-16,2 0-3 15,3 0-1-15,-3 0-5 16,2-1 1-16,0-1-1 16,-1 1-1-16,1-1-1 15,-2 1 2-15,-1 1-4 16,-3 0-15-16,-2 0-22 0,-2 0-52 16</inkml:trace>
  <inkml:trace contextRef="#ctx0" brushRef="#br0" timeOffset="-171259.21">23238 15415 88 0,'0'0'16'0,"0"0"-14"15,0 0 5-15,0 0 5 0,0 0 0 16,0 0-2-16,0 0-5 16,40 0 0-16,-29 0-4 15,1 0-1-15,0-1 0 16,-1-1-14-16,0 2-23 15,-3-3-23-15</inkml:trace>
  <inkml:trace contextRef="#ctx0" brushRef="#br0" timeOffset="-170617.95">23199 15009 7 0,'0'0'66'0,"0"0"-61"15,0 0 16-15,0 0-5 16,0 0-1-16,0 0-1 0,0 0-11 16,0 0-3-16,0 0 1 15,0-3 4-15,0 10 4 16,0 3 0-16,1 1 3 15,0 2-5-15,1 2-1 16,-1 2-1-16,0 0-3 0,0 0 1 16,2 2 1-16,-1-2-2 15,1 2-1-15,-1-1 0 16,0 0-1-16,2 0 1 16,-4-2-1-16,0 0 0 15,0-1 0-15,2-2 0 0,-2-2 1 16,0 0-1-16,1-2-1 15,0-1 2-15,0 1 0 16,1-2-1-16,0 0 0 16,1-1 0-16,1-2 0 15,-2-1 0-15,3 0 7 16,2-2 11-16,1-1-1 0,4 0-1 16,1 0-6-16,3 0 0 15,3 0 0-15,4-1-4 16,4-2-2-16,4 1-4 15,3-2-2-15,1 1-31 16,-2-4-92-16</inkml:trace>
  <inkml:trace contextRef="#ctx0" brushRef="#br0" timeOffset="-168966.71">21031 15301 67 0,'-1'0'34'0,"1"0"-2"0,-1 0 2 0,0-2-11 15,1 0 0-15,-1-1-8 16,0 2-7-16,0-2-7 15,0 2 0-15,0-1-1 16,-1 1-1-16,2-1-4 0,-4 0 4 16,1-1 1-16,-1 0 1 15,1 0-1-15,-3 0 0 16,1-1 2-16,-1 1-4 16,-2 0 4-16,2 1-4 0,0 0 2 15,1 0 0-15,-3 0 0 16,0 0 0-16,2-1 0 15,1 2 0-15,-3 0 2 16,3-1-4-16,-2 2 1 16,2 0-2-16,-3 0 3 15,3 0 0-15,-5 0-1 0,4 0 1 16,-4 2 1-16,1 0-1 16,1 1 0-16,-3 2 1 15,1-1-1-15,-1 0 0 16,3 3 0-16,-2-3 2 15,0 3-2-15,2-2-2 0,-1 0 4 16,2 1-2-16,-2 3 0 16,1 1 1-16,0-1-1 15,0 2 0-15,0 0 0 16,-1 2 0-16,1-1 0 16,-2 0 0-16,0 2 0 0,-1 0 2 15,-1 0-2-15,1 1 0 16,0 0 0-16,0-2 0 15,2 0 0-15,2-2 0 16,1 0 1-16,-1-2-1 16,6 0 0-16,-1 0 0 15,2 1 0-15,0 1 1 0,0-2-1 16,0 3-1-16,0-2 2 16,0 1 0-16,0 0-1 15,0 0 0-15,0 0 0 16,0 0 1-16,2 2-1 15,0-2 0-15,0-1 0 0,2 1 0 16,0 1 1-16,-2-1 1 16,1 1 0-16,0 0 0 15,0 1 1-15,1 0-3 16,-2 0 0-16,-1-2 1 16,1 2-1-16,0-2 0 0,0-1 0 15,3 0 2-15,0 0 0 16,-1 0 0-16,3 0 0 15,0-1-1-15,3 0 2 16,0 0 0-16,0 1-1 16,1-2 2-16,-1 0 0 0,0 0-2 15,2-1 4-15,-4-1 2 16,2 0-1-16,4-1 0 16,0 1-4-16,3-1-1 15,0 0 0-15,3-2-2 16,3-2 0-16,-3 2 1 0,4-3-1 15,1 0 0-15,-1 0-13 16,2 0-8-16,-2 0-10 16,1-7-33-16,-3-4-37 15</inkml:trace>
  <inkml:trace contextRef="#ctx0" brushRef="#br0" timeOffset="-168055.07">20882 15179 101 0,'-2'-3'3'0,"2"-2"8"0,0 0 7 16,0 1-11-16,4 3-7 15,1-2 0-15,4 0-1 0,-2 3 1 16,1 0 0-16,1 0 0 15,2 0 1-15,-1 0 5 16,4 0 0-16,-2 0-1 16,1 0-2-16,1 3 3 15,0 1 4-15,2 2-2 0,0 1-4 16,2 0-2-16,1 0-1 16,-3 2 0-16,3 1 3 15,-1 3 0-15,-1 2 0 16,-1-1 0-16,0 2-1 15,-2 4 1-15,-1-2 2 0,-2 2 0 16,-1 1-2-16,-1 0-4 16,-2 1 0-16,-1 1 1 15,-2-3-1-15,0-1 2 16,0 1-2-16,-1-3 1 16,0 1 0-16,-1-3 0 0,-2 2 2 15,1 0-2-15,0-1 0 16,-1 0 0-16,0 2 0 15,0 0-1-15,0 1-1 16,0 1 2-16,-1 0-1 16,-2 1 0-16,-3 0 0 15,0 0 1-15,0 1-2 0,1-2 2 16,-1 0-1-16,-2-1-1 16,2-1 2-16,-4-3-4 15,1 2 5-15,-2-4-3 16,1 1-1-16,-1 0 4 0,-5-2-1 15,3-1-2-15,-6 0 1 16,1-2 2-16,1 0 0 16,-4-1-2-16,3-1 0 15,-1-2 1-15,1 0-1 16,1-2-17-16,4-3-36 0,2 0-25 16</inkml:trace>
  <inkml:trace contextRef="#ctx0" brushRef="#br0" timeOffset="-167280.75">20763 14980 57 0,'3'0'9'0,"1"0"12"0,-1 0-1 16,-1 0-6-16,1 0 5 15,1 0-4-15,2 0 0 0,-4 0-1 16,2 0 0-16,-1 0-8 16,4 0-1-16,-5 0-3 15,1 3-1-15,0 2-1 16,0 0 0-16,-1 2 1 16,1-1-1-16,-1 0 2 15,0-2 0-15,2 2-1 0,0-2 0 16,0-3 4-16,2-1 9 15,1 0 12-15,4-8-6 16,4-4-11-16,1-7-5 16,2-3 0-16,1-3 0 0,1-4 4 15,3 1 4-15,3-2-3 16,4-3-7-16,8 1-1 16,2-2-2-16,6-6-19 15,2-3-40-15,2-1-84 16</inkml:trace>
  <inkml:trace contextRef="#ctx0" brushRef="#br0" timeOffset="-158770.09">21756 16797 244 0,'1'0'8'0,"-1"0"1"0,0 0-4 0,0 1-4 15,0 3-3-15,0 4 1 16,0 2 1-16,0 5 1 16,0 2 0-16,-6 3-1 0,0 4 0 15,1-1 1-15,-1 0-2 16,-2-3-4-16,0-2-2 15,1-2 4-15,-1-4 1 16,1-1 1-16,-5-3 0 16,2-2 1-16,-1-1 1 15,-2-2-1-15,-1 0 0 0,-2 0-5 16,1-3 2-16,-2 0-2 16,2 0 1-16,-1 0 4 15,3 0-4-15,-1-3 2 16,3-3 2-16,3 1 0 15,0-4 0-15,2-1-1 0,2 0-4 16,1-1 3-16,1-2 0 16,0 2 1-16,2 0 2 15,0 0 2-15,0 0 2 16,0 1 1-16,6 2 1 16,2-1-2-16,2 2-3 0,1 1-1 15,1 3-1-15,1-2 0 16,0 3-1-16,-1 0 1 15,-3 0 0-15,1 2 0 16,-1 0 1-16,0 0-1 16,-1 0 0-16,0 0 0 0,2 3 0 15,-2 3 0-15,0-1 0 16,0 4 0-16,3-1 1 16,-2 2-1-16,0 0 2 15,2 2-2-15,0-1 0 16,-3 0 1-16,2-1-1 15,-1 3 0-15,-2-6 1 0,2 2 0 16,-2-2 0-16,0 0 0 16,-1-1 0-16,2-1 0 15,-4-1 0-15,4-2 1 16,-4 1 0-16,2-2 0 16,0 1 1-16,1-1-3 0,2-1-2 15,-1 0-6-15,-1 0-29 16,2 0-73-16</inkml:trace>
  <inkml:trace contextRef="#ctx0" brushRef="#br0" timeOffset="-158328.14">22080 16893 102 0,'0'0'37'0,"0"0"4"0,0 0-4 0,0 0-13 0,0 0-7 16,0 0-1-16,0 0-2 16,0 0-5-16,0 0 3 0,0 0-2 15,0 0-2-15,0 0-3 16,0 0-3-16,21 0-1 15,-15 0-1-15,1 0 0 16,1 0 0-16,0 3-2 16,0 0-7-16,-1 0-21 15,0 0-26-15,-1-2-45 16</inkml:trace>
  <inkml:trace contextRef="#ctx0" brushRef="#br0" timeOffset="-158151.02">22109 17006 259 0,'0'0'7'0,"0"0"-12"16,0 0 11-16,0 0 4 16,0 0-4-16,0 0-6 0,42 6 0 15,-27-6-33-15,0-1-63 16</inkml:trace>
  <inkml:trace contextRef="#ctx0" brushRef="#br0" timeOffset="-157582.45">22458 16848 204 0,'0'0'5'16,"0"0"8"-16,0 0 3 0,0 0-10 16,0 0 0-16,0 0-3 15,0 0-2-15,0 0-2 16,-12-1 1-16,8 8-1 15,0 1 1-15,-3 4 0 16,3 1 1-16,1-1-1 16,-1 4 0-16,2-3 0 0,1 0 0 15,1-2 0-15,0 0-1 16,0-1 0-16,3 0 0 16,3-3 2-16,2 0-2 15,-1-3 1-15,1-1 2 0,-1-1-1 16,4 0 0-16,-2-2-1 15,2 0 1-15,1 0 0 16,-2-2 1-16,1-3 2 16,-2-2 1-16,-1-1 3 15,-2-3-5-15,0 1-1 16,-4-3 4-16,-1 1 6 0,-1-3-3 16,0-1 0-16,0 0-4 15,0 1-4-15,-3 1 0 16,-5 2 1-16,1 2-2 15,-2 3 0-15,-3 2-4 16,0 3-11-16,-2 2-11 0,-1 0 2 16,1 0-7-16,1 5-36 15,3-1-52-15</inkml:trace>
  <inkml:trace contextRef="#ctx0" brushRef="#br0" timeOffset="-157320.05">22728 16913 234 0,'0'0'6'0,"0"0"11"0,0 0 0 0,0 0-12 16,0 0-3-16,0 0-2 16,0 0-4-16,0 0-9 15,0 0-16-15,0 0-30 16,0 0-30-16</inkml:trace>
  <inkml:trace contextRef="#ctx0" brushRef="#br0" timeOffset="-156798.3">22920 16808 31 0,'0'0'103'15,"0"0"-62"-15,0 0-6 16,0 0-18-16,0 0-7 16,0 0-5-16,0 0-2 15,0 0 1-15,-29-11-2 16,22 18-1-16,-1 0 0 0,1 4-1 16,-1 2 0-16,3 0 1 15,0 0-1-15,1 0-1 16,2-1 1-16,2-2 0 15,0 0-1-15,0-1-1 16,0-4-4-16,6 0 2 16,0-1 0-16,4-2 3 0,1-2 2 15,-2 0 0-15,5 0 0 16,-1-5 1-16,1-2 1 16,-2 0 8-16,0-3-1 15,0 1-2-15,-2-2 2 16,-5-1 2-16,-1 1 1 0,-2 0 1 15,-2 0-2-15,0-2 0 16,0 3-8-16,-3 1-1 16,-2 2-2-16,-4 3-2 15,-1 1-9-15,-1 3-19 16,-2 0 2-16,-1 0-11 0,1 3-19 16,1 3-20-16</inkml:trace>
  <inkml:trace contextRef="#ctx0" brushRef="#br0" timeOffset="-156451.58">23128 16725 247 0,'0'0'6'0,"0"0"5"0,0 0-6 0,0 0-4 15,0 0 1-15,0 0 1 16,0 0 2-16,0 0 5 15,16 52 2-15,-11-32-7 0,1 1-3 16,-2 2-1-16,0 1-1 16,1-1-1-16,-1-2-20 15,-4-2-19-15,0-7-58 16</inkml:trace>
  <inkml:trace contextRef="#ctx0" brushRef="#br0" timeOffset="-155554.11">21287 16609 108 0,'0'0'3'0,"0"0"3"0,0 0 5 0,0 0-6 0,0 0-4 15,0 0 1-15,0 0-1 16,0 0 2-16,0 0 4 0,0 0 3 16,0 0 0-16,51-11-2 15,-38 10-1-15,4-2-1 16,3 1-2-16,2 1 2 16,5-2-3-16,4 2-1 15,6-2 1-15,2 3 3 0,3-3-1 16,6 3 1-16,2-1-4 15,5 1 0-15,2 0-1 16,4 0-1-16,3 0 1 16,1-2-1-16,2 1 2 15,-2 0-4-15,1-1 4 0,1 0-2 16,0-2 1-16,0 3 7 16,1-2 4-16,-1-1-3 15,-2-1-1-15,1 1-2 16,-2-1-2-16,-5-1 2 15,-4 0 0-15,-3 3-2 0,-4 1 0 16,-3 0-1-16,-7 2-2 16,-3 0-1-16,-5 0 1 15,-5 0-6-15,-5 7-17 16,-8-3-23-16,-4 2-34 16,-8 1-10-16</inkml:trace>
  <inkml:trace contextRef="#ctx0" brushRef="#br0" timeOffset="-154651.33">21257 16640 140 0,'0'0'2'0,"0"0"11"0,0 0 8 0,0 0-1 0,0 0-4 16,0 0-2-16,0 0-3 16,0 0-3-16,0 0-4 0,0 0 1 15,0 0-2-15,0 22-2 16,0-9 0-16,0 4 2 16,-2 3-1-16,0 0-4 15,0 2 4-15,2 0-2 16,0 0 0-16,0 0 0 0,0 2 0 15,0-1 0-15,0 0 0 16,0-1 1-16,0 2-1 16,0-2 0-16,0 0 1 15,0 0-1-15,0 0 0 16,0 0 1-16,0-1-1 0,0-1 0 16,0-2 0-16,0 1 0 15,0-3 0-15,0-2 0 16,0-1 0-16,0-2 1 15,4-1 0-15,0-1 0 16,6 0-1-16,-3 2 1 0,2-1-2 16,2-1 0-16,-1 0 2 15,0-2-1-15,2 1 2 16,0-1-5-16,-1-4 2 16,5 1 3-16,0 0-1 15,1-1-2-15,4 1 3 0,0-1-4 16,3-1 3-16,2-1 2 15,1 2-2-15,2-2-1 16,1-1-1-16,1 0 3 16,3 0-2-16,1 0 1 15,1 0 0-15,2-1 1 16,5-2 2-16,1 2 2 0,7-3-2 16,-1 1-1-16,3 0-2 15,4 0 0-15,2 0 1 16,2-1-4-16,3 0 4 15,-2-2-2-15,5 0 0 0,3 1 1 16,4-1-2-16,-2 0 2 16,4 2-1-16,0 1 1 15,0 0-1-15,-3 2 1 16,-4 0 1-16,-6 1-1 16,-2 0-1-16,-8 0-1 0,-6 0-16 15,-8 0-25-15,-6-2-81 16</inkml:trace>
  <inkml:trace contextRef="#ctx0" brushRef="#br0" timeOffset="-153868.12">23081 16543 99 0,'0'0'10'0,"0"0"2"0,0 0 1 0,0 0 2 16,0 0-7-16,40 0 0 15,-28 0 6-15,2 0-2 16,-1 0-2-16,2 0-3 16,-2 0-3-16,0 0-1 15,0 0-2-15,-1 1 1 16,0 2-1-16,-2 1 2 0,-1 1-2 16,-1 2-1-16,-1 2 1 15,1 0-1-15,-3 5 1 16,1 3 1-16,1 0-2 15,2 5 2-15,-2 0 0 16,1 3-2-16,4 0 0 16,-5 2 1-16,2 0-1 0,-2 0 3 15,1-1 3-15,-3-1 5 16,1 2-1-16,-1 0-4 16,2 0 2-16,-4 0-4 15,2 0-1-15,0-3-1 0,-2 2-1 16,-1-4 1-16,0 1-1 15,-2-4 0-15,0-1-1 16,0 0 0-16,-5-4 0 16,-5-3 0-16,-1-1 0 15,-2-3 0-15,-4-3 5 16,-1-2 1-16,-6 0-4 0,0-2 0 16,-1 0-1-16,3 0 0 15,1 0 0-15,6-4-1 16,3 1 0-16,6-2-7 15,4-1-25-15,2-4-45 0,0-3-46 16</inkml:trace>
  <inkml:trace contextRef="#ctx0" brushRef="#br0" timeOffset="-153114.11">23569 16892 16 0,'0'3'10'0,"0"-2"13"0,0 1-1 16,0-1-3-16,0-1 1 15,0 0 8-15,1 0 25 16,1 0-4-16,0 0-7 16,0-1-20-16,4-4-7 15,1-2 0-15,4-4-7 0,5 1-3 16,7-4-5-16,8-4 0 15,7-5-6-15,7-7-51 16,6-6-69-16</inkml:trace>
  <inkml:trace contextRef="#ctx0" brushRef="#br0" timeOffset="-131404.06">2224 16576 115 0,'0'8'-16'0,"0"5"16"0,0-2 0 0,0 3 1 0,0-1-1 16,0 1 1-16,0 2 0 16,0 2 3-16,0 1 1 0,0 2-1 15,2 3 0-15,0 2-3 16,-2 2 0-16,3 1-1 16,-3 0 0-16,0 3-1 15,0-5-10-15,0-3-25 16</inkml:trace>
  <inkml:trace contextRef="#ctx0" brushRef="#br0" timeOffset="-130899.96">2209 16686 46 0,'0'0'7'15,"0"0"42"-15,0 0-40 16,2-38-5-16,0 36 0 0,2 2-2 16,3 0 2-16,2 2 4 15,0 5-3-15,4 3-2 16,-1 1-2-16,1 3 1 16,1-2-1-16,1 3-1 15,-1 1 0-15,-1 1 0 16,-2 0 0-16,-2-1-1 0,-2 1-1 15,-1-2 2-15,-3-3 0 16,1-1 0-16,-4-5-1 16,0-2 0-16,0-1 3 15,0-3 4-15,0 0 8 16,0-3-5-16,0-7-5 0,-2-3 3 16,-1-1-5-16,3-4-1 15,0-1-1-15,0 1 2 16,0-1-3-16,7 4 3 15,0-2-1-15,2 2-6 0,4 1 10 16,1 4-5-16,-1 2 1 16,1 4-3-16,-1 4 1 15,0 0-6-15,1 5-3 16,-1 8 5-16,-1 5 1 16,-3 4 0-16,1 3 1 15,-4 5-11-15,-2 2-14 0,-4 0-21 16</inkml:trace>
  <inkml:trace contextRef="#ctx0" brushRef="#br0" timeOffset="-130493.02">2597 16868 81 0,'0'0'137'0,"0"0"-137"0,0 0-1 0,0 0 2 15,14-40-1-15,-8 30 1 0,1-2-1 16,1 0 2-16,0-2-1 16,-2 2-1-16,1 0 1 15,-1 0-1-15,0 1 1 16,-2 1-1-16,0 0 1 16,-1 3 0-16,-3 1 0 15,0 1 1-15,0 0 0 0,0 3-2 16,0 2-2-16,-5 0 1 15,-1 0-3-15,0 10-6 16,0 2 9-16,2 5-2 16,-1 5 4-16,5-1-1 15,0 7 0-15,0-3 1 0,0 0-1 16,3-1 0-16,5-4 1 16,0-4 0-16,0-4-1 15,1-2 0-15,0-4-4 16,2-6-8-16,0 0-8 0,1-3-6 15,1-13-6-15,-2-3-21 16</inkml:trace>
  <inkml:trace contextRef="#ctx0" brushRef="#br0" timeOffset="-130238.4">2832 16469 147 0,'0'0'10'15,"0"0"22"-15,0 0-20 16,0 0-13-16,0 0 0 16,-36 42 4-16,32-15-4 0,4 3 2 15,0 3 1-15,2-2-1 16,5 2 2-16,3-1-2 16,3 0 0-16,1 1 0 15,0-1 0-15,-1 1-1 16,-4-3 0-16,1-1-1 0,-6-2-4 15,0-4-19-15,-4-5-28 16,0-9-17-16</inkml:trace>
  <inkml:trace contextRef="#ctx0" brushRef="#br0" timeOffset="-130040.05">2784 16869 102 0,'0'0'101'16,"0"0"-101"-16,0 0-1 0,0 0-3 16,0 0 6-16,0 0 1 15,39-41-2-15,-24 31-1 16,2 2 1-16,-2-1-1 16,5 1-4-16,-5-2-48 15,4-3-19-15</inkml:trace>
  <inkml:trace contextRef="#ctx0" brushRef="#br0" timeOffset="-129704.5">3031 16756 115 0,'0'0'4'16,"0"0"-7"-16,0 0 3 15,0 0 1-15,0 0-1 16,0 0 0-16,13 48 2 15,-6-34-1-15,0 1 2 0,4 3-1 16,0-1 1-16,-2 0-1 16,3-3 0-16,-2 2-2 15,-1-5 0-15,-2-1 1 16,-4-3 0-16,1-3 0 16,-4-2 0-16,0-2 3 15,0 0 35-15,0 0 13 0,-5-6-32 16,1-8-10-16,-3-3-6 15,2-4-1-15,1-5-6 16,2-1 4-16,2-3-3 16,0 3-5-16,4 0-13 0,3 0-43 15,3 2-23-15</inkml:trace>
  <inkml:trace contextRef="#ctx0" brushRef="#br0" timeOffset="-129376.7">3274 16702 163 0,'0'0'8'0,"0"0"-5"15,-2 45-2-15,2-25-1 16,-2 1 1-16,2 2-1 0,0-1-1 16,0-3 2-16,2-2-1 15,3-2 1-15,0-6 0 16,1-3 3-16,-2-3-4 15,3-1 4-15,-3-2 2 16,2 0 11-16,-2-6 9 16,-2-4 0-16,-2-4-8 0,0-2-5 15,0-2-2-15,-4-2-4 16,-6-1-1-16,1 1-1 16,-6 0-4-16,1 3 0 15,-1 2-3-15,1 5 1 16,1 5-15-16,-1 5-23 0,3 0-21 15,1 10-51-15</inkml:trace>
  <inkml:trace contextRef="#ctx0" brushRef="#br0" timeOffset="-128907.31">3828 16656 99 0,'0'0'88'0,"0"0"-82"0,0 0 9 0,0 0-12 0,0 0-2 16,0 0-1-16,0 0-2 15,-42-25 1-15,34 25-6 16,-2 5 6-16,1 4-2 16,1 2 3-16,3 1 0 15,1 0 0-15,2 3 0 16,2-1 0-16,0-1 0 0,2 1-2 16,4-1 4-16,5-1-2 15,1 0 3-15,1-1-2 16,-2 1-1-16,3-1 0 15,-3 0 1-15,-3 2 0 16,0 1-1-16,-4 0 0 0,-4 1-1 16,0 2 0-16,0 0-2 15,-6-1-1-15,-6 1 9 16,3-3-4-16,-2-2-1 16,2-3 1-16,0-5-5 15,5-4-37-15,-1-7-17 0</inkml:trace>
  <inkml:trace contextRef="#ctx0" brushRef="#br0" timeOffset="-128659.08">3891 16555 202 0,'0'0'1'0,"0"0"8"16,0 0-4-16,0 0-8 15,0 0 7-15,0 0-4 0,12 47 7 16,-6-18-3-16,3 3 1 16,3 3-4-16,-2 1 0 15,2 0 0-15,2 1-1 16,-1 0 1-16,0-2-2 16,-2 4 1-16,-2-3-3 0,-2-3-46 15,-4-6-33-15</inkml:trace>
  <inkml:trace contextRef="#ctx0" brushRef="#br0" timeOffset="-128445.05">3913 16956 261 0,'0'0'-24'0,"0"0"24"16,0 0-1-16,3-44 0 0,7 31-7 15,4 2-3-15,3 1 4 16,2 1 4-16,0 2 0 16,5 0-2-16,-2 3-15 15,3-2-21-15,-1 2 3 16,-1-2-39-16</inkml:trace>
  <inkml:trace contextRef="#ctx0" brushRef="#br0" timeOffset="-128131.72">4202 16805 81 0,'0'0'48'0,"0"0"-9"16,0 0-9-16,0 0-22 0,0 0-6 16,-49 46 0-16,36-25-4 15,-1 3 3-15,3-1-1 16,5 0 1-16,1-6-2 16,5-3-7-16,0-3-10 15,5-8-8-15,1-3 1 0,3 0 14 16,2-7 5-16,1-10 4 15,0-1 4-15,2-4 2 16,-3 0 5-16,2 2 4 16,-3 3 3-16,-3 4-1 15,3 4-10-15,-2 7-3 16,0 2 1-16,-1 0-2 0,0 8 3 16,4 5-1-16,0 0-4 15,-2 1 1-15,2-3-1 16,0 1-26-16,-2-5-6 15,-1-6-11-15</inkml:trace>
  <inkml:trace contextRef="#ctx0" brushRef="#br0" timeOffset="-127883.2">4336 16497 236 0,'0'0'6'16,"0"0"-5"-16,0 0 1 16,0 0-8-16,0 0 4 15,1 58 2-15,5-26 1 0,0 3 0 16,2 2 1-16,1 1-1 16,1-3-1-16,2 0-1 15,-3-3 2-15,-3-3-22 16,-2-2-37-16,-3-5 9 15,-1-6-24-15</inkml:trace>
  <inkml:trace contextRef="#ctx0" brushRef="#br0" timeOffset="-127598.08">4305 16751 146 0,'0'0'1'15,"0"0"1"-15,36-41 1 16,-16 28 7-16,2 2 2 16,1 3 4-16,3 3-7 0,-1 5-2 15,-2 0 0-15,-1 3-4 16,0 7-1-16,-4 4 6 16,-3-1-7-16,-4 4-1 15,1 0 1-15,-6-1-3 16,-1 0 4-16,-1-1-2 15,-2-2 1-15,-2-2-1 0,0-2 0 16,0-5-20-16,0-4-43 16,0-3-4-16</inkml:trace>
  <inkml:trace contextRef="#ctx0" brushRef="#br0" timeOffset="-127484.81">4593 16524 150 0,'0'0'0'16,"0"0"-6"-16,0 0-42 0</inkml:trace>
  <inkml:trace contextRef="#ctx0" brushRef="#br0" timeOffset="-126886.89">4722 16605 36 0,'0'0'13'0,"0"0"21"0,0 0-9 16,0 0 3-16,0 0-2 16,0 0-11-16,0 0-6 15,-6 13-3-15,-3-2-8 16,-2 3 3-16,2 4-1 0,2 1 1 16,5 1-1-16,0 0 0 15,2-3 0-15,0 0 0 16,0-3 1-16,4-5-1 15,3 0 2-15,0-4-2 0,2-3-2 16,-1-1 1-16,-1-1 0 16,3 0 0-16,-6 0 1 15,1-6-6-15,-1-2 2 16,0-2 6-16,-2-3 3 16,0 0-3-16,-2-2 0 0,1-1 2 15,-1 2 1-15,0 1 5 16,0 2 7-16,1 4-6 15,3 0-4-15,-2 2-2 16,2 4-4-16,3-2-1 16,1 3 1-16,2 0 0 15,-1 0-2-15,1 7 1 0,2 2 7 16,-3 1-7-16,-2 0-1 16,1 1-1-16,-4-1 2 15,2-2-1-15,-6-2 1 16,2 0 1-16,-2-5 0 15,0-1 1-15,0 0 10 0,0-3 11 16,0-7-18-16,0-1 0 16,0-2-4-16,0 3 0 15,2 1 0-15,0 4-1 16,3 4 0-16,3 1 1 16,0 1-1-16,2 13-1 0,1 5 5 15,3 5-5-15,1 9-1 16,-3 2-36-16,-3 2-84 15</inkml:trace>
  <inkml:trace contextRef="#ctx0" brushRef="#br0" timeOffset="-122149.75">5728 14966 11 0,'63'-41'6'0,"2"4"15"0</inkml:trace>
  <inkml:trace contextRef="#ctx0" brushRef="#br0" timeOffset="-121009.45">6937 13982 101 0,'0'0'15'0,"0"0"13"0,0 0-18 15,0 0 6-15,0 0-2 16,0 0-6-16,0 0 1 16,0 0 0-16,0 0-2 0,0 0 2 15,0 0-1-15,0-31-4 16,0 26-2-16,-2 0 0 15,-4 1-1-15,-3 3 3 16,0 1-4-16,-4 0 1 16,4 6 1-16,-3 6-2 15,1 3 1-15,2 2-1 0,3 2 0 16,1-1 1-16,1 2-1 16,3-2 0-16,1-2 0 15,0 2 1-15,0-3-1 16,0 0 1-16,5-3-1 0,0-2 1 15,4-2-1-15,-1-2 1 16,-1-3-2-16,3-3 1 16,0 0 0-16,1 0 1 15,-1 0 1-15,-2-6-3 16,-3 1 5-16,1 2-1 16,-4 1-3-16,-2 2 0 0,0 0 0 15,0 0-5-15,-2 4 8 16,-4 9-3-16,-5 4 0 15,1 3 0-15,-2 4 2 16,5 0-2-16,0 2 0 16,2-5 0-16,3 2 0 0,2-6 1 15,0-1-1-15,5-1 1 16,4-5 1-16,4 0-2 16,3-1 0-16,1-4-1 15,4-2 0-15,2 0 0 16,4-3-19-16,-2 0-38 0,0-7-56 15</inkml:trace>
  <inkml:trace contextRef="#ctx0" brushRef="#br0" timeOffset="-120609.29">7258 14175 195 0,'0'0'6'0,"0"0"7"0,0 0-11 0,0 0-1 15,0 0 0-15,0 0-5 16,0 0 2-16,0 0-5 0,0 0 4 16,-36-18 3-16,22 26 2 15,1 4-1-15,1 0 2 16,0 1 0-16,5 1-2 16,1 2 0-16,2-2 0 15,2 0 0-15,2-1 1 16,0 1 0-16,9-4 2 0,1 0-1 15,2-1 2-15,4-2-8 16,-3 0 7-16,2-1-1 16,0-1-2-16,-1 1 0 15,-3 0 0-15,-3-1-1 16,-1 1 1-16,-5 0-1 0,-2 0 3 16,0 2-4-16,-5 2 5 15,-5 1 0-15,1 2-3 16,-5-2-2-16,1 1 1 15,0-5-2-15,3 3-10 0,0-9-35 16,5-1-29-16</inkml:trace>
  <inkml:trace contextRef="#ctx0" brushRef="#br0" timeOffset="-120290.27">7412 13871 127 0,'0'0'6'0,"0"0"13"0,0 0 6 0,0 0-27 16,0 0 5-16,0 37-3 15,0-11 2-15,0 2 1 0,0 3-1 16,0 2 0-16,0-2 0 16,0 3 0-16,2 0 0 15,0-1-2-15,0 1 0 16,5 0 0-16,-3-2 0 16,2 0-8-16,-2-2-47 0,0-4-8 15</inkml:trace>
  <inkml:trace contextRef="#ctx0" brushRef="#br0" timeOffset="-119811.15">7743 14314 42 0,'0'0'4'0,"0"0"-3"0,0 0 0 15,7-45 12-15,-8 36 17 16,-8 1-10-16,0 2 7 16,-2 1 7-16,-1 3-10 15,2-1-11-15,1 3-6 16,1 0-2-16,0 7-4 16,-1 2-2-16,3 5 1 0,1 0 0 15,0 0-2-15,3 1 2 16,2-1 2-16,0-3-2 15,0 2 0-15,0-4 1 16,5-1 0-16,2-4-1 16,1-2-2-16,1-2-3 0,3 0 4 15,-2-4 5-15,1-5-2 16,1-2 1-16,-1-1-2 16,-2 2 2-16,-2 2-3 15,0 1 3-15,-1 1-3 16,-1 3 3-16,1 1-2 15,2 2 0-15,-2 0-1 0,1 0 1 16,1 0-2-16,-2 2 2 16,2 1 0-16,-3 1 0 15,3 2-1-15,-3-1-13 16,2-3-53-16,-5-2-17 16</inkml:trace>
  <inkml:trace contextRef="#ctx0" brushRef="#br0" timeOffset="-119165.83">7827 13783 161 0,'0'0'-12'0,"0"0"33"0,0 0-16 15,0 0-6-15,0 0 0 0,0 0 3 16,12 63-2-16,-8-29 2 16,-1 5-1-16,3 4-1 15,0 0 1-15,2 2 0 16,-2 0-1-16,1-2 0 16,-3 3-5-16,-1-1-43 0,-1-4-20 15</inkml:trace>
  <inkml:trace contextRef="#ctx0" brushRef="#br0" timeOffset="-118759.09">8120 14233 127 0,'0'0'-16'0,"0"0"18"16,9-42 0-16,-9 33-1 0,-2 2 4 15,-5 6 3-15,-7 1 7 16,2 0-13-16,-3 5 1 16,2 7-2-16,0 3 0 15,1 4 0-15,4-1-1 16,-1 2 0-16,2-1 0 0,5-4 0 16,2 1-1-16,0-6 1 15,0-3-2-15,0-4-2 16,9-3-4-16,0 0 11 15,2-3 3-15,3-7 8 16,-1 1 0-16,1-2-8 16,1 4-3-16,-3 1-2 0,-1 2 0 15,-1 4 0-15,0 0-1 16,-1 0 3-16,-1 3-2 16,1 1 0-16,1 3 1 15,-2-1 0-15,1-2-8 16,-3-1-32-16,2-3 2 0,-2 0-37 15</inkml:trace>
  <inkml:trace contextRef="#ctx0" brushRef="#br0" timeOffset="-118491.34">8258 13976 109 0,'0'0'8'0,"0"0"30"0,0-40-17 0,0 33-2 0,-2 6-5 16,2 1 2-16,0 4-13 15,0 12-4-15,0 4-3 16,0 5 6-16,2 2 2 16,1 3-4-16,2-1 0 15,-1-1 0-15,-1-1 0 0,-1 0-4 16,0-2-22-16,-2-2-7 15,0-6-14-15,0-3-68 16</inkml:trace>
  <inkml:trace contextRef="#ctx0" brushRef="#br0" timeOffset="-118033.04">8187 14155 144 0,'0'0'-23'0,"0"0"24"0,0 0-2 16,0 0 0-16,0 0-2 15,50-34 1-15,-35 29 3 16,3 0-2-16,0 1 2 16,2-1 0-16,-2 3 2 0,2 0 2 15,-4 2-3-15,-1 0-1 16,-3 5-2-16,-6 6 3 15,-2 3-1-15,-1 3 1 16,-3 3 7-16,0-1-1 16,0-1 23-16,0-1-23 15,0 0-4-15,0-5-1 0,0-2 0 16,4-2 0-16,1-4 1 16,1-1-1-16,2-3-5 15,0 0 4-15,-3-3 0 16,3-7 10-16,-2-2 3 15,0-3 1-15,-2 0-7 0,-2-5 1 16,-2 4-3-16,0-4-1 16,0 3-3-16,0 2-2 15,-2 0 0-15,-4 4-2 16,1 5 0-16,0 2-4 16,-1 4-10-16,1 0-25 15,1 0-40-15,-1 0-16 0</inkml:trace>
  <inkml:trace contextRef="#ctx0" brushRef="#br0" timeOffset="-117755.08">8569 14140 116 0,'0'0'3'0,"0"0"-1"0,0 0 0 15,41 42-1-15,-28-26 1 16,-6 1-1-16,2 1 0 0,-5-3-1 15,-1 0 0-15,-3-5 0 16,0-3 0-16,0-4 8 16,-2 0 30-16,-5-3 0 15,-1 0-16-15,0-7 2 16,1-6-4-16,-1-5-8 16,0-4-7-16,8-6-1 0,0 1-2 15,2-6-4-15,15-2 4 16,7-5-4-16,6-7-38 15,5-4-49-15</inkml:trace>
  <inkml:trace contextRef="#ctx0" brushRef="#br0" timeOffset="-116380.98">10221 13948 120 0,'2'-16'3'0,"-2"2"2"0,0 3-4 0,0 2-1 16,0 6 1-16,-2 3-6 16,-6 0 10-16,3 3 0 0,-6 9-6 15,4 3 2-15,0 4-1 16,1 0 2-16,2 0-2 16,3-3 0-16,1 1 1 15,0-3-1-15,5-3 1 16,2 1 1-16,3 0 2 0,-1-2-3 15,1 2 0-15,0-3 0 16,-4 0-1-16,2 1 2 16,-3-1-2-16,-1 0 2 15,-4-1-1-15,0 3 1 16,-5 0 6-16,-6 2 2 16,-2 1-5-16,-3 1 1 0,0 0-5 15,0 2 0-15,-1-3-2 16,3-4 0-16,1-1-31 15,2-6-29-15</inkml:trace>
  <inkml:trace contextRef="#ctx0" brushRef="#br0" timeOffset="-116110.04">10405 13779 195 0,'0'0'16'0,"0"0"4"16,0 0-13-16,0 0-7 15,0 0-4-15,0 0 9 16,0 0-6-16,6 58 0 0,-6-27 1 16,0 2 0-16,0 2 2 15,0-2-2-15,0 0 1 16,0-3-1-16,0-3 0 15,0 0-1-15,0-3-6 16,-6-2-67-16,-1-3 3 0</inkml:trace>
  <inkml:trace contextRef="#ctx0" brushRef="#br0" timeOffset="-115924.98">10309 14113 101 0,'0'0'83'0,"0"0"-79"16,0 0 3-16,0 0-3 16,26-43-8-16,-11 34-8 15,6-2 1-15,-1 3-4 0,4-2 8 16,-1-2-3-16,4 1-24 16,-4-2-71-16</inkml:trace>
  <inkml:trace contextRef="#ctx0" brushRef="#br0" timeOffset="-115304.99">10636 13934 189 0,'0'0'2'0,"0"0"21"15,0 0-11-15,0 0-10 16,0 0-4-16,-39 21 3 16,27-7-2-16,-1 3 2 0,2 2-1 15,2-1 1-15,-2 2-1 16,4-2 0-16,1-2 1 15,5 0-1-15,-1-3-1 16,2-3-2-16,0-2-4 16,5-4-2-16,3-4-7 0,2 0 11 15,-1 0 4-15,1-5 4 16,2-7-5-16,-1 1 7 16,-2-3 0-16,3-3-4 15,-2 1 2-15,3 0-1 16,-3 2-1-16,-2 0-1 15,1 5 1-15,-5 2 1 0,2 2-2 16,-2 3 0-16,-2 2 0 16,1 0-2-16,-1 7 7 15,2 3-7-15,0 2 3 16,-1-1 0-16,0 2 0 16,3-2 0-16,-1-1-1 0,3-1 1 15,-2-1 0-15,4-1 1 16,1-2-1-16,-2-3-1 15,3 0-1-15,-2-2-1 16,1 0 3-16,1-2 0 16,-3-3 0-16,1-4-1 0,-5 0 3 15,4-3-2-15,-4 0 4 16,1-2-1-16,-2 0 2 16,-1 1-5-16,1 1 1 15,-1 3 0-15,-3-1 1 16,0 6 3-16,2 2-3 0,-2 2 2 15,0 0-8-15,2 3 5 16,-1 7-1-16,2 1-1 16,2 0 2-16,2 1-1 15,4-2 1-15,-2-1-2 16,4-4-15-16,-2-3-32 0,-1-2-54 16</inkml:trace>
  <inkml:trace contextRef="#ctx0" brushRef="#br0" timeOffset="-115171.21">10941 13853 238 0,'0'0'4'0,"0"0"16"0,-18-46-15 16,16 37-6-16,2 5 3 16,0 3-30-16,0 1-76 15</inkml:trace>
  <inkml:trace contextRef="#ctx0" brushRef="#br0" timeOffset="-114799.99">10942 14046 99 0,'0'0'39'16,"0"0"-37"-16,0 0 25 15,0 0 2-15,0 0-20 16,40-17-5-16,-34 7-2 15,-2-2-1-15,-2 0 1 16,-1-4 0-16,0-1 1 0,1 0 0 16,1-3-2-16,1 3-1 15,0 0 0-15,0 4 1 16,2 3-1-16,1 3 0 16,3 0-5-16,2 6 8 0,1 1 0 15,3 0-2-15,-2 7 0 16,3 4 0-16,-3 6 2 15,0 2-3-15,-3-1 7 16,-1 3-5-16,2-2-2 16,-5 0 2-16,3-3-2 15,0-3 1-15,1 1-2 0,0-2 2 16,1-1-21-16,0-4-63 16,2-5-53-16</inkml:trace>
  <inkml:trace contextRef="#ctx0" brushRef="#br0" timeOffset="-114544.23">11479 13873 115 0,'0'0'15'0,"0"0"28"16,9-37-6-16,-9 28-13 16,0 4-8-16,-7 2-14 15,1 2-1-15,-5 1 2 0,0 0-6 16,-1 6 0-16,-1 10 5 15,-2 2-3-15,1 4 2 16,3 5 0-16,2 0 0 16,2 0-1-16,5-2 1 15,2-2-1-15,0 0 0 0,11-5-10 16,0 0-21-16,2-6-17 16,3 1-6-16,-1-9 8 15</inkml:trace>
  <inkml:trace contextRef="#ctx0" brushRef="#br0" timeOffset="-113297.05">11618 13991 208 0,'0'0'10'0,"0"0"25"16,0 0-16-16,0 0-7 16,0 0-5-16,-32-36-5 0,19 36-7 15,-1 0 5-15,-1 9-2 16,2 3 2-16,-1 2 2 15,4 1-2-15,3 0-2 16,-2 1-3-16,6-5-5 16,-1-1-3-16,4 1-2 0,0-5 0 15,0-3-2-15,2-3-3 16,6 0 6-16,3 0 7 16,1-3 8-16,-1-5-1 15,1 1 2-15,-3 1-1 16,1 3 0-16,-4 3 2 0,0 0 2 15,-1 0 1-15,1 0 0 16,-1 3-1-16,4 3-1 16,-4-1-3-16,3-3 0 15,-1 1-1-15,4-3 2 16,0 0-2-16,0 0 1 0,3-5 0 16,-1-6 1-16,1 2-1 15,-2-5 4-15,1-1 6 16,-3-2 3-16,-1-2-2 15,-4-2-2-15,2 2-4 16,-3 1 0-16,-2 4-2 16,-2 4 5-16,2 1-2 0,-1 5-6 15,3 0-1-15,-2 4 1 16,2 0-2-16,3 0 1 16,2 7-1-16,2 1 1 15,0 2-2-15,1 3 4 0,-1-2-4 16,-2 2-3-16,2 0-5 15,-6-2 6-15,1 0-14 16,-4 0 15-16,0-3 3 16,-2 1-3-16,0-2 0 15,0-3-7-15,-6 3 3 16,0-1-4-16,1-3-6 0,0 1-11 16,0-4-3-16,3 0 13 15,2 0 8-15,0 0 6 16,0-4 1-16,3-5 3 15,6 4 1-15,2-4 0 16,-2 2 4-16,4 0 3 0,-1-2 2 16,3 0 4-16,-4 1 3 15,-2 2 2-15,1-2-2 16,-2 1-4-16,1 1 3 16,-2 0 4-16,2-2-4 15,-4 1-7-15,3-2-4 0,-4 1 0 16,-1 1 2-16,-1 0-1 15,-2 1 0-15,0 0-1 16,0 3 0-16,0 1-8 16,-4 0 2-16,-3 2 5 15,0 0-11-15,-2 7 3 0,0 6 2 16,-2 4 2-16,1 3-1 16,0 0 2-16,3 0-1 15,3-2 0-15,4-1 0 16,0-4 1-16,0 0-1 15,4-5-6-15,5 1-1 0,1-5-9 16,3-2 6-16,4-2-4 16,3 0 5-16,3 0-3 15,-2-8-19-15,5 0 0 16,-2-6 5-16,1 1-2 16,-2-3 14-16,-1-2 10 0,-2-2 4 15,-2-3 1-15,-3 2 0 16,-3-2 4-16,-5 3 12 15,-3 3 1-15,0 3 2 16,-4 3 10-16,0 4-1 16,-5 3-26-16,-1 3 0 0,-5 1-6 15,2 0-1-15,2 4-1 16,-1 2 3-16,3 3 2 16,2 1 0-16,3-2 1 15,0 2 0-15,5 0 1 16,4-1-2-16,6 1 0 0,2 0-1 15,5-2 3-15,-3 2 0 16,0 0 2-16,-2 1-2 16,-3-2-1-16,-5 4 0 15,-5 1-1-15,-4 1-2 16,-8 5 0-16,-20 10 2 16,-14 4-2-16,-16 3-92 0</inkml:trace>
  <inkml:trace contextRef="#ctx0" brushRef="#br0" timeOffset="-110436.58">7362 14750 57 0,'0'0'18'0,"0"0"-11"0,1 0-5 15,0 0 1-15,0 0 2 0,0 0 2 16,2 0-6-16,2 0 1 16,-1 0-2-16,3 0 2 15,-1 0-2-15,3 0 2 16,3 4-1-16,1 2 0 15,1 3-1-15,-1 1 0 0,1 3 1 16,-1 1 0-16,0 3 0 16,-1 1 1-16,-1 6 0 15,2 5 0-15,-4 4 0 16,-2 6-1-16,-1 7 0 16,-2 2-1-16,0 5 0 0,-2 5 1 15,0 1 0-15,-2 5-1 16,0 0 1-16,0 3-1 15,0 0 1-15,-4 0-1 16,0-1 1-16,0 0-1 16,-1 0 1-16,1 2-1 15,0 1 1-15,-1-4-2 0,1 2 1 16,-3-6 0-16,1-3-1 16,3-7-1-16,-4-7 3 15,3-4-1-15,0-6 1 16,-5-4 0-16,4-4 0 15,-1-2 4-15,-1-2 0 0,-2-2 2 16,2-1-4-16,-2-2-1 16,1-5 1-16,2-1-1 15,0-2 1-15,2-6-3 16,3-3-1-16,0 0-45 0</inkml:trace>
  <inkml:trace contextRef="#ctx0" brushRef="#br0" timeOffset="-108806.89">8154 14650 21 0,'0'0'1'0,"0"-3"0"0,0 1-1 16,0-2 0-16,0 3 2 0,0 0 2 15,0-1 8-15,0 1 1 16,0-1-6-16,0 1-6 16,2-1 1-16,2-1 0 15,0 0 1-15,3-1 0 16,0 3 0-16,2-3 1 0,-2 2 1 16,-1-1 0-16,4 3 0 15,-3-2-3-15,1 2 1 16,-1 0-3-16,4 0 0 15,-4 0 0-15,2 0 0 16,2 5 1-16,-4-1-1 16,1 3 1-16,-1 2 0 0,1-2 0 15,-2 6 0-15,0-2-1 16,-1 5 2-16,1-1-2 16,-1 4 1-16,2 0-1 15,-2 4 0-15,1 1 1 16,-2 4-1-16,1 2 2 0,2 6 1 15,-1 4 3-15,1 4-1 16,-1 2-3-16,2 1-1 16,-1 1 0-16,-1-1 1 15,0 0 2-15,-3 2 3 16,1 2 9-16,-4 2-5 0,0 2-1 16,0 2-1-16,0-1-6 15,0 1-1-15,-4-1-1 16,1 2-1-16,-3 2 2 15,-1 0-1-15,-4 2-1 16,4-1 2-16,-4-1-1 0,-1-5 0 16,0-2 0-16,-1-6 1 15,-1-5 3-15,1-2-3 16,-1-6 0-16,3-3-1 16,-5 0 7-16,2-3-3 15,-1 0 0-15,2-1 0 0,0 1-2 16,-1-2 0-16,3-2-1 15,-3-2-2-15,5-3 0 16,-1-3 0-16,2-5 1 16,1 1-1-16,1-5 0 15,0-1 0-15,3-1 0 0,-3-2-5 16,0 1-31-16,0-4-38 16</inkml:trace>
  <inkml:trace contextRef="#ctx0" brushRef="#br0" timeOffset="-107959.89">7363 16458 2 0,'2'-6'24'0,"2"3"-3"0,1-1-4 0,-1 0-5 0,-1 1-6 16,1 1-4-16,-2-1-1 15,0 3 0-15,0 0-2 16,-2 0 2-16,0 0 5 16,0 0 4-16,0 1-1 15,0 6-8-15,-2 1 0 16,-4 5 0-16,1 0-1 0,1 2 0 16,-4 4 0-16,0-1-1 15,-1-1 1-15,-2 3 1 16,-2-3-1-16,-3 0-1 15,2 0 2-15,-4-3 1 16,-1 0 9-16,-2 1 1 0,-1-4-2 16,2 1-7-16,-5 0 0 15,0-3 2-15,1 1-3 16,0-3-1-16,-3 0 1 16,0 0-1-16,0 0 4 15,2 0 4-15,-2 0 7 16,3 0-6-16,4 0-1 0,2-1 2 15,3 0-2-15,5-2-6 16,6 0-2-16,4-1-2 16,0-3-32-16,7 0-47 15,8-5 15-15</inkml:trace>
  <inkml:trace contextRef="#ctx0" brushRef="#br0" timeOffset="-107291.95">8085 16614 37 0,'0'0'2'0,"0"0"6"0,0 0 7 16,0 0-3-16,0 0 0 16,0 0 4-16,0 0 2 0,0 0-4 15,0 0-4-15,0 0-2 16,-8 45-3-16,2-31-4 15,-3 1-1-15,0 3 0 16,-2 1 0-16,0 1-1 16,-3 2-1-16,-1-1 2 0,-4 4 2 15,2 0-2-15,-5 2 1 16,-1 2-1-16,-1 2 0 16,-3 2-1-16,-2-1-3 15,-2-2 0-15,-1 1-1 16,1-1 6-16,-2-3-2 0,4-3 4 15,4-1-2-15,0-2 4 16,3-1-1-16,6-3-1 16,-2-1-3-16,5-3 1 15,-1-1-1-15,3-3-1 16,5-2 2-16,1 0-2 0,4-3 0 16,1-4-23-16,0 0-36 15</inkml:trace>
  <inkml:trace contextRef="#ctx0" brushRef="#br0" timeOffset="-103905.72">7718 15810 51 0,'0'0'5'0,"0"0"9"0,5 52-3 16,-1-33-7-16,-2-1 8 0,0-1-1 15,0 0 1-15,0-1 0 16,-1-2 0-16,0 0 1 16,-1-1-5-16,0 1-5 15,0-1 1-15,0 0-3 16,0 0 0-16,-2 0 0 16,-4-1-1-16,-1 1 1 15,1 0-1-15,-2-3 1 0,2-2-1 16,-1-1 1-16,1-1 0 15,0-3 2-15,0-2 0 16,2 0-1-16,-2-1 0 16,1 0 2-16,1 0 1 0,-3-5-4 15,2-2 1-15,-1 0 2 16,3 0 1-16,-3 0-3 16,1-2 0-16,1 2-1 15,-1-1-2-15,1 0 1 16,2 0 1-16,1 2-1 15,1-1 0-15,0 0 3 0,0 3 0 16,0-2-1-16,2 1-1 16,3 0-1-16,0 2 2 15,0 1-2-15,1 0 0 16,0 1 1-16,-1 1-1 16,2 0 1-16,0 0-1 0,1 0 0 15,-1 1 3-15,-1 3-3 16,4 2 0-16,-3 0 3 15,1 1-2-15,0-1 0 16,0 1 1-16,1-2-1 16,-3 1 0-16,4-2-1 0,-1 0 1 15,-3-1-1-15,0-1 0 16,2 0 1-16,1 0-1 16,-3-2 0-16,1 0 0 15,-3 0-33-15,0-6-66 0</inkml:trace>
  <inkml:trace contextRef="#ctx0" brushRef="#br0" timeOffset="-103577.95">7820 15852 97 0,'0'0'11'0,"0"0"15"0,0 0-9 0,0 0 10 16,0 0-3-16,0 0-11 15,0 0-5-15,0 0-6 16,0 0-1-16,0 0-2 16,0 0 1-16,0 0-2 15,25-8-44-15,-23 8-43 0</inkml:trace>
  <inkml:trace contextRef="#ctx0" brushRef="#br0" timeOffset="-103435.6">7866 15945 151 0,'0'0'8'15,"0"0"-13"-15,0 0 10 16,0 0-5-16,0 0-51 16</inkml:trace>
  <inkml:trace contextRef="#ctx0" brushRef="#br0" timeOffset="-102995.24">7929 15761 106 0,'0'0'-4'0,"0"0"4"15,0 0 1-15,-10 43-1 0,10-29 1 16,0-1-1-16,0 1 2 16,0-2 1-16,4-4 1 15,3-1 4-15,0-4-1 16,-2 0 3-16,1-3 1 16,1 0 1-16,2 0 3 0,-2-6-7 15,1-4-4-15,-1-1-1 16,2 1 2-16,-5-4 1 15,3 0-2-15,-5 1 5 16,0-1 2-16,-2-2 2 16,0 3-1-16,0 1 1 0,-4 0-3 15,-4 2-4-15,1 3-2 16,-2 0 0-16,2 3-2 16,0 1 1-16,-1 1-6 15,2 2 6-15,0 0-4 16,0 5-3-16,3 6-18 0,1 1-13 15,-2 0-25-15,1-2-22 16</inkml:trace>
  <inkml:trace contextRef="#ctx0" brushRef="#br0" timeOffset="-102715.97">8035 15740 107 0,'0'0'71'0,"0"0"-43"0,0 0 14 15,0 0-8-15,0 0-10 16,0 0-11-16,0 0-8 0,0 0-2 15,0 0 0-15,0 0-2 16,-10-9-2-16,10 8-30 16,2 0-27-16,0-3-69 15</inkml:trace>
  <inkml:trace contextRef="#ctx0" brushRef="#br0" timeOffset="-102048.24">8087 15573 53 0,'0'0'9'0,"0"0"-8"0,0 0-1 15,0 0 1-15,0 0-1 16,0 0 0-16,0 0 2 16,-12 40 8-16,12-30 2 0,-2 1-1 15,2-1-6-15,0 1 1 16,0-1-2-16,0-1-3 15,2-2 1-15,2 0 0 16,2-2-2-16,0-3 1 16,-3-1 2-16,3-1 9 0,-2 0-1 15,0 0 0-15,2 0 4 16,-2-3-4-16,-1-2-5 16,0-1 3-16,0 0-3 15,-1-2 4-15,-2 1 7 16,0-3-9-16,0 1-5 0,0-1 2 15,0 2 1-15,-2-1 2 16,-5 1-1-16,3 2 0 16,-3-1-3-16,4 1-2 15,-3 2-1-15,2 2-3 16,1 2-4-16,-1 0-28 0,0 0-34 16,0 2 0-16</inkml:trace>
  <inkml:trace contextRef="#ctx0" brushRef="#br0" timeOffset="-101599.91">8156 15487 84 0,'0'0'15'0,"0"0"6"0,0 0 3 0,0 0 0 15,0 0-3-15,0 0-1 16,0 0-6-16,0 0-3 0,0 0-2 16,0 0-3-16,-2-22-5 15,2 22-2-15,0 7 0 16,0 1 1-16,0 4 1 16,4 1 0-16,0 1 0 0,3 0 0 15,1 0 0-15,0 3 0 16,-2 0 0-16,1 1-1 15,-2 1 0-15,-1 1 0 16,-1 4-1-16,-3-3-37 16,0-4-87-16</inkml:trace>
  <inkml:trace contextRef="#ctx0" brushRef="#br0" timeOffset="-99558.25">7293 14736 34 0,'0'-7'2'0,"0"-1"-1"0,2 2 2 16,-2 0 10-16,0 2 8 16,0 1-3-16,0-1 0 0,0 1-3 15,0 2-1-15,0-2-4 16,0 1-5-16,0 0-2 15,1-1-3-15,3 1 1 16,-2-1-1-16,2 0 1 16,-1 2 0-16,4-2-1 0,-1 3 1 15,3 0 0-15,-1 0 0 16,3 0-1-16,1 0 2 16,2 0-2-16,-1 4 0 15,0 1 0-15,1-2 0 0,-3 2 0 16,1 0 1-1,-3-1 1-15,1 3 2 0,0-1-1 16,-4 1-1-16,3 1-1 16,-3 2 0-16,4-1 0 15,-4 1-1-15,3 1 2 16,0 2-1-16,0 0-1 0,0 2 0 16,2-1-1-16,-1 5 2 15,-2-1-2-15,-1 4-1 16,-1-1 2-16,2-1 2 15,-4 0-1-15,1 0 0 16,1-1 0-16,-2-1 0 0,0 0-1 16,2 3 1-16,-2 0-1 15,-3 2 0-15,-1 0-2 16,1 1 1-16,-1 0 2 16,0 2-1-16,-1-2 1 15,-2 3-1-15,-6-2 1 0,4 0 0 16,-1 0 0-16,1 2-1 15,-1-1 0-15,-1 1 1 16,4 0-1-16,-3 0 0 16,1 0 0-16,3-3 1 15,-2 3-1-15,2-3 0 16,-2 2 0-16,0 2 1 0,0 1-1 16,2 2-1-16,-3-1 2 15,1 2-1-15,0-2 0 16,-2 0 0-16,0 1 0 15,-2 1 0-15,-1 1 0 16,-3 2 0-16,1 3 0 0,-4 0 1 16,-1 1-2-16,-1 0 1 15,0 1 0-15,-1-1 1 16,1-3-1-16,-2-2 0 16,4-1 0-16,-1-2 0 15,-1-4 2-15,-2 2-2 0,1-4 0 16,-1 4 0-16,-4 1 1 15,-2-1-2-15,1 1 2 16,0 2-1-16,-3-3 0 16,2 4 2-16,0-6-4 15,3 1 2-15,2-2-4 0,2-5 3 16,5-2-49-16,2-10-76 16</inkml:trace>
  <inkml:trace contextRef="#ctx0" brushRef="#br0" timeOffset="-98196.96">8248 14553 62 0,'-2'0'4'0,"-1"0"8"0,3 0 4 15,-2 0-4-15,2 0-3 16,-2 0 3-16,2 0 7 16,0-2 3-16,-2 1-6 15,2-2-7-15,0 3-2 0,0 0-7 16,0 0-1-16,0 0 2 16,0 0-1-16,6 0 0 15,-3 0-1-15,5 0 1 16,1 0 0-16,0 3-1 15,2 2 1-15,0 0 0 16,3 1 0-16,-3 0-3 0,0 1 1 16,0 1 1-16,0-1 0 15,-1 3 1-15,-2 0-1 16,3-1 1-16,-1 2 0 16,-3 3 0-16,3 2-1 15,-3-1-2-15,0 4-1 0,0-1 1 16,-3 2 1-16,-2-1 1 15,0 1 1-15,-1 1 1 16,3-1-1-16,-2 2 1 16,0 1-1-16,0 2 0 15,1 1 0-15,0 1 0 16,-1 2 0-16,-2 0 0 0,0 1 1 16,0 0-2-16,0 0 1 15,0-1 2-15,0 0-3 16,0 4 2-16,0 0-1 15,0 3 0-15,-3 4 0 0,1 0 0 16,-3 3 2-16,3-1-2 16,-2 1 0-16,2-3 1 15,1 1-2-15,-1-1 1 16,0-1 1-16,-2 1-1 16,4 3 0-16,-6-2 0 0,3 0 1 15,-2 3-1 1,-2-1 0-16,-2-1 1 0,-1-1 0 15,-2-1-1-15,1 0 0 16,-5 0 0-16,1 0 0 16,-3-1 1-16,1 0-1 15,0-2 1-15,2-1 0 0,-3-1 0 16,1-3 2-16,2 0 2 16,0-2-2-16,2-1-1 15,-1 1 0-15,-1 0 1 16,2 0-3-16,0 1 1 15,1 1 0-15,1-2-1 0,-1 3 2 16,1-2-1-16,1 2-1 16,-1-2 1-16,1 2-1 15,-2 1 0-15,1-1 0 16,0 1 1-16,-3-2-1 16,-1 0 0-16,-1-4 1 0,1-1 4 15,-1-6 8-15,1-5-4 16,1 1-2-16,-1-5-2 15,3-3-2-15,-1 1 0 16,0-3-2-16,1 1 1 16,-1-1-5-16,-1-2-7 0,3 2-14 15,-3-4-26-15,1-3-38 16</inkml:trace>
  <inkml:trace contextRef="#ctx0" brushRef="#br0" timeOffset="-96973.11">7380 14745 72 0,'-2'-4'15'0,"-2"-1"6"0,1 5-10 0,1-3-2 0,0 3-1 16,1-1 3-16,0 1-8 15,1 0-3-15,0 0 0 16,0 0-1-16,0 0 1 15,0 4 1-15,6-1-1 0,1 3 0 16,2 1 0-16,0 1 0 16,0 1 0-16,2 2 0 15,-2-1 0-15,1 4 0 16,-2-2 0-16,1 2 0 16,-3 0 1-16,2 3-1 15,-2-1 1-15,1 2-1 0,1 2 0 16,-1 2 1-16,1 2-1 15,2 3 0-15,-4 1 1 16,4 4-1-16,-3 3 0 16,-3 0 0-16,-1 1 1 15,0 3-1-15,0 4 2 0,-3 1-5 16,0 3 6-16,0 4-2 16,0 0-1-16,-6-1 1 15,3 0-1-15,-4-3 0 16,3-1 0-16,-3 0 1 0,-2-1-1 15,0 1 0-15,0 1 1 16,-4 1-1-16,0-1 1 16,-1-2-1-16,-1-1 1 15,-2 2-1-15,0-2 0 16,-1 1 0-16,0-2 0 16,-2 1 0-16,2-2 0 0,-4-2 0 15,6-3 0-15,-2-3 0 16,3-1 0-16,-3-1 0 15,2 0 2-15,0-1-4 16,3 0 4-16,-3 1-2 16,3-1 0-16,-3-1 0 0,3-4 0 15,-3 0 2-15,3-5 6 16,-3-1 5-16,-1-1 2 16,0-2-7-16,0-2-3 15,-1 0-2-15,-2 0 3 16,2 1 1-16,-3-1-4 0,6 0-2 15,1-4-2-15,3 2 1 16,5-6-18-16,2-6-29 16,4-1-31-16</inkml:trace>
  <inkml:trace contextRef="#ctx0" brushRef="#br0" timeOffset="-95805.87">8270 14658 92 0,'-4'0'2'0,"1"-3"3"0,3 2 8 0,0-2-3 16,0 0-9-16,0 0-1 16,0 0 0-16,3 2 0 0,1-1 0 15,-1 2 0-15,1 0 0 16,2 0 1-16,3 0 0 16,1 2-1-16,1 5 0 15,1 4 0-15,3 2 0 16,-3 4-1-16,2 3 0 15,-5 3 2-15,0 2-1 0,0 1 0 16,-4 4 1-16,-1 1-1 16,0 0 1-16,-2 6 3 15,-2-1 1-15,1 5-3 16,0 2-1-16,0-1 0 16,1 2 0-16,0 3-1 0,-2 1 0 15,0 1 1-15,0 3-1 16,-3 2 1-16,-3 2-1 15,-4-1-1-15,-2 2 1 16,0 0 0-16,0 1 1 16,-2 0 1-16,-1 3-1 0,1 3 1 15,1 1-1-15,1 2 0 16,1 3-1-16,0-2 1 16,-3 0-1-16,2-3 0 15,-1-2 0-15,-1-2 1 16,-1-6-1-16,0-2 0 15,-5-2 0-15,1-3 1 0,2-2-1 16,0-4 0-16,1-3 1 16,1-4-1-16,3-1 1 15,1-2-1-15,-1-4 1 16,2 0 2-16,0-1-2 0,2-1 0 16,-4-1-1-16,2-1 1 15,1-3-1-15,-1-2 2 16,2-5 1-16,1-2 1 15,-1-2 0-15,2-2-2 16,0 1 0-16,1-2-1 16,-4 0 0-16,0 0-1 0,2 3 0 15,-1-1 2-15,-1-1 1 16,-2 2 0-16,4 0 7 16,-2-1 1-16,1-1-4 15,2 0 0-15,-1-2-2 16,3 0-2-16,0-3 5 0,0 1 1 15,-1-1 0-15,2-2 1 16,3 1 2-16,-2-2-1 16,2 0-4-16,-2 1-6 15,2 0 2-15,0-1-6 16,0 0-33-16,0 0-14 0,0-9-77 16</inkml:trace>
  <inkml:trace contextRef="#ctx0" brushRef="#br0" timeOffset="-92283.8">3624 17306 104 0,'-3'0'4'0,"1"0"0"0,0 0-2 0,2 0-1 0,-3 0-1 16,3 0 1-16,0 0-3 16,0 0-4-16,0 0-13 15,0 0 17-15,5-1 4 16,2 0-1-16,3-2 1 16,2 2-2-16,3-1 0 0,4 1 2 15,2-2-2-15,2 0 1 16,2-1-1-16,2-2 4 15,2-1 0-15,2 0 4 16,3-4 1-16,3 1-2 16,5 0-2-16,2 0-2 0,4 1 0 15,1 1-1-15,6 3-1 16,0 3-1-16,3 2 0 16,4 0 0-16,-1 2 1 15,4 4-2-15,-2 1 2 16,0-1 1-16,1-4-2 0,-5-2 1 15,1 0 0-15,-3-5-1 16,-3-3 7-16,-2-4 7 16,-6 2-4-16,-3-2-2 15,-3 1-5-15,-4 0-1 16,-3 3-1-16,-6 2-1 0,-4 4 1 16,-5 0-1-16,-7 2-6 15,-9-2-67-15</inkml:trace>
  <inkml:trace contextRef="#ctx0" brushRef="#br0" timeOffset="-87277.99">5118 17519 115 0,'-2'1'12'0,"2"-1"13"0,0 0 0 0,0 0 0 0,0 0-9 16,0 0-10-16,0-4 1 16,4-2 3-16,4 0-4 15,-1-1-3-15,3 1-3 16,-1-1 1-16,1 3-1 0,3-2 0 16,0 2-6-16,-2 0-22 15,-2 1-30-15,-1 2-5 16</inkml:trace>
  <inkml:trace contextRef="#ctx0" brushRef="#br0" timeOffset="-87092.12">5217 17601 152 0,'0'0'6'15,"0"0"16"-15,0 0-1 0,0 0-9 16,0 0-12-16,0 0-5 15,0 0 6-15,0 0-2 16,13 0-6-16,-4-8-8 16,3-3-19-16,-2-4-31 15</inkml:trace>
  <inkml:trace contextRef="#ctx0" brushRef="#br0" timeOffset="-86572.62">5424 17370 110 0,'0'0'14'16,"0"0"9"-16,0 0-4 0,0 0-2 15,0 0-7-15,0 0-4 16,0 0 5-16,0 0-6 15,0 0-1-15,0-4 3 16,1-4-4-16,0-1-1 16,2 0 1-16,-3-2-2 0,2-1 0 15,-2-1 0-15,0 0 0 16,0 0-1-16,0 2 1 16,0 2-1-16,0-2 0 15,-2 5 1-15,-2 1-1 0,3-1 0 16,-1 3 0-1,2 2 0-15,0 1 0 0,0 0-5 16,0 0-16-16,0 0 9 16,0 4 11-16,3 3 2 15,3 3-1-15,1 1 1 16,-2 1 0-16,1 1 0 0,1-1 0 16,2 1-1-16,-4 1 0 15,1-1 2-15,0 1-1 16,1-1-1-16,-2 0 1 15,0-2-1-15,1 1 1 16,-3 1 0-16,1-2-2 0,0 0 2 16,-2 2-5-16,-2 1-31 15,0 0-6-15,0-1-24 16</inkml:trace>
  <inkml:trace contextRef="#ctx0" brushRef="#br0" timeOffset="-86224.82">5491 17528 100 0,'0'0'4'0,"0"0"9"0,0 0 4 0,0 0-7 16,0 0-7-16,0 0-1 15,0 0 1-15,0 0 2 16,0 0-3-16,0 0-1 15,12-31 0-15,-3 25-1 0,-1-1 0 16,2 0 1-16,1 2-1 16,0-1 0-16,-2 0 3 15,0 0-1-15,-1 1 3 16,2-1 2-16,-3 3-1 16,-1-1-1-16,-3 1-2 0,3 0-3 15,-4 2 2-15,0-2-1 16,0 3-1-16,1-1 0 15,0 1 0-15,1 0 0 16,-2 0-8-16,-2 0-34 16,0 0-18-16</inkml:trace>
  <inkml:trace contextRef="#ctx0" brushRef="#br0" timeOffset="-85513.73">5684 17144 82 0,'0'0'27'0,"0"0"-9"0,0 0-5 0,0 0-11 0,0 0 0 15,0 0-1-15,0 0-1 16,0 0-3-16,0 0 2 16,0 0 1-16,0 0-2 15,0 0-2-15,-18-16-9 0,18 16 1 16,0 0 10-16,0 0-2 16,0 0-1-16,0 0-4 15,0 0 7-15,0 0-3 16,0 1-21-16,0 1-29 15</inkml:trace>
  <inkml:trace contextRef="#ctx0" brushRef="#br0" timeOffset="-84766.77">5653 17186 88 0,'0'0'4'0,"0"0"5"0,0 0-1 0,0 0-3 0,0 0 2 16,0 0 13-16,0 0-12 15,0 0-2-15,0 0 4 16,0 0-7-16,0 0 0 15,0 0-3-15,-2-6 0 16,8 6-1-16,1 6-2 16,0 1 4-16,2 2 1 0,0 2-1 15,-1 0 0-15,1-2-1 16,-2 1 0-16,0-1 0 16,-1 0 0-16,-3 0-10 15,1 1-10-15,-2-2-7 16,-2-1-1-16,2 0-21 0</inkml:trace>
  <inkml:trace contextRef="#ctx0" brushRef="#br0" timeOffset="-84631.99">5731 17315 3 0,'0'0'4'0,"0"0"4"16,0 0-1-16,0 0 2 0,0 0 1 16,0 0-5-16,0 0-3 15,0-38-1-15,0 31-1 16,2 4 1-16,0-1-4 15,0 2-24-15</inkml:trace>
  <inkml:trace contextRef="#ctx0" brushRef="#br0" timeOffset="-83939.8">5751 17310 0 0,'0'0'15'0,"0"0"1"16,0 0 3-16,0 0 5 15,0 0 2-15,0 0 8 0,0 0-13 16,0 0-9-16,0 3-1 16,0-3-2-16,0 0 0 15,0 0-4-15,0 0 0 16,-2-2 1-16,0-1-1 15,0-3 1-15,0 1-3 0,2-1-1 16,-2 0-1-16,2-2 1 16,0 0-2-16,0-2-4 15,0 0 14-15,0 1-9 16,0-1-1-16,3 2 0 16,2-1 0-16,-1 4 0 0,1 1 0 15,1 2 0-15,-2 2-1 16,4 0-1-16,-4 0-1 15,3 0 2-15,-3 6-1 16,1 1 0-16,4 1 3 16,-4 1-1-16,1-1 1 0,0 1 1 15,-1 0-2-15,-3-3-2 16,3 0 1-16,-5 1 2 16,2-3-2-16,-1 0 0 15,-1-2 3-15,0-1 0 16,0-1-2-16,0 0 1 0,0 0 3 15,0 0-2-15,0-1-2 16,0-5 0-16,0-1 1 16,-1 0 0-16,-1-4-2 15,-1-2 0-15,3 2 1 16,0-2 0-16,-2-2 0 16,2 2-1-16,0 1 0 0,0 0-4 15,2 4 3-15,3 1 0 16,0 3-1-16,1 4-6 15,-1 0 4-15,3 0-4 16,2 1-4-16,-2 6 1 16,1 2 1-16,1 1 3 0,-1-2 0 15,-1 0-16-15,-1 0-9 16,0-1-30-16</inkml:trace>
  <inkml:trace contextRef="#ctx0" brushRef="#br0" timeOffset="-83677.8">5941 17156 112 0,'0'0'11'0,"0"0"-4"0,0 0-3 0,0 0 0 15,0 0 3-15,0 0-1 16,0 0-6-16,0 0 0 15,0 0 4-15,0 0 2 16,0 0-2-16,0 24-3 0,6-14-1 16,1-3 1-16,0-2-1 15,-2 2 1-15,1-3-4 16,-3-2-18-16,-1-2-15 16,0 0-72-16</inkml:trace>
  <inkml:trace contextRef="#ctx0" brushRef="#br0" timeOffset="-83506.88">5910 17038 167 0,'0'0'19'0,"0"0"4"16,0 0-15-16,0 0-7 15,0 0-1-15,0 0-14 16,0 0-37-16,0 0 11 15,-19-34-12-15</inkml:trace>
  <inkml:trace contextRef="#ctx0" brushRef="#br0" timeOffset="-82979.26">6012 17084 101 0,'0'0'7'0,"0"0"-1"16,0 0 2-16,0 0-1 0,0 0 0 15,0 0-3-15,0 0 0 16,0 0-1-16,-2 38 0 16,4-31 0-16,1-1-2 15,0 0 2-15,1-1-2 16,-2 1-1-16,2 0 1 0,-3-1-1 15,1-1 0 1,-1 1 1-16,2-3-2 0,-3-1 2 16,0 0-1-16,0-1 1 15,0 0 0-15,0 0 11 16,0 0 15-16,0 0-14 16,0 0-10-16,0-1-2 0,0-4 3 15,0-2-1-15,-3 0-2 16,1-1 0-16,0 0-2 15,0-3 3-15,2 0-2 16,-2 1 0-16,2-3 3 16,0 3-2-16,0 0 2 0,0 2-2 15,0-1 0-15,4-1 0 16,-1 3 1-16,3 1 0 16,1 0 6-16,4 1-3 15,0 5-2-15,0 0 0 16,3 6-5-16,3 8 2 0,-1 7 0 15,-1 6-3-15,-3 10-22 16,-7 9-47-16,-5 3-87 16</inkml:trace>
  <inkml:trace contextRef="#ctx0" brushRef="#br0" timeOffset="-82402.81">5340 17993 7 0,'0'0'21'0,"0"0"7"0,0 0 1 0,0 0-1 0,0 0 1 16,0 0-4-16,0 0-6 15,0 0-3-15,0 0-4 16,0 0-7-16,0 0-2 16,15-43-1-16,-6 36-1 15,3-1-1-15,1-1 0 0,1-2 1 16,1 2-2-16,3 1 1 16,-2 0-3-16,4 4-29 15,-5-1-18-15,-1 5-3 16</inkml:trace>
  <inkml:trace contextRef="#ctx0" brushRef="#br0" timeOffset="-82254.96">5509 18023 116 0,'0'0'14'0,"0"0"21"0,0 0-14 16,0 0-16-16,0 0-10 15,0 0 7-15,0 0-2 16,45-17-10-16,-25-3-33 15,3-6-57-15</inkml:trace>
  <inkml:trace contextRef="#ctx0" brushRef="#br0" timeOffset="-81849.02">5774 17726 122 0,'0'0'-6'16,"0"0"13"-16,0 0-1 16,0 0-3-16,0 0-2 15,0 0-1-15,0 0 0 16,0 0 0-16,-27 41 1 0,27-30 1 16,0 2 4-16,0 0-1 15,0 0-2-15,0 0-3 16,0 0 1-16,0 0 0 15,0-3 0-15,0-3 0 16,0-1 0-16,0 0-1 0,0-5 4 16,0-1-2-16,0 0-3 15,0 0 16-15,2 0-11 16,5-5-1-16,1-2 2 16,4 0-2-16,1-1 0 15,-2 0-1-15,3 1-1 16,-1 1-1-16,-2 0 2 0,0 3-2 15,-2 0 0-15,1 0-7 16,-2 0-19-16,-5 2-15 16,-2-3-45-16</inkml:trace>
  <inkml:trace contextRef="#ctx0" brushRef="#br0" timeOffset="-81559.39">5780 17702 77 0,'0'0'32'0,"0"0"-7"0,0 0-5 0,0 0-13 15,0 0-11-15,0 0 7 16,0 0 12-16,0 0 1 15,25 54-8-15,-16-30-4 16,0 2 1-16,4 0-4 16,0 1 1-16,0 0-1 15,1 3-1-15,-3-1 0 0,3 0-3 16,-5-4-73-16,-3-9 15 16</inkml:trace>
  <inkml:trace contextRef="#ctx0" brushRef="#br0" timeOffset="-80596.33">6006 17777 10 0,'0'0'97'0,"0"0"-92"0,0 0 10 15,0 0-5-15,0 0-2 16,0 0 1-16,0 0-5 0,0 0 1 16,0 0 8-16,0 0 6 15,-27-16 0-15,27 16-6 16,0-3-8-16,0 3-5 15,0 0 0-15,4 0 0 16,6 0-3-16,-2 7 2 16,1 2 1-16,1 1 3 0,-1-1-3 15,1 0-2-15,-4 0 2 16,2-3 2-16,-4-1-4 16,1 0 0-16,-3-2 0 15,0-1 2-15,-2-2 0 16,0 3-1-16,0-3 2 0,0 0 0 15,0 0 1-15,0-4-6 16,0-3-4-16,0-2 4 16,-2 2 2-16,2-6 1 15,0-1-2-15,0 3-1 16,0 0 6-16,2-1-1 0,2 2-1 16,3 3 0-16,0 3 0 15,2 1-1-15,-2 2-1 16,4 1-2-16,-4 0-6 15,1 2 1-15,1 7 5 0,3-1 1 16,-6-1 1-16,3 3-2 16,-4-2 0-16,2-1-3 15,-1 0 4-15,-4-1 1 16,1-1 0-16,-1-1-4 16,-2-2-3-16,2-1-1 15,-2-1 3-15,0 0 8 0,0 0 1 16,0-1-1-16,0-5-1 15,-2-4 0-15,-1 2 1 16,1-2 2-16,0 0 2 16,2-3-2-16,0 0 1 15,0 2-2-15,0 1 1 16,0 1-2-16,0-1 1 0,3 4-2 16,3 1-2-16,-1-1 1 15,1 4-7-15,1 0-9 16,0 2-2-16,-3 0 9 15,3 4 5-15,2 5 2 16,-2-2 0-16,-1 2-2 0,1 0-5 16,-1-3-26-16</inkml:trace>
  <inkml:trace contextRef="#ctx0" brushRef="#br0" timeOffset="-80348.28">6308 17608 126 0,'0'0'-1'0,"0"0"5"0,0 0 1 0,0 0-4 16,0 0 0-16,-13 38-1 15,15-29 1-15,4-1 0 16,3-1 0-16,-2 1 0 0,2 0 0 15,0-1 0-15,-3 3-1 16,-1-3-8-16,-1-4-13 16,-2 1-20-16</inkml:trace>
  <inkml:trace contextRef="#ctx0" brushRef="#br0" timeOffset="-80198.85">6264 17545 1 0,'0'0'124'16,"0"0"-115"-16,-27-37-6 0,24 30-3 15,0-1-11-15,3 5-42 16</inkml:trace>
  <inkml:trace contextRef="#ctx0" brushRef="#br0" timeOffset="-79464.75">6390 17646 2 0,'0'0'4'0,"0"0"3"16,0 0 3-16,0 0 2 0,0 0 6 16,0 0 7-16,0 0-7 15,0 0-1-15,7 24 8 16,-7-24 7-16,0 0-4 16,0 0-21-16,0-1-2 15,0-3-4-15,-4 0 0 0,0-1-1 16,3-2-1-16,-2 0 0 15,3 1 0-15,0-3-3 16,0 1-3-16,0-2 0 16,0 0 4-16,0 2 1 15,4-1 0-15,2 1 0 0,0 2-1 16,-1 0 1-16,1 4 1 16,2 0 0-16,-2 0 0 15,1 2 1-15,-1 0-1 16,0 0-1-16,2 0 1 15,-1 4-3-15,1 1 5 0,-1 2-2 16,2-1 0-16,-2 1-6 16,-1-1-5-16,1-2 7 15,-3 2 4-15,2-3 1 16,-2 1 0-16,-2-3 0 16,0-1 0-16,-2 2 0 15,0-1-1-15,0-1 3 0,0 0-1 16,0 0 1-16,-4 0 0 15,-1-4 0-15,0-3 0 16,3-2 0-16,0 1-2 16,0-3 1-16,2-1 0 15,0-1 0-15,0 0-2 0,0-2 5 16,9-1-7-16,-2-1 8 16,4 3-4-16,-1-1-2 15,4 2 4-15,0 3 0 16,2 3 13-16,-1 5-10 15,3 2-5-15,0 7-1 0,2 13 3 16,-2 6 3-16,-1 9-8 16,-3 12-35-16,-9 9-28 15</inkml:trace>
  <inkml:trace contextRef="#ctx0" brushRef="#br0" timeOffset="-76953.81">6372 16952 83 0,'0'0'1'0,"0"0"-1"0,0 0-1 0,0 0-9 15,0 0-3-15,0 0 7 16,0 0 10-16,0 0 7 0,0 0 6 15,0 0 4-15,0 0-7 16,-4-6-10-16,6 3-4 16,1 0 1-16,5-2-2 15,0-1 1-15,2 0 1 16,1 0-2-16,1 1 2 0,1-1 1 16,1 1 0-16,-1 2 0 15,0 3-1-15,1 0-1 16,1 0-1-16,-1 3 1 15,1 5 1-15,-1 5-1 16,1 3 1-16,1 2 0 0,-3 2-2 16,-1 1 1-16,1 2 0 15,-2 0 0-15,0 1 1 16,0-3-1-16,0 3 3 16,1 2 0-16,-3-1 1 15,2 2 0-15,2-4-1 0,-1 4 0 16,2-4 1-16,-1-1-2 15,0-3 2-15,0-3-3 16,-2-4 3-16,-1-3-3 16,-2-2 0-16,-1-4 1 15,-1-2 1-15,-3-1 4 0,-1 0-1 16,1 0 5-16,-3 0 1 16,0 0-1-16,0 0-6 15,0 0-3-15,0 2 1 16,-3 5-6-16,1 1 0 15,2 8 4-15,0 2-3 16,0 2 3-16,5 5-1 0,2 0 0 16,5 1 1-16,-3-1-1 15,3-1 2-15,-3 1-2 16,2-3 0-16,-5-1 0 16,1-1 0-16,-5-1 0 0,-2 2 0 15,0-1 1-15,-2 0 1 16,-8 0 0-16,-3 2 0 15,0-2 1-15,-2 0-1 16,2 0-2-16,-3 0-1 16,3 1-1-16,-2-1-15 15,2 0-38-15,0-6-54 16</inkml:trace>
  <inkml:trace contextRef="#ctx0" brushRef="#br0" timeOffset="-75530.65">7376 14722 1 0,'5'-4'18'0,"1"1"-3"0,-1 0-7 0,1 0-2 15,1 0-2-15,2 2-2 16,-4-2 0-16,3 3-1 16,0-1 1-16,0 1 0 15,-1-3-1-15,1 3 1 0,-4 0 0 16,4 0-1-16,-4 0 2 16,1 0 1-16,-1 3 1 15,0 2-1-15,1 4-2 16,0-1 1-16,1 1-1 15,1 2 0-15,-2 1 0 16,1-1-2-16,1 2 1 0,2 1-1 16,-4 0 0-16,3 0 1 15,-2 2 0-15,2 1-1 16,-2-1 0-16,-1 4 4 16,1 1-1-16,0 2 1 0,2 1-3 15,-5 1 0-15,3 4 0 16,-2-2 0-16,0 2-1 15,-1 1 0-15,2 3 1 16,-3-2-1-16,-2 5 0 16,0 2-1-16,0 0 0 0,0 4-1 15,0 0 3-15,0-1-1 16,-2 1-1-16,-4-1 1 16,2 0 1-16,0-1 0 15,-3 1-2-15,1 0 2 0,-3 3-1 16,2 0 2-16,0 3-2 15,-1 0 0-15,0 1 0 16,-2 2-3-16,3-2 4 16,-2 2 0-16,-4 0 0 15,3-1-1-15,-1-5 0 16,-2-1-1-16,0-5 2 0,-1-4-1 16,1-4 1-16,-1-4-1 15,-1-5 1-15,-1-1 0 16,1-3 7-16,-2 0 0 15,2 0-4-15,-5-1-3 16,-1 1-1-16,2-2 0 16,-4 1 1-16,0-2 0 0,4-1-2 15,-1-2 2-15,2-1 4 16,5-3 4-16,4 0-5 16,3-3-4-16,0-2-2 15,6-2-16-15,0 0-46 0</inkml:trace>
  <inkml:trace contextRef="#ctx0" brushRef="#br0" timeOffset="-74399.22">8227 14553 29 0,'2'0'22'0,"0"0"-21"0,4 0 0 0,0 2 0 15,1 0-4-15,-1-2-15 16,4 2-7-16,-4-1 17 15,1 0 8-15,-1 1 0 0,-1-1 8 16,2 3 15-16,-2 0-7 16,1 1-7-16,1 2-3 15,1 3-1-15,-2 3-1 16,2 0-2-16,1 3-2 16,-1 2 1-16,-2 3-1 0,2 2-1 15,-3 0 1-15,1 3 2 16,-3-2-1-16,4 2-1 15,-3 0 0-15,1 2 1 16,-1 2-1-16,2 1 0 16,-3 5 0-16,3 2 0 0,-1 3 1 15,2 0-2-15,-1 2 1 16,-2-2 1-16,3 0-1 16,-2-1-1-16,0 0 2 15,-1-3-1-15,0 0 0 16,-3 0 0-16,1 1 4 0,0-2 2 15,0-2-2-15,-2 1-2 16,0-1-1-16,2 3-1 16,-2-1 1-16,0 7-1 15,0 3 0-15,0 5 1 16,0 3-2-16,0 4 2 0,-5 1-2 16,-1 2 1-16,-3-2-1 15,-2-2-2-15,-2-3 3 16,-1-3-1-16,1-5 1 15,-4-5 0-15,3-4 1 16,-1-2-1-16,1-3 0 16,1-3 3-16,0-1-2 0,3-2 0 15,-4-3-1-15,5-1 2 16,-2-1-2-16,0-5 0 16,2-1 3-16,0-2 8 15,3-2-9-15,-1-1-2 16,4-4-8-16</inkml:trace>
  <inkml:trace contextRef="#ctx0" brushRef="#br0" timeOffset="-73722.86">7295 17156 6 0,'0'2'11'0,"0"-2"6"0,0 0-1 16,0 0-7-16,0 0-5 0,0 0 0 15,0 0 1-15,0 0-2 16,0 0 0-16,0 0 3 16,0 0 1-16,0 0-7 15,0 0 1-15,0 0-1 16,0 0-2-16,0 1 1 0,0-1 1 15,1 0 0-15,3 0 0 16,-2 2 0-16,0-2 0 16,0 0-27-16</inkml:trace>
  <inkml:trace contextRef="#ctx0" brushRef="#br0" timeOffset="-71495.8">6473 16801 36 0,'-3'0'11'0,"1"0"-8"0,0 0 3 0,-2 0 1 16,2 0 3-16,-1 0-5 15,1 0 1-15,0 0 2 16,2 0 0-16,-2 0 1 0,2 0-3 16,-2 0-4-16,2 0-3 15,0 0 2-15,0 0-1 16,0 0 0-16,0 0 2 16,0 0-1-16,0 0 0 0,0 0 2 15,0 0-1-15,0-2 1 16,0 0 1-16,0-1-2 15,0 0-3-15,4 0 1 16,0 1-2-16,3 1 0 16,-1-1 4-16,4 2-1 0,-1 0-2 15,-1 0 1-15,-1 0-2 16,2 0 0-16,-2 7 1 16,0 4 0-16,-1 3 1 15,-1 4-2-15,-1 4 0 16,-1 2-1-16,1 2 3 15,-2 1 1-15,-1-3-1 0,5 0 1 16,0-2 0-16,-1-4-1 16,6-1 1-16,-2-3-1 15,2-3 1-15,3-3-1 16,-1 1 0-16,1-3 0 16,1-3 0-16,-3-3 0 0,1 0 0 15,-4 0 0-15,2 0-1 16,-5 0 2-16,-1-1 0 15,-1-1-1-15,-3-2 0 16,-1 4 1-16,0-1 0 0,0 1-1 16,0 0-1-16,0 0-1 15,0 1-8-15,-3 6 0 16,3 3 8-16,-2 4 1 16,2 3 1-16,0 3 0 15,2 3 1-15,7 2-1 0,0 2 0 16,2 1 0-16,0 0 0 15,1-2 0-15,1-1 0 16,-1-4 0-16,-1-1 0 16,-1-2 0-16,2-3 0 15,-1 0 0-15,0 1 1 16,-1-2-1-16,0 3 0 0,-1 2 0 16,-1-1 0-16,2 2 0 15,-5 3 0-15,3 0 0 16,-3 0-1-16,0 0 1 15,-1-1-1-15,-2 1-5 16,0-5 1-16,-2 0 4 0,0-2 1 16,0 1 0-16,0-3 1 15,0 0-1-15,-4-5 2 16,2 0 5-16,-4-4 2 16,2 2 3-16,-2-2-4 15,0-1-4-15,1 0-2 16,0 0-1-16,1-1-2 0,-1 0-5 15,1-1-7-15,-1-2-12 16</inkml:trace>
  <inkml:trace contextRef="#ctx0" brushRef="#br0" timeOffset="-70272.8">7383 16811 60 0,'0'0'39'0,"0"0"-29"0,-4 0 6 15,1 0-7-15,1 0-3 16,-1 0 0-16,-2 0-3 0,2 2 0 16,0 3-2-16,-1 4 1 15,-2 2-2-15,3 1 0 16,-1 3 0-16,-3-1-1 15,2 3-1-15,-2-2-3 16,1-2 0-16,-3 1 4 0,0-3 1 16,0 0 1-16,-3 1 1 15,-1 2-1-15,0-1 0 16,-1 1-1-16,-1 0 1 16,-1 0-2-16,1 0 1 15,1-4 0-15,-1 0 0 0,1 0 0 16,3-4 0-16,-3 0 0 15,5-1 0-15,-2 1 1 16,3-2-1-16,-2 0 0 16,2 2 0-16,3-3 0 15,-1 1 0-15,1-4 0 0,3 2 0 16,1-1 0-16,1 0-2 16,0-1-14-16,0 0-1 15,0 0 6-15,0 0-15 16,2 0-28-16</inkml:trace>
  <inkml:trace contextRef="#ctx0" brushRef="#br0" timeOffset="-69593.72">7041 17010 79 0,'0'0'7'0,"0"0"6"0,0 0-2 15,0 0-2-15,0 0-3 16,0 0-5-16,0 0-1 15,0 0 1-15,0 0-1 16,0 0 0-16,0 0 0 16,-10 44 0-16,10-36 0 0,0 0 0 15,-2 1 0-15,0-1 0 16,0-2 0-16,2 1 1 16,-2-2-2-16,0 1 2 15,2-1-1-15,0-2 0 0,0 2 0 16,0-1-1-16,0-1 0 15,0 1-2-15,0-1 1 16,0 0 1-16,2 0 1 16,0-2-1-16,2 2 2 15,-2-2-1-15,1 1 0 0,0-1 0 16,1 2 0 0,0 0 0-16,3-2 0 0,-1 3 1 15,1-1 1-15,2 0 2 16,0 0 1-16,2 0-2 15,-1 1-1-15,3 0 0 16,3-1-1-16,1 1 0 16,-1-4-3-16,-3 0-73 0</inkml:trace>
  <inkml:trace contextRef="#ctx0" brushRef="#br0" timeOffset="-58362.61">10321 14570 48 0,'0'0'4'0,"0"0"10"0,0 0-2 16,0 0 1-16,0 0-5 15,0 0-4-15,0 0 2 0,0 0 0 16,0 0-2-16,-35-2-2 16,32 2-1-16,2 0 0 15,0 0-1-15,0 0-1 16,1 0 1-16,-1 2 1 15,1 4-1-15,-2-1 0 0,0 1 1 16,0 5 1-16,-2 2 1 16,1 1 2-16,0 5-2 15,1 3-1-15,2 3 0 16,-2 2 2-16,2 2-2 16,0 0 0-16,0 1-1 0,0 1 0 15,0 0-1-15,2 2 1 16,2 0-1-16,1 2 0 15,0 3 1-15,-1 1 1 16,-1 3-2-16,1 3 3 16,0 4-1-16,-4 6 1 0,0 4-1 15,0 2 0-15,0 1-1 16,0-2 2-16,0-3-3 16,-2-7 1-16,0-7 0 15,-1-6 0-15,2-7 0 16,1-6-1-16,0-6 1 15,0-4 0-15,0-9 1 0,0-5-4 16,0-5-37-16</inkml:trace>
  <inkml:trace contextRef="#ctx0" brushRef="#br0" timeOffset="-57535.45">10336 14634 73 0,'0'0'1'0,"0"0"1"0,0 0-2 0,0 0 1 16,0 0-1-16,52-30 0 16,-36 24 1-16,5 1 5 15,-2-2 4-15,4 1-5 16,1-1-3-16,2 0 0 0,2 2 4 15,0 0-2-15,4-1-1 16,3 0 2-16,2-1 1 16,1 1 3-16,0-2-1 15,-1 0-4-15,2-1 0 16,-3-1-1-16,-3 2 3 0,-2-1 0 16,-1-1 2-16,-1 3-1 15,-6 0-5-15,-2 0-2 16,-5 4 0-16,-3 1 1 15,-3 1-1-15,-6 1 0 16,-2-1 0-16,-1 1 1 0,-1 0 2 16,0 0 7-16,0 0-7 15,0 1-2-15,0 8 1 16,-3 1-1-16,1 4 3 16,-4 0-3-16,3 4-1 0,2 2 1 15,-1 3-1-15,2 3 0 16,0 2 1-16,0 5-1 15,0 0 0-15,0 2 0 16,0-2 1-16,0 0-1 16,0 0 1-16,3-4-1 15,4-1 0-15,-5-1 0 0,2-2 0 16,-1-1-3-16,-1-2-6 16,-2-2-9-16,0-6-25 15,-2-3-38-15</inkml:trace>
  <inkml:trace contextRef="#ctx0" brushRef="#br0" timeOffset="-57081.04">10369 15015 44 0,'0'0'4'0,"42"-7"15"0,-19 3 1 0,4-2-6 0,2 1-1 16,4-2 7-16,1 0-1 0,5-3 4 16,1 0-6-16,3 1-2 15,-2 0-4-15,1 2-5 16,-2-1-3-16,-2 1-2 15,-5 3 1-15,-1 1-2 16,-5 0 0-16,-4 2 0 16,-1 1 0-16,-9 0 0 0,-6 0-23 15,-7 1-53-15</inkml:trace>
  <inkml:trace contextRef="#ctx0" brushRef="#br0" timeOffset="-56311.75">10188 15199 76 0,'0'0'0'0,"0"0"1"0,0 0-1 0,46-17 1 0,-34 17-1 16,-3 0 0-16,1 0 0 15,-2 4 1-15,-4 4-1 16,-1 3-1-16,-1 3 10 16,-2 3 4-16,0 1-4 15,0 1-6-15,0 1-1 0,0 3-1 16,0-3-1-16,0 1 0 16,0-3-1-16,0-3-2 15,0-3 0-15,0-2 3 16,6-4-1-16,-1-2 2 15,4-4-1-15,0 0 3 0,3 0 2 16,4-6 2-16,2-2-4 16,1-1 0-16,3 1 0 15,-2-1-1-15,2 0-2 16,3 1 3-16,-2 1 0 16,3-1 3-16,1-1-1 0,5 2 3 15,5-3 3-15,1-1 9 16,4-1-8-16,1 0-11 15,-1 0 0-15,-1 1-1 16,-1 0 0-16,-2 1 1 16,-5 1-1-16,-3-1 0 0,-1 3 0 15,-4-1 1-15,-2 2-1 16,-3 1 0-16,-3 0 0 16,-5 2 0-16,-3 0 0 15,-1 1 2-15,-6-2-2 16,-2 0 1-16,0 1 9 15,-2-3-4-15,-8-2-5 0,-3 1 4 16,-1-3 0-16,-1-1 1 16,1-2 1-16,1 0-4 15,2 1-1-15,2-1-5 16,3-2-23-16,1 1-80 16</inkml:trace>
  <inkml:trace contextRef="#ctx0" brushRef="#br0" timeOffset="-55649.8">10226 15556 121 0,'0'0'2'0,"0"0"17"0,0 0 7 0,0 0-11 0,0 0-14 16,0 0-1-16,0 0 0 15,0 0-1-15,0 0 2 16,11 44-1-16,-5-32 0 0,3 1 0 16,-2 0-6-16,2-2-4 15,0 1-4-15,-2-4 11 16,3-1 1-16,2-1 1 16,1-4-1-16,3 0 1 15,0-2 3-15,8 0 2 0,1-4 2 16,2-3 2-16,4-2-5 15,-1 0 1-15,5 1-2 16,0-3-1-16,3 4 2 16,2-2 2-16,3 2-2 15,-3-1-2-15,0 1 0 0,-1 1 0 16,-4 0 0-16,-3 2-2 16,-1-2 2-16,-4 3-2 15,-2-2 2-15,-4-1 0 16,0-1-1-16,-3 1 1 15,-5-2 0-15,0-1 4 0,-3 1 1 16,-1-2 1-16,-3 1-2 16,-2-2 0-16,-3-2 2 15,-1 0 4-15,0-2 0 16,0-4-4-16,-3 2-3 16,-5-3-1-16,1 2-3 15,-1-1-13-15,0 2-45 0,-3 3-38 16</inkml:trace>
  <inkml:trace contextRef="#ctx0" brushRef="#br0" timeOffset="-54903.1">10336 15711 124 0,'0'0'-5'0,"0"0"7"0,0 0-2 0,0 0 1 0,0 0-1 15,-3 45 0-15,3-28-1 16,0-1 1-16,0 2 0 16,2 0 0-16,-1 0 0 15,-1-3 1-15,0 1-2 16,0-2 1-16,0-1 1 15,0-2-2-15,0-1 2 0,0 0-1 16,0-3 0-16,0 0 0 16,4-1 1-16,2-2-1 15,3 0 1-15,1-1 0 16,5-1 3-16,1 0 4 16,1-2-3-16,4 0 0 15,3 0-4-15,0 0 0 0,1-7 2 16,2 2 0-16,0-2 3 15,2-2 4-15,0 2 6 16,0-2-4-16,2 2-1 16,-2-1-5-16,2-1-3 15,1 1-1-15,-3-1 0 0,0 2-1 16,-2-1-1-16,-3 1 1 16,-1 1-1-16,-1-1 0 15,-4 1 2-15,0 1-2 0,-2-1 0 16,-1-1 0-16,-4 0 0 15,-1 1 0-15,0-3 1 16,-6 1-1-16,-1-2 1 16,-3-3 8-16,0 2 2 15,0-4-1-15,-3 0-2 16,-3-2-1-16,-3-1-5 0,2-1-1 16,-2 1-2-16,3-1-18 15,-2 5-40-15,0 1-42 16</inkml:trace>
  <inkml:trace contextRef="#ctx0" brushRef="#br0" timeOffset="-54184.03">10349 16041 56 0,'0'0'7'0,"0"0"22"0,0 0-19 0,-16 37-1 16,14-21-3-16,-1 2 3 15,3 1-7-15,-2 1-1 16,2 1-1-16,0-3 1 16,0-2-1-16,0 1 0 0,0-4 0 15,0-2 0-15,2-2 0 16,3-1 2-16,-2-2-2 15,3 1 1-15,2-1 1 16,4-2-1-16,-1-1 0 16,2 0 2-16,5-2 6 15,-2-1-6-15,6 0-1 0,-1 0 1 16,3 0 2-16,0 0 1 16,3-3-3-16,2-1-1 15,0-2 2-15,-1 1 9 16,3-1-5-16,-2-2-2 15,2 2-2-15,-4 0-2 0,0 0-1 16,0 0-1-16,-4 1 0 16,0 1 1-16,-3 0-1 15,0 1 0-15,-3-2 0 16,-1 0 0-16,-2 1 1 16,-2-2-1-16,1 0 0 0,-2-2 1 15,1-1 2-15,-6-1 6 16,1-3-1-16,-1 1 5 15,-1-4-3-15,-1-1 1 16,-1-3-3-16,-1 1-3 16,-1-2-2-16,-1 1-1 0,0 0-2 15,0 1-1-15,0 2-5 16,0 4-34-16,-1 2-45 16</inkml:trace>
  <inkml:trace contextRef="#ctx0" brushRef="#br0" timeOffset="-53558.43">10279 16315 159 0,'0'0'24'0,"0"0"-27"0,0 0 0 0,0 0 2 15,0 40 1-15,1-23-1 16,0 3-1-16,0 2 1 0,1 0 1 15,0 2-1-15,-2 2-3 16,0-2 2-16,0 0-10 16,0 3 5-16,0 0 0 15,0 4 0-15,0-2-8 16,0-2-41-16,0-3 57 0,0-6 0 16,0-3 0-16,7-7 4 15,6-3 8-15,-2-3 2 16,3-2-5-16,3 0 0 15,0 0-1-15,4 0-1 0,-2-4 0 16,3-3 0-16,0 1 0 16,2-1 5-16,3 1-4 15,0-2-2-15,1 1-2 16,2 0-1-16,2-2-2 16,-1 3-1-16,2 1-1 0,1-1 0 15,-1 2 1-15,-2 0 0 16,1-1-1-16,-5 1 0 15,0-2 0-15,-5 1 0 16,-2-1 1-16,-4-1 14 16,-3 1 6-16,-1-3-9 15,-5 1-12-15,-1-2 8 0,-6-1-7 16,-3 0-31-16,-14-5-199 16</inkml:trace>
  <inkml:trace contextRef="#ctx0" brushRef="#br0" timeOffset="-52881.88">6414 17966 106 0,'0'0'11'0,"0"0"18"0,0 0-10 0,0 0-13 16,0 0-5-16,0 0-1 15,0 0 3-15,0 0 5 16,0 0-1-16,35-43 1 0,-24 33-7 16,4 0 0-16,3-1-1 15,0 0 0-15,0-1 2 16,0 4-11-16,-1-2-36 15,-5 1-19-15</inkml:trace>
  <inkml:trace contextRef="#ctx0" brushRef="#br0" timeOffset="-52745.49">6524 18020 203 0,'0'0'-21'0,"0"0"15"16,0 0 4-16,67-27-7 15,-24-8-22-15,8-17-89 16</inkml:trace>
  <inkml:trace contextRef="#ctx0" brushRef="#br0" timeOffset="-51813.11">11272 14498 69 0,'0'0'18'0,"0"0"-4"0,0 0-1 15,0 0-10-15,0 0 0 0,0 0-3 16,0 0 0-16,0 0 0 15,0 0-1-15,0 0-1 16,0 0 0-16,13-14 1 16,-13 22 7-16,0 2-2 15,0 4-3-15,0 3 2 16,1 5-2-16,0 4 0 0,0 3 1 16,0 2-2-16,2 5 1 15,-1 0-1-15,0 1 0 16,1 2 0-16,1-1 0 15,0 0-3-15,-2 1 1 16,1 1 0-16,-2-1 0 0,1 0 0 16,-2-1 2-16,0-1 1 15,0-1 0-15,-4 0 1 16,-2-3 0-16,-3 4 2 16,1 0-2-16,0 0 0 15,-1 0-2-15,3-3 1 16,0 0 0-16,1-6-1 0,0-2 1 15,2-6-2-15,1-3 2 16,1-3-1-16,0-4 0 16,1-3 1-16,0 0-1 15,0-3 1-15,0-1-7 16,0-3-22-16,0 0-32 0</inkml:trace>
  <inkml:trace contextRef="#ctx0" brushRef="#br0" timeOffset="-51558.27">11196 15493 1 0,'0'0'120'0,"0"0"-100"15,0 0 2-15,0 0-7 0,0 0-8 16,0 0-6-16,0 0-2 15,0 0 1-15,0 0 1 16,0 0 0-16,2 14-1 16,3-11 1-16,3 0-1 15,-1 0 0-15,4-3-1 0,0 0-6 16,-2 0-19-16,-1 0-16 16</inkml:trace>
  <inkml:trace contextRef="#ctx0" brushRef="#br0" timeOffset="-50702.87">5866 17463 133 0,'0'0'27'0,"0"0"-10"0,0 0 10 15,0 0-15-15,0 0-11 16,0 0-1-16,0 0-6 16,40-40-13-16,-18 23-18 15,2-3-7-15,-1-2-36 0</inkml:trace>
  <inkml:trace contextRef="#ctx0" brushRef="#br0" timeOffset="-50617.75">6085 17300 73 0,'0'0'19'15,"0"0"-17"-15,41-6-1 16,-14-19-9-16</inkml:trace>
  <inkml:trace contextRef="#ctx0" brushRef="#br0" timeOffset="-50083.33">10536 14604 90 0,'0'0'11'0,"0"0"24"0,0 0 4 0,0 0-16 15,0 0-4-15,0 0-8 16,0 0 0-16,0 0-13 0,0 0-1 15,2 3 0-15,-2 21 6 16,0 4-8-16,3 8-19 16,-1 2-44-16,1 2 33 15,-3-2-8-15</inkml:trace>
  <inkml:trace contextRef="#ctx0" brushRef="#br0" timeOffset="-49949.5">10555 14936 39 0,'0'0'42'0,"0"0"-17"15,0 0-3-15,0 0-2 16,0 0-3-16,0 0-15 0,0 0-4 16,0 0 2-16,15 16-5 15,-6-7-22-15,-4-1-21 16</inkml:trace>
  <inkml:trace contextRef="#ctx0" brushRef="#br0" timeOffset="-49791.8">10581 15133 130 0,'0'0'10'0,"0"0"-4"16,-16 38 2-16,16-26-2 15,0 3-5-15,0 0 0 0,0 5-1 16,0 2-15-16,0 4-16 16,0 0-1-16,0 4-42 15</inkml:trace>
  <inkml:trace contextRef="#ctx0" brushRef="#br0" timeOffset="-49642.82">10583 15531 78 0,'0'0'10'0,"0"0"21"15,0 0-13-15,0 0-11 16,7 41-5-16,-7-32 0 16,4-1 0-16,-2 4-2 0,-1-1 0 15,0 4-3-15,-1 5-21 16,0 2-21-16</inkml:trace>
  <inkml:trace contextRef="#ctx0" brushRef="#br0" timeOffset="-49514.33">10577 15945 97 0,'0'0'20'0,"0"0"-17"16,-6 43 0-16,6-27-1 15,0 0-2-15,0 8-1 16,0 0-21-16,0 5-28 15</inkml:trace>
  <inkml:trace contextRef="#ctx0" brushRef="#br0" timeOffset="-49315.65">10536 16407 58 0,'0'0'38'0,"-7"42"-33"15,5-22 14-15,-2-2-9 16,2 1-4-16,-4-1-5 15,2 1 1-15,0 1-2 16,-2-2 0-16,1 2 1 16,-1-3-1-16,3 0 0 0,-2 0 1 15,0 0-2-15,1-3-18 16,0 2-41-16</inkml:trace>
  <inkml:trace contextRef="#ctx0" brushRef="#br0" timeOffset="-49151.65">10429 16838 94 0,'0'0'5'15,"0"0"19"-15,0 0-8 16,-27 47-10-16,25-38-3 0,0-1-3 16,0-1 0-16,2-1-8 15,0-2-29-15,-1-1-31 16</inkml:trace>
  <inkml:trace contextRef="#ctx0" brushRef="#br0" timeOffset="-49009.82">10336 17080 110 0,'0'0'3'0,"0"0"-2"0,0 0 0 16,0 0-13-16,0 0-87 15</inkml:trace>
  <inkml:trace contextRef="#ctx0" brushRef="#br0" timeOffset="-48525.65">10636 14591 138 0,'0'0'-5'0,"0"0"16"0,0 0 7 0,0 0 3 0,0 0-6 15,0 0-20-15,0 0 5 16,0 40-2-16,0-13 2 16,0 4-1-16,0 6-2 0,3 6-29 15,-2 2-14-15,-1 5-21 16</inkml:trace>
  <inkml:trace contextRef="#ctx0" brushRef="#br0" timeOffset="-48375.31">10619 15512 53 0,'0'0'50'16,"7"42"-49"-16,-1-23 3 15,1 1-3-15,0 5-1 16,-2 2 0-16,-3 7-10 0,-2 3-36 15,0 4 3-15</inkml:trace>
  <inkml:trace contextRef="#ctx0" brushRef="#br0" timeOffset="-48219.8">10467 16555 73 0,'-9'36'1'16,"0"-2"0"-16,4 0 0 16,-1 3-7-16,0-3-20 0</inkml:trace>
  <inkml:trace contextRef="#ctx0" brushRef="#br0" timeOffset="-47777.69">10415 16838 6 0,'0'0'54'16,"0"0"-22"-16,-9 46-14 15,7-32-8-15,0 1-2 16,0 4-1-16,0 1-3 0,-2 3-3 15,1 1 0-15,-2 0 0 16,-3 2-1-16,1-3 2 16,-1 0-2-16,0 0 1 15,-1-1 0-15,-1 0 0 16,2 1 0-16,-3 1-2 0,2 3 0 16,-4 0-12-16,0 1 7 15,0 1 6-15,-3-2 1 16,2 0-1-16,-2-2 4 15,1-1-1-15,1 0 1 16,1-2-2-16,2-1 1 0,2 0-3 16,2-1 1-16,1 0-2 15,0-1 2-15,0-1-1 16,0-1 0-16,1-2 31 16,-2 0-4-16,0-4-11 15,-1-1 15-15,1 0-6 0,-2 1-3 16,-4 0-3-16,1 4-5 15,-3-2-8-15,1 4-1 16,-2 0 0-16,3 0-3 16,0 3-2-16,0-3 1 15,4 1-1-15,2 1-1 0,-2-1-2 16,4-1-16-16,1 0-13 16,0-1-5-16,1-2-10 15,1-1-22-15,0-6-8 16</inkml:trace>
  <inkml:trace contextRef="#ctx0" brushRef="#br0" timeOffset="-47629.21">9922 17947 213 0,'0'0'11'0,"0"0"-1"15,0 0-7-15,0 0-3 0,0 0-10 16,-30 40-31-16,28-36-18 15,0-3-40-15</inkml:trace>
  <inkml:trace contextRef="#ctx0" brushRef="#br0" timeOffset="-47464.6">9842 17974 79 0,'0'0'192'16,"0"0"-182"-16,0 0 1 15,0 0-4-15,0 0-5 0,0 0-6 16,0 0-35-16,-28 9-7 16,33-16-18-16,1-3-13 15</inkml:trace>
  <inkml:trace contextRef="#ctx0" brushRef="#br0" timeOffset="-47315.65">9865 17923 261 0,'0'0'4'16,"0"0"11"-16,0 0-7 16,0 0-5-16,0 0-3 0,0 0-10 15,0 0-47-15,-24 9-29 16,24-12-19-16</inkml:trace>
  <inkml:trace contextRef="#ctx0" brushRef="#br0" timeOffset="-44178.63">23484 16859 12 0,'0'0'38'0,"0"0"-11"0,0 0-10 0,0 0-11 0,0 0 0 15,0 0-1-15,0 0 1 16,0 0-3-16,0 0-3 16,0 0 1-16,0 0 2 15,0 0 0-15,5 0-1 0,-3 2 1 16,0 1 1-16,2 1 1 16,-4-2 0-16,2 2 0 15,-1 0-1-15,-1 0 0 16,2 0-2-16,-2 1 0 15,2-2 0-15,0-1 0 0,1-2 2 16,4 0 1-16,4 0 17 16,6-6 1-16,8-10-8 15,15-4-14-15,7-9 2 16,15-5-15-16,2-5-63 16,9-4-56-16</inkml:trace>
  <inkml:trace contextRef="#ctx0" brushRef="#br0" timeOffset="-41998.9">7302 14742 29 0,'0'0'4'0,"0"0"-3"0,0 0 2 0,41-20 0 16,-28 20-2-16,-3 0-1 15,3 0 1-15,-1 8-1 0,2 4 3 16,0 1-3-16,0 2 3 16,1 7-2-16,-3 2-1 15,0 10-3-15,-3 4-7 16,-3 10-7-16,-3 7 9 15,1 8 6-15,-4 6-1 16</inkml:trace>
  <inkml:trace contextRef="#ctx0" brushRef="#br0" timeOffset="-37570.64">12545 15652 64 0,'3'-7'94'0,"-3"0"-82"0,0 0 13 16,0 1-7-16,0 3-8 16,0-1-5-16,0 4 2 15,0 0-4-15,0 0-4 0,0 4 3 16,0 6-4-16,2 5 1 15,-2 3 1-15,0 3 0 16,0 2 1-16,0-1-1 16,0 1 0-16,0-4-1 0,0 1 2 15,0-4-1-15,-2 0 0 16,-3 0 0-16,-2 0-2 16,-3-1 2-16,1-1-4 15,-3-1-4-15,-1 0 2 16,-1-3 3-16,1-1 1 0,-1-4 2 15,-1 0 1-15,1-3 0 16,3-1 0-16,-1-1 3 16,0 0 4-16,3 0 3 15,2-6-2-15,1-1-4 16,0-2-6-16,4-2 2 0,2-1-3 16,0 1 3-16,0-2-3 15,0 1 1-15,0 1 2 16,0 3 0-16,5-2 0 15,2 3 0-15,-2 2-2 16,5 1 0-16,0 0 2 16,3 1-1-16,0 3 0 0,1 0 0 15,-1 0 0-15,1 0 0 16,-1 0-1-16,0 0 1 16,-1 4 1-16,1 0-1 15,-1 2 0-15,-2-1 1 16,1 2-1-16,1 0 1 0,-4 0 0 15,3-1 0-15,-3 2-2 16,-1-1 3-16,1-2-1 16,-1 2-1-16,4-3 1 15,-5 0-1-15,3-4-23 0,-1 0-78 16</inkml:trace>
  <inkml:trace contextRef="#ctx0" brushRef="#br0" timeOffset="-37343.32">12789 15726 202 0,'0'0'3'0,"0"0"29"0,0 0-5 0,0 0-13 16,0 0-7-16,0 0-4 15,0 0-5-15,0 0 2 16,0 0-5-16,0 0-26 16,0 0-49-16,45-17-59 15</inkml:trace>
  <inkml:trace contextRef="#ctx0" brushRef="#br0" timeOffset="-37206.78">12878 15837 192 0,'0'0'6'16,"0"0"-6"-16,0 0 3 0,0 0-2 16,0 0-4-16,0 0-20 15,0 0-32-15</inkml:trace>
  <inkml:trace contextRef="#ctx0" brushRef="#br0" timeOffset="-36808.06">13097 15693 249 0,'0'0'-7'0,"0"0"10"0,0 0-6 16,0 0 1-16,0 0 1 16,0 0 1-16,-9 40 1 15,8-29-1-15,1-1 1 16,0-1 0-16,0 1 0 15,8-3 0-15,-2-1-1 0,4-2-2 16,-3-1-5-16,2-3-2 16,4 0 7-16,-4-2 2 15,-1-5 0-15,2-1 0 16,-4-2 0-16,1 1 5 16,-5 1 8-16,-1-4 7 0,-1 1-4 15,0 1-10-15,0 2 5 16,-5-1-2-16,-4-1-4 15,-4 2 2-15,2 2-2 16,0 0-4-16,-1 3-3 16,-1 3-2-16,-1 0-1 0,3 3-17 15,-5 9-17-15,3 2-13 16,2-3-6-16,0 2-16 16</inkml:trace>
  <inkml:trace contextRef="#ctx0" brushRef="#br0" timeOffset="-36566.58">13274 15672 74 0,'0'0'127'0,"0"0"-105"0,0 0 20 0,0 0-17 16,0 0-7-16,0 0-10 16,0 0-7-16,0 0-2 0,0 0-4 15,0 0-23-15,-17-14-23 16,15 17-42-16</inkml:trace>
  <inkml:trace contextRef="#ctx0" brushRef="#br0" timeOffset="-36330.58">13462 15504 269 0,'0'0'-4'16,"0"0"11"-16,0 0-1 15,6-38-3-15,-6 37-2 16,0 1 1-16,0 0-7 15,0 11 6-15,0 6-2 16,0 6 1-16,3 4 1 0,-2 3-3 16,2 2-21-16,2 0-33 15,-5 3-37-15</inkml:trace>
  <inkml:trace contextRef="#ctx0" brushRef="#br0" timeOffset="-33360.88">12961 16140 107 0,'-4'-2'13'0,"1"0"9"0,2 2-7 16,0-2-10-16,0 2-2 16,1-2-2-16,0 1 0 0,-2 0 0 15,2 0 3-15,-1 1 2 16,-2-1 3-16,3 0-1 15,-2 1-1-15,2 0-6 16,0 0-1-16,0 0-2 16,0 0 0-16,0 0 2 0,0 1 1 15,0 2-2-15,0 0 1 16,0 3 0-16,0-1-1 16,0 1 1-16,0 0 0 15,0 1 0-15,0 1 0 16,2-1 0-16,1 0 0 15,2 0 0-15,1 2 0 0,1 1 0 16,1 1 0-16,2-1 0 16,-3 1 0-16,3 0 0 15,-1 1 0-15,0-2-2 16,0 0 2-16,-1 1 0 16,1 0 0-16,1 2 0 0,1-1 0 15,3-1 0-15,1 2 0 16,1 1 2-16,1 0-4 15,4-1 2-15,-1 2 0 16,-2-1 0-16,2-1 2 16,-1 2-2-16,0-1 0 0,2 0 0 15,-1 2 0-15,1 1 1 16,2-3 0-16,2 2-1 16,-2 0 1-16,0-2-1 15,2 0 0-15,-2 0 0 16,0-1 1-16,0-2-1 0,-2 0-1 15,1 0 1-15,-4-3 2 16,2-1 3-16,-2 0-2 16,-3-1 2-16,1-2-2 15,-3 3 0-15,-1-4-1 16,1 1-2-16,-4-2 1 0,0 1-1 16,-2 0 0-16,-2-2 0 15,-1-1 1-15,-2 3-1 16,0-3 0-16,0 1 0 15,-2 1-10-15,0-2-28 16,0 0-15-16,0 0-72 0</inkml:trace>
  <inkml:trace contextRef="#ctx0" brushRef="#br0" timeOffset="-31290.26">13666 16501 41 0,'1'0'5'0,"-1"0"2"0,0 0 4 16,0 0 3-16,0 0-4 15,0 0-3-15,0 0-3 16,1 1-4-16,0-1-3 16,2 2 4-16,-1-2-2 15,0 2 2-15,-1-1-1 16,2 3 0-16,3-1 2 0,-4 1-6 16,0 2 8-16,1 1-3 15,0 0 2-15,0 1 2 16,1 0 1-16,-2 1 0 15,0 0-1-15,0 2 0 16,-1 0-1-16,-1 0-1 0,0 3-1 16,0 2 0-16,-2 0 3 15,-5 1 0-15,-6 1-2 16,-3 5-2-16,-5 1 1 16,-1 5-4-16,-4 2-15 0,-5 0-33 15</inkml:trace>
  <inkml:trace contextRef="#ctx0" brushRef="#br0" timeOffset="-28731.37">12894 16081 75 0,'0'0'16'0,"0"0"-10"0,0 0-6 15,0 0-1-15,0 0 0 16,0 0-2-16,0 0 2 16,0 0 1-16,0 0 0 15,0 0 1-15,0 0 6 16,0 0-3-16,0 0 4 0,7 21-2 16,-5-15-2-16,0 1-3 15,0 0 0-15,-2-1 1 16,4 2 1-16,2 0 2 15,1 0 1-15,1-1 2 16,-1 6-1-16,5-4-3 0,0 3-1 16,1 0-1-16,1 1 0 15,0-1-1-15,1 2 1 16,1-2 0-16,2 2-1 16,2-1-1-16,2 1 1 15,1-2 4-15,4 2 1 0,1 0-2 16,2 0-2-16,1 3-1 15,0-1-1-15,-1 1 1 16,0 1-1-16,2 1 1 16,-3-1-1-16,0 1 0 15,0 0 1-15,-5 0 1 16,1-3 2-16,-2-1 0 0,-1 1 6 16,-2-2-1-16,2-1-3 15,1-2 0-15,-4 2-3 16,-2-2-2-16,3-4-1 15,-3 2 1-15,-1-3-1 16,-3 1 0-16,1-4 0 0,-3-1 1 16,-2 1-1-16,1-3 0 15,-2 2-1-15,-1-2 2 16,-1 1 1-16,-2-1-1 16,-3 0 0-16,1 0-1 15,-2 0 1-15,0 0 1 0,0 0-1 16,0 1 0-16,0-1 0 15,0 0-4-15,0 0-30 16,0 0-35-16,0 0-45 16</inkml:trace>
  <inkml:trace contextRef="#ctx0" brushRef="#br0" timeOffset="-28099.13">13864 16469 33 0,'0'0'2'0,"0"0"-1"0,0 0 0 0,0 0 0 0,0 0 0 16,0 0 0-16,0 0 5 15,0 0 8-15,0 0 3 16,0 0-3-16,0 0-2 15,0 0 0-15,0 0-3 16,10 23-3-16,-10-19 1 16,4 2-5-16,-4 3 0 0,2 0-2 15,0 1 1-15,-2 0-1 16,0 1 2-16,0-1-2 16,0 1 1-16,0 0 4 15,-4 1 5-15,-3 2 2 0,-4 2-5 16,2 0-2-16,-7 2-2 15,1-1-3-15,-2 2 1 16,0-1-2-16,-5 2-21 16,-1-4-22-16</inkml:trace>
  <inkml:trace contextRef="#ctx0" brushRef="#br0" timeOffset="-27172.84">13498 16145 74 0,'0'0'20'0,"0"0"-6"0,0 0-13 0,0 0 2 16,0 0 7-16,0 0 0 16,0 0-3-16,0 0-2 0,0 0-1 15,16 41-2-15,-14-34-1 16,2 0 0-16,-2-2 1 16,0-1 5-16,0-3 6 15,-1 1 5-15,1-2 1 16,5 0 4-16,-2-4 0 0,5-5-6 15,2-4-10-15,3-5-2 16,4-3-2-16,0-1-1 16,4-4-1-16,1-1-1 15,3-1 1-15,0 0-1 16,1-1 0-16,2 1-10 0,-3 1-57 16,-3 0-92-16</inkml:trace>
  <inkml:trace contextRef="#ctx0" brushRef="#br0" timeOffset="-25665.58">14007 16368 88 0,'0'-3'3'0,"0"0"7"0,-2 2 9 0,0-2-6 0,0 2 0 15,0-1 3-15,0 1 0 16,-1-1 1-16,0 2-4 16,1 0-4-16,-1 0-3 15,0 0-6-15,0 0 0 0,1 9-2 16,-4 2 0-16,1 7 2 15,-2 3 0-15,0 4-1 16,-3 7 1-16,3 0 4 16,-7 4-2-16,3 0 2 0,-2-3 2 15,2 2-1-15,0-3-1 16,-1-2 1-16,3 1-2 16,0-1-1-16,0-2-1 15,1-1 0-15,3-1 0 16,-1-5-1-16,1 2 2 0,-2-5-2 15,3-1 0-15,1 0 1 16,-3-5-1-16,1-1 2 16,1-2 1-16,2-1 1 15,-3-1-1-15,2 0 0 16,1-2-3-16,2 0 0 16,-2 0-6-16,0-3-24 0,2-2-55 15</inkml:trace>
  <inkml:trace contextRef="#ctx0" brushRef="#br0" timeOffset="-24926.75">13949 16287 6 0,'0'0'27'0,"0"0"1"0,0 0-6 0,-10 44-6 15,7-24-5-15,-3 1 0 0,1 5 3 16,2 2-4-16,-4 5-5 16,3 1-2-16,-3 2-2 15,0 2 0-15,0 0-1 16,1-1 0-16,-3 1 0 15,2 1 0-15,0-1 2 0,1 2-2 16,2-2 1-16,-3-1-1 16,3 0 0-16,-3-1 1 15,3-1-1-15,-1-4 0 16,-1-4-15-16,3-5 13 16,-4-5 1-16,3-6 2 0,2-4 1 15,1-4 4-15,-1 0-2 16,2-2-1-16,-2-1 1 15,2 0 9-15,0 0 6 16,0 0-1-16,0 0-5 16,0 0-11-16,0 0-1 0,-2 0 0 15,2 0-1-15,0 0-5 16,-1 0-19-16,0 0-30 16,-1 0-25-16</inkml:trace>
  <inkml:trace contextRef="#ctx0" brushRef="#br0" timeOffset="-23660.99">14128 16737 159 0,'0'-1'8'0,"0"1"13"0,0 0-11 0,0 0-8 15,0 0-1-15,2 0 0 16,-2 0-2-16,2 4 1 15,1 5 0-15,1 3 1 16,2 0 0-16,-1 3 1 16,4 2-1-16,-3 1-1 0,2 0 2 15,3 0-2-15,-4-2 1 16,2 2-1-16,-1-5 0 16,-1 0 0-16,0-3 0 15,0-1 1-15,-1-4 0 16,1-1 0-16,-2-2-2 0,-1-2 2 15,-2 0 2-15,0 0 10 16,-1 0 17-16,-1-9 1 16,0-2-9-16,0-3-12 15,0-5-4-15,0-3-1 16,0-2-5-16,0-2-1 0,0-1-9 16,2-1-18-16,4 3-28 15,-2 3-52-15</inkml:trace>
  <inkml:trace contextRef="#ctx0" brushRef="#br0" timeOffset="-22953.66">14360 16877 6 0,'0'0'46'0,"0"0"-39"0,0 0 6 0,0 0 5 16,0 0 0-16,0 0-1 15,0 0 2-15,38-7 4 16,-35 4 2-16,-1-3-4 0,-2 0 0 16,0-1-6-16,0 1-6 15,0-1-3-15,0 0-3 16,0 1-2-16,-5 1 1 15,0-1-4-15,-1 1 3 0,1 1-1 16,1 3-2-16,0 1 3 16,-2 0-4-16,4 0-6 15,-2 7 0-15,0 3 2 16,1 2 5-16,1 0 2 16,2 3 0-16,0 0 1 15,0-1-1-15,1-1 1 0,5 0 0 16,2-2 0-16,2-1-1 15,-1-3-1-15,-1-2 1 16,2-2-1-16,-1-2 1 16,0-1 0-16,2 0-1 15,-2 0 2-15,-2-4-1 0,2-5 0 16,-4-1 5-16,3 0-1 16,-4-1-2-16,1-2 1 15,-1 0-2-15,1 2 1 16,-3-2-2-16,1 3 1 15,-1 0 0-15,2 2 2 0,-1 1-1 16,3 0 0-16,0 1-2 16,0 1 0-16,2 3 0 15,-3 0 0-15,1 2 0 16,-2 0 0-16,2 0 2 16,-2 1-1-16,0 5 2 15,0 3-1-15,1 1 0 0,-1 1 0 16,0-1 0-16,2 2-1 15,-1-2 0-15,0-2-1 16,2-2 0-16,0 0-6 16,1-3-15-16,2-3-13 0,-3 0-38 15,1-4-19-15</inkml:trace>
  <inkml:trace contextRef="#ctx0" brushRef="#br0" timeOffset="-22485.8">14668 16770 124 0,'0'0'11'0,"0"0"14"0,0 0-24 0,0 0-1 15,0 0 1-15,0 0 0 16,-11 43-1-16,11-29 2 0,0-3-2 16,0-1 0-16,5-1 0 15,1-4 0-15,1-2 0 16,1-1 0-16,2-2 5 15,0 0 2-15,-2-3 8 16,1-4 8-16,-4-2-3 0,1 1 0 16,-1-2-6-16,-2 2-1 15,0 0-4-15,0 1-1 16,-3 2 0-16,2 2-3 16,-2 2 0-16,2 1-4 15,0 0-3-15,-1 6 1 16,4 5 1-16,3 4 2 0,-3 6 1 15,3 0-1-15,1 2-5 16,1 1-3-16,-1 2-5 16,1-1-2-16,-4-1 6 15,0 0-5-15,-4-2-10 16,-2-4-50-16,0-1 80 0,-2-4-7 16,-10-3 1-16,-1-3-1 15,-5-1 0-15,-1-2 1 16,0-4-1-16,0 0 0 15,5 0-1-15,0-7-1 16,5-9-36-16,2-1-116 0</inkml:trace>
  <inkml:trace contextRef="#ctx0" brushRef="#br0" timeOffset="-22001.03">15018 16720 223 0,'0'0'8'0,"0"0"13"0,0 0-1 0,0 0-11 15,6-37 3-15,-6 32 0 16,-4 1-2-16,-3 2-8 15,-2-1 0-15,0 3-4 0,-1 0 0 16,0 0-5-16,1 6 3 16,1 2 1-16,3 2 0 15,-1 2 2-15,5-1-2 16,1-2-2-16,0 0 1 16,0 1 3-16,9-3-1 0,-2-1 1 15,4 0 1-15,1 1-1 16,1-2 1-16,1 0 2 15,-2 1-3-15,1-1 2 16,-4 2 0-16,-1-1-1 16,-3 1 0-16,-2 2 1 0,-3-1 0 15,0 2 2-15,0 0-2 16,-4-1-2-16,-3-1 2 16,-1 1 1-16,-2-2 0 15,-1-1-3-15,1-2 1 16,1-2 0-16,3-2-11 0,-2 0-35 15,5-3-64-15</inkml:trace>
  <inkml:trace contextRef="#ctx0" brushRef="#br0" timeOffset="-21723.38">15124 16524 237 0,'0'0'12'0,"0"0"7"0,0 0-11 16,0 0-6-16,0 0-2 15,0 0-1-15,0 0 0 16,0 0 1-16,0 49 3 16,0-27-1-16,0 2-1 15,0 2-1-15,0 1 1 0,3-2 0 16,4-2-1-16,-2 0-1 15,1-3-16-15,0-2-18 16,1-2-10-16,1-6-7 16,0-4-16-16</inkml:trace>
  <inkml:trace contextRef="#ctx0" brushRef="#br0" timeOffset="-21346.65">15344 16747 222 0,'0'0'-16'0,"0"0"16"16,0 0-2-16,0 0-23 16,-34 41 6-16,28-31 10 0,3 0 8 15,3 0 1-15,0-3 1 16,0 1-1-16,2-3 0 15,7-2 2-15,-1-2 2 16,1-1 0-16,3 0 0 16,0-4 2-16,-3-3 1 15,0-1 5-15,0-1 11 0,-5 0 7 16,0-2-7-16,-3 1-3 16,-1-1 4-16,0 1-10 15,0-1-5-15,-5 2-4 16,-5-1-3-16,2 4-2 15,-3 2-3-15,-2 4-4 0,1 0-18 16,1 0-18-16,-1 4-28 16,4 1-31-16</inkml:trace>
  <inkml:trace contextRef="#ctx0" brushRef="#br0" timeOffset="-20734.69">15469 16705 6 0,'0'0'156'0,"0"0"-150"16,0 0 5-16,0 0 2 15,0 0-1-15,0 0 0 16,0 0-10-16,0 0-2 15,0 0 1-15,7 17-1 0,-7-5 3 16,0 1-2-16,0 2-1 16,0-2 2-16,2 0-2 15,1-3 0-15,0-3 0 16,2-1 0-16,-1 0 0 0,-1-5-1 16,3-1 1-16,-1 0-2 15,0 0 2-15,1 0 3 16,0-7 4-16,1-2 0 15,0 0-4-15,0-3 2 16,-2 1-1-16,1 1 0 0,0 0-1 16,-2 3-2-16,-1 0-1 15,0 3 2-15,-1 1-2 16,0 3 0-16,-2 0 0 16,1 0-6-16,2 1 3 15,2 5 1-15,-3 2 1 16,3-1-3-16,2 1 2 0,0-3 0 15,1 1 0-15,1-3 1 16,2-2 1-16,0-1-1 16,-2 0 1-16,1 0 2 15,-2-1 9-15,-2-4 4 16,-1-2 2-16,-2 0 8 0,0-2-1 16,-3 0-5-16,0-2-2 15,0-1-4-15,-3 1-8 16,-2-1-4-16,-4 1 0 15,-1 1-14-15,-3 3-17 16,0 0-15-16,-2 0-48 0</inkml:trace>
  <inkml:trace contextRef="#ctx0" brushRef="#br0" timeOffset="-20144.53">16035 16294 78 0,'0'0'4'0,"0"0"5"0,0 0 8 15,0 0-1-15,0 0-1 16,6 40 7-16,-6-25 1 16,0 5-4-16,-5 3-7 0,0 4 2 15,-1 5-1-15,1 3 2 16,1 2-2-16,0 3 2 16,1 2-3-16,1 5 2 15,-1 0-4-15,0 6-1 16,-5 6-4-16,2 0 5 0,-2 3-6 15,1-4-3-15,-3 0 0 16,4-5-1-16,0-5 1 16,3-2-1-16,1-1 1 15,0-2-1-15,0-2-1 16,1-3 2-16,0-4-3 0,1-1-5 16,0-8-12-16,0-5-2 15,0-4-13-15,0-12-50 16,4-4-26-16</inkml:trace>
  <inkml:trace contextRef="#ctx0" brushRef="#br0" timeOffset="-19610.63">15975 16229 41 0,'0'0'8'0,"0"0"15"0,0 0-5 15,0 0-2-15,0 0-2 0,0 0 1 16,0 0 3-16,0 0 1 15,26 54 0-15,-26-30-4 16,0 10-3-16,0 9-1 16,0 7-1-16,-5 9-1 15,-1 9-3-15,-1 8 1 16,0 6-3-16,1 3-1 0,-1-1-1 16,4-5-1-16,-1-5-1 15,0-4 3-15,1-6-2 16,1-5 1-16,-2 2 1 15,-1 5-2-15,0 1-1 0,-1-4-2 16,-1-3-103-16</inkml:trace>
  <inkml:trace contextRef="#ctx0" brushRef="#br0" timeOffset="-14393.84">14204 17243 10 0,'0'0'-1'0,"0"0"-2"0,0 0-3 0</inkml:trace>
  <inkml:trace contextRef="#ctx0" brushRef="#br0" timeOffset="-12708.15">14204 17243 8 0,'0'0'19'0,"0"0"8"16,0 0-9-16,0 0-6 15,0 0-9-15,0 0-5 0,0 0-17 16,0 0 5-16,0 0 11 16,0 0 2-16,0 0 5 15,-2 0 13-15,0 0 3 16,1 0 5-16,-1 0 5 0,2 0-1 15,-2 0-6-15,2 0-10 16,0 0-6-16,0 0-5 16,0 0-2-16,0 0 0 15,0 0 0-15,0 6 1 16,0-1-1-16,0 1 0 0,0 1 2 16,2 2 0-16,3 0-2 15,4-1 2-15,-2 3 0 16,3 0-1-16,1-1-1 15,3 2 0-15,-3-2 0 16,5 1 0-16,-3-1 1 0,3-3-1 16,0 3 0-16,0-3 2 15,3 0-4-15,-1 2 2 16,1-2 0-16,0 1 2 16,3-1-2-16,1 1 0 15,-1 0 0-15,-2 0-2 0,3 0 0 16,-4-3-1-16,0 1 1 15,-1 0-1-15,-1-1 2 16,-1 1 0-16,0-3 2 16,2 3-1-16,-1-1 0 15,0 0 0-15,3 0 1 16,-1 1-1-16,2-2 0 0,1 2 0 16,0-1 0-16,-1 1 0 15,3-2 0-15,-2 2 0 16,2-1 0-16,0 0 0 15,2-2 2-15,-1 0-5 16,-2-2 2-16,2 1 0 0,0-2 2 16,2 0 0-16,-2 0 3 15,2 0 1-15,-1 0-1 16,-3-2 0-16,1-1-2 16,1 0 1-16,0-1 2 0,-5 0 1 15,4-3 0-15,1 1-4 16,-3-1 0-16,0-3-1 15,1 3 1-15,1-2-2 16,-1-2 0-16,1 1 0 16,-1 0 0-16,0 0 1 15,3 1-1-15,-4-2 0 0,3 1 0 16,-1-2 1-16,2 0 1 16,1-2-1-16,-2 0 2 15,0-2-1-15,-2-1-1 16,2 0-1-16,-3 0 0 0,-2-1 1 15,4-1-1-15,-6 1 0 16,-1-2 3-16,0 1 1 16,-2-1 1-16,-3-1-1 15,1 0 2-15,-5-1-2 16,2 0 0-16,-4-2 0 16,1 0 1-16,-4-2-1 0,0-1 1 15,0 0 1-15,1-4-1 16,-2-2 0-16,0 3-3 15,0 1 1-15,-1 0-1 16,0 1-1-16,-1 1 0 16,0 1 0-16,0 1-1 0,0 1 1 15,-1-1-1-15,-4 1 3 16,-5-1 0-16,3 0 1 16,-7 0-1-16,1 0 0 15,-5-1-1-15,0 2-1 16,-2 1 0-16,-4-1 3 0,0 2-3 15,0 4-1-15,2 0 1 16,-3 2 1-16,1 3-3 16,2 1 3-16,-3 0-1 15,-1 2-2-15,0 0 3 16,1 1-1-16,2 1-1 0,-4-2 0 16,4 3 0-16,-1-3 1 15,4 3-1-15,-4 0 0 16,1-2 0-16,1 1-1 15,-2 1 1-15,-1-2-2 16,1 2 2-16,0 1 0 0,-2 1-1 16,1-2 0-16,-2 2 1 15,-1 1-1-15,0 0 1 16,-1 1-1-16,0 0 2 16,0 0-2-16,-2 3 1 15,2 0-1-15,-1 0 2 16,-1 0-1-16,0 0 0 0,-2 2-1 15,-1 3 1-15,0 1-2 16,1 0 3-16,-1 2-2 16,2-1 1-16,2-1-3 15,1 1 6-15,0 0-3 16,-3 1 1-16,3-1-2 0,0 1 2 16,0 2-2-16,0 0 1 15,2 0-2-15,-2 1 2 16,4 0-1-16,1 0 1 15,2 0 0-15,1 0 0 0,4 1 0 16,1-1 0-16,1 2 0 16,-3 1 0-16,5 3 0 15,-1 1 0-15,3 1 0 16,-3 4-1-16,1 1 1 16,-5 1 0-16,4 1 1 15,-3 4-2-15,1 0 0 0,-2-1 2 16,1 4-2-16,0 0 0 15,3-1 0-15,0 1 0 16,2-2 0-16,2 2 1 16,2-4-1-16,1 2 1 15,2-2 0-15,4 0 1 0,-1-1-1 16,2-1 1-16,0 0-1 16,0-3 0-16,3-1 1 15,5 0-1-15,2-1 1 16,1-1 0-16,4 1-2 15,2-1 1-15,4-2-1 0,-1-1-3 16,3-3-12-16,3-5-7 16,1-2-13-16,0-6-33 15,-3-2-86-15</inkml:trace>
  <inkml:trace contextRef="#ctx0" brushRef="#br0" timeOffset="-11953.93">14338 17853 161 0,'0'-4'-24'0,"0"0"36"0,-2 0 2 0,-3-1-4 0,2-1 4 16,0-1 8-16,0 1 5 16,-1-3-9-16,0 2-1 15,1-3-7-15,-1 0-3 16,0 2-4-16,-1 0-1 16,2 3 0-16,-3-1 0 0,1 3 0 15,1 3 0-15,-2 0 3 16,0 0-5-16,0 3 0 15,0 9 0-15,3 2 0 16,-4 4 0-16,4 2 0 0,-1 0 0 16,2 3 1-16,2 1-1 15,0-3 0-15,0 2 0 16,5 0 1-16,1-2-1 16,2 3 1-16,0-4-1 15,2 3 0-15,-1-5 0 16,-1 3 0-16,0-5 0 0,0 0 0 15,-4-1-1-15,-1-3-2 16,1-1-5-16,-4-1-4 16,0-3-6-16,0 3-12 15,-3-7-22-15,-5-2-25 16</inkml:trace>
  <inkml:trace contextRef="#ctx0" brushRef="#br0" timeOffset="-11760.7">14182 18092 160 0,'0'0'-21'0,"0"0"22"0,0 0 1 16,0 0 0-16,42-32-2 15,-27 26 2-15,5 0 1 0,3-1-2 16,2 0-2-16,-3-4-36 15</inkml:trace>
  <inkml:trace contextRef="#ctx0" brushRef="#br0" timeOffset="-11312.76">14570 17916 130 0,'0'0'-5'0,"0"0"25"15,0 0 5-15,0 0-4 16,-47-8 1-16,33 8 1 16,2 0-3-16,0 0-5 15,2 4-6-15,1 3-4 16,2 3-2-16,-1-1-3 16,4 2 0-16,2 2 0 0,2-2 0 15,0 2-3-15,0-2 0 16,2-2-4-16,5-1-2 15,3-2-2-15,0-2 0 16,1 0 2-16,-1-4 2 16,1 0 4-16,1 0 1 0,0-4 1 15,-3-3 1-15,1-2-3 16,-2-1 6-16,-3-1-2 16,-1 1-2-16,0 2 2 15,-4-1 2-15,0 3 7 16,0 1 4-16,0 2 1 0,0 0-4 15,0 3-6-15,0 0-3 16,0 0 1-16,0 4-5 16,0 3-2-16,0 1-4 15,2 0-8-15,2-1-9 16,4-1-19-16,-1-4-30 0</inkml:trace>
  <inkml:trace contextRef="#ctx0" brushRef="#br0" timeOffset="-10927.97">14736 17827 137 0,'0'0'20'0,"0"0"19"0,0 0-20 0,0 0-9 0,-39-10-7 16,33 10 1-16,0 7-1 15,1 0-2-15,3 0 0 16,2 4 0-16,0-2-1 16,0-1 0-16,0 2 0 15,4-1 0-15,5-3 0 16,-1 1-1-16,3-2 0 0,-1 1 0 16,1-2 0-16,1-1 1 15,-2 1 1-15,-1-1-1 16,0 1 0-16,-2 2 1 15,-3-1-5-15,-2 0-2 0,-2 2 2 16,0 1-2-16,0-2 3 16,-2 0 1-16,-4 3 0 15,-3-3-3-15,2 0-15 16,-2 0-7-16,1-4-8 16,1-2-16-16</inkml:trace>
  <inkml:trace contextRef="#ctx0" brushRef="#br0" timeOffset="-10615.32">14861 17633 198 0,'0'0'5'15,"0"0"21"-15,0 0-13 0,0 0-11 16,0 0-2-16,0 0 1 16,0 0 3-16,0 0 0 15,5 48 1-15,-1-29-1 16,0 1-2-16,0 4-2 16,1-1 0-16,0-2 0 0,0-1 0 15,1-1-7-15,-2-2-7 16,1-2-8-16,1-2-11 15,-2-3-15-15,0-2-8 16,0-5 23-16</inkml:trace>
  <inkml:trace contextRef="#ctx0" brushRef="#br0" timeOffset="-10394.48">14857 17829 162 0,'0'0'3'16,"0"0"16"-16,0 0-14 0,0 0-3 16,0 0-1-16,0 0-1 15,48-36 0-15,-33 28-25 16,-1-3-51-16</inkml:trace>
  <inkml:trace contextRef="#ctx0" brushRef="#br0" timeOffset="-9476.9">15080 17826 61 0,'0'0'11'16,"0"0"8"-16,0 0-2 15,0 0 0-15,0 0-6 16,3-39 3-16,-3 30-2 15,0 1 2-15,0 1 1 0,0-2-3 16,0 3-6-16,0-1-2 16,0 2-2-16,-2-1 0 15,1 2 0-15,-3 0 2 16,1 1-2-16,0 3-3 16,0 0 4-16,2 0-6 0,-1 0-12 15,0 4 8-15,-2 5 4 16,2 1 2-16,2 1-2 15,-1-1 1-15,1 1 2 16,0 2-1-16,0-2 0 16,4 1-2-16,1 0-2 15,0-2-2-15,4 3 1 0,-3-2-2 16,3-1 3-16,1 0 0 16,-2-3 4-16,3-2 0 15,1-1 1-15,-1-3-3 16,0-1-3-16,1 0 0 15,-1 0-27-15,-1-5 3 0,2-2-5 16,-7-1 20-16,3 2 19 16,-4-3 29-16,-2 2 2 15,0-1-4-15,-1 1-5 16,0-2-6-16,1 1-8 16,-2 0-4-16,0-1-1 0,2 0-7 15,-2-1 1-15,0 1 0 16,0 0 0-16,2 2-1 15,-2 2 0-15,2-1 1 16,1 3-2-16,3 0 1 16,-4-1 0-16,2 4-2 0,0 0 1 15,2 0-4-15,-2 1 2 16,1 9 1-16,1 0-1 16,-3 2-2-16,3 1 2 15,1 1 2-15,-3-1 2 16,3-1-1-16,-2-3 0 0,1 2 1 15,1-5-1-15,2-1 1 16,-4-2 0-16,3-1 1 16,-3-2 2-16,2 0 5 15,-1 0 6-15,1-5 4 16,-3-3 3-16,1-1-5 0,-2-4-3 16,3 0 1-16,-6-2-4 15,2-2-2-15,-2 0-2 16,0 0-4-16,0 3 0 15,0 0-2-15,-2 2-5 16,-4 3-14-16,1 0-24 0,-2 1-68 16</inkml:trace>
  <inkml:trace contextRef="#ctx0" brushRef="#br0" timeOffset="-3415.4">18940 17598 90 0,'0'0'25'0,"0"0"-16"0,0 0 1 0,0 0 3 15,0 0 8-15,0 0 6 16,0 0 1-16,0 0-8 16,0 0 1-16,0 0-4 0,0 0-1 15,0 0-7-15,0 0-5 16,0 0-2-16,-7 13-1 16,3-2 1-16,-5 3-2 15,2 3 1-15,-1 2-1 16,1 2 0-16,0 1 1 0,-4-1-1 15,3-1 1-15,0-2-1 16,-1 1 0-16,2-4 1 16,-3 1-1-16,5-2-1 15,-4-1-1-15,4-3-13 16,1-1-9-16,2-1-6 16,0-1-18-16,1-4-7 0,1-3 10 15</inkml:trace>
  <inkml:trace contextRef="#ctx0" brushRef="#br0" timeOffset="-3024.05">18974 17568 198 0,'0'0'5'0,"0"0"-2"0,0 0-5 0,0 0 4 16,0 0 0-16,0 0 0 15,32 40 1-15,-21-29 1 16,1 2 3-16,-3 1 0 15,2-1-2-15,0 0-2 16,0-2-1-16,1 1 0 0,-1 1-2 16,-2-2 1-16,1-1-1 15,0 2 1-15,-4-3-2 16,1 0-3-16,-2-1-19 16,-2-1-8-16,-3-1-6 15,0 1 10-15,0 0-1 16,-3-3-3-16</inkml:trace>
  <inkml:trace contextRef="#ctx0" brushRef="#br0" timeOffset="-1663.81">18892 17791 21 0,'0'0'49'0,"-1"0"-20"0,-2 0-7 0,3 0-6 0,0 0-3 16,0 0 2-16,-3 0-9 0,2 0-5 16,-1 0-1-16,0 0 1 15,0 0-1-15,-1 0 4 16,3 2 6-16,-3-1-2 16,2 0-4-16,-1-1-2 0,1 2-2 15,1-1 1-15,-1-1-1 16,1 2 1-16,0-1 0 15,0-1 1-15,0 0 0 16,0 0-2-16,0 0 3 16,0 0 1-16,0 0-1 15,0 0 0-15,0 0-2 0,0 0 3 16,0 1 1-16,0-1 5 16,0 2-1-16,2-2-5 15,1 1 0-15,2-1 2 16,0 0-3-16,1 0 0 15,0 0-1-15,2 0 2 0,0 0 0 16,2 0-1-16,3 0-1 16,0-1-2-16,1-1 1 15,0 0-1-15,0 0 0 16,-1 2 0-16,0 0-7 16,-2 0-20-16,-2 0-29 0,0-1-36 15</inkml:trace>
  <inkml:trace contextRef="#ctx0" brushRef="#br0" timeOffset="93.45">19121 17836 128 0,'0'1'93'0,"2"-1"-70"0,-2 0-16 16,2 1-6-16,1 2-1 0,0-1 1 16,2 3-1-16,0 2-1 15,0 0-3-15,-1 3-4 16,1 0-7-16,-1 1-9 16,2 1-4-16,0-1-3 0,0-1 0 15,0-3-14-15</inkml:trace>
  <inkml:trace contextRef="#ctx0" brushRef="#br0" timeOffset="548.26">19469 17753 155 0,'0'0'19'16,"0"0"18"-16,0 0-11 0,0 0-13 15,0 0-4-15,0 0-4 16,-37-11 1-16,30 10 2 15,1 0 2-15,-2 1 3 16,0 0-6-16,1 2-4 16,-1 7-1-16,-2 1 0 0,3 3-2 15,-3 1 0-15,5 0 0 16,-2-1 1-16,4-1-1 16,1-1 1-16,2-4 0 15,0 1-2-15,0-3 3 16,1-1-2-16,7-1 1 0,2-2-1 15,1-1 1-15,3 0 0 16,1 0-2-16,1-4 0 16,3-2-3-16,-1-5-30 15,-1-2-14-15,-1-4-57 0</inkml:trace>
  <inkml:trace contextRef="#ctx0" brushRef="#br0" timeOffset="888.76">19454 17490 201 0,'0'0'3'0,"0"0"4"0,0 0-2 0,0 0-4 15,0 0-3-15,0 0 3 16,0 0 0-16,0 0-1 16,0 0 2-16,-10 40 3 15,13-22 2-15,-2 2 0 0,1 2 0 16,0 2 2-16,0-2-1 16,1 1-5-16,-1 1-1 15,4-1-1-15,-2-3 0 16,0 0-1-16,4-3-4 15,-3 0-13-15,3-4-9 0,-2-2-28 16,4-4-18-16</inkml:trace>
  <inkml:trace contextRef="#ctx0" brushRef="#br0" timeOffset="1423.39">19731 17737 102 0,'0'0'8'0,"0"0"17"16,0 0 8-16,0 0 2 16,0 0-12-16,0 0-10 15,0 0 2-15,0 0-5 16,-15-35-5-16,8 35 1 0,2 0-2 15,-1 0-1-15,-3 0 0 16,-1 4 1-16,1 3-3 16,1 3-1-16,-3 1 1 15,4 1-1-15,-1 0 1 16,5-3-1-16,-2 2 1 16,3 1-1-16,2-4 1 0,0-2-1 15,0-2 0-15,5-1-2 16,0 1 0-16,5-4-3 15,-2 0-2-15,4 0 6 16,0 0 0-16,2-4 0 16,-3-5 1-16,2 0 0 0,-2-3 0 15,-2 4 3-15,-1-2-2 16,-5 3 8-16,1 1 2 16,-3 3 5-16,-1 0-4 15,0 1 0-15,0 2-6 16,0 0-5-16,2 0 1 0,0 4-3 15,1 4 1-15,1-1-1 16,2 2-10-16,1 2-6 16,4-1-15-16,0-4-6 15,2-5-35-15,3-1-41 16</inkml:trace>
  <inkml:trace contextRef="#ctx0" brushRef="#br0" timeOffset="1665.72">20019 17676 234 0,'0'0'4'0,"0"0"8"0,0 0 2 15,1-47-4-15,-1 35-1 16,-1 3 0-16,-1-4 1 16,-3 6-5-16,2 0 4 15,-2 1-4-15,1 1-3 0,-2 2-1 16,2 1-2-16,0 2-1 15,0 0-7-15,1 0 1 16,1 0-12-16,-2 3-7 16,0 3-13-16,0-2-31 15,2-2-22-15</inkml:trace>
  <inkml:trace contextRef="#ctx0" brushRef="#br0" timeOffset="2305.25">20054 17555 206 0,'0'0'9'15,"0"0"3"-15,0 0 4 16,0 0 5-16,5-42-6 16,-5 35-6-16,-2 0 9 0,-6 1-12 15,0 3-6-15,0 0 4 16,-6 3-3-16,1 0 0 16,-3 0 0-16,3 10 0 15,-3 6-1-15,-1 2-1 16,-1 6 1-16,4 0 0 15,-1 2 1-15,3 4-1 0,1-6-2 16,5 3 0-16,3-3-2 16,-1-2 1-16,4-1 3 15,0-5-1-15,2 0-1 16,5-3 2-16,2-3-1 16,0-1 0-16,2-3 0 0,1-2 0 15,-2-2 0-15,-2-2-5 16,3 0 6-16,-3 0 0 15,-1-2 2-15,1-5 2 16,-2-2 5-16,0 2-1 16,-1-4-2-16,3-2 1 0,-3 3-4 15,4 0 0-15,-2 1-1 16,3 0-1-16,2 4-1 16,-3 1 1-16,2 1-1 15,1 2 3-15,1 1-2 16,-1 0 0-16,2 0-1 0,-1 2 1 15,-4 3-1-15,0 2 1 16,0 0 0-16,-4 1-3 16,-1 0-11-16,1 2-12 15,-5-2-20-15,0-2-20 16,0-3-23-16</inkml:trace>
  <inkml:trace contextRef="#ctx0" brushRef="#br0" timeOffset="2689.89">20172 17741 223 0,'0'0'21'0,"0"0"-3"15,0 0-8-15,26-37-4 0,-20 30-3 16,2 0-1-16,-1 3 0 16,0 1 1-16,1 2 0 15,-1 1 0-15,2 0 0 16,-2 0 1-16,3 6-4 0,-3 4 6 15,3 2-5-15,-4 1-1 16,0 0-7-16,-1 2-15 16,-1-2 2-16,-1-3-4 15,-3 1-5-15,0-3 10 0,0-3 12 16,-3-1 6-16,-3-4 6 16,1 0 11-16,-1 0 6 15,1 0-4-15,1-2 6 16,-1-7-7-16,2-1-5 15,2-1-8-15,1-1-6 16,0-4 4-16,4-2-2 0,6 0-2 16,2-1 2-16,3 1-3 15,0 0-3-15,5 2-12 16,-2 0-27-16,0 5-49 16</inkml:trace>
  <inkml:trace contextRef="#ctx0" brushRef="#br0" timeOffset="3129.85">20542 17670 252 0,'0'0'18'0,"0"0"-5"16,0 0-3-16,0 0-1 15,0 0-1-15,0 0 0 16,0 0-1-16,0 0 0 15,0 0-3-15,-26-9-4 0,21 9 1 16,-3 0-2-16,1 4 2 16,-2 4-1-16,2 2-1 15,1 2-1-15,3-1-2 16,-1-1-1-16,2-2 1 16,2 1 3-16,0-5-1 0,0 2 0 15,4-3-2-15,3-1 0 16,3-2 0-16,2 0-3 15,-3 0-1-15,2-5 7 16,0-2-3-16,0-2 5 16,-3 2 5-16,1 0 1 0,-2 2-1 15,-1 0-4-15,-3 2 0 16,0 2-1-16,-3 1 1 16,0 0 0-16,0 0 1 15,0 1-3-15,0 7-1 16,1-1-7-16,4 1-21 0,-1-1-11 15,4-1-45-15,1-5-44 16</inkml:trace>
  <inkml:trace contextRef="#ctx0" brushRef="#br0" timeOffset="3622.19">20767 17719 269 0,'0'0'23'0,"0"0"2"0,0 0-8 0,0 0-5 0,0 0-7 16,-6-39 5-16,-2 36-7 0,1 2 0 16,-4 1-2-16,1 0-2 15,0 0 1-15,0 3-2 16,-2 4 0-16,3 4-4 16,4 0 0-16,-2 0-9 15,4-3-3-15,2 2-1 16,1-1 6-16,0-4 3 0,1 0 2 15,7-3-1-15,-1-2 1 16,3 0 0-16,1 0 4 16,0 0-1-16,-1-4 2 15,0-3 1-15,0 0 4 16,-3-3 8-16,1 0 4 0,-3 0-3 16,2-2-1-16,-4-3-2 15,0 1-1-15,-1-2-3 16,-1-2 3-16,3-2-1 15,-4 0 1-15,2-1 1 16,-1 1-1-16,0 0-1 0,1 2 0 16,-1 3 1-16,0 4-5 15,0 4-1-15,-1 4-3 16,0 3 0-16,0 0 5 16,0 10-6-16,0 8 2 15,-4 4 4-15,1 4-3 0,3 3-11 16,-2 2-18-16,2-5-24 15,0 0-53-15</inkml:trace>
  <inkml:trace contextRef="#ctx0" brushRef="#br0" timeOffset="4674.27">20773 17519 228 0,'0'0'6'0,"-14"-56"9"0,6 28 4 0,-1 1-5 0,-1 0 1 16,-3 1-7-16,-5 1-2 0,-1 0 1 15,0 1-3-15,-5 1 0 16,-1 2-4-16,-1-1 4 15,-4 0-4-15,-3 1 0 16,-8-2-3-16,-1 3 1 16,-6-1 1-16,0 1 0 0,-3 0 1 15,-3 2-1-15,-1 1 3 16,-2-2-1-16,-5 4 0 16,-1 2 3-16,-5-1-3 15,-1 4 0-15,-6 0-1 16,-1 4 0-16,0 2 0 0,-1 2 2 15,0 2-2-15,-1 0 1 16,3 5-1-16,1 6-1 16,3 5 1-16,0 2-2 15,2 3 2-15,1 1-2 16,5 3-3-16,1 1 1 16,3 2 0-16,2 5-3 0,1 2 3 15,2 4 2-15,3 2 2 16,6 0 0-16,0 2-10 15,8-2 11-15,9-1 1 16,4-2-2-16,6-1 2 16,5-2 1-16,4 0 0 0,5-2 0 15,4-1 0-15,0-1 1 16,0 5-2-16,10-2-1 16,1-3-1-16,3 3 1 15,4-3-2-15,1 1-4 0,4-5-9 16,2-2 13-16,2 1 0 15,4-4-2-15,1-1 0 16,3-2 2-16,0-3 0 16,3 4 1-16,2-5 0 15,1 0 1-15,0 2-1 0,4-3 1 16,-1 0-3-16,3 0-1 16,0-2 2-16,2-1-3 15,-2-1 5-15,4 0 0 16,3-2-1-16,0-1 1 15,3-1 1-15,3 3 1 16,1-2-2-16,4 1 0 0,-1 2 0 16,2 0 0-16,-3 0-14 15,0-2 13-15,1-2 1 16,-3 0 0-16,1-2-1 16,-3-2 0-16,0-2 0 15,0 0 1-15,1 0 0 0,-2-1 4 16,0-6 1-16,2-4-4 15,-2-1 18-15,1-3-12 16,-3-3 1-16,-1-3-2 16,-3-1-2-16,-1-4-5 15,-3-2 1-15,-3-2-1 0,1-4-3 16,-8 1 3-16,-2-2-3 16,-5-3 3-16,-4-1 0 15,-4-2 0-15,-7-1 0 16,-6-1 0-16,-5-1 0 0,-5-1 1 15,-6 2-1-15,-11-3 4 16,-10 2-1-16,-8-1-3 16,-9-2-9-16,-5-1-20 15,-8-2-40-15,-6 0-107 16</inkml:trace>
  <inkml:trace contextRef="#ctx0" brushRef="#br0" timeOffset="7244.66">17933 17558 119 0,'3'2'0'0,"0"-1"3"0,-1-1 9 15,-2 1 4-15,1-1 12 16,1 0-5-16,1 0 0 16,2 0-5-16,4 0-4 0,5-6-3 15,9-9-1-15,10-10-9 16,8-11 2-16,10-14-36 15,3-11-102-15</inkml:trace>
  <inkml:trace contextRef="#ctx0" brushRef="#br0" timeOffset="11055.08">8118 11204 33 0,'0'0'3'0,"0"0"9"0,0 0-2 0,0 0-7 15,0 0-2-15,0 0 0 0,0 0 2 16,0 0 1-16,-41-12 9 16,35 10 3-16,1-1-4 15,-1 1-3-15,1 1-6 16,1-2 2-16,-3 3-3 16,1-1 0-16,1-1-1 0,-2 2 0 15,1-2-1-15,-4 2 2 16,0 0 1-16,1 0 2 15,-3 0 1-15,1 0-5 16,-3 2 0-16,-1 5 0 16,-1 0-1-16,-1 2 0 15,-1 1 1-15,2 0-1 0,-2 0 1 16,1 1 3-16,-2 1 0 16,1 0 1-16,1 3-1 15,-3 0-1-15,4 3-1 16,-2-2-3-16,1 3 2 0,0-1-1 15,3 1 0-15,-1-1 1 16,3 1-1-16,-1-1 0 16,3 0 1-16,3 1 0 15,-4-1 1-15,6 1 0 16,-3 1 1-16,3-2 0 0,1 1-1 16,-2-2 1-16,4 1-2 15,-2-2 1-15,2 1-1 16,0 0 1-16,0-3 1 15,1 3 1-15,1-1-1 16,0 0-1-16,0-1 0 0,0-2-1 16,0 1 0-1,3 0-1-15,1-1 1 0,0-3-1 16,-1 2 0-16,2-1 0 16,-1-3 1-16,-1 2-2 15,0-1 1-15,2-1 1 0,-1-1 1 16,0 1-1-16,2 0-1 15,-2-1 1-15,3 0-1 16,-3 2 1-16,1-2-1 16,3 0-1-16,-1 1 0 15,0-1 1-15,0-1 1 16,1 0-2-16,2 0 1 16,-1-1 1-16,1 1 0 0,4-2-2 15,-1 3 2-15,3-1-1 16,-3 1 1-16,3-1-1 15,-1-1 0-15,0 1 1 16,0 0-1-16,1-2 0 0,-3 1 0 16,1 0 0-16,-1 1 0 15,0-1 0-15,1 0 1 16,1 0-2-16,-1 1 2 16,-1-2-1-16,3 3 0 0,-3-2 0 15,5-1 0-15,0 0 0 16,2 2 0-16,1-2 0 15,0 0-1-15,4-1 1 16,-3 3 0-16,3-3 0 16,-3 1 0-16,3 0-1 15,-3-1 2-15,1-1-2 16,1 0-1-16,-1 1 1 0,1-1 1 16,1 0 0-16,-3 0 0 15,2-2 1-15,1 1-1 16,0-1 0-16,0 0 0 15,-3 0-4-15,4 0-1 0,-3 0 2 16,0-1 1-16,1-3-1 16,-2 1 2-16,-1-1 0 15,1-1 0-15,-2 2 2 16,2-2-2-16,-3 2 0 16,0-3 1-16,-1 1-2 0,-2 0 1 15,1-2 0-15,-1 0 1 16,0 1 0-16,-1-1-6 15,1 2 10-15,-3-2-5 16,3 2 4-16,-3-2-3 16,1 0 0-16,-1 0 0 15,-1 0 0-15,-1 0 1 16,-2 0 0-16,2 1 1 0,-4 0 0 16,-3-1 2-16,-1 0-2 15,-1 1 2-15,-1-1-1 16,0 0-1-16,1-1 2 0,-2-2-2 15,2 0 0-15,0 0-1 16,3-3-1-16,-4 2 0 16,3-3 3-16,0 1-2 15,-4-2 3-15,2 1 0 16,0-1 3-16,-2-1 2 16,1 2 1-16,0-3-1 0,0 0-5 15,1-2-1-15,0 2-2 16,-2-1 0-16,0-1-1 15,0-1 1-15,0 1 0 16,-2 1-1-16,-2 0 2 16,-1 0 0-16,-1 1 0 0,0 2 4 15,-3-2-1-15,1 2 0 16,-4-1 0-16,1 0 2 16,-2 2-3-16,-1 0 2 15,-1-3-3-15,-3 6-3 16,0-3 2-16,-2 2-1 0,-4-2-1 15,-2 1 1-15,-2 0-3 16,-1 1 2-16,-3 3-1 16,-5-1 1-16,1 4-1 15,-9 2-11-15,-2-2-29 16,-5 0-67-16</inkml:trace>
  <inkml:trace contextRef="#ctx0" brushRef="#br0" timeOffset="13310.81">9077 11498 15 0,'0'-1'1'0,"0"0"-10"0</inkml:trace>
  <inkml:trace contextRef="#ctx0" brushRef="#br0" timeOffset="13667.27">9077 11498 56 0,'-5'-4'18'0,"4"4"-2"15,1 0-7-15,0 0-5 16,0 0-1-16,0 0-2 16,0 0 0-16,0 0-1 15,0 0 0-15,0 0 0 0,0 0-2 16,0 0 2-16,0 0 0 15,0 0 0-15,0 0 0 16,-1 4 1-16,1 0-1 16,0 1 0-16,-2-1 1 0,2 0 0 15,0 0-1-15,-3-1 2 16,3 0 1-16,0-2 4 16,0-1 5-16,0 0 14 15,0 0 14-15,0 0-5 16,8-5-16-16,7-7-6 15,8-3-4-15,10-5-3 0,5-5-3 16,15-3-3-16,8-9 1 16,8-4-4-16,5-8-63 15,4-6-108-15</inkml:trace>
  <inkml:trace contextRef="#ctx0" brushRef="#br0" timeOffset="44043.46">19686 6594 177 0,'0'0'-23'0,"0"0"42"0,-10-51 12 16,9 32-8-16,-1 2-8 0,0 0 1 16,0 3-4-16,0 1-1 15,2 3-4-15,-2 0-1 16,2 6-2-16,-1 0 0 15,0 2-4-15,1 2 0 16,0 0-1-16,0 0-11 0,0 9 1 16,0 5 7-16,0 3 6 15,0 6-1-15,2 3-2 16,2 2 1-16,2 3 1 16,-2 2 0-16,3 2-1 15,-1 2 0-15,2 4 1 0,0 4 0 16,3 1-1-16,3 4 1 15,2 2 0-15,6 4 1 16,-3 4-1-16,4 6-1 16,0 4 0-16,2 1 0 15,0 1 0-15,2 1 1 0,4-2-2 16,2-3 2-16,-1-4-1 16,6 1 0-16,1-4-1 15,2-4 0-15,-1-4 1 16,4-4 0-16,1-3-1 15,2-4 1-15,3-3 0 0,4-6 1 16,1-4 1-16,1 0 2 16,2-8 0-16,2-3-1 15,-2-5 3-15,1-5-3 16,-1-6-1-16,0-2-1 16,-2-3 0-16,-1-12 5 0,2-4-2 15,1-5 3-15,2-6-1 16,0-4 0-16,-1-7-3 15,-1-6 1-15,-2-4-2 16,-6-6 0-16,-2-4-2 16,-7-6 1-16,-5-4 0 0,-8-3-1 15,-6-4 0-15,-11-4 1 16,-6-6-1-16,-5-1 2 16,-3-1 13-16,-14-4 12 15,-3-1 5-15,-6 3-5 16,-3 4-12-16,0 0-6 15,-2 4-3-15,-3 7-4 0,1 6-2 16,-3 11-10-16,-4 12-22 16,-9 10-31-16,-7 11-22 15,-11 7-132-15</inkml:trace>
  <inkml:trace contextRef="#ctx0" brushRef="#br0" timeOffset="44675.59">19584 6791 209 0,'1'-6'-18'0,"-1"1"39"16,1-1 2-16,1 4-3 0,3 0-17 16,4 0-2-16,0 2 1 15,2 0-2-15,3 0 3 16,-2 0-3-16,2 0 0 15,-1 3 0-15,0 2 0 0,-1 0 0 16,-2-2 0-16,3 3-7 16,-1-1-13-16,-2-3-19 15,1-2-32-15,-4 0-9 16</inkml:trace>
  <inkml:trace contextRef="#ctx0" brushRef="#br0" timeOffset="44825.77">19769 6718 188 0,'0'0'-8'0,"0"0"53"16,0 0-3-16,0 0-16 16,-49-19-14-16,36 20-11 15,0 12-2-15,-5 4 1 0,-1 6-2 16,0 3-9-16,0 3-23 16,-2-2-58-16</inkml:trace>
  <inkml:trace contextRef="#ctx0" brushRef="#br0" timeOffset="45252.01">19773 7159 141 0,'0'0'16'0,"0"0"31"15,0 0-12-15,0 0-9 16,0 0-10-16,0 0-14 16,0 0-4-16,0 0 4 15,0 0-2-15,13 4 2 16,-3 7-2-16,-1-3 0 16,3 0 1-16,-2 1-2 0,1-1 0 15,-3 0-9-15,0-2-16 16,-2 0-16-16,-3 0-20 15,-1-3 12-15,-2-3-17 16</inkml:trace>
  <inkml:trace contextRef="#ctx0" brushRef="#br0" timeOffset="45394.12">19850 7226 49 0,'0'0'9'0,"0"0"23"16,0 0 19-16,0 0 18 16,0 0-35-16,-29-37-7 15,26 36-10-15,-2 1-11 16,-3 3-9-16,1 12 0 0,-5 4-4 15,-1 5-8-15,-1 4-15 16,-1-2-28-16,0-1-39 16</inkml:trace>
  <inkml:trace contextRef="#ctx0" brushRef="#br0" timeOffset="45885.81">19946 7513 200 0,'0'0'14'0,"0"0"-10"0,0 0-4 0,0 0 7 16,0 0 2-16,0 0-5 16,34 39-1-16,-24-30-1 0,2 1-2 15,-3 0 1-15,1 0 0 16,3 1-2-16,-3-1-8 15,-2-1-28-15,0-2-21 16,-1-6-11-16</inkml:trace>
  <inkml:trace contextRef="#ctx0" brushRef="#br0" timeOffset="46056.62">20057 7591 174 0,'0'0'19'0,"0"0"17"0,0 0-12 15,0 0-13-15,-38 1-9 16,27 13-2-16,-2 4-1 16,0 3 1-16,0 3-4 15,0 2-17-15,1-1-21 16,0-2-49-16</inkml:trace>
  <inkml:trace contextRef="#ctx0" brushRef="#br0" timeOffset="46682.52">19681 7175 66 0,'0'0'63'0,"0"0"-34"0,0 0 2 0,0 0-11 16,0 0-5-16,0 0-11 16,0 0-6-16,0 0 3 15,0 0 4-15,0 0 1 16,21-10-4-16,-5 11 1 15,2 3-2-15,2 1-1 0,-1-1 1 16,2 0-1-16,0 1 2 16,0-2-4-16,-1 1-12 15,1-3-31-15,-6 0-15 16,1-1-22-16</inkml:trace>
  <inkml:trace contextRef="#ctx0" brushRef="#br0" timeOffset="46909.07">19910 7141 165 0,'0'0'-39'0,"0"0"65"15,0 0 5-15,0 0-8 16,0 0-18-16,0 0-4 0,0 0-1 15,-43 18-6-15,31 1 8 16,-3 3-8-16,0 3-12 16,-1 0-19-16,-1-1-11 15</inkml:trace>
  <inkml:trace contextRef="#ctx0" brushRef="#br0" timeOffset="47621.93">19915 7606 81 0,'0'0'8'0,"0"0"9"0,0 0-4 0,0 0-7 16,0 0-4-16,0 0 1 15,0 0-3-15,0 0 10 16,0 0-1-16,0 0-5 15,0 0-3-15,4-34-1 0,0 33-1 16,-1 0 1-16,2 0 1 16,2 1 0-16,3 0 4 15,-2 0 0-15,2 0 1 16,4 0-3-16,-1 0 0 16,3 3-2-16,0 0 1 0,3 0-2 15,-3 1 0-15,1-2-4 16,-2 0-21-16,-4 1-14 15,-4-1-37-15</inkml:trace>
  <inkml:trace contextRef="#ctx0" brushRef="#br0" timeOffset="47841.17">20074 7535 150 0,'0'0'-33'0,"0"0"46"16,0 0 17-16,0 0-6 15,0 0-10-15,0 0-14 16,0 0-2-16,0 0-3 16,-28 50-1-16,18-23-24 0,0 0-14 15,1-3-67-15</inkml:trace>
  <inkml:trace contextRef="#ctx0" brushRef="#br0" timeOffset="48702.72">20171 7893 101 0,'0'0'5'0,"0"0"4"0,0 0 3 0,0 0 1 16,0 0-3-16,0 0-7 16,0 0-2-16,0 0-1 15,0 0 1-15,0 0 4 16,0 0 5-16,0 0 3 15,14-4 0-15,-5 4-5 0,0 0-3 16,2 3-4-16,1 0 0 16,0 1 0-16,0 1-1 15,-2 3-3-15,1 0-16 16,0-1-9-16,-3 2-5 16,-1-2 6-16,-1 1-22 0</inkml:trace>
  <inkml:trace contextRef="#ctx0" brushRef="#br0" timeOffset="48993.1">20274 7827 115 0,'0'0'8'16,"0"0"2"-16,0 0-3 0,0 0-2 16,0 0 2-16,-22 56-4 15,11-32-1-15,2 5-2 16,0 0-2-16,-3 0-20 15,1-3-45-15</inkml:trace>
  <inkml:trace contextRef="#ctx0" brushRef="#br0" timeOffset="49805.48">19988 7707 15 0,'0'0'16'0,"0"0"-30"0,0 0 0 0</inkml:trace>
  <inkml:trace contextRef="#ctx0" brushRef="#br0" timeOffset="50346.68">20212 7909 103 0,'0'0'-3'16,"0"0"13"-16,0 0 3 15,0 0-7-15,0 0 4 0,0 0 0 16,0 0-1-16,0 0-4 15,0 0 0-15,-3-14 4 16,10 14 2-16,2 0-3 16,-2 0-4-16,2 4-3 15,2 3 0-15,-4 0 0 0,3 0-1 16,2 2-2-16,-5-2-9 16,2 0-13-16,2 1-8 15,-6-3-11-15,1-1-45 16</inkml:trace>
  <inkml:trace contextRef="#ctx0" brushRef="#br0" timeOffset="50510.17">20244 7899 159 0,'0'0'2'15,"0"0"-8"-15,0 0-13 16,-19 44-25-16</inkml:trace>
  <inkml:trace contextRef="#ctx0" brushRef="#br0" timeOffset="50986.5">20494 8095 114 0,'0'0'47'0,"0"0"-22"0,0 0 5 15,0 0-15-15,0 0-6 16,0 0-7-16,0 0-3 16,0 0 2-16,0 0 0 15,19 11 0-15,-13-5 0 16,4 1-1-16,-1 1 0 0,0 0 2 16,1 0-2-16,0-1-2 15,-1-1-11-15,3 0-19 16,-3-1-28-16,-2-2 11 15</inkml:trace>
  <inkml:trace contextRef="#ctx0" brushRef="#br0" timeOffset="51165.6">20602 8115 142 0,'0'0'71'0,"0"0"-56"15,0 0-6-15,-45 21-8 16,31-5-1-16,1 2-1 16,-3 2-5-16,2 3-20 15,-2-5-40-15</inkml:trace>
  <inkml:trace contextRef="#ctx0" brushRef="#br0" timeOffset="56050.48">19986 7581 1 0,'0'-3'2'0,"0"0"1"0,-1-1 14 0,-1 0-2 16,-1-2 1-16,1 3-8 0,1 2-4 16,-1 0-1-16,2 1-3 15,0 0-5-15,0 0-55 16</inkml:trace>
  <inkml:trace contextRef="#ctx0" brushRef="#br0" timeOffset="56462.94">19986 7581 11 0,'40'14'31'0,"-40"-14"-12"0,0 0-7 16,0 0-6-16,0 0 0 16,0 0-1-16,0-1 4 15,0-2-8-15,-2 3 3 16,-1-1 0-16,1 0-2 15,0 0 0-15,-2-2 5 0,3 3 2 16,0-3 1-16,0 3-4 16,0-1-5-16,1-1-1 15,0 1-1-15,0 1 1 16,-1 0 0-16,1-1 0 16,-1-1 1-16,0 1-1 0,-1-2 1 15,-2 1 0-15,0 0-2 16,1-1 4-16,0 0-2 15,1 3 1-15,0-3-1 16,-1 3 0-16,1 0 0 16,-1-1-2-16,2 1 1 0,-3 0-2 15,1 0-1-15,0 0-2 16,0 0 0-16,2 0-4 16,-3 0-4-16,0-3-1 15,-1-3-27-15</inkml:trace>
  <inkml:trace contextRef="#ctx0" brushRef="#br0" timeOffset="58042.61">19623 7174 17 0,'0'0'17'0,"0"0"-1"0,0 0-5 0,0 0-1 0,0 0-5 16,0 0 2-16,0 0 2 16,0 0 1-16,0 0-1 15,0 0-5-15,0 0 5 16,0 0 1-16,0 0-2 15,-9-18 3-15,9 15-3 0,0-1-4 16,0 4-2-16,0-3-1 16,0 2 2-16,0 1-2 15,0-2 1-15,0 1 0 16,0 1 0-16,0 0-1 16,0 0 0-16,0 0-2 0,0 0 0 15,0 0 5-15,0 0-4 16,-1 0 0-16,-1 3 0 15,1 1 0-15,0 0 1 16,0 1-2-16,0-1 2 16,1 0-1-16,-1 2 0 0,1-1 0 15,0 1 1-15,0 0-2 16,0 0 1-16,-2 0 1 16,0 0-1-16,0 0 0 15,-1 2 0-15,2-2 0 16,0 1 0-16,0-1 0 0,0 1 0 15,1 0 1-15,0 0-1 16,0-1 0-16,0 1 0 16,0-1 0-16,0-1 1 15,0 1-1-15,2-2 0 16,4 1-1-16,-1-2 0 0,0 1 1 16,1 0 0-16,1-1 0 15,2 1 0-15,-1 0 1 16,0 1 1-16,0 0-2 15,0-1 0-15,0 1 1 16,-1 0-1-16,1 1 0 16,0-2 0-16,-2 2 0 0,-2-1 0 15,1 0 0-15,-1 1 0 16,0-1 0-16,-2 1 0 16,1 1 0-16,0 0-1 15,-3-1-3-15,0 1 7 0,0-1-2 16,0 0-1-16,-2-1 0 15,-5 1-1-15,2 1 1 16,-3-2 0-16,3 2 1 16,-3-2-1-16,-1-1 0 15,3 3 0-15,2-4 1 16,-1 1-1-16,2-1 0 0,1-1 0 16,1 2-1-16,1-1 1 15,0 0 1-15,0-2-3 16,0 1 0-16,2 0 1 15,3 0 0-15,2-2 3 0,-1 0-2 16,2 1 0-16,2-1 0 16,-3 3 0-16,1-1 1 15,1 2-1-15,-1 0 0 16,-2 0 0-16,0 2 0 16,-2 0-1-16,-1-1 1 15,0 2-1-15,-1 2 1 0,-2-2-6 16,0 2 8-16,0 0-1 15,0 1-1-15,-5 0 0 16,-1 0 0-16,1 2 0 16,-1-1 0-16,-1 2 0 15,-2-2 0-15,4-1 0 0,-1 2 0 16,1-4 0-16,3 3 0 16,0-2-1-16,2-2 1 15,0-3 0-15,0 3 0 16,5-4-1-16,5 1 0 15,0-2 1-15,3-1 0 16,1 1 0-16,5-2-2 0,-1 0 3 16,0 0-1-16,-2-3-28 15,-5-6-56-15</inkml:trace>
  <inkml:trace contextRef="#ctx0" brushRef="#br0" timeOffset="59963.51">19626 7138 28 0,'2'0'5'0,"3"0"-5"0,-3-2 3 0,3 0-1 0,-1-1-1 16,0 0 6-16,-3 0 11 16,1 0-5-16,0-1-3 15,-2 0-2-15,0 1 1 16,0 1 6-16,0-1-2 0,0 1 2 15,0 0-5-15,0-1-4 16,0 1 4-16,0 0-6 16,-2 2 2-16,-1 0-6 15,-1 0 0-15,0 0-4 0,-1 0 5 16,1 2-2-16,-3 5 1 16,2 3 1-16,0 2-1 15,0 3 0-15,2 0 0 16,-3 4 0-16,1-1 0 15,3 1 0-15,2-1 0 16,0-1 0-16,0 0 2 0,0-3-1 16,5-2-1-16,5-1 0 15,-1-4-1-15,1 2 1 16,3-2 0-16,-1 0 0 16,3-2 1-16,-2 1 0 15,3 3-1-15,-4-2 1 0,-1 2-1 16,1-1 0-16,-7 3 1 15,-1-1-1-15,-2 3-2 16,-2 2 3-16,0-3 1 16,-2 4-4-16,-7 0 2 15,-2 2-1-15,-3 0 1 0,-2 2 0 16,1-3-1-16,-1 0 2 16,1-1-1-16,2-4 1 15,2-1-1-15,5-4 0 16,1-2 0-16,3-2 0 15,2 0 0-15,0 0 2 0,0-2-5 16,4 2 1-16,4-1 2 16,0 0-2-16,3 0 2 15,0 2 2-15,-1-1-1 16,-1 3-1-16,-1 2 0 16,-2-1 0-16,0 3-1 0,-5 0-1 15,-1 0 1-15,0 3 2 16,0-3 1-16,0 1-2 15,0-1 0-15,0 0 1 16,-1-3 0-16,1 2-1 16,0-4 1-16,0 1 0 0,7-2-2 15,3-1-1-15,3-3 3 16,9 0-1-16,1 0 0 16,5 0 1-16,2-13-11 15,1-1-75-15</inkml:trace>
  <inkml:trace contextRef="#ctx0" brushRef="#br0" timeOffset="60825.55">19369 6715 78 0,'-2'0'5'0,"0"0"8"0,2 0-3 0,0 0-1 16,-1 0-8-16,0 2-1 15,-2 4 0-15,-1 4 0 16,-3 1 1-16,0 2-1 16,-2 2 0-16,1 1 0 15,1-3 2-15,1 0-2 0,3 1 1 16,1-2-1-16,2 0 0 16,0-2 1-16,0-1-1 15,2-1 1-15,6 1 1 16,2-2 2-16,-1 0 0 15,4-1-2-15,1-1-1 16,-3 0 0-16,2 2 0 0,-2-3 1 16,-3 2-1-16,1-1 0 15,-5 1-1-15,-2-2 0 16,-2 2-1-16,0 1 0 16,0 0 6-16,-4 3-3 15,-6 0-2-15,1 1 1 0,-1 1-1 16,-1-1 1-16,5-1 0 15,-1 1 0-15,5-2 0 16,2 1-1-16,0-2 0 16,4 2 1-16,6-1 2 15,6 1 2-15,1 0 0 0,5 1-3 16,1 0-1-16,-1-3-29 16,-1-3-43-16</inkml:trace>
  <inkml:trace contextRef="#ctx0" brushRef="#br0" timeOffset="62191.59">19452 6835 31 0,'-9'6'2'0,"1"4"1"0,0-2 2 0,-1 1 2 0,-1 4 1 16,2-1-1-16,-2 1 0 16,2 1-2-16,-1-1-1 15,2 1 0-15,2-1-1 16,3 2-1-16,1 0-1 15,1-1-1-15,0 2 1 0,0-1 0 16,6 1 2-16,4-3 2 16,3-2-1-16,1 2 4 15,1-3 3-15,1 0-3 16,1 0-2-16,-1 1-3 16,2-1-3-16,-4 0 1 0,1 0 0 15,-1 3-1-15,-2-2 0 16,-2-1 0-16,-5 3 1 15,-1-2-2-15,-4 2 1 16,0 0 1-16,0 1 2 16,-7 0-3-16,-3 1 1 15,-2-1-1-15,2-1 1 0,0-2-1 16,0 0 1-16,4-2-1 16,2-1 0-16,3-2 0 15,1-1 0-15,0-1-1 16,7-3 0-16,2 3 2 15,5-1 3-15,3 0-4 0,1 0 2 16,0 2-1-16,2 1-1 16,0 4 1-16,-3 3-1 15,0 1 0-15,-4 2 0 16,-3 2 0-16,-2 0 0 16,-3 1-2-16,1-1 3 0,-6-1 4 15,2-1-4-15,-2-2 0 16,0-1 0-16,0 0-1 15,0 0 1-15,0-2 1 16,2-1-2-16,4-2 0 16,0 0 1-16,3 0 0 0,1-1 3 15,4 0-2-15,2 2 1 16,-1-3-3-16,1-2-31 16</inkml:trace>
  <inkml:trace contextRef="#ctx0" brushRef="#br0" timeOffset="63529.38">19872 7857 13 0,'2'0'2'0,"-1"0"-1"0,3 0-1 16,-4 0-2-16,0 0-6 16,0 0 6-16,0 0 2 0,0-1 3 15,0-1 7-15,0 2 6 16,0-1-3-16,0 0-3 15,0 1-6-15,0 0-2 16,0 0-3-16,0 0-3 16,0 0-2-16,0 0 6 0,0 0-1 15,0 0 1-15,0 0 2 16,0 0-1-16,0 0 2 16,0 0-1-16,2 0 0 15,-2 2 0-15,1 2-1 16,-1-1 0-16,0 1 1 0,0 0-1 15,0 2 1-15,0-2 0 16,0 3-1-16,0-1 1 16,-1 0 1-16,1-1 2 15,-2 1 0-15,2 0-2 16,0-1 1-16,0 1-2 0,0 0 1 16,0 1-2-16,2-1 3 15,0 1 0-15,2 0-1 16,1 1-1-16,-1 1 0 15,1 1-1-15,2-2 0 16,-2 2-1-16,1 0 0 0,-1 0 2 16,0-1-2-16,2 0 0 15,-2-2 0-15,0 1 1 16,0-4-1-16,-1 2 1 16,2-1 2-16,-1 0 0 15,2-1 0-15,0-1 1 0,1-1-1 16,-3 1-1-16,4 0-1 15,-2-3 5-15,1 0-2 16,0 0 1-16,2 0 1 16,-1 0 0-16,0 0 0 15,2 0-2-15,-1 0-2 16,-2 0-1-16,2 0 1 0,-2 0-1 16,-3 0-1-16,3 0 1 15,-4 0-1-15,2 0 0 16,-2 0 1-16,0 0-1 15,1 0 0-15,-1 2 0 0,-1-1-3 16,1-1-22-16,-2 0-16 16,-2 0-35-16</inkml:trace>
  <inkml:trace contextRef="#ctx0" brushRef="#br0" timeOffset="64404.45">20078 7996 54 0,'0'0'9'0,"0"0"-6"0,0 0-2 16,0 0 1-16,1 0-1 0,0 0 0 15,-1 1-1-15,1-1 1 16,-1 1-1-16,0 2 1 16,1-1 0-16,-1 1-1 15,0-1 1-15,2 1 1 16,-2 1 3-16,0 1 0 0,0-1-2 16,2-1-1-16,0 1 0 15,-1 1-1-15,2-1 0 16,0-2 0-16,2 1-1 15,-3 0 2-15,1 0-2 16,2-2 1-16,0 1 1 16,-2 1-1-16,2 0 2 0,-1-2-2 15,-1 3 1-15,0-2-1 16,1 0 0-16,-1 3 0 16,0-4-1-16,1 2 1 15,-2 0-1-15,3 0 1 16,-2-1-1-16,1 1 0 0,-1 0 0 15,2 0 1-15,-2 0-1 16,1-2 2-16,0 2 1 16,-2-1 0-16,1 0 1 15,-2 0 6-15,-1 1-2 16,1-1 2-16,-1 0 2 0,0 1 3 16,0 0-1-16,0 1-4 15,-2 2 1-15,-5-1-3 16,0 5-2-16,-3 0-3 15,-3 6-2-15,-1 2-1 16,-5 8-1-16,-10 6-1 0,-6 5-9 16,-7-3-118-16</inkml:trace>
  <inkml:trace contextRef="#ctx0" brushRef="#br0" timeOffset="72486.7">21050 17815 87 0,'0'0'7'0,"0"0"12"0,0 0 0 0,0 0-2 0,0 0 2 15,0 0-2-15,0 0-11 16,0 0-1-16,0 0 0 0,0 2-2 16,0 3 1-16,0 0-3 15,0 3 0-15,1 1-1 16,1 1 1-16,1 1-1 16,2-2 0-16,0 2 0 15,1-4-2-15,4-3-4 0,0-1-5 16,1 0 6-16,1-3 1 15,3 0 4-15,3-4 0 16,2-6 4-16,4-5 4 16,2-2 5-16,4-3 3 15,0-5-1-15,4-1-9 16,-1-3-1-16,2-3-3 0,0 1 0 16,1 0-1-16,-2 2-4 15,-2 5-17-15,-3 3-20 16,-2 3-31-16,-10 4-50 15</inkml:trace>
  <inkml:trace contextRef="#ctx0" brushRef="#br0" timeOffset="73675.28">22007 17619 264 0,'0'0'-10'0,"0"0"18"0,0 0-2 0,0 0-4 16,0 0-2-16,0 0 1 16,-1 39 2-16,1-24-5 0,0 5 5 15,0 0-4-15,0 0 2 16,0 1 0-16,0-2-2 16,0-5-5-16,0-1-13 15,0-5 7-15,0-1 0 0,-1-3-10 16,-5-3 6-16,0-1-2 15,-1 0 9-15,0-3 9 16,1-8-7-16,-4-2 10 16,6-4-3-16,-1-1 1 15,4-3 1-15,1 0 1 16,0-2 5-16,1 3 1 0,6 0 12 16,3 2-4-16,-2 1 0 15,2 4-3-15,0-1-7 16,2 4-2-16,-2 2-2 15,2 0-3-15,-1 4 0 0,0 1 1 16,-1 0 0-16,-2 3 0 16,-1 0 0-16,-1 1-1 15,2 5-2-15,-5 2 1 16,2 1 1-16,0 0 4 16,-3 4-7-16,-1-2-8 0,-1 1-13 15,0 2 1-15,0-1-8 16,-3-1 4-16,-7 1 7 15,-1-6 3-15,-1 3 12 16,-1-3 6-16,0-2 9 16,5-1 9-16,-3-3 1 15,5 0-5-15,3 0 4 0,1-1-3 16,2 0-12-16,0 0-8 16,0 0 2-16,8 0 6 15,1 0 5-15,2 0-1 16,3 0-3-16,1 1 0 15,1 3-2-15,2 3-1 0,-2 2 1 16,0 1 1-16,1 3-4 16,1-2-24-16,-4 3 1 15,-2-4-31-15,-2 0-18 16</inkml:trace>
  <inkml:trace contextRef="#ctx0" brushRef="#br0" timeOffset="74314.5">22384 17783 35 0,'0'0'15'0,"0"0"12"0,0 0-1 0,0 0 1 15,0 0 4-15,0 0-7 16,0 0-14-16,0 0-5 16,-12-42-6-16,12 27 4 15,-1-2-1-15,-2-2 3 16,1 2 1-16,0-3 3 0,0 2 2 16,0-1-1-16,0 2 1 15,1 4-1-15,1 2 2 16,0 4 0-16,0 3-4 15,0 1-7-15,0 3-2 16,1 0 1-16,4 2-1 16,3 7-4-16,-3 1 2 0,3 6 3 15,-3-2 0-15,3 0-6 16,0-2 3-16,0-2-9 16,3-2-8-16,-1-3-10 15,1-4-9-15,2-1 5 16,1 0 5-16,0-7 7 0,1-6 5 15,-2 2 15-15,-1-2 2 16,-1-2 3-16,-3-1 16 16,1 1 10-16,0-1 5 15,-5 1-2-15,0 2-2 0,-1 1-11 16,-1 4-2-16,0-1-3 16,-1 4-1-16,0 3-3 15,0 2-6-15,0 0-4 16,0 1-1-16,1 10-2 15,3 2 6-15,-3 4 2 0,1 4-2 16,0 2-1-16,2 2 1 16,-1 0-1-16,2 0-2 15,3-2-12-15,1-1-28 16,-3-3-28-16,4-4-8 16</inkml:trace>
  <inkml:trace contextRef="#ctx0" brushRef="#br0" timeOffset="74713.58">22831 17579 177 0,'0'0'12'0,"0"0"9"0,0 0 7 0,-3-43-9 15,-3 35-7-15,-1 4-5 16,-1 3-5-16,-1 1-2 15,0 0 1-15,0 0 0 0,-1 8-2 16,0 4 1-16,1 3 1 16,2-1-7-16,2 1 9 15,2 1-4-15,3-2 0 16,0 0-2-16,1-1 0 16,6-2 0-16,1-1 1 0,2 1 0 15,1-4 1-15,0 0 2 16,2 1-4-16,-3-2 5 15,1-1 1-15,-2 2-3 16,-1-3 1-16,-2 2 0 16,-5-1-1-16,-1 1-1 0,0 3 2 15,-1-2 3-15,-9 1-5 16,0 1-4-16,0 4 7 16,-3-2-24-16,2-1-33 15,2-3-35-15</inkml:trace>
  <inkml:trace contextRef="#ctx0" brushRef="#br0" timeOffset="75012.24">23035 17612 159 0,'0'0'27'0,"0"0"14"0,0 0 3 0,0 0-14 0,0 0-15 16,0 0-10-16,0 0-2 15,0 0-4-15,0 0-1 16,-7 26 2-16,4-1 4 16,0 2-5-16,0 5 3 15,3 0 3-15,-3-2-3 0,3 1-4 16,0-1 1-16,0-2-20 15,0-2-56-15,0-5 30 16,0-5-44-16</inkml:trace>
  <inkml:trace contextRef="#ctx0" brushRef="#br0" timeOffset="75360.65">23022 17629 190 0,'0'0'-10'16,"0"0"26"-16,16-43 2 15,-7 32 2-15,3 1-12 16,-1 3-2-16,2 2-4 16,-1-1 0-16,-1 3 0 15,2 2 0-15,-2 1 0 0,1 0 1 16,-4 5-2-16,1 5-1 15,-3 2 0-15,-1 2-1 16,-1 3-1-16,-4-2 2 16,0 2-2-16,0-1 2 15,-2 0 7-15,-6-2-7 0,-1-3 0 16,1-1 2-16,-3 0 0 16,1-3-3-16,-1-1-8 15,0-2-13-15,0-4-6 16,4 0-31-16,-3 0-36 15</inkml:trace>
  <inkml:trace contextRef="#ctx0" brushRef="#br0" timeOffset="76184.88">23209 17560 132 0,'0'0'4'15,"0"0"14"-15,0 0 4 16,0 0-12-16,42 8-7 16,-35-1-1-16,3 4-1 0,0 2 0 15,-3 0 2-15,1 1-1 16,-2 2 2-16,0-2-2 16,-2 2-4-16,-2-3 3 15,-1-1-6-15,-1-5-19 16,0-1 3-16,0-3 13 15,-5-1 8-15,-3-2 6 0,0 0 11 16,-2-4 25-16,3-4-11 16,1-5-1-16,3 1-13 15,0-4-7-15,3-1-4 16,0-1-6-16,10 0 1 16,1 0-1-16,3 2 1 0,1 5 0 15,1 2 0-15,-1 2-1 16,-1 6 0-16,-3 1-1 15,0 0-4-15,-2 0-9 16,-3 6-4-16,-2 2-3 16,-1 3 1-16,-3 2 12 0,0 3 9 15,0-1 1-15,-5 1 0 16,0 0 0-16,2-3 4 16,-2-1-4-16,4-2 1 15,1-3-3-15,0 2-1 0,8-5 0 16,-1-3-2-16,7-1 6 15,3 0 0-15,-1-4-1 16,2-6 5-16,-2-4-6 16,3 0-3-16,-8-3-6 15,0 0 5-15,-4 0 0 16,-4 1 3-16,-3 2 2 0,0 0 0 16,0 1 0-16,-3 0 0 15,-3 2 0-15,2 1 2 16,1 3-3-16,-2 0-1 15,5 0 0-15,-1 2 1 16,1 2 0-16,0 2-1 0,0-2 0 16,0 2 0-16,4 1 0 15,1 0 2-15,1 0 0 16,2 1 5-16,-1 9-1 16,1 4-2-16,0 5 1 15,-3 4-1-15,1 3 1 0,-2 4-3 16,1 2 3-16,-2 3-4 15,1 0 2-15,-2-2-3 16,-1 0 1-16,-1-4-2 16,0-3 1-16,0-3-13 15,0-4-1-15,0-3-16 0,-7-4-17 16,1-8-34-16</inkml:trace>
  <inkml:trace contextRef="#ctx0" brushRef="#br0" timeOffset="76413.23">23568 17611 139 0,'0'0'14'0,"20"-43"7"0,-8 26 4 0,2 2-2 16,0 3-11-16,1 4-5 15,-3 1-3-15,2 4 0 0,-4 3-1 16,0 0 0-16,-1 5 1 15,-2 8-4-15,-3 6 2 16,-3 6-1-16,-1 6 1 16,-4 2-15-16,-11 1-22 15,-8 2-59-15</inkml:trace>
  <inkml:trace contextRef="#ctx0" brushRef="#br0" timeOffset="77601.86">19472 17287 88 0,'1'-3'9'0,"-1"0"0"0,1 2 0 0,-1-1 5 16,2 2 2-16,-1-1 1 15,-1 1 8-15,2 0-6 16,-2 0-9-16,4 0-8 16,-3 0-1-16,4 6-2 0,0 2 5 15,1 2-3-15,2 1 0 16,-2 0 3-16,3-2-1 15,-1 0-3-15,3-6-2 16,1-3 0-16,5 0-1 16,2-10 6-16,5-9 2 0,8-6 0 15,2-9-3-15,9-3-1 16,3-7-1-16,8-6-2 16,5-5 6-16,5-2-5 15,1 0-22-15,2 3-34 16,-1 0-23-16</inkml:trace>
  <inkml:trace contextRef="#ctx0" brushRef="#br0" timeOffset="78555.51">22550 18084 40 0,'0'0'11'0,"0"0"9"0,0 0-6 0,0 0 4 15,0 0-5-15,0 0-3 16,0 0 0-16,0 0 2 15,0 0-1-15,0 0 9 16,0 0 1-16,0 0-6 16,0 0 10-16,28 28-13 0,-28-14-9 15,3-4-2-15,0 2 0 16,3-1-1-16,-4 0 1 16,1-2-2-16,1-3 1 15,2-1-1-15,1-3-5 16,5-2 7-16,6-2 2 0,10-15 8 15,7-8-4-15,12-14-1 16,12-9-5-16,12-9 1 16,15-11 0-16,18-10-1 15,15-7-5-15,11-8-49 16,13-1-95-16</inkml:trace>
  <inkml:trace contextRef="#ctx0" brushRef="#br0" timeOffset="80454.17">22318 17405 72 0,'0'0'20'0,"0"0"4"0,0 0 12 0,0 0-8 0,0 0-4 15,0 0-5-15,-1 0-3 16,-3 0-6-16,2 0-5 15,-3 0-2-15,2 0-2 0,-2 0 0 16,0 0 1-16,0 0-4 16,-3 0 4-16,0 0-6 15,-2 0 8-15,0 3-9 16,-3 1 4-16,1 0-4 16,-4 2 0-16,1-2-5 0,-2 1 7 15,-3 0 5-15,0-1-1 16,-3 1-2-16,1 0 1 15,-5 3 2-15,-4-3-2 16,0 2 6-16,-1 3 0 16,-6 0 2-16,1 1 2 0,0 2-2 15,-1 3 0-15,-1 2 1 16,4 4-2-16,-3 3-2 16,3 6-2-16,1 2-2 15,-1 5-1-15,2 2 0 16,3 0 0-16,3 2 0 15,1 0-2-15,6 0 2 0,4-2 0 16,2 1 0-16,7-1-1 16,1 1 0-16,6-3 0 15,0-3 2-15,6 3 0 16,8-6 0-16,4 1-1 16,7-1-1-16,6-3 2 0,7 1 0 15,7-3-1-15,7-1 0 16,9-2 0-16,7-4 0 15,4-3 1-15,3-3-1 16,5 0 0-16,1-4 2 16,1 0-1-16,1-4-1 0,5 0-1 15,7-4 0-15,3-1-4 16,1-1 5-16,4-1-1 16,-2-9 2-16,-1-1-6 15,2-5 1-15,2 0-5 0,2-5 2 16,0-1 4-16,-1-4-7 15,-2-1 12-15,-2-1-8 16,-8-5-11-16,-5 0 4 16,-8-3-5-16,-4-3 10 15,-13-2 4-15,-8 0 6 16,-11-2 7-16,-11-2 7 0,-7-2 0 16,-13 0-2-16,-10-6-4 15,-3 0-3-15,-11-2-2 16,-16 0 4-16,-10-2 3 15,-8 3-3-15,-9 0 3 16,-4 2 1-16,-8 4 0 0,-5 4-1 16,-2 4-6-16,-6 4-7 15,-2 8 2-15,-6 7-1 16,-2 6-20-16,0 6-16 16,-4 4-45-16,-3 1-95 15</inkml:trace>
  <inkml:trace contextRef="#ctx0" brushRef="#br0" timeOffset="81130.52">21081 17740 73 0,'0'0'-1'0,"0"0"2"0,0 1 0 0,2 1 0 15,1 2 3-15,1 0 3 16,-1-1-3-16,1 1 0 0,0-2-3 15,0-1-1-15,-3 1-24 16</inkml:trace>
  <inkml:trace contextRef="#ctx0" brushRef="#br0" timeOffset="83058.46">19528 17176 7 0,'0'0'38'0,"0"0"-33"0,0 0 6 16,0 0-5-16,-1 0 5 0,0 0 2 16,0 0-3-16,0 0 2 15,1 0 1-15,0 0 1 16,0 0-3-16,0 0-3 16,0 0-5-16,0 0-4 0,0 0-2 15,0 0 2-15,0 0 3 16,0 0-2-16,0 0 1 15,0 0-1-15,0 0 0 16,1 0 1-16,0 0-1 16,-1 0 0-16,0 0 0 15,1 0 4-15,0 0-2 0,-1 3-1 16,0-2 2-16,1-1-2 16,0 2 0-16,-1-1 2 15,2 3 3-15,0-1-1 16,0 2 0-16,0-1 1 15,0 2-3-15,2 1-2 0,0 0 0 16,0-1-1-16,0 1 1 16,3-2-1-16,-3 1-1 15,2 0 3-15,0-1-3 16,-2 0 2-16,3 0-1 16,-4 0 0-16,1-1 0 0,3 0-1 15,-3-3 2-15,0 2-3 16,1-1 0-16,-2-2 2 15,0 0-1-15,1 0 2 16,2 0 0-16,-3 0-1 16,3 0 1-16,0-6-1 0,-2-1 0 15,3-2 0-15,1-1 1 16,1-1 0-16,3-4 0 16,0-1 2-16,1-3-1 15,1-2-1-15,1-3 3 16,2-2-2-16,2-2 2 0,2-5-2 15,3-1 2-15,-1 0 2 16,3-7 1-16,3 1 2 16,0-1-2-16,4 1 2 15,-3 3-4-15,1 2-1 16,0 2-2-16,-2 3 0 0,-6 5 0 16,-1 0-2-16,-6 6 1 15,-2 2 0-15,-4 4-1 16,-5 3 0-16,1 3 1 15,-4 4-1-15,1 1 0 16,-3 2 1-16,0 0-1 0,0 0-8 16,0 0-3-16,0 9-6 15,-5 1-17-15,-1 1-16 16,1-1-28-16</inkml:trace>
  <inkml:trace contextRef="#ctx0" brushRef="#br0" timeOffset="84310.68">23558 17477 49 0,'2'-3'15'0,"-1"-1"6"0,1 3-5 16,1-2-9-16,-1 0-4 0,2 0-2 15,-1 1 0-15,-1-3 0 16,3 2 1-16,-3 0 3 16,2-1-1-16,1 1-3 15,-1-1 0-15,2 1-1 16,0 0 0-16,-1-1-7 0,-1 1-11 15,1 2 1-15,-3 1 1 16,0-2 10-16,-2 2 6 16,1 0 0-16,-1-1 4 15,0 1 14-15,1 0-4 16,-1 0-6-16,1-1 0 0,1 1-4 16,2 0-2-16,-2-2 1 15,-1 2-1-15,1 0-1 16,0 0 0-16,-2 0 3 15,0 0 1-15,1 0 3 16,0 6 4-16,-1-2-4 0,0 1-3 16,0 1-2-16,1-1-2 15,0-1 1-15,1 0-2 16,0 2 0-16,-1-2 1 16,2 1-1-16,0-1-1 15,1 0-1-15,2-2-1 16,-2 0-7-16,2 0-1 0,-1-1-2 15,3-1-1-15,-1 2 5 16,0-2 3-16,1 0 2 16,0 0 1-16,3 0 2 15,-2 0 0-15,0 0-6 16,3-2-10-16,0-3 4 0,-3 0-3 16,3 2 14-16,-2-2 4 15,1-2 9-15,-2-1 10 16,2 1 3-16,-1-1-4 15,2-2 8-15,0-1-1 16,3-4-3-16,1-2-16 0,4-1 1 16,4-5-2-16,0 0-3 15,5-2 2-15,0-2-4 16,2 1 0-16,2 2 2 16,-3 1 2-16,0 0-1 15,0 1-1-15,-3 2 2 0,-2 0-2 16,-2 3 0-16,-1 1-2 15,-3 2-1-15,-2-1-1 16,-2 2 0-16,-1 3 1 16,-6 2-1-16,-3 2-7 15,-4 6-20-15,-1 0-17 0,-4 0-29 16,-12 6-30-16</inkml:trace>
  <inkml:trace contextRef="#ctx0" brushRef="#br0" timeOffset="84986.99">23667 17454 33 0,'0'6'-4'0,"0"0"3"0,0 1-6 0,0 0 1 0,0 0 5 15,0-1 4-15,-1 0 13 16,0 1 5-16,1-3-3 15,0 0-9-15,0-1-3 16,0 0-4-16,2-3-1 16,5 0 1-16,1 0-2 0,2 0 3 15,3-3-2-15,0-3 4 16,1-2 6-16,3-2 6 16,2 0 4-16,4-3 0 15,2-1-2-15,2-2-6 16,1-1-3-16,5-4 0 0,3-2 1 15,4-4-3-15,0 0 1 16,3-3-4-16,3-2 1 16,-2 3-3-16,2-1 2 15,-7 2 0-15,0 4-2 16,-3 3 1-16,-5 4-1 0,-4 3-2 16,2 2 1-16,0 3-1 15,0-2 0-15,3 4 0 16,-1-5-30-16,-4-1-113 15</inkml:trace>
  <inkml:trace contextRef="#ctx0" brushRef="#br0" timeOffset="87088.79">8268 11192 165 0,'0'0'-2'0,"0"0"2"0,0 0-4 0,0 0-7 16,0 0 9-16,0 0 4 16,0 0-1-16,0 0 8 15,0 0 5-15,0 0-7 16,-20 0 1-16,18-1-4 16,0 0-3-16,1-1-1 0,-3 2-20 15,-3-1-17-15,2-1 23 16,-3-2 10-16,-1 1 6 15,-3-4 11-15,-1 0 8 16,-3 0 2-16,1 1-10 0,-5-1-4 16,2 0-3-16,-4 2-1 15,1-1-3-15,-1 1-1 16,-2 1 0-16,3 1-1 16,-4-1 2-16,6 2 0 15,-4 1-1-15,1 1 0 0,2 0 1 16,-4 0-2-16,0 3 0 15,0 6 0-15,-5 5 0 16,2 0 0-16,-4 5-2 16,2 1 2-16,1 2 0 15,-2 1-1-15,3 1 2 16,1 2-1-16,0-1 0 0,4 0 0 16,0-1 2-16,4 0 1 15,-3-2 4-15,6-2 1 16,1 1-3-16,1 1-1 15,2-2-2-15,2 1 0 16,3 0-2-16,3 1 0 0,1 2 0 16,2-3 0-16,0 5 0 15,2-2-1-15,5 0 1 16,4 0-1-16,1-1 0 16,1-2 0-16,5-1 1 15,0 0 0-15,-1-2 0 0,1-1 1 16,2-1-1-16,0 1 0 15,3 0 1-15,-1-1-2 16,2 2 1-16,2-1 2 16,1 0-1-16,2-1-1 15,4 2-1-15,-2-1 0 16,0-2-1-16,3-1-3 0,-1-1 6 16,-2 1-3-16,3-3 1 15,-2 2-1-15,3-3 3 16,-1 0-2-16,2 0 1 15,0-2 1-15,1-1-2 16,1-1 2-16,1-2-4 0,-1-4 4 16,1 0 0-16,2 0 3 15,4 0-2-15,1 0 0 16,-1-4 0-16,-1 0-1 16,2-2 0-16,-4 2 0 0,-4-5 0 15,0-1-1-15,-2-3-1 16,-4-3 0-16,1 0-3 15,-4-5 2-15,0-1 6 16,-2 0 1-16,-4-1 0 16,0 2 1-16,-6-2-2 0,-2-1-1 15,-3 2 3-15,-4 0 0 16,-1-4 0-16,-3-1-3 16,0 0-2-16,-2-3 0 15,-2-1 1-15,0-2 5 16,0 1-4-16,-8-1-2 15,1 2-1-15,-4 1 1 0,-1 0 1 16,0 2-1-16,0-2 0 16,-4 5 1-16,1-1-2 15,0-1 2-15,-2 0 2 16,0 3 1-16,-5-2 1 16,1 5-3-16,-1-1-2 0,-2 4-2 15,-1 1 1-15,0 3-2 16,-2 0 4-16,-4 2 3 15,0 2-3-15,-1 2-2 16,-5-1 2-16,1 2-2 16,-4 3 1-16,-3 1-1 0,-2 2 1 15,0 1-1-15,1 1-1 16,-5 11 1-16,2 4-4 16,-5 6-14-16,1 1-27 15,0-2-59-15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5:55:30.3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15543 13566 110 0,'2'2'23'0,"-2"-2"9"0,0 0-17 16,0 0 3-16,0 0-12 15,0 0-2-15,0 0-1 16,0 0-2-16,-5 0 1 0,0-2 2 16,-1-1 4-16,0-3 0 15,-1 1-2-15,-1 0 1 16,-1 0-5-16,1 0 0 15,-2 1-1-15,-2 3 0 16,1-1 0-16,-2 2 0 0,-2 0-1 16,1 0 1-16,-2 7-1 15,0 3 0-15,-6 3-1 16,-1 3 1-16,-1 3 0 16,-2 2-1-16,-1 3-3 15,-1 0 3-15,2 1-1 16,1 2-2-16,4 2 0 0,4-2-3 15,3-1 7-15,3 2-1 16,2-2 1-16,5-1 0 16,2-1-2-16,2-3 1 15,0 1-2-15,2-3 2 0,7-3 0 16,2 0 0-16,3-5-2 16,5-1 7-16,0-3-2 15,7-1-1-15,-1-5 4 16,2-1 0-16,-1 0 0 15,3 0 3-15,0-10-3 0,1-1 0 16,2-2 0-16,2-1-2 16,0-4 0-16,2 2 1 15,-2-2 1-15,-1 3-3 16,-3 1-12-16,-3 0-32 16,-4-2-60-16</inkml:trace>
  <inkml:trace contextRef="#ctx0" brushRef="#br0" timeOffset="276.01">15972 13632 99 0,'0'0'11'0,"0"0"13"0,0 0-11 15,0 0-13-15,0 0 1 16,0 0 3-16,0 0 11 16,-4 52-9-16,4-34-2 15,0 5-1-15,0 2 0 16,0 1-2-16,0 5 1 16,0-1 2-16,0-2 1 0,0-2-18 15,-5-5-32-15,0-8-11 16</inkml:trace>
  <inkml:trace contextRef="#ctx0" brushRef="#br0" timeOffset="695.61">15985 13634 96 0,'0'0'-7'0,"0"0"9"16,50-4-1-16,-29 4 1 15,-4 10-2-15,3 3 3 16,-1 2 1-16,2 2 2 0,1 3-4 16,2 0 0-16,1 1 0 15,-1-1-1-15,2 1 0 16,-2-1 1-16,0-4 0 15,-3-3-2-15,-1-3 5 16,-3-5 0-16,-2-3 3 16,-2-2 5-16,0 0 13 0,-6-8 6 15,0-7 1-15,-3-2-10 16,-2-4-7-16,-1-5-10 16,-1-1-2-16,0-1-1 15,0-1 1-15,0 0-3 0,-2 2 2 16,0 4-1-16,1 3-2 15,1 5 0-15,0 4-21 16,0 6-29-16,0-1-59 16</inkml:trace>
  <inkml:trace contextRef="#ctx0" brushRef="#br0" timeOffset="1001.73">16770 13580 121 0,'0'0'-5'0,"0"0"31"0,0 0-19 16,0 0-15-16,0 0 8 15,0 0 5-15,-12 46-3 16,2-25 1-16,1 0-3 16,1 3 1-16,-2 0 0 15,1 2-1-15,-1 0 1 0,-2 0-8 16,1-1-30-16,-2-3 28 16,2-5-57-16</inkml:trace>
  <inkml:trace contextRef="#ctx0" brushRef="#br0" timeOffset="1413.87">16653 13618 84 0,'0'0'1'0,"24"-41"4"15,-9 24 0-15,1 3-1 0,3 3-3 16,-3 4 3-16,0 4 2 15,0 3-3-15,0 3-1 16,1 9-3-16,-2 7 6 16,1 2-5-16,-1 6 4 0,1-1-3 15,-1 2 0-15,2-1-1 16,-2 0 0-16,3-3 0 16,-2-2 1-16,-2-3 0 15,1-1 0-15,1-3 0 16,-2-5 9-16,-1-3 4 0,-1 0 9 15,0-4-1-15,-3-3-6 16,0 0-4-16,0-13 6 16,-4-1 4-16,-1-9-12 15,0-2-3-15,-4-6 0 16,0-1-2-16,0 1 4 0,0-2-4 16,0 3-4-16,0 2 1 15,0 1-2-15,0 6-13 16,0 1-36-16,0 4-53 15</inkml:trace>
  <inkml:trace contextRef="#ctx0" brushRef="#br0" timeOffset="2196.63">17517 13742 92 0,'0'0'5'0,"0"0"10"0,0 0-12 16,0 0-3-16,0 0 0 15,0 0 1-15,0 0 0 0,0 0 3 16,55 0 3-16,-31 0 4 15,3 0-4-15,3 0-4 16,8-1-1-16,-2 0-2 16,7 0 1-16,3 0-1 0,0-1 1 15,4 1 3-15,3 0 2 16,1 0 1-16,4 0-3 16,2-2-1-16,3 3 0 15,-1-3 0-15,-1-1-2 16,-2 1 0-16,-4 2 0 0,-6-2 0 15,-2 1 0-15,-5-2-17 16,-6 0-35-16,-5-1-20 16</inkml:trace>
  <inkml:trace contextRef="#ctx0" brushRef="#br0" timeOffset="2509.16">18710 13600 97 0,'0'0'3'0,"0"0"12"15,0 0-1-15,0 0 4 0,0 0 2 16,53-23-8-16,-35 23-2 15,3 0-1-15,1 0-1 16,2 6-3-16,-6 5-4 16,-4 6-2-16,-3 6-5 15,-11 7 2-15,0 6 4 16,-22 10 5-16,-14 13-3 0,-18 7-36 16,-17 5-25-16,-14 3-56 15</inkml:trace>
  <inkml:trace contextRef="#ctx0" brushRef="#br0" timeOffset="3567.96">15713 14269 64 0,'0'-3'26'0,"0"0"-1"0,1 0-2 0,2 2-11 15,4 0-12-15,0 1-2 16,4 0 1-16,4 0 1 16,5 0-1-16,3 0 2 15,5 0-2-15,8 2 2 16,7 0 1-16,2-1-1 0,9-1-5 15,4 0-16-15,2-1-5 16,-2-6-22-16</inkml:trace>
  <inkml:trace contextRef="#ctx0" brushRef="#br0" timeOffset="3741.94">16401 14442 69 0,'55'-13'2'0,"15"-11"-40"16</inkml:trace>
  <inkml:trace contextRef="#ctx0" brushRef="#br0" timeOffset="4802.93">19646 13539 138 0,'0'0'13'0,"0"0"4"0,0 0-18 0,0 0-7 16,0 0 1-16,0 0 4 15,0 0 4-15,2 45 6 16,-1-29 1-16,0-3-2 0,1 1 3 15,3 0-4-15,0 2-2 16,0-2-1-16,3-3 0 16,-1 2 1-16,4-6 0 15,-2 2-1-15,2-5 1 16,1-1 2-16,-1-2-1 0,2-1-1 16,-1 0 1-16,1-4 1 15,0-6-2-15,-2 1-1 16,0-3 0-16,-1 0 1 15,0 1-2-15,-3-2 0 16,-1 5 0-16,-2 2 1 16,-2 2 0-16,2 2 8 0,-4 2-9 15,3 0-8-15,1 6-1 16,4 7 7-16,0-2 1 16,4 2 0-16,2-2 1 15,4 2-1-15,1-6 1 0,4-1-1 16,-1-3 1-16,3-3-1 15,2 0 2-15,1-2-1 16,-3-6 1-16,2-4 7 16,-7-2 2-16,-1 0 4 15,-6-4-3-15,-4-1-1 0,0-1-4 16,-7 0-3-16,-1 0-1 16,-1 1-2-16,0 3 0 15,0 3-1-15,0 3-3 16,-6 6-10-16,1 4-22 15,0 0-34-15,2 4-42 16</inkml:trace>
  <inkml:trace contextRef="#ctx0" brushRef="#br0" timeOffset="5151.72">20346 13636 172 0,'0'0'1'0,"42"-9"1"0,-20 0-1 0,0-1-1 0,-5 2 0 16,-3-5 0-16,-4 3 1 15,-6-1 0-15,-3 1 4 0,-1-1 2 16,0 1 1-16,-5 3-5 16,-8 1-2-16,-3 3-2 15,-3 3 2-15,-1 0 0 16,-1 0 4-16,0 11 0 15,2 4-6-15,2 2 3 0,4 0-2 16,4 1 1-16,1-1 0 16,7-1-1-16,1-1 1 15,1-2 0-15,11 0 0 16,5-4 3-16,7 0 0 16,4-2 0-16,5-2 4 15,4-4-12-15,1-1-31 0,1 0-50 16</inkml:trace>
  <inkml:trace contextRef="#ctx0" brushRef="#br0" timeOffset="5701.08">20734 13321 155 0,'0'0'-20'0,"0"0"24"0,0 0 10 15,0 0-16-15,0 0-1 16,-42 47 2-16,33-24 2 16,-1 7 0-16,3-1 0 15,1 0-1-15,2 1 0 16,3-2 1-16,0-2-1 16,1-5 2-16,0-2-2 0,0-6-1 15,1-4 1-15,3-4-2 16,3-3 2-16,4-2 3 15,-1 0 1-15,6-7 0 16,2-4-2-16,0-1 0 16,4-3 1-16,0 2 0 0,2 2 1 15,0 0 4-15,-4 2-3 16,2 2-1-16,-4 4 0 16,-1 3-2-16,0 0-1 15,-4 0-2-15,-4 10 1 16,3 2-5-16,-4 1 3 0,-1 2 0 15,-3-1-1-15,-2 2 1 16,-2-3 0-16,0 1 0 16,-2-3-2-16,-7 0 8 15,-3-3-2-15,-3-3 0 16,0 0 3-16,-5-1 4 16,-1-3 2-16,0-1-3 0,0 0 3 15,1 0-3-15,3 0-3 16,3 0-2-16,3-3 0 15,4 0-2-15,5-1-2 16,2 0-28-16,2-3-24 0,9-3-36 16</inkml:trace>
  <inkml:trace contextRef="#ctx0" brushRef="#br0" timeOffset="5913.02">21239 13523 166 0,'0'0'7'0,"0"0"9"0,0 0-20 0,0 0-1 16,0 0 8-16,0 0 6 0,-16 48-1 16,10-35-5-16,2 0-2 15,4 0 1-15,0-2 0 16,0-4-31-16,5-5-26 15</inkml:trace>
  <inkml:trace contextRef="#ctx0" brushRef="#br0" timeOffset="6069.53">21238 13416 234 0,'0'0'-9'16,"0"0"32"-16,-16-48-12 15,16 41-8-15,0 0-25 16,0 4-46-16,6 2-29 16</inkml:trace>
  <inkml:trace contextRef="#ctx0" brushRef="#br0" timeOffset="6517.52">21322 13579 175 0,'0'0'12'0,"0"0"-12"15,0 0 5-15,0 0 4 16,0 0-6-16,0 0-3 16,0 0 0-16,38 22 0 0,-31-15 1 15,-4 1-1-15,1-1 1 16,-3-2 1-16,-1 1-5 15,0-3-2-15,-3-2 0 16,-4-1 3-16,-1 0 2 16,2-4 0-16,0-4 3 0,2-2-1 15,4-4 3-15,0-1 6 16,2-1-3-16,10-2-4 16,2 2-1-16,4 1-3 15,0 2 0-15,1 4 2 16,-1 4-2-16,1 1 0 0,-4 4 0 15,2 0 0-15,1 5 0 16,-3 5-3-16,-1 3 3 16,0 1-1-16,-3 3 1 15,-1-1 1-15,-3 1-1 16,0-3-12-16,0-2-13 16,2-1-1-16,-1-4-9 0,2-4 6 15,4-3-62-15</inkml:trace>
  <inkml:trace contextRef="#ctx0" brushRef="#br0" timeOffset="6824.01">21876 13542 21 0,'0'0'105'16,"0"0"-68"-16,12-37 15 16,-12 27-24-16,-12 4-17 15,-1 1-7-15,-5 3 2 0,-3 2-5 16,-3 0 0-16,2 3-1 15,2 7-1-15,1 3 1 16,6-2-1-16,0 3-1 16,7-1 1-16,2 0-3 15,4-2 0-15,0-2-1 16,8-1 9-16,6-4-2 0,-1 0 1 16,6-2-2-16,2-2 2 15,2 0 0-15,0 0-3 16,-2-2-2-16,-1 0-15 15,-3-1-9-15,-4 2-3 0,-2-1-8 16,-2 2 7-16,-4-2-31 16</inkml:trace>
  <inkml:trace contextRef="#ctx0" brushRef="#br0" timeOffset="6897.51">21876 13542 37 0</inkml:trace>
  <inkml:trace contextRef="#ctx0" brushRef="#br0" timeOffset="7221.74">21876 13542 37 0,'35'-2'74'0,"-35"-8"-64"0,4-1 5 0,7 0-5 16,3 1-4-16,5 1-1 16,1 2-1-16,3 1 5 15,1 2 7-15,-1 4 0 0,4 0-7 16,-2 0-2-16,-4 4-3 16,0 5-4-16,-1 6 1 15,-5 4-2-15,-3-1 2 16,-3 1-2-16,-2-2-5 15,-3-3-2-15,-2 0 2 0,-2-5 5 16,0-3 0-16,0-3 1 16,0-1-1-16,-4-2 14 15,-3 0 3-15,-1-5-4 16,-2-3 5-16,5-3 3 16,-3-2-4-16,5 0 0 0,2-2-3 15,1-2-1-15,0-2 0 16,4 1-5-16,7 1-4 15,6 0-2-15,6-1 2 16,4 2 0-16,5 4-10 16,3 4-14-16,-3 2-21 0,1 3-36 15,0 3-18-15</inkml:trace>
  <inkml:trace contextRef="#ctx0" brushRef="#br0" timeOffset="7378.46">22570 13500 90 0,'0'0'16'0,"0"0"68"16,0 0-4-16,0 0-46 16,0 0-17-16,0 0-11 15,0 0-6-15,0 0-2 16,0 0-7-16,0 0-23 0,0 0-51 16,24 2-79-16</inkml:trace>
  <inkml:trace contextRef="#ctx0" brushRef="#br0" timeOffset="7926.56">20209 14043 123 0,'0'0'9'0,"0"0"-2"0,37-10 16 0,-12 3 3 16,9-3 1-16,7-1-3 16,6-1 1-16,6 1-6 0,9-3-5 15,7 0-6-15,10 1-5 16,4-1 0-16,6 2-2 15,3 4 0-15,6-1 2 16,1 1-3-16,-1 2 1 16,-4 2-1-16,0 1 0 15,-6 2-1-15,-6 1 1 0,-8 0 1 16,-5 0-2-16,-5 2 1 16,-10 4-3-16,-8 1-3 15,-8 3-6-15,-10 0-11 16,-11 2-11-16,-12 3-8 15,-6-1-28-15,-21 0-30 16</inkml:trace>
  <inkml:trace contextRef="#ctx0" brushRef="#br0" timeOffset="8215.29">20625 14123 172 0,'0'0'-38'0,"-51"0"52"16,38 0 12-16,6-5 1 0,7 5 10 15,0-4-9-15,18 0-24 16,11-2-5-16,13-1 10 16,18-3 2-16,4 0-5 15,13-1-4-15,8 2-1 16,9-1 0-16,3 2-1 15,6-1 2-15,7 0-2 0,0 3 0 16,4-1-6-16,-2 2-20 16,-5 0-30-16,-4-3-24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5:59:47.2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16153 3134 58 0,'0'0'2'0,"0"0"-1"0,0 0 0 0,0 0 0 0,0 0-1 16,0 0 1-16,0 0 2 15,0 0 9-15,0 0-10 16,0 0-1-16,33-23-2 15,-24 23-55-15</inkml:trace>
  <inkml:trace contextRef="#ctx0" brushRef="#br0" timeOffset="505.98">16287 3158 82 0,'0'0'15'0,"0"0"15"0,0 0 1 0,0 0 7 15,0 0-12-15,0 0-3 16,0 0-4-16,0 0-2 16,0 0-13-16,0 0-4 15,-31-8 1-15,29 21-1 0,-1 4 2 16,2-1-1-16,1 4 0 16,0-4 0-16,0 3 0 15,0 0 0-15,2-1-1 16,-1 0-9-16,0 0-21 15,-1-4-36-15,0-4-45 0</inkml:trace>
  <inkml:trace contextRef="#ctx0" brushRef="#br0" timeOffset="796.98">16177 3391 35 0,'0'0'111'0,"0"0"-112"16,0 0 1-16,0 0 3 16,0 0 2-16,0 0 9 15,0 0 1-15,43 0-4 16,-28-4 4-16,0-2-1 0,0 0-5 15,3 2-4-15,-1 0-4 16,-1 1 0-16,-1 0-1 16,-1-1-6-16,-3 1-54 15,-5-1-48-15</inkml:trace>
  <inkml:trace contextRef="#ctx0" brushRef="#br0" timeOffset="1067">16169 3182 229 0,'0'0'6'15,"0"0"-4"-15,0 0-2 16,0 0 5-16,37-10 3 16,-17 6-2-16,4-2-5 15,4 1 0-15,0 1 0 16,1-1-21-16,0-2-97 0</inkml:trace>
  <inkml:trace contextRef="#ctx0" brushRef="#br0" timeOffset="1729.6">16908 3234 120 0,'0'0'2'0,"0"0"6"16,0 0 8-16,0 0 8 15,0 0 9-15,0 0-11 0,0 0-9 16,0 0-8-16,0 0-3 16,-38-27 1-16,22 27-1 15,1 0-2-15,-3 2 0 16,1 6 2-16,1 0-1 16,1 2 0-16,3 1-1 0,2-1 0 15,4 3 1-15,2-2 0 16,4-2 1-16,0 1 1 15,0-3 0-15,4 0-3 16,5-3 3-16,1 2-2 16,3-5 0-16,0 0-1 0,1-1 2 15,-1 0-1-15,0 0-1 16,-1-6 0-16,-2 0 4 16,0-4-3-16,-3 1 0 15,0 1-1-15,-2-1 0 16,-2 2-1-16,-1 0 2 0,-1 3-2 15,-1 1 2-15,0 3 6 16,0 0 1-16,0 0 0 16,0 0-11-16,2 0 4 15,-1 0 1-15,2 7-1 16,1-1-2-16,0 1-2 0,3-1-12 16,-2 1-14-16,6-3-14 15,-4-1-30-15,2-3-18 16</inkml:trace>
  <inkml:trace contextRef="#ctx0" brushRef="#br0" timeOffset="2406.02">17040 3231 191 0,'0'0'12'16,"0"0"6"-16,0 0-16 0,0 0-1 0,0 0 0 15,0 0 1-15,0 0 0 16,39 10 1-16,-31-2-3 16,-4-1 0-16,-1 3 3 15,1-1-2-15,-2-2 0 16,-2-1-1-16,0-1 0 0,0-2-2 16,0 1 2-16,0-4 0 15,-2 0 0-15,-1 0 2 16,0 0-1-16,1 0-1 15,1-1 2-15,1-6-1 16,0-1-3-16,0 0-2 0,4 1-6 16,5-3 9-16,3 2-8 15,1 0 10-15,1 0 1 16,3 1-2-16,-2 1 0 16,1 3 1-16,1 0 1 15,-2 0 5-15,3 3-3 0,-5 0 1 16,1 0-2-16,-3 8-1 15,-2-1 1-15,0 3-1 16,-2-2-1-16,-1 2-1 16,-4 0-1-16,-1-1 5 15,1-2-4-15,-2-1 1 0,0-1-1 16,0-2-2-16,0 1 0 16,-3-1 2-16,-1-3 2 15,0 0-1-15,0 0 1 16,2 0 0-16,2 0 2 15,0-7 1-15,0 0-7 0,0 0 4 16,4-2-5-16,4-1 6 16,1-1-3-16,3 2-5 15,1 0 2-15,1 1 6 16,3 3-1-16,-1 0 1 16,-1 1 0-16,1 4 7 0,-2 0-3 15,1 0-1-15,-2 5 1 16,0 4-5-16,-3 3 1 15,-3 3-3-15,-1 2 0 16,-4 0-8-16,-2-4-46 16,0 0-113-16</inkml:trace>
  <inkml:trace contextRef="#ctx0" brushRef="#br0" timeOffset="2874.05">18211 2988 113 0,'0'0'23'0,"0"0"-17"0,0 0 26 0,0 0 4 0,0 0-6 16,0 0-9-16,0 0-16 16,0 0-5-16,0 0 3 15,0 0 3-15,0 0-2 0,26 49-2 16,-21-27-1-16,1 1 0 16,0-1 0-16,-1-2 0 15,1 0 0-15,0-3-2 16,0-3-12-16,0-2-61 15,-4-5-40-15</inkml:trace>
  <inkml:trace contextRef="#ctx0" brushRef="#br0" timeOffset="3094.99">18178 3098 219 0,'0'0'-5'15,"0"0"7"-15,57-2-3 0,-28 0 3 16,3-2-2-16,1 0 0 16,3-1-1-16,1 1-17 15,1 0-48-15</inkml:trace>
  <inkml:trace contextRef="#ctx0" brushRef="#br0" timeOffset="3507.95">18742 3025 100 0,'0'0'28'16,"0"0"-10"-16,0 0-9 15,0 0-7-15,-40-7-2 0,23 7 8 16,-1 1-1-16,-2 6 5 15,2 2-1-15,-1 2-3 16,4 2 1-16,3-2 4 16,4 2-4-16,0-2-5 0,6 0-2 15,2-2 0-15,0-2 4 16,2-1-9-16,7 0 6 16,5-5-2-16,0 0 4 15,3-1-3-15,-1 0 0 16,1-4-1-16,0-3-3 0,-3-1 6 15,-1-1-6-15,-1-2 4 16,-3 4 1-16,-2 0-3 16,-2 1 0-16,1 0 1 15,-4 3 2-15,-2 2 13 16,0 1-2-16,1 0-9 0,-1 0-5 16,2 0 0-16,2 1 0 15,2 7 0-15,2 0 1 16,3 2-2-16,2-3-19 15,0-1-29-15,3-2-61 16</inkml:trace>
  <inkml:trace contextRef="#ctx0" brushRef="#br0" timeOffset="3770.84">18946 2951 251 0,'0'0'-1'0,"0"0"13"0,0 0-15 0,0 0 5 0,0 0-1 0,0 0 1 16,19 42-2-16,-16-27 0 15,0 2 1-15,-1 0 0 16,0-2 0-16,-1 1-1 15,1-2 0-15,5-1-14 0,-3-6-48 16,5-1-30-16</inkml:trace>
  <inkml:trace contextRef="#ctx0" brushRef="#br0" timeOffset="4404.97">19180 2941 255 0,'0'0'12'16,"0"0"-8"-16,0 0-5 15,0 0-1-15,0 0 1 0,0 0 1 16,-40 34 1-16,25-18-1 16,0 1 0-16,-1-2 1 15,-1 0 0-15,3-4-2 16,5-1 2-16,-2-5 0 15,6 1 2-15,-1-3-2 16,4-2-1-16,1 1 1 0,1-2 1 16,0 0 1-16,0 0-1 15,6 0-6-15,5 0 5 16,1-2 0-16,1 1-2 16,1 1 3-16,-2 0-2 0,1 0 1 15,-2 0-1-15,-4 4 0 16,4 0 0-16,-3 2 0 15,1 0 1-15,0-3-1 16,1 1 0-16,0-1 0 16,0-2 0-16,4-1-1 0,-1 0 1 15,3 0 0-15,0 0-2 16,3-4 6-16,0-2-5 16,-3-1 2-16,1 0-1 15,-5-3 1-15,0 0 2 16,-3 0-4-16,-3 0 2 15,-1 3-1-15,-5 0 0 0,2 1-1 16,-2 2-2-16,0 1 2 16,0 3 3-16,0 0 1 15,-4 0-6-15,1 0 5 16,1 6-1-16,0 1-1 16,2 2 3-16,0-1 0 0,0-1 1 15,1 0-5-15,5 2 2 16,3-2 1-16,2 0-2 15,0-4 0-15,2 3 1 16,3-5-9-16,-1-1-34 16,0 0-84-16</inkml:trace>
  <inkml:trace contextRef="#ctx0" brushRef="#br0" timeOffset="4553.89">19469 2908 149 0,'0'0'93'0,"0"0"-84"0,0 0 8 0,0 0-8 16,0 0-6-16,0 0-4 15,0 0-68-15,0 0-5 16</inkml:trace>
  <inkml:trace contextRef="#ctx0" brushRef="#br0" timeOffset="4987.7">19588 3012 274 0,'0'0'-8'16,"0"0"12"-16,0 0-3 15,0 0 0-15,0 0 2 0,0 0-3 16,0 0 2-16,0 0-1 15,25 34 1-15,-21-24-1 16,-2 0 0-16,-2-1-2 16,0-2 5-16,1-2-4 15,-1-1 0-15,0-2 0 0,0-1 1 16,0-1 2-16,1 0 2 16,1-1 10-16,2-9-15 15,3 1 2-15,-1-5-3 16,5 0 0-16,3-4 1 15,-1 2-2-15,3 2-4 0,-2 1 2 16,1 2 1-16,-3 4 2 16,-1 4 3-16,1 3-4 15,-1 0 4-15,-1 0 0 16,3 8-2-16,-2 5 0 16,1 0 0-16,0-1 0 0,-1 3-7 15,0-2-19-15,1-2-26 16,0-4-50-16</inkml:trace>
  <inkml:trace contextRef="#ctx0" brushRef="#br0" timeOffset="5578.86">20133 2989 189 0,'0'0'25'15,"0"0"22"-15,0 0-30 16,0 0-13-16,-24-38 0 15,7 35-2-15,-2 3-1 0,-4 0-1 16,4 0 4-16,-4 7-3 16,5 2-1-16,3 5 3 15,4-1-3-15,4 1 1 16,5 0 3-16,2 0-2 16,0-1-2-16,8-3 0 15,2-3 1-15,2-4-1 0,5-2-1 16,-2-1 1-16,2 0 0 15,0-5 1-15,3-4 0 16,-5-1 3-16,-1-3-3 16,-3 2 0-16,-2-2-1 0,0 3 1 15,-4 0 1-15,-2 2-1 16,0 3 0-16,-3 3-1 16,0 2-2-16,0 0 3 15,0 11-8-15,0 6 5 16,-3 9 4-16,2 5-1 0,1 6 0 15,0 1-1-15,0 3 1 16,6 3-1-16,0-4 0 16,2 3 3-16,-3-1-3 15,-1 1 0-15,0-3 1 16,-2-3-1-16,-2-5 0 0,0-3 0 16,0-8 0-16,0-4-1 15,-4-8-1-15,-5-4-2 16,-5-5 5-16,-3 0 11 15,-5-7-4-15,-2-10-3 16,0-6 4-16,2-4 6 0,4-5 6 16,5-4-7-16,4 0-11 15,7-3-3-15,2 1-5 16,14-3-11-16,12-1-30 16,4-1-48-16</inkml:trace>
  <inkml:trace contextRef="#ctx0" brushRef="#br0" timeOffset="6731.48">20882 2857 192 0,'0'0'-3'0,"0"0"2"0,0 0 1 15,-46 46 1-15,32-25 1 0,2 3 7 16,4-1 2-16,-1 4-5 16,6-2 0-16,3 0-2 15,0-3 0-15,9-1-3 16,7-5-1-16,2-2 5 15,4-4-5-15,1-7 3 0,4-3-1 16,-1 0 4-16,0-4-9 16,-3-10 10-16,-2-2-6 15,-1-2 1-15,-5-4-1 16,-1-1 0-16,-5-2-1 16,-2-2-9-16,-3 3-4 0,-3 1 1 15,-1 1 6-15,0 4 6 16,-1 1 6-16,-4 6 5 15,-1 1 0-15,0 4-1 16,3 1-4-16,1 2-1 16,-3 1-3-16,5 2 1 0,0 0 0 15,0 0-9-15,0 10 7 16,7 3-1-16,-1 4 1 16,3 4-1-16,2 2 0 15,0 1 2-15,-1 2-3 16,2-3 2-16,-4-1-1 15,-2-2 0-15,1-4 2 0,-5-5-2 16,-1 0 0-16,0-5 0 16,-1 0 0-16,0-5 0 15,0-1 3-15,0 0 1 16,0 0 14-16,0-3 1 0,0-8-15 16,0-2-1-16,0-3-3 15,6 0-1-15,2-3 2 16,3 4-2-16,3-1-2 15,-3 4-2-15,4 5 2 16,-1 0 5-16,-3 4-4 16,0 3 4-16,-1 0-2 0,0 0 0 15,-2 6 1-15,1 4-1 16,-3 3 0-16,1 1 0 16,-1-1 0-16,2 1 1 15,-2-1-1-15,0-3 1 16,-1-2-1-16,4-2 1 0,0-2-1 15,2-1 2-15,3-3-1 16,2 0-1-16,4 0 3 16,-2-4-2-16,3-6-1 15,-4 0 1-15,-2-4 2 16,1-2-3-16,-5 1 0 0,-1 0 0 16,-6 1-4-16,-2 3 2 15,-2 1-4-15,0 4-2 16,-6 5 8-16,-7 1-5 15,1 0 6-15,-1 0-1 16,1 7 0-16,1 1 1 0,6 2-1 16,2-1 2-16,3-1 0 15,0 1-3-15,2-2 0 16,7 0-1-16,3 0 2 16,2-4-1-16,1 0-13 0,-2-3-23 15,0 0-53-15,-4 0-64 16</inkml:trace>
  <inkml:trace contextRef="#ctx0" brushRef="#br0" timeOffset="6867.18">21341 2833 108 0,'0'0'-57'0</inkml:trace>
  <inkml:trace contextRef="#ctx0" brushRef="#br0" timeOffset="7336.7">22190 2846 152 0,'0'0'10'0,"0"0"8"15,0 0 13-15,0 0-15 16,0 0 0-16,0 0-8 16,0 0-6-16,0 0-1 15,-36 14-1-15,27 3 1 16,3 4 1-16,5-2 0 0,1 2 1 16,0-3 0-16,11-1-1 15,3-1 5-15,3-4 1 16,4-1 0-16,4-4-5 15,2-3 1-15,3-2 1 16,2-2-1-16,0 0-3 16,0-6-7-16,0-5-27 0,-5-4-4 15,-5-3-7-15,0-3 22 16,-4-3 14-16,-4-3-3 16,0-2-10-16,-6-1-21 15</inkml:trace>
  <inkml:trace contextRef="#ctx0" brushRef="#br0" timeOffset="7598.95">22527 2656 100 0,'0'0'23'0,"0"0"20"0,0 0-6 0,0 0-12 15,-26-36-13-15,24 36-7 16,0 0-2-16,-1 3-4 0,-2 8 1 16,1 6 0-16,1 3 2 15,1 7 3-15,0 0 6 16,2 3-5-16,0-2 1 15,0 1-2-15,5-2-3 16,2-2 2-16,2-2-4 0,-1-2 3 16,1-1-2-16,1 0-1 15,1-2 0-15,4-6-29 16,3 2-18-16,4-7 0 16,2-1 1-16,5-6 14 0,1 0-21 15,2-9 14-15</inkml:trace>
  <inkml:trace contextRef="#ctx0" brushRef="#br0" timeOffset="8346.71">22856 2874 95 0,'0'0'78'0,"0"0"-16"15,0 0-33-15,0 0-9 0,-18-39-5 16,4 36-7-16,-3 3-6 16,0 0 1-16,0 1 0 15,1 9-1-15,1-2 0 16,-1 5 0-16,6-1-1 15,0 0 0-15,5 0 0 0,3-2-1 16,2-2 1-16,0-1 0 16,0-1-2-16,4-2 0 15,6-2 1-15,1-2 1 16,2 0 4-16,1-2-3 16,-2-3 0-16,0-4-1 0,-3 4 0 15,-3-1 0-15,-1 3 2 16,-3 1 5-16,-1 0 1 15,-1 0-2-15,0 2-5 16,0 0-2-16,4 0-3 16,-1 0 0-16,3 0-2 0,2 4-8 15,4 1-6-15,2-1-24 16,6 0-23-16,-2-2-16 16,6-1 23-16,-1-1 0 15,-1 0 45-15,3-7 14 16,-3-4 0-16,-1-4 0 15,-4-2 19-15,-1-1-7 0,-5-2 7 16,-2 1 7-16,-2 3 11 16,-4-1 4-16,0 2 8 15,-3 4-12-15,0-1-11 16,0 4-7-16,0 0-7 0,0 3-7 16,0 1-3-16,0 2-1 15,-6 0-5-15,0 2 1 16,-2 0 7-16,2 0-5 15,-1 5 2-15,-1 4-1 16,4 2 0-16,1 1 0 16,2 0 0-16,1 1-1 0,0 0-1 15,6-2 0-15,2-1 0 16,1 0 1-16,3 0 2 16,-1 0 1-16,-1-1 0 15,-2-1 0-15,-1-1-2 0,0 0 1 16,-4-2-1-16,-1 0 1 15,-2-1-2-15,0-1 1 16,0 0-3-16,-3-3 5 16,-6 0-1-16,0 0 1 15,-3 0-1-15,0 0-1 16,3 0 0-16,3 0 0 0,3 0-4 16,3 0-32-16,0 0-16 15,7-4-53-15</inkml:trace>
  <inkml:trace contextRef="#ctx0" brushRef="#br0" timeOffset="8695">23369 2716 74 0,'0'0'3'0,"0"0"4"0,0 0-9 0,0 0 11 15,-41-10-1-15,28 10-1 16,5 0 0-16,0 0-4 16,2 0 1-16,4 0-3 15,-2 3 0-15,3 2 1 0,1 0-2 16,0 3 10-16,2 0 0 16,9 3 0-16,2 2 8 15,4-1-4-15,1 3-1 16,0-1 0-16,-2-1-1 15,-2 0 0-15,-5-2 1 0,-2-2-1 16,-4-1-2-16,-3 1-3 16,0-1-3-16,-11 4 0 15,-11 0 2-15,-6 0-5 16,-7-2-37-16,-5-6-120 16</inkml:trace>
  <inkml:trace contextRef="#ctx0" brushRef="#br0" timeOffset="10076.2">19579 3716 100 0,'0'2'22'0,"0"-1"-21"0,0 3 0 0,0-1 0 0,0 5 1 15,1 0 0-15,1 3-1 16,-1 2 2-16,2 3 0 16,1 1 0-16,0 1 5 0,0 2 5 15,4 0-1-15,-3 3 0 16,-1 0 2-16,0-1-7 16,-3 2 0-16,1-1-3 15,-1 0 1-15,-1-4-1 16,0 1 5-16,0-4-1 15,0 1-3-15,0 0-1 0,0-3-1 16,0-1-1-16,1-1 0 16,-1-1-2-16,0-1 3 15,1-2-3-15,-1 1-2 16,0-2-18-16,0 0-43 0,-2-4-9 16</inkml:trace>
  <inkml:trace contextRef="#ctx0" brushRef="#br0" timeOffset="10331.87">19558 4177 148 0,'0'0'7'15,"0"0"15"-15,0 0-11 16,0 0-1-16,0 0-3 0,0 0-3 15,0 0 1-15,0 0 3 16,0 0-3-16,38 15-1 16,-24-11-3-16,0 2 1 15,2-2-2-15,3-1 0 16,-1 1-2-16,3-1-37 0,-3-3-32 16,0 0-51-16</inkml:trace>
  <inkml:trace contextRef="#ctx0" brushRef="#br0" timeOffset="10459.59">19796 4137 36 0,'0'0'122'16,"0"0"-66"-16,0 0-25 15,0 0-24-15,0 0-6 16,-45 24 0-16,36-3 0 16,-2 4-1-16,0 0-44 15</inkml:trace>
  <inkml:trace contextRef="#ctx0" brushRef="#br0" timeOffset="11692.84">19236 4618 160 0,'0'0'3'0,"0"0"0"0,0 0-1 16,0 0-2-16,0 0 2 0,0 0-2 16,0 0 1-16,0 0 0 15,0 0 0-15,0 0 0 16,0 0 0-16,0 0 1 16,0 0 4-16,-6 21 3 15,12-21 1-15,2 0 1 0,1 0-5 16,4 0-3-16,0-2-4 15,2-4 4-15,-3-1-2 16,2-3 0-16,-1 3 0 16,-2-3-1-16,1-3 1 15,-4 3 2-15,-1 0-3 0,-2 3 0 16,-2 3 1-16,0 0 4 16,-3 2 1-16,3 2 0 15,-3 0-6-15,2 0-2 16,1 7-2-16,0 5 4 15,2 3 1-15,-2 4-1 16,1 1 0-16,-1 1 1 0,2 0 3 16,-1-1-4-16,-1 0 1 15,2-1 0-15,-3-2 0 16,1-2 0-16,-1-1-1 16,-1-2 0-16,-1-2 1 0,0-2-2 15,0-1-1-15,-4-1 4 16,-5-2 6-16,-4 3-2 15,-4-2-3-15,-4 0-2 16,-4 1-1-16,-2 0 0 16,0-2-2-16,3-1-3 15,6-1-6-15,5-2-5 16,9-2-35-16,4-11-36 0</inkml:trace>
  <inkml:trace contextRef="#ctx0" brushRef="#br0" timeOffset="11969.77">19611 4519 212 0,'0'0'16'0,"0"0"-13"0,0 0-2 0,0 0 2 0,0 38-1 15,-2-18 1-15,1 1-1 16,1-1 0-16,0 3 1 16,0 0-1-16,0-2-1 0,0-1-1 15,2-2 1-15,-1 1-1 16,1-2-3-16,-1-4-20 16,-1-3-27-16,0-2-5 15,0-5-65-15</inkml:trace>
  <inkml:trace contextRef="#ctx0" brushRef="#br0" timeOffset="12395.48">19483 4712 138 0,'0'0'35'0,"0"0"-18"15,0 0 12-15,0 0-17 16,0 0-12-16,0 0 1 15,0 0 2-15,0 0 2 16,47-10-6-16,-22 7 5 16,2 2-2-16,5-1 0 0,2-1-1 15,-1-1 0-15,1 2-1 16,-3 0 0-16,-2-2 1 16,-5 2-1-16,-4-2 0 15,-5 1 1-15,-3 0-1 0,-4 2 1 16,-5 0 0-16,-2 0 1 15,-1 1 5-15,0 0 1 16,0 0-3-16,-8 0 0 16,-2 2-3-16,0 5-1 15,3 0 0-15,-3 3 0 16,4 0 3-16,2-2-2 0,2 2 0 16,2-4-1-16,0 0-1 15,0 2 0-15,4-1 0 16,6-2-1-16,2-1 1 15,1 0 0-15,5-2-5 0,1-2-49 16,-1 0-90-16</inkml:trace>
  <inkml:trace contextRef="#ctx0" brushRef="#br0" timeOffset="12566.37">19919 4564 269 0,'0'0'13'0,"0"0"-1"0,0 0-9 0,0 0-5 0,0 0-18 15,0 0-12-15,0 0-40 16,0 0-39-16</inkml:trace>
  <inkml:trace contextRef="#ctx0" brushRef="#br0" timeOffset="12993.01">20057 4666 266 0,'0'0'12'16,"0"0"-8"-16,0 0-5 0,0 0 1 15,0 0 2-15,0 0-1 16,0 0-2-16,18 46 3 15,-16-37-1-15,0 0-1 16,-1-1 0-16,-1 0 0 16,1-2-1-16,-1-2 0 0,0-1 0 15,0-2 1-15,0-1 0 16,0 0 1-16,0 0 0 16,0 0 6-16,0 0 8 15,3-7-14-15,1 0 0 0,2-7 0 16,3 5-1-1,3-4 0-15,0 2-3 0,1 1 3 16,1 3-3-16,-1 0 3 16,-3 4 0-16,3 3 3 15,0 0-2-15,0 0 0 16,-1 0-1-16,-1 7 1 0,0 0-1 16,-3 3 0-16,1 0-1 15,-4 2-13-15,4-1-13 16,-2-4-23-16,1 0-32 15</inkml:trace>
  <inkml:trace contextRef="#ctx0" brushRef="#br0" timeOffset="13817.86">20560 4679 245 0,'0'0'-3'0,"0"0"12"0,0 0-6 0,0 0-4 16,0 0 2-16,0 0-2 16,-49-21 2-16,33 21 1 15,-1 0 0-15,2 0-2 16,-2 4 1-16,3 5 1 0,2-1-2 16,3 2 0-16,3 3 1 15,3-1 1-15,3-1-2 16,0-1 1-16,0-2-1 15,7-1-1-15,3-2-1 0,4-3 2 16,1 0 0-16,2-2 2 16,-1 0-2-16,3-3 2 15,-4-6-2-15,2 0-2 16,-4-3 6-16,0-1-3 16,-2-4 1-16,0 0-1 0,-2-5 1 15,-1-1-1-15,0-3-1 16,-1-1 0-16,-2 2 0 15,1-1-1-15,-4 2-2 16,-2 2 1-16,0 4 2 16,0 1 0-16,0 6-1 0,-2 2 4 15,-2 3-4-15,-1 1 0 16,1 5 1-16,1 0-1 16,-3 0 1-16,2 0 0 15,3 10-1-15,-4 1 0 16,4 6 1-16,-1 3 1 15,2 3-1-15,0 2 1 0,0 1 0 16,2 1 0-16,5-2-1 16,-2-4 1-16,2-2-1 15,3-1 1-15,-3-4-1 16,3-3 0-16,-3 0 2 16,3-2-1-16,0-3-2 0,-1-1 2 15,1-1 0-15,1-4 0 16,4 0 1-16,-2 0 2 15,1 0-1-15,2-2 0 16,-1-4 0-16,0-1-1 16,-1-2 1-16,0-2-1 0,-5 1 1 15,-1-1-3-15,-2 3 1 16,-4 0 1-16,-2 1-1 16,0 3-1-16,0-1 5 15,0 4 1-15,0-1-1 16,-2 2 0-16,1 0-2 0,-2 0-7 15,3 2 5-15,0 6-1 16,0 1 3-16,4 2-3 16,4-2 0-16,1 2-4 15,4-3-13-15,-1 1-24 16,1-6-32-16,0 0-73 0</inkml:trace>
  <inkml:trace contextRef="#ctx0" brushRef="#br0" timeOffset="13989.64">20920 4480 238 0,'0'0'2'0,"0"0"2"0,0 0 3 0,0 0-6 0,0 0-5 0,0 0-62 16,0 0-62-16</inkml:trace>
  <inkml:trace contextRef="#ctx0" brushRef="#br0" timeOffset="14337">21445 4336 225 0,'0'0'9'0,"0"0"-1"15,0 0-8-15,0 0 1 16,0 0 4-16,0 48 1 15,0-25-3-15,0 1-1 16,0 3 3-16,0 0-5 16,5-2 1-16,-1-1-1 15,1-1 1-15,0-4-1 0,0-1 1 16,0-2-2-16,-1-2-12 16,0-4-39-16,-2-6-82 15</inkml:trace>
  <inkml:trace contextRef="#ctx0" brushRef="#br0" timeOffset="14757.38">21363 4506 231 0,'0'0'-4'16,"0"0"0"-16,38-9 3 15,-18 5 1-15,1 1 1 16,4 2 1-16,1 0-1 16,0 1 1-16,1 0-2 0,1 1 1 15,-3 7 1-15,2 4-2 16,-6 1 0-16,1 1 0 16,-9 3 0-16,1-1-2 15,-7-1 2-15,-1-2-3 16,-4-4 3-16,-1-4 3 15,-1-2-4-15,0 0-2 0,0-3 4 16,-3 0 14-16,-3 0-7 16,1-7-5-16,-5-1 2 15,4-3 9-15,-1-2-1 16,4 1 0-16,0-1-4 0,3-3-5 16,0 2-4-16,0 0 0 15,8 0 1-15,4 1-6 16,6 4-18-16,3 2-7 15,2 4-17-15,0-1-33 16</inkml:trace>
  <inkml:trace contextRef="#ctx0" brushRef="#br0" timeOffset="15170.23">22007 4473 78 0,'0'0'85'0,"0"0"-55"15,0 0-8-15,0 0-14 16,0 0-4-16,-50-11-2 16,30 11 0-16,4 4 1 15,0 6-1-15,4 3 1 16,1 1 0-16,5 0-1 0,1-1 1 16,4 0 1-16,1-2-4 15,0-1 1-15,4-3-1 16,5-1 0-16,2-2 1 15,1-4 3-15,4 0 3 16,0 0-6-16,3-3 2 0,-2-5-2 16,-2-2 1-16,1 0 1 15,-5-1 0-15,-1 2 0 16,-3-1 2-16,-3 4 4 16,-1 2 8-16,-1 0 3 15,-2 4-5-15,0 0-10 0,1 0-4 16,0 0-4-16,1 0 0 15,1 7 4-15,4 2-1 16,0 0-14-16,2 2-12 16,2 0-15-16,2-4-38 15,0 0-39-15</inkml:trace>
  <inkml:trace contextRef="#ctx0" brushRef="#br0" timeOffset="15626.1">22222 4516 101 0,'0'0'9'0,"0"0"29"16,0 0 13-16,0 0-22 16,10-41-2-16,-10 38-5 15,0 0-5-15,2 3-8 16,-1 0-8-16,1 0-3 16,2 0 2-16,3 7 0 15,-2 2 1-15,3-1-1 0,-3 2 0 16,1 0 0-16,-3 0 0 15,1-3-2-15,-2-1-1 16,-1-1 2-16,0-2-1 16,-1 0-1-16,0-2 0 0,0-1-5 15,0 0 6-15,0 0 6 16,0-1-1-16,-2-6-1 16,1-1 0-16,1-1 0 15,0-2 3-15,0 1-7 16,4-3 5-16,4 1-4 15,3 1 1-15,3 3-3 0,-1-1 6 16,1 4-3-16,0 0 1 16,0 5 0-16,0 0 1 15,-1 0-2-15,-1 3-2 16,-4 4 4-16,0 3-2 16,-4 0 0-16,0 1 0 0,-1-2-3 15,-3 2-5-15,0-1-11 16,0-3-13-16,4-1-20 15,5-3-25-15</inkml:trace>
  <inkml:trace contextRef="#ctx0" brushRef="#br0" timeOffset="15974.1">22692 4388 114 0,'0'0'16'0,"0"0"4"0,0 0-17 0,0 0-3 16,-38-7 1-16,23 7-1 16,3 4 1-16,4 3-1 15,-3 1 2-15,8 0-2 16,1 0 2-16,2 1-1 0,0-2 2 16,2 3-1-16,7 0-2 15,3 0 2-15,1 0 5 16,2 0-4-16,-2-2 8 15,1 2-1-15,-3-1-3 16,-2-1 4-16,-2-2-1 0,-2 1-2 16,-5-2-3-16,0 0-3 15,-8-2 8-15,-7 2-3 16,-6-1-4-16,-3-2 0 16,-2 1-5-16,1-3-28 15,2 0-32-15,6-3-47 0</inkml:trace>
  <inkml:trace contextRef="#ctx0" brushRef="#br0" timeOffset="16302.08">22961 4134 151 0,'0'0'73'16,"0"0"-58"-16,0 0-1 15,0 0-11-15,0 0-4 16,0 0 3-16,0 0-2 16,0 0 2-16,-12 40 3 0,10-16-3 15,2 1 0-15,0 4 0 16,0-1-1-16,2-1 0 15,1 2 1-15,6-4-1 16,-4-2-1-16,3 0 1 16,1-1-1-16,1-5-22 0,1-1-36 15,4-6-105-15</inkml:trace>
  <inkml:trace contextRef="#ctx0" brushRef="#br0" timeOffset="16707.2">23243 4368 218 0,'0'0'14'16,"0"0"3"-16,0 0-8 16,0 0-3-16,-40-15-2 0,25 15-2 15,-1 0 2-15,0 4-4 16,2 6 1-16,0 0 0 15,4 0 1-15,3 1-1 16,2 0 2-16,5-1-1 16,0 0-2-16,0-3-2 0,9-1-1 15,2-2 1-15,0-4 2 16,5 0 1-16,-1 0-1 16,3-4 0-16,1-3 2 15,0 1-2-15,-4-1 1 16,-1 1-2-16,-2 2 1 0,-6 3 1 15,-1 1 1-15,-1 0-2 16,-2 0 0-16,1 1 0 16,1 5 0-16,2 1 1 15,-2 0-1-15,2 2 0 16,-1-1-10-16,3-1-17 0,-2-4-14 16,4-1-39-16</inkml:trace>
  <inkml:trace contextRef="#ctx0" brushRef="#br0" timeOffset="16978.23">23449 4134 248 0,'0'0'13'0,"0"0"6"0,0 0-14 0,0 0-7 15,0 0 1-15,0 0 1 16,0 0 1-16,0 54-1 16,0-29 1-16,0 2-1 15,0 0 1-15,4-1-1 16,2-5 0-16,-4-1 0 0,-1-4-2 16,1-2-9-16,-2-4-9 15,0-3-20-15,0-3-48 16</inkml:trace>
  <inkml:trace contextRef="#ctx0" brushRef="#br0" timeOffset="17263.11">23316 4286 162 0,'0'0'36'0,"0"0"-31"0,0 0 0 16,0 0-2-16,54-30-1 15,-31 26-2-15,2 1 5 16,0-1 0-16,-3 2 0 16,0 2 6-16,-3 0 3 15,-3 2-3-15,-2 6-10 0,-3 3 0 16,-2 2 0-16,-3-1-1 16,0 1 0-16,-2-1 1 15,-2-2 1-15,0 0-2 16,2-3 5-16,-1 0-4 15,1 0-1-15,2-5-20 0,1-1-84 16</inkml:trace>
  <inkml:trace contextRef="#ctx0" brushRef="#br0" timeOffset="17405.41">23623 4121 206 0,'0'0'-8'15,"0"0"20"-15,0 0-9 16,0 0-8-16,0 0-70 16,0 0 14-16</inkml:trace>
  <inkml:trace contextRef="#ctx0" brushRef="#br0" timeOffset="17811.46">23782 4246 244 0,'0'0'6'0,"0"0"-3"15,0 0-5-15,0 0 1 16,0 0 2-16,0 0 2 16,-47 40-3-16,38-30 2 0,3 1-1 15,4 1 1-15,2-4 0 16,0 1-1-16,1-4 1 15,7 0-2-15,1-1 2 16,2-2 3-16,1-1-1 16,-1-1 0-16,0 0-1 0,-1 0 3 15,0-5 7-15,-6-2 4 16,-1-3-2-16,-1-1-3 16,-2-2-6-16,0-1-2 15,0 1-4-15,-4-1 4 0,-3 0-6 16,-1 4 1-16,-2 3-2 15,3 4 4-15,-3 1-3 16,1 2-8-16,2 0-5 16,1 2-5-16,3 5-10 15,3-1-13-15,0-2-39 16,0 0-19-16</inkml:trace>
  <inkml:trace contextRef="#ctx0" brushRef="#br0" timeOffset="18181.15">23861 4257 188 0,'0'0'4'0,"0"0"4"16,0 0-4-16,0 0 0 16,41 23-2-16,-32-14-1 15,-4 2 1-15,3 0 2 0,-4-3 0 16,-1 0-2-16,-2 1 1 15,0-4 0-15,-1 0 0 16,0-1 0-16,0-2-2 16,0-1 2-16,-2-1 2 15,-1 0 5-15,1 0 0 16,0 0 0-16,-1-1 2 0,3-6-1 16,0-1-4-16,0 1-3 15,6-3-4-15,4 1 2 16,2-2 0-16,1 3-1 15,5 1 2-15,-3 4 1 16,0 1 0-16,0 2-2 0,0 4-1 16,0 8-2-16,0 8 0 15,-2-2-15-15,-2 3-97 16</inkml:trace>
  <inkml:trace contextRef="#ctx0" brushRef="#br0" timeOffset="19331">15053 3331 146 0,'0'0'44'0,"0"0"-33"0,0 0-3 0,0 0-8 0,0 0 0 16,0 0 1-16,0 0 1 15,0 0 0-15,-2 49 1 16,2-34 3-16,0 1-4 16,0-2 0-16,0-1 0 15,0 1-2-15,0 0 2 0,0-4-2 16,0 2 1-16,0-5-8 16,-5-3-56-16</inkml:trace>
  <inkml:trace contextRef="#ctx0" brushRef="#br0" timeOffset="20176.74">14980 3204 58 0,'0'0'8'0,"0"0"5"0,0 0-4 16,-39 9 2-16,26-4-2 15,-3-1 0-15,1 0-1 16,-3 2-3-16,1 1-2 0,-2 3 0 16,4 0-2-16,-3 1 1 15,4 1 3-15,0 2 0 16,2 1 0-16,2 1-2 15,2 1 0-15,1 3-1 16,0 3-1-16,3 1-1 0,-2 0 2 16,3 3-2-16,2 0 1 15,1 0 0-15,0 0 4 16,0-3-2-16,3-1 4 16,6 0 0-16,0-5 3 15,0 2-5-15,3-1 3 0,2-1-3 16,1-1 1-16,0 0-1 15,3-2 1-15,-1 0-3 16,1-1 0-16,-1-1-2 16,2-3 2-16,-3-3 1 15,2 1 2-15,2-2-1 0,-3-3 2 16,-1-3-2-16,2 1 0 16,2-1-1-16,0 0-3 15,0 0 1-15,0-1-3 16,1-5 2-16,-1-1-1 15,2 0 1-15,-3-4 0 0,2-2 0 16,0 0 3-16,1-4 1 16,-4 0 1-16,2-3-4 15,-3 0 2-15,0-1 4 16,-4-3-6-16,0-2-1 16,-4-1 0-16,-3 0-1 0,-4-2 1 15,-2 0 0-15,0-1 1 16,-6-1 1-16,-5 5 2 15,-5 1-1-15,-5 2-3 16,-2 5 0-16,-4 3-5 16,-6 8 1-16,-1 3-21 15,-4 3-30-15,-4-1-112 0</inkml:trace>
  <inkml:trace contextRef="#ctx0" brushRef="#br0" timeOffset="21512.16">15399 6266 47 0,'0'0'3'0,"0"0"6"0,0 0 8 0,0 0 6 16,-37 0 1-16,32 0 3 15,1-2 7-15,2-2-6 16,-3 3-11-16,3-2 1 16,2-1-6-16,0 1-7 15,0-2-4-15,1 1-4 0,9 0 5 16,-3 0-1-16,4-1 0 16,1 1 0-16,0 1 0 15,2 3 0-15,-3 0-1 16,0 0 0-16,-1 0 0 15,-1 0 0-15,-2 5 0 0,-2 3-2 16,-5-1-1-16,0 2-2 16,0 2 7-16,-8 0-2 15,-4 1 3-15,-3-1-3 16,0 2 0-16,-1-2 0 16,2 1 1-16,-2-2 0 15,3-2 0-15,0 1-1 0,4-2 0 16,2-3 1-16,1 0-1 15,3-1 0-15,1-3 1 16,2 0-1-16,0 0 0 16,1 0 1-16,9 0 8 0,1-3-3 15,3-1 0-15,1-2-3 16,3 1 1-16,-2 0-1 16,1 3-1-16,-1 0-2 15,0 1 0-15,-1-1 0 16,-1 2 0-16,-1 0-5 0,-4 0-16 15,-1 0-19-15,-2-2-70 16</inkml:trace>
  <inkml:trace contextRef="#ctx0" brushRef="#br0" timeOffset="22117.54">15470 6088 94 0,'0'0'1'0,"0"0"0"16,-37-17-2-16,22 14 1 0,-2 3 5 15,1 0 2-15,-1 0 1 16,0 0-1-16,-1 5-1 0,0 3-2 15,2 2-3-15,-6 1 0 16,4 3 0-16,-4 3 0 16,4 2-1-16,2 1 1 15,-2 1 0-15,1 3 1 16,3 1-1-16,2 0-1 0,1-1 1 16,3 2-1-16,5-1 4 15,3-1 5-15,0-1 1 16,2 3-2-16,7-2-2 15,5 0-1-15,3-1-2 16,3-2 0-16,4-1 5 0,4-2 4 16,2-2-3-16,5-6-3 15,-2-1 1-15,5-4 3 16,0-5 2-16,3 0-2 16,1 0-5-16,1-1-3 15,-3-8 2-15,0-2-2 0,-4-3 0 16,-3-3-1-16,-3-2 1 15,-4-5 2-15,-4 0 7 16,-1-4-2-16,-6-1 1 16,-3-1-3-16,-1-1 1 15,-6 1-4-15,-2 2 1 0,-3 2-3 16,0 2 1-16,-4 4-4 16,-8 3-4-16,-4 6 3 15,-3 5-2-15,-3 5-13 16,-2 1-47-16,3 0-61 15</inkml:trace>
  <inkml:trace contextRef="#ctx0" brushRef="#br0" timeOffset="23020.05">16540 6053 87 0,'0'-3'41'0,"0"-1"-2"0,-1-1 8 16,-1 3-20-16,2-1-4 16,0 1-3-16,-2 1 0 15,2-1-6-15,0 1-2 0,0 1-8 16,0 0-4-16,0 0-3 16,-2 8 2-16,2 1-2 15,0 2 3-15,0 4-9 16,0-3-6-16,0-2-5 15,0 0-5-15,0-3-8 0,0-2-32 16,2-5-14-16</inkml:trace>
  <inkml:trace contextRef="#ctx0" brushRef="#br0" timeOffset="23205.03">16612 6023 228 0,'0'0'12'16,"0"0"18"-16,0 0-3 16,0 0-17-16,0 0-10 0,0 0-1 15,0 0 1-15,0 0-1 16,1 33-5-16,1-15-32 16,1-2-65-16</inkml:trace>
  <inkml:trace contextRef="#ctx0" brushRef="#br0" timeOffset="26951.1">16946 6338 39 0,'-3'0'31'0,"0"-4"-2"0,1 1 11 0,1 2-6 0,-1-1-5 15,0-1 1-15,-1 1-7 16,2 0-1-16,0 1-2 15,0-1-9-15,1 1-7 0,0 1-5 16,0 0-1-16,0 0-2 16,0 0-13-16,3 0 0 15,5 0-3-15,5 0-16 16,1 0-7-16,7 0 3 16,2 0-4-16</inkml:trace>
  <inkml:trace contextRef="#ctx0" brushRef="#br0" timeOffset="27129.66">17431 6261 201 0,'0'0'7'0,"0"0"-5"15,0 0-1-15,0 0 0 16,0 0-4-16,0 0 2 0,0 0-40 15,0 0-22-15</inkml:trace>
  <inkml:trace contextRef="#ctx0" brushRef="#br0" timeOffset="27293.04">17827 6278 159 0,'0'0'-7'0,"0"0"3"16,0 0 1-16,38 6-47 15</inkml:trace>
  <inkml:trace contextRef="#ctx0" brushRef="#br0" timeOffset="27691.83">19000 6259 86 0,'0'0'22'16,"0"0"-4"-16,0 0 4 16,0 0-13-16,0 0-7 15,0 0-2-15,0 0 0 0,0 0-8 16,0 0-39-16</inkml:trace>
  <inkml:trace contextRef="#ctx0" brushRef="#br0" timeOffset="27884.04">19382 6209 153 0,'0'0'37'0,"0"0"-37"15,0 0 1-15,0 0 0 16,0 0-3-16,0 0-22 15,0 0-32-15,0 0-51 16</inkml:trace>
  <inkml:trace contextRef="#ctx0" brushRef="#br0" timeOffset="28083.45">19841 6181 216 0,'0'0'2'16,"0"0"-1"-16,0 0 2 15,0 0-2-15,38 1-2 16,-35 3-5-16,0-1-31 0,-2 3-22 16,-1-2-20-16</inkml:trace>
  <inkml:trace contextRef="#ctx0" brushRef="#br0" timeOffset="28275.02">20194 6229 206 0,'0'0'0'15,"0"0"6"-15,0 0-4 0,0 0-3 16,9 47 1-16,-9-33-1 15,-5 0 1-15,-6 3-16 16,-4-3-30-16,-1-1-33 16</inkml:trace>
  <inkml:trace contextRef="#ctx0" brushRef="#br0" timeOffset="28574.09">20690 6238 209 0,'0'0'5'16,"0"0"3"-16,0 0-9 16,0 0-3-16,0 0 3 15,0 0-1-15,0 0-10 0,0 0-18 16,2 41-8-16,-2-36-2 16</inkml:trace>
  <inkml:trace contextRef="#ctx0" brushRef="#br0" timeOffset="28780.28">21311 6125 236 0,'0'0'12'0,"0"0"-11"16,42-13-1-16,-34 12 0 15,-2-1 1-15,-2 2-3 16,-1 0-33-16,1-2-20 16,-2-1-49-16</inkml:trace>
  <inkml:trace contextRef="#ctx0" brushRef="#br0" timeOffset="28965.17">21936 6034 265 0,'0'0'2'15,"0"0"-1"-15,0 0 0 16,41 0 0-16,-34 0-2 16,-4 4-14-16,0-2-28 0,-1-1-53 15</inkml:trace>
  <inkml:trace contextRef="#ctx0" brushRef="#br0" timeOffset="29156.29">22456 5993 202 0,'0'0'3'16,"0"0"7"-16,41-10 3 0,-35 9-10 15,0-1 0-15,-4 2-3 16,-1 0-11-16,-1 0-51 16,0 0-9-16</inkml:trace>
  <inkml:trace contextRef="#ctx0" brushRef="#br0" timeOffset="29357.01">23190 5894 228 0,'0'0'-2'0,"51"-2"3"16,-33 1 3-16,-4-1 0 16,-5 2-3-16,-3-1 0 15,-1 1-2-15,-5 0-24 0,2-3-54 16</inkml:trace>
  <inkml:trace contextRef="#ctx0" brushRef="#br0" timeOffset="29563.33">23752 5838 209 0,'39'-8'-11'16,"-5"1"17"-16,1 1 13 15,-4 2-10-15,2 1-6 0,-8 1-2 16,-3 1 0-16,-4 1-1 16,0 0 0-16,-5 0-1 15,-4 1-17-15,3 4-26 16,-1-1-22-16</inkml:trace>
  <inkml:trace contextRef="#ctx0" brushRef="#br0" timeOffset="30260.82">17257 7415 330 0,'0'0'6'0,"0"0"-1"0,0 0-5 15,0 0-1-15,0 0-9 0,0 0-19 16,0 0 2-16,0 0-11 15,0 0-41-15,0 0-14 16</inkml:trace>
  <inkml:trace contextRef="#ctx0" brushRef="#br0" timeOffset="30403.1">17633 7341 193 0,'0'0'3'0,"40"-6"0"15,-17 3-1-15,3-1-1 0,0 3-1 16,3-4-2-16,1 0-56 16</inkml:trace>
  <inkml:trace contextRef="#ctx0" brushRef="#br0" timeOffset="30574.25">18598 7206 258 0,'0'0'-4'15,"0"0"-1"-15,42 6 5 0,-33-2-28 16,-2 0-47-16,-5-4 2 16</inkml:trace>
  <inkml:trace contextRef="#ctx0" brushRef="#br0" timeOffset="30758.64">19071 7149 245 0,'0'0'-3'0,"0"0"1"0,0 0 2 16,39 17-14-16,-34-9-23 15,1-3-15-15,-2-4 1 16</inkml:trace>
  <inkml:trace contextRef="#ctx0" brushRef="#br0" timeOffset="30922.7">19570 7159 215 0,'0'0'-9'16,"0"0"7"-16,49 7 0 16,-35-3-35-16,-3-2-24 15,-3-2-43-15</inkml:trace>
  <inkml:trace contextRef="#ctx0" brushRef="#br0" timeOffset="31093.99">20086 7132 189 0,'0'0'3'0,"44"1"-3"16,-27 0 1-16,0 1-2 16,-1 0-20-16,-5-1-34 15,0-1-44-15</inkml:trace>
  <inkml:trace contextRef="#ctx0" brushRef="#br0" timeOffset="31263.25">20685 7115 204 0,'0'0'-2'16,"0"0"3"-16,47 3-2 15,-33 1-2-15,-6-1-43 16,-1-3-13-16</inkml:trace>
  <inkml:trace contextRef="#ctx0" brushRef="#br0" timeOffset="31449.01">21125 7081 162 0,'0'0'3'15,"0"0"-2"-15,0 0-1 16,0 0 0-16,0 0-13 0,0 0-34 16</inkml:trace>
  <inkml:trace contextRef="#ctx0" brushRef="#br0" timeOffset="31643">21506 7027 180 0,'0'0'2'16,"0"0"-2"-16,0 0-2 15,0 0-20-15,0 0-28 16,0 0-54-16</inkml:trace>
  <inkml:trace contextRef="#ctx0" brushRef="#br0" timeOffset="31855.12">21966 6920 228 0,'0'0'7'16,"0"0"-6"-16,0 0-2 0,0 0-2 15,0 0-45-15,0 0-52 16</inkml:trace>
  <inkml:trace contextRef="#ctx0" brushRef="#br0" timeOffset="32040.06">22538 6892 113 0,'0'0'104'0,"42"0"-103"16,-27 0-1-16,-2 0-2 16,-2 0-54-16,-4 0-21 15</inkml:trace>
  <inkml:trace contextRef="#ctx0" brushRef="#br0" timeOffset="32260.62">23467 6791 231 0,'0'0'-4'0,"0"0"4"0,0 0 0 16,0 0-9-16,0 0-35 15,39 7-18-15,-37-7 3 16</inkml:trace>
  <inkml:trace contextRef="#ctx0" brushRef="#br0" timeOffset="33089.79">17442 6571 74 0</inkml:trace>
  <inkml:trace contextRef="#ctx0" brushRef="#br0" timeOffset="33266.11">17975 6468 211 0,'0'0'7'0,"0"0"-10"15,0 0-37-15,0 0 7 16,0 0-24-16</inkml:trace>
  <inkml:trace contextRef="#ctx0" brushRef="#br0" timeOffset="33855.22">18125 8035 165 0,'0'0'90'0,"0"0"-81"0,0 0 3 0,0 0-7 16,0 0-6-16,0 0-11 16,0 0-12-16,0 0 8 0,0 0-11 15,0 0-13-15,46-3-20 16</inkml:trace>
  <inkml:trace contextRef="#ctx0" brushRef="#br0" timeOffset="34026.51">18651 7983 193 0,'0'0'-2'0,"0"0"3"16,43-2 0-16,-34 2-1 0,3 0-1 15,-2 0-4-15,-1 0-28 16,0 0-8-16,0 0-44 16</inkml:trace>
  <inkml:trace contextRef="#ctx0" brushRef="#br0" timeOffset="34197.33">19269 7900 219 0,'0'0'0'16,"0"0"0"-16,49-1 3 0,-35 1-2 15,-1 0-2-15,0 0-3 16,-2 0-26-16,-4 1-37 16</inkml:trace>
  <inkml:trace contextRef="#ctx0" brushRef="#br0" timeOffset="34367.91">19819 7863 81 0,'0'0'144'0,"0"0"-143"0,41 1 0 15,-31-1 0-15,-1 1-4 16,-6 3-43-16,-1-3-25 15</inkml:trace>
  <inkml:trace contextRef="#ctx0" brushRef="#br0" timeOffset="34574.96">20564 7801 189 0,'0'0'-11'0,"0"0"9"16,0 0 0-16,0 0-32 0,0 0-35 16</inkml:trace>
  <inkml:trace contextRef="#ctx0" brushRef="#br0" timeOffset="35996.78">21325 7642 99 0,'0'-3'73'0,"0"-1"-45"0,0-2-1 16,2 3-11-16,-2 1-1 16,1-1-4-16,0 1-1 0,1 2-4 15,0 0-1-15,1 0-5 16,1 0 0-16,-2 7 0 16,1 2 0-16,-1 1 2 15,2 1-4-15,-2-1-6 16,-2 1-12-16,2-5-26 0,0 0-54 15</inkml:trace>
  <inkml:trace contextRef="#ctx0" brushRef="#br0" timeOffset="36196.32">21488 7584 297 0,'0'0'9'0,"0"0"0"15,0 0-7-15,0 0-1 16,0 0 0-16,0 0-1 0,0 0 0 16,0 0 0-16,10 40-12 15,-9-26-20-15,3 1-18 16,-4-3-31-16,2-3-60 16</inkml:trace>
  <inkml:trace contextRef="#ctx0" brushRef="#br0" timeOffset="37742.74">21988 7751 75 0,'0'0'19'0,"0"0"1"0,0 0-2 0,0 0-3 16,0 0-3-16,0 0-5 16,0 0-2-16,0 0 3 15,0 0 4-15,0 0-1 0,0 0 0 16,0 0-6-16,0 0-2 16,0 0-2-16,-1-8-1 15,0 8-1-15,1 0-2 16,-2 0 3-16,2 0 0 15,0 0 1-15,-2 0-1 16,2 0 2-16,-1-1-2 0,1 1 0 16,0 0 0-16,0 0-2 15,0 0-2-15,0 0-10 16,0 0 4-16,0 0 4 16,0 0 4-16,0 0 2 15,0 0 0-15,0 0 0 0,0 0 0 16,0 0 1-16,0 0-2 15,0 0 0-15,3 0 2 16,0 0-1-16,1 0 0 16,4 0 2-16,-1 0 0 15,2 0 1-15,2 0 2 0,3 0 1 16,1 0-1-16,2 0 1 16,2 0-3-16,3-2-1 15,3 0-1-15,2 0 2 16,0 2-2-16,2-2 0 15,0 1 2-15,2-1 5 16,3 1-1-16,-4 0 2 0,1-1-2 16,0-1-3-16,2 3 0 15,-5-2-3-15,4 0 0 16,-2 1-1-16,0-1 0 16,0 1 1-16,-4-1 0 0,-1 1-1 15,0-2 1-15,-2 0-1 16,1 2 6-16,-3-2 0 15,0 1-3-15,-1 0 0 16,-3 0-3-16,0 1 0 16,-2 0 1-16,-1-1-1 15,-6 2 0-15,0 0 1 0,-2 0-1 16,1 0 0-16,-4 0 0 16,-1 0 0-16,0 0-1 15,-1 0-8-15,-1 0-24 16,0 4-29-16,0-2-12 15</inkml:trace>
  <inkml:trace contextRef="#ctx0" brushRef="#br0" timeOffset="38322.94">22787 7561 78 0,'0'0'3'0,"0"0"7"0,0 0 9 0,0 0 3 16,0 0-3-16,0 0 5 0,0 0 4 15,0 0-4-15,0 0-3 16,0 0-7-16,0 0-6 16,0 0-3-16,0 0-6 15,-32-23-3-15,32 25 2 16,0 3 1-16,2 4-1 0,3-2 1 16,3 3-2-16,2-2 4 15,-1 1-2-15,2 0-1 16,0-2 7-16,2 0-5 15,-3 0 0-15,0-3 1 16,0 3-1-16,1-1 2 0,-2-2-1 16,-2 3-1-16,3 0 1 15,-4-1 0-15,1 1-2 16,-1 2 2-16,-1-1-1 16,0 1 0-16,-2-1 1 15,0 1-1-15,-1-1 0 0,-2 2 0 16,0-1 1-16,0 1-1 15,0 0 2-15,0 1-1 16,-1-1 5-16,-5 3-3 16,0-1-1-16,-1 1-2 15,-2 3 0-15,-1-2-1 0,-1 3-2 16,-2-3-39-16,-3-1-79 16</inkml:trace>
  <inkml:trace contextRef="#ctx0" brushRef="#br0" timeOffset="43035.39">23187 7558 204 0,'0'0'8'0,"0"-1"12"0,0 1-14 0,0 0-7 16,0 7 1-16,4 3 0 0,2 2 1 16,-2 4 0-16,6 1 0 15,-4-1 1-15,3-1-2 16,-1 1 1-16,-1 0-1 15,-3-1 0-15,0-2-1 16,-4 1-7-16,0-2-24 0,0-1-22 16,-6-1 6-16</inkml:trace>
  <inkml:trace contextRef="#ctx0" brushRef="#br0" timeOffset="43555.35">23178 7636 122 0,'0'0'3'16,"0"-44"19"-16,0 24 11 16,4 1-12-16,3 1-5 15,1 3-6-15,0 2-2 16,3 0-2-16,0 3-2 0,1 3 2 16,4 1-3-16,1 2-3 15,2 1 1-15,3 2-1 16,2 0 0-16,0 1 0 15,-4 0 0-15,0 1 0 0,-3 4 0 16,-4 4 0-16,-4 0-1 16,-2 2-1-16,-3 5 2 15,-4-1-1-15,0 1-6 16,-4 1-3-16,-8 0-2 16,-2-1-4-16,-4-2 5 15,0-1-4-15,0-3 12 0,-1-2 4 16,3-1 0-16,-2-3 0 15,5-1 1-15,-1 0-1 16,5-1 2-16,1-2 1 16,3 0 2-16,2 0-1 15,1 0 0-15,2 0 6 0,0 0 1 16,0 0-4-16,8 0-5 16,2 0 8-16,1 0-4 15,2 3-1-15,1 1-4 16,2 1 0-16,-3 0-1 15,1 0 0-15,-3 1 0 0,2 1-1 16,-1-1 1-16,1-1-1 16,3 1 0-16,-1-2-10 15,3-1-42-15,-2-3-37 16</inkml:trace>
  <inkml:trace contextRef="#ctx0" brushRef="#br0" timeOffset="43997.38">23557 7646 144 0,'0'0'2'0,"0"0"0"0,0 0 2 15,0 0 11-15,0 0 14 16,0 0-10-16,0 0-3 0,0 0-5 15,0 0-5-15,0 0-1 16,28-7-1-16,-17 4 0 16,2-1-1-16,-4-2-2 15,-1 1-1-15,0-2 1 16,-3 0 0-16,-1 1 0 0,-3-3 1 16,-1 2 0-16,0 3 3 15,-1-2-3-15,-4 3 0 16,-7 1-1-16,0 2 0 15,1 0-1-15,-4 4 2 16,2 6-1-16,0 3 1 16,6 1 0-16,-1 1-1 0,4-2 2 15,4 2 0-15,0-3-2 16,1-1 0-16,8-2 1 16,0 1-1-16,4-3 0 15,3-3-2-15,3 2 3 0,0-5-12 16,3-1-31-16,-3 0-95 15</inkml:trace>
  <inkml:trace contextRef="#ctx0" brushRef="#br0" timeOffset="44359.68">23775 7574 168 0,'0'0'15'0,"0"0"16"0,0 0-19 16,0 0-13-16,0 0 2 0,0 0 2 16,0 0 8-16,0 0-3 15,0 0-5-15,13 40 2 16,-9-28-2-16,1 1 2 16,0-2-3-16,1-2-1 15,-2 1 1-15,1-4 1 0,0-2 1 16,-3-1 9-16,2-3-7 15,-2 0 0-15,2 0 11 16,-1 0-3-16,3-5-4 16,-3-2-2-16,2-4-2 15,1-2 1-15,-1-4-2 16,1 3-2-16,-1-3-3 0,3 0-1 16,-1 1-6-16,0 5-20 15,1 1-16-15,2 4-44 16,-3 1-16-16</inkml:trace>
  <inkml:trace contextRef="#ctx0" brushRef="#br0" timeOffset="44565.45">24020 7541 50 0,'0'0'95'0,"0"0"-95"0,0 0 21 15,0 0 23-15,5 41-20 16,-5-26-5-16,1-1-6 15,-1-1-2-15,1-1-6 16,1 1-3-16,-1-4 0 16,3-1 0-16,-2 0-1 0,1-3-2 15,0-1-26-15,-1-4-32 16,0 0-56-16</inkml:trace>
  <inkml:trace contextRef="#ctx0" brushRef="#br0" timeOffset="44723.13">24054 7443 231 0,'0'0'7'16,"0"0"6"-16,0 0-6 0,0 0-12 16,0 0-55-16,0 0 7 15,0 0-34-15</inkml:trace>
  <inkml:trace contextRef="#ctx0" brushRef="#br0" timeOffset="45583.1">24211 7528 165 0,'0'0'7'15,"0"0"11"-15,0 0 3 0,0 0-13 16,0 0-4-16,40-8-1 15,-36 2 2-15,-3 0 7 16,-1 2 4-16,0-3 0 16,0 4-10-16,0-1-4 15,0 2 3-15,-1 0-1 16,-6 2-2-16,0 0-3 0,-2 0 3 16,-1 0-2-16,-2 8 2 15,4 2-2-15,-2 2 1 16,3 0 0-16,0 0 1 15,4 0 0-15,2 0-1 16,1-1 0-16,0 0 1 0,0 1-1 16,0-3 2-16,1-1-2 15,5-1-1-15,4 0 0 16,0-1 3-16,-1-2-7 16,4-2-9-16,0-1-13 15,1-1 4-15,-1 0 3 0,1 0-12 16,0-6 1-16,-2-2 7 15,1-1 6-15,-1-2 3 16,-2-2 2-16,3 0 8 16,-6 3 5-16,-1 2 8 15,-3 1 11-15,0 1 15 16,-2 2 1-16,1 2-8 0,-2 1 0 16,0 0-10-16,0 1-12 15,0 0-5-15,0 0 0 16,0 1-1-16,-2 6 1 15,-1 0 0-15,2 2 0 16,0-1-1-16,1 2 3 0,0 0-1 16,0-3-2-16,0 0 1 15,0-1-1-15,5-2 1 16,2-2-1-16,0-2 0 16,1 0 4-16,-1 0-3 0,3-2 0 15,0-6 3-15,-1 1 0 16,1-1 1-16,-2 1-1 15,-3 3-1-15,-1 0 0 16,2 1-2-16,-5 3 1 16,4 0-2-16,-1 0 0 15,1 0-1-15,1 0 2 0,3 4-1 16,0-1-1-16,-2 0 3 16,3-2-2-16,0-1 0 15,-2 0 4-15,1 0 2 16,-2 0 6-16,2-4-3 15,-3-3 6-15,-1-1 9 0,-2-1 7 16,-1-1-13-16,-2-3-1 16,0 2-11-16,0-2-7 15,-3 3-3-15,-7-1-5 16,-6 1-28-16,-4 4-26 16,-5-1-8-16,-6 0-102 0</inkml:trace>
  <inkml:trace contextRef="#ctx0" brushRef="#br0" timeOffset="59835.42">13956 3546 36 0,'0'0'8'0,"0"4"-10"0,0-1 4 0,0 1-1 16,0 1 1-16,-1 0-1 15,-1-1 0-15,0 2 0 16,2-1-1-16,-2 0 0 0,2 1 2 15,0-1 0-15,0 0 1 16,0-1-1-16,0 0-1 16,0-1 1-16,0 1 0 15,2 1 0-15,1-1-1 16,1-1 2-16,0 1 1 0,1-4 4 16,-4 1 1-16,2-1 8 15,2 0 2-15,-1 0 2 16,-1-1 4-16,3-5-7 15,1-3-1-15,2 0-8 16,4-5-1-16,-1-1-1 0,3-2 0 16,1-2-1-16,-1-3 0 15,3-2-2-15,2 0-1 16,1 0-2-16,3-2-1 16,-7-3-2-16,2-3-129 15</inkml:trace>
  <inkml:trace contextRef="#ctx0" brushRef="#br0" timeOffset="62607.24">16716 9511 97 0,'0'0'2'0,"0"0"-1"0,0 0-1 0,0 0 1 15,0 0 2-15,0 0 5 16,0 0 1-16,0 0 3 16,13-40 10-16,-13 35 9 15,0 0-11-15,0 1-7 16,0 1-1-16,0-1-1 16,0 1-1-16,0 3 2 0,0 0-2 15,0 0-3-15,0 0-6 16,0 0-1-16,0 3-1 15,0 4 1-15,0 4 0 16,0 2 0-16,0 0-1 16,2 1 2-16,-2 0-1 0,1-1 0 15,2-1 1-15,-1 1-1 16,2-4 1-16,0 1-1 16,-2-1 0-16,1 1-14 15,-1-2-31-15,-2-3-26 16,0-1-25-16</inkml:trace>
  <inkml:trace contextRef="#ctx0" brushRef="#br0" timeOffset="62956.23">16689 9670 87 0,'0'0'13'0,"0"0"-9"0,0 0 9 0,0 0 10 0,0 0 10 16,0 0-7-16,0 0-10 16,0 0-2-16,44 4 0 15,-32-4 0-15,1 0-2 0,-1-2-2 16,1 0-1-16,-3 1-3 15,3-1-1-15,-2 2-1 16,0-1-3-16,-2-2-1 16,-1 3 1-16,-1 0-1 15,-2-1 0-15,0 1 0 16,-3 0-12-16,0-2-24 0,-2-2-38 16,0-2-85-16</inkml:trace>
  <inkml:trace contextRef="#ctx0" brushRef="#br0" timeOffset="63205.16">16660 9457 226 0,'0'0'6'16,"0"0"-2"-16,0 0 8 15,0 0-3-15,48 0 1 16,-19 0-7-16,2 0-2 0,2-3-5 16,3-6-127-16</inkml:trace>
  <inkml:trace contextRef="#ctx0" brushRef="#br0" timeOffset="64186.44">16662 10607 128 0,'0'0'18'0,"0"0"8"0,0 0-9 0,0 0-3 16,0 0-4-16,-37-38-6 16,30 35-2-16,-3 2-2 15,0 1 2-15,1 0-2 16,-3 0 1-16,-1 3-2 0,2 2 2 16,-3 5-1-16,2 0 0 15,1 2 0-15,1 1 0 16,1 1 0-16,2 1 1 15,0 0 0-15,5-1-1 16,0 1 1-16,2-2 1 0,0-3-2 16,2 0 1-16,4-3 2 15,4-1 3-15,-1-1 5 16,3-3 0-16,1-2-1 16,2 0-4-16,1 0-4 0,-1 0-1 15,-1-7 0-15,-1 1 0 16,-2-1-1-16,-1-2 0 15,-2 1 1-15,-3-2-1 16,2 0 0-16,-5 1 1 16,0 1-2-16,-2 0-2 0,0 1-1 15,0 2 1-15,0 2 0 16,0-1 1-16,0 4 0 16,0 0 7-16,0 0-5 15,0 0-1-15,0 0-1 16,0 3 1-16,0 1 1 15,1 3 0-15,1-1 0 0,4 4 0 16,-2-4 0-16,1 2 0 16,4-1-1-16,-1 0-9 15,2-1-30-15,2-3-38 16,0-3-58-16</inkml:trace>
  <inkml:trace contextRef="#ctx0" brushRef="#br0" timeOffset="64927.35">16850 10623 212 0,'0'0'-2'0,"0"0"4"0,0 0 2 0,0 0-3 15,0 0-4-15,0 0 0 16,0 0 4-16,0 0 0 15,0 0-1-15,0 0 0 0,0 0 0 16,0 39 1-16,0-30-1 16,0-2 1-16,0 0 0 15,0 1-1-15,0-3 0 16,2 1 0-16,-2-3 1 16,0 0-1-16,0-2 0 0,0-1 1 15,0 0 0-15,0 0 3 16,0 0 8-16,0-3-9 15,0-4-2-15,0 0 0 16,0-3-1-16,0 2-1 0,2-1 1 16,1 2 2-16,6-2-2 15,-3 2 6-15,3 0-5 16,3 2 1-16,-2 1 0 16,2 0-1-16,2 3 0 15,-1 0 0-15,2 1 0 16,-1 0-1-16,4 0 0 0,-5 2 0 15,1 4 1-15,-1 1-1 16,-4 3-1-16,0-1 1 16,-4-2-1-16,-2 3 1 15,0-5-1-15,-3 1 2 16,0-3-1-16,0 1 0 0,0-2 0 16,0-2 0-16,-5 0 2 15,0 0 0-15,-2 0 3 16,1-3-4-16,0-3-1 15,0 1 0-15,3-1 1 0,1-1-1 16,2-1-1-16,0 0-2 16,0 0 5-16,9-1-2 15,2 1 1-15,4 0-1 16,3-1 0-16,-2 2 0 16,3-1 3-16,-1 4 3 0,2 0 2 15,-2 1 7-15,1 3-3 16,0 0-3-16,-3 1-3 15,2 9 0-15,-2 4-6 16,-2 2 0-16,-5 3 0 16,-1 5 0-16,-5 3-18 15,-3 1-24-15,0 2-67 0</inkml:trace>
  <inkml:trace contextRef="#ctx0" brushRef="#br0" timeOffset="65596.64">16662 11626 189 0,'0'-5'20'0,"-2"1"8"0,-3 1 5 0,2-1-6 0,1 4-13 15,1 0-8-15,-3 7-5 16,-2 6 0-16,3 4-1 0,0 4 1 15,1 4 0-15,0-1 0 16,1 0 1-16,1-3-1 16,0 0 0-16,0-1-2 15,3-4 3-15,1 1-2 16,0-3 0-16,2 0-1 0,-4-2-13 16,0-1-23-16,-2-1-29 15,0-4-73-15</inkml:trace>
  <inkml:trace contextRef="#ctx0" brushRef="#br0" timeOffset="65823.99">16535 11820 243 0,'0'0'2'0,"0"0"4"16,0 0-1-16,0 0 0 15,0 0-2-15,49-26-1 16,-29 21-1-16,4 1-1 16,4 1 0-16,3-1 0 15,1 1-17-15,3 0-21 0,-1 0-13 16,1-1-2-16,-3 0-52 16</inkml:trace>
  <inkml:trace contextRef="#ctx0" brushRef="#br0" timeOffset="66250.62">17016 11721 99 0,'0'0'17'0,"0"0"25"16,0 0 14-16,0 0-20 16,0 0-22-16,0 0-12 15,0 0 4-15,-31-12-6 16,13 17 3-16,2 3-2 16,0 2 0-16,1 0 0 15,1 2 0-15,3 0-1 0,-1 1 1 16,4-2-1-16,3 1 1 15,3 0 2-15,2-3-1 16,0 0 2-16,4-1-1 16,7-2-2-16,3-2-1 15,0-2 1-15,3-2 3 0,0 0-1 16,2 0-2-16,0-5 0 16,-2-2 0-16,1-3 0 15,-5 0-1-15,1-1 0 16,-5-2 1-16,1 2-1 0,0-2 1 15,-6 3-1-15,0 3 1 16,1 0-1-16,-5 3 1 16,2 2 5-16,-2 2 0 15,1 0-7-15,1 0 0 16,1 4 0-16,2 4 3 0,1 0 0 16,2 2-2-16,-2 1 1 15,3-1-1-15,3 0-3 16,-1-3-12-16,0-1-25 15,1-3-55-15</inkml:trace>
  <inkml:trace contextRef="#ctx0" brushRef="#br0" timeOffset="66542.02">17266 11617 200 0,'0'0'4'0,"0"0"5"0,0 0 1 16,0 0-11-16,0 0 1 0,0 0 12 16,0 0 1-16,0 47-6 15,0-29 0-15,0 1-3 16,0 1-1-16,0-2-1 15,0-2 0-15,0 1-3 16,0-3 2-16,0-2-1 16,0-1-24-16,0-5-37 0,0-5-45 15</inkml:trace>
  <inkml:trace contextRef="#ctx0" brushRef="#br0" timeOffset="67146.61">17438 11617 277 0,'0'0'2'0,"0"0"0"0,0 0-1 16,0 0 2-16,0 0 1 16,0 0-7-16,0 0-1 15,0 0 1-15,-7 5-1 16,0 3 6-16,1 3 0 15,-4-1-1-15,4 0 0 0,-4 0-1 16,1 1 1-16,1 1-1 16,-1-1 0-16,1 1 1 15,2-1-1-15,2-1 0 16,0-1 0-16,2-2 1 16,2-2-2-16,0 1 2 15,0-2-1-15,1 2 1 0,7-2-2 16,-1 3 2-16,1-1-2 15,3-2 0-15,3 2 1 16,-1-3 0-16,3 1 1 16,-3-3 0-16,3-1 0 0,-1 0 2 15,2 0-2-15,0 0 1 16,-1-1-1-16,-1-6-1 16,-1-1 1-16,-3 0 0 15,-2 0-1-15,1-1 2 16,-4-1-2-16,-1 2 0 15,-1-1 2-15,-2 2 1 0,-1 1 0 16,0 2-1-16,-1 1 1 16,0 2 4-16,0 1-3 15,0 0-1-15,0 0-5 16,0 4 1-16,0 3 4 16,0 3-2-16,0 0 0 0,0-1 0 15,4-1-2-15,5 1 2 16,1-4-1-16,3 1-1 15,1-2-1-15,4-1-9 16,-5-3-30-16,-1 0-55 16</inkml:trace>
  <inkml:trace contextRef="#ctx0" brushRef="#br0" timeOffset="67289.89">17684 11578 264 0,'0'0'-7'0,"0"0"-8"0,0 0-100 15</inkml:trace>
  <inkml:trace contextRef="#ctx0" brushRef="#br0" timeOffset="67745.34">17773 11739 218 0,'0'0'-4'0,"0"0"4"15,0 0 1-15,0 0 0 16,0 0 1-16,0 0-1 0,10 40 1 15,-10-33-1-15,0 0 0 16,0-2-1-16,0-1 0 16,0-1 1-16,0-2 2 15,0-1 1-15,0 0 15 16,0 0 7-16,0 0-13 0,0-7-8 16,0 1-2-16,4-5-3 15,0 0 4-15,1-1-3 16,4 0 1-16,4 0-1 15,0-1 0-15,4 3 0 0,0 2 0 16,1 1-1 0,-1 3 1-16,1 2 0 0,-2 2-1 15,-1 0 0-15,-3 3 0 16,0 7 1-16,-2 1-1 16,-5 3-1-16,3 1 0 15,-6 0-7-15,-1-2-27 0,0-2-14 16,0-1-38-16,2-5-26 15</inkml:trace>
  <inkml:trace contextRef="#ctx0" brushRef="#br0" timeOffset="68265.5">18176 11746 106 0,'0'0'81'16,"0"0"-54"-16,0 0 18 15,27-38-12-15,-27 31-6 16,0 0-16-16,0 1-6 15,-7 1-2-15,-2 0-3 0,-3 3 1 16,0 1 0-16,-3 1 5 16,2 0-6-16,-3 3 0 15,3 6 0-15,0 4-1 16,2 1 0-16,4 0-2 16,2 2-2-16,5-2-6 0,0-3-3 15,0-1 7-15,9-1-2 16,-2-4 7-16,4 0-1 15,-1-4 2-15,2-1 0 16,-2 0 2-16,0 0-1 16,-1-3 1-16,1-4 1 0,-3-3 1 15,-2 0 9-15,0 0-2 16,-2-1-5-16,2 2-2 16,-4 0-1-16,0 3 1 15,1 2 0-15,-2 2-2 16,0 2-3-16,0 2 0 0,0 7-8 15,0 6 6-15,0 3 4 16,0 3 1-16,0 2 0 16,0 1-1-16,0 5-1 15,0-2-5-15,0 1 0 16,0-2-7-16,-7-2 14 16,0-3 0-16,-4-5-5 0,-3-2 6 15,-3-1 5-15,-5-5 2 16,-3 2-2-16,-5-1-7 15,-1-4 1-15,-4-5-40 16,-1 0-231-16</inkml:trace>
  <inkml:trace contextRef="#ctx0" brushRef="#br0" timeOffset="70152.84">17152 12691 37 0,'-2'0'-1'0,"0"0"1"0,-1 0-13 16,-1 0 2-16,1-3 11 16,2-1 2-16,-2 2 5 15,3-3 10-15,0-1-5 16,0 2 0-16,0-2-8 16,0 0-4-16,0 2-2 0,0 0-6 15,0-2 0-15,0 1 7 16,0 1 11-16,0-1 14 15,0 0 4-15,0-1-3 16,0 1 3-16,0-2-5 16,0 3-2-16,0-3-2 0,0 1-2 15,0 2 9-15,0 1 7 16,0 2-9-16,0-1-7 16,0 0 1-16,0 0-7 15,0 2-8-15,0 0-6 16,0 0-1-16,-2 0 0 0,-1 4-12 15,-3 6 17-15,2 3 1 16,-1 4 0-16,3 0-2 16,0 3 1-16,2-2-1 15,0-1 1-15,2-1-1 16,4 0 0-16,3-5 0 0,0 1 0 16,1-2-1-16,2-5 0 15,0 1 0-15,1-5 0 16,1-1 2-16,-1 0-2 15,0-1 0-15,1-8 3 16,-1-1-1-16,-3-4 1 0,-1-3-1 16,1 2-1-16,-4-3 1 15,2 0-1-15,-4 0 0 16,1 0 0-16,-1 2 0 16,-2 1 0-16,-2 2 0 15,0 2 0-15,0 3 0 16,0 2-1-16,0 0 1 0,0 0 0 15,0 5-1-15,-2-2-1 16,0 3 0-16,0 0 0 16,0 0 2-16,1 9-2 15,0 1 2-15,1 1 0 16,0 5 0-16,0 1 0 0,1 0 0 16,3 0 0-16,2 1 1 15,0-1-1-15,1-2 0 16,-2 0 0-16,3-3 0 15,-4-1 0-15,1-4 0 16,2 1 0-16,-5-3 0 0,1-3-2 16,1-1-2-16,-2-1 2 15,0 0 3-15,1-5 0 16,0-3 0-16,2-2-1 16,-2-1-1-16,4-1-3 15,-1 1 2-15,2 1 0 16,1 1-1-16,3 1 0 0,-1 2 3 15,0 3 0-15,1-1 0 16,-2 4-1-16,1 0 1 16,-3 0 0-16,1 5-2 15,-3 2 1-15,1 2 0 16,-2 1 1-16,-1 2 0 0,0-2 1 16,-1 0 1-16,3 1-1 15,-2-4 0-15,4 2-1 16,-3-2 3-16,5-2-3 15,-2-2 0-15,4 0 1 16,0-3-1-16,4 0 1 0,-2 0 2 16,2-1-1-16,-1-5 0 15,2-3 1-15,-4 0-1 16,-3-2-1-16,1 0-1 16,-3 1 1-16,-1-1-2 15,-3 2 1-15,1 2-5 0,-5 2 0 16,0 2 2-16,0 0-4 15,0 3 3-15,0 0 2 16,-3 0-2-16,-1 0 5 16,0 6 0-16,2 3 0 15,1 0 0-15,1 2 0 0,0-2-1 16,0 1 1-16,3-3-2 16,5-1 1-16,4-1 1 15,-1 0-1-15,1-3 2 16,1 0 0-16,0-2-1 15,1 0-1-15,-2 0 1 16,1 0-23-16,-3-7-25 0,-3-2-56 16</inkml:trace>
  <inkml:trace contextRef="#ctx0" brushRef="#br0" timeOffset="70358.85">17518 12538 292 0,'0'-3'3'0,"0"-3"6"0,9 0-6 0,10-1 1 16,9 0 0-16,6-1-6 15,3 0-13-15,3 0-41 16,0 1-96-16</inkml:trace>
  <inkml:trace contextRef="#ctx0" brushRef="#br0" timeOffset="71261.77">17041 13601 180 0,'0'0'8'0,"0"0"14"0,0 0-7 0,0 0-2 16,0 0-6-16,0 0-2 16,0 0-3-16,-37-30 3 0,27 30-1 15,-1 3-1-15,-3 9-3 16,1 3 0-16,-1 4 0 15,5 2 1-15,0 2-1 16,1-2 2-16,5 3 1 16,3-5 1-16,0-1 1 15,9-5 0-15,2-3 1 0,0-1 1 16,7-4-1-16,3-3-2 16,2-2 0-16,4 0 0 15,2-2-1-15,-2-5-2 16,0-4-19-16,-2-1-12 15,-5-5 1-15,0 0-38 0,-7-2-31 16</inkml:trace>
  <inkml:trace contextRef="#ctx0" brushRef="#br0" timeOffset="71540.13">17296 13384 54 0,'0'0'148'15,"0"0"-133"-15,0 0 0 16,0 0-13-16,0 0-7 0,0 0-2 16,0 0 3-16,-3 46 9 15,1-21-4-15,-4 2 2 16,3 0 1-16,2 1 4 16,1 0 1-16,0-3 0 15,0-1-1-15,0-4-4 16,2-1-1-16,6-1 0 0,-1-4-1 15,3 1-1-15,1-4-2 16,3-3-6-16,1-1-16 16,1-4-35-16,2-3-18 15</inkml:trace>
  <inkml:trace contextRef="#ctx0" brushRef="#br0" timeOffset="71937.91">17529 13651 213 0,'0'0'19'15,"0"0"17"-15,0 0-11 16,0 0-10-16,-4-37-4 16,-4 33-4-16,0 0-7 0,-1 1 1 15,0 1 2-15,-1 2-1 16,0 0-1-16,2 0 0 16,1 7 0-16,-1 1-1 15,5 1 1-15,0 0-1 16,3-2-1-16,0 3 1 0,0-3 0 15,0 0 0-15,8-4-1 16,0 1 2-16,-1-1-2 16,3-3 1-16,2 0 0 15,-3 0 2-15,3 0 1 16,-3-5-1-16,1-1 2 0,-5 0 0 16,2 3-2-16,-3-1 1 15,-4 4 6-15,1-1 2 16,-1 1-7-16,0 0-2 15,0 0-4-15,1 0-4 0,2 1 9 16,1 6-8-16,1-1-9 16,2-2-4-16,4 2-10 15,0-3-27-15,3-1-30 16,1-2-8-16</inkml:trace>
  <inkml:trace contextRef="#ctx0" brushRef="#br0" timeOffset="72344.13">17773 13621 106 0,'0'0'10'0,"0"0"39"16,36-44-6-16,-27 30-19 16,-3-2-1-16,-3 4-9 15,-3 2-5-15,0 1-4 0,0 4 3 16,-6 0-1-16,-1 4-6 16,-5-1-2-16,1 2 0 15,-3 0 1-15,-1 6 4 16,-1 4-3-16,3 1 0 15,2 2 0-15,1 0 0 16,7 0-1-16,2-2 0 0,1-1 1 16,0 0-3-16,11-4-5 15,1-1 7-15,5 0-2 16,0-1 4-16,1-1 0 16,1 1-6-16,-2-1 8 0,0 1-2 15,-3 2-1-15,-3 1-1 16,-1-1 0-16,-4-1 1 15,0 2-1-15,-4 0-1 16,-2 0 1-16,0-1 1 16,-4 0-3-16,-4 0 4 0,-4-1 2 15,-1-2-1-15,-1 1-2 16,0 0 1-16,0-1-2 16,2-1-11-16,2-2-39 15,3 0-53-15</inkml:trace>
  <inkml:trace contextRef="#ctx0" brushRef="#br0" timeOffset="72935.44">18094 13543 182 0,'0'0'18'0,"0"0"5"0,0 0-8 0,0 0-8 0,0 0 2 16,-3-40-5-16,-2 37 3 15,1-1-4-15,-1 4 0 16,-3 0-2-16,1 0 3 0,-5 0-1 15,1 6-3-15,-1 3 0 16,2 2 1-16,1 0-1 16,2 1 0-16,2 0 0 15,5-3 1-15,0-1-1 16,0 0 0-16,0-3-1 0,4-1-2 16,6-1 3-16,-3 0 0 15,5 0 0-15,1-3 2 16,0 0 1-16,1 1 0 15,0 1 1-15,-1 1-3 16,-3-1 0-16,1 3 0 0,-5 0-1 16,2 1 1-16,-4 0 0 15,-1 0 0-15,-1-1 1 16,-2 2-1-16,0 0 2 16,0-2-2-16,0 0 1 15,-2-2 0-15,-3 1 2 0,-1-1 1 16,-2-1 2-16,-1 0-3 15,-1 1 0-15,1-3-2 16,-3 2-1-16,2-1 0 16,3-1-1-16,-3 2 0 15,0-2-4-15,5 0-47 16,-3 0-80-16</inkml:trace>
  <inkml:trace contextRef="#ctx0" brushRef="#br0" timeOffset="75045.42">18771 9113 90 0,'0'0'31'0,"0"0"-10"0,0 0 8 0,0 0-10 15,0 0-7-15,0 0-5 16,0 0-4-16,0 0 1 15,0 0 3-15,0 0-1 0,0 0 1 16,0 0-4-16,0 0 1 16,-16 0-2-16,13 0 0 15,-3 0-4-15,1 0 2 16,-4 0-1-16,2 3 1 16,-5 2 0-16,1-4 1 0,1 3-2 15,1-1 1-15,-2-2 1 16,2 1-1-16,4-1 0 15,-1-1 0-15,2 0 0 16,-1 2-2-16,4-1 1 16,-1-1 1-16,0 1 0 0,2-1-4 15,0 1-8-15,0 0 7 16,0 2 3-16,0-2 1 16,0 2 1-16,0 1-1 15,0 1 1-15,0 0 0 16,0-1 1-16,0 2-1 0,2 0 0 15,-2 1 0-15,2 0 0 16,-1 0 1-16,2 2-1 16,-1 1 0-16,0-1 0 15,2 3 2-15,-2-2-1 16,0 1-1-16,1 3 1 0,0-1 0 16,0 1 1-16,1 1-2 15,-1 0 1-15,0-1-1 16,1 3 0-16,0-2 1 15,-3-3-2-15,3 1 2 16,0 0-1-16,-2 2 1 0,1-3-1 16,-1 1 0-16,0 0 2 15,-1-1-2-15,-1 0 0 16,0 3 0-16,0-5 1 16,0 0-1-16,0 0 2 15,0-3-2-15,0 2 1 16,0 0-1-16,0-3 0 0,0 3 0 15,0-2 0-15,0 0 1 16,0-1-1-16,0 1 0 16,0-3 1-16,0 2-1 15,0-2 0-15,0-1 0 16,0 0 0-16,0 1 1 0,0 0-1 16,0-1 1-16,3 1-1 15,0-2 0-15,-1 2 1 16,0-2-2-16,1 2 1 15,0-3 3-15,2 1 3 0,-2-1 2 16,2-1 2-16,2 0 0 16,-1 0-4-16,0 0-3 15,1 0 0-15,2 0-2 16,-2 0 0-16,1 0 0 16,1 0-1-16,1 0 2 15,1 0 0-15,-1 0 1 0,2 0 1 16,-1 0-3-16,-2 0 0 15,0 0-1-15,-2 0 0 16,0 0 0-16,-1 0 0 16,1 0-15-16,-3 0-25 15,-1 0-71-15</inkml:trace>
  <inkml:trace contextRef="#ctx0" brushRef="#br0" timeOffset="84067.47">19065 9428 90 0,'0'0'42'0,"0"0"-39"0,0 0-2 0,0 0 0 15,0 0 8-15,0 0-3 16,0 0-1-16,0 0 8 16,0 0 4-16,0 0-2 15,0 0-3-15,0 0-1 16,0 0-4-16,5-43 0 0,-1 33-4 16,0 1-1-16,-1-1-1 15,-1-1 3-15,-1 2 0 16,1 1 2-16,-2-1 0 15,1 2-4-15,0 1 1 16,1 1-2-16,-2-1 3 0,4 6-3 16,-2-1-2-16,-2 1 1 15,0 0-1-15,0 0-3 16,1 5 1-16,-1 3 5 16,0 3-2-16,0 0 1 15,1 2-1-15,0 0 1 0,0 1-1 16,1-1 1-16,0 1-1 15,2 0 2-15,-2-2-2 16,1 0 1-16,-1 0-1 16,0-1 0-16,2 1 0 15,-4 0-4-15,2-3-30 16,0 1-42-16,-2-3-32 0</inkml:trace>
  <inkml:trace contextRef="#ctx0" brushRef="#br0" timeOffset="84170.12">19113 9542 85 0</inkml:trace>
  <inkml:trace contextRef="#ctx0" brushRef="#br0" timeOffset="86007.62">19536 9625 106 0,'-2'0'18'0,"2"0"8"16,0 0-3-16,0-3-9 0,0 0 3 16,0-1-5-16,0 1 10 15,0 1 1-15,0 0 0 16,0 2-4-16,0 0-11 16,0 0-4-16,0 0-7 15,0 4-1-15,0 6 6 16,0 5-1-16,-4 5-10 0,-3 1-28 15,-5-3-41-15</inkml:trace>
  <inkml:trace contextRef="#ctx0" brushRef="#br0" timeOffset="86544.17">19870 9403 133 0,'0'0'80'0,"0"0"-64"0,0 0 5 0,0 0-13 0,0 0-2 16,0 0-6-16,0 0 0 15,0 0 0-15,0 0 0 0,-29 3 0 16,26 10 0-16,-1 1 1 16,2 0 0-16,2 2 0 15,0-1 0-15,0-5-1 16,6 2 0-16,2-4 1 15,2-4-1-15,1-1 6 16,-1-3 2-16,0 0 0 0,2 0-1 16,-1-8 0-16,0-4-2 15,-5 2 0-15,1-4 0 16,-1 3 5-16,-5-5-3 16,-1 2 1-16,0-1-3 15,0 0-3-15,-7 1-1 0,-2 3-3 16,-1 2 2-16,-2 4-1 15,-1 5 0-15,-2 0-3 16,2 5-11-16,3 7-11 16,-2 3-10-16,4 0-31 0,4-3-56 15</inkml:trace>
  <inkml:trace contextRef="#ctx0" brushRef="#br0" timeOffset="86765.15">20123 9484 276 0,'0'0'5'0,"0"0"-5"0,0 0 1 16,36 19 2-16,-28-9-4 0,-4 5 1 15,1-1 0-15,-1 2 2 16,-2 1-2-16,1 1-7 15,-3-1-28-15,2-5-20 16,1-2-19-16</inkml:trace>
  <inkml:trace contextRef="#ctx0" brushRef="#br0" timeOffset="87262.81">20630 9329 104 0,'0'0'26'15,"0"0"-21"-15,0 0-1 16,0 0 2-16,-40-5 4 15,30 5 1-15,-1 0 6 16,-2 0 3-16,0 4-10 16,2 3-5-16,0 1 0 0,3 1-1 15,0 2 3-15,4-2-5 16,3 2 0-16,-1-1-2 16,2 0 0-16,0-3 0 15,2 0 2-15,3-2 0 16,3-1 3-16,2-4 6 0,1 0 3 15,0 0-2-15,1 0-4 16,0-6-5-16,1-1 3 16,-3-3 3-16,-2 0 5 15,-1 0-1-15,-3-1-1 16,-1 0-5-16,-3-1 0 0,0 2-7 16,-1 0-2-16,-5 2 1 15,-5 1-2-15,-3 4-2 16,1 3-11-16,-2 0-10 15,-2 7-14-15,1 3-5 16,6 1-47-16</inkml:trace>
  <inkml:trace contextRef="#ctx0" brushRef="#br0" timeOffset="87483.83">20728 9426 171 0,'0'0'137'0,"0"0"-135"0,0 0-3 15,0 0-2-15,14 44 4 0,-14-29-1 16,0 0 2-16,0 2-1 16,-5-2-2-16,2-2-15 15,-3 2-23-15,2-4-25 16,2-6-30-16</inkml:trace>
  <inkml:trace contextRef="#ctx0" brushRef="#br0" timeOffset="87904.13">21166 9282 241 0,'0'0'-9'0,"0"0"18"0,0 0-2 15,0 0-7-15,0 0 1 16,0 0-2-16,0 0 2 16,-39 18-2-16,32-6 2 15,4-2 2-15,1 1-1 16,2-1-2-16,0-2 1 0,0 1-1 15,7-6 0-15,3-1 1 16,2-2 12-16,0 0 1 16,3 0-2-16,0-9-3 15,1 1-4-15,-2-2 4 16,-2-3-2-16,-3 2 1 0,-2-2 0 16,-5 2 2-16,-2 2-5 15,0 0-4-15,-2 4-5 16,-9 2 3-16,-5 3-4 15,-2 0-9-15,-1 7-10 16,0 4-7-16,4 2-8 16,1 0-50-16</inkml:trace>
  <inkml:trace contextRef="#ctx0" brushRef="#br0" timeOffset="88116.2">21381 9403 332 0,'0'0'8'0,"0"0"-8"15,0 0-2-15,0 0-2 16,0 0 4-16,7 41-3 0,-7-28-5 16,-5-1-9-16,2 2-5 15,-3-3-13-15,5 0-11 16,1-5-25-16,0-2-40 15</inkml:trace>
  <inkml:trace contextRef="#ctx0" brushRef="#br0" timeOffset="88509.23">21759 9264 226 0,'0'0'31'0,"0"0"-8"16,0 0-9-16,0 0-14 16,0 0-1-16,0 0 1 15,0 0 0-15,0 0 2 0,-45 10-2 16,37 3 2-16,1 0-2 16,4 0 0-16,-1-1 0 15,4-1 0-15,0-3 0 16,4-2-2-16,4-1 1 15,1-4 4-15,3-1 1 0,-3 0-1 16,0-1 1-16,0-8 3 16,-1 1 3-16,-2-5 1 15,-2-1-5-15,-3-2 1 16,-1 2-5-16,0 0-1 16,0-2-2-16,-6 5 3 0,-3 1-3 15,-2 1-1-15,-2 6-4 16,-3 3-15-16,1 0-16 15,1 0-22-15,4 0-41 16</inkml:trace>
  <inkml:trace contextRef="#ctx0" brushRef="#br0" timeOffset="89128.8">21807 8988 129 0,'0'0'1'0,"0"0"7"0,0 0 1 0,45-17-2 16,-30 13 1-16,2-2 1 15,2 2-1-15,0-3-1 16,3 2 5-16,-4 0 2 16,4 1 0-16,-3-1-2 0,-2 0-3 15,-1 1 1-15,-2 2 1 16,1-1-2-16,-4 0-2 16,-2 2-1-16,2 0-2 15,-4 1-1-15,0 0-2 16,-2 0 0-16,0 0-1 0,1 1 0 15,-4 6-2-15,0 0 2 16,0 5 0-16,-2-1 1 16,0 2 0-16,0 1 1 15,0 3-2-15,0 0 1 16,0 4 0-16,0-1-1 0,0 2 0 16,0-1 0-16,0 0 1 15,1 2-1-15,2 0 1 16,-3-1-1-16,2 1 1 15,-1 3-1-15,1-4 0 16,0 2 1-16,0-2 0 0,-1-1 0 16,0-1 1-16,-1-1 2 15,0-2 1-15,0-2 0 16,-2 2 0-16,-9-3-1 16,-5 0 1-16,-5 2-2 15,-9 1 0-15,-13 2-2 0,-6 2 1 16,-11 0-3-16,-10-2-63 15,-8-5-204-15</inkml:trace>
  <inkml:trace contextRef="#ctx0" brushRef="#br0" timeOffset="90090.05">19029 10263 109 0,'0'0'46'0,"0"0"-36"0,0 0-4 15,0 0-5-15,0 0-1 16,0 0 0-16,0 0 1 16,0 0 1-16,0 0 7 15,0 0 5-15,0 0-10 16,-40-1-4-16,29 0 1 15,-2-2-1-15,-2 3 0 0,1 0 1 16,0 0 0-16,-1 0 0 16,4 0-1-16,-1 4 0 15,5-1 0-15,-1 1 0 16,4 1 0-16,1-1 0 16,1 0-2-16,2 3 2 0,0 2 0 15,0 1 0-15,0 1 0 16,0 3 0-16,0 1 0 15,2 0-1-15,2 1 1 16,3 1-1-16,0-1 2 16,4 1-1-16,-4 0 2 0,1 2 5 15,1 0 2-15,-5 2-1 16,1 0-1-16,-3 2 0 16,-2-1-2-16,0-1-2 15,0-1 4-15,0-2 3 16,0-2 3-16,0-2-3 0,0-1-3 15,0-2 1-15,0-1 1 16,3 0-3-16,1-3 0 16,0 0 2-16,5-1 1 15,3-2-6-15,4-1-1 16,3-3 2-16,4 0-4 0,3 0-22 16,-1-3-45-16,-2-8-83 15</inkml:trace>
  <inkml:trace contextRef="#ctx0" brushRef="#br0" timeOffset="90488.09">19290 10480 278 0,'0'0'-11'0,"0"0"19"0,0 0-6 0,0 0-3 16,0 0-3-16,0 0 2 15,-42 13 2-15,33 1 0 16,3 1 0-16,1 0 1 16,2 1-1-16,3-1 0 15,0-4 1-15,0-1-1 0,3-3 0 16,6-3-3-16,2-1 2 16,0-3 5-16,3 0 3 15,-1 0-4-15,1-7 1 16,-3-1 1-16,2-4 1 15,-3 1 2-15,0-3 2 0,-4-1-2 16,0 0-1-16,-6-1-1 16,0 0-3-16,-5 3-1 15,-6 2-8-15,-3 3 8 16,-4 2-5-16,-2 6 3 16,0 0-8-16,0 7-7 15,0 3-11-15,7 3-9 0,4-2-41 16,3-2-73-16</inkml:trace>
  <inkml:trace contextRef="#ctx0" brushRef="#br0" timeOffset="90708.53">19552 10562 284 0,'0'0'-1'0,"0"0"2"0,0 0 1 16,0 0 6-16,22 41-1 16,-21-25-1-16,-1 1-6 15,0 4 1-15,-2-2 2 16,-6 3-6-16,-2-3-33 0,1-5-41 16,1-7-90-16</inkml:trace>
  <inkml:trace contextRef="#ctx0" brushRef="#br0" timeOffset="91170.55">19872 10405 210 0,'0'0'5'0,"0"0"2"16,0 0-10-16,0 0 12 15,0 0 1-15,0 0-5 0,0 0-1 16,42-18-2-16,-33 10 0 16,-3-2 8-16,1-2 5 15,-1 1 0-15,0 0-8 16,-2-1 2-16,-1 1-1 15,-1 1-4-15,-1 4 1 16,0 2 1-16,-1 1-2 0,0 2-3 16,0 1-2-16,0 0 2 15,0 4 1-15,0 6-3 16,0 3 2-16,-1 1 0 16,1 3-1-16,0 0 2 0,0 0-2 15,0 0 0 1,0-1 1-16,3 1-1 0,-1 0 0 15,1-1 0-15,0 1 1 16,-2-1-1-16,-1 0-17 16,0-2-31-16,0-1-26 15,-6-3-56-15</inkml:trace>
  <inkml:trace contextRef="#ctx0" brushRef="#br0" timeOffset="91334.16">19895 10585 266 0,'0'0'41'0,"0"0"-26"16,0 0-7-16,0 0-2 16,0 0 3-16,0 0-5 15,53-19-2-15,-36 15-1 16,4 0-1-16,0 4-17 16,-2-2-56-16,1 1-38 0</inkml:trace>
  <inkml:trace contextRef="#ctx0" brushRef="#br0" timeOffset="91497.77">20187 10542 280 0,'0'0'18'0,"0"0"-17"16,0 0 4-16,0 0 0 15,19 50-3-15,-14-35-2 16,-2 2 0-16,0-4-42 0,-3-3-57 15</inkml:trace>
  <inkml:trace contextRef="#ctx0" brushRef="#br0" timeOffset="91960.6">20612 10348 212 0,'0'0'-20'0,"0"0"28"15,0 0-2-15,-43-5-1 16,30 8-3-16,0 6-1 0,2 2 1 15,-1-1 0-15,6 3 2 16,3-2-1-16,1 1-3 16,2-1 1-16,0-4 1 15,4 2 1-15,3-4 0 16,5-2 5-16,1 0 3 0,3-3 0 16,-1 0 0-16,3-2-5 15,-2-6-1-15,0 1 1 16,-2-3 1-16,-2-2 2 15,-5-2-1-15,-1 0 1 16,-5 0-1-16,-1-2-4 0,0 2-3 16,-9 3-3-16,-6 2-4 15,-2 4-5-15,-5 3-16 16,1 2-3-16,-2 3-5 16,2 5-17-16,2 2-31 15</inkml:trace>
  <inkml:trace contextRef="#ctx0" brushRef="#br0" timeOffset="92223.15">20918 10407 255 0,'0'0'9'0,"0"0"-9"0,0 0 0 0,0 0 6 0,0 0 1 15,3 39-4-15,-3-24-1 16,-1 2-1-16,-1 1 0 16,-1 1 0-16,2-2-30 0,0-2-51 15,1-4-36-15</inkml:trace>
  <inkml:trace contextRef="#ctx0" brushRef="#br0" timeOffset="92665.37">21223 10296 125 0,'0'0'7'0,"0"0"10"16,0 0-12-16,0 0 3 16,0 0-5-16,0 0 4 0,0 0 1 15,0 0 4-15,0 0-5 16,-19 40-3-16,20-30-2 15,7-4 2-15,1-1 0 16,5-2 10-16,-1-3-4 16,3 0-2-16,1 0-3 0,2-4-3 15,-4-3-1-15,0-3 2 16,-3 2 5-16,-2-4 12 16,-4 1-6-16,-4-1 3 15,-2 0-8-15,0-1-6 0,-6 0-3 16,-7 6 0-16,-2 2 0 15,-5 5-5-15,-2 0-1 16,2 3-13-16,0 6-20 16,3 2-39-16,4-1-102 15</inkml:trace>
  <inkml:trace contextRef="#ctx0" brushRef="#br0" timeOffset="94542.62">21669 10383 121 0,'-2'0'9'0,"2"2"2"0,-3-1 2 0,2 2 8 0,-2 1 4 16,2 3-8-16,-2 3-5 15,2 1-6-15,-1 1-4 16,-2 2-1-16,1 0-1 0,2 0-11 16,-1-4-30-16,1-3-29 15</inkml:trace>
  <inkml:trace contextRef="#ctx0" brushRef="#br0" timeOffset="94939.99">21841 10262 224 0,'0'0'13'16,"0"0"-11"-16,0 0-1 15,0 0 0-15,0 0 0 16,-16 39-1-16,14-29 0 0,2-2 1 16,0-1-1-16,0 0-1 15,5-4 0-15,4 0 3 16,2-3 8-16,-2 0 1 16,2 0-4-16,1-3-2 15,-1-2-1-15,-1-3 1 0,-4 0 4 16,-1-1 5-16,-2-1-1 15,-3-1-3-15,0 1-4 16,0-1-4-16,-10 1-4 16,0 3 4-16,-1 2-3 15,-3 3-6-15,1 2-15 0,1 0-22 16,1 0-41-16</inkml:trace>
  <inkml:trace contextRef="#ctx0" brushRef="#br0" timeOffset="95440.5">21966 10035 200 0,'0'0'4'0,"0"0"-4"0,0 0 2 16,47-6 0-16,-31 5-2 0,4 1 1 15,1-3 1-15,-2 2 1 16,2-2 7-16,-2 0 1 16,-1 2-1-16,-2-1 1 15,-5 2-3-15,-2 0-3 16,0 0-2-16,-4 0 0 0,-1 6-4 15,0 5 3-15,-3 3-1 16,1 4 0-16,-2 4 0 16,1 5 0-16,0 3 1 15,1 1-1-15,0 2 1 16,3-3 1-16,-1 1-1 0,2-3 0 16,-1-1 0-16,0-4 1 15,-2 1-1-15,0-1 0 16,0-2 1-16,-3 2 0 15,0 0-1-15,-3-2 1 16,-6 5-2-16,-6-1 1 16,-7 3-2-16,-6 2 1 0,-10 4 1 15,-10 4-2-15,-9 3-34 16,-9 0-67-16</inkml:trace>
  <inkml:trace contextRef="#ctx0" brushRef="#br0" timeOffset="96365.37">19288 11497 166 0,'0'0'12'0,"0"0"10"0,0 0-12 0,0 0-9 0,-37-8 0 15,29 7-1-15,0 0 1 16,-2-1-1-16,2 1 1 16,-1-2-1-16,0 3 0 15,0 0 1-15,-1 0 0 0,0 0 0 16,3 0-1-16,-1 0 1 16,3 0-1-16,-1 0 0 15,2 0 1-15,3 0-1 16,-2 0 0-16,3 0-1 15,-2 4 1-15,2 3 0 0,0 5 0 16,0-1 0-16,0 3 0 16,0 1 1-16,0 5-1 15,0-1 3-15,5 2-1 16,-4 1 5-16,2 1 0 16,0-1-1-16,1 4 0 0,-1-2-3 15,0 1 0-15,-1-2 0 16,-1 1 2-16,1-5-3 15,0 1 3-15,0-4 3 16,-2 0 1-16,4-4 2 16,-2-1-2-16,6-1 1 0,-3-1-2 15,5-1-1-15,2-3-2 16,3 0-2-16,3-3 0 16,5 0 0-16,3-2-2 15,3 0 0-15,1-3-37 16,-1-8-30-16,-1-6-82 0</inkml:trace>
  <inkml:trace contextRef="#ctx0" brushRef="#br0" timeOffset="96808.28">19575 11674 133 0,'0'0'4'0,"0"0"-2"0,-27 37 6 0,23-23 0 16,2 2 0-16,1-3-4 0,1-1 0 15,0-2-3-15,9-3 4 16,-1-1 11-16,5-1-4 16,2-3-1-16,3-2 4 15,-1 0-7-15,2 0-4 0,0-4-2 16,-2-3 1-16,-3-2-2 16,-1 0 3-16,-5-1 8 15,-3-3 2-15,-2 1-3 16,-3-3 0-16,0 1-3 15,-3-2-6-15,-6 3-2 16,-2 3-1-16,-5 2-3 16,0 5-7-16,-2 3-3 0,-2 0-3 15,3 4-19-15,0 3-39 16</inkml:trace>
  <inkml:trace contextRef="#ctx0" brushRef="#br0" timeOffset="97235.31">19982 11794 75 0,'0'0'34'0,"0"0"-2"0,0 0 4 15,0 0 8-15,0 0-8 16,0 0 0-16,0 0-12 16,0 0-9-16,0 0-10 0,0 0-5 15,-9 5 1-15,9 3-1 16,0 1-1-16,0 4 1 16,0 1 0-16,0 3-5 15,-7-3-22-15,-2 1-30 16,-2-6-63-16</inkml:trace>
  <inkml:trace contextRef="#ctx0" brushRef="#br0" timeOffset="97661.16">20209 11629 125 0,'0'0'142'0,"0"0"-131"15,0 0 1-15,0 0-10 16,0 0-5-16,0 0 3 16,-40 14 1-16,30 0 0 15,5 0-1-15,0 0 1 16,4 1 0-16,1-3-1 0,0 0-1 15,3-4 0-15,5 1-1 16,2-6-3-16,-1-3 4 16,3 0 1-16,1 0 1 15,1-2 0-15,-1-6 0 16,-2-1 1-16,0-2-1 0,-4-2 4 16,-1 0 3-16,-3 0-1 15,-3-1 4-15,0 0-6 16,0 3-3-16,-5 1-3 15,-6 4 2-15,-3 3-5 16,-3 3-20-16,-2 0-10 16,2 7-31-16,1 2-33 0</inkml:trace>
  <inkml:trace contextRef="#ctx0" brushRef="#br0" timeOffset="97846.3">20457 11700 341 0,'0'0'-2'0,"0"0"0"16,0 0 1-16,16 49 0 0,-16-29-11 16,-4 0-26-16,-8-4-34 15,-6-2-32-15</inkml:trace>
  <inkml:trace contextRef="#ctx0" brushRef="#br0" timeOffset="98286.49">20687 11589 132 0,'0'0'144'0,"0"0"-142"16,0 0-9-16,0 0 4 15,0 0 5-15,0 0-1 0,0 0 2 16,0 0 1-16,16-11 3 16,-11 2-2-16,-1 0-2 15,3-3 1-15,-4 0-3 16,2 1-1-16,0-2 1 15,-1-1-1-15,0 5 2 0,-2-1-2 16,0 3-2-16,0 3 1 16,-2 3 4-16,0 1-2 15,0 0-4-15,0 1-2 16,0 7 6-16,2 5-1 16,-2 2 2-16,2 2-1 0,1 0 0 15,3 1 1-15,-4 1 0 16,3-1-2-16,2 1 0 15,-5-1 1-15,-1-1-1 16,-1 2-7-16,0-3-41 16,-1 0-36-16,-13-2-44 15</inkml:trace>
  <inkml:trace contextRef="#ctx0" brushRef="#br0" timeOffset="98450.63">20670 11766 270 0,'0'0'27'0,"0"0"-26"0,0 0-1 16,0 0 9-16,0 0 0 16,47 1-5-16,-29-1-2 15,2 0-2-15,1 0 1 16,-1 0-8-16,-1 0-48 16,0-2-68-16</inkml:trace>
  <inkml:trace contextRef="#ctx0" brushRef="#br0" timeOffset="98614.26">21000 11711 254 0,'0'0'29'0,"0"0"-24"16,0 0-1-16,0 0-1 16,0 0-1-16,18 37 0 15,-15-24-3-15,-3 0-14 16,0-2-36-16,0-2-47 0</inkml:trace>
  <inkml:trace contextRef="#ctx0" brushRef="#br0" timeOffset="99063.83">21361 11532 216 0,'0'0'5'0,"0"0"-3"16,0 0-1-16,0 0-1 16,-36-4 1-16,26 5 0 15,4 6 0-15,0 3 1 16,2 0 1-16,3 3 0 0,1 0-1 15,0-2-2-15,0 2 0 16,3-4-1-16,5-1 0 16,1-5 1-16,5 0 3 15,-1-3 6-15,4 0-4 0,2-3 1 16,-1-2-2-16,-3-4-1 16,1 0 3-16,-3-3 4 15,-2 1 3-15,-4-2-1 16,-2-1-5-16,-5 2-3 15,0 0-3-15,0 1-4 16,-11 4 0-16,-3 3-5 16,-1 2-6-16,-3 2 6 0,0 0-3 15,-1 9-10-15,4-1-49 16,2-2-64-16</inkml:trace>
  <inkml:trace contextRef="#ctx0" brushRef="#br0" timeOffset="99298.4">21610 11639 249 0,'0'0'2'0,"0"0"4"0,9 39 4 15,-7-20-7-15,-2 1 1 0,1-1-2 16,-1 2-1-16,0-3-12 16,0-3-20-16,-5-4-47 15,1-6-53-15</inkml:trace>
  <inkml:trace contextRef="#ctx0" brushRef="#br0" timeOffset="99726.71">21964 11498 265 0,'0'0'9'15,"0"0"-13"-15,0 0 9 16,0 0-4-16,-42 17-1 15,31-4 1-15,1 0 0 0,2-1-1 16,6 1 2-16,2-3-2 16,0 0 1-16,1-4-2 15,8-1 0-15,1-3 0 16,1-2 4-16,3 0 2 16,2 0 0-16,3-6 1 0,-3-1 0 15,1-4 7-15,-3-2-3 16,-2-3 1-16,0-1-1 15,-4 0-3-15,-2-1 2 16,-4-1-2-16,-1 4-2 16,-1-1 0-16,-1 3-1 0,-8 3-2 15,-3 3-2-15,-4 4-4 16,-2 3-3-16,-1 0-5 16,-4 3-4-16,4 7-11 15,1 1-22-15,5-2-57 0</inkml:trace>
  <inkml:trace contextRef="#ctx0" brushRef="#br0" timeOffset="100210.16">22040 11296 239 0,'0'0'10'0,"0"0"7"0,0 0-5 0,0 0-9 0,0 0 0 0,0 0-2 16,38-22-1-16,-20 19 1 16,0-2 1-16,4 1-1 15,0-3 0-15,-1 3 0 0,1-1 0 16,-2 0 2-16,-2 1-1 15,0 1 3-15,-3 0-3 16,-3 3 0-16,-2 0-2 16,-1 0 1-16,-4 4-1 15,2 5 0-15,-5 4-1 16,-2 2 1-16,0 6 2 0,0 4 0 16,0 0 0-16,0 2-1 15,0 0 1-15,0 0-1 16,4-1 0-16,0 0-1 15,1 0 1-15,-1-2 4 16,-1-1 5-16,2 0-2 0,-5-2 2 16,0 0 3-16,-6 1-3 15,-10 0-5-15,-13 5-3 16,-11 2-2-16,-17 4-5 16,-15 2-53-16,-16-2-100 15</inkml:trace>
  <inkml:trace contextRef="#ctx0" brushRef="#br0" timeOffset="101136.66">19380 12393 179 0,'0'0'5'0,"0"0"-2"0,0 0 2 16,0 0 9-16,0 0-5 0,0 0-2 15,0 0-3-15,0 0-1 16,0 0 6-16,0 0-5 16,0 0 2-16,0 0-3 15,-48-19-2-15,31 19-2 16,-4 0-1-16,2 0 5 0,-1 0-6 15,5 0 4-15,1 0 2 16,5 0 0-16,1 0 0 16,5 4-1-16,3 2-2 15,0 1 0-15,0 3 3 16,0 5-3-16,3 2 1 0,5 4-1 16,-3 1 1-16,4 4-1 15,-2-1 0-15,-1 1 1 16,-1 0-1-16,-1 0 0 15,-3-1 0-15,-1-1 0 16,0 0 1-16,0-2-1 16,-2-3 1-16,-2 0 5 0,-1-2 1 15,2-3 3-15,1-3 1 16,2 0 1-16,0-2-4 16,4-2-1-16,8-2-4 15,7-1 0-15,4 0 0 16,4-2-2-16,6-2 1 0,-1 0-10 15,1-3-49-15,-2-7-66 16</inkml:trace>
  <inkml:trace contextRef="#ctx0" brushRef="#br0" timeOffset="101521.46">19649 12580 170 0,'0'0'45'0,"0"0"-42"0,0 0-2 0,0 0-2 15,-40-4 2-15,29 7-1 16,3 5 3-16,0 5-1 16,3 1 0-16,1 2 1 15,4 0-1-15,0-1 1 0,4-1-1 16,4-4-1-16,4-1 0 15,6-5 0-15,0-2-1 16,1-2 2-16,2 0 5 16,2-9-5-16,-4-2 15 15,0-2 1-15,-4-1-11 16,-1-2-5-16,-3-1 5 0,-6 1 1 16,-2-1 0-16,-3 3-4 15,0 3-3-15,-9 2-3 16,-5 4 0-16,-3 5-10 15,-4 0-16-15,2 5-12 16,-5 4-41-16,5 2-1 0</inkml:trace>
  <inkml:trace contextRef="#ctx0" brushRef="#br0" timeOffset="101720.16">19972 12660 317 0,'0'0'1'0,"0"0"0"15,0 0-1-15,26 38 0 0,-22-21 1 16,-4 3-4-16,0 1-6 16,-8 2-16-16,-1-2-27 15,1-6-30-15</inkml:trace>
  <inkml:trace contextRef="#ctx0" brushRef="#br0" timeOffset="102118.92">20205 12572 278 0,'0'0'6'16,"0"0"-5"-16,0 0 0 16,0 0 1-16,0 0-1 0,0 0-1 15,0 0-1-15,0 0 1 16,-29 42 1-16,29-33 1 16,6 0-1-16,3-4-4 15,3-2-1-15,3-3 3 16,0 0 2-16,4 0 0 0,-3-6 1 15,0-2-5-15,-3-2 6 16,-1 0 2-16,-6-2 3 16,-2 1 2-16,-4 0 5 15,0-1-4-15,-4-1-8 16,-3 4-2-16,-7 0 0 16,1 5-2-16,-3 2-4 0,1 2-12 15,-2 0-10-15,3 6-13 16,0 1-47-16,5 3-78 15</inkml:trace>
  <inkml:trace contextRef="#ctx0" brushRef="#br0" timeOffset="102325.48">20446 12596 298 0,'0'0'9'0,"0"0"-5"15,0 0 1-15,0 0 0 16,0 0-4-16,0 0-1 16,0 0-1-16,28 48 1 15,-31-30 1-15,-6 2-1 16,-2-4-31-16,2 0-22 0,1-8-69 16</inkml:trace>
  <inkml:trace contextRef="#ctx0" brushRef="#br0" timeOffset="102681.73">20655 12509 292 0,'0'0'9'15,"0"0"-12"-15,0 0 4 16,0 0-6-16,0 0 1 0,0 0 0 15,-38 20 6-15,31-10-2 16,6 1 1-16,1-2-1 16,0-3 1-16,12-1-3 15,-1-2-2-15,7-3 1 16,-2 0 1-16,2 0 0 0,1-3 3 16,-3-5-5-16,-3-1 10 15,-3-3 5-15,-3 0 4 16,-4-2 3-16,-2-1-5 15,-1 0-6-15,0 2-9 16,-9 1 1-16,-3 3 1 0,-1 2-5 16,-5 7-13-16,0 0-14 15,0 4-17-15,3 5-76 16</inkml:trace>
  <inkml:trace contextRef="#ctx0" brushRef="#br0" timeOffset="102881.25">20887 12553 311 0,'0'0'2'16,"0"0"0"-16,0 0 0 16,42 23 1-16,-39-10-4 15,-3 4 0-15,0 1-2 16,-10 5-4-16,-7-2-15 15,-2-1-40-15,-4-3-68 0</inkml:trace>
  <inkml:trace contextRef="#ctx0" brushRef="#br0" timeOffset="103612.82">21191 12378 159 0,'0'0'42'0,"0"0"-21"0,0 0-17 0,0 0-2 0,0 0 1 16,0 0 1-16,0 0-4 15,0 0 1-15,43-14 1 16,-37 7 1-16,1 0 9 16,-2 0-4-16,1-1 0 15,-1-2 0-15,-2-1-2 16,0 0 0-16,-1 1-2 0,-2 0 0 16,0 2-4-16,0 1 0 15,0 3-3-15,0 1 6 16,0 1-5-16,-4 2 0 15,2 0-6-15,0 6 6 16,-1 5 3-16,1 2 0 0,1 3-1 16,1 2 1-16,0-1 1 15,0 4-1-15,2-3 1 16,4 0 0-16,1 0 0 16,-1-1-2-16,1-2 2 15,-2-1-2-15,1 0-3 0,-4-4-53 16,-2-2-56-16</inkml:trace>
  <inkml:trace contextRef="#ctx0" brushRef="#br0" timeOffset="103813.22">21213 12539 272 0,'0'0'5'0,"0"0"-6"16,0 0 3-16,0 0 1 15,40-7 2-15,-22 3 0 0,-2 1 2 16,6 0-1-16,-1 0-4 16,2 1-1-16,4 1-1 15,-2 0-9-15,-1-2-51 16,-1-1-103-16</inkml:trace>
  <inkml:trace contextRef="#ctx0" brushRef="#br0" timeOffset="107395.78">21739 12600 147 0,'-5'0'24'0,"2"0"17"0,1 0-10 0,0 0-10 16,1 1-9-16,0 5-11 15,-2 3 1-15,1 2-1 16,0 3-1-16,-2 4 1 15,1 1-2-15,-5-3-15 0,-1-2-59 16,-3-5-64-16</inkml:trace>
  <inkml:trace contextRef="#ctx0" brushRef="#br0" timeOffset="107859.16">22017 12333 200 0,'0'0'3'16,"0"0"21"-16,0 0-2 0,0 0-9 15,0 0-6-15,0 0-2 16,0 0-4-16,0 0-1 16,2 0-1-16,-5 13 1 15,0 3 0-15,-2 2 1 16,4 0-1-16,1 1 0 16,0-1 0-16,1-3 0 0,8-1 0 15,2-4 0-15,4-2-3 16,2-5 2-16,3-3 7 15,-1 0-5-15,-1 0 0 16,1-9 0-16,-4-2 0 16,-3-2 2-16,-3 0 3 0,-3-2 6 15,-4 1-4-15,-2-2-1 16,0 2-5-16,-2 1-1 16,-10 3-3-16,-3 3-13 15,-5 4-18-15,-1 0-9 16,0-1-40-16</inkml:trace>
  <inkml:trace contextRef="#ctx0" brushRef="#br0" timeOffset="108376.84">22205 12187 85 0,'0'0'107'0,"0"0"-109"16,0 0 1-16,0 0 1 0,40-2-1 16,-26 2 0-16,-1 0-4 15,3 0 3-15,-3-1 4 16,1 0-2-16,-3 0 3 0,-2 1 11 15,0-2 0-15,-5 2-3 16,0 0-4-16,-1 0-6 16,-1 2-2-16,-2 6 4 15,0 2-1-15,0 2-1 0,0 3 0 16,-2-1-1-16,-2 3 1 16,1 0 0-16,2 1 0 15,1 1 1-15,0 1 4 16,0 1-1-16,0 3-1 15,4-1 0-15,2 2-1 16,-3-2-1-16,2 4 0 0,-2-4-2 16,1-2 2-16,-2 0-1 15,0-2 1-15,-2-3 0 16,0-2 4-16,0-2 2 16,0-1-1-16,-8-1 2 15,-2-2-2-15,-3 2 0 0,-8 1-6 16,-5 2 0-16,-6-2-14 15,-6-3-95-15</inkml:trace>
  <inkml:trace contextRef="#ctx0" brushRef="#br0" timeOffset="109766.94">19465 13258 99 0,'-4'0'0'0,"2"0"0"0,-1 0-4 0,1 1-1 15,-4-1 3-15,-1 2 1 16,1-1 2-16,-1-1 7 15,0 0 2-15,-3 0 1 0,0 0-1 16,-1 0-2-16,-3 0-2 16,-1 0-3-16,-1-3-2 15,2 2-1-15,-4-1 0 16,3 1 1-16,-1 0-1 16,5 1 0-16,-1 0 0 0,4 0 8 15,3 0 9-15,1 0-6 16,2 0-10-16,0 0 0 15,1 4 0-15,1 3 0 16,0 0 0-16,0 1 1 16,1 2 2-16,4 3 3 0,2-1 2 15,2 3-3-15,-2 1-2 16,0 2 1-16,-1 4-1 16,-1 0 0-16,-1 4-1 15,0 2-2-15,-3-1 0 16,0 0 0-16,0-1 0 15,0 0 0-15,-1-1 0 0,0 1 2 16,1-1 0-16,-1-1-2 16,1 0 1-16,-1-1-2 15,2-4 0-15,-2-2 1 16,2-3-1-16,0-4 1 0,-1-2 1 16,3-2 9-16,2-5-1 15,1 2-3-15,5-3 0 16,5 0-2-16,5 0 0 15,3-10-5-15,2-1-35 16,2-6-95-16</inkml:trace>
  <inkml:trace contextRef="#ctx0" brushRef="#br0" timeOffset="110278.18">19686 13411 117 0,'0'0'25'0,"0"0"9"0,0 0-8 0,0 0-19 15,-37 10-5-15,32 1-2 16,-1 5 1-16,4 0-1 16,0-1 1-16,2 2-1 15,0-2 1-15,5-3 0 0,5-2-1 16,0-3 2-16,4-4 6 15,1 0 1-15,0-3-5 16,1 0 1-16,1 0 0 16,-2-7-1-16,0-2-2 15,-3-1 1-15,-1-1-1 0,-4-2 0 16,-3 0 1-16,-3 1 8 16,-1-1 0-16,0-1 0 15,-5 0-6-15,-5 2-5 16,-4 2 4-16,0 2-5 15,-4 3-6-15,-2 5-15 0,0 0-16 16,-4 2-37-16,3 6-81 16</inkml:trace>
  <inkml:trace contextRef="#ctx0" brushRef="#br0" timeOffset="110512.14">20049 13508 253 0,'0'0'3'16,"0"0"2"-16,0 0 0 16,0 0 1-16,0 0 2 15,39 52-6-15,-39-32-1 16,0 3 2-16,0-1-3 0,-2 0-22 15,-4-5-39-15,0-4-52 16</inkml:trace>
  <inkml:trace contextRef="#ctx0" brushRef="#br0" timeOffset="110989.57">20256 13353 217 0,'0'0'-19'0,"0"0"16"15,0 0 4-15,0 0-1 16,-10 42 2-16,10-29 2 16,0 1 4-16,0-2 0 15,1 0 1-15,5-3 0 16,0-2-3-16,2-3-5 0,-1-1-1 16,4-3 18-16,-1 0-1 15,3 0-9-15,-5-7 0 16,1 0-1-16,0-4-1 15,-3-1 3-15,0 0 6 16,-6-3-5-16,0 1-1 0,0 0-3 16,0 1-3-16,-9 0-5 15,0 1 0-15,-4 3 2 16,-3 6-5-16,-1 2-6 16,-4 1-4-16,-1 4-11 15,2 6-4-15,1 4-13 0,4 3-14 16,1-4-16-16</inkml:trace>
  <inkml:trace contextRef="#ctx0" brushRef="#br0" timeOffset="111223.95">20580 13455 215 0,'0'0'6'0,"0"0"10"0,0 0 2 16,0 0-3-16,0 0-6 15,37 47-8-15,-35-27 2 16,0 3-2-16,-2 0 1 16,0-1-2-16,0-1-20 0,-2-5-23 15,-7-3-48-15</inkml:trace>
  <inkml:trace contextRef="#ctx0" brushRef="#br0" timeOffset="111686.17">20804 13275 148 0,'0'0'141'16,"0"0"-140"-16,0 0-2 16,0 0 0-16,0 0 1 0,-39 44-7 15,36-31 2-15,2-1 3 16,1 1-2-16,0-2 5 15,3-2-3-15,8-3 0 16,2-3 3-16,1-2-1 16,1-1 6-16,2 0-4 0,2-3 0 15,1-6-1-15,-4 0-1 16,0-3 2-16,-4 1-2 16,-1-3 4-16,-6 1 3 15,-2-3 2-15,-3 3-2 16,0 1-2-16,-4-2-2 0,-8 3 1 15,-3 3-4-15,-3 4 0 16,0 4-1-16,-6 0 0 16,1 5-7-16,0 8-16 15,2 4-11-15,4-1-42 16,4-2-83-16</inkml:trace>
  <inkml:trace contextRef="#ctx0" brushRef="#br0" timeOffset="111906.64">21068 13428 62 0,'0'0'217'0,"0"0"-219"0,0 0 4 0,0 0 7 16,16 47-2-16,-16-33-5 15,0 5-2-15,0-2 0 16,-5 0-8-16,-5-2-39 16,0-6-62-16</inkml:trace>
  <inkml:trace contextRef="#ctx0" brushRef="#br0" timeOffset="112355.61">21276 13250 212 0,'0'0'2'15,"0"0"0"-15,-37 23 1 16,27-11 0-16,3 0-1 16,3 3-2-16,4-3 1 15,0 1-1-15,0-3 2 16,6 0 2-16,6-3 3 0,2-2 3 16,2-3 4-16,3-2-6 15,1 0-3-15,2 0-4 16,-4-3 0-16,2-4 0 15,-3-3-1-15,-3-1 0 0,-3 0 1 16,-5 0 1-16,-2-4 7 16,-4 2 0-16,0-2-4 15,-7 1-5-15,-5 1 3 16,-5 4-3-16,-3 2-4 16,-1 4 0-16,-5 3-6 15,2 0-13-15,3 9-19 0,-1-1-59 16</inkml:trace>
  <inkml:trace contextRef="#ctx0" brushRef="#br0" timeOffset="112611.13">21582 13391 244 0,'0'0'13'0,"0"0"-12"0,0 0 10 16,0 0 9-16,-2 46-11 0,-3-31-4 16,-4 4-4-16,-2-2 0 15,-2 0-5-15,-4-3-33 16,1-3-43-16</inkml:trace>
  <inkml:trace contextRef="#ctx0" brushRef="#br0" timeOffset="113117.25">21878 13232 25 0,'0'0'171'0,"0"0"-176"16,0 0 6-16,0 0 2 15,0 0 8-15,0 0 6 16,0 0-2-16,43 0 3 15,-33 0-3-15,3-3-6 16,-4-1-3-16,4-3-2 0,1 0-3 16,-3-2-1-16,2-1 1 15,-3 0 0-15,-1 0 0 16,-2-1 0-16,-1 4 2 16,-2-1 3-16,-2 2-2 15,-2 0-1-15,0 5-3 0,0-2-2 16,0 3 3-16,-2 0-3 15,-3 7 3-15,-2 4-2 16,1 2 2-16,1 5-1 16,1 1 0-16,4 1 1 15,-2-1-1-15,2-1 1 0,0 0-1 16,2-1 1-16,3-1 0 16,-1-1-1-16,1-2 0 15,0 0-9-15,-3-3-37 16,-2-1-35-16,0-4-14 15</inkml:trace>
  <inkml:trace contextRef="#ctx0" brushRef="#br0" timeOffset="113294.19">21917 13388 163 0,'0'0'21'0,"0"0"4"0,0 0-12 16,0 0 5-16,0 0-18 15,0 0 1-15,37-8 2 16,-17 5-3-16,3-1 0 16,2 2-9-16,0-3-30 0,2 0-41 15</inkml:trace>
  <inkml:trace contextRef="#ctx0" brushRef="#br0" timeOffset="114134.38">22184 13003 145 0,'0'0'10'0,"0"0"18"0,0 0-23 15,0 0 5-15,0 0 4 16,0 0 1-16,0 0 1 16,0 0 0-16,48-18-3 15,-37 17-5-15,3-1-3 16,1-1-2-16,-1 0-2 0,1-1 0 15,2 3 0-15,-3-2-1 16,1 2 0-16,-2-1 0 16,1 1 0-16,-3-1 1 15,1 2-1-15,-2 0 1 16,-2 0-2-16,-2 0 1 0,0 0 0 16,0 0 0-16,-1 3 0 15,-3 1-1-15,-1 2 0 16,1 1 0-16,-1 0 5 15,1 0-3-15,-1 3 0 16,3 3 1-16,-2 1-2 0,0 0 1 16,1 1-1-16,1 3 1 15,2-1 1-15,0 2-2 16,2 1 1-16,-4-1 0 16,4 1 0-16,-4-1 1 15,0-1 1-15,1 2 0 16,-1-2 2-16,-1 1-3 0,1-2 0 15,0 0-2-15,-3 1 1 16,2-2-1-16,-2 0 1 16,0 1-1-16,0-3 0 15,0 0 1-15,-1 0-1 16,1-1 0-16,2-1 0 0,-3-1 0 16,2 0 1-16,-1-2-1 15,1-1 0-15,-1 0 1 16,0-1-1-16,0-2 0 15,-1 1 0-15,1 0 0 16,-1-2 1-16,0-1 2 16,0 1-1-16,0 0 1 0,0-1 0 15,0 3 0-15,-4-3 2 16,-1 2 2-16,-3-2-3 16,-3 4 4-16,-3-1-1 15,-5 1-1-15,-9 0-2 0,-7 2-7 16,-10 2 5-16,-12 0-1 15,-12-1-22-15,-16-3-71 16</inkml:trace>
  <inkml:trace contextRef="#ctx0" brushRef="#br0" timeOffset="117998.01">22462 9169 51 0,'0'0'26'0,"0"0"-22"0,0 0-6 0,0 1 4 0,0 0-1 16,0 0-1-16,0 2 1 16,0-2 1-16,3 2 4 0,-1-2 5 15,-2 1-3-15,1-1-4 16,0 2 1-16,0-2-3 15,-1 0 0-15,0 0 0 16,1 0 5-16,0-1 3 16,0 0 13-16,0 0 20 15,2 0-13-15,2-4-13 0,-1-5-4 16,4-1-3-16,3-4 0 16,2 0-5-16,5-6-1 15,0 0-3-15,8 0 0 16,3-4-2-16,1-6-43 15,3-1-126-15</inkml:trace>
  <inkml:trace contextRef="#ctx0" brushRef="#br0" timeOffset="118647.28">22443 10331 121 0,'0'0'2'0,"0"0"-1"0,0 0 0 0,0 0-1 0,0 0 1 16,0 0 0-16,0 0 7 0,0 0 17 16,0 0 1-16,0 0-9 15,0 0-5-15,46-25-1 16,-28 11 0-16,1-3-7 15,5-1-3-15,4-5-2 0,2-4-44 16,1-4-73-16</inkml:trace>
  <inkml:trace contextRef="#ctx0" brushRef="#br0" timeOffset="119256.59">22511 11389 116 0,'0'0'24'0,"0"0"9"0,0 0-13 0,0 0-10 16,0 0-9-16,0 0 7 16,0 0-3-16,0 0-4 0,0 0 6 15,43-42-1-15,-18 21 1 16,6-4-3-16,2-4-4 15,3-2-34-15,0-5-114 16</inkml:trace>
  <inkml:trace contextRef="#ctx0" brushRef="#br0" timeOffset="119748.69">22537 12361 232 0,'0'0'37'0,"0"0"-8"0,0 0-14 0,0 0-6 0,0 0-7 16,15-54 0-16,5 29-1 16,7-8-1-16,7-4 3 15,5-2-3-15,4-4-4 16,-1 3-25-16,-2 5-17 15,-6 6-30-15</inkml:trace>
  <inkml:trace contextRef="#ctx0" brushRef="#br0" timeOffset="120288.74">22622 13384 304 0,'0'0'14'0,"0"0"-17"0,0 0 4 0,0 0 2 15,0 0-3-15,0 0 0 0,43-20 1 16,-27 9-1-16,2 1 2 15,1-4-1-15,6-3 0 16,0-5-1-16,5-6-2 16,3-5-28-16,4-5-66 15</inkml:trace>
  <inkml:trace contextRef="#ctx0" brushRef="#br0" timeOffset="133315.67">22924 8988 88 0,'2'0'1'0,"-1"0"1"0,0 0 1 0,-1 0-1 0,1-3 1 16,0 1-2-16,0-2 9 15,2 1 3-15,-3-1 4 0,2 3 1 16,-1-2-5-16,1 2 0 16,2 0-7-16,2-1-5 15,-1 2 0-15,5 0 0 16,0 0 2-16,-1 0 0 16,4 0 0-16,-1 0-1 15,1 0 2-15,-2 3 2 0,0 1 1 16,1 1-4-16,-1 2-1 15,-1 0 0-15,1 1-1 16,1 2 1-16,-3 2-2 16,5 0 0-16,-1 1 0 0,5 0 0 15,-3 1 0-15,3 0 0 16,-1-1 0-16,-1-1 1 16,1-1-1-16,-6 2 0 15,0-2 0-15,-3 0-1 16,-4 2 2-16,-2-1 1 15,-2 0-2-15,0 1-2 0,0 0 2 16,-2 1 4-16,-3 2 0 16,-3 1-2-16,2 1-1 15,-2 2-1-15,1 1 0 16,-4 2-1-16,2 0 2 16,-1 4-1-16,1-2 1 0,-2 4-1 15,1-1 0-15,-1 2 1 16,2-1-2-16,0 3 2 15,1-1-2-15,1 1 2 16,3 0-2-16,2 2 0 16,0 0 0-16,2-1 0 0,0-2 1 15,0-4-1-15,7-2 1 16,4-3-1-16,-3-2 0 16,4-5 1-16,0 1-1 15,1-3 1-15,0 0 3 16,1-3-1-16,-1 0-1 15,1-2 0-15,-2 1 2 0,-3-2-2 16,0-1-1-16,-2 1 1 16,-3-2 0-16,-1 1 0 15,-1 0 0-15,-1 1 1 16,-1 0-2-16,0 1 2 0,0 2-2 16,0 2 1-16,-2 3 0 15,-1 2 0-15,-2 3 1 16,-1 3-2-16,0 5 0 15,-2-1 1-15,2 5-1 16,-3 0-4-16,2 2 4 16,-3-1 3-16,2 3-3 0,1-1 1 15,1 5-1-15,-1 1-1 16,1 0 2-16,1-1-1 16,3 1 0-16,-1-3-1 15,1 0 1-15,2 0 0 0,0 0 0 16,0 3-2-16,0-1 4 15,3 0-4-15,2 5 2 16,2-2 2-16,-2-2-2 16,4 0-2-16,-2 2 2 15,-1-3 0-15,1 1-1 16,2-1 1-16,-1 2 1 0,0-1-2 16,-1-1 2-16,2-3-2 15,1 3 1-15,-3-6 0 16,1 3 1-16,2 3 1 15,-4-2-4-15,3 0 4 16,-1 1-2-16,-1 0 1 0,-1-2-1 16,0-1 0-16,-1-2 2 15,0-1-2-15,-1-1 0 16,-1 0 0-16,1 3 2 16,-1-1 0-16,0 3 0 15,-1 0 2-15,-2 3-3 0,0-2 1 16,0 2-1-16,0-2 0 15,0 1-1-15,0-3 1 16,0 2 0-16,-5 1-1 16,3-2 1-16,-1 4 1 15,1-5-1-15,0 2 0 0,-1-1 1 16,2 1-1-16,-2-3 0 16,1 2 0-16,0 1 0 15,0 2-1-15,0 1 1 16,0 3-1-16,0-1 1 15,-1 1 0-15,0 0-1 0,1 1 2 16,1-1-1-16,-1 1 0 16,-1 1-1-16,3-2 0 15,0-2 3-15,0-2-1 16,0-1 2-16,0-4-3 16,0-3 1-16,0-1 0 0,0-3 2 15,0 0-1-15,-6-2 0 16,-2 3 1-16,-2 0 0 15,-4 1-2-15,-4 2 1 16,-4 0-3-16,-5 1 0 16,-5 4 4-16,-5 1-3 15,-8 4-5-15,-8 4-16 16,-8-1-28-16,-5-6-80 0</inkml:trace>
  <inkml:trace contextRef="#ctx0" brushRef="#br0" timeOffset="134961.17">21682 14591 97 0,'0'0'3'0,"0"0"19"0,0 0 9 16,0 0-13-16,0 3-15 0,0 7 6 16,0 0 4-16,-2 3-3 15,2 4-3-15,0 1-4 16,0 1-2-16,0 1 0 16,0-2-1-16,0 1 1 15,0-3-1-15,-1-4-1 0,0 1 1 16,1-5-4-1,-2-1-9-15,0-4-9 0,-1-2 0 16,1-1 9-16,-2 0 2 16,-1-4-9-16,2-6 10 15,1-3 13-15,0-3 14 0,-2-3 10 16,2-1-3-16,1-2-5 16,0-1 0-16,1 0-9 15,0 3-1-15,0 0 3 16,0 2 2-16,0 1-3 15,0 1-3-15,2-1-5 0,1 3 0 16,2 1-1-16,0-2 0 16,2 5 2-16,0-2 3 15,3 2-6-15,2 0 0 16,1 1 2-16,4 0-3 16,-1 0 2-16,2 2 0 0,0 0-2 15,-2 3 4-15,0 1-2 16,-2 0 1-16,-1 3-2 15,-1 0 0-15,-4 0 1 16,-1 7-2-16,-2 2 2 16,0 2-1-16,-5-1-1 15,0 4 0-15,0 1 0 0,-4 0 0 16,-2 1-1-16,-2 0 1 16,1-1-2-16,-3-1 4 15,3 0-2-15,-1-2 1 16,-1-2-1-16,2-2 0 0,1 1 0 15,-1-5-1-15,4 1 1 16,-3-1-1-16,1-1 1 16,4-1 0-16,-1 3 0 15,-1 0-1-15,2 1 0 16,1 1 0-16,0 2 1 16,0 0-1-16,0 2 1 0,6 0 0 15,2 1 0-15,0 0 0 16,3-1 1-16,1 2 1 15,-1-1-1-15,4-1 0 16,-2 0-1-16,3-1 0 16,0-2-1-16,0 0 1 0,1-1-1 15,1-2 0-15,0 0-2 16,2-2-13-16,0-2-16 16,-1-1-39-16,3 0-18 15</inkml:trace>
  <inkml:trace contextRef="#ctx0" brushRef="#br0" timeOffset="135416.16">22214 14726 157 0,'0'0'3'0,"0"0"21"0,0 0-2 0,0 0-3 0,15-42-1 16,-15 36-5-16,-3 0 2 15,-4 3-14-15,-2-1-2 16,0 3 6-16,0 1-3 15,-4 0-3-15,0 0 2 0,-1 4-1 16,0 3 0-16,2 2 1 16,0 2-1-16,5 0 0 15,2-1 0-15,3 0 0 16,2-2 0-16,0 0-1 16,1-3 1-16,7 0-1 15,-1-2 0-15,5-2-4 0,1 0 10 16,-2-1-6-16,2 0 1 15,0 0 2-15,-1-3-2 16,-2-4-1-16,-1-1 3 16,1 1-1-16,-5-2 1 15,-1 2 5-15,-2 0 8 0,0 4 5 16,-2 1-6-16,0 0 1 16,0 2-8-16,0 0-7 15,2 0 0-15,0 4-2 16,1 5 2-16,3-1 2 15,2 2-4-15,0 0-1 0,-1-3-19 16,5 0-17-16,-2-2-2 16,1-4-31-16,-1-1-19 15</inkml:trace>
  <inkml:trace contextRef="#ctx0" brushRef="#br0" timeOffset="135829.49">22373 14719 22 0,'0'0'125'0,"0"0"-88"0,0 0-3 0,0 0-12 16,0 0-6-16,0 0-3 16,0 0 1-16,41-23-7 0,-35 23-3 15,3 0-1-15,0 5-1 16,-1 0-2-16,0 2-1 16,-1-1 0-16,1 1 5 15,-4 0-4-15,-1-1 1 16,1-2-1-16,-4-1-1 0,2-2-2 15,-2 0 0-15,0-1 2 16,0 0 4-16,0 0-1 16,0 0 1-16,0-1-2 15,0-5 2-15,0-1 0 16,4-1-2-16,4 0 5 0,0-2-4 16,3 0-4-16,2 1 5 15,0 2-3-15,0 1 1 16,1 2-1-16,-1 3 0 15,0 1 0-15,-2 0 0 16,-2 1 0-16,1 8-1 16,-2-1-1-16,-1 1 4 0,-2 2-4 15,2-1-11-15,-1 0-10 16,0-3-26-16,0-1-28 16,3-5-4-16</inkml:trace>
  <inkml:trace contextRef="#ctx0" brushRef="#br0" timeOffset="136320.31">22831 14670 166 0,'0'0'87'0,"0"0"-69"0,0 0 4 0,0 0-13 0,0 0-8 0,0 0-3 16,0 0 4-16,0 0-7 15,0 0-3-15,-20-34 10 16,9 43 0-16,2 1-1 15,2 3 1-15,1 0-4 0,4-1-2 16,2 0-5-16,0-2-3 16,3-3 0-16,6-1 5 15,2-4-7-15,2-2 16 16,1 0 0-16,1 0-1 16,-1-8-3-16,1-2 3 15,-2-4-2-15,0 0 1 0,-2-5-8 16,-3 2 7-16,-2-4 1 15,-1-1 0-15,-3 0 1 16,-1-1 2-16,-1-1 6 16,0 2-2-16,0-1 1 15,0 5 3-15,0 3-1 0,0 2-1 16,0 7-1-16,0 1-4 16,-3 5-1-16,-1 0-6 15,0 8 3-15,-2 8 0 16,2 1 1-16,-1 4 0 15,1 2 0-15,4 0-2 0,0-1 1 16,0-2 0-16,0 0-1 16,2-4-6-16,6-2-10 15,0-1-13-15,4-5-16 16,0-2-26-16,4-5-9 16</inkml:trace>
  <inkml:trace contextRef="#ctx0" brushRef="#br0" timeOffset="136640.51">23081 14611 152 0,'0'0'34'0,"0"0"15"0,0 0-14 0,0 0-29 0,0 0-7 15,0 0 4-15,0 0 1 16,0 0-3-16,0 0-1 16,-26 47 0-16,25-36 0 15,1-1 0-15,0-3 0 16,0 1-1-16,5-4 1 0,2 0-2 15,4-4 0-15,1 0 4 16,0 0-1-16,2-1 0 16,-1-7 2-16,-4-1 6 15,-1 0 1-15,0-1 1 16,-5 0-2-16,-1 0 4 16,-2 1-10-16,0 0 12 0,-1 2-14 15,-7 2-3-15,-2 1-12 16,-3 4-1-16,2 0-1 15,-4 0-10-15,5 3-21 16,2 1-49-16</inkml:trace>
  <inkml:trace contextRef="#ctx0" brushRef="#br0" timeOffset="137289.1">23232 14614 173 0,'0'0'1'0,"0"0"7"16,0 0-1-16,0 0-1 15,0 0-3-15,0 0 2 16,0 0 3-16,40 0-3 0,-38 7-2 16,-2 4 0-16,0-2-1 15,0 2-1-15,0-1 1 16,0-2-2-16,0-1-1 15,0-2 1-15,-3 0 0 16,0-3 1-16,1-2 1 0,1 0-2 16,-2 0 2-16,2 0 1 15,0 0-2-15,1-5-1 16,0-2 0-16,0-1-1 16,5-2 1-16,-1-1 1 15,5 2 0-15,-2-2 2 0,3 3 1 16,0 2 3-16,-1-1-3 15,5 4 0-15,-3 0 0 16,0 3-2-16,1 0-2 16,0 0 2-16,-3 3-1 15,0 2 1-15,0 2 0 16,-4 2-1-16,3-1 1 0,-6-1-1 16,1 1-1-16,-2-2-1 15,-1-2 1-15,0-1-3 16,0-2 3-16,-2-1 3 15,-2 0-2-15,-2 0 1 0,3-7 1 16,2 0 5-16,0-2 1 16,1 1 5-16,0-3-7 15,5 1 0-15,6 0-5 16,0 0 1-16,2 3-1 16,3 1-2-16,-3 3 1 15,2 2 0-15,-2 1-2 0,0 0 2 16,-4 4 0-16,2 5-4 15,-1 2-5-15,-2 1-12 16,-1 0-12-16,1 3-14 16,-2-3-28-16,-2-2 16 15</inkml:trace>
  <inkml:trace contextRef="#ctx0" brushRef="#br0" timeOffset="138316.74">23627 14684 162 0,'0'0'30'0,"0"0"3"0,0 0-10 16,0 0-9-16,40-37-1 0,-31 24-5 16,-2-3 2-16,1-1 1 15,-2-1-2-15,-1-2-2 16,0-3-2-16,-1-1-3 16,-1-2 1-16,-3 0-3 15,0-2 1-15,0-3-5 0,-1-1 7 16,-7-1-1-16,0 0-2 15,-1 2 1-15,1 0 0 16,1 4 0-16,1 1 0 16,1 6-1-16,1 5 0 0,1 5 1 15,1 4-1 1,0 6-3-16,-5 0 0 0,1 11 3 16,-2 8 0-16,0 5 1 15,0 6 0-15,3 1-1 16,1 2 0-16,4-2 1 15,0 0-1-15,0 0 1 0,4-3-1 16,2-4 0-16,2 0-1 16,0-3 1-16,2-3-1 15,1-1-6-15,2-4-16 16,0-3-3-16,-2-2-13 16,3-3-1-16,-2-4-9 0,2-1 15 15,-1 0 21-15,4-4 12 16,-6-4 1-16,2-1 2 15,-1 0 7-15,-3 2 11 16,-3 0 6-16,-2 3 3 16,-2 1 7-16,-1 3-9 15,-1 0-13-15,2 0-12 0,-1 1-2 16,0 6 2-16,2 1 0 16,1 1-2-16,-1-1 1 15,3-1-1-15,1 0 0 16,4-1 0-16,-4-2 0 0,4-4-1 15,1 0 2-15,1 0-2 16,0 0 1-16,0-7 1 16,0-1 2-16,-2-2-3 15,-1 1 5-15,-1-1 2 16,-1-1 1-16,-2 2-4 0,-1 2 0 16,-1 0-1-16,-1 3 2 15,0 2 2-15,-1 1-3 16,1 1-4-16,3 0-3 15,-4 4 4-15,-1 6-1 16,0 1 1-16,0 6 0 16,-1 2-1-16,0 5 1 0,0 2 0 15,1 2 0-15,2 3-1 16,3 2 0-16,-1-2 0 16,2 2 1-16,-1-3-1 15,-2-1 0-15,1-3-1 16,-4-2 2-16,-1-4-1 0,0-4-2 15,0-5 3-15,-1-2-3 16,-6-5 0-16,-1-3 4 16,-3-1 2-16,0 0 0 15,-2-2-3-15,2-7-1 16,1-2 3-16,0-5 3 0,2 3 1 16,5-4-1-16,1 0-3 15,2 0 0-15,0-3-1 16,7 2-2-16,5-1-4 15,1 2 4-15,2 2-2 0,3 2 3 16,-2 3-1-16,-1 4-1 16,2 3-7-16,-2 3-8 15,1 0-14-15,-4 0-39 16,-3 1-78-16</inkml:trace>
  <inkml:trace contextRef="#ctx0" brushRef="#br0" timeOffset="138818.96">22626 15104 188 0,'0'0'-11'0,"6"0"16"0,7-6-1 16,5 1 2-16,5-1 2 0,4 0 8 15,3-4 5-15,5 1-4 16,2 1-1-16,4-3-5 16,6 1-3-16,0 0-5 15,2 3-1-15,-1-1-2 16,0 0 3-16,-4 3-3 15,-3-1 1-15,-5 3-1 0,-3 0 0 16,-4 0 0-16,-6 3 1 16,-3 0-1-16,-4 0-4 15,-5 0-11-15,-7 0-23 16,-4 6-27-16,0-4-25 16</inkml:trace>
  <inkml:trace contextRef="#ctx0" brushRef="#br0" timeOffset="139011.4">22997 15107 66 0,'0'0'174'0,"0"0"-174"16,0 0 10-16,58 1 6 15,-24-2-1-15,5-5-2 16,3 3-1-16,7-1-7 0,6 1-3 15,5-4-4-15,-3-3-84 16</inkml:trace>
  <inkml:trace contextRef="#ctx0" brushRef="#br0" timeOffset="143060.5">16327 9656 49 0,'2'-3'14'0,"-2"2"7"0,0-1-6 0,0-1-3 15,2 1 2-15,-2 0-6 16,0-1-4-16,0 3-2 15,0-1-1-15,0-1 0 0,0 2-1 16,0-1 0-16,0 0 0 16,0 1 0-16,0 0 0 15,0-2 0-15,0 2 0 16,0 0 0-16,0-1 0 16,0-1 0-16,0 1 0 0,0 1 1 15,0-1-2-15,0-1-2 16,0 2-7-16,-4 0 3 15,-1 0 3-15,-1 0 2 16,-1 0 2-16,0 0 0 16,-3 0 0-16,2 3 1 0,2 1-1 15,-4 0 0-15,4 2-1 16,-4 1-5-16,3 0 0 16,-3 2 2-16,-2-1 2 15,-2 4 2-15,2-1 0 16,-2 2 2-16,0 1-2 0,0 0 0 15,-1 2 0-15,1-2 0 16,1 3 0-16,0 1 0 16,0 0 1-16,2 0-2 15,1 3 2-15,0-3-1 16,-2 3 0-16,2-1 0 0,-1 1 0 16,2 0 1-16,0 2 1 15,3-2 1-15,-3 2 0 16,7-2 0-16,2 1 0 15,0-1-1-15,0-1 1 16,6 0-1-16,3-2 0 0,2 2-1 16,0-1 0-16,-1 0 0 15,4 1 0-15,0-1-1 16,-2-1 1-16,2-2-1 16,-2-1 1-16,0-3-1 15,1 1 0-15,-2-3 0 16,0-1 3-16,-1 0 2 15,-1-3 4-15,-1 1-1 0,0-2 2 16,0 1-5-16,-1-3-3 16,-1 1-1-16,0-1-1 15,2 1 1-15,-3-2-28 16,0-2-58-16</inkml:trace>
  <inkml:trace contextRef="#ctx0" brushRef="#br0" timeOffset="144833.29">16148 10599 60 0,'-4'-3'2'0,"0"3"2"0,1-3-4 0,-2 2 1 16,2 1-1-16,0-2 2 16,1 1 6-16,0 0 0 15,2-1-1-15,-5 2 0 16,3 0-4-16,0 0-2 15,1 0-1-15,-3 0 0 0,-1 0 0 16,1 0 0-16,-3 3 0 16,0 1 0-16,-1 3 0 15,1 0 0-15,-3-1 0 16,0 1 0-16,1 2 0 16,-1 1 0-16,0-2 0 15,1 3 0-15,0 2 0 0,-2-1 0 16,1 3 0-16,0 0 0 15,-2 2-1-15,1 2 1 16,0 0 0-16,2 0-1 16,-2 0 1-16,2 1 0 0,-2 3 0 15,4 0 0-15,-3 1 0 16,3 1 0-16,-3 1 1 16,2 1-1-16,1-2 0 15,1-1 0-15,0-1 2 16,0 3 0-16,1-2 0 15,1-1 0-15,-2 2 0 0,4 2 0 16,-2-4 1-16,3 4 0 16,1-2-2-16,0 1-1 15,0-2 1-15,0 2 0 16,5-2 0-16,3-1 0 16,-3-1 0-16,3 1 1 0,-1-4 0 15,2-1 3-15,0 2-2 16,-2-4 4-16,5 2-2 15,-2-2-3-15,3 1 1 16,1 0 0-16,-1 1 0 16,3-1-2-16,0 0-1 15,2 2 3-15,2-2-2 0,-3 0 1 16,0-1 0-16,0 2-1 16,1-3 0-16,-3-1-1 15,2-2-1-15,0-1 6 16,3-3 4-16,-2-1-2 0,-1-3 1 15,2 0-4-15,-2-1 3 16,-1 1-5-16,-1-1-1 16,1 0 0-16,-2-2-1 15,2 1 2-15,-1-1-1 16,1 2 0-16,-3-3-1 0,-3 0-31 16,-2 0-74-16</inkml:trace>
  <inkml:trace contextRef="#ctx0" brushRef="#br0" timeOffset="146050.85">16289 12188 96 0,'-6'-3'3'0,"2"0"4"0,1 1 4 16,-3-1-7-16,3 0-3 0,0 0 0 15,1-1 3-15,0 1 3 16,-2 0 3-16,1 2-3 15,0-2 0-15,-2 0-4 16,-1 2-1-16,2-2 0 16,-3 1-1-16,1 2 0 0,-4 0-1 15,0 0 0-15,1 0 0 16,-2 0 0-16,-1 5 1 16,1 0-2-16,0 1 1 15,0 1 1-15,-2 0-2 16,1 2 1-16,-1 1 0 0,-3 2 0 15,1 1 0-15,-1 0 0 16,-1 1 0-16,2 2 0 16,1 1 0-16,1-1-1 15,2 2 2-15,3-1-2 16,0 2 1-16,2-1-1 0,2-1-1 16,1 0 1-16,2 0 1 15,1 0-1-15,0 0 0 16,0 0 0-16,6-1 1 15,0 1-2-15,2 0 0 16,0 1 1-16,1-1 1 16,3 2-1-16,-4-1 1 0,4 2-1 15,1-1 1-15,1 3-1 16,0 1 1-16,1-1 1 16,3 0 0-16,-1-2-5 15,2-3 1-15,3 0 1 16,-4-3 3-16,4-1 1 0,-3-2-2 15,4-2 5-15,-2 1 1 16,4-3 1-16,2 0 0 16,0-3-2-16,-1-1 0 15,1 2-3-15,0-3 0 16,-1 1 0-16,-1-3-3 0,-2 2 4 16,0-2 5-16,0 0-1 15,-1 0 1-15,-2 0 0 16,-4 0 0-16,-2 0 3 15,-1 0-3-15,-2 0-4 16,-2-2-3-16,1 2 1 16,0 0-1-16,-4 0-2 0,-1 0-39 15,-2 0-66-15</inkml:trace>
  <inkml:trace contextRef="#ctx0" brushRef="#br0" timeOffset="146954.07">16378 13094 51 0,'-14'0'2'0,"1"0"14"0,1 0-8 0,0 0-7 16,1 0-1-16,0 2 1 15,-2 2 1-15,2-1 0 16,-1 1 4-16,3 1 0 16,-2 1-2-16,-2 1-4 0,2 2 1 15,0 2-1-15,-2 1 0 16,1 3 0-16,0 2 1 15,2-1 0-15,0 5-1 16,1-1 1-16,1 3-1 16,1 0 1-16,1 1-1 0,3-1 2 15,1 2-1-15,2-3 0 16,0 0 0-16,0 0 1 16,4-2 0-16,3-1 4 15,2-2 1-15,2 3 1 16,-3-3-1-16,2 2 3 0,3-1-1 15,-1-1-4-15,0 2 2 16,2-1 1-16,-3-2-4 16,3 1-2-16,-1-3 3 15,1-1 0-15,1-2 3 16,1 1 3-16,-3-4 0 0,1 1 0 16,1-1-7-16,-2-3-3 15,-1 0 2-15,-1-2 2 16,-3 1-4-16,2-2 3 15,-5 0-1-15,1-2 0 16,-2 2 0-16,-1-2-2 0,-1 0 2 16,0 0-1-16,0 0-1 15,-2 1 0-15,0-1-5 16,0 2-22-16,0 0-31 16,0-2-19-16</inkml:trace>
  <inkml:trace contextRef="#ctx0" brushRef="#br0" timeOffset="155974.04">1465 4069 137 0,'0'-3'7'0,"0"-2"16"0,0 3-7 0,0 0 6 16,0 1-4-16,0 1 0 0,0 0-5 16,0 0-12-16,0 5 1 15,-2 8-7-15,-1 4 5 16,-2 6 1-16,-2 8 1 16,3 6 0-16,-2 4-1 15,1-1-2-15,-2-3-90 0</inkml:trace>
  <inkml:trace contextRef="#ctx0" brushRef="#br0" timeOffset="157449.07">235 5392 41 0,'2'-3'4'0,"3"1"1"0,-3 0 4 15,2-1 5-15,-1 0 2 16,1 2-1-16,-2-2 3 15,1 3-1-15,-1-1-4 0,-2-1-6 16,2 2-3-16,-2 0 0 16,2 0-4-16,1 0 0 15,-1 2 3-15,2 3-1 16,0 3-2-16,1 0 1 16,-1-1-2-16,1 2 4 15,-2-2-4-15,-1 0 3 0,0-3-3 16,0 2 3-16,0-2-2 15,0-1 1-15,-2-2-1 16,0 1 1-16,1-1-2 16,-1-1 7-16,2 0 8 15,-2 0 1-15,0 0-4 0,0 0-8 16,0 0-2-16,0-4 2 16,0-2 3-16,0-1-6 15,2-1 2-15,2-2-1 16,3-2-1-16,0 0 1 15,0-1-2-15,1-1 2 16,2 1 0-16,-4-2-1 0,1 4-1 16,-3 3 0-16,0-1 1 15,-1 5 0-15,-3 1-1 16,2 3 1-16,-2 0-2 16,0 0-4-16,0 0-4 0,0 3 1 15,0 4 15-15,0 3-2 16,0-2-3-16,0 1-2 15,0 0 0-15,0-2 1 16,3 1-3-16,1-1-1 16,3-1 4-16,-1-2 1 0,5 2-1 15,-1-5 0-15,3 1-39 16,-2-2-17-16,0 0-55 16</inkml:trace>
  <inkml:trace contextRef="#ctx0" brushRef="#br0" timeOffset="157754.09">530 5303 177 0,'0'0'-1'0,"0"0"10"0,0 0-16 0,0 0 7 16,0 0-1-16,0 0 4 15,0 0-1-15,0 0 1 16,9 45-2-16,-7-33 1 16,-2-2-1-16,1-2-1 15,1 1 0-15,-2-1 2 16,0-1-4-16,2 0-25 0,0-3-12 15,2-1-15-15</inkml:trace>
  <inkml:trace contextRef="#ctx0" brushRef="#br0" timeOffset="157931.59">626 5307 52 0,'0'0'136'16,"0"0"-115"-16,0 0-22 0,0 0-7 16,0 0 1-16,9 37 4 15,-6-20 12-15,1 1-46 16</inkml:trace>
  <inkml:trace contextRef="#ctx0" brushRef="#br0" timeOffset="158908">1444 4699 54 0,'0'0'10'0,"0"0"10"0,0 0-2 15,0 0-1-15,0 0-2 16,0 0-8-16,0 0-1 16,0 0-4-16,0 0 2 15,0 0 3-15,-31 37-4 16,26-26-1-16,3-2-2 0,2 3 1 16,-2 0 0-16,2 2 2 15,0 1 1-15,0-1 0 16,0 0 0-16,4-1-2 15,1-2-1-15,1-2 1 16,1-2-1-16,2-3 4 0,0-1 4 16,2-3-2-16,-2 0 7 15,3-3-1-15,0-4-4 16,0-4-3-16,-3 0-1 16,-3-4 0-16,-3 1 2 15,-1-2 6-15,-2 2-2 16,0-2-4-16,-5 3-2 0,-3 1-3 15,-3 2-1-15,-3 3-11 16,-4 4-9-16,0 3-28 16,-4 0-81-16</inkml:trace>
  <inkml:trace contextRef="#ctx0" brushRef="#br0" timeOffset="160025.51">1448 5422 13 0,'0'-1'12'0,"0"-2"-4"0,-2 1 3 0,2-1 5 16,-2 1-6-16,2 0-2 0,0-3 1 15,0 1-4-15,-2-1 4 16,0 2 3-16,0-1 7 16,-1 1 2-16,-1 2 3 15,2-1-9-15,-1 2-8 16,-2 0-3-16,3 0-2 0,-2 6-2 16,-2 6 3-16,3 3-3 15,-1-1 2-15,2 2-2 16,2 0-2-16,0-2-1 15,0-3 1-15,6-1-3 16,1-3 5-16,4-3 0 0,0-2 3 16,-2-2-1-16,4 0 14 15,1-6-7-15,-3-5 0 16,3-1-2-16,-5 0 2 16,-1-1-1-16,-3-3 3 15,0-1 2-15,-5 0-3 16,0 1-3-16,0 1-5 0,0 2 1 15,-8 4 0-15,-3 7-15 16,-7 2-37-16,-4 4-133 16</inkml:trace>
  <inkml:trace contextRef="#ctx0" brushRef="#br0" timeOffset="160687.7">1467 6021 124 0,'0'0'1'0,"0"0"25"0,0 0-1 0,0 0-15 0,0 0-3 16,0 0-2-16,0 0-7 15,0 0 11-15,-38 28-6 16,33-12 0-16,2 1-4 16,3-1 0-16,0-3-3 15,1-1 0-15,8-4 4 0,0-4 0 16,2-4 5-16,3 0-1 16,1 0 3-16,1-11 7 15,-3-4-5-15,3-1-1 16,-3-3 0-16,-5-1 0 15,0 2-2-15,-4-1 3 0,-4 1 2 16,0 2-4-16,0 3-3 16,-6 2-2-16,-4 5-2 15,-1 6-17-15,-7 0-27 16,-1 13-73-16</inkml:trace>
  <inkml:trace contextRef="#ctx0" brushRef="#br0" timeOffset="161506.21">1451 6595 64 0,'0'0'6'0,"0"0"2"0,0 0 5 0,0 0 4 16,0 0-2-16,0 0 0 16,0 0 4-16,0 0-6 15,0 0-4-15,0 0 2 16,0 0-3-16,-7-7-8 0,5 7 2 16,0 0 1-16,-3 3-2 15,3 4-1-15,-2 1-1 16,4 0 1-16,-3 0 0 15,1 3-1-15,2 1-1 16,0-1 1-16,0 1 0 16,0-1-4-16,0 3 7 0,0-1-1 15,0-1-2-15,2 1 4 16,3-1-3-16,-1-1 3 16,1-2-6-16,-1-1 8 15,1-2-2-15,1-3-4 0,1 0 9 16,-2-3-12-16,1 0 10 15,-1 0 6-15,5-2 2 16,-2-7-8-16,0-2 0 16,1-1-1-16,-2-3 3 15,2-1 2-15,-4 0 0 0,-3-1-1 16,0 0 0-16,-2 1-1 16,0-1-3-16,0 3-2 15,-4 2 0-15,-3 2 0 16,-5 5-3-16,-3 5-23 15,-8 0-39-15,-3 0-141 0</inkml:trace>
  <inkml:trace contextRef="#ctx0" brushRef="#br0" timeOffset="162926.29">3069 3607 12 0,'0'0'23'0,"0"0"3"0,0 0-9 0,0 0 0 0,0 0-8 15,0 0-3-15,0 0-3 16,0 0-4-16,0 0-3 16,0 0 2-16,0 0 2 15,-20-20 1-15,16 20 0 16,3 0 0-16,-1 0 0 0,0 0 0 15,2 0 3-15,-2 0 8 16,0 0 6-16,-2 0-4 16,0 0 3-16,0 0-3 15,0 0 1-15,-1 0-6 16,-1 0-4-16,-3 0 0 16,2 0-4-16,-4 0-1 0,2 4 0 15,-3 1 0-15,2 3 0 16,-1 1 0-16,-1 2 0 15,1-1 0-15,-1 4 0 16,4-1-1-16,-1 1 1 16,5 2-2-16,-1 1 1 0,0 0 1 15,5 1-3-15,0 1 2 16,0-1-3-16,0 1 0 16,6-4 0-16,4 1-1 15,1-3 1-15,3-2 0 16,3-1 3-16,-1-3 5 15,5-4-1-15,-4 0 2 0,4-3 2 16,-2 0-2-16,-1-3 1 16,1-4 0-16,-4-3 1 15,1-1 0-15,-3-1 3 16,-2-5 1-16,-1 3-3 0,-2-4 0 16,-3-1-3-16,-1-1 0 15,-4 0-1-15,0 1-1 16,0-3 0-16,-7 4-3 15,-4-1-4-15,-3 2 2 16,0 3-1-16,-1 4-8 0,-2 7-8 16,-4 3-27-16,-1 0-20 15,-2 7-41-15</inkml:trace>
  <inkml:trace contextRef="#ctx0" brushRef="#br0" timeOffset="163672.38">2953 4988 83 0,'0'0'27'0,"0"0"-23"0,0 0 6 0,0-46-5 0,-7 39-4 0,1 1 1 16,-6 2 6-16,1 1-2 16,1 3-4-16,-2 0 2 15,1 3-3-15,1 8 1 16,-1 2-2-16,5 4 0 16,-1 3 0-16,3 0 2 0,4 1-2 15,0 1 2-15,2-4-1 16,7 1 1-16,4-3 1 15,5-5-2-15,-1-2 7 16,6-3 6-16,-1-3 4 16,1-3-3-16,-1 0-7 0,0 0 4 15,-1-7-2-15,-2-4-2 16,-2-2 1-16,-2-3-1 16,1-4 1-16,-8-1-2 15,-1-5 3-15,-4 1-5 16,-3-3 0-16,-3 3 0 0,-6 0-4 15,-6 3 1-15,-3 4-1 16,-3 8-2-16,-3 7-12 16,-5 3-17-16,-2 10-42 15,-2 8-25-15</inkml:trace>
  <inkml:trace contextRef="#ctx0" brushRef="#br0" timeOffset="164307.07">2919 6138 151 0,'0'0'0'0,"0"0"16"0,0 0 2 15,0 0-15-15,0 0-3 16,0 0 3-16,0 0 2 16,-40 33-3-16,28-12-2 0,4 0 0 15,1 5-2-15,5-1 4 16,2-1-5-16,0-4 1 15,2-1 2-15,5-4-2 16,4-3 1-16,1-4 2 16,3-5 10-16,1-3 1 15,1 0 0-15,2-4 7 16,3-10-8-16,-3-2 2 0,2-4-3 16,-4-3-4-16,-1-2 2 15,-5-2 1-15,-3 1-4 16,-4-1 3-16,-4-1-3 15,0 2-2-15,-2 4 1 16,-12 3-1-16,-1 8-8 0,-6 7-9 16,-6 4-9-16,0 12-16 15,-4 8-32-15,-2 3-29 16</inkml:trace>
  <inkml:trace contextRef="#ctx0" brushRef="#br0" timeOffset="164889.35">2997 7007 140 0,'0'0'9'0,"0"0"-1"0,-36 21-4 0,19-4-3 16,-1 3 3-16,-3 6 1 15,0 4 4-15,3 2-1 16,2 3 0-16,4-1-4 16,2-2-1-16,5-3-2 15,5-4 1-15,0-5-3 16,3-4-1-16,9-6 0 15,5-6 1-15,2-4 4 0,4 0 5 16,-1-9 5-16,3-6-1 16,0-4 1-16,-5-5-6 15,2-3-1-15,-7-1 1 16,-3-1 2-16,-5 0-2 0,-3 0 5 16,-4 1-4-16,0 2-4 15,-9 2 2-15,-5 4-4 16,-1 7-8-16,-7 4-13 15,2 7-9-15,-3 2-20 16,-1 0-38-16</inkml:trace>
  <inkml:trace contextRef="#ctx0" brushRef="#br0" timeOffset="165551.31">4171 4367 217 0,'0'0'5'0,"0"0"-4"0,0 0-2 15,-43 35 1-15,32-12-3 16,3 4 1-16,0 2 2 15,8 0 0-15,0 1 0 0,8-1-4 16,7-5-1-16,5-4 2 16,2-6 4-16,-1-6 12 15,5-8-1-15,-3 0 1 16,-2-4 4-16,2-9-6 16,-6-5-2-16,-3-5-1 0,-3 0 0 15,-5-2 1-15,-4-1-3 16,-2 0 0-16,0 2-3 15,-10 2 1-15,-1 2-3 16,-2 4-4-16,-1 6-4 16,-3 7-14-16,-3 3-10 0,-1 9-40 15,-4 7-35-15</inkml:trace>
  <inkml:trace contextRef="#ctx0" brushRef="#br0" timeOffset="166021.07">4283 5415 37 0,'0'0'12'0,"0"0"18"0,-47 2-7 0,31 9-9 0,3 3-3 16,3 3 3-16,4 1-6 15,3 1-5-15,3-1-1 0,0-1-1 16,5-1 5-16,4-5-2 15,2-2 4-15,0-2 8 16,5-7 6-16,-2 0-1 16,6 0 0-16,0-11-4 15,0-5-6-15,0-2-2 16,-3-4-1-16,-2-5 0 0,-3 0 1 16,-4-2-1-16,-6 0-1 15,-2 2-2-15,-2 3-1 16,-10 7-2-16,-3 7-4 15,-6 10-19-15,-3 7-19 16,-7 11-36-16,-1 5-40 0</inkml:trace>
  <inkml:trace contextRef="#ctx0" brushRef="#br0" timeOffset="166470.59">4301 6199 104 0,'0'0'9'0,"0"0"23"16,-44 24-14-16,32-7-13 16,-1 2-1-16,3 2-2 0,2-1 0 15,7 3-1-15,1-4 1 16,0-2-3-16,5-4 0 16,9-4 6-16,-1-5 0 15,5-3 6-15,1-1 6 0,2-3 0 16,1-9 0-16,0-3-4 15,-1-3-1-15,-3-3-3 16,-3 0 0-16,-6-1-2 16,-5 2 1-16,-4 1 0 15,0 1 0-15,-11 1-4 0,-6 6-4 16,-4 7-19-16,-6 4-10 16,-1 0-19-16,0 8-23 15,-1-1-10-15</inkml:trace>
  <inkml:trace contextRef="#ctx0" brushRef="#br0" timeOffset="167081.84">5465 4750 186 0,'0'0'-21'0,"0"0"26"0,0 0-4 0,0 0-1 16,-47 37 1-16,36-18 3 15,-3 3 2-15,1 5 2 16,1-1-2-16,6 1-1 0,4-3 0 16,2-1-2-16,0-5 0 15,6-5-3-15,6-4 4 16,1-5 12-16,3-4-1 16,-1 0 5-16,2-7-5 15,0-6-5-15,1-6-3 0,-5-2-1 16,-1 0-1-16,-4-2 0 15,-3-1 0-15,-5 3-1 16,0-2-1-16,0 5 1 16,-5 1-3-16,-3 2-2 15,-2 8-5-15,-1 4-3 0,-2 3-13 16,-3 7-20-16,-2 9-48 16,-1 1-32-16</inkml:trace>
  <inkml:trace contextRef="#ctx0" brushRef="#br0" timeOffset="167531.39">5452 5558 91 0,'0'0'8'0,"0"0"13"0,0 0-12 15,0 0-3-15,0 0 4 16,-34 42 4-16,26-25-1 0,1 1 1 16,0 1 4-16,4-1-5 15,3-2-2-15,0-1-4 16,0-3-4-16,0-4-2 16,5-3 4-16,4-4 8 0,2-1-3 15,-4 0 1-15,4-2 3 16,0-8-7-16,-4-1-2 15,-1-2-2-15,-6 1 1 16,0 1 0-16,-11-2-25 16,-14 0-70-16</inkml:trace>
  <inkml:trace contextRef="#ctx0" brushRef="#br0" timeOffset="168941.27">1755 4012 123 0,'0'0'24'0,"0"0"-14"0,0 0-2 0,0 0-5 16,47-26-6-16,-23 19 8 16,5-3-2-16,5 2-2 15,6 0 0-15,2 1-1 0,6 0 1 16,2 2-1-16,7-2 0 15,1 0 0-15,4-1 1 16,1 1-1-16,2-2 0 16,0 1 0-16,1-1 0 0,-2 1-7 15,-9 4-6-15,-5 1-20 16,-11 1-12-16</inkml:trace>
  <inkml:trace contextRef="#ctx0" brushRef="#br0" timeOffset="169416.35">1795 4243 111 0,'0'0'-8'0,"70"-3"7"0,-32 3 1 0,10 12 1 0,2 5-1 16,3 6 3-16,1 4 0 15,1 2 0-15,1 4 0 16,-2 4-3-16,0 4 2 15,-3 3 0-15,3 3-1 16,-5 3 2-16,0 4-1 0,-4 1-6 16,-5-1-7-16,-9-3-27 15</inkml:trace>
  <inkml:trace contextRef="#ctx0" brushRef="#br0" timeOffset="170299.88">2969 3817 100 0,'0'0'-17'0,"55"28"19"0,-24-9 7 0,6 4 0 16,3 1-1-16,4 0 2 0,6 3 1 16,3 3-4-16,1 3 2 15,2 3-4-15,0 8 0 16,-3 6-2-16,-2 2-1 15,-1 5 1-15,-8 3 2 16,-3 3-8-16,-6 2-12 16,-11-4-11-16,-6 2 5 0,-8-5-12 15,-8-7-25-15</inkml:trace>
  <inkml:trace contextRef="#ctx0" brushRef="#br0" timeOffset="170805.04">1986 5228 171 0,'42'-26'-6'0,"11"-4"6"0,8-3 3 15,8-2 0-15,4-5-2 16,8 0 0-16,4-4-1 0,-1-1 1 16,6-1-2-16,1 2-4 15,-1 2-31-15,-7 3-23 16</inkml:trace>
  <inkml:trace contextRef="#ctx0" brushRef="#br0" timeOffset="171225.07">1853 6372 113 0,'0'0'-14'16,"0"0"26"-16,0 0-1 16,0 0-7-16,25-44-7 0,4 4 13 15,13-15-2-15,12-13-4 16,13-12 1-16,11-8-3 16,10-7 0-16,5-4-5 15,1 1-36-15,-4 3-69 0</inkml:trace>
  <inkml:trace contextRef="#ctx0" brushRef="#br0" timeOffset="171531.57">2228 7021 196 0,'34'-44'4'0,"7"-13"-3"0,13-7 8 16,12-8-5-16,5-6-1 15,12-6-2-15,5-2 0 16,3-1-1-16,-4 2-7 16,-2-3-72-16</inkml:trace>
  <inkml:trace contextRef="#ctx0" brushRef="#br0" timeOffset="171837.76">3292 4425 133 0,'0'0'-1'0,"68"61"8"15,-19-12 15-15,9 10 1 16,9 8-6-16,6 4-4 16,8 4-5-16,9-4-5 0,4-4 1 15,4-7-2-15,2-8-2 16,3-7-15-16,-2-12-18 16,-10-9 0-16,-8-5-16 15</inkml:trace>
  <inkml:trace contextRef="#ctx0" brushRef="#br0" timeOffset="172259.23">2890 5581 237 0,'42'0'-15'0,"8"-7"19"0,15-4 2 0,20-2 3 0,7-3-5 0,12-1 0 16,10-1 0-16,5-2-2 15,2 0 1-15,0-3 0 16,1 3 0-16,-6-1-6 15,-8 1-30-15,-6-1-60 16</inkml:trace>
  <inkml:trace contextRef="#ctx0" brushRef="#br0" timeOffset="172507.63">5032 4790 282 0,'0'0'-39'0,"4"57"34"16,7-19 18-16,5 9-3 16,2 10-7-16,8 3 2 15,3 4 0-15,3 2-3 16,-3 0 0-16,-2 2-8 15,-8-3-29-15,-7 2-48 16</inkml:trace>
  <inkml:trace contextRef="#ctx0" brushRef="#br0" timeOffset="172827.56">3362 6864 321 0,'0'0'-1'0,"9"-54"-8"15,22 12 6-15,14-6 0 0,11-7 8 16,9-8-7-16,10-5 6 16,8 1-3-16,4-1-2 15,5 1 1-15,6 3 1 16,2 2-2-16,-2 3-39 16,-5 0-107-16</inkml:trace>
  <inkml:trace contextRef="#ctx0" brushRef="#br0" timeOffset="173069.06">5107 5117 211 0,'0'0'14'0,"0"0"-4"16,14-43-5-16,-5 36 2 0,-1 7-6 15,1 0-2-15,1 10-1 16,-4 13-2-16,-3 11 0 16,-3 11 6-16,0 15-6 15,-3 8 17-15,-11 9-29 16,-3 2-34-16,-6-1-31 16</inkml:trace>
  <inkml:trace contextRef="#ctx0" brushRef="#br0" timeOffset="173289.36">4603 5668 295 0,'0'0'12'0,"0"0"-28"15,0 0 13-15,64 21-2 16,-21-14-2-16,13-7 3 16,6 0-26-16,5-17-85 15</inkml:trace>
  <inkml:trace contextRef="#ctx0" brushRef="#br0" timeOffset="175135.28">304 8693 106 0,'0'0'-10'0,"0"0"13"0,0 0 8 0,0 0 0 16,0 0-4-16,0 0 3 15,0 0-4-15,0 0 2 16,0 0-3-16,0 0 4 15,-31-37-5-15,31 30-1 0,7-2-4 16,1 2 7-16,4 2-12 16,-3-1 12-16,3 4-5 15,0 0 0-15,-1 2-1 16,-1 0 0-16,-2 0 0 16,-1 4 0-16,-3 6 0 0,1 3-2 15,-5 2 2-15,0 1-1 16,0 4 6-16,-3-2-5 15,-3 1 2-15,-1-2-1 16,1-3-1-16,-2-3 1 0,4-3-1 16,2-2 0-16,-2-3 0 15,4-1 0-15,0-2 0 16,0 0 1-16,0 0-1 16,0 0 1-16,0 0 0 15,0-6-2-15,2-4 1 0,0-1 0 16,2-2 1-16,2-1 0 15,-2-2-1-15,2-1-1 16,1 0 0-16,-1-1 0 16,2 0-4-16,-2 1 1 15,1 2-2-15,-1 1-1 16,-1 2 1-16,-3 1 0 0,3 5 1 16,-3 2 4-16,-2 1 0 15,0 0 1-15,1 3-1 16,0 0-3-16,-1 0 2 15,0 3 2-15,0 6-3 0,0 2 3 16,0 7 0-16,0-2 2 16,-1 1 0-16,0 3 2 15,-1-3-3-15,2 0 2 16,0-3-2-16,0-1 0 16,0 0-1-16,2-2 0 0,3-2-1 15,3-1 0-15,1-2-1 16,1-2 4-16,3-2-4 15,-2-2-19-15,0 0-30 16</inkml:trace>
  <inkml:trace contextRef="#ctx0" brushRef="#br0" timeOffset="175446.93">544 8687 84 0,'0'0'4'0,"0"0"-5"16,0 0 2-16,0 0 6 15,0 0-2-15,0 0 1 0,0 0-1 16,0 47-1-16,0-33-2 15,0-1 0-15,2 1 0 16,-2-1-1-16,0 0 0 16,0-2 0-16,0 1 0 0,0-1-1 15,0-1 1-15,0 1-2 16,0-4-18-16,0-1-64 16</inkml:trace>
  <inkml:trace contextRef="#ctx0" brushRef="#br0" timeOffset="176487.93">657 8742 45 0,'0'0'3'0,"0"0"7"0,0 0-2 0,0 0-8 16,0 0 4-16,3-39-8 15,2 30 11-15,1 2-1 0,0 1-3 16,1 1 0-16,1 1 0 16,0 1-2-16,1 1 1 15,-1 0-2-15,2 2 1 16,-4 0-1-16,3 0 2 15,-4 0-1-15,0 4 0 16,-1 1 2-16,-2 1-3 0,-2 1 1 16,0 0 6-16,0 2-2 15,0-1 2-15,0 2-3 16,0 0-2-16,-4 3 1 16,-3-3-1-16,0 3 1 15,3-4 0-15,-3 0 1 0,3-2 2 16,-4 1-2-16,2-4-2 15,1 3 1-15,-1-3 1 16,-1 2-1-16,0-2 0 16,1 0-2-16,1-1 0 15,-1 1 2-15,2-2-2 0,1-1-1 16,-2-1 3-16,1 0 5 16,1 0 0-16,1 0-3 15,-2 0-2-15,2 0-2 16,-2 0-1-16,3 0 1 0,-1 0-1 15,0 0 0-15,0 0 1 16,2 0-2-16,0 0 0 16,0 0 2-16,0 0 2 15,0 0-2-15,0-3-3 16,0-1 5-16,0 3-2 16,0-2-1-16,2 0 0 0,2 0 0 15,-3 2 0-15,1-2 0 16,2-1-1-16,-2 1 2 15,0 0-5-15,-2 1 6 16,2 0-1-16,-1 2-1 16,1 0 1-16,-2 0-1 0,0 0-2 15,2 0 2-15,0 0-1 16,3 0 1-16,0 0-1 16,-1 0 0-16,0 0 0 15,-2 7-1-15,3-3-1 16,-1 3 1-16,-2-1 1 0,2 2 1 15,0-2 0-15,2 1-1 16,-2 0 2-16,-1-2 0 16,1 0 2-16,2-2-1 15,0 0-1-15,0 1-1 16,3-4 3-16,3 0-1 0,5 0 5 16,3-4-2-16,8-7-4 15,5-5 9-15,0-4-18 16,1-6-126-16</inkml:trace>
  <inkml:trace contextRef="#ctx0" brushRef="#br0" timeOffset="177613.78">16233 11081 199 0,'0'0'1'0,"0"0"9"0,0 0-9 0,0 0 0 16,35-25-1-16,-20 15 2 15,2-2 1-15,1-1 2 0,-1-1-3 16,-1 1-2-16,0 0 0 15,0 0-9-15,-2 3-3 16,-1 3 8-16,-5 2 3 16,2 2 1-16,-1 0 3 15,0 3 1-15,4 0 0 0,1 0-1 16,6 0-1-16,3 0 0 16,7 1-1-16,9 1-1 15,5-2 0-15,9 0 1 16,6 0-1-16,4 0 0 15,5 0 6-15,4-2-3 0,2-2 1 16,0-2-1-16,2 1-1 16,-2 0-1-16,-1 1 0 15,-3-2 0-15,-3 2 0 16,-7 0-1-16,-9 1 0 16,-8 2 2-16,-12-1-2 15,-12 2-4-15,-9 0-20 0,-10 0-29 16,-9 0-41-16</inkml:trace>
  <inkml:trace contextRef="#ctx0" brushRef="#br0" timeOffset="177904.34">16596 11054 218 0,'0'0'-41'0,"0"0"67"0,0 0-4 0,0 0-16 0,51-3-3 15,-9-2 3-15,8-3-1 16,8-1 0-16,2 3-2 16,7-2 1-16,0 4-2 0,0-2 0 15,-2 5 1-15,0 1-3 16,-1 0 1-16,-5 0 0 15,-3 7 0-15,0 3-2 16,-8 0-16-16,-5 1-41 16,-11-4-52-16</inkml:trace>
  <inkml:trace contextRef="#ctx0" brushRef="#br0" timeOffset="180885.3">18846 9940 73 0,'0'0'4'0,"0"0"11"0,0 0-1 0,0 0-4 0,0 0-2 16,0 0 0-16,0 0-1 16,0 0 0-16,0 0-5 0,0 0-2 15,0 0-1-15,0 0-8 16,0 0 5-16,0 0 2 15,-11-3-3-15,11 6 2 16,2-3-2-16,3 3 0 16,3-2 4-16,-2-1 3 15,5 0 0-15,1 0 1 0,3 0 2 16,2 0 2-16,7 0-2 16,3 0-1-16,1 0-1 15,4-4-1-15,2 4-1 16,0-3 0-16,1 2 0 15,-2-1 0-15,3 1 0 0,1 1 0 16,0 0-1-16,1 0 0 16,2-1 1-16,2 1 0 15,0-1 0-15,5 1 1 16,0 0-2-16,1 0 1 16,3-2-1-16,1 1 1 0,0 1-1 15,-5-2 0-15,2 0-1 16,-5-1 2-16,0 1 2 15,-2 0 3-15,1 1 2 16,2-2-2-16,0 3-5 0,-1-2 0 16,2 1 1-16,3-2-1 15,-2 3-1-15,4-3 1 16,3 2 0-16,-3 0-1 16,1-1 1-16,0 2-1 15,1 0 1-15,0 0 0 16,-1 0-1-16,-2 0-7 0,1 2-12 15,-2 0-15-15,-3 0-14 16</inkml:trace>
  <inkml:trace contextRef="#ctx0" brushRef="#br0" timeOffset="182843.53">18813 10008 129 0,'-12'0'-18'0,"-1"0"34"0,2 0 8 0,-1 0-10 0,2 0-8 16,0 0-4-16,2 0-1 15,-1 0 0-15,4-1 0 16,-4 1-1-16,1-2 1 15,0 2-1-15,-3-4 0 0,-2 2 1 16,-2-2-1-16,-2-1 0 16,-4 0 1-16,-2-2-1 15,-4-1 0-15,0-1 0 16,-4 1 1-16,-1-5-1 16,1 2 0-16,-3-2 0 0,2-3 2 15,2-1 5-15,-1-3 12 16,4-1-4-16,2-5-2 15,4 2-4-15,3-6-1 16,4 1 0-16,1-1-3 16,2-3-4-16,4 0 1 0,0-1-1 15,3-3 0-15,1 0-1 16,3-2 0-16,0-1 1 16,0 0-1-16,6-1 0 15,6 3 2-15,2 1-4 0,2 1 2 16,3 2-1-16,0 3 1 15,0 1-1-15,1 0 0 16,-1 3 2-16,5-1-1 16,-4 1-1-16,5 1 0 15,1 1 1-15,5 2-1 16,3 3 0-16,4 0 0 0,1 2 0 16,5 2-2-16,1 1 3 15,6 2 0-15,1 0-2 16,5 2 2-16,4 2 0 15,1-2 0-15,1 2 0 16,4 1 0-16,0 1-2 0,2-1 2 16,1-1-1-16,0 0-1 15,4-2 1-15,4-2 0 16,3 0-1-16,0-4 2 16,4 4-1-16,3-4 1 15,4 2 0-15,-1 0-1 0,0-1 2 16,3 1 0-16,3-1-1 15,-1 2 1-15,0-3-1 16,0 3 1-16,-2 1-1 16,-3-1 0-16,-3 1 0 15,-1 2-1-15,2 0 1 0,-4 1 0 16,2 1 0-16,2 3-1 16,-3-1 2-16,-1 3-1 15,-5 1 0-15,-2 1 0 16,-4 1 0-16,-4 1 0 15,-4 0 0-15,-4 0 0 16,-3 1 1-16,-4 8-2 0,-5 0 1 16,0 2 0-16,-4 2 0 15,-3 4 0-15,0-1 0 16,0 4 0-16,-4 1-1 16,-3 1 1-16,-2 0 0 0,-2 3-1 15,-4-2 0-15,-1 3 1 16,-1-1-1-16,-6 1-1 15,3-1 2-15,-1 1-1 16,-2 1 1-16,0 1 0 16,-3 2 1-16,-3 1-2 15,-3 5 2-15,-3-2-1 0,-7 4 2 16,-1-1-2-16,0 0 1 16,-11 2-1-16,0-1 1 15,-5 0-1-15,3 1 0 16,-5 0 1-16,1 0-1 15,-2-1 0-15,2-1 0 0,-2-3 0 16,-5 0 0-16,-1-3 0 16,-4-1 1-16,-3-3 0 15,-7-1 1-15,-3 1 1 16,-6 1-2-16,-3 3 3 16,-5-1-2-16,-7 3-1 0,-3-2 1 15,-3 0 0-15,-1-2-2 16,-4-3 2-16,-5-2-2 15,-3-3 3-15,-2-3-2 16,-6-2 0-16,-6 1-2 16,-9-3 4-16,-1 2-2 0,-8-2 0 15,-10 2 1-15,-8 2-1 16,-10 0 0-16,-10 5 0 16,-13 4-5-16,-16 2-21 15,-11-4-59-15</inkml:trace>
  <inkml:trace contextRef="#ctx0" brushRef="#br0" timeOffset="183605.63">17650 9225 99 0,'0'1'11'0,"2"-1"-13"0,-2 1-4 0,1-1 7 15,0 2-1-15,1-2 1 0,-1 0-1 16,4 0 11-16,0 0 25 16,1-5-14-16,3-5-5 15,7 0-2-15,8-2-3 16,6-4-3-16,10-3-4 16,10-1-4-16,8-4 1 0,7-1-5 15,7-5-42-15,-3-4-39 16</inkml:trace>
  <inkml:trace contextRef="#ctx0" brushRef="#br0" timeOffset="184658.39">18973 9728 10 0,'0'0'5'0,"0"0"29"0,0 0-4 0,0 0-2 16,0 0 5-16,0 0 1 16,0 0-3-16,0 0-5 0,0 0-6 15,0 0-6-15,0 0-5 16,0 0-2-16,0 0-3 16,0 0 1-16,-15-21-4 15,15 21 0-15,0 0-1 16,0 0 1-16,0 0-1 15,0 0-1-15,0 0-1 0,0 0-4 16,0 0-13-16,0 0-27 16,2 0-37-16</inkml:trace>
  <inkml:trace contextRef="#ctx0" brushRef="#br0" timeOffset="186075.49">16278 9832 41 0,'0'0'-4'0,"0"0"2"0,0 0-2 0,0 0-5 15,0 0 9-15,0 0-1 0,0 0 9 16,0 0 19-16,0 0-8 15,0 0-3-15,0 0-7 16,36-33-5-16,-34 31-2 16,0 0-2-16,-2-1 0 15,0 1 1-15,0 1 0 16,0-3-1-16,0 1 0 0,0-1 1 16,0 1 0-16,-2 0 0 15,2-2 2-15,-2-1-1 16,0 2 1-16,0-2-2 15,0-1 0-15,0 1 1 16,1-1 2-16,-6 0 4 0,1 0 2 16,1 0-4-16,-3 0-2 15,-2-2 0-15,1 2-2 16,-2 3 0-16,-2 0 1 16,0-1-2-16,-1 1 3 0,2 1-2 15,0 2 2-15,-1-2 2 16,2 3-4-16,1 0-1 15,-2 0 0-15,-1 0-1 16,0 4 1-16,1 1-2 16,0 3 1-16,0-1 0 15,1 3-2-15,-3 3 0 0,1 1-1 16,-1 4 3-16,1 1 0 16,0 2-1-16,1 3 1 15,0-2-1-15,3 1 1 16,1-1-1-16,-1 1-1 15,3-2 1-15,-2 2 0 0,-2 0 0 16,3 0 2-16,-1 1-1 16,0 1 0-16,1-2 2 15,3 2-2-15,0-2 0 16,0 1 0-16,2 2 0 16,2-2 0-16,0 0 0 0,0-2 0 15,2-1 0-15,4-1 0 16,1-5 1-16,2 2-1 15,-1-4 0-15,0 1-1 16,2-1 2-16,-1 1-1 16,-1-1 0-16,2-3 0 0,-2 0-1 15,1-3-1-15,-3 0 2 16,3-3 0-16,0 2 0 16,-3-3 2-16,3 0-1 15,-2-2 1-15,2 1 3 16,-2 0-1-16,-1 0-2 0,0-2 0 15,-1 1-1-15,-1-1 2 16,0 2-3-16,0 0 3 16,-2 0-2-16,-2 1 1 15,2 0 1-15,-2 1-4 16,0-1-15-16,0 1-20 0,-7-1-16 16</inkml:trace>
  <inkml:trace contextRef="#ctx0" brushRef="#br0" timeOffset="186481.3">15825 10360 42 0,'0'0'8'0,"0"0"-6"0,0 0 9 0,0 0 2 16,0 0-1-16,0 0-3 15,40 27-4-15,-27-18-3 16,-2-1 0-16,2-1 0 15,1 1 0-15,-1-3 0 0,1-1 0 16,-3-3-1-16,1-1 5 16,-1 0 2-16,-1 0 5 15,-3-1 7-15,2-7 0 16,-3-2-4-16,1-3-1 16,0-2-7-16,1-2-6 0,4-5-1 15,-3-2-24-15,-1-8-70 16</inkml:trace>
  <inkml:trace contextRef="#ctx0" brushRef="#br0" timeOffset="189973.1">635 9231 44 0,'0'-9'2'0,"0"1"0"0,0 1 4 0,0 0 3 15,5-1-1-15,1 2-3 16,-2-1 1-16,3 0-2 0,-2 2-2 16,4 0 0-16,-3 0-1 15,3 0 0-15,5 0-1 16,-1 0 0-16,3 0 0 15,1-3 0-15,2 1 0 16,1-2 2-16,2-1-2 0,0-1 1 16,1-2 1-16,2-1 0 15,-3 4-1-15,2-1 0 16,-3 2 1-16,-4 1-2 16,1 3-4-16,-9 4-19 15,1 1-29-15</inkml:trace>
  <inkml:trace contextRef="#ctx0" brushRef="#br0" timeOffset="196935.12">568 9229 14 0,'11'4'2'0,"2"0"5"0,3-3-1 16,2 1-2-16,2 0 0 0,3-1-1 15,0-1 5-15,2 0 1 16,2-5 0-16,0-6 3 16,0 0 4-16,2-5-8 15,0-1 1-15,1-3 4 16,1-1-1-16,-2-3-4 15,-2-2-1-15,2-1 2 0,-2 0-2 16,-5-3 1-16,2-1-1 16,-5 1 0-16,-2 0 2 15,-3 0-1-15,-3-1 1 16,-1-3-1-16,-2 2 0 16,-2-4-3-16,-3 3-1 0,-3-1 0 15,0-1 0-15,0 1 1 16,-2 0-2-16,-3 1-1 15,-2 1-1-15,-4 1 1 16,0 0 1-16,-3 0-3 16,-3 1 1-16,-4 2-1 0,-5-1 1 15,1 4-3-15,-4 1 5 16,-1 2-1-16,-1 2 3 16,0 3-5-16,-2 3 1 15,1-3-1-15,-1 6 3 16,-1-2-3-16,-1 0 2 0,-1 3-2 15,3 0 1-15,1 2 0 16,1 2-1-16,2 2-2 16,-2 1 1-16,2 3 0 15,-1 0-1-15,1 0-3 16,0 7 10-16,-2 3-4 0,2 0-1 16,0 1-2-16,0 5 5 15,2-2-6-15,0 3 7 16,3 2-4-16,1 0-1 15,1 1 2-15,4 0-3 16,0 2 3-16,2-2-1 0,5 0-1 16,0-1 1-16,2 1-1 15,2-2 0-15,1 2 0 16,1 2-1-16,1-1 1 16,-2 2 1-16,0 1 0 15,2 4 0-15,-2-2-1 16,3 1 1-16,-1 0-1 0,2 1-1 15,0-2 0-15,2 2 1 16,0-1 1-16,0-1-3 16,0-1 1-16,4-1 2 15,2 1 0-15,-1-2-1 16,1 2 1-16,2 2-2 0,0 0 1 16,-1 1-2-16,1 1 1 15,4-1 0-15,-3 1 2 16,2-1-1-16,-1-4-1 15,0-1 1-15,1 0-1 0,1-4 1 16,-1-1-3-16,1-3-1 16,3 2 1-16,-2-4 2 15,1 0 1-15,1-2-3 16,3-1 9-16,2-1-5 16,0-4 1-16,0-1 1 15,1-1 0-15,0-3 2 0,-2 0-3 16,1 0 1-16,-3-4 0 15,2-2 0-15,-2-1 0 16,1-3 3-16,0 2-4 16,2-1 4-16,-2-2 1 15,0-2-20-15,-2-4-61 0,-3-4-31 16</inkml:trace>
  <inkml:trace contextRef="#ctx0" brushRef="#br0" timeOffset="197540.42">459 8224 42 0,'0'0'17'0,"0"0"-12"0,0 0 0 16,0 0-7-16,0 3 2 0,0 1-1 16,0 3 5-16,0-1 1 15,0 1 3-15,-1 0 1 16,1-1-2-16,0 0 0 16,0-2-4-16,0-3-2 15,0-1-1-15,5 0 4 16,9-7 20-16,5-11 18 0,10-8-21 15,19-12-10-15,10-6-7 16,17-12-3-16,17-9 5 16,11-9-23-16,7-10-126 15</inkml:trace>
  <inkml:trace contextRef="#ctx0" brushRef="#br0" timeOffset="199088.07">16707 10961 44 0,'0'0'17'0,"0"0"11"0,-49 4-8 0,38-4-5 0,2 0-6 16,4 0-5-16,0 0-2 16,2 0-1-16,1 0 1 15,1-1 2-15,-1-3 5 16,0 1 1-16,0 0 1 15,1 2 1-15,0-1 3 0,1 1-2 16,0 1-6-16,0 0-4 16,0 0-3-16,0 0-8 15,0 0 1-15,0 0 4 16,8 0 6-16,3 0-4 16,9 0 1-16,7 0 3 15,7 0-1-15,8 0 1 0,8 0 1 16,6-1-2-16,4-2-1 15,3 0 0-15,0-2 0 16,1 3 0-16,0 0 0 16,-1 1-1-16,-6 1 0 0,-1 0 2 15,-4 0-2-15,-7 0 0 16,-6 2 0-16,-9 3 1 16,-7-1 1-16,-10 0-1 15,-10 2-1-15,-3-2-6 16,-14 3-23-16,-13-1 30 15,-10 1-9-15,-8 0-10 0,-6 0 8 16,-4 0 7-16,-1-1 2 16,0 0 3-16,3-2-2 15,6 2 0-15,2-2 2 16,8-1 0-16,9-2 1 16,8-1 3-16,7 0 0 0,7 0 2 15,6 0 8-15,0 0-6 16,18 0 1-16,6-1-11 15,12-8 2-15,6 2 1 16,10-3 0-16,8 0-2 16,1-1 1-16,5 4 0 0,0 0 0 15,0 1-1-15,-6 3 0 16,-5 0 0-16,-7 2-1 16,-9 1 2-16,-8 0-1 15,-12 0 0-15,-4 0 2 16,-5 0 0-16,-6 0 0 0,-2 0-2 15,-1 0 1-15,-1 0-2 16,0 0 0-16,0 0 0 16,0 0 0-16,0 0 1 15,0 0 3-15,0 0 1 16,-1 0 2-16,-4 0-5 0,0 0-1 16,0 0 1-16,1 0 0 15,-1 0-1-15,1 0-1 16,2 0 2-16,0 0-2 15,2 0-2-15,0 0 2 16,0 0-3-16,0 0 0 16,0 0 1-16,0 0 0 0,0 0 2 15,0 0 1-15,0 0-1 16,0 0 1-16,0 0-1 16,0 0 0-16,0 0-1 15,0 0 2-15,0 0 1 0,0 0 1 16,0 0-1-16,2 0 3 15,0 0-2-15,-1 0-2 16,2 0 0-16,-3 0-1 16,2 0 2-16,3 0-2 15,2 0 0-15,1 0 1 16,5 0-4-16,2 0-14 0,5 3-21 16,-2 0-24-16,2-2-32 15</inkml:trace>
  <inkml:trace contextRef="#ctx0" brushRef="#br0" timeOffset="200569.32">5076 4954 46 0,'0'0'-8'0,"0"0"16"0,0 0 5 0,0 0-6 0,0 0-3 16,-42-16 0-16,37 12-2 16,0-1 0-16,1 1 1 0,-3 1-2 15,1 2-1-15,-1-2 0 16,2 2-4-16,-1-2 3 16,1 1 0-16,1-1 1 15,0-1-2-15,1-2 3 16,1 2 6-16,-1-2 1 0,3 2 5 15,-2 1 3-15,2 0 1 16,0 3-1-16,0 0-2 16,0 0-13-16,0 0-6 15,0 9 4-15,0 3 3 16,2 4-2-16,6 4-1 0,3 3 1 16,2 3-1-16,3 2 1 15,2 1-1-15,2 0-2 16,2 2 4-16,-1-1-2 15,2-1-2-15,4 2 1 16,-2 0 0-16,0-1 1 16,2 1-1-16,-5 0-1 0,2-2 0 15,-1-2 0-15,-2-3 2 16,-2 1-1-16,1-4 2 16,-4-2 2-16,0-2-1 15,-4-1 1-15,1 0 0 16,-3-5 2-16,-6 0-1 0,1-2 2 15,0 0 2-15,-3-1-2 16,-2-1 1-16,0 0-1 16,0 0 0-16,0 3-1 15,0 0-3-15,-2 1-23 16,-8 3-21-16,-4-2-30 0</inkml:trace>
  <inkml:trace contextRef="#ctx0" brushRef="#br0" timeOffset="201472.33">5097 5607 6 0,'2'-3'14'0,"-2"-1"11"0,0 2-8 16,2-1-2-16,-2 2-2 15,2 0-4-15,2 0-8 16,-2 1-1-16,3 0 0 16,1 0-1-16,4 0 1 0,-3 1-3 15,3 4-2-15,0 1 1 16,3 1 5-16,0 2-1 15,1-1 2-15,-1 2-1 16,5-3-1-16,-1 2 1 0,-1-2-1 16,3 0 2-16,1 0 0 15,0-3 1-15,0 2-1 16,0-3 0-16,0-2-2 16,-5-1 3-16,2 0-1 15,-2 0 0-15,-2-3 1 16,-2-4 4-16,-2-1 8 0,1-4 13 15,-4 1-2-15,-2-5-9 16,1 1-5-16,-1-2-1 16,-4-1-1-16,2 1-1 15,-1-4-2-15,1 2 0 16,0 1-3-16,3-1-1 0,1 2-2 16,7 1 0-16,-1-1-33 15,-3-3-90-15</inkml:trace>
  <inkml:trace contextRef="#ctx0" brushRef="#br0" timeOffset="203450.41">7523 7399 62 0,'-6'-6'-2'0,"3"2"3"0,-1 1-1 0,-2 2-7 15,3-2 3 1,-1 3 5-16,-1-3 6 0,1 2 1 16,1-1 5-16,-1 1 8 15,0-2-8-15,-1 3-1 16,1-1 0-16,-3 1-7 15,2 0-1-15,-1 0-2 0,1 0-1 16,-1 0 0-16,-4 0 1 16,3 4 3-16,1-1-2 15,-2 2 2-15,0 1-3 16,0 3-1-16,3 1-1 16,-3 0 0-16,3 1 0 0,0 3-1 15,0 0 1-15,4-1-2 16,1 0-3-16,0 3 0 15,4-1 5-15,5 1 0 16,0-1 0-16,2 1 0 0,0 0 0 16,4-3 0-16,2-1-1 15,0-2 1-15,1-3 3 16,0-1-1-16,2-5 0 16,-2-1 2-16,2 0 3 15,0-1 4-15,-1-9 6 16,-2-3 0-16,1-5 1 0,-7-5 0 15,-2 0-4-15,-2-4-4 16,-5-1-3-16,-2 1-1 16,0 0 6-16,0 2-11 15,-7 3 1-15,-2 5-1 16,3 1-17-16,-5 5-46 0,-3 1-69 16</inkml:trace>
  <inkml:trace contextRef="#ctx0" brushRef="#br0" timeOffset="204248.47">7501 8584 142 0,'0'0'-26'0,"0"0"23"0,0 0 9 0,0 0-10 16,-47 48 2-16,34-28 4 15,1 0 3-15,2 2-2 16,5 1 0-16,0-2-1 16,5 1 2-16,0-4-1 0,1 1 1 15,8-4-4-15,3-2-2 16,2-6 0-16,1 0 4 15,4-4 1-15,1-3 5 16,-3 0 7-16,6-13 12 16,-3-1-1-16,2-6-8 0,-4-4-4 15,0 0-1-15,-4-5 0 16,-6 1-2-16,-3 1-3 16,-3 1-3-16,-2 5-1 15,0 4-2-15,-11 6-1 0,-4 5-17 16,-8 6-72-1,-4 0-80-15</inkml:trace>
  <inkml:trace contextRef="#ctx0" brushRef="#br0" timeOffset="204881.36">7514 9762 27 0,'0'0'6'0,"-6"43"1"0,6-27 1 15,0-1-2-15,4-6 0 0,3-1-3 16,3-5 1-16,2-3 12 15,3 0 7-15,0-11 11 16,3-5-1-16,-1-5-3 16,1-3-9-16,-2-3-4 15,-3-2-3-15,-2 1-1 16,-7 0 0-16,-3 6-2 0,-1 1-4 16,-2 4-3-16,-7 6-2 15,-9 5-1-15,0 6-18 16,-5 4-37-16,-5 12-6 15,-1 5 6-15,-1 3-67 0</inkml:trace>
  <inkml:trace contextRef="#ctx0" brushRef="#br0" timeOffset="205350.36">7606 10367 97 0,'0'0'14'0,"0"0"-1"0,0 0-5 16,0 0-5-16,-13 44-3 15,13-31 0-15,0 0-1 16,0 0 2-16,4-2 0 16,5-4 2-16,0 0-2 0,4-4 1 15,3-3 3-15,2 0 9 16,-1 0 3-16,4-11 3 15,-1-5-5-15,-2-1 3 16,0-1 3-16,-5-5-4 16,-4 3-2-16,-4-2 0 0,-5 2 1 15,0 4-8-15,-7 0-5 16,-6 5-2-16,-3 4 3 16,-4 7-12-16,-3 0-22 15,-4 11-20-15,-4 5-17 16</inkml:trace>
  <inkml:trace contextRef="#ctx0" brushRef="#br0" timeOffset="205806.35">7579 11001 62 0,'0'0'2'0,"0"0"0"0,-9 48 2 0,9-32 2 0,0 0-4 15,0-1 5-15,0-4 2 0,9-4 4 16,-2-2-1-16,4-5 2 16,2 0 7-16,1 0 10 15,1-9-1-15,1-2-11 16,2-2-5-16,-2 0-1 15,-1-2-6-15,-3 0 1 0,-5 1 2 16,-1 3-1-16,-6 0-3 16,0 3-2-16,-2 5-6 15,-16 1-39-15,-4 2-84 16</inkml:trace>
  <inkml:trace contextRef="#ctx0" brushRef="#br0" timeOffset="208254.4">16225 9676 9 0,'0'0'2'0,"0"0"-1"0,0 0 8 16,0 0 23-16,0 0-6 0,0 0-10 15,0 0-4-15,0 0-8 16,0 0-3-16,0 0 0 16,2 0-2-16,-2 0 2 15,0 0-2-15,0-2 3 16,0 2-1-16,-2 0 0 16,1-2 4-16,0 1 7 0,1 1-1 15,0-1-5-15,-1 1-5 16,1 0 0-16,-2 0-3 15,-3 0 0-15,-1 0-2 16,1 0 0-16,-2 4 5 16,1 0-1-16,-3 0 5 0,-1 1-5 15,2 4-1-15,-3 0 3 16,0 0-2-16,2 5 0 16,0 0 0-16,-3 1-1 15,2 0 0-15,3 2 1 16,-5 2 1-16,1-1 1 0,0 2-1 15,-1 2-1-15,2 0 1 16,-1 1-1-16,0 1 0 16,2 3-1-16,2 1 1 15,0 1-1-15,1 1 0 16,3 1 0-16,-2-1 2 16,3 1-1-16,1-1 0 0,1-3-2 15,0-1 1-15,0-4-1 16,0-1 2-16,0-3 2 15,3-2-1-15,2-1-1 16,-2-1 2-16,1 0 0 0,1 0 0 16,-1-2-1-16,-1-1 1 15,0-1-2-15,2-1 1 16,-3 0 1-16,1-3-1 16,0 1 1-16,2-2-2 15,-2 0 3-15,2 1-1 0,-1-2 0 16,0 0 3-16,-2-1-33 15,-2-3-50-15</inkml:trace>
  <inkml:trace contextRef="#ctx0" brushRef="#br0" timeOffset="208943.33">15745 10357 89 0,'0'0'6'0,"0"0"8"0,0 0 3 0,0 0-8 15,0 0-3-15,0 0 2 16,0 0-2-16,0 0 4 15,0 0-13-15,0 0 0 0,0 0 1 16,0 0 0-16,0 0 1 16,15 17 1-16,-7-11 0 15,-2 3-1-15,3-1 1 16,1-1 1-16,1 2-1 16,-1-1 0-16,1-1 1 0,2-2-1 15,1-1 2-15,1-1-2 16,1 1 0-16,-1-2 1 15,3-1-1-15,-3-1 1 16,-1 0-1-16,1 0 0 16,-1 0 1-16,-3 0-1 0,0 0 1 15,-1-7-1-15,0 1 2 16,-3 0 3-16,2-5 4 16,0 1 1-16,-1-1 1 15,2-2-5-15,1-1 1 16,0-2-4-16,3 2-1 0,-1 0-1 15,3-3 1-15,0 1-2 16,0 2 3-16,0-3-3 16,1 3 1-16,0-2-1 15,0 5 0-15,0-1-6 16,3 0-22-16,-2-1-49 0</inkml:trace>
  <inkml:trace contextRef="#ctx0" brushRef="#br0" timeOffset="212339.62">16113 9767 61 0,'-1'-6'10'0,"1"3"4"0,0-2-7 16,0 0-4-16,0 1-1 16,0 0 0-16,0 0-2 0,-2 1 1 15,0 0 7-15,-2 1-2 16,1-1 0-16,-1 2-3 16,-1 1-3-16,0 0 2 15,1 0-2-15,-3 0 1 16,1 0-1-16,0 0 1 0,-2 4-2 15,0 2 1-15,-1 0 0 16,0 1-1-16,-3 0 1 16,0 0 1-16,0 0-1 15,3 3 0-15,-2 2 0 16,0-1-1-16,0 0 1 0,4 2 0 16,-1 1 0-16,0-3 0 15,0 4 0-15,3-1 0 16,-1 0-1-16,1 3 1 15,-2-1-1-15,3 2 1 16,1-1-1-16,-3 3 1 16,2 0-1-16,2 0 1 0,1 1 0 15,-3 1 0-15,1 0 0 16,2 0 0-16,1 0 0 16,0-2 1-16,0 1-1 15,0-3 0-15,0-1 1 16,1-2-1-16,4-1 1 15,-2-3-1-15,1-2 1 0,0 1 0 16,0-3 0-16,2-1 0 16,2-2 1-16,-2-1 1 15,3 1-1-15,-3-1 0 0,3-1 0 16,-1 0-5 0,-3 1-7-16,0-1-6 0,-2-1-19 15</inkml:trace>
  <inkml:trace contextRef="#ctx0" brushRef="#br0" timeOffset="212986.17">15683 10351 66 0,'0'0'0'0,"0"0"1"0,0 0 2 15,0 0 0-15,0 0 3 0,43 12 2 16,-28-8-3-16,0-1 2 16,2 1-5-16,5 1 0 15,-1-1-1-15,1 0-1 16,4-1 2-16,1-1-2 15,0-2 1-15,0 0 0 0,-2-2-1 16,-3-5 5-16,0-3 14 16,-2-3 9-16,-2-1-3 15,-2-1-5-15,-1 0-2 16,-3 0-5-16,-3-1-2 0,-1 2-8 16,0 0 1-16,-2 1-3 15,-4 3-7-15,1 2-40 16,-3 2-38-16</inkml:trace>
  <inkml:trace contextRef="#ctx0" brushRef="#br0" timeOffset="213820.66">16019 10680 67 0,'0'0'6'0,"0"0"6"0,0 0-2 0,0 0-5 0,0 0 2 16,0 0-2-16,0 0 5 15,0 0 7-15,0 0-2 16,0 0-4-16,-11-34-1 16,6 32-9-16,-4 2 0 15,0 0 0-15,-1 0-2 0,-2 0 2 16,-1 3-1-16,0 0 0 15,-1 2 0-15,1 0 1 16,0-2-2-16,1 4 2 16,-2 1-2-16,3-1 2 15,-2 2-1-15,1 2 0 0,1 2 0 16,-1-1 0-16,2 2 0 16,1 0-1-16,0 4 1 15,0 2-1-15,2-1 1 16,0 2 0-16,1 0-1 15,-3 2 1-15,4 0 0 16,-1 0-1-16,0 4 1 0,1-2 0 16,0 2 0-16,-1-1-1 15,3-1 1-15,-3 2-1 16,4-2 0-16,-1 3 1 16,3 0-1-16,-2 1 0 0,2 2-1 15,0 0 2-15,0 0-1 16,0 0 2-16,5-2 1 15,3-1-1-15,2-1 0 16,1 0-1-16,2-4 0 16,3 1 1-16,1-5-1 15,2 1 0-15,1-5 3 0,1-2-6 16,-1-2 6-16,4-3-1 16,0-2 0-16,0-3 2 15,1-1-2-15,1-1 1 16,-1-1-2-16,-2 0 0 15,-4 0 0-15,0 0 0 0,-7 0 1 16,-1-1-1-16,-1-2-1 16,-5 3 0-16,1 0 0 15,-3 0 2-15,-1 0-2 16,0 0-38-16,-2 0-21 16</inkml:trace>
  <inkml:trace contextRef="#ctx0" brushRef="#br0" timeOffset="214403.23">15712 11600 61 0,'0'0'63'0,"0"0"-40"0,0 0 19 0,0 0-23 15,0 0-8-15,0 0-3 0,0 0-8 16,0 0-2-16,0 0-1 15,0 0 2-15,0 0-1 16,-20 53 2-16,27-35 0 16,2 5-1-16,-1-2 1 15,4 0 1-15,-1 2-1 16,1-3 0-16,1 0-1 0,0-1 1 16,3-4 0-16,3 1 0 15,2-3-1-15,4-2 1 16,4-4 0-16,4 0 2 15,1-1 1-15,3-2-3 16,3 0-16-16,-3-1-33 0,-2 0-105 16</inkml:trace>
  <inkml:trace contextRef="#ctx0" brushRef="#br0" timeOffset="214696.13">15943 12146 110 0,'0'0'-2'0,"-20"42"2"0,15-12 0 0,-1 7 0 0,2 8 0 15,3 5-5-15,1 1-21 16,0 0-4-16,1 0-2 16</inkml:trace>
  <inkml:trace contextRef="#ctx0" brushRef="#br0" timeOffset="-202791.29">14007 9867 53 0,'1'0'11'0,"0"0"14"0,-1-2-1 15,0 0 3-15,0 0-7 0,0 1-15 16,0 1-5-16,-2-2 0 16,0 1 0-16,0 1 1 15,-2-1 1-15,2 1 1 16,0 0 1-16,-2 0-3 16,2 0 0-16,-2 0-1 0,-1 0 1 15,1 0-2-15,-4 0 1 16,0 1-1-16,-1 2 1 15,-1-3 1-15,-1 1 1 16,-2-1 5-16,0 0 2 16,-3 0-2-16,-1 0-1 0,-1 0-2 15,-6 0-2-15,1 0-2 16,-1 0 0-16,-1 0 2 16,-2 0-3-16,2 0 2 15,-2 0 4-15,3 0 2 16,4 0 2-16,-3 0-1 0,3 0-3 15,0 0-2-15,2-1-2 16,-1 1 0-16,0-2 0 16,-1 2-1-16,2 0 1 15,-1 0-1-15,1 0-1 16,-4 0 2-16,3-1-1 16,-2 1 1-16,2-1-1 0,-3 1 0 15,2 0 0-15,-3 0 0 16,1 0-1-16,-1 0 2 15,0 0-1-15,0 1 0 16,2 2 0-16,-5 0 0 0,6 1 0 16,-3-2 0-16,3 2 0 15,-2-2 0-15,1-1 0 16,1 1 0-16,3-1 0 16,-5-1 0-16,3 0 0 15,0 0 1-15,0 0-1 16,2 0 0-16,-3 0 0 0,3 0 0 15,2 0 0-15,-1 0 0 16,3 0 0-16,-3 0 0 16,3 0-1-16,0 1 2 15,1 2-1-15,-1-3 0 16,-1 2 0-16,2-1-1 0,-2 3 2 16,1-1-1-16,1-1 0 15,0 2 0-15,2 0-1 16,1-1 2-16,0-1-1 15,2 1-1-15,1 1 1 16,1-2 0-16,1 2 0 0,-3-1 0 16,4 2-1-16,-1 0 1 15,-2 1 0-15,3 1-1 16,-3 1 2-16,2 0-1 16,-2 0 0-16,2 1 1 15,0-1-1-15,0 2 0 0,1 0-1 16,-3 3 1-16,0 1 0 15,0 0 1-15,0 1-1 16,1 2 0-16,-1 0 0 16,1 0 0-16,-3 1 0 15,2-1 1-15,-1 2-1 0,1-2 0 16,-2 1 0-16,2-1 0 16,0 0 0-16,1 0 0 15,1 0-1-15,-2-3 1 16,1 1 1-16,0 0-1 15,1 0 2-15,-1 0-2 16,1-1 0-16,-2 2 0 0,2 0 0 16,0 0 0-16,-2 0 0 15,3 0 0-15,-1 2 0 16,2-1 0-16,-3 0-2 16,2 2 4-16,2-1-2 15,-2 1 0-15,1-2 0 0,2 0 0 16,-2-3-2-16,2-2 4 15,0 0-1-15,0-3-1 16,0-1 2-16,0 1-2 16,0-2 0-16,0 0 0 15,2-3-2-15,0 3 2 0,3-2 2 16,-1-1-2-16,3 1 0 16,-3 0 1-16,3-1-1 15,0 0 1-15,0-1-2 16,0 0 1-16,1 0 0 0,0-2-1 15,3 1 2-15,-1-1 1 16,4-1 0-16,-1 0-2 16,3 0 2-16,-2 0-2 15,6 0 1-15,-1 0-1 16,0 0 0-16,3 0 0 16,-2 0 0-16,3-1 0 15,1-2 2-15,3 0-4 0,0 0 2 16,-1 0 2-16,3-1-2 15,0 1 0-15,0-1 0 16,1 2-2-16,2 0 4 16,0-1-2-16,0 2 1 15,-1 0-1-15,0 1 0 0,0-2 1 16,-4 2-1-16,2 0 0 16,0 0 0-16,-2 0 0 15,2 0 0-15,-1 0 0 16,1 0 0-16,2 0 0 15,0 0 0-15,0 2 0 0,-2 0 0 16,1 1-1-16,0 0 2 16,2-2-1-16,-3 0 0 15,3 1 0-15,3-1 0 16,-3-1 1-16,3 0-1 0,-2 0 0 16,-1 0 0-16,1 0 0 15,-4 0 0-15,0 0 0 16,-2 0 0-16,0 0 0 15,0 0 1-15,-2 0-2 16,-1 0 1-16,-1 0 1 16,1 0-1-16,-4 0 0 0,0 0 0 15,-2-4 0-15,-2 2 0 16,1-2 0-16,1 1 1 16,-2-2 0-16,-1-1 2 15,-1 0-3-15,0-1 1 0,0 0 0 16,-4-1-1-16,1-1 1 15,-4 1 1-15,0-2 0 16,-1 1 5-16,-1-2 3 16,1 0-4-16,-3-1-2 15,1 1-2-15,1-4-1 0,-3 2 0 16,1-2 0-16,1-1-1 16,0-2 1-16,0 0-1 15,-3-2 1-15,2 0-1 16,-1-3 1-16,-2 2 4 15,0-3-3-15,0 1 2 0,0-1 1 16,0-2 1-16,-1-1-2 16,-3 0 0-16,3-1 0 15,-3-2-2-15,1 0 0 16,1 2-1-16,-1 2-1 16,2-2 1-16,-3 5 0 0,-3 0 1 15,2 3-1-15,-3-1 1 16,1 4 1-16,-2-1 0 15,-4 2 1-15,2 0-1 16,-6 2-3-16,0 0 0 16,-7 4 1-16,-3 1-3 15,-5 5 2-15,-6 4-6 0,-7 3-5 16,-8 11-31-16,-10 3-39 16,-6-1-116-16</inkml:trace>
  <inkml:trace contextRef="#ctx0" brushRef="#br0" timeOffset="-196434.39">6902 11920 46 0,'0'0'31'0,"0"0"-22"0,0 0 2 0,0 0-5 16,0 0 1-16,0 0-5 15,0 0 1-15,0 0 1 16,0 0 1-16,0 0-3 16,0 0 0-16,0 0 2 0,0-23-1 15,0 23-2-15,0 0-1 16,0 0-3-16,0 0 2 15,2 0-1-15,0 1 2 16,1 4 0-16,4 0-2 16,-3 1 1-16,0 1 3 0,3 0-2 15,-3 0 1-15,4-1 1 16,-2 0-4-16,1-2 2 16,2 0 0-16,2-2 2 15,0-2 2-15,2 0 6 16,7-9 3-16,3-7 5 0,4-8-4 15,7-5-6-15,5-7-5 16,9-8-1-16,2-4-1 16,7-2-1-16,1-2 1 15,2-3-7-15,-6 4-44 16,-3 2-27-16</inkml:trace>
  <inkml:trace contextRef="#ctx0" brushRef="#br0" timeOffset="-192847.37">9740 12519 188 0,'-8'-5'-44'0,"1"1"58"0,-2 4-10 0,-2 6-3 15,2 13-1-15,-2 8 0 16,-1 5 2-16,2 6-1 15,7 1 0-15,3-2 2 16,0-4-2-16,9-5-2 0,7-7-1 16,2-8 1-16,2-11-1 15,-3-2-2-15,2-21 23 16,3-9 13-16,-5-9-10 16,-2-5-5-16,-2 0-4 15,-2-3-7-15,-6 3 2 0,-4 4-3 16,-1 5-2-16,0 7 0 15,-6 9-8-15,-8 13-32 16,-3 6-38-16,-6 19-63 16</inkml:trace>
  <inkml:trace contextRef="#ctx0" brushRef="#br0" timeOffset="-192484.88">9730 13630 99 0,'0'0'1'0,"0"0"2"0,-13 59 6 16,7-26 4-16,1 0 0 15,4 1 0-15,1-5-4 16,0-3-6-16,11-7 0 16,-2-7-4-16,2-4 1 0,0-7-4 15,-1-1 8-15,2-6 2 16,-2-11 13-16,-1-7 4 16,-1-6-2-16,-5-4-5 15,-1 0-4-15,-2-3-5 16,0 3-2-16,0 4-3 0,-5 10-14 15,-5 8-37-15,-4 12-31 16</inkml:trace>
  <inkml:trace contextRef="#ctx0" brushRef="#br0" timeOffset="-192207.15">9759 14886 171 0,'0'0'3'16,"20"43"12"-16,-11-27 12 16,3-2-7-16,1-4-8 15,-1 0-4-15,0-6 2 16,-3-1-6-16,-2-3 6 0,-1 0 3 15,-2-6 2-15,-2-8-1 16,-2-9-14-16,0-11 5 16,-8-11-26-16,-8-15-89 15</inkml:trace>
  <inkml:trace contextRef="#ctx0" brushRef="#br0" timeOffset="-191552.78">7952 9662 82 0,'0'0'-5'0,"0"0"9"0,0 0-3 0,0 0-1 0,0 0 2 16,0 0 13-16,0 0 10 16,0 0-23-16,0 0 1 15,0 0-2-15,0 0-1 16,43 27-9-16,-28-15-43 16</inkml:trace>
  <inkml:trace contextRef="#ctx0" brushRef="#br0" timeOffset="-183282.52">16083 15202 92 0,'0'0'-13'0,"-58"0"16"0,29 0 1 16,3 7-2-16,-1 4-2 15,2 5 1-15,-1-2-1 16,3 6 0-16,5 3 0 0,0 3 1 16,5 0-2-16,-1 1-29 15</inkml:trace>
  <inkml:trace contextRef="#ctx0" brushRef="#br0" timeOffset="-182454.29">16137 15520 58 0,'0'0'9'0,"0"0"-6"0,0 0-2 15,0 0-1-15,0 0-1 0,0 0-2 16,0 0 5-16,0 0 14 15,19-40 15-15,-19 33-3 16,0 0-10-16,-2 2-13 16,-1-1-2-16,-4 1-1 15,2 1-3-15,-4 1-4 0,1 3 9 16,-2 0-4-16,-2 0 0 16,1 0 1-16,-2 9 0 15,3 2 0-15,-6 2-1 16,3 3 0-16,1 1 0 15,3-2-1-15,1 1 0 16,3-2 1-16,5 0 0 0,0-2 0 16,0-3-1-16,4 0-1 15,7-2 2-15,4-1 10 16,1-2 2-16,5 1-4 16,1-1-3-16,1 0-2 15,2 0-1-15,-1 1-1 0,-2 0-1 16,-2 2 1-16,-3-2-1 15,-3 0 1-15,-2 1-1 16,-1 1 1-16,-6-1 0 16,-1 0 0-16,1 3 2 15,-5-2 3-15,0 2 2 0,-9 1 1 16,-4-1-1-16,-4 0 0 16,-2 3 2-16,-4-4-2 15,-3 0-1-15,1-3-2 16,-1 1 2-16,5-2-3 15,-1-1-2-15,5-2 0 0,2 1-2 16,4-2 0-16,1 0-6 16,7 0-35-16,3-9-73 15</inkml:trace>
  <inkml:trace contextRef="#ctx0" brushRef="#br0" timeOffset="-181968.98">16439 15651 49 0,'0'0'5'0,"0"0"8"0,0 0 7 0,0 0 1 16,0 0-2-16,0 0 3 0,0 0-4 15,0 0-5-15,0 0-3 16,42-9-4-16,-39 5-4 16,2 0-1-16,1-3 0 15,-3 0 0-15,1 0 0 16,0-1-1-16,-4 1 1 0,0 0 0 16,0 0-1-16,0 4 1 15,0-1-3-15,-6 2-2 16,1 2 7-16,-6 0-4 15,2 0 1-15,0 9 0 16,-3 2 1-16,2 2-1 16,0 3 1-16,1 1-1 0,1 1 1 15,3 0 1-15,-1 1 2 16,6-2-1-16,0 1-1 16,0 0-1-16,8-2-2 15,3-2 0-15,5 0 3 16,1-6-5-16,6-2 1 15,2-4 0-15,4-2-19 0,3 0-20 16,2-8-9-16,2-4-47 16</inkml:trace>
  <inkml:trace contextRef="#ctx0" brushRef="#br0" timeOffset="-180988.94">16812 15688 66 0,'0'0'11'16,"0"0"25"-16,38-44 2 15,-34 32-6-15,-4 2-5 16,0 1-1-16,0 3-9 15,-2-1-6-15,-8 1-5 16,1 1 1-16,-3 3-4 0,1 1-3 16,-6 1 3-16,3 0-3 15,-2 1 1-15,0 6-1 16,0 4-2-16,3 2 2 16,1 1 0-16,1 1-1 15,6-1 0-15,4-3 0 0,1 0-3 16,0-3-5-16,6-3 2 15,7-2 5-15,3-3 1 16,3 0 2-16,-1-4 0 16,4-5-1-16,-4 2 3 15,-2 0 0-15,-2 1-1 0,-3 2-1 16,-1 4-1-16,-7 0 1 16,2 0-1-16,-5 12 0 15,0 5 0-15,0 5 3 16,-1 7 1-16,-4 3-3 15,-3 5 0-15,3 1 0 16,-1 1 0-16,3 1-1 0,2-1 0 16,1-2 0-16,0-1-1 15,0-4 1-15,8-3-1 16,1-5 0-16,4-2 0 16,0-5 0-16,2-5-1 0,2-2 2 15,-1-3-1-15,-1-5 1 16,-1-2-2-16,0 0 2 15,1-9 2-15,-2-4 1 16,0-4 3-16,-1-5 2 16,-5-1-2-16,-1-4-1 0,-1-1-2 15,-2-4-1-15,-1 1-1 16,2-3 0-16,-4 0 0 16,0 0-1-16,0 0 1 15,0 0 0-15,2-2-1 16,-2 3 1-16,1 2-2 0,1 1 1 15,-1 3-1-15,0 2 1 16,-1 6 1-16,0 1 0 16,0 2 0-16,0 3-1 15,0 4 0-15,0 3-1 16,0 2 1-16,0 2 0 16,0 2-4-16,0 0-11 0,0 3 5 15,0 6 8-15,3 2 2 16,0 3 2-16,1 2-1 15,0 1-1-15,4-1 0 16,-1-1 1-16,1 2-1 16,3-6 0-16,1 0 0 0,-1-3 1 15,0-2-1-15,3-3 0 16,-2-2 1-16,0-1 2 16,-1 0-1-16,-2-7 1 15,1-4 1-15,-2-2-4 16,-1-3 2-16,1 0 1 15,-2-2-2-15,-3 2 0 0,2 0 0 16,-5 1 2-16,2 4 4 16,-2 2-1-16,0 5-1 15,0 1 0-15,0 3-2 16,0 0-4-16,2 0-2 0,2 9 3 16,1 0-3-16,3 2 3 15,0 1-2-15,5-2-3 16,1 0-11-16,1-1-10 15,4-4-34-15,0-5-52 16</inkml:trace>
  <inkml:trace contextRef="#ctx0" brushRef="#br0" timeOffset="-180637.41">17522 15590 237 0,'0'0'4'0,"0"0"4"0,0 0-6 15,0 0-1-15,0 0-1 16,0 0 0-16,0 0-4 16,0 0-3-16,0 0 5 15,0 0 2-15,0 0-4 16,0 0 3-16,0 0-11 0,0 0 2 16,28-33-2-16,-26 27 3 15,-2-1 10-15,0 3-1 16,-4 1-2-16,-3 0 3 15,-5 3 0-15,0 0 7 16,1 0 4-16,-1 5 3 0,3 3-6 16,0 2-5-16,4 3-1 15,3 0-2-15,2 1 0 16,0-1-1-16,0-1-1 16,9-2 0-16,4 0 0 15,2-3-1-15,2-4-34 0,1-3-44 16</inkml:trace>
  <inkml:trace contextRef="#ctx0" brushRef="#br0" timeOffset="-180191.27">17744 15541 239 0,'0'0'8'15,"0"0"-1"-15,0 0-4 16,0 0-2-16,0 0-1 15,0 0-1-15,0 0 1 0,0 0 0 16,0 0 1-16,19 25 2 16,-17-13-3-16,-2-1 0 15,0 1 0-15,0-2-10 16,0-3-7-16,0 0-4 16,0-1 6-16,0-5 4 0,-3 1 6 15,1-2 6-15,0 0 1 16,1-5-1-16,1-4 0 15,0-3-2-15,0-2 0 16,8-2 2-16,2-1-2 16,2 0-1-16,1-1 9 0,3 1-2 15,1-3 9-15,2 6-10 16,2 0 0-16,-4 2 1 16,3 4-3-16,-3 3 1 15,-3 5-1-15,-1 0 5 16,-2 7-4-16,-2 5-2 15,0 3 0-15,-3 2 0 0,1 2-1 16,-2-1-1-16,-2-1-6 16,-1-1-5-16,0-1-10 15,1-6-16-15,0-3-22 16</inkml:trace>
  <inkml:trace contextRef="#ctx0" brushRef="#br0" timeOffset="-179935.55">18223 15262 198 0,'0'0'0'0,"0"0"18"0,0 0-13 15,0 0-9-15,0 0 1 16,0 0 4-16,1 42 3 0,0-19-1 15,1 1-2-15,0 4 0 16,1-2-1-16,-1 1 0 16,0-3 0-16,-2-1 0 15,0-3-41-15,0-6-15 16,0-3-32-16</inkml:trace>
  <inkml:trace contextRef="#ctx0" brushRef="#br0" timeOffset="-179585.97">18119 15448 167 0,'0'0'-19'16,"0"0"15"-16,44-21-3 15,-20 13 5-15,-3 1 2 0,3 0-7 16,2 1 9-16,-4 1 9 15,0-1 3-15,1 2-4 16,-3 2-4-16,0 2-5 16,-4 0-1-16,-3 0 1 15,-5 2-1-15,0 6 0 16,-8 4 0-16,0 0 1 0,0 4 7 16,0 0 0-16,0-1 6 15,-2 0 0-15,2-1-5 16,0-2-4-16,0 0-1 15,0-2-4-15,5-2 2 16,5-2-2-16,4-2-2 0,-3-4-33 16,3 0-47-16</inkml:trace>
  <inkml:trace contextRef="#ctx0" brushRef="#br0" timeOffset="-179451.42">18424 15301 204 0,'0'0'27'0,"0"0"-27"16,0 0-2-16,-28-39-41 0,28 34-29 15</inkml:trace>
  <inkml:trace contextRef="#ctx0" brushRef="#br0" timeOffset="-178917.34">18598 15370 186 0,'0'0'1'0,"0"0"5"15,0 0 5-15,37-25-4 16,-29 21-3-16,1 1 6 15,-2 2 3-15,1 1-3 16,-1 0-5-16,2 2-3 16,2 7 0-16,-4 3-1 0,4 1-1 15,-6 2-1-15,1 2-5 16,-4 0-5-16,-2 0-2 16,0 2 0-16,-2-5 0 15,-8 0 2-15,-2-3 4 16,-1-1 3-16,-2-4 2 0,0-3-3 15,2-3 4-15,1 0 2 16,3 0 1-16,3-3 3 16,4-6-2-16,2-5 10 15,0 3 3-15,1-3-2 16,7-2-3-16,1 3-2 0,3 1-1 16,0 3-4-16,1 2-4 15,-1 3 4-15,-1 4-3 16,-1 0 1-16,3 0-1 15,-1 8 0-15,1 2 2 16,0 1-2-16,0 1 0 0,-2 2-1 16,-1-3 1-16,2 1-2 15,-1-2-1-15,1-3-14 16,1-2-14-16,0-3-14 16,2-2-20-16</inkml:trace>
  <inkml:trace contextRef="#ctx0" brushRef="#br0" timeOffset="-178690.29">18979 15200 82 0,'0'0'136'0,"0"0"-114"0,0 0 10 0,0 0-15 15,0 0-8-15,0 0-5 16,0 0-5-16,0 0-1 15,0 0 4-15,0 0-1 16,-12 45-1-16,19-17 0 0,4 1-1 16,2 0-20-16,3-2-20 15,0-3-21-15,2-4-15 16</inkml:trace>
  <inkml:trace contextRef="#ctx0" brushRef="#br0" timeOffset="-178368.85">19487 15422 176 0,'0'0'10'15,"0"0"16"-15,47-31-11 0,-38 22-7 16,-4-1 1-16,-5 0 11 16,0-1-2-16,0 1-2 15,-6 2-8-15,-5 0-6 16,1 3-7-16,-3 1 6 15,-5 4-7-15,2 0-1 0,-1 4 8 16,0 7 0-16,2 2 0 16,3 4-1-16,2 1-1 15,7-2-1-15,1 3-6 16,2-4 4-16,2-1 1 16,5-2-4-16,6-4-3 15,1-2-5-15,4-5-6 0,0-1 4 16,2 0-10-16,1-11-13 15,2-7-28-15</inkml:trace>
  <inkml:trace contextRef="#ctx0" brushRef="#br0" timeOffset="-178106.47">19633 15022 112 0,'0'0'1'0,"0"0"0"15,-20 58 0-15,16-31 4 16,1 2-1-16,3 0 6 0,0 2 0 16,0-1 0-16,2-2-4 15,5 1-5-15,1-4 1 16,2 0-2-16,-2-4 2 15,2-3-6-15,1-6-32 16,-2-1-22-16</inkml:trace>
  <inkml:trace contextRef="#ctx0" brushRef="#br0" timeOffset="-177751.28">19815 15343 152 0,'0'0'26'0,"0"0"8"16,0 0-19-16,0 0-5 15,-6-39 2-15,-4 34-13 16,0 1 15-16,-3 3-4 16,2 1-3-16,-2 0-4 15,3 2-3-15,0 6 0 16,1 1 0-16,4 1-1 0,2 1-2 16,3 0-5-16,0-1 0 15,2-1-2-15,8-1 2 16,-1-5 0-16,2 1-6 15,2-4 14-15,1 0 2 0,0 0 0 16,-1 0 0-16,-1 0 6 16,0-2-2-16,-5 2 1 15,1 0-2-15,-2 0-2 16,0 0-2-16,-1 4 5 16,3-1-5-16,-4 3 0 15,2-2 0-15,2-1-1 0,1-2-13 16,-2-1-26-16,2-3-51 15</inkml:trace>
  <inkml:trace contextRef="#ctx0" brushRef="#br0" timeOffset="-177480.55">19971 15062 122 0,'0'0'12'15,"0"0"14"-15,0 0 10 0,0 0-16 16,0 0 1-16,0 0-15 16,0 0-6-16,0 0 0 15,0 0 2-15,13 26-2 16,-7 1 2-16,-2 0 0 0,4 0-2 16,1 0 0-16,-1-2 0 15,-1-1 0-15,0-3 0 16,-2-1 0-16,-3-4-25 15,-2-2-23-15,0-3-12 16,0-5-23-16</inkml:trace>
  <inkml:trace contextRef="#ctx0" brushRef="#br0" timeOffset="-177310.33">19943 15237 224 0,'0'0'15'0,"0"0"29"0,0 0-18 15,0 0-19-15,0 0-8 16,0 0-2-16,32-37 2 16,-11 36 2-16,3 0-11 15,4 1-26-15,0-2-38 16,-2 1-27-16</inkml:trace>
  <inkml:trace contextRef="#ctx0" brushRef="#br0" timeOffset="-176890.29">20248 15176 167 0,'0'0'10'0,"0"0"24"15,0 0-18-15,0 0-6 16,17-38 3-16,-12 34 1 16,0 1-4-16,2 0-4 15,-1 3-5-15,1 0 1 16,1 0 1-16,0 3 0 0,0 6-1 15,-3 3-1-15,3 1-1 16,-6 5 1-16,-1 1-2 16,-1 2-3-16,0-1-5 15,0-1-8-15,-8-1-4 0,0-4 15 16,-3-4 3-16,0-1 2 16,2-6 2-16,2-1-1 15,-2-2 2-15,6 0 1 16,1-6 1-16,2-5 3 15,0 1 1-15,0 0 0 0,2-1-4 16,6 3 4-16,1 2-3 16,2 4 0-16,2 2-2 15,1 0 0-15,3 8 0 16,1 6-1-16,1 5-1 16,-3 4 2-16,-1 4-9 15,-4 3-24-15,-11 3-34 16,-3-2-46-16</inkml:trace>
  <inkml:trace contextRef="#ctx0" brushRef="#br0" timeOffset="-175807.62">16785 16227 144 0,'65'-8'-4'0,"5"-1"18"0,4 1 12 0,8 5-4 0,3-3-9 15,9 4 3-15,7 1-2 16,6-3-1-16,9 4-5 16,5 0 6-16,11 0-9 0,6-2-1 15,4 1 2-15,8-3 0 16,1-2-1-16,9-2 0 15,-2-1 1-15,5-2-5 16,-1 0 2-16,1-4 1 16,0-2 1-16,-1-1-3 0,0-5-1 15,-6 1 0-15,-5-4 1 16,-5-1-2-16,-11-4 0 16,-12-2 1-16,-15-3-1 15,-12-3 1-15,-18-4 1 16,-12-2 21-16,-13-5 4 0,-14 0 3 15,-10-8-8-15,-12-3-12 16,-12-6-4-16,-5-4-2 16,-7-4-4-16,-17-2 2 15,-8-1 3-15,-9 0-2 16,-10 0-2-16,-10 7-1 16,-8-3 0-16,-11 7-3 0,-8-1-1 15,-8 7-7-15,-10 4 1 16,-9 3 3-16,-11 6 0 15,-7 8 0-15,-15 5-1 16,-12 9 9-16,-8 5-15 0,-10 8 21 16,-4 6-7-16,-8 7 0 15,-7 2-9-15,-5 16 9 16,-2 9-4-16,-6 11 5 16,-5 12-8-16,2 9-21 15,-1 9 21-15,1 5-4 16,-1 11-7-16,4 4-10 0,6 2 18 15,3 3 13-15,9 7-5 16,9 2 7-16,10 2-1 16,13 2 2-16,14 2 1 15,16 2-1-15,19-3 1 16,24-3-1-16,27-3-1 0,27-8-2 16,32-10-3-16,19-11 0 15,42-9-2-15,27-15 1 16,28-12 0-16,30-13 0 15,25-13 6-15,29-10 10 0,19-5-8 16,21-17-5-16,19-8-1 16,14-6 1-16,15-8-5 15,1-6-19-15,1-9-30 16,-10-9-107-16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6:04:14.5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16622 5749 76 0,'0'0'1'0,"0"0"1"0,0 0 2 0,0 0 1 0,0 0-2 16,-6-39 5-16,6 32-4 16,0 3 1-16,0 0 0 15,0 2-3-15,0-2 0 16,0 4 0-16,2 0-5 15,4 0 2-15,3 0 0 0,5 3-1 16,1 1 1-16,3-1 1 16,4 1-1-16,5-1 1 15,2 1-1-15,3-1 1 16,6-3 1-16,0 3-1 16,4-3 1-16,4 0-1 0,4 0 1 15,4 0 0-15,2 0-1 16,2 0 1-16,4 0-1 15,4 0 0-15,5 0 0 16,5 0 1-16,-1 0-2 16,5 0 2-16,0 0-1 0,0 0 0 15,-4 0 0-15,3 0 0 16,0 0 0-16,4 0 0 16,0 0 0-16,3 0 4 15,7 0-3-15,1 2 2 16,2 0 0-16,0-2-1 0,5 0 0 15,4 0 2-15,-2 0-2 16,3 0-1-16,0-5 2 16,-3 1-3-16,-3-1 0 15,1 1 0-15,-1-2-2 16,-2-1-2-16,-1 0 8 0,4 0-2 16,1 0 6-16,-5-2-4 15,0-1-1-15,-2 0 5 16,0-1-4-16,-8 0 1 15,-3-2-3-15,-6 0-1 16,-6 0 2-16,-6-1 2 0,-9-3-3 16,-7-1 0-16,-4-2 0 15,-6-3-1-15,-7 0 1 16,-3-4 2-16,-6 0-2 16,-2-1 0-16,-6-3 0 15,-2 2 0-15,-6-3 0 16,-4 0 0-16,-4 2-1 0,0-1 2 15,-12 3 2-15,-7-3-3 16,-3 1 0-16,-2-1-1 16,-5-2 0-16,-5-1-1 15,-5-2 0-15,-3 0 1 0,-9 1-1 16,-6 1 0-16,-9 3-1 16,-7 0 2-16,-10 2 0 15,-6 2-2-15,-4 2 2 16,-5 2-2-16,0 0 0 15,0 4 2-15,0 0 0 16,-4 3-1-16,0 1 0 0,0 2 0 16,-7 0 0-16,-3 5 0 15,-7 1 0-15,-4 2 0 16,-5 4 0-16,-4 1-1 16,-2 0 1-16,-1 0 0 15,2 1 0-15,3 5-1 16,3 4 1-16,4 1 0 0,2 2 0 15,2 1 1-15,3 3-1 16,2 3-1-16,0 0 2 16,5 3-2-16,3-1 1 15,4 4-1-15,6 1-2 0,7 3 3 16,4 1-1-16,2 3 1 16,7 3-2-16,2 0 1 15,7 1 0-15,6-1-1 16,7 0 0-16,9 0 0 15,7-3-1-15,7 0 3 0,6 0-1 16,6 2-2-16,6-1 0 16,7 1 0-16,6-2-5 15,4 0 1-15,13-3 9 16,10-1-4-16,5-4 1 16,11-2 0-16,9 0 0 0,11-3 0 15,10-2 2-15,9-1-1 16,13-2 3-16,8-2 2 15,11-2 0-15,7-4 3 16,9-5-56-16</inkml:trace>
  <inkml:trace contextRef="#ctx0" brushRef="#br0" timeOffset="808.71">21094 4759 10 0,'2'4'11'0,"0"0"-5"0,3 1 1 0,1-3 4 0,4-1 5 16,3-1 2-16,6 0-3 15,8-2-6-15,8-8-1 0,7-1-2 16,9-5 0-16,8-2 1 16,10-2 2-16,3-5-3 15,11 0-2-15,10-3 2 16,6-6-3-16,8-5-72 16</inkml:trace>
  <inkml:trace contextRef="#ctx0" brushRef="#br0" timeOffset="21750.56">22502 9913 211 0,'0'0'7'0,"0"0"1"0,0 0-3 0,0 0-2 15,0 0-1-15,0 0-1 16,0 0 2-16,0 0-3 16,0 0-2-16,0 0-4 15,0 0 3-15,-22 55 3 16,17-28 0-16,1 6 2 0,1-3-2 16,2 5 3-16,1-4-2 15,0-2 0-15,0-4 1 16,1-3-3-16,5-4-19 15,2-5-21-15,0-4-7 0,2-9-54 16</inkml:trace>
  <inkml:trace contextRef="#ctx0" brushRef="#br0" timeOffset="22493.98">22691 9860 59 0,'0'0'99'0,"0"0"-91"16,0 0-16-16,0 0 4 15,0 0 9-15,1 50 1 16,-1-26-4-16,0 2 3 15,0 1-2-15,0 0-1 0,1-1 0 16,0 0 2-16,-1-3-2 16,0-4 0-16,0-2 0 15,0-3-1-15,0-3 1 16,0-4 1-16,0-1 0 0,0-2-2 16,0-2 2-16,0-2 3 15,0 0 7-15,0-3 6 16,0-7-6-16,0-4-5 15,3-2-4-15,2-2-1 16,4 0-1-16,-2 4-1 16,1 0-1-16,0 7-1 0,1 1-1 15,-2 5-2-15,1 1-3 16,2 0 0-16,-1 3 1 16,1 4 3-16,0 3 1 15,0 0 1-15,1-2 1 16,-2 0 1-16,2-2-1 0,-5-3 0 15,3-1 1-15,-1-2-1 16,2 0 3-16,1 0 3 16,2-9-1-16,0 1 0 15,0-4 1-15,0-2-2 16,-2 0-1-16,-2-2 0 0,0 2-1 16,-3 1 0-16,-3 2-1 15,-1 2 0-15,-2 2-1 16,0 4-1-16,-4 3-3 15,-2 0-2-15,-6 3-3 16,3 6 6-16,0 3 1 0,1 1 2 16,2 3-1-16,2-5 0 15,4 1 0-15,0-5-1 16,4 1 0-16,4-1 3 16,3-2 3-16,1-4 0 15,3-1 2-15,2 0 1 16,3 0-1-16,-1-3-19 0,-1-7-26 15,-1-1-32-15,-7-4-55 16</inkml:trace>
  <inkml:trace contextRef="#ctx0" brushRef="#br0" timeOffset="22679.32">22868 9829 213 0,'0'0'14'0,"0"0"2"0,0 0-15 0,0 0 11 0,0 0-13 15,0 0-2-15,39-18-32 16,-16 10-37-16,3 0-40 16</inkml:trace>
  <inkml:trace contextRef="#ctx0" brushRef="#br0" timeOffset="23191.99">23347 9886 99 0,'0'0'4'0,"0"0"2"16,38-6 6-16,-26-1 4 15,-2-1-3-15,-1-4-5 16,-1-2-1-16,-2 0 10 15,-1-1-1-15,-3-5 1 16,2 1-4-16,-2-1-5 0,-1 0-6 16,-1 2-1-16,0-1 0 15,0 3-1-15,-1 1-1 16,-7 4 0-16,3 2-1 16,-2 3 0-16,2 2 0 0,-1 1 9 15,0 3-5-15,3 0-2 16,1 0-2-16,-2 7 3 15,2 3 0-15,2 3-2 16,0-1-1-16,6 3-1 16,3 3 0-16,3-2 6 0,0 0-2 15,0 2 0-15,1-2 1 16,-2 0-1-16,0 0-1 16,-3-1 1-16,-2-1-1 15,-2-1 1-15,-2-2-2 16,-2 0-1-16,0-2 0 0,-2 1 6 15,-5 1-2-15,-1-2 0 16,-4 0 2-16,0-1-1 16,3-2-1-16,1-1-1 15,2-2 0-15,4-3-2 16,2 0-13-16,3 0-43 16,9 0 30-16,4-11-16 0</inkml:trace>
  <inkml:trace contextRef="#ctx0" brushRef="#br0" timeOffset="23485.26">23666 9774 124 0,'0'0'21'0,"0"0"25"0,0 0-16 16,0 0-17-16,0 0-9 16,0 0-7-16,0 0 0 15,0 0 9-15,0 0-6 16,-44-23 0-16,32 30 1 15,0 3 0-15,3 1 1 0,3 2-2 16,1 0 1-16,1-3-1 16,2 0-2-16,2 0 0 15,0-3 0-15,0-4 1 16,4 1 7-16,5-3-3 0,2-1 3 16,3 0 0-16,2 0 1 15,3-5-7-15,2-4-19 16,-1-1-20-16,-1-2-26 15,-5-1-29-15</inkml:trace>
  <inkml:trace contextRef="#ctx0" brushRef="#br0" timeOffset="24125.95">23776 9720 145 0,'0'0'23'0,"0"0"-5"16,0 0-22-16,0 0 0 0,0 0 5 15,0 0 0-15,0 0 1 16,0 0 0-16,19 41 0 16,-13-31 0-16,-3 0-2 15,1-2 2-15,-1-2-1 16,0 1 1-16,-1-3 1 0,-1 0 0 16,2-4 1-16,-3 0 1 15,0 0 3-15,1 0 3 16,0-4-6-16,0-4-1 15,0-2-2-15,3-3-1 16,-1-1-1-16,5-2-1 0,1 2 1 16,1 0-1-16,2 2 1 15,0 0-2-15,-1 2 1 16,1 3-1-16,3 2 1 16,-2 1-1-16,1 3 2 15,0 1-1-15,1 0 0 0,-2 1 0 16,-2 6-2-16,-1 3-1 15,-2 3 1-15,-3-2 1 16,-1 2 1-16,-2-1 0 16,-2-1-5-16,0-2 11 15,0-2-4-15,0-2-1 16,-4-2 2-16,1-1 10 0,-3-2-4 16,2 0-4-16,1 0 0 15,-4-2 2-15,5-2-5 16,2-3-1-16,0-2 10 15,0-3-8-15,4-2-1 16,5-1-2-16,2 1-1 0,3-1-1 16,-1 0 2-16,2 5 0 15,-1 2-1-15,0 2 0 16,0 4 1-16,-2 2 1 16,2 0-1-16,-2 0 1 0,1 2 0 15,-4 6-1-15,2 2 1 16,-1 0 0-16,-4-1-4 15,0 1-36-15,-2-3-25 16,1-3-50-16</inkml:trace>
  <inkml:trace contextRef="#ctx0" brushRef="#br0" timeOffset="24546.36">24306 9654 124 0,'0'0'-1'0,"0"0"3"0,0 0-1 16,0 0 0-16,0 0 0 16,0 0-1-16,41-34 0 15,-32 29 1-15,-1-4 2 16,-1 2 3-16,0 0 6 16,-2 0 0-16,-1 1-1 0,-2-1-2 15,-1 0-5-15,-1 3-1 16,0-1-1-16,0 0-1 15,0 1 0-15,-5 2-2 16,0 1 0-16,-2 1 3 16,-2 0-2-16,-1 0 3 0,-1 7-3 15,-1 3 0-15,-1 1 0 16,1 2-5-16,3 1 3 16,-1 2-1-16,5-2 4 15,-3 2 1-15,5-4 0 16,3 0 2-16,0-2-1 15,0-3 0-15,11 0 6 0,0-6-3 16,8 1 5-16,6-2 2 16,7 0-5-16,7-6-4 15,5-4-1-15,2-3-45 16,-1-2-112-16</inkml:trace>
  <inkml:trace contextRef="#ctx0" brushRef="#br0" timeOffset="25158.33">22982 10424 104 0,'0'0'-5'0,"48"-11"12"0,-19-2 9 0,9-1 0 16,7-4-4-16,4-4-2 16,11-1 1-16,3-3 6 15,7-2 1-15,6-1 0 0,4-1-6 16,3 1-3-16,-1 0-1 16,-4 3 0-16,1 2-4 15,-4 4-2-15,-3 0-1 16,-9 7 0-16,-2 2 0 15,-5 2-1-15,-4 2 1 0,-6 3-1 16,-4 1 0-16,-5 3-10 16,-6 0-11-16,-5 0-21 15,-5-3-29-15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6:04:51.2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10737 3138 8 0,'0'0'8'0,"0"0"10"0,0 0-4 0,0 0 0 16,0 0-9-16,0 0 2 15,0 0-3-15,1-39 0 16,-1 34 0-16,0 1-2 16,0 1 1-16,0-1 5 0,0 3-4 15,0 1 5-15,-2 0-4 16,1 0-11-16,0 9 4 15,1 3-3-15,-1 3 5 16,1 5 2-16,0 0-4 16,0 3 4-16,0 1 1 15,0 3 0-15,-2 0 1 0,2 3 1 16,-3-2-2-16,1-2-1 16,-2-2 0-16,2-3 0 15,-1-1 1-15,1-4-1 16,0-2 0-16,0-2 2 0,0 0 4 15,1-5 2-15,1 0-2 16,0-1-21-16,0-6-15 16,0 0 2-16,0-7 9 15,5-9-43-15</inkml:trace>
  <inkml:trace contextRef="#ctx0" brushRef="#br0" timeOffset="478.91">10751 3091 37 0,'0'0'3'0,"0"0"3"0,25-38 2 0,-15 29 0 0,2 1 1 16,-1-2-3-1,-2 0 3-15,4 3-3 0,0 0 1 16,-3 3 0-16,1 1-2 16,-2 3-5-16,2 0-1 15,-2 0-1-15,-2 4 2 16,1 6 0-16,-1 0 1 16,-2 3-1-16,-1 0-1 0,-2 1 3 15,-1 0-2-15,-1 2 4 16,0-1 1-16,-7 2 10 15,-7 2-4-15,-1-1-4 16,-6-1-1-16,1 0-3 16,1-3-1-16,0-1 1 0,2-4-1 15,3-1 2-15,3-2-1 16,2-3 1-16,2-2 5 16,1-1 9-16,5 0-1 15,-3 0-9-15,4 0-1 0,0-3-3 16,0-4-3-16,7-1-4 15,9-1 10-15,3-5-32 16,4-3-40-16,-3 0-46 16</inkml:trace>
  <inkml:trace contextRef="#ctx0" brushRef="#br0" timeOffset="1159.73">11096 3199 60 0,'0'0'12'0,"0"0"-7"0,0 0-1 0,0 0-1 16,0 0 4-16,0 0 3 16,0 0-2-16,0 0-1 15,0 0-1-15,0 0-5 0,-43 1-2 16,34 6 1-16,-1 3-6 16,0 1 2-16,3 0 1 15,-2 3 3-15,0-1 2 16,4 1-3-16,-1 0 0 15,2-1 1-15,1 0 1 16,3-3 0-16,0 0-1 0,0-4 0 16,0 2 0-16,0-2 0 15,0-2 2-15,2-2-2 16,5-1 2-16,-2-1 2 16,3 0 2-16,0 0-2 0,0 0 4 15,-1 0-1-15,1-6-1 16,-1 0-2-16,2 1 1 15,-2-1-2-15,0-1 1 16,2-2 0-16,-2 2-2 16,1-1 1-16,-2-2-1 0,2 2 3 15,-3-1-1-15,1-2 2 16,-2 2 2-16,-2-2 2 16,0-1-2-16,-2 1-1 15,1 1-1-15,-1 0 0 16,0-1-3-16,0 2 0 0,-3 2-1 15,-1 0 0-15,-2 1-1 16,3 2 1-16,-3 3-2 16,-1 1 0-16,2 0 0 15,-1 3-1-15,1 5-8 0,1 3-15 16,4 1-21-16,0-1-12 16,4-5-5-16</inkml:trace>
  <inkml:trace contextRef="#ctx0" brushRef="#br0" timeOffset="1686.1">11363 3104 78 0,'0'0'5'0,"0"0"2"0,0 0-3 0,0 0-2 0,19-37 1 0,-17 31 2 16,-2 0 2-16,0 0-1 15,0 0 2-15,0 1 1 16,0 0-3-16,0 2 6 16,-2 1-10-16,-1 1 6 15,-2 1-8-15,-3 0 1 0,1 3-2 16,0 3-1-16,-4 4-1 16,4 0-2-16,-2 0 5 15,3 2-2-15,-1 1-1 16,4-1-2-16,1-1 3 15,0 2 0-15,2-2-1 16,0-1-3-16,0 0 2 0,0-1 0 16,4-1-1-16,2-2 0 15,2 1 1-15,-2-1 1 16,1-1 3-16,-1-2 3 16,2 2-2-16,-3 0 0 0,1-1 0 15,-2-1 0-15,-2 0 0 16,0 0 0-16,-1 0 0 15,-1 4 4-15,0-3 2 16,-2 3 6-16,-8 0 5 16,0 3-4-16,-6-3-2 15,0 1-6-15,-1 1 1 0,3-3-4 16,-1 0 2-16,4 0 1 16,1-2 0-16,3 0 1 15,5-4-21-15,2 0-53 16,0-13-42-16</inkml:trace>
  <inkml:trace contextRef="#ctx0" brushRef="#br0" timeOffset="2184.17">11873 2971 75 0,'0'0'17'0,"0"0"2"0,0 0-5 0,0 0-2 0,0 0-19 15,0 0-9-15,0 0 22 16,-2 47-5-16,-4-25 1 15,4 4-1-15,0 1-1 16,2-6 0-16,0 2 0 0,0-5 1 16,0-2 0-16,0-2 1 15,0-1 0-15,0-2 3 16,0-1 5-16,0-3 3 16,0 1-4-16,0-3-23 15,-4-2-17-15,0-3-1 0,-1 0-41 16</inkml:trace>
  <inkml:trace contextRef="#ctx0" brushRef="#br0" timeOffset="2419.77">11680 3009 83 0,'0'0'2'16,"0"0"7"-16,39-47 5 0,-19 30-5 16,7-3 3-16,2 2-1 15,6 0-3-15,-1 2-6 16,4 3 1-16,-2 3 2 16,-3 4-4-16,0 2-33 0,-3 1-11 15</inkml:trace>
  <inkml:trace contextRef="#ctx0" brushRef="#br0" timeOffset="2924.18">12235 2913 92 0,'0'0'7'0,"0"0"-3"0,0 0 1 15,0 0-3-15,0 0 1 16,0 0 3-16,0 0 1 16,0 0 0-16,-40-12-3 15,27 15-5-15,-3 7-5 16,1 3 8-16,-2 5-2 16,0 3 2-16,0 2 0 0,3 0 0 15,4 0-2-15,4-2 2 16,3-1-1-16,3-3-2 15,0-5 2-15,0-1 0 16,4-4 2-16,5-4 1 16,3-3 5-16,3 0 3 0,-1-5-5 15,1-5 1-15,3-1-2 16,-3-3 1-16,2-2-3 16,-4 2 0-16,-3 0 0 15,0 2-2-15,-6 1-1 16,-1 4 0-16,-1 1-2 0,-2 5-1 15,0 1 1-15,0 0-3 16,0 0-1-16,2 1 2 16,0 6-2-16,1 2 5 15,6 1 3-15,-1-3-1 16,4 0-2-16,3-1-5 0,5-5-18 16,0-1-18-16,3 0 11 15,2-4-10-15</inkml:trace>
  <inkml:trace contextRef="#ctx0" brushRef="#br0" timeOffset="3415.65">12509 2924 6 0,'0'0'18'0,"0"0"2"0,21-50 5 0,-21 36 1 0,0 7-2 16,-2-2-14-16,-5 5 9 16,-3 1-17-16,-1 2-1 15,-2 1-1-15,-2 0 0 0,-2 4-1 16,0 6 1-16,-1 4-1 15,3 0 2-15,1 3-2 16,3-2 1-16,3 2-2 16,5-3-3-16,1-4 2 15,2-2 1-15,0-1-2 16,5-2-1-16,5-5 4 0,2 0 14 16,1 0-1-16,0-3-1 15,3-6-3-15,-1 1-3 16,-1-2 2-16,-1 0-4 15,-1 1-1-15,-3 3-1 16,0 0-2-16,0 3 0 0,-3 1-7 16,1 2 1-16,-1 0 0 15,1 5-5-15,0 3 6 16,0 4 3-16,-3 2 1 16,1 1 1-16,1 4 0 0,0 1 1 15,-2 1 0-15,-4 0 1 16,0 2 0-16,0 1 4 15,-8-4 5-15,-7 3-1 16,-1-5 2-16,-3-2 1 16,2-2-3-16,2-4-4 0,1-3 2 15,4-3 1-15,5-2 0 16,0-2-2-16,5 0-11 16,0-5-24-16,9-10-53 15</inkml:trace>
  <inkml:trace contextRef="#ctx0" brushRef="#br0" timeOffset="4155.07">12732 2889 100 0,'0'0'2'0,"0"0"-1"0,23-43 0 0,-13 25-1 15,-3 3 2-15,-1 0-20 16,-2 2 3-16,-3 1 6 15,-1 5 8-15,0 1 2 16,-5 6 21-16,-4 0-17 16,-5 6-2-16,1 6 3 0,-3 6 0 15,3-1 3-15,-1 2-2 16,3-1-3-16,5-2-4 16,3-2-1-16,2-3 1 15,1-2-2-15,0-4 0 16,6 0 0-16,2-5 0 0,3 2 18 15,1-2-4-15,-1 0-3 16,1 0-5-16,1 2-5 16,1 4-5-16,-5 4 0 15,3 2 3-15,0 5 1 16,-1 2 0-16,-2 1 0 0,-2 1 3 16,-6-1 1-16,-1 1 1 15,0-1 5-15,-4-1 4 16,-7-2 1-16,-4-2-1 15,-1-1-1-15,1-2-4 16,-2-5-1-16,5 0-2 0,0-3 3 16,3-2 0-16,3-2 0 15,1 0-1-15,3-5-1 16,2-6-4-16,0-6-5 16,5-6 10-16,7-2-12 15,5-2-6-15,0-3 3 0,2 3 2 16,3 0 6-16,-3 1 2 15,4 5-1-15,-4 1-1 16,0 3 0-16,-3 4 1 16,-3 2 0-16,-2 5-2 15,-4 2-1-15,-6 4-8 16,1 0-22-16,-1 3 26 0,-1 7 6 16,1 1-5-16,-1 3 1 15,1-1 3-15,2 1 2 16,-1-1 0-16,1-1 0 15,1-2-3-15,2-1 1 0,0 0 1 16,2-5 3-16,-2 2 3 16,3-2 2-16,5-4 9 15,-1 0 8-15,4 0-2 16,0-1-37-16,1-9-38 16,-5-7-8-16</inkml:trace>
  <inkml:trace contextRef="#ctx0" brushRef="#br0" timeOffset="4284.09">13015 2776 109 0,'0'0'2'0,"0"0"4"0,0 0 2 0,0 0-6 0,0 0-8 16,0 0-61-16</inkml:trace>
  <inkml:trace contextRef="#ctx0" brushRef="#br0" timeOffset="4831.37">13062 2901 22 0,'0'0'17'0,"0"0"-5"16,0 0 7-16,0 0 3 0,0 0 9 15,0 0-9-15,0 0-9 16,1 4 1-16,-1-4-4 15,0 0-3-15,-1 0-3 16,0 0 1-16,-1-1-1 16,2-5-2-16,0-1 0 0,0-1 2 15,7-1-3-15,1 2 0 16,4 0 0-16,-1 3-3 16,1 1-5-16,-2 3 1 15,0 0-5-15,2 0-1 16,-2 1 3-16,2 5 3 0,-4 1 3 15,1 0 1-15,-4 2 2 16,1-2 0-16,-3-2 3 16,-1 0-3-16,-1-4 1 15,-1 3 1-15,0-4 2 16,0 0-1-16,0 0 6 0,0 0 10 16,0 0 9-16,0-7-23 15,0-3 1-15,0-1-2 16,2-2 0-16,4 2 1 15,-2 2-4-15,-1 0-1 16,3 1-1-16,-2 4-2 0,1 3-1 16,2 1-5-16,-2 0 0 15,3 0-5-15,1 8 4 16,0 5 7-16,-4 1 3 16,-1 6 3-16,-4 7 4 15,-5 4 1-15,-17 9-12 16,-13 6-27-16,-10 3-16 0,-16 5 5 15,-10-4-32-15</inkml:trace>
  <inkml:trace contextRef="#ctx0" brushRef="#br0" timeOffset="5202.14">11625 3617 140 0,'0'0'1'0,"0"0"15"0,0 0-13 0,0 0-4 15,0 0 1-15,45-30 2 0,-23 27-2 16,3-4-3-16,6 3 2 15,3-2 2-15,6-4 1 16,2-2 0-16,7-5 3 16,3-2 4-16,6-5 0 15,5-4 2-15,4-4-1 0,8-1-2 16,4 0 0-16,3-2-3 16,3 3-1-16,-2 2 0 15,-3 3-1-15,-1 4 3 16,1 4 2-16,-11 0-8 15,-8-7-99-15</inkml:trace>
  <inkml:trace contextRef="#ctx0" brushRef="#br0" timeOffset="8368.92">15739 15750 66 0,'0'0'1'0,"0"0"1"0,-2 0-2 0,2 0 1 15,0 0 0-15,-2 0 3 16,2 0 4-16,0 0 0 15,0 0 0-15,0 0 0 0,0 0-3 16,0 0-4-16,0 0 2 16,6 0-3-16,-1-1 0 15,5-2 1-15,2 0-2 16,2 0 2-16,3 0-2 16,4-1 2-16,3 0 1 15,6-2-1-15,1 2 0 0,2-3-1 16,4 0-1-16,2-2 2 15,1-1-1-15,1-1 0 16,1-2-1-16,0 3 1 16,3-4-1-16,1 3 2 15,2-1-1-15,-6 2 0 0,0 0 1 16,-3 2-1-16,-6 2 1 16,-1 0-1-16,-7 3 0 15,0 0 0-15,-4 2 0 16,-4-1-1-16,-4 2 2 15,0 0-1-15,-8 0 0 0,1 0-1 16,-4 2 0-16,-2 3 0 16,0 0-9-16,-11 0-39 15</inkml:trace>
  <inkml:trace contextRef="#ctx0" brushRef="#br0" timeOffset="8748.07">16247 15796 107 0,'0'0'4'0,"0"0"-6"0,0 0 4 0,36 1 6 16,-19-2 1-16,2-4 7 15,5 0 3-15,-3-1 2 16,4 0-5-16,0 1-4 16,-3-1-5-16,2 2-3 0,-1 0-2 15,0 1-2-15,-3 1 0 16,2 2 1-16,-2 0-1 15,1 0 1-15,-3 0-1 16,0 0 1-16,2 7 0 16,-2 2 1-16,-2 2-19 0,-3-4-59 15</inkml:trace>
  <inkml:trace contextRef="#ctx0" brushRef="#br0" timeOffset="11804.02">16068 6957 12 0,'2'-1'21'0,"-1"-2"-20"0,1 3-1 0,1-2 1 0,2 0-1 15,-1 0 1-15,0 1-1 16,0-2 0-16,0 3 0 15,-1-2 0-15,0 1 1 0,-1 0 0 16,1 1 3-16,-3 0 5 16,0-1-1-16,2 1 0 15,-2 0-5-15,0 0-2 16,2 0-3-16,-2 0-1 16,1 0 3-16,1 0 0 15,0 1 1-15,1 2-2 0,1 0 2 16,-2-1-2-16,-2 1 1 15,2 0 0-15,1 1 3 16,1-1-2-16,-2 0 1 16,0-1-1-16,0 0 1 15,1-1 2-15,-2-1 2 0,2 0 0 16,2 0 2-16,-3 0 1 16,1 0-2-16,3 0 0 15,-1-4-4-15,3 0 1 16,-1-4 0-16,2-1-1 15,0 1 0-15,3-5 0 0,0 0 2 16,1-3-1-16,2-1-1 16,1-1 2-16,3-2-2 15,1-4 0-15,2 1-1 16,0-1 1-16,1-1-2 16,2 0 0-16,-6 1 2 0,4-1 1 15,-5 5 6-15,0-1 0 16,0 2 0-16,-5 1-3 15,3 5-2-15,-5 0-2 16,-3 2 1-16,1 1-1 16,-1 3 0-16,-4 2-1 0,-2 1 0 15,1 1-1-15,1 1-1 16,0 2 1-16,2 0-2 16,2 0 0-16,-1 0-20 15,1 0-37-15,-1-8-44 16</inkml:trace>
  <inkml:trace contextRef="#ctx0" brushRef="#br0" timeOffset="17302.81">16314 14959 115 0,'-8'0'4'0,"0"-3"6"0,1-2 8 15,3 0-2-15,-3 2-11 16,1-1-2-16,-1 1-3 16,2 3 0-16,-4-2 1 15,1 2-1-15,-2 0-1 16,0 0 1-16,1 0 1 0,-3 0-2 15,1 0 2-15,0 0-1 16,0 0 0-16,-1 0 1 16,-1 0-1-16,2 0 0 15,-7 0-1-15,4 0 2 16,-3 0-2-16,1 0 1 0,-4 0 0 16,0 0 0-16,-2 0 0 15,1-2 0-15,0 1 0 16,0-3 0-16,1 2 0 15,2-1 0-15,0 1 0 16,3 0 1-16,-3-1-1 0,2 2 0 16,1-1 0-16,0 2 0 15,1-1 0-15,-3 1 0 16,2 0 0-16,-1 0 1 16,1 0-2-16,-1 2 1 15,2 3 0-15,0 2-1 0,-1 2 0 16,0 0 2-16,-1 3-2 15,1-1 1-15,-3 2-1 16,2-3-1-16,3 1 1 16,1 1 1-16,1-4-2 15,2 4 0-15,-1-1 1 0,0 0-1 16,3 3 2-16,1 2-2 16,-2 0 1-16,2 2-1 15,-2 1 1-15,3-1 1 16,-1 4 0-16,1-3-1 15,1 1 1-15,-1 1-1 0,3-1 1 16,1 0 1-16,-1 0 0 16,2 3-1-16,0-2 1 15,0 2-1-15,0-3 0 16,0 3 0-16,0-4 2 16,0-1-4-16,3-3 4 0,6-1-2 15,-1-1 0-15,3-2 1 16,2-1 0-16,2-1 0 15,2 1 0-15,1-2-1 16,0 2 1-16,-2 0-1 16,4 0 0-16,-1 0 0 0,-3 0 0 15,1 1 0-15,0 1-1 16,-1-4 1-16,-1 2 0 16,2-1 0-16,-1-2 0 15,5 0 2-15,-1-3 0 16,2-1-1-16,3-1 3 0,-2-1-3 15,3 0 1-15,0-1-1 16,-1 0 0-16,2 0-1 16,0 0 1-16,0 0 1 15,2 0-1-15,-1 0 2 16,2 0-2-16,2 0 1 16,1 0 0-16,-1-2-1 0,3-3 0 15,-2 2 0-15,3-1-1 16,-2 1 1-16,0-1-1 15,-3 0 0-15,-1 4 0 16,-1-3 0-16,1 0 0 16,-2 0 2-16,2-2 3 0,3 1-1 15,-2 0 0-15,2-1 0 16,-1-1-1-16,-2 3-2 16,0-4 1-16,-1 4-1 15,-4-1 0-15,0 1 2 0,0-1-1 16,-3 2 0-1,0 0 0-15,1 1-1 0,2 1 0 16,-3 0 1-16,2 0-2 16,1-2 0-16,-2 2 1 15,2 0 1-15,2 0-1 16,-3 0-1-16,2 0 0 0,-1 0 1 16,-2-1-1-16,1 0 0 15,0-1 1-15,1-1 1 16,2 1 1-16,2-2 6 15,2-1-3-15,-1 0 1 16,3 1-6-16,0-2 1 0,1 5-1 16,1-1-1-16,-3 1 0 15,4 1 0-15,-3 0 1 16,1 0-2-16,0 0 1 16,3 1 1-16,1 2-1 15,-1-1 0-15,1-1 0 0,1-1 1 16,-3 0-1-16,0 0 1 15,2 0-1-15,-4-4 1 16,1 0 1-16,1-1-2 16,0 1 0-16,1 1 0 15,2-1 1-15,-5 4-2 16,1 0 1-16,-2-1 1 0,1 1-1 16,-2 0 0-16,0 0 0 15,2 0 0-15,-4 0 0 16,0 0 1-16,1 1-1 15,-1-1-1-15,-1 3 2 0,0-2-1 16,-2 2 0-16,-2 0 0 16,0-2 0-16,0 2 0 15,0 0 1-15,2 0-1 16,0 0 0-16,0 1 0 16,4 0 0-16,-1 3 0 0,3-4 0 15,-2 4 0-15,0 1 0 16,3-3 0-16,-3 2 0 15,-1-3 1-15,5 1-1 16,-3-1-1-16,5 0 2 16,-3 2-2-16,7-2 2 15,1 3-1-15,-2-1 0 0,3 2 1 16,-2-2-1-16,1 4 0 16,-1-3 0-16,1 3 0 15,2-3 0-15,2 0 1 16,0 2-1-16,2-1 0 15,-2 0 0-15,1 0-1 0,1 0 2 16,-2 2-1-16,4-1 0 16,-3 1 1-16,3-2-1 15,1 1 0-15,-1 1 0 16,2 0 0-16,1 0 1 16,2-2-1-16,1 2 1 0,3-2-2 15,4 0 1-15,-2-1-1 16,1-3 1-16,1 2 1 15,2-2 0-15,0 0 0 16,-4-1 0-16,3 2 2 16,-4 0-2-16,3 0 1 0,-4 1 0 15,2 1 2-15,-1-1-3 16,0 1 2-16,3-1-1 16,-2 3-1-16,3-1 0 15,-2 1 0-15,1-1 0 16,1 1-1-16,1-1 1 15,-2 1 0-15,5-2-1 0,-1 3 1 16,0-2-1-16,3-1 1 16,-1 0-1-16,0-2 0 15,-2-1 1-15,-1-3 0 16,2-1-1-16,-3 0 0 16,1 0 2-16,0 0-2 0,-2 0 0 15,0-2 1-15,0-1-1 16,-3 0 0-16,1-1 0 15,-3-2 0-15,1-1 0 16,-1-1 1-16,0-1-1 16,-3-4 0-16,-2 3 1 0,-5-1-1 15,3-2 0-15,-4 0 1 16,-2 0-2-16,-2-2 2 16,-1 0 0-16,-4 0-2 15,-2-3 3-15,-2-2-2 16,-1 1-1-16,-2-2 3 0,-1-1-2 15,-2 0 0-15,-3-1 0 16,-1 2 0-16,-3 1 0 16,-6-1 0-16,1 1 1 15,-5 0-1-15,1-1 1 16,-2 1 0-16,0-2-1 0,-2 1 1 16,-1-3-1-16,-1 0 0 15,-1-1 0-15,-2 0 0 16,0-1 0-16,-3 4 0 15,-1-1 0-15,0 0 1 16,0 1-1-16,0 2 0 0,0 1 0 16,0 3 0-16,-5 0 0 15,1 3 0-15,-2-1 3 16,1 2 0-16,-2-1 0 16,-2 2 0-16,2 0-1 15,0 1-1-15,-3 1 1 0,-2 0-1 16,1-2-2-16,-1 2-1 15,-3 1 1-15,-1 0 1 16,-3-1-2-16,-2 2 3 16,1 0-1-16,-3 1-1 15,-1 1 4-15,0 0-3 16,-1 1 2-16,0 1-2 0,-3 1 0 16,0 1 0-16,-1 1 0 15,0 0 0-15,-4 0 0 16,1 3-2-16,2 3 2 15,0 0 2-15,-3-1-4 16,2 1 4-16,0 0-4 0,-1-2 4 16,-1 0-2-16,1-1 1 15,1-1-2-15,-1-1 2 16,-1 0-1-16,-2-1 0 16,1 0 0-16,-2 0 0 0,0 0 0 15,-1 0 0-15,0 0 0 16,-1 0 0-16,2-4 0 15,-3 0 1-15,1 0-1 16,-1 1 0-16,-1-1 0 16,-1 2 0-16,-2 1-1 15,2 0 2-15,-1 1-1 16,1 0 0-16,-1 0-1 0,0 0 2 16,-2 0-1-16,0 0 0 15,-3 0-1-15,-1 0 2 16,0 0-1-16,0 0 0 15,2 0 0-15,-5 0 0 0,6 0 0 16,-6-1 0-16,2 0 0 16,0-1 0-16,2 1 0 15,0-1 0-15,-3 0 0 16,2 2 0-16,-2-2 0 16,1 2 0-16,-4-1 0 0,-1 0 0 15,3 0 0-15,-3-2 0 16,0 2 1-16,-2-2-1 15,-1 0 0-15,-1-1 0 16,1 1 0-16,-3-1 0 16,0 1 0-16,-1 0 0 0,-1 2 0 15,-2-1 0-15,0 0 0 16,-2 0 0-16,1 2 0 16,1-4 0-16,-2 3 0 15,1-1 0-15,1-2 0 0,-2 3 1 16,-1-1-1-16,-1 1 0 15,-1-1 0-15,0 1 0 16,-4 1 0-16,0-1 0 16,3 1 0-16,0 0 0 15,0 0 1-15,2 0-1 16,0 5 0-16,0 2 0 16,1 4 0-16,0-2-1 0,3 1 1 15,-1 0 1-15,3-1-1 16,2-1 0-16,4-1 0 15,3-2-1-15,3 0 2 16,3-2-1-16,3-2 0 0,2-1 0 16,1 0 2-16,1 0 2 15,1-4 4-15,0-3 1 16,2-3 0-16,-1-1 2 16,3 1-5-16,1-2-5 15,1 2 1-15,-1-2-1 16,-1 2-1-16,-1 0 0 0,0 0 0 15,0 1 0-15,-1-1 1 16,-1 3-1-16,1-1 0 16,1 1 0-16,-1 0 1 15,-1-1-1-15,2 1 0 16,-7-1 0-16,3-1 2 0,-4 1-2 16,-2-2 2-16,0 0 1 15,-4-3-1-15,-1 3 2 16,-6-3-2-16,0 1-1 15,-3-1 0-15,-7 3 1 16,3-2-1-16,-2 3 0 0,-5-1-1 16,0 1-1-16,-3 2 2 15,-1 1-2-15,-5 3 2 16,0 3-1-16,-5 0 0 16,-5 7-2-16,-5 10-24 0,-9 4-22 15,-5-2-103-15</inkml:trace>
  <inkml:trace contextRef="#ctx0" brushRef="#br0" timeOffset="19174.9">15884 16131 46 0,'3'3'2'0,"-1"0"4"0,0 0 6 0,-1-1-2 0,1 3-2 15,2 0-4-15,0 1 0 16,-1 1-1-16,1 1-1 16,-1 1 0-16,1-1-2 15,0 1 2-15,0-2 1 16,1-1 3-16,2-1-2 0,2-5 3 15,2 0 4-15,5-4 10 16,0-10-1-16,8-7-6 16,3-8 0-16,5-9 0 15,9-8-1-15,6-8 2 16,8-5-7-16,7-7-5 16,1-4-2-16,4 0 0 0,-3-4-26 15,-10-1-120-15</inkml:trace>
  <inkml:trace contextRef="#ctx0" brushRef="#br0" timeOffset="19993.09">17840 15959 100 0,'0'0'12'0,"0"0"15"0,0 0-12 0,0 0-7 16,0 0-4-16,0 0 0 16,0 0 0-16,0 0-1 0,0 0-4 15,0 0 0-15,0 0-1 16,0 0 2-16,0 0 1 16,13 27 0-16,-5-16-1 15,2-2 1-15,2-4 1 16,1-5 6-16,6-2 6 15,7-19 5-15,9-11-7 0,13-9-6 16,11-12-3-16,7-5-2 16,6-7-39-16,-1 0-79 15</inkml:trace>
  <inkml:trace contextRef="#ctx0" brushRef="#br0" timeOffset="20492.14">19074 16023 52 0,'0'0'26'0,"0"0"-12"0,0 0 9 0,0 0-13 15,0 0 37-15,0 0-18 16,54-12-5-16,-29-10-4 0,8-8 0 15,8-6-8-15,10-8-6 16,5-5 2-16,8-4-7 16,1-2-26-16,0-2-102 15</inkml:trace>
  <inkml:trace contextRef="#ctx0" brushRef="#br0" timeOffset="21053.82">21249 16014 91 0,'0'0'5'0,"0"0"20"0,0 0 7 0,0 0-2 0,0 0-9 16,0 0-6-16,0 0 3 15,0 0 6-15,0 0-6 16,6-45-3-16,10 26-2 16,2-5-4-16,9-7-4 0,8-3-2 15,3-7-2-15,7-2 0 16,4-3 0-16,2-1-1 16,4-3-7-16,1 2-24 15,-1-4-59-15,-2-2-47 16</inkml:trace>
  <inkml:trace contextRef="#ctx0" brushRef="#br0" timeOffset="21551.92">22649 16276 121 0,'0'0'8'0,"0"0"0"0,0 0 31 0,0 0-5 15,0 0-13-15,0 0 3 16,0 0-1-16,0 0-9 15,0 0 0-15,0 0 6 16,28-19-4-16,-12 2-4 0,7-10-2 16,6-3-6-16,5-12 0 15,11-9 2-15,9-9-3 16,10-11-1-16,13-9-1 16,10-8-2-16,12-8-19 15,3-11-63-15,0-2-158 0</inkml:trace>
  <inkml:trace contextRef="#ctx0" brushRef="#br0" timeOffset="22919.24">15799 15875 42 0,'-3'-10'5'0,"0"1"5"0,1 0 3 0,-2-1-4 0,2 0 1 15,0 1 0-15,-2 2-2 16,2 0-2-16,-4 3 3 16,3 1 3-16,-1 0 1 15,-1 2 6-15,2-1-13 0,2 2-2 16,-1 0-1-16,2 0 1 15,0-1-4-15,0 1-7 16,3 0 13-16,5 0-6 16,5 0 1-16,5 0-2 15,4 0 2-15,5 0-2 0,7 0 2 16,0-3-1-16,5-4 2 16,2 0-1-16,1-4 1 15,1-1 0-15,2-1-1 16,-1 1 0-16,-1-1 2 15,3 0 0-15,-1 0-1 0,-2 2 0 16,-6 2-2-16,-2 2 1 16,-6 3 0-16,-2 1-1 15,-5 3 1-15,-5 0-1 16,-1 0-1-16,-5 3-3 16,-4 3-21-16,-3 1-18 0,-4 0-28 15</inkml:trace>
  <inkml:trace contextRef="#ctx0" brushRef="#br0" timeOffset="23167.23">16115 15905 125 0,'0'0'7'0,"0"0"6"0,0 0-17 15,0 0 4-15,0 0 4 0,56 0 8 16,-23-3 2-16,1-4-8 16,6 0 0-16,0-1-3 15,0 0-2-15,1 0 0 16,-6-2 1-16,2-3-2 16,-2 0-11-16,-2-4-23 0,1-4-21 15</inkml:trace>
  <inkml:trace contextRef="#ctx0" brushRef="#br0" timeOffset="25634.6">16441 6962 45 0,'0'0'38'0,"0"0"-34"0,0 0 8 0,0 0-2 15,0 0 0-15,0 0 0 16,0 0 6-16,-40-26-6 15,30 19 6-15,2 1 0 16,-1 1-5-16,-2 0-1 16,1 1-5-16,2 1-2 0,-5 0-1 15,1-1-1-15,0 3-1 16,-2-1 2-16,3 1-2 16,-3-2 0-16,1 0 1 15,2 2 1-15,-1-2-1 16,-1-1 1-16,-1-1-1 0,1 1 0 15,-1 0 2-15,1 1 4 16,0-1-4-16,2-1 0 16,4 1 4-16,-2 0 2 15,0 1-4-15,4 0-4 16,1 2 0-16,-3-1-1 0,1 1 0 16,0 1-1-16,-2 0 1 15,-1 0 0-15,0 0-1 16,-2 0 1-16,0 0-1 15,0 0 1-15,-3 1 0 16,1 2 0-16,-2 3 0 0,1-2 0 16,-2 3 0-16,1-1 0 15,-2 0 0-15,1 1-1 16,-2 1 1-16,2 1 0 16,-4-1 0-16,2 2 0 15,0-1 0-15,-2 2-2 16,3-1 1-16,0 3-1 0,-2-5 2 15,3 3 0-15,1 0 2 16,0 0-4-16,0-1 4 16,1 0-4-16,-4 3 4 15,2-2-4-15,-1 1 2 16,0 0 2-16,0 1-2 0,4 0 0 16,-1 2-2-16,-1 0 2 15,1-1 0-15,1 2 2 16,2-2-4-16,0 3 4 15,1-3-2-15,2-1-2 16,-3 2 2-16,2-3 0 0,0 1 2 16,-2 1-2-16,2-3 0 15,2 1 0-15,-2-1 0 16,2-1 0-16,-2 1 0 16,3-4 0-16,0 3 0 15,3-3 0-15,-3 3 0 0,4-3 0 16,1 2 0-16,0-2 0 15,1 3 0-15,0-3 0 16,0 3 1-16,0 0-1 16,0-2 0-16,1 1 0 15,6 1 0-15,-2 0-1 0,1-1 1 16,1 0 1-16,1-2-1 16,0 2 2-16,0 1-2 15,1-2 1-15,0 0-1 16,3 0 0-16,-2-1 1 15,-1 2-1-15,3-4 0 0,-2 2-1 16,4 0 2-16,-3-1 1 16,2 1-1-16,1-1 0 15,-1 1-1-15,1 0 1 16,-1-1-1-16,1 2 0 16,-1-1 1-16,5-2-1 0,-3-1 0 15,1 2 3-15,0-2-2 16,2 0 0-16,-3-1 0 15,1 1-1-15,-1-1 1 16,2 0-1-16,-1 0 1 16,5-2-1-16,-3 2 1 15,2-3-2-15,0 3 3 0,3-2-2 16,-3-1 0-16,4 1 2 16,-1 1-2-16,2-2 0 15,-2 2 1-15,2-1-1 16,0-1 0-16,0 4 0 0,-1-2 1 15,-1-1-1-15,3 2 0 16,-1-2 0-16,-1 1 0 16,3-2 2-16,-2 0-4 15,4 0 4-15,2 0-2 16,0 0 0-16,-1-2 0 0,1-2 1 16,2 0-1-16,-4-2 1 15,2 0-2-15,-1-1 2 16,-1-1-1-16,2-2 1 15,0 0-1-15,-2-1 0 16,0-3 1-16,-2-1 0 16,0 1-1-16,0 0 1 0,-2 0-1 15,-4-1 0-15,0 1 0 16,-2-1 1-16,-3 2-1 16,-1-1 0-16,-4-2 2 15,0 2-2-15,0-1 0 16,-4 0 1-16,-1-2-1 0,-3 0 1 15,-1 0 1-15,-2-3-2 16,0-3 1-16,0 1 1 16,0-3-1-16,-5-2 1 15,-2-1 0-15,1-3-1 16,-4 1-1-16,0-1 1 0,1 2 0 16,-3-2 0-16,-3 4 2 15,-3-3 0-15,-2 5 0 16,-5-1 1-16,-3 3-3 15,-4 4-1-15,-6 3-1 16,-5 0 0-16,-1 9 1 0,-8 6-2 16,-8 1-2-16,-7 7-31 15,-6 3-38-15,-2-3-75 16</inkml:trace>
  <inkml:trace contextRef="#ctx0" brushRef="#br0" timeOffset="26917.43">16073 6686 25 0,'0'0'20'0,"0"0"-12"0,0 0 8 0,0 0-7 15,0 0-1-15,0 0 5 16,0 0-6-16,0 0 1 16,0 0-2-16,0 0 2 0,0 0 0 15,0 0-2-15,-14-10 2 16,13 10-4-16,1 0-4 15,0 0-2-15,0 0 0 16,0 0 1-16,0 2 1 16,0 3 0-16,0-2 0 0,0 4 0 15,0-1 0-15,3 1 0 16,2-3 0-16,-3 4 0 16,1 0 0-16,0 0 0 15,0 1 0-15,1-1 0 16,-2-2 0-16,1 0 1 0,2-2-1 15,1-1 0-15,-2-3-1 16,5 0 4-16,3-3-1 16,3-7 4-16,6-7-1 15,6-5 1-15,10-3-1 16,7-6 1-16,9-4-4 0,6-7-1 16,7-5-1-16,5-11-20 15</inkml:trace>
  <inkml:trace contextRef="#ctx0" brushRef="#br0" timeOffset="29237.12">18240 6903 33 0,'0'0'2'0,"0"0"1"0,0 0 6 0,-37-17-3 16,26 14 1-16,-1-2-1 16,1-1 1-16,0-1 3 0,-3 1-1 15,3-1-1-15,0 0 0 16,-1 0 0-16,0-1-1 16,0 1-4-16,1 2 0 15,-2 1 0-15,1 1-2 16,-3 0 0-16,-1 1-1 0,1 0 1 15,-2 0-1-15,2 2 0 16,-1 0 0-16,1 0 0 16,-1 0 0-16,-3 0 0 15,1 2-1-15,-1 4 1 16,-2-1 0-16,0 3 1 16,-2 0-1-16,-2 1-1 0,0 0 1 15,-3 1 1-15,0-1-2 16,-2 2 1-16,1 1 0 15,0-1 0-15,2-1 0 16,0 0 1-16,3 3-1 16,2-2 0-16,0 2 1 0,0-2-1 15,3 3 0-15,-1-2 0 16,1-1 0-16,2 3 0 16,1 1-1-16,-1 0 0 15,1 1 2-15,1 2-1 16,-1-1 1-16,1 2-1 15,2-2 0-15,3 1 1 0,3 0-1 16,0-2 1-16,3 0-1 16,1 2 0-16,3-3 1 15,-2 2 0-15,2 1-1 16,-2-4 0-16,1 2 1 0,0 1-1 16,1-2 0-16,-1 1 0 15,1 0 0-15,0 1 0 16,0 1 0-16,0-1 1 15,0-1-1-15,1 4 0 16,5-2 0-16,-1-3-1 0,4 0 4 16,-2 1-3-16,3-2 1 15,2-1 3-15,1-2 0 16,3 2 3-16,-1-3 0 16,3 0 0-16,0 1-3 15,-1-2-2-15,0 1 1 0,3 0-3 16,-2 0 1-16,0 1-1 15,4-1 1-15,-4 0 0 16,2-2 0-16,1 1 0 16,1 1 0-16,-1-2 0 15,2 2 1-15,2 0-1 16,2-1 1-16,0 1-1 0,4-2 1 16,-1-1-1-16,3 2 0 15,1-2 0-15,1-3 1 16,-2 1 3-16,0 1 3 15,-1-5 1-15,0-1-2 0,-1 0-2 16,0 0-1-16,2 0-1 16,-1-1 1-16,3-3-2 15,-3-1 0-15,4-1-1 16,-3-1 0-16,-1-2 0 16,1 1 0-16,-2-2 0 0,-1-1 0 15,-3-1-1-15,0-1 1 16,-2 2 1-16,-2-3 1 15,-2-2-3-15,-2 0 3 16,-1-2 0-16,-2-2 1 16,-1-3-3-16,-2-1 0 0,0-3 0 15,-3-2 0-15,-4-3 0 16,-2-2-1-16,0 0 1 16,-4 0 0-16,0-5-1 15,-5 0 0-15,-4-1 0 16,-6 3 0-16,-6 0-2 15,-3 3-2-15,-5 7-1 0,-2 7-1 16,1 6-30-16,1 7-26 16,6 0 3-16</inkml:trace>
  <inkml:trace contextRef="#ctx0" brushRef="#br0" timeOffset="30304.05">19597 6783 149 0,'23'-9'-3'0,"-7"-1"3"0,-4 2 2 0,-1 2-2 16,-7 0 0-16,-2 2 1 16,-2 0-2-16,0 1 1 15,0-3-2-15,-6 2 5 16,-2 1-3-16,-2 0 2 0,-3-1-2 16,-2 1 1-16,-5 2 1 15,1 1-2-15,-1 0 1 16,0 0 1-16,-4 0-4 15,3 0 4-15,1 1-1 16,-3 3-1-16,-1 2 0 16,0 1 2-16,-3 2-1 0,-2 1 0 15,-2 1 0-15,1 2-1 16,0 0 0-16,1 1 2 16,1 3-2-16,0 0 0 15,3 1 0-15,0 1 0 16,-1 2 0-16,3 2 0 0,-2 0 0 15,2 2 0-15,2 1 0 16,-2 1 0-16,6 3 0 16,-3 1 0-16,2 1 0 15,4 3 0-15,2 2 0 0,2-2 1 16,4 2-1-16,3-3 1 16,0-1 2-16,3-1-5 15,0-3 5-15,6 1-2 16,7-2-2-16,-2 0 1 15,5-1 5-15,3 2-3 16,2-4-1-16,-1 0 0 0,3-4 2 16,3 3-2-16,-4-4-1 15,1-1 2-15,3-1-1 16,1-1-1-16,1 0 2 16,3-3 0-16,2-1 0 15,1 1 1-15,3-3-1 0,0 1-1 16,-1-1 1-16,1 0-2 15,-3-1 1-15,1-2-1 16,-3 0 1-16,3-4 0 16,2 1 0-16,2-4 3 15,0 2 1-15,4-3-1 0,-1 0 0 16,0 0-2-16,0 0-1 16,-1-2-1-16,-1-2 1 15,1-1 0-15,-3-1-1 16,1-4 1-16,-2 1 2 15,-2-2 0-15,1 1 1 16,-3-3-1-16,-3-1-2 0,1 0 2 16,-3 1 1-16,-1-3 0 15,4-2-2-15,-2 2 1 16,1-1-2-16,1-4 1 16,0-2-1-16,0-4 1 0,-2 2-2 15,-4-5 0-15,-3-1 0 16,-6-2 1-16,-4-1 0 15,-3-3 1-15,-7-3 0 16,-2-4 2-16,0-3 0 16,-11-1 2-16,-5-2 2 0,-6 0-3 15,-5 4 0-15,-4 3-8 16,-3 3 6-16,-3 9-3 16,-2 7-3-16,-1 8-10 15,2 7-42-15,2 1-51 16</inkml:trace>
  <inkml:trace contextRef="#ctx0" brushRef="#br0" timeOffset="31102.35">21580 6861 99 0,'0'-9'15'0,"0"-2"9"0,0 1-2 0,-7 0-11 0,-4 0-2 16,-3 3 0-16,-2-1-2 0,1 2 0 15,-4 0 1-15,3 1-3 16,-3 3 3-16,-1 1-4 16,-2 1-4-16,-2 0 1 15,-3 2-3-15,-3 8 1 16,-5 0 3-16,-1 3-1 0,-1 1 1 16,-1 2-2-16,3 2 0 15,2 1 0-15,2 1 0 16,3 0 0-16,2 2 0 15,4 1 0-15,1 4 0 16,3 0 0-16,3 4 0 0,-3 3 0 16,5 1 1-16,1 4 1 15,3 0-1-15,2 0 0 16,4 1 0-16,2 0 0 16,1 0-1-16,0-2 0 15,5-1 0-15,5 1 0 16,2-2 2-16,1-3-1 0,4 0 0 15,1-3-2-15,4-3 3 16,4-1 0-16,3-4-2 16,3-3 2-16,3-2-1 15,5 0 0-15,1-4-1 16,3-3 1-16,3-4 0 0,3-3 0 16,2-2 0-16,4-1 0 15,-2 0-1-15,1-9 0 16,-2-2 1-16,-5-2-2 15,-4-1 2-15,-5-3-2 0,-5-2 1 16,-7-2 2-16,-6-6 0 16,-5 0 6-16,-3-6 5 15,-5-5 2-15,-5-3-4 16,0-2-1-16,-2-1-4 16,-1-3-2-16,0-3-2 0,0 0 1 15,-6 1-2-15,-5 1-2 16,-3 4 1-16,-3 7-3 15,-6 6-3-15,-4 8-22 16,-4 6-17-16,-3 3-51 16</inkml:trace>
  <inkml:trace contextRef="#ctx0" brushRef="#br0" timeOffset="32155.76">23609 6768 115 0,'0'0'6'0,"0"0"7"0,0 0 1 15,-49-30-8-15,32 23-3 16,-4 2-2-16,-1-1 3 15,-4-1-1-15,-1 0-2 0,0 1 0 16,-2 1 3-16,-1-1-2 16,-4 2-2-16,0 2 0 15,0 2 1-15,-1 0-1 16,-2 0 0-16,-3 0 0 16,-2 2-2-16,-3 2 4 0,-1 6-1 15,-3-2 0-15,-2 5-2 16,-3 0 4-16,1 4-1 15,1 0 0-15,-4 4-2 16,2 2 1-16,3 1-1 16,1 3 0-16,5 0 1 0,0 4-1 15,4 1 0-15,0 2 0 16,4 1 1-16,3 1-1 16,3 2 1-16,6-1 0 15,6-1 1-15,4 2-1 0,5-8-1 16,6 4 0-16,3-6 2 15,1 2-2-15,0-2 0 16,4-2-1-16,5 1 1 16,3 0-3-16,1 4 3 15,4-1 3-15,1 1-1 0,4-1-3 16,4 1 2 0,1-1 1-16,1-3-2 0,3-3 3 15,0-2-3-15,2-2 1 16,1-2 4-16,2-1 4 15,5-1 0-15,1-1-4 16,2-1-1-16,5-2 0 0,-2 3-2 16,4-6-1-16,-1 2 1 15,3-3-1-15,0-3 0 16,1-3 0-16,0-2-1 16,0 0 1-16,4 0 0 15,0-2-2-15,2-4 2 0,1-1-1 16,1-1 2-16,1-2-2 15,1 0 0-15,-1-2 0 16,0 1 0-16,1-3-2 16,-5 0 1-16,-1-2 0 15,-5-1 1-15,-2-1 0 0,-7-5 1 16,-4 0-1-16,1-4 3 16,-7-3 2-16,0-6 7 15,-4-3-2-15,-8-4-3 16,-2-2 3-16,-6-2 4 15,-4-4 0-15,-5-4 0 16,-5-2-3-16,0-5-5 0,-10-2-3 16,-10 1-2-16,-9-1-2 15,-12 0-4-15,-14 4 1 16,-25 4-6-16,-21 3-35 16,-28 3-39-16</inkml:trace>
  <inkml:trace contextRef="#ctx0" brushRef="#br0" timeOffset="74918.63">16004 17085 57 0,'0'0'21'0,"0"0"-11"0,0 0-8 0,0 0 0 0,0 0 0 16,0 0-1-16,0 0 0 16,0 0 2-16,0 0 0 15,0 0 5-15,0 0 2 16,0 0-5-16,0 0-2 0,6 9 2 16,-2-9 0-16,1 0 6 15,1-3 1-15,0-5-6 16,2-5 3-16,-2-6-2 15,3-2-3-15,-1-8-1 16,1-5-1-16,1-4 2 0,1-6 0 16,0-6 4-16,-1-4-1 15,3-4 5-15,0-2 1 16,-4-5-5-16,2 1-3 16,-3 0-3-16,-1 3 2 15,-2 1 1-15,-2 2 0 0,-2 5 0 16,-1 1 0-16,0 6 1 15,0 0 0-15,-1 6 0 16,-4 6-1-16,-1 6-3 16,2 4 0-16,-3 5-1 0,2 4 0 15,1 4 0-15,-3 4 0 16,4 3 0-16,1 1 0 16,2 1-1-16,-2 2 0 15,2 0 0-15,0 0-1 16,0 0-9-16,0 0 3 15,0 0 4-15,0 0 0 0,0 0-3 16,0 0 1-16,2 1 4 16,-2 0-1-16,1-1-5 15,1 2-7-15,-1-1-4 16,4-1-3-16,-2 0-2 16,-1 0-9-16,-1 0-7 0,-1 0-35 15</inkml:trace>
  <inkml:trace contextRef="#ctx0" brushRef="#br0" timeOffset="75282.14">16113 15811 36 0,'0'0'5'0,"0"0"13"0,0 0 9 0,0 0-4 16,0 0-7-16,0 0-6 15,0 0-6-15,0 0-2 16,0 0 3-16,0 0-3 0,0 0 0 16,-13 38-1-16,12-23 0 15,-3 2-1-15,0 1 2 16,-1 1-2-16,0-1 1 15,-1 1 1-15,-1-1-2 16,0 1 0-16,-2-4 1 0,2 0 0 16,1-1-1-16,-2-6 1 15,5 2-1-15,-2-4 0 16,3-3-6-16,-1-2-31 16,2-1-52-16</inkml:trace>
  <inkml:trace contextRef="#ctx0" brushRef="#br0" timeOffset="75517.17">16086 15886 81 0,'0'0'6'0,"0"0"-4"16,0 0 9-16,46-2 8 15,-30 0-4-15,2 2 0 16,0 0 3-16,2 0-3 0,-1 0-9 16,3 0-4-16,-3 2-1 15,4 5 0-15,-2-3-3 16,-7-2-69-16</inkml:trace>
  <inkml:trace contextRef="#ctx0" brushRef="#br0" timeOffset="77148.22">16030 6477 109 0,'0'0'6'0,"0"0"-2"0,14-55 7 0,-6 33 10 16,-2 0-7-16,2-4-6 0,-2 1 1 15,3-4-4-15,-4 1-4 16,4-2 0-16,-5 0 0 16,1-1 0-16,-1-3 0 15,0 0 2-15,-1 0 2 16,2-2 3-16,-1-1 0 16,0 3 1-16,3-1-3 0,-1 2-5 15,4 1 1-15,-3 3-2 16,2 1 0-16,1 4 1 15,-3 2-1-15,0 5 0 16,-2 1 0-16,-1 4 1 0,0 3-1 16,-4 2 1-16,2 4 1 15,-2-1 3-15,0 3 5 16,0 0-2-16,0 1-1 16,0-1 0-16,0 1-2 15,0 0-2-15,0 0-2 0,0-1-1 16,0-1 5-16,0 2-3 15,0-1-1-15,0-2 0 16,-2 2 0-16,0-1 1 16,1 1 2-16,0-2 0 15,1 3-1-15,0 0-1 16,-1 0 1-16,1 0-3 0,0 0 0 16,-1 0 0-16,0 0-3 15,-1 0 0-15,-2 10 1 16,-3 0 2-16,0 1 2 15,-3 5-1-15,-1 2-1 16,-4 2 0-16,0 3-1 0,-3-2 0 16,-4 6 3-16,2 1-1 15,-5 2-3-15,0 3-27 16,-2 1-24-16,-1-4-37 16</inkml:trace>
  <inkml:trace contextRef="#ctx0" brushRef="#br0" timeOffset="78406.36">17506 16736 128 0,'0'0'-2'0,"0"0"11"0,0 0 2 0,0 0-4 16,0 0 3-16,0 0-2 15,0 0 1-15,0 0 1 16,0 0-4-16,-30 20-6 0,30-19 2 16,0 3-2-16,4-2 0 15,3 1 0-15,-1-2 0 16,1-1 0-16,2 0 0 15,0 0 0-15,2-8 1 0,-1-5 5 16,3-8 1-16,-2-6 0 16,7-8 5-16,-5-6-4 15,3-7-5-15,0-2 2 16,0-4-4-16,-1 0 1 16,-1 1-1-16,-1 1 0 15,-2 2 0-15,0 2-1 0,-5 4 0 16,4 3 2-16,-5 3-1 15,3 4-1-15,-4 4 1 16,0 4-1-16,-1 7 0 16,0 4 0-16,-2 4 1 15,-1 4-1-15,0 2 1 0,0 1 1 16,0 3-2-16,0-1 3 16,0 2 5-16,0 0-2 15,0 0-5-15,0 0 0 16,0 0-3-16,0 0 0 15,0 0 2-15,0 2-5 0,0 3-4 16,2 1 0-16,0-1 0 16,-1-3-6-16,2 4-4 15,-1-3-14-15,0 0 0 16,-2-1 3-16,0 0-5 16,0-1-27-16</inkml:trace>
  <inkml:trace contextRef="#ctx0" brushRef="#br0" timeOffset="78612.74">17691 15911 94 0,'0'0'5'0,"0"0"2"0,0 0 8 0,0 0 6 16,-23-39-2-16,22 36 0 16,1 1-3-16,0 0-10 15,0 2-5-15,0 0-1 16,10 0 7-16,-2 8-5 0,6 5-2 15,0 3-1-15,4 8 3 16,-3 5-3-16,-5 4 1 16,-9-1-75-16</inkml:trace>
  <inkml:trace contextRef="#ctx0" brushRef="#br0" timeOffset="79840">18039 6381 167 0,'0'0'25'0,"9"-38"-24"15,-4 16 4-15,4-1-5 16,-2 2 0-16,3-3 0 0,-3 0 1 15,2-2-1-15,-2-1 0 16,0-4 0-16,1-3 1 16,0-2-1-16,2-1 1 15,1-5 0-15,1 1 1 16,3 1-1-16,1-3 0 0,-3 2-1 16,-1 1 0-16,-2-1 2 15,-1 3-2-15,-2 0 2 16,0 3 5-16,-2 6-2 15,-1 3-1-15,-2 3-2 16,-2 5 1-16,0 4-3 0,0 2 0 16,0 4 1-16,0 2-1 15,-4 0-1-15,-2 2 2 16,3 3 1-16,-2-2 1 16,1 3-2-16,2-1 1 0,0 1-1 15,1 0-1-15,1 0-1 16,-2 0 0-16,-2 5-1 15,0 5 1-15,-1 0 2 16,-3 4-1-16,0 3-1 16,-3 4 2-16,-3 2-2 15,-3 4 2-15,-5 2-3 0,0 2 5 16,1 3-2-16,-5-1-1 16,3-2 1-16,2 0-2 15,0-4 3-15,3-1-1 16,4-5-1-16,1 0 1 15,6-4-1-15,2-8-32 0,4-8-68 16</inkml:trace>
  <inkml:trace contextRef="#ctx0" brushRef="#br0" timeOffset="80965.57">19202 16365 217 0,'-10'14'-22'0,"0"-3"30"0,2-3-8 15,3-2 1-15,1-1-1 0,2 0 1 16,2-4 6-16,0 0 3 16,0-1-7-16,0 0-5 15,0 0 0-15,0 0-1 16,3-7 4-16,2-3-2 15,1-7 7-15,-3-3 1 0,1-8 0 16,2-8-2-16,-1-6 1 16,1-5-2-16,1-6-1 15,-1 1 0-15,1-1-1 16,-1 4 1-16,0 3-2 16,-2 8-1-16,-1 6 2 15,-1 4-1-15,-2 8 0 0,0 4 0 16,0 5 0-16,0 4 2 15,0 0 1-15,0 4 7 16,0 0 1-16,-1 2-4 16,-1 0 0-16,0-1-2 0,1 2 1 15,0 0-5-15,1 0 1 16,0 0-2-16,0 0 0 16,0 0-1-16,0 0-2 15,0 0 0-15,0-1 1 16,0 1-1-16,7-4-15 15,2-4-16-15,-1-7-15 0,-4-11-42 16</inkml:trace>
  <inkml:trace contextRef="#ctx0" brushRef="#br0" timeOffset="81797.64">19448 6385 151 0,'0'0'3'0,"0"0"2"0,8-38 1 0,-3 19 6 16,3-1-4-16,-1-2-1 16,1-4 0-16,4 0-2 15,0-3 1-15,1-4 0 0,0-4 0 16,1-3-1-16,3-2 3 15,0-7 2-15,2 0-1 16,0-4-1-16,1-4 0 16,-3 0 2-16,1-4 0 15,-3 4-2-15,0 2-1 0,-3 4-3 16,0 7-2-16,-4 10-3 16,-3 11 0-16,-3 9-32 15,-4 7-56-15</inkml:trace>
  <inkml:trace contextRef="#ctx0" brushRef="#br0" timeOffset="83450.24">16558 14821 113 0,'0'0'3'0,"0"0"-2"15,0 0-1-15,0 0 2 0,0 0-2 0,0 0 0 16,0 0 0-16,41-34 1 16,-28 34-1-16,2 0 1 15,3 0 0-15,0 0 0 16,2 3-1-16,2 7 1 15,-3 3-1-15,3 3 0 0,-2 3 0 16,-1 4 2 0,0 4-2-16,0 1 2 0,-1 5 0 15,-3 5 3-15,0 1-2 16,-3 1 1-16,0 0 3 16,-5 2-2-16,-3-1 3 15,-4-1-3-15,0 3 0 0,0-1 0 16,-8 0-3-16,-5 3 1 15,-2-4-3-15,-3 0 1 16,-5-1 0-16,-5-3 0 16,-3-3 0-16,-7-4-1 15,-4-2 1-15,-3-1-1 0,-7-1 0 16,-2-4 1-16,-6 0-2 16,-4-7-1-16,-4-2-1 15,-1-6 5-15,-5-4-1 16,0-3 7-16,0-7 9 15,3-11 5-15,2-7-11 0,2-7-1 16,2-7-8-16,5-6 0 16,-1-6-3-16,6-6 1 15,7-4 2-15,2-2-7 16,8-3 8-16,5-1-1 16,10 0-1-16,6-1-3 0,9-2 2 15,8 2 0-15,0 1 0 16,16 2 0-16,6 5-1 15,9 4 2-15,7 6-1 16,7 5 0-16,2 6 0 16,7 5-1-16,8 10 1 0,1 4-1 15,7 7 0-15,3 5 1 16,2 5 0-16,6 3 0 16,1 0 0-16,-1 6 0 15,0 8 1-15,-6 2 0 16,2 5 0-16,-8 4-2 15,-2 5 0-15,-8 1 3 0,-4 3-3 16,-7-1 2-16,-9 2-1 16,-5-2 1-16,-11-2 0 15,-6-1 2-15,-3-3 2 16,-7 0 0-16,-4 0 3 16,-3-1 2-16,0-1-2 0,0-1 0 15,-6 1 3-15,-5 0-3 16,0-3-1-16,-2-1-2 15,1-3-2-15,-3-1 1 16,0-4 0-16,0-3 1 16,0-3 2-16,1 1-1 0,-1-3-2 15,2-1 0-15,-2 0-3 16,1 1 0-16,1 0-1 16,0-2-1-16,3 3-3 15,1-2-1-15,2 2-12 0,2 0-16 16,-3-5-40-1,1-1-99-15</inkml:trace>
  <inkml:trace contextRef="#ctx0" brushRef="#br0" timeOffset="85941.53">15968 6612 70 0,'2'-5'6'0,"0"-4"9"0,2-1-6 0,0 0-5 16,1-3 0-16,0-4-1 0,2 0 0 16,-1-4-2-16,-1-3 1 15,1 0 0-15,-1-3-1 16,4-2 1-16,-5-2 5 15,3 1-3-15,0-2 0 16,1-4 0-16,1 1 2 0,0-2 2 16,0 0 2-16,-1 1 3 15,0-1 5-15,-5 3-5 16,0 4 5-16,-1 2 0 16,1 5-5-16,-3 3-5 15,0 5-4-15,0 1 1 16,0 1-1-16,0 4-2 0,0-1 1 15,0 3-1-15,0 0 0 16,0 0-1-16,0 0 0 16,0 1-1-16,0 0 1 15,0 1-1-15,0-1 1 16,0 2 0-16,0 0-1 0,0 0 0 16,0 0 0-16,0 3 1 15,0-2-1-15,0 2 0 16,0-1 0-16,0 1 0 15,0 0 0-15,0 1 0 16,0-2 0-16,0 2 0 0,0 0 1 16,0 0-1-16,0 0 2 15,0 0-2-15,0 0 0 16,0 0-4-16,-6 11 5 16,-5 9-5-16,-7 9 4 15,-5 15-2-15,-13 16 3 0,-12 9-8 16,-13 5-86-16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6:05:40.1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13916 14955 51 0,'-2'-3'5'0,"0"3"-1"0,1-1 2 0,-1-2 1 0,0 1-1 15,-2 1 1-15,1-1 2 16,0 0-4-16,-1 0 1 16,0 0-3-16,0 1 0 0,-1 1-1 15,-1-2 0-15,3 2 1 16,-4-2-2-16,0 2 0 16,1 0 0-16,-2 0 0 15,2-1 2-15,-3-1 1 16,1 2 1-16,-1 0 0 0,-1 0 0 15,0 0-4-15,1 0 0 16,-3 0-1-16,1 0 0 16,-2 2 1-16,2 1-1 15,-2 1 0-15,-1 0 0 16,3 0 0-16,-3 2 0 16,-1-2 1-16,1 3 0 0,1-2 4 15,1 2-3-15,-1 1-1 16,2-2 0-16,-3 5-1 15,1-2-2-15,2 2-3 16,-1 1 11-16,1-1-5 0,1 0 0 16,0 1-1-16,0-1 0 15,1-1 0-15,-1 0 0 16,3-2 0-16,1 2-1 16,-2 0 1-16,2-1 0 15,0-1 0-15,1 1 0 16,-2-1-1-16,2 1 2 0,0-1-1 15,-2 2 0-15,4-3 0 16,-1 1 0-16,0 0 0 16,2 1-1-16,-1-1 0 15,3-1 1-15,0 3 0 16,0-3 0-16,0 2-2 0,0-2 2 16,0 3 0-16,0-2 0 15,0-1 0-15,1 2 0 16,1-1 0-16,0 0 0 15,0 2 0-15,0 0 0 16,0-1 0-16,1 3 0 0,-1-1 0 16,2 0 0-16,1-2 0 15,-2 2 0-15,1 1 0 16,2-4 0-16,-2 2-1 16,1-3 1-16,2 2 0 15,-3-2 0-15,3 0 0 0,-3 2 0 16,3-2 0-16,0 0 1 15,2-2-1-15,-3 1 0 16,3 0-1-16,-1-1 2 16,1 0-1-16,1-1 0 15,-1-1 0-15,3 1 0 0,-1-1 0 16,3 0 0-16,-1-2 2 16,0 3-2-16,2-2 0 15,0-1 1-15,2 1 0 16,1-1 0-16,-1-1 0 15,-2 2-1-15,1-1 1 0,0 0-1 16,0 1 0-16,-2-1 1 16,-3 2-1-16,0-3 0 15,1 4 0-15,0-4 0 16,0 0 2-16,1 0-2 16,-2 0 0-16,3 0 0 0,-3 0 2 15,3 0-1-15,-1 0 1 16,0 0-1-16,1 0 0 15,-1-2 0-15,1 0-1 16,-3 2 0-16,3 0 0 16,-1 0 0-16,2 0 0 0,-1 0 0 15,2 0 0 1,3 0 0-16,-1 0 0 0,4 0 0 16,-2 0 0-16,3 0 0 15,-3 3 1-15,4-1-1 16,-3 0 1-16,2-2-2 15,-2 2 2-15,3-2 0 0,0 0-3 16,2 0 2-16,1-5 2 16,-3-2 0-16,3-1 0 15,0-2 0-15,-3-3-1 16,0 0 0-16,-1 0-2 16,0-2 2-16,-2-2 0 0,-2-2 0 15,1 2 0-15,-1-1-1 16,-2-1 2-16,1 2-2 15,-3-1 0-15,1 1 1 16,0-2-1-16,-2 1 0 16,-1-2 0-16,-1 2 1 0,-2 0-1 15,-1-1 1-15,0 0 0 16,-4-1 1-16,1-2-2 16,-4 1 1-16,-1-3 1 15,-1 0-2-15,0-3 0 16,0 0 0-16,-3-3 1 0,-6 1 1 15,-2 0 5-15,-2 2 4 16,-4 2 1-16,-2 1-3 16,-4 4-1-16,-1 1-5 15,-1 4 0-15,-4 6-3 16,0 0 1-16,-1 7-2 16,-1 2 2-16,-2 1-3 0,0 12-23 15,1 4-19-15,1 6-21 16,4-2-17-16</inkml:trace>
  <inkml:trace contextRef="#ctx0" brushRef="#br0" timeOffset="1032.31">15401 15054 76 0,'-6'-7'6'0,"-4"0"-3"0,-1 0 1 0,-2-3 3 16,-2 3-2-16,0 1 0 16,-2 0 0-16,2-1 3 15,-7 1 2-15,4 1 2 16,-4 1-2-16,3 1-4 15,-5 0-3-15,4 3-1 0,-4 0-1 16,3 0 1-16,1 4-4 16,-2 4 4-16,2 1-4 15,2 3 2-15,0 2-1 16,0 2 0-16,2-1 2 16,1 2-1-16,1 1 0 15,3 1-1-15,-3 0 1 0,1 1 0 16,1 2-1-16,0 1 0 15,3 0 1-15,0 1 0 16,1 2-2-16,5 0 3 16,3-1-1-16,0 0 0 15,3 2-1-15,8 0-1 0,2 0 1 16,4-1 2-16,1-1-2 16,1 2 2-16,3-1-1 15,-2 2 2-15,6-1-2 16,4 4 0-16,3-1 1 0,1 0-1 15,5-1 1-15,2-4 0 16,-1-2 1-16,0-6 1 16,3-6-3-16,-3-1 1 15,2-6 0-15,4-2 2 16,0-2-3-16,3 0 2 0,1-10-1 16,-3-1 1-16,2-4 0 15,-2-3 0-15,2-2 3 16,-3-3-1-16,0-1 1 15,0-6 0-15,-3 3-2 16,-3-4 0-16,-4 1-1 16,-5-2 2-16,-6-3-1 0,-5-2-1 15,-5-1 2-15,-6-2 2 16,-6-2 3-16,-3 1-3 16,0 2-3-16,-12 1 2 15,-3 5-4-15,-5 4-1 16,-1 4 0-16,-4 4-1 0,-3 6-4 15,1 6-22-15,1 3-14 16,-1 2-23-16</inkml:trace>
  <inkml:trace contextRef="#ctx0" brushRef="#br0" timeOffset="1708.09">16977 14955 52 0,'0'0'5'0,"0"0"11"0,-37-3-5 0,14 3-5 15,-1 0 3-15,-7 0 1 16,1 0-3-16,-3 4 3 16,-4 2-1-16,2 0 11 15,-2 2-13-15,2 5-6 0,0 2 1 16,2 1-2-16,2 6-2 16,3-1 4-16,3 2-2 15,5-1-4-15,3 4 5 16,1 1-3-16,5 5 1 15,3 1 0-15,5 6 0 16,3 0-2-16,0 5 1 0,0 0 2 16,11-2-1-16,4 0-1 15,4-2 0-15,3 1 2 16,5-5 1-16,4-1 1 16,5-1 1-16,0-3 2 15,6-4 2-15,1-1-1 0,5-6 2 16,-2-3 0-16,4-4-2 15,2-5 1-15,0-1-4 16,6-5-1-16,-5-2 2 16,2 0-2-16,2-13-1 15,-5-7 4-15,-1-6-4 0,2-6 3 16,-1-7-1-16,-4-2 3 16,0-3 4-16,-6-5 1 15,-7-4-2-15,-3-2-4 16,-13-2-2-16,-7 0 0 15,-6 2-1-15,-6 2 0 0,-5 5 0 16,-13 2 3-16,-6 7-3 16,-4 4-1-16,-8 10-3 15,-3 9 0-15,-3 10-10 16,-3 6-50-16,2 0-80 16</inkml:trace>
  <inkml:trace contextRef="#ctx0" brushRef="#br0" timeOffset="2575.92">18899 15105 89 0,'0'0'34'0,"0"0"-27"15,0 0-7-15,0 0 4 0,0 0-3 0,-35-11-1 16,31 11-1-16,-1 3 1 16,0 1 0-16,-4 2 2 15,-4-2 1-15,-3 3 6 16,-4 0 3-16,-2 2-4 0,-4 1-4 16,-1 0-1-16,-2-2-1 15,-1 5 1-15,-1-2 1 16,0 1 3-16,-1 1 0 15,2 2-3-15,2 4-2 16,2 2-2-16,3 3 0 16,4 6 1-16,2 4-2 0,-1 3 1 15,3 6 0-15,4 5 1 16,3 1-2-16,4 2 1 16,4-1 0-16,0 0-1 0,14-6-3 15,8-1-3-15,7-8 1 16,6-6 2-16,7-5 1 15,3-8 2-15,3-5 2 16,-2-7-1-16,4-4-2 16,-3 0 4-16,2-14-2 15,1-6 4-15,2-7 8 0,1-6-1 16,1-4 2-16,1-4 2 16,-3 0 0-16,-8-2-7 15,-6-1-3-15,-7 0 0 16,-12 0 4-16,-10 0-3 15,-9 0 4-15,0 0-7 0,-14 2-1 16,-10 5-2-16,-3 4 0 16,-4 7 0-16,-3 5-8 15,-2 7-20-15,-5 6-28 16,-1 3-35-16</inkml:trace>
  <inkml:trace contextRef="#ctx0" brushRef="#br0" timeOffset="3238.2">20502 14966 126 0,'0'0'-15'0,"0"0"31"0,0 0 9 0,-27-40-11 16,3 35-9-16,-5 2 1 15,-5 3-3-15,-6 0 0 16,-3 3 1-16,-2 10-3 15,-3 1 4-15,-3 7-2 16,-1 3-3-16,0 3 2 16,2 1-2-16,4 5 0 0,6-1 0 15,7 5 0-15,7 2 0 16,6 4-2-16,8 2 4 16,7 3-5-16,5 2 1 15,0 1 0-15,7-4 2 16,13 3-1-16,5-3-1 0,8-2 2 15,8-3 1-15,8-1-4 16,4-6 2-16,7-6 3 16,1-7 0-16,6-6-2 15,2-9 1-15,1-7 0 16,4 0 3-16,4-14-1 0,0-9 2 16,4-4 0-16,1-5-1 15,-3-5 1-15,1-3 0 16,-3-3-1-16,-4-1 1 15,-10-3-4-15,-8-1 2 16,-12 0-1-16,-12-2 2 0,-15 0 10 16,-14 5 1-16,-4 1-2 15,-18 1-7-15,-14 4-2 16,-5 2-5-16,-11 4 2 16,-4 6-2-16,-4 4-10 15,-5 8-49-15,0 3-62 0</inkml:trace>
  <inkml:trace contextRef="#ctx0" brushRef="#br0" timeOffset="3978.25">22385 15010 10 0,'-47'0'10'16,"0"0"17"-16,1 0-1 0,-2 9-7 0,3 3-3 15,0 1-4-15,1 5 0 16,-2 4-2-16,3 2 0 0,-1 8 3 15,2 3-1-15,4 6-4 16,7 6-4-16,4 6-1 16,9 1-2-16,9 3 1 15,5-1-1-15,4 0 1 16,11-4-2-16,11-1-2 16,5-5 2-16,6-4 2 0,6-3-2 15,4-7 0-15,3-6 0 16,2-4 7-16,6-6 10 15,1-4 3-15,5-5 2 16,3-3-8-16,3-2-2 0,5-2-1 16,2-4-7-16,5-10-3 15,4-7 4-15,2-4-4 16,5-7 2-16,2-6-5 16,-3-3 2-16,1-6-2 15,-2-3 1-15,-6-2 1 16,-8-1 0-16,-8-1 1 0,-11-1 0 15,-14 2 0-15,-10-1 5 16,-14 4 12-16,-13 2 8 16,-3-3-9-16,-18-1-3 15,-9 0-6-15,-11 1-9 0,-9 3 0 16,-10 3-7 0,-12 3-19-16,-15 3-28 0,-9-5-71 15</inkml:trace>
  <inkml:trace contextRef="#ctx0" brushRef="#br0" timeOffset="8614.99">13853 14946 38 0,'0'0'2'0,"-2"0"2"0,2 0-1 0,0 0-2 16,0 0 1-16,0 0 1 16,0 0 0-16,0 0 1 15,0 0-3-15,0 0 4 0,-2 0-4 16,2 0 4-16,0 0 4 15,0 0-5-15,0 0-4 16,0 0 0-16,0 0 0 16,0 0 0-16,4-1 0 0,-1 1 0 15,2 0 0-15,2 0 0 16,1 0-1-16,1 0 1 16,3 0-1-16,2 0 2 15,2 0-1-15,4 0 0 16,0 0 0-16,2-2 0 15,-1-3 0-15,5-1 1 16,-1 0-1-16,2-1 0 0,-1 0 0 16,-1-1 0-16,0-2 1 15,-1 0-1-15,1-3 0 16,-5 2 0-16,2-1 1 16,-2 2-1-16,0 3 0 0,-2 0 0 15,-2 4 0-15,2 2 0 16,-5 1 0-16,1 0-1 15,-1 0 1-15,-3 4 0 16,1 3 0-16,-1 0 0 0,0 2 0 16,-1 2 0-16,1 2 0 15,-3 4 0-15,1 2 0 16,0 2 1-16,0 2-2 16,4 2-2-16,-3 3-5 15,-1 1-5-15,3 0-5 16</inkml:trace>
  <inkml:trace contextRef="#ctx0" brushRef="#br0" timeOffset="15652.23">22764 6554 67 0,'0'0'2'0,"0"-4"2"0,0-2 0 0,0 1 0 15,0 0-2-15,0-2-1 16,0 2 1-16,-1-1 0 15,-2 0 0-15,0 0 0 16,-2-2 2-16,0 1 1 0,1-1 1 16,-2 0 0-16,0 2 3 15,3-1-1-15,-4 3 0 16,2-3 3-16,2 4-6 16,-4-2-2-16,2 3-2 15,-3-1-1-15,1 2 0 0,-4-1 2 16,1 0-2-16,-2 0 0 15,-3 2 0-15,1-1 2 16,0 0-2-16,-1 0 1 16,0 1 1-16,1 0-1 15,-1-1-1-15,2 1 1 0,1 0 3 16,0 0-3-16,-1 0 3 16,0 0-5-16,-1 0 2 15,-2 4-1-15,0 3-1 16,0 3 1-16,-3 0-1 15,-1 0 3-15,1 1-1 0,-2 0-2 16,2-2 2-16,-4 4 0 16,6-2-4-16,-4-1 5 15,4 2-2-15,-1-1 0 16,-2 0 0-16,3 1-1 16,0-1 2-16,0 1 0 0,-1 0-1 15,1 1-1-15,0 0 2 16,2 1-1-16,-3 0-1 15,1 3 2-15,2-1-1 16,-2 2 0-16,3 1 0 16,-2 1 0-16,3 1 0 0,-3 2 1 15,3-2-1-15,2 3 0 16,0-1 0-16,2 0 0 16,3-1 1-16,0 1-1 15,3 0 2-15,0 2-1 16,1-2 0-16,2 4-1 15,0-1 1-15,0 2 0 0,5 1 0 16,3 0-1-16,-1 3 1 16,3-1-1-16,2 0 3 15,-1 0-2-15,3-2 0 16,-1-1-1-16,0 0 0 16,1-2-2-16,1 0 6 0,3-1-3 15,3 1 1-15,-1 1-2 16,5 0 2-16,1-2-2 15,3 4 3-15,1-5-3 16,2 4 0-16,2-4 1 16,0-1-1-16,2 0 1 0,1-2-2 15,-1-1 2-15,0 0 0 16,-1-3 1-16,2-3-2 16,0 0 0-16,4-1 0 15,-1-4 0-15,4-2 0 16,-2-3 3-16,4 0-1 15,1-1 0-15,0-2-1 0,4 1 2 16,-4-2-3-16,3 0 2 16,-2 0-2-16,-1 0 1 15,-2-3 0-15,0-5-2 16,-2-4 2-16,3 1-1 0,-1-3 0 16,2-2 0-16,1-4 1 15,-4-2 2-15,1-1 4 16,-2-4-3-16,-2-3 0 15,-3-7 1-15,-1-3-3 16,-5-2 0-16,-2-5-1 0,-5 0 0 16,-4-3-1-16,-5-3 1 15,-5-2 0-15,-3-2 1 16,-3-2 2-16,-3-2 1 16,-2-2-1-16,0 2 0 15,0-3-2-15,-6 4 0 16,-3-2-2-16,-4 1 1 0,-3 1-2 15,-4 2 7-15,-3 4-1 16,-1 0 0-16,-5 3-1 16,-6 4 0-16,0 3 3 15,-5 7-4-15,-2 6-3 16,-6 7 3-16,-1 7-1 0,-4 7-6 16,-3 6 8-16,-2 4-4 15,-2 1 0-15,-1 13 0 16,0 2-14-16,3 5-11 15,2 0-16-15,2-2-44 16,6-6-67-16</inkml:trace>
  <inkml:trace contextRef="#ctx0" brushRef="#br0" timeOffset="16528.62">22307 6659 42 0,'-4'0'5'0,"2"-3"14"0,2-4-7 0,0-1-5 16,0-2-3-16,5-3-2 15,6-1-1-15,0-2 2 16,3-1-3-16,-1-1 1 15,3-2 0-15,-1 0 1 16,4-4-2-16,2 1 0 16,4-2 0-16,4 2 1 0,4-1 0 15,5 1 0-15,6-1 0 16,2 4 0-16,4-3 2 16,4 5-2-16,0-1-1 15,5 2 1-15,3 1 0 16,-1 0 0-16,3 3 1 0,-1 3-1 15,2 3-1-15,-2 4 1 16,-4 3-1-16,-1 0 1 16,-3 1-1-16,-1 8 0 15,-5 1 0-15,-5 3 0 16,-3 2 0-16,-3-1 0 0,-4 4 0 16,-5 1 0-16,-5 0 0 15,-5 2 1-15,-6 0-1 16,-5 2 2-16,-8 0-1 15,-2 2-2-15,-15-5 3 16,-3-4-24-16</inkml:trace>
  <inkml:trace contextRef="#ctx0" brushRef="#br0" timeOffset="17134.24">22682 6189 59 0,'0'0'3'0,"0"0"9"0,0 0 2 0,0 0-1 0,0 0-2 16,-8-44-3-16,17 28 1 15,3-4 0-15,8-3-2 16,0-3 0-16,5-3 3 16,3-2-5-16,4 1 1 0,4-2-5 15,5-1 0-15,3 2 1 16,5-2-2-16,-2-1 1 16,4-2-1-16,0 0 0 15,2-1 0-15,2-2 0 16,-1 1 2-16,3 2 2 15,-1 1-1-15,0 2 1 0,-6 4 3 16,-2 2 0-16,-7 2-1 16,-5 5-2-16,-3 2-1 15,-6 4-2-15,-6 1 2 16,-2 3-3-16,-3 3 0 0,-7 1 1 16,-1 3-1-16,-3 1 0 15,0 1-11-15,-5 0-21 16,0 0-10-16,0-2 12 15</inkml:trace>
  <inkml:trace contextRef="#ctx0" brushRef="#br0" timeOffset="17447.48">23676 5172 74 0,'0'0'4'0,"0"0"3"0,0 0 5 0,50-33-2 16,-29 26-3-16,6-1 2 15,0 1-2-15,2-1 3 16,2 3 0-16,0 1-1 0,1 2-3 16,-3 2-3-16,-2 0 1 15,0 6-2-15,-8 8-1 16,-2 9-5-16,-7 7-2 15,-9 9 6-15,-2 13 3 16,-18 10 4-16,-17 12 0 0,-9 14 1 16,-15 14 0-16,-7 6-4 15,-7 7-43-15,-2 2-46 16</inkml:trace>
  <inkml:trace contextRef="#ctx0" brushRef="#br0" timeOffset="42843.06">14094 15916 0 0,'0'0'0'0,"0"0"0"0,0 0 0 0,0 0 0 16,2 0 0-16,1-1 0 16,-1-2 0-16</inkml:trace>
  <inkml:trace contextRef="#ctx0" brushRef="#br0" timeOffset="43313.3">14074 15618 8 0,'0'0'2'0,"0"0"5"15,0 0 7-15,0 0 0 16,0 0-12-16,-42-5 0 0,33 5-1 16,2 0 0-16,-2 0 2 15,-1 0 0-15,2 0 0 16,-1 2 1-16,1-1-1 15,3 1 2-15,-2 2-4 16,3-3 0-16,1 1-1 0,1 0 0 16,0 0-7-16,0 1-13 15,2-1-16-15</inkml:trace>
  <inkml:trace contextRef="#ctx0" brushRef="#br0" timeOffset="43498.36">13951 15638 41 0,'0'0'23'16,"0"0"-1"-16,0 0-7 15,0 0-2-15,0 0-6 0,0 0 8 16,0 0 0-16,0 0-6 16,0-6-4-16,0 5-3 15,4-1-6-15,6-3-6 16,1-8-37-16</inkml:trace>
  <inkml:trace contextRef="#ctx0" brushRef="#br0" timeOffset="45353.26">23280 6260 85 0,'0'0'4'16,"0"0"10"-16,-40-18 2 0,27 12-7 0,2 2-2 15,-1-2-2-15,-1 0 2 16,1-1-1-16,1 3-1 0,-2-2 2 16,0-1-1-16,-1 1-3 15,-1 2 0-15,-3-3-1 16,0 4 1-16,0-1-1 15,-2 0-2-15,1 2-1 16,-2 2 1-16,1-1 1 0,2 1 0 16,-5 0-2-16,1 0 0 15,-1 0 1-15,0 1-3 16,0 4 3-16,-2-1 0 16,1 0 0-16,0 3 0 15,1 2 0-15,-4-1 0 0,2 1-4 16,-2 4 7-16,0 1-2 15,-2 0-2-15,-3 4 2 16,0 1-1-16,0 1 0 16,-1 1 0-16,-3 0 0 15,0 4 0-15,-3 0 2 0,-2 1-1 16,1 2 1-16,-1-1 1 16,0 0-1-16,6 1 0 15,-1-1-1-15,4 1 1 16,4 0-1-16,-1 1 1 15,2 3-2-15,0 1 1 0,4 3 1 16,-1 1 1-16,2-1-2 16,2 1 2-16,1-2-1 15,4-1 0-15,2-1-1 16,4-2 1-16,3-1 1 16,1 2 0-16,3 1 0 15,2 3 0-15,0-2-2 0,0 4 2 16,8-1-3-16,1 0 0 15,2-4 0-15,4 1 0 16,2-4 0-16,2 1 0 16,2-1 1-16,0 0-2 0,3-3 4 15,-1 4-1-15,0-4 0 16,1 1-2-16,0-2 2 16,3-2-2-16,-3 0 1 15,4-1 0-15,1-3 0 16,2 0 1-16,0 1 1 0,1-1-1 15,3 0-1-15,-2 0 0 16,2-2 0-16,2 2 1 16,0-3-1-16,4 0 0 15,1-2 0-15,6 0 0 16,-1-5 2-16,4 0-3 16,-2-2 2-16,3-2-2 0,0-2 1 15,0-1 0-15,0-3-1 16,1 0 0-16,-2 0 0 15,0-9-1-15,0-2 2 16,1-3 1-16,-1-3 1 16,2-4 1-16,-2-1-3 0,-2-6 1 15,1-2 1-15,-7-1 0 16,-1-6 1-16,-2-6-3 16,-6-5 1-16,-1-4-1 15,-4-5 1-15,-2-4-2 16,-6-6 1-16,-6-4 1 0,-2-5-2 15,-6-3 0-15,-6 2 0 16,-1-4 1-16,-10 2-1 16,-7 4 1-16,-6 6-1 15,-4 7-2-15,-6 7-1 16,-3 8 3-16,-6 10 0 0,-5 6-29 16,-4 6-30-16,-1 6-23 15</inkml:trace>
  <inkml:trace contextRef="#ctx0" brushRef="#br0" timeOffset="46151.01">22834 6078 73 0,'-7'0'2'0,"2"0"6"0,1 0 11 0,2 0 0 0,1-1-4 15,1-3-2-15,0-4-2 16,1 1-6-16,8-2-2 15,4-2-1-15,2-5-1 0,5-1 2 16,6-2-1-16,5-4-1 16,5-1 0-16,6 0 0 15,2-3-1-15,3-1 1 16,2-2-1-16,1-3 0 16,3 0 0-16,3-3 2 0,1-3-1 15,3 2 1-15,0 0 0 16,-4 0-1-16,0 3 0 15,-3 3-1-15,-6 0 1 16,-4 5 0-16,-3 1 0 16,-5 3 3-16,-6 4-2 0,-6 2 0 15,-5 2-2-15,-7 3 1 16,-4 6 0-16,-3 1-1 16,1 1 0-16,-5 2 3 15,0 1-3-15,0 0-3 16,-7 0 4-16,0 6-20 0,-3-1-11 15,-2 0 0-15,0-4-6 16</inkml:trace>
  <inkml:trace contextRef="#ctx0" brushRef="#br0" timeOffset="46486.26">23762 5162 97 0,'0'0'-1'0,"0"0"2"0,0 0 1 15,47-7 1-15,-28 7 2 16,-1 0 1-16,1 0-4 0,1 4 0 15,-2 7 0-15,3 1 0 16,-6 4-1-16,3 6 0 16,-2 1 0-16,-4 7 0 15,-4 4 1-15,-6 4-1 0,-2 4-1 16,-14 7 2-16,-13 8 0 16,-16 8 2-16,-16 5-6 15,-16 4-99-15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6:06:39.7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12896 5797 33 0,'0'0'19'0,"0"0"-13"0,-1 0 2 0,0 0-1 15,1 0-2-15,-2 0-1 16,0 0-1-16,2 0-1 0,-2 0 0 16,2 0-1-16,0 0 4 15,-2 0 1-15,0 0 2 16,2 0-3-16,-1 0-2 16,1 0-3-16,0 0-3 15,0 0 0-15,0 0 1 16,0 3 0-16,0 0 1 0,0 1 1 15,0 0 0-15,0 1 0 16,0-1-2-16,0-1 2 16,0 2 0-16,0-2 0 15,0 1 0-15,1-1 0 16,3 1-1-16,-2-1 1 0,-2 2-1 16,2-1 0-16,0 0 0 15,-1-1 1-15,2 1 0 16,0-1 1-16,1 1-1 15,0-2-1-15,4-1 2 16,-3 1-1-16,1-2 0 0,2 0 2 16,1 0 7-16,3 0-2 15,1-6 0-15,3 0 2 16,-1-4-4-16,1 0 0 16,0 1-2-16,2-3 0 15,-1-1 0-15,2-1 0 16,5-2-1-16,-3 1 0 0,2-4 0 15,2-1 2-15,0 1 1 16,0-1-3-16,1 0 0 16,0 1 0-16,2-2 2 15,1 3 0-15,-2-1 0 0,0 2 2 16,-2 0 0-16,1 1 0 16,-6-1-2-16,1 3 1 15,3-3-1-15,-6 3 0 16,4 1-1-16,-3 1 0 15,2 0 3-15,-1-1 0 0,-3 2 3 16,-2 2 1-16,-2-2 0 16,-1 4 2-16,-2 0-4 15,-5 1 1-15,2-1-1 16,-5 4 2-16,0 0-3 16,-2-1 2-16,0 1-2 0,1-1-1 15,-1 2-1-15,0 0-2 16,0 2-2-16,0-2 1 15,1 2-1-15,4 0-1 16,1 2-4-16,-2 2-34 16,1-4-84-16</inkml:trace>
  <inkml:trace contextRef="#ctx0" brushRef="#br0" timeOffset="3710.16">12924 5827 7 0,'-2'0'24'0,"1"-3"-7"0,-1 2 1 0,0-2-7 16,-1 0-9-16,3 0 2 0,-3 0-3 16,1-1 0-16,1 0-1 15,0 0 1-15,-3 0 1 16,2 0 5-16,-1 1 2 16,0 1 2-16,2 0-1 15,-3 0-5-15,2 2 4 0,0 0-7 16,-1 0 1-16,3 0-5 15,-1 0-1-15,1 0 0 16,0 2 0-16,0 4 0 16,0-2 1-16,0 2 1 15,0-2 0-15,6 3 1 0,-2-2-1 16,1 0 1-16,3-2-1 16,-2 1 1-16,4 0 0 15,-1 0 1-15,2-2 0 16,2-2 0-16,1 0 1 15,2 0-1-15,3 0 3 0,-1-6 0 16,3-5 2-16,1-3-1 16,4-2 0-16,2-8-1 15,3 0-1-15,2-4 1 16,0-2-1-16,4-1 1 16,3 0-2-16,-2 1 2 15,2 2 3-15,-4-1 1 0,3 2 0 16,-4 0 2-16,-2 4-3 15,-4-1 2-15,0 2-1 16,0 1-2-16,-2 3 1 16,-2-1-2-16,-3 4 4 0,-3 2 3 15,-4 0-2-15,-3 3 0 16,-4 5 0-16,-2 0-5 16,1 4-3-16,-2 1-2 15,6 0 0-15,-3 4 0 16,-5-4-42-16,-8-8-130 15</inkml:trace>
  <inkml:trace contextRef="#ctx0" brushRef="#br0" timeOffset="6622.19">20047 6404 24 0,'0'-2'15'0,"0"2"6"0,0-3-9 0,0 1-1 0,2 0-3 16,-2 1 0-16,0-1-4 15,1 1 1-15,0-1-3 0,-1 2 2 16,0-1 2-16,0 1 2 16,0-2 3-16,0 1 2 15,0 1-4-15,0 0 2 16,0 0-3-16,0 0-4 16,0 0-4-16,0 0-1 0,1 0-3 15,0 0 2-15,1 0 0 16,0 0 0-16,0 3 0 15,2 0-3-15,-2 2 2 16,2-1 1-16,0 2 1 16,-3 1 0-16,3-2 2 0,-1 0-2 15,0 1 0-15,-1-2 0 16,1 1 1-16,0-1 0 16,-1 0 2-16,1 0-1 15,2 2 0-15,-3-3 1 16,3 1 0-16,-1-1-2 15,-1 1 0-15,0-2 1 0,1-1 0 16,-2 2 0-16,0-2 2 16,0-1-1-16,0 0 1 15,0 2 0-15,-1-2 1 16,2 0 1-16,0 0-1 0,0 0 2 16,1 0-4-16,5-3 2 15,0-3 0-15,2-1-2 16,5-3-1-16,3-3 0 15,4 0 1-15,4-2-2 16,4-5 1-16,4 0-1 16,5-2 1-16,4 0-1 0,2-2 0 15,0 1 0-15,5-1 0 16,-4 1 1-16,2-1 0 16,-4 3-1-16,3 0 1 15,-3 2 1-15,-5-1-1 16,1 2 1-16,-8 2-1 0,-3-1 1 15,-3 4 0-15,-4 1 1 16,-4 2 2-16,-1 3-2 16,-3 2 0-16,-4 0-1 15,-1 0 1-15,-2 4 0 16,-3-2 2-16,-1 0 3 0,0 2 3 16,-1-2-2-16,-2 3 0 15,1 0-1-15,1-1-5 16,0 1-3-16,2 0 1 15,1 0-1-15,1 1-4 16,2 5-27-16,-4-2-35 0,-3-4-64 16</inkml:trace>
  <inkml:trace contextRef="#ctx0" brushRef="#br0" timeOffset="9571.33">10880 7092 6 0,'0'0'9'0,"0"-1"0"0,0 1 1 16,0 0-6-16,0 0 3 0,0-1 2 16,0-1-2-16,0 2-6 15,0 0 0-15,0-2-1 16,0 1 1-16,0 1 1 16,0-1 1-16,0 1 0 15,0 0 1-15,0-2 2 0,0 2-1 16,0 0-2-16,0 0-2 15,0 0 0-15,0 0-1 16,2 0 0-16,-2 0-1 16,3 0 1-16,-2 0-1 15,1 0 1-15,-1 0 0 16,2 3 0-16,-3 1 0 0,2 2-1 16,0 0 2-16,-2-1 0 15,2 1 0-15,-1 0 1 16,1 1-1-16,2 0 0 15,-2-3 0-15,0-1 1 16,1 0-1-16,3-2 1 0,1-1 2 16,-1 0 0-16,4 0 2 15,5-4 3-15,6-7-4 16,-1-4 1-16,9-3-3 16,4-2 2-16,3-5-1 0,7-4 1 15,1 1 2-15,4-5-2 16,4-2 1-16,4-1 0 15,0-2 2-15,1 0-2 16,-1 1 1-16,-4 3 0 16,-4 2 2-16,-6 7-4 0,-8 4 0 15,-2 5-2-15,-6 3-2 16,-4 6 0-16,-3 1-1 16,-6 6 2-16,-5 0-5 15,-8 3-35-15,0 5-40 16</inkml:trace>
  <inkml:trace contextRef="#ctx0" brushRef="#br0" timeOffset="10575.29">9736 7988 13 0,'2'0'2'0,"0"0"3"0,0 0 3 0,2 0 4 0,0 0-4 16,0 0-2-16,1-2 1 16,3-1-1-16,0-3 5 15,4-1 0-15,3-4-1 16,6-3-2-16,2-6-1 15,8-3 0-15,7-7 0 16,7 0 0-16,0-8 0 0,10 1 0 16,0-3-3-16,2-5 1 15,3-1-2-15,1 1-1 16,-3-1 0-16,0 4 0 16,-2 2-2-16,-4 5 3 15,-4 6-2-15,-8 5-12 0,-9 1-47 16</inkml:trace>
  <inkml:trace contextRef="#ctx0" brushRef="#br0" timeOffset="13629.37">11651 8653 13 0,'0'0'58'0,"-2"0"-52"0,0 0 1 0,-1 0 0 16,1 0 1-16,0 0-4 15,0 0 3-15,0 0-1 16,0 0 0-16,0 0-5 0,2 0-1 15,0 0 0-15,0 0-1 16,0 0 0-16,0 0 0 16,0 0 1-16,0 0-1 15,0 4-1-15,0-1 1 16,0 0 1-16,0 3-1 16,4-3 1-16,0 1 0 0,-1 0 0 15,1-1 1-15,0 1-1 16,-1 1 0-16,1-2 0 15,1-1 1-15,-1 1-1 16,-1 0 2-16,5-2-1 16,-3-1 0-16,4 0 2 0,0 0 1 15,3-4 3-15,3-6 2 16,3-1-3-16,1-4-2 16,4 0 1-16,1-5-2 15,4 1 0-15,1-6-1 16,2 2 1-16,1-1-1 15,1-3 1-15,3-1 1 0,1 1 2 16,5-3 0-16,2-3 1 16,2 3-3-16,3-4 3 15,-2 0-3-15,0 3 1 16,-2 1 0-16,-2 2-1 0,-3 4 0 16,-3 1-3-16,-3 6 3 15,-3 2-2-15,-5 3-1 16,-2 3 0-16,-4 2-1 15,-5 4 2-15,-1 3-2 16,-3 0 1-16,-2 0-4 0,0 0-37 16,-6-1-56-16</inkml:trace>
  <inkml:trace contextRef="#ctx0" brushRef="#br0" timeOffset="17118.66">4086 10904 12 0,'0'0'3'0,"0"0"-1"0,0 0 1 16,0 0-2-16,0 0 0 15,0 0-1-15,0 0-1 0,0 0-4 16,0 0-2-16,0 0-2 15,0 0 9-15,0 0 0 16,0 0 0-16,0-28 0 16</inkml:trace>
  <inkml:trace contextRef="#ctx0" brushRef="#br0" timeOffset="18028.11">4245 10840 10 0,'0'0'16'15,"42"-9"-2"-15,-20 4 3 16,3 0-4-16,-2 0-5 16,3-1-3-16,1 1-2 0,-3-1-1 15,3 0-1-15,-2 1 0 16,0-2 1-16,-1 1 0 15,0 0-2-15,1-1 1 16,0 2-1-16,2 0 0 16,-5 1 1-16,3 0-1 0,2 1 3 15,-1-3-3-15,2 4 0 16,1-1 1-16,-2 1 0 16,2-1-1-16,-2 3 1 15,1-1-1-15,-2 1 0 16,0 0 1-16,2 0-1 15,-3 0 0-15,0 0 0 0,1 0 0 16,-1 0 0-16,-2 0 0 16,3 0 0-16,-1 0 0 15,-3 0 0-15,1 1 0 16,3 0 0-16,-3 1 0 0,1-2 1 16,1 2-1-16,1-1 0 15,1-1 2-15,2 2-2 16,0 0 1-16,3 0 0 15,-1-1 0-15,1 2 0 16,1-2 3-16,1 1 1 16,1 0-1-16,-2-2-3 0,4 0 1 15,1 0-1-15,-2 0 1 16,3 1-2-16,2-1 1 16,-1 2-1-16,0-1 0 15,0 1 0-15,1 0 0 16,-3-1 2-16,4 2-1 0,1-3 1 15,3 4 1-15,1-1 0 16,2 0 0-16,1 2-3 16,-3 0 1-16,0 1-1 15,0-1 0-15,-3 2 1 0,-1-4-1 16,4 3 0-16,-5 0 0 16,3-1 1-16,-5 0-2 15,0 0 2-15,1-2-1 16,-4 3 1-16,1-2-1 15,-2-1 1-15,-3 1 0 16,1-1 0-16,-5-2 0 0,0 1 1 16,-4-1 3-16,-4-1 1 15,1 0 5-15,-7 0 2 16,1 0-3-16,-3 0-5 16,-2 0 0-16,-2-3-1 15,-2 0 2-15,-3 2 6 16,-1-2 2-16,-1 3 0 0,0-1-3 15,-2 1-5-15,0 0-2 16,0 0-2-16,0 0 0 16,0 0-4-16,0 0-2 15,0 1-26-15,0 5-9 0,0-2-36 16</inkml:trace>
  <inkml:trace contextRef="#ctx0" brushRef="#br0" timeOffset="22007.05">7691 10721 21 0,'-6'1'3'0,"2"-1"0"0,-2 2 6 0,4-2 1 16,-3 0-3-16,3 0-1 15,0 0 1-15,0 0 1 0,2 0 0 16,-2 0-2-16,2 0 0 16,0 0-4-16,0 0-2 15,0 0-5-15,0 0 3 16,0 1-1-16,6-1 3 16,-2 0 4-16,3 0 1 0,0 0-1 15,0 0-3-15,0 0 0 16,1 0-1-16,0 1 1 15,-2 1-1-15,1-2 0 16,1 3 0-16,0-3 1 16,3 4-1-16,-3-1 0 0,1 1 0 15,3-2 0-15,-1 2 0 16,1-1 0-16,1 0 0 16,0 0 0-16,1 1 1 15,-1-1-1-15,0 1-1 16,1 0 2-16,2-1-1 0,1 1 0 15,1-2 0-15,-1 1 0 16,4-1 0-16,1 0 0 16,-2-1 2-16,1-1-1 15,3 0 0-15,-4 0 0 16,0 0 0-16,1 0 1 0,-1 2 0 16,0-1 0-16,2-1 2 15,-1 1-3-15,0 2 1 16,4-3-1-16,0 0 0 15,0 2-1-15,1-1 1 16,1-1 0-16,0 0-1 16,1 0 1-16,0 0 0 0,0 0 0 15,1 0 1-15,1 0-2 16,-1 0 1-16,-2 2-1 16,2-1 0-16,-2 0 1 15,-1 1 0-15,3-1-1 16,2 1 0-16,-1-2 0 0,3 3 0 15,1-2 0-15,2 2 0 16,-1 0 1-16,1-2-1 16,0 3 0-16,-1-4 0 15,1 0 0-15,1 0 0 16,0 0 1-16,3 0-1 0,0-4 2 16,1-1 1-16,-1-1 1 15,0 0 0-15,0 0-2 16,1 1 0-16,-3 0-1 15,3 1-1-15,-2 2 2 16,1 1-2-16,0 0 0 0,1 1 0 16,-1 0 0-16,0 0 1 15,1 0-2-15,1 0 1 16,0 0 0-16,3 0 1 16,-1 0-1-16,6 0 0 15,-4 0 0-15,4 1 0 0,0-1 0 16,1 0 0-16,2 0 1 15,1 0-1-15,0 0 0 16,-1 0 0-16,1 0 0 16,-2 0 0-16,1 0 0 15,0 0 0-15,-1 0 0 0,2 0 0 16,-1 0 1-16,1 0-2 16,-3 0 1-16,1 0 1 15,-1-1-1-15,-1-2 0 16,0 3 2-16,0-1 1 15,-2 0-2-15,-2 1 3 0,3 0-3 16,-5 0 0-16,4-1 0 16,-1 0 0-16,2-2 0 15,-5 0 0-15,0-1-1 16,-2 0 1-16,-2-1 1 16,0 1 1-16,-6 0 3 0,1-2 1 15,-3 3-4-15,1-1 0 16,0 1-2-16,-2 0 0 15,1 2-1-15,-1 1 1 16,-1 0 0-16,1 0-2 16,0 1 0-16,0 5 3 0,-1 0-2 15,2 3 1-15,2-4-1 16,0-1 0-16,3 2 2 16,2-2-2-16,-1-1 0 15,0-2 1-15,2 2-1 16,2-1 0-16,1 0 0 0,2 1 1 15,1 2-1-15,-1 0 0 16,0 2 0-16,2 0-1 16,-4 0 2-16,1-1-1 15,3 0 0-15,-1-3 0 16,4 0 1-16,-2-2-1 16,4-1 1-16,2 0-1 0,0 0 9 15,2-4-2-15,1-2-4 16,1-2 1-16,1 0 0 15,-3 1-1-15,-2-1 0 16,0 1 3-16,-3 1-1 16,2 2 1-16,-1-2-1 0,-2 4-1 15,1 0 0-15,2-1-3 16,-4 3 0-16,0 0 0 16,3 0-1-16,-4 0 1 15,2 0-1-15,-1 0 0 16,-2 3 1-16,0 1-1 0,2-1 0 15,-1 2 1-15,1 0-1 16,4 2 0-16,1 0 0 16,1 2 1-16,1-2-1 15,0 1 0-15,0-1 0 16,1-1 0-16,1-3 0 16,2 1 0-16,-3-4 1 0,4 3-1 15,1 0-1-15,4-2 2 16,-3-1-2-16,4 0 2 15,-1 0-1-15,-1 0-1 16,0 0 0-16,-1 0 1 0,-2-7 0 16,-1-1 0-16,2-2 0 15,-1-2 1-15,1 0-1 16,-2-3 0-16,3 0 0 16,1 0 0-16,-1-3 1 15,0 0-1-15,-2-1 0 0,-1-1 0 16,-4 2 0-16,-3-4 1 15,-2 1-1-15,-4 1 0 16,-4 0 2-16,-1-1 4 16,-1-2 3-16,-2 2-3 15,0 0-3-15,0-1 0 0,-4 0-1 16,-2-2-2-16,1-2 0 16,-4 0 0-16,-3-3-7 15,0-4-7-15,-3-4 3 16,-5 0 4-16,0-4 6 15,-7 1 1-15,-4-2 2 16,-4 3 5-16,-3 2 10 0,-2 2-1 16,0 2-6-16,0 3-4 15,-2 3-3-15,-5 2-2 16,0 1-1-16,-3 2-1 16,1 1 0-16,-3 1 0 0,-2-1 0 15,-1 2-2-15,-3-2-4 16,-4 1 7-16,-1 0 0 15,-4 2-1-15,-7-1 1 16,-1 1 0-16,-3 1-4 16,-3 5 2-16,-3-3-5 0,0 6 9 15,-1 1-7-15,-1 1 2 16,-4 1-1-16,3 2 4 16,-6-1 4-16,0 1-3 15,-2 0-1-15,1 0 2 16,-2 2-1-16,-2 0-1 15,0 1 0-15,-2 1 0 0,0 0 1 16,1 0-2-16,1 0-2 16,1 0-2-16,-2 0 0 15,-1 0 0-15,0 0 1 16,-1 0 3-16,-3 0 0 16,-1-4 0-16,-1 0 1 0,-1-2 0 15,-2 2 1-15,0-2 0 16,-3 2-1-16,1 1 0 15,2 0 0-15,2 3 1 16,-3 0-2-16,-1 0 2 16,0 0-1-16,-2 2 0 15,4 2 0-15,-4-2 0 0,2 2 0 16,-2 0 0-16,2-1 1 16,0 1-1-16,-3-1-1 15,-2 3 2-15,-3-1-1 16,0 0-1-16,0 2 2 0,-2-3-1 15,1-1 0-15,-2-2 0 16,0-1 0-16,3 0 0 16,-4 0 2-16,-3 0-2 15,2 0 0-15,1 2 0 16,0-1 0-16,1-1 1 0,-1 3-1 16,2-2 0-16,0-1 0 15,0 2 1-15,-2-2-1 16,0 1 0-16,0-1 0 15,2 0 0-15,0 2 1 16,2-1-1-16,1-1 0 0,2 1 0 16,2-1 1-16,2 0 0 15,1 0 0-15,2 0 2 16,2 0-3-16,-1 0 0 16,3 0 0-16,-2-1 0 15,1-2 0-15,-1 3 0 0,-2-3 0 16,1 2 0-16,-3-2 0 15,2 2 0-15,2-1 0 16,-1 1 1-16,3 0-1 16,1-1 0-16,1 2-1 15,1 0 2-15,-1 0-2 16,0 0 2-16,-4 0-2 0,0 0 1 16,-4 0 0-16,2 0 0 15,-1 2 1-15,1 0-1 16,2 1 0-16,-3-2-1 15,6 1 1-15,1-2 0 16,-1 0 1-16,3 0-1 0,-1 1 0 16,1 1 0-16,-4-1 0 15,-1 3 0-15,3-1 0 16,-4 3-1-16,1-2 1 16,-2 2 1-16,1 1-1 15,1-1 0-15,0 1 0 0,-1 0-1 16,2 0 2-16,-2 0-1 15,4 0 0-15,1 0 0 16,5 0 0-16,0-1 0 16,3 0 0-16,4 1 0 15,2 0 0-15,1-1 0 0,2 2 0 16,2-1 0-16,1 0 0 16,2 1-1-16,-1 1 1 15,4 0-2-15,5 1 1 16,-1 1 0-16,1-1 1 15,3 3-1-15,0 0 1 0,2 0-1 16,0-1 1-16,6 2 0 16,-2 2-1-16,1-2 1 15,4 3-1-15,2 2 1 16,1 1-1-16,-1 4 1 16,5 1-2-16,-1 5 2 0,2 1 0 15,5 2-1-15,1 1 1 16,4-1 0-16,0 0-3 15,2 1 3-15,7 0-7 16,4-1-14-16,5 0-20 16,0-4-27-16,-3-5-10 0</inkml:trace>
  <inkml:trace contextRef="#ctx0" brushRef="#br0" timeOffset="53813.26">10266 9893 70 0,'0'0'7'0,"0"0"0"0,0 0 10 0,0 0 1 0,0 0-7 15,0 0 3-15,0 0-6 16,0 0-1-16,0 0-8 15,0 0 8-15,-22-13-7 16,22 13-3-16,0 0 0 16,0 0 4-16,8-4-1 15,5-7 3-15,12-12 0 0,10-14 1 16,15-17-1-16,15-14 2 16,18-20 0-16,11-13-2 15,9-17-41-15</inkml:trace>
  <inkml:trace contextRef="#ctx0" brushRef="#br0" timeOffset="55312.28">8800 1245 27 0,'0'0'4'0,"0"0"-2"0,0 0 1 0,0 0-1 16,-40-40-1-16,32 32-1 16,4 3 1-16,-2 0-6 15,1-1-21-15</inkml:trace>
  <inkml:trace contextRef="#ctx0" brushRef="#br0" timeOffset="59214.93">9154 2508 17 0,'0'-2'6'0,"0"-1"-2"0,0 2 2 0,0-2-2 16,0 2-2-16,0-1 4 0,0 1-1 15,0 0-4-15,0 0 1 16,0 0-2-16,0 0 3 16,0-1 0-16,0 2-1 15,0 0-1-15,0-1-1 16,0-1 1-16,1 1-1 0,4 0 0 15,-5-1 0-15,2 1 0 16,0-2 0-16,-2 3 0 16,2 0 0-16,-1 0 0 15,-1 0-1-15,0 0 0 16,0 0-1-16,1 0 1 0,-1 0-3 16,0 0 2-16,0 0 6 15,0 0-1-15,0 0 4 16,0 0 5-16,0 0-4 15,0 0-5-15,0 0-2 0,0 0 0 16,0 0 0 0,0 0-1-16,0 0 2 0,0 0-2 15,0 0 0-15,0 0 0 16,0-1 0-16,0 0 0 16,0 1 2-16,0-1 1 15,0 1 0-15,0-3 1 0,-1 3-2 16,1-1-1-16,0 1 1 15,-1-2-1-15,1 2 0 16,0-2 0-16,-2 1 1 16,2-1 1-16,-2 0-1 15,2 0 2-15,-2 0-1 0,2 1 3 16,-4-1-4-16,3 2 2 16,0 0-2-16,0-1 2 15,1 1-2-15,0 0-1 16,0 0-1-16,0 0 0 15,0 0-2-15,0 0-1 0,0 0 1 16,0 0-1-16,0 0 0 16,0 0 1-16,0 3-2 15,0 0 2-15,0 1 1 16,2 1 0-16,0 1-1 16,3-3 2-16,-3 5-2 0,1 1 0 15,1-1 1-15,2 1 2 16,-2-2-2-16,3 2 1 15,1 0 0-15,0 0 0 16,-3 0 0-16,3-1 0 16,-1-1 0-16,2 0 0 0,-2-1 0 15,1 0 0-15,0-1 0 16,-1-1 1-16,3-3 0 16,0 0 1-16,-4-1-1 15,5 0 1-15,-2 0 1 16,2-2 2-16,1-5-2 0,1-1 1 15,0-2 2-15,0-3-2 16,1-1 0-16,2-1-1 16,4-4 0-16,0-2-2 15,2-1 0-15,3-5 1 16,1-1-1-16,6-5-1 16,-1-2 0-16,3-4 0 0,1 1 0 15,2-3 1-15,-1 3-1 16,1 1 0-16,-1-1 1 15,-1 3-1-15,3-3 0 16,1 5 2-16,-1 1 3 16,-3 3-3-16,-1 2 0 0,-5 7-1 15,-2 2 1-15,-7 5-1 16,-6 3-1-16,0 3 1 16,-2 4 0-16,-5 3-1 15,-1 0-2-15,-3 1-14 16,-3 10-11-16,0 2-2 0,-7 3-82 15</inkml:trace>
  <inkml:trace contextRef="#ctx0" brushRef="#br0" timeOffset="60226.22">9010 2580 27 0,'-2'-6'6'0,"2"1"3"0,-2 2 6 0,1-1-1 16,-1 1-1-16,1 0-8 15,0 2 2-15,1 1-4 16,-1-2-2-16,1 2 0 16,0 0 0-16,-2 0 0 15,2 0-2-15,0 0-2 0,0 0-2 16,-2 0 11-16,2 2-6 16,0 2-1-16,0 0-1 15,0-1 2-15,0 3 0 16,0-1-1-16,0-1 1 15,2 2 1-15,0 0 1 0,0 0-2 16,4 1 0-16,-2-3 0 16,0 5 0-16,3-1 0 15,-2-2-2-15,1 1 2 16,2-1 2-16,0-1-2 16,-1 1 0-16,4-3 0 15,-4 1 0-15,1-1 0 0,1 0 1 16,-1-2-1-16,2 2 2 15,1-3-1-15,-1 0 0 16,-1 0 1-16,3 0 0 16,0 0 0-16,1-5 1 0,1-2-1 15,2-4 0-15,4-2 3 16,1-2-3-16,4-5 1 16,2-3-1-16,2-4-1 15,3-3 1-15,3-4-2 0,1-1 1 16,5-9 0-16,0 1 1 15,5-2 2-15,-4-4 3 16,2 3 3-16,-3 1-2 16,-3 4-2-16,-2 2-1 15,-1 2-3-15,-3 3 0 16,-1 2 1-16,0 4-1 0,-6 2 0 16,-2 6-1-16,-4 5 1 15,-7 6 0-15,-3 2 1 16,-5 7-3-16,-4 0-33 15,0 4-7-15,-14 6 5 16</inkml:trace>
  <inkml:trace contextRef="#ctx0" brushRef="#br0" timeOffset="60818.05">9008 2598 23 0,'0'0'3'0,"0"0"5"0,0 0 7 0,0 0-14 16,0 0-3-16,0 0 2 15,0 0 0-15,0 0 2 16,0 0 0-16,0 0 0 16,0 0 0-16,0 0-2 15,13 35 3-15,-9-27 1 0,-1-1-1 16,3-2 0-16,1-1-1 16,2-1 1-16,-2-3-2 15,6 0 8-15,0 0-3 16,8-10 8-16,1-9-5 15,8-3-1-15,8-7-3 0,4-7-1 16,7-6 0-16,4-11 0 16,7-5 3-16,5-6 0 15,5-5 1-15,3-6-3 16,6-1-2-16,5 1 1 16,0 2-1-16,1 5 0 0,-5 3-7 15,-7 1-47-15</inkml:trace>
  <inkml:trace contextRef="#ctx0" brushRef="#br0" timeOffset="121876.4">19407 10008 46 0,'0'-3'0'0,"0"-1"0"0,0 0 2 0,0 1-2 15,1-1 0-15,0 1 5 16,-1 1 11-16,0-2 0 16,0 1 1-16,0 0 3 0,0 2-1 15,0-2 2-15,0 3-5 16,0 0-3-16,0 0-12 15,0 0-6-15,0 5 11 16,-4 5-6-16,1 1 3 16,1 2-1-16,-3 1-2 0,2 0 2 15,1 0 0-15,0-1 0 16,1 0 4-16,-1-2-4 16,2 0 0-16,0-1-1 15,0 0-2-15,0 0 1 16,0 0-1-16,0-1 1 0,0 2 3 15,0 0-2-15,0-1-13 16,-3-1-30-16,-1 1-8 16,2-5-11-16</inkml:trace>
  <inkml:trace contextRef="#ctx0" brushRef="#br0" timeOffset="122247.25">19295 10220 52 0,'0'0'15'0,"0"0"8"16,0 0 6-16,0 0-3 16,0 0-10-16,0 0-3 15,0 0-4-15,0 0-2 0,0 0-1 16,-12 0-4-16,12 0-9 15,1 0 8-15,5 0-3 16,0 0 4-16,3 0-3 16,1 0 1-16,4-2 4 15,-1 1-1-15,3-3 2 16,-1 1 1-16,1-1-4 0,0-1 1 16,0 0-1-16,-2-1 0 15,0 2-1-15,-2-1 1 16,0 2-1-16,-1-1 0 15,-1 3 0-15,-5-1-6 16,0 0-25-16,-1-1-31 0,-4-1-39 16</inkml:trace>
  <inkml:trace contextRef="#ctx0" brushRef="#br0" timeOffset="122489.74">19259 10039 165 0,'0'0'-21'0,"0"0"47"0,0 0 4 16,0 0-15-16,0 0-7 15,0 0-9-15,0 0 4 16,0 0-3-16,47-26 3 15,-21 26-4-15,0 0-35 0,1 0-23 16,-4 0-73-16</inkml:trace>
  <inkml:trace contextRef="#ctx0" brushRef="#br0" timeOffset="122980.52">19607 10064 127 0,'0'0'2'16,"0"0"15"-16,0 0-11 15,0 0 7-15,0 0-8 0,0 0 4 16,0 0-6-16,0 0-2 16,0 0-2-16,0 5 1 15,2 2 0-15,-1 0-2 16,2 2 1-16,-1-1 2 0,2 0 1 15,-4 1-1-15,1-1-1 16,0-1 1-16,-1-2-1 16,0 1 0-16,0-2-4 15,0-1 2-15,0-3 10 16,0 2-7-16,0-2 8 0,0 0 6 16,0 0-9-16,0-5 0 15,0-3-2-15,0-3-3 16,6-4 2-16,5 1-5 15,2-2-2-15,4 1-5 16,1 0 9-16,-1 4-4 0,0 1 4 16,0 2-1-16,-2 2-2 15,2 5 0-15,-1 1 4 16,-3 0 1-16,2 1-2 16,-3 9 1-16,-2 0-2 15,1 1 2-15,-3 2-1 0,-3 0-3 16,-3 1-1-16,2-3-21 15,-4-1-25-15,0-5-51 16</inkml:trace>
  <inkml:trace contextRef="#ctx0" brushRef="#br0" timeOffset="123392.4">20123 9903 102 0,'0'0'-19'15,"0"0"20"-15,0 0 3 0,-41-3-3 0,24 9 0 16,-1 1-2-16,2 3 4 16,-4 0 4-16,4 1 0 15,3 0 4-15,2-1 5 0,3 0-8 16,2 0-2-16,5-2-4 15,1 0-4-15,1-2 4 16,9-1-3-16,6-2 7 16,5 1 5-16,1-1-8 15,1-1 4-15,2-1-3 0,-3 3 0 16,-3-1-2-16,-4 1-1 16,-3 2-1-16,-7 3 1 15,-3 1-1-15,-2 2 1 16,-2 1 3-16,-11 3 5 15,-6-1 0-15,-3 1-9 0,-3 0 5 16,1-2-6-16,-1-1 4 16,8-3-16-16,-1-6-28 15,6-4-25-15</inkml:trace>
  <inkml:trace contextRef="#ctx0" brushRef="#br0" timeOffset="123699.35">20272 9802 119 0,'0'0'4'0,"0"0"10"0,0 0-15 0,0 0-1 16,0 0 6-16,0 0 0 0,-9 46 0 15,4-27-1-15,2 3 0 16,1-1 5-16,1 1-2 16,-1-3-1-16,2 1-1 15,-2-1-2-15,0-1-2 16,-1-1 1-16,0-2-1 16,1 0 1-16,-2-2-4 0,-2-2-27 15,1-1-10-15,-1-3-33 16</inkml:trace>
  <inkml:trace contextRef="#ctx0" brushRef="#br0" timeOffset="124141.36">20147 10022 115 0,'0'0'13'0,"0"0"9"0,0 0-15 15,0 0-4-15,0 0-3 16,0 0 5-16,52-37-3 16,-32 32-2-16,0 0 1 15,4 1 2-15,0 4 0 16,0 0 3-16,-1 0-2 0,-2 0-1 16,2 7-2-16,-5 1-1 15,-3 3 1-15,-4 0 0 16,-2 5-1-16,-4-2 1 15,-5 0 0-15,0 0-1 16,0-1-1-16,-4-3 8 16,-4 0-4-16,2-4-2 0,-1-1 2 15,0-3 4-15,-1-2 2 16,2 0 6-16,0 0 3 16,1-6 0-16,3-4-5 15,0-4-8-15,0-3 2 16,2-2-7-16,0-2 5 0,7-3-6 15,4 4 2-15,5-4-6 16,2 4-14-16,4 0-3 16,2 5-11-16,-4 2-15 15,2 2-18-15</inkml:trace>
  <inkml:trace contextRef="#ctx0" brushRef="#br0" timeOffset="124589.35">20630 9944 104 0,'0'0'-7'0,"0"0"11"0,0 0 3 0,0 0-4 15,0 0 3-15,0 0 7 0,0 0 8 16,0 0-13-16,0 0-5 15,0 0 1-15,-25 13 2 16,22-2-3-16,1-1-1 16,2 2-1-16,0-2 5 15,0-2-5-15,3-1-2 0,3-3 4 16,3 1-5-16,-1-5 4 16,4 0 7-16,0 0-4 15,3-2 0-15,-1-5-1 16,-1-1-1-16,0-2-2 15,1-1 2-15,-7-1 1 0,2 1-1 16,-2 2 1-16,-1 1-1 16,-4 2 0-16,-1 2 1 15,-1 2 10-15,0 2-5 16,0 0-6-16,0 0-9 16,0 6 12-16,0 5-4 15,0-1-3-15,2 4-3 0,4-1-16 16,1-4-44-16,3-5-62 15</inkml:trace>
  <inkml:trace contextRef="#ctx0" brushRef="#br0" timeOffset="124910.88">21036 9836 126 0,'0'0'-16'0,"0"0"29"0,0 0 1 0,0 0-10 16,0 0 5-16,-50 10-1 15,36 4 1-15,1 2-3 16,0 1-1-16,5-2 3 16,2 1 1-16,3-3-4 15,2 1-1-15,1-4 1 0,0-1-1 16,5-3-5-16,5-1 2 15,5-5 9-15,1 0-4 16,4 0-1-16,-2 0-1 16,6-3-1-16,-4-2-3 0,0-3-20 15,-1 1-26-15,-1-4-10 16,1 0-29-16</inkml:trace>
  <inkml:trace contextRef="#ctx0" brushRef="#br0" timeOffset="125123.26">21228 9711 139 0,'0'0'18'0,"0"0"-15"16,0 0-3-16,0 0 1 16,-37 50 1-16,34-29 0 0,-2 5-2 15,5-3 2-15,0-1-2 16,0-1 7-16,3-2-6 15,-1-2 0-15,-2-1 0 16,0-2-1-16,-2-3-26 16,-5-2-17-16</inkml:trace>
  <inkml:trace contextRef="#ctx0" brushRef="#br0" timeOffset="125402.36">21119 9886 172 0,'0'0'-1'0,"0"0"19"16,0 0-15-16,0 0-2 15,46-24 5-15,-20 18-2 16,3-1-2-16,0 1 1 0,1 1-1 16,-2 0-2-16,-5 5 0 15,-6 0 1-15,-4 0-1 16,-5 9-2-16,-4 2 3 15,-4 2 1-15,0 1-2 16,0 1 4-16,-4 0 1 0,-4 1-5 16,-1-2 1-16,1 2 0 15,1-4-13-15,1-2-65 16</inkml:trace>
  <inkml:trace contextRef="#ctx0" brushRef="#br0" timeOffset="125543.44">21426 9778 171 0,'0'0'-37'0,"0"0"55"16,-2-38-15-16,-5 33-21 0,-2 5-49 16</inkml:trace>
  <inkml:trace contextRef="#ctx0" brushRef="#br0" timeOffset="125928.25">21517 9836 198 0,'0'0'-6'0,"0"0"12"16,0 0-6-16,-25 50 0 15,15-34 4-15,-1-2-3 16,4-2-1-16,4-3 0 16,1-2-1-16,2-1-3 15,0-5-1-15,9-1 5 0,5 0 5 16,3-4 7-16,5-6-8 16,3-3-2-16,0-3-2 15,-2 1 2-15,-2-3 1 16,-6 3 1-16,-3 0 2 15,-6 2 6-15,-5 4 2 0,-1 1 15 16,0 3-20-16,-13 5-6 16,-6 0 2-16,-3 0-7 15,0 5 0-15,-3 8-7 16,2-1-9-16,4 1-13 16,6-1-33-16,6-4-29 0</inkml:trace>
  <inkml:trace contextRef="#ctx0" brushRef="#br0" timeOffset="126745.17">21718 9808 173 0,'0'0'10'16,"0"0"-1"-16,0 0-8 15,0 0 1-15,0 0-7 16,0 0 5-16,0 0 1 0,0 0-1 15,27 48-2-15,-27-36 4 16,-1-1-3-16,-1-1 9 16,-1-3-6-16,0-1 0 15,1-2 1-15,0-3 1 16,1 0-2-16,0 1 2 0,1-2 8 16,0 0 17-16,0 0-6 15,0-2-17-15,0-3-3 16,0-4 0-16,0 0-3 15,1-3-3-15,6-1 1 16,0-2-3-16,3-1 2 16,1 3-3-16,3 2 6 0,1-2 2 15,1 2-4-15,1 4-1 16,0-2 1-16,1 5-1 16,-1 1 3-16,-2 3 0 15,-3 0-2-15,1 0 2 16,-2 5-1-16,-2 6-1 0,0 0 0 15,1 3 2-15,-4-2-1 16,3 0 0-16,-3-2 2 16,0 0-1-16,-1-3 0 15,1-1-1-15,0-1-1 16,-1-3 1-16,1 0-2 0,-1-2 5 16,2 0 0-16,1 0 1 15,1-2 2-15,1-5 0 16,1-4-2-16,1-2-1 15,-1-4 2-15,1 1-3 16,-1-5 0-16,1 3 1 0,-2 0-2 16,-3 1 1-16,-1 5 0 15,-2 2-2-15,-4 3 1 16,0 1-1-16,0 6 0 16,0 0-5-16,-2 0 14 15,-2 4-10-15,2 3 1 0,0 3 0 16,2 0-1-16,0 0-6 15,4 3 3-15,7-2 1 16,3-1 4-16,2-1-3 16,2-1 7-16,1 2-3 15,-6-3 5-15,1 2 0 16,-8-2-3-16,-1 1-1 0,-5 1 1 16,0 1-2-16,-10 1 3 15,-5-1 4-15,-5 3-3 16,0-3-4-16,2 1 0 15,0-4-5-15,7-1-35 0,6-6-52 16,5 0-67 0</inkml:trace>
  <inkml:trace contextRef="#ctx0" brushRef="#br0" timeOffset="127965.07">22870 9633 101 0,'0'0'18'0,"0"0"2"0,0 0-6 0,-36-14-5 15,23 14-6-15,-2 0-1 16,0 0-1-16,-1 1 1 16,-1 7 0-16,3 1 3 0,-1 1 0 15,2 3-1-15,1-3-1 16,5 3-1-16,1 1 0 15,4-3-2-15,2 1-2 16,0-2 3-16,5-2 2 16,5-2-5-16,4-1 1 0,1-3 5 15,1-2 0-15,1 0-2 16,1-2-1-16,0-5 0 16,-1-1 1-16,0-2-2 15,-2 2 2-15,-1-1-2 16,-1 2 1-16,-6 0-1 0,-1 1 1 15,-1 3 0-15,-3 2 1 16,-2 1-1-16,0 0-3 16,0 0 1-16,0 4 0 15,0 3 0-15,0 0 4 16,0 2-4-16,3-3 1 16,5-1-3-16,0 0 3 0,4-3-2 15,0 1 4-15,-1-3-2 16,3 0-4-16,-1 0-12 15,1 0 3-15,-3-5 6 16,-2 0 6-16,0-2 2 16,-3 0-1-16,-2 0 2 0,-1-3 0 15,-3 1 1-15,0-2-1 16,1 1-1-16,0 0 0 16,1-1 0-16,2 2-1 15,2 4 3-15,2-2 2 0,-1 2-3 16,4 2-1-16,3 1-1 15,1 0 1-15,1 2-1 16,-1 0 6-16,3 0-2 16,-1 0-2-16,0 6 0 15,-1 2 0-15,-2 2-1 16,-1 0 0-16,0 0-1 16,-3 2 1-16,-4-4 0 0,0-2 0 15,-5 1 1-15,-1-3-1 16,0-1-2-16,0-3 9 15,-4 3-2-15,-2-3-1 16,1 0 1-16,-3 0-3 16,1 0 2-16,-2 0-3 0,4-6 1 15,-1 1-2-15,2-3 0 16,3 1 1-16,1 0-3 16,0-3-3-16,1 0 3 15,9 0-6-15,2 2 0 0,3-1 4 16,3 4 0-16,1-1-3 15,4 0 6-15,3 2 0 16,1-1-2-16,3 0 2 16,2-1-1-16,3 1 2 15,-2-1 0-15,1-1-2 16,-5 1 1-16,-1-1 3 0,-6 0-2 16,-4 0 1-16,-3-2 1 15,-8 1 5-15,-1 1-4 16,-6-2 3-16,0 3-4 15,0 2-4-15,-12 1 10 16,-1 2-9-16,-1 1 0 0,-3 0 2 16,-2 4-2-16,1 6 0 15,3 3 0-15,0-2-2 16,5 2 1-16,5 1-1 16,3-2 1-16,2-1-5 0,7 0 4 15,10 1 1-15,6-1 1 16,6-1 0-16,3-4-49 15</inkml:trace>
  <inkml:trace contextRef="#ctx0" brushRef="#br0" timeOffset="128726.15">21514 10454 185 0,'-1'0'13'0,"0"0"7"0,0 0 10 0,1 0-21 16,0-1-5-16,0-1 1 16,0-1-3-16,1-1-1 15,4 0-1-15,0-3 0 16,3 0-1-16,-1-3 2 0,2-2 0 16,0-2 0-16,-1 2 0 15,2-3-1-15,-3 1 2 16,0-2-2-16,0 2 0 15,2-2-2-15,-1 2 0 16,-2 0-2-16,0 4-7 16,-1 0 5-16,-4 3 2 0,4 5 3 15,-2-1 1-15,2 3-6 16,3 0-3-16,3 0 6 16,4 0 1-16,1 0 0 15,3 4-2-15,2 0 3 16,-1 3 5-16,1 0 1 0,0 2-2 15,-4-1-1-15,-2 2-2 16,-4-1 0-16,-3 2 1 16,-4-1 1-16,-3-1-2 15,-1-1 4-15,0 2 2 16,-7-3 4-16,-1 2 2 0,-1-4-9 16,0 1-1-16,0-2-1 15,4 1-1-15,1-3-6 16,4-2-42-16,0 0-4 15,6 0-4-15,8-7-32 16</inkml:trace>
  <inkml:trace contextRef="#ctx0" brushRef="#br0" timeOffset="130015.41">21960 10308 66 0,'0'0'24'0,"0"0"-5"0,40-12 1 0,-25 8-4 15,-1 1-6-15,0 0-3 0,1 2-1 16,-3-2-2-16,0 2-3 15,0-2 0-15,-4 0-1 16,0-1 1-16,-2-2 0 16,3 1 0-16,-6-3 0 15,-1 3-1-15,-2-2 9 0,0 0 2 16,0 2-4-16,-5 2-3 16,-7 2 1-16,0 1-6 15,-2 0 10-15,0 4-6 16,-1 8-1-16,0-1-2 15,4 3 1-15,1 2-2 0,3-1 1 16,5-3-3-16,2-1 2 16,0-1-1-16,5-1-5 15,10-4 5-15,3-2 1 16,5-1 8-16,4-2-8 16,1 0 6-16,2-2-4 0,1-5 0 15,-2-3-1-15,0 2 1 16,-2-5-1-16,1 3 0 15,-3-3 1-15,-2-1 0 16,-2 0 0-16,-6-1-1 16,-2 1 1-16,-5 1 1 15,-3 3-2-15,-5 1 0 0,0 3-5 16,-4 3 2-16,-8 3 1 16,-5 0 2-16,-1 0 6 15,0 10-7-15,-2 1 2 16,1 4 0-16,5-1-1 15,0 4 0-15,4-1-1 0,2 0-1 16,0 0 0-16,2 3 1 16,1 0 2-16,2 2 0 15,0 2 2-15,1 3-1 16,-2 1 0-16,1 3-1 16,0 3 1-16,2-3-1 0,-3 1 1 15,1-2 0-15,3-5-2 16,0-1-1-16,0-5 4 15,5-2-4-15,0-3 2 16,3-1 1-16,-1-2-2 16,2-4 5-16,2 0-10 0,-1-3 7 15,3-3 3-15,0-1 2 16,5 0-3-16,-1-6-1 16,0-7-2-16,1-2 1 15,1-4 1-15,-3-4 1 16,0-1-2-16,-3-4 0 0,1-2-1 15,-3-1 0-15,2 3-1 16,-6-1 1-16,1 2 0 16,-3 1 0-16,-1 4-1 15,-1 0 1-15,-1 4-1 16,-1 0 2-16,-1 1 0 0,0 2-1 16,0 2-1-16,0 1 0 15,0 0-1-15,0 1 3 16,1 1-1-16,-1-3-1 15,1 3 1-15,1 1-1 16,0 0 0-16,-2 0 0 0,2 5 0 16,0-2 1-16,-2 5-1 15,0-2 0-15,0 3-5 16,0 0-18-16,0 0 10 16,0 0 6-16,0 0 10 15,0 4-1-15,0-1-2 0,-2 1 0 16,0 2 3-16,2 0-1 15,-1 1 1-15,1 1 1 16,0 1 0-16,0 1-2 16,7-3 1-16,-1-1 1 15,4-2-2-15,1-2 3 16,-1 0 4-16,3-2-2 0,0 0-3 16,0 0 1-16,1-3-2 15,-2-5-1-15,1-1-1 16,0-2 2-16,0 0-1 15,-2-2 0-15,0 0-1 16,-1-3 0-16,-1 2-1 0,-4 1 2 16,1 1-2-16,-4 0-1 15,0 4-2-15,-2-1-1 16,0 5 0-16,0 0-2 16,0 2 2-16,-4 2 0 0,-3 0-6 15,0 3 4-15,-5 6 7 16,1 3-7-16,2 4-3 15,2 0-10-15,0 1-3 16,6-2-15-16,1 1-5 16,0-4 11-16,5-3 4 0,5-3-26 15</inkml:trace>
  <inkml:trace contextRef="#ctx0" brushRef="#br0" timeOffset="130419.38">22743 10257 28 0,'12'-7'31'0,"-3"1"-13"0,-1 2 6 15,-3-1 12-15,-2 1 0 0,-1 4-1 16,-2 0-14-16,2 0-12 16,-1 0-9-16,1 0-3 15,2 6 4-15,2 1 1 16,-1 0-1-16,1 0 0 16,1 2 0-16,2-3 1 0,-6-1-1 15,3-1-1-15,-1-1 3 16,-3 0-2-16,-2-2 0 15,0 0-2-15,0-1 0 16,0 0 9-16,0 0 5 16,-2 0-3-16,-2 0-5 0,-1-4-2 15,3-1-1-15,0-4-1 16,2 0-2-16,0-2-3 16,2 2-2-16,5 0-1 15,3 1 7-15,1 3 1 16,1 1-4-16,1 4 3 0,0 0-1 15,2 0 0-15,-2 1 2 16,2 6-1-16,-2 2-3 16,-3-1-22-16,-3 0-19 15,-2-1 11-15,-2-2 3 16,-1-2 19-16,-2 0-8 0,0-3-37 16</inkml:trace>
  <inkml:trace contextRef="#ctx0" brushRef="#br0" timeOffset="130675.15">23051 10110 113 0,'0'0'6'0,"0"0"25"0,0 0-15 0,0 0-8 16,16-35 3-16,-13 35-4 15,-3 0-6-15,2 3-3 0,-1 8 3 16,-1 3 2-16,0 6 3 15,0 0-3-15,0 0 1 16,2 1-3-16,-2-1-1 16,2-3 1-16,-1-1-1 15,1-4 0-15,-2-3-12 16,0 0-21-16,0-5-5 0,0-2 6 16,0-2-23-16</inkml:trace>
  <inkml:trace contextRef="#ctx0" brushRef="#br0" timeOffset="130761.58">23070 10211 83 0,'0'0'3'0,"0"0"8"16,0 0-9-16,32-38-13 15</inkml:trace>
  <inkml:trace contextRef="#ctx0" brushRef="#br0" timeOffset="131900.91">20735 10596 51 0,'0'0'12'0,"0"0"3"0,0 0 3 16,0 0-7-16,0 0 5 16,0 0 1-16,0 0 0 15,-1-38-6-15,1 33 4 0,0 3 1 16,0-1-2-16,0 3-9 15,0 0-4-15,0 3-5 16,0 8-1-16,3 3 5 16,6 6 2-16,0 4-1 15,2 3-2-15,4 0 0 0,1 3 0 16,0 0 1-16,2-2 1 16,-5 1 0-16,1-4-1 15,-1 1 0-15,-5-4 1 16,0-2-1-16,-1-1 0 15,-3-1 0-15,-2-2 1 0,0-2-2 16,-1-1 2-16,1-2-1 16,-2 1-12-16,1-2-27 15,-1-5-9-15,0 0-33 16</inkml:trace>
  <inkml:trace contextRef="#ctx0" brushRef="#br0" timeOffset="132390.09">20783 11015 64 0,'0'0'3'0,"0"0"5"0,0 0 14 15,0 0-3-15,0 0 0 16,0 0-3-16,0 0-1 16,0 0 3-16,38-11-4 0,-28 11-9 15,-2 0 0-15,2 0-3 16,1 0-1-16,2 0-1 15,-2 0 0-15,1 0 0 16,-3 0 0-16,0 0-3 16,2 0-13-16,-5 0-3 0,3-2-8 15,-4-2-2-15,3-2 16 16,-1-1 6-16,0-3 6 16,-4-1 2-16,2 1-1 15,0-1 4-15,-3 3 4 16,-2-1 3-16,0 4 9 0,0 1 15 15,0 4-9-15,0 0-13 16,-6 3-13-16,0 11 9 16,-3 3-9-16,1 3-12 15,-2 0-66-15</inkml:trace>
  <inkml:trace contextRef="#ctx0" brushRef="#br0" timeOffset="133580.04">20540 11615 84 0,'-4'19'1'0,"3"1"2"0,0 2 6 16,1-1-6-16,0-1-1 15,0-3-1-15,0-3-1 16,2-3 1-16,2-2 1 0,-4-2-2 16,2-3 0-16,-2-1 0 15,0-2-2-15,0-1-8 16,0 0-33-16</inkml:trace>
  <inkml:trace contextRef="#ctx0" brushRef="#br0" timeOffset="133887.26">20364 11615 103 0,'0'0'1'0,"0"0"16"16,0 0 7-16,0 0 1 15,0 0-5-15,0 0 6 16,5-39-17-16,8 32-3 0,7 0 1 16,0-2 0-16,7-1-2 15,2 0 0-15,4 2-1 16,-2-2 1-16,-1 2-4 15,1-1 0-15,0 3-1 16,-4 1 1-16,-2 3-12 0,-2-2-19 16,-6 3-46-16,-6-1-74 15</inkml:trace>
  <inkml:trace contextRef="#ctx0" brushRef="#br0" timeOffset="134327.26">20708 11653 66 0,'0'0'33'0,"0"0"-30"0,0 0 4 16,0 0-2-16,41-6 2 16,-29 0-2-16,2-2 1 15,-1 1-1-15,-4-2-2 16,2 1 4-16,-2-1-1 15,-2-1 0-15,0 2 0 0,-5 1-1 16,0-1-1-16,-2 2 0 16,0 0 5-16,0 2 3 15,0 1-2-15,-3 1-2 16,-4 2 1-16,-1 0-9 16,-1 3 1-16,-2 6 3 0,-2 2-4 15,-1 2 0-15,0 3 1 16,2 2-1-16,0-1-1 15,3 3 2-15,5-3-2 16,0-1 1-16,4-1 0 16,0-2-2-16,2-2 1 0,7-2-1 15,2-1-1-15,3-4 2 16,2-3 5-16,3-1-1 16,0 0-1-16,1-1-2 15,0-6-26-15,-2-2-39 16,-2-1-15-16</inkml:trace>
  <inkml:trace contextRef="#ctx0" brushRef="#br0" timeOffset="134612.21">20932 11610 138 0,'0'0'22'0,"0"0"-6"0,0 0-22 16,0 0 11-16,0 0 3 15,0 0 4-15,0 0-1 16,42 20-2-16,-27-13-1 16,-1 2-4-16,2-2-2 0,-1-2 1 15,1-2-1-15,-3 2-1 16,0-3 0-16,1 1-1 16,-4-1 2-16,2-1-1 15,-1 0-5-15,-2-1-19 16,-1 0-17-16,-2 0-3 0,-2 0 14 15,-2-4 1-15,-1-3-6 16,-1-4 3-16</inkml:trace>
  <inkml:trace contextRef="#ctx0" brushRef="#br0" timeOffset="134798.07">21132 11589 26 0,'0'0'37'0,"0"0"0"0,0 0-2 16,-42-28-3-16,32 26 0 15,1 2-5-15,1 0-11 16,0 0-13-16,1 9-4 15,-4 6-1-15,2 2 2 16,4 5-1-16,-1 2 0 0,1 0 0 16,2 0 1-16,3 0 1 15,-2 0-5-15,2-5-16 16,0-5-21-16,0-6-19 16,3-6-55-16</inkml:trace>
  <inkml:trace contextRef="#ctx0" brushRef="#br0" timeOffset="135124.6">21286 11437 138 0,'0'0'20'15,"0"0"-21"-15,0 0 2 0,0 0 1 16,0 38 9-16,0-19-4 16,0 5 3-16,0-3-2 15,0 2 1-15,0-5 0 16,0 0 3-16,3-4-2 16,4-2-3-16,-3 0-3 0,1-4-2 15,2-1-3-15,1-1 4 16,3-2-1-16,-1-1 3 15,0-1-5-15,2-2-3 16,-1 0-35-16,-1 0-28 16,0-2-24-16</inkml:trace>
  <inkml:trace contextRef="#ctx0" brushRef="#br0" timeOffset="135273.35">21389 11575 154 0,'0'0'20'0,"0"0"22"0,0 0-21 16,0 0-20-16,0 0-1 16,0 0-1-16,28-36-10 15,-8 29-27-15,1-4-37 16</inkml:trace>
  <inkml:trace contextRef="#ctx0" brushRef="#br0" timeOffset="139541.39">21755 11472 35 0,'-4'0'6'0,"-4"0"22"0,3 0-18 0,-1 0-5 16,0 2-4-16,0-1 0 16,-1 2-1-16,3-1-1 15,-2-1 1-15,2 2 0 16,1-2 0-16,3-1 1 15,-2 0-1-15,2 0-2 0,0 0 1 16,0 0-1-16,0 0 0 16,2 0 7-16,5 0 5 15,1 0 5-15,6 0 0 16,-1 0-3-16,2-4 1 16,5 1-2-16,3-2-5 0,3 0-2 15,3 1-1-15,2-1-2 16,2 3 0-16,-2-2-1 15,1 2 1-15,-3 0-1 16,-1 1 0-16,-2 0 1 16,-2-2-1-16,1 3 0 15,-4 0 0-15,-1 0-2 0,-6 0-23 16,-7 0-17-16,-1 0-44 16</inkml:trace>
  <inkml:trace contextRef="#ctx0" brushRef="#br0" timeOffset="139777.95">22089 11373 113 0,'0'0'8'0,"0"0"5"0,0 0-1 0,49-25 5 16,-34 23-1-16,1 2-3 15,-2 0-7-15,-2 2-3 16,-2 10 0-16,-5 2 1 16,-3 5-4-16,-2 2-7 0,0 5 1 15,-13 1-35-15,-5-3-10 16</inkml:trace>
  <inkml:trace contextRef="#ctx0" brushRef="#br0" timeOffset="140417.57">22630 11265 106 0,'0'0'-54'15,"0"0"56"-15,0 0 0 16,0 0-2-16,0 0 4 16,0 0 9-16,0 0 8 15,0 0-1-15,0 0 1 0,21-37-4 16,-21 34-10-16,0 2-4 15,0 0 0-15,-8 1-10 16,-1 0 7-16,-1 0-7 16,0 2 5-16,1 3 4 15,0 2-2-15,3 0 1 16,-1 0-1-16,3 3-1 0,1 0 0 16,1 0 2-16,2 1-2 15,0-2 1-15,0 1-2 16,4-2 2-16,3-1 4 15,5-1-1-15,1-1 7 0,2 0-2 16,0 0 2-16,4-2-7 16,-4 2-1-16,-1 0 0 15,-3 0-1-15,-2-1-1 16,-1 0 1-16,-5-1-1 16,-1 1 0-16,-1 2 3 0,-1-1-2 15,0 0-2-15,0-1 11 16,-4 3-6-16,-6 0-2 15,1-2 2-15,-4 2-2 16,-3 0-1-16,1 0 0 16,-1 0 1-16,2-3-2 0,3 3-2 15,4-4-3-15,3-3-31 16,4 0-18-16,0-2-70 16</inkml:trace>
  <inkml:trace contextRef="#ctx0" brushRef="#br0" timeOffset="142104.63">22831 11342 92 0,'0'0'4'0,"0"0"6"0,0 0-5 0,0 0 4 16,40 0 0-16,-33 0 3 15,-1 0 8-15,3-3-4 16,-1-1-5-16,1-1-3 16,1 0-5-16,1-4-2 0,0 2 1 15,-1-4-1-15,1 2-1 16,-3-2 1-16,-1-1 0 16,-3 1 0-16,-1 2-1 15,2 0 2-15,-5 3 0 16,0 0-1-16,-6 3-1 0,-1 2 6 15,-4 1-1-15,-1 0-6 16,0 0 2-16,-1 4 0 16,-1 6-1-16,0 1-1 15,0 1 2-15,2 4-2 16,2-2 1-16,1 0 0 16,4 0 0-16,2-1 0 0,3-2-3 15,0-1 2-15,0 0-3 16,7-1-1-16,5-2 5 15,-1-3-1-15,4 0-2 16,2-4 6-16,3 0-5 0,0 0 6 16,1 0-5-16,1-4 3 15,1-2-2-15,-3-1 1 16,3 0 0-16,-4-4-1 16,2 1 1-16,-5-1-1 15,-1-1 1-15,-1 0-1 16,-3-1 0-16,-3 0 1 0,1 0-1 15,-5 0 1-15,0 2 0 16,-2-1 0-16,-2 4-1 16,0 1-1-16,0 0-6 15,-8 4-8-15,-2 2 8 16,-1 1 0-16,0 0 3 0,-3 0 4 16,1 4 1-16,-2 1-1 15,2 4 0-15,-1-2 0 16,1 2 0-16,4 0 0 15,1 0 1-15,2 0-2 16,3-1 0-16,3 2 0 0,0 1 1 16,0-1-1-16,3 1 0 15,5 0 4-15,4 1 3 16,-3 3-2-16,2 0-2 16,1 2 0-16,-2 2 2 15,-3 1 0-15,2 0 0 0,-6 1 0 16,1 0-1-16,-3 3-2 15,-1-1 4-15,0-2 1 16,0 5-5-16,-5 0 3 16,0-1-1-16,-4 1-2 15,4-4 3-15,-1 1-3 0,4-4 0 16,0-4-1-16,2 1 0 16,0-5 0-16,0 1 0 15,0-3 0-15,0 1 0 16,4-4 2-16,2 1-6 15,0-2 2-15,4-2 2 0,-4-2-3 16,4-1 3-16,1 0 3 16,-2 0 1-16,2-1-1 15,2-6-1-15,-2-1 0 16,0 1 2-16,-2-3-3 16,1-3 1-16,-1-1 0 15,0 0-1-15,0-5 0 0,-1 0-1 16,-3-2 0-16,1-1 1 15,0-1-3-15,-2 0 1 16,2 0 0-16,-3-1-1 16,1-1 0-16,0 1-4 15,2-2 4-15,-1-1-1 0,2 0-3 16,-2 3 1-16,3-3 3 16,-2 2-1-16,0 0 4 15,-3 3-1-15,-1 0 0 16,-2 4 0-16,1 1 1 0,0 1 0 15,-1 3 1-15,0 2-2 16,0 1 0-16,1 2 0 16,-1 2 1-16,0 3-1 15,0-1-2-15,0 3 1 16,0 0 1-16,0 0 0 16,0 1 2-16,0 0-1 0,0 0-3 15,0 0-2-15,0 0 3 16,0 4-4-16,0 2 5 15,0 0 1-15,1 1-1 16,1 1 0-16,2 0-1 16,-1 0 3-16,2 0-2 0,2 1 0 15,-1-2 0-15,2 0 0 16,-3-1 0-16,2-2 1 16,-2-1 2-16,0-3 1 15,1 0 5-15,4 0-4 16,0 0 2-16,1-1-3 0,3-5-2 15,-1-1 0-15,0-2-1 16,1-1 1-16,-1-1-1 16,1 1 1-16,-2-3-1 15,-1 3 1-15,-5-1-2 16,0 2 2-16,-2 1-1 0,-4 0 1 16,0 3-1-16,0 1-1 15,0 2-1-15,-7 2 4 16,-1 0 0-16,1 0-3 15,1 2 1-15,-1 5-1 16,2 2 0-16,3 1 0 0,-2 1-1 16,4-2-2-16,0 0 1 15,0 1-2-15,8-3 4 16,1-2 2-16,4-1-1 16,1-3 0-16,1 1 3 15,4-2-4-15,0 0 3 16,1 0-2-16,3-3-9 0,-1-3-28 15,-2-4-23-15,-2-1-7 16</inkml:trace>
  <inkml:trace contextRef="#ctx0" brushRef="#br0" timeOffset="142959.51">23753 11133 72 0,'-1'3'7'0,"0"-2"3"0,0 1 1 0,1 0 3 16,0 0-1-16,0-2 5 15,0 0-1-15,4 0 3 16,3 0-6-16,0 0 0 16,2 0-6-16,-1-2-3 15,0-2-3-15,0-1-1 0,-5-1 1 16,1 3-1-16,-3-3 1 15,-1 3-1-15,0-1 2 16,0 1-3-16,-6 2 2 16,-2 1 1-16,-4 0-3 15,-1 1 0-15,0 8 0 0,-3 4 0 16,3 1 0-16,0 1-1 16,6 1 1-16,4 1-1 15,3-3 0-15,0-1-1 16,3-3-2-16,8-1 2 15,4-4 0-15,-1-1 1 16,4-4 1-16,0 0 2 0,2 0-12 16,-2-2-23-16,-2-4 2 15,-1-2 11-15,-4-1 13 16,-2-4 6-16,2 2 2 16,-4-1-1-16,0 0 1 0,-1 0-1 15,3 2 1-15,-6 2-1 16,-1 1 7-16,0 1 5 15,0 2 2-15,0 3-2 16,-2-1 1-16,2 2-7 16,-1 0-6-16,2 0 0 0,0 0 0 15,1 0 0-15,1 6 0 16,0 1 0-16,1 1 2 16,0 2-1-16,1 0 1 15,-2 0-2-15,4-1 0 16,-6-1 1-16,0-3-1 15,-2 0 1-15,1-2 0 0,-2-2-1 16,0-1 4-16,0 0 5 16,0 0 11-16,0 0-14 15,-3 0-5-15,1-4 0 16,0-3 1-16,2-2-1 16,0-2-5-16,1-3 0 0,9 0-7 15,4-2-2-15,1 0 3 16,2 2 6-16,-1 4 1 15,1 2 2-15,0 2-1 16,-1 5 0-16,-2 1 1 16,-1 0 1-16,0 4 1 0,-5 3 0 15,1 5-1-15,-3 0 3 16,1 1-2-16,-5 0 1 16,-2-2-2-16,0-1-5 15,0 0 4-15,0-2-21 16,-2-3-23-16,-1-5-30 0</inkml:trace>
  <inkml:trace contextRef="#ctx0" brushRef="#br0" timeOffset="143244.43">24244 10941 134 0,'0'0'1'0,"0"0"-3"0,0 0 5 0,0 0 7 15,11 37 3-15,-8-21-5 16,3 1 4-16,1 0-3 16,-1-1 1-16,1 0-9 15,-3-1 1-15,-1-4 0 16,1 2 0-16,-4-2-1 0,0-2 1 15,0-2-4-15,0 0-15 16,-3 0-23-16,-1-4-12 16</inkml:trace>
  <inkml:trace contextRef="#ctx0" brushRef="#br0" timeOffset="143566.57">24234 11048 76 0,'0'0'3'0,"38"-16"8"15,-18 8 2-15,1 1 4 16,-2 1-1-16,2 0-2 16,-6 3 3-16,1 3 5 15,-3 0-9-15,-1 0-6 16,-3 0-3-16,-4 9 0 0,1-1-2 15,-4 4 2-15,0-1 1 16,-2 0-2-16,3-2 6 16,-2 2-6-16,0-3-2 15,2 0 0-15,1-4 2 0,0 2-3 16,1-2-1-16,3-1 1 16,0-2-22-16,-1-1-32 15,0 0-31-15</inkml:trace>
  <inkml:trace contextRef="#ctx0" brushRef="#br0" timeOffset="143706.97">24436 10940 129 0,'0'0'8'0,"0"0"31"16,0 0-9-16,0 0-24 0,0 0-6 15,0 0-21-15,0 0-59 16,0 0 29-16</inkml:trace>
  <inkml:trace contextRef="#ctx0" brushRef="#br0" timeOffset="144226.38">24556 10933 103 0,'0'0'16'16,"0"0"7"-16,0 0 2 0,0 0-8 15,0 0-3-15,0 0-4 16,0 0 4-16,36-25-8 16,-29 24 1-16,-1 1-4 15,1 0-2-15,0 1 0 16,0 8-1-16,-2 0 2 16,0 6-1-16,0-1 0 0,0 2 0 15,0 1-2-15,-3-3 2 16,0-1-2-16,-2 1-3 15,0-4 8-15,0-3-1 16,-9 1-1-16,2-4 2 16,-3 0-1-16,0-1-2 0,0-2 0 15,1-1 0-15,1 0 1 16,2 0-1-16,3-2 1 16,0-4-4-16,3-3-2 15,0 2 0-15,0-3 3 16,6 3-4-16,3 0 4 0,0 1-2 15,-1 2 3-15,0 4-4 16,1 0 5-16,1 0-1 16,-3 0 1-16,4 0 0 15,0 4 0-15,-1 1-1 16,2-1 0-16,-2-2 0 0,2-1 1 16,-2 0-1-16,-3-1-6 15,2 0-17-15,0 0-15 16,-2-3 6-16,-1-4-4 15,0-3 0-15,-2-3-17 16</inkml:trace>
  <inkml:trace contextRef="#ctx0" brushRef="#br0" timeOffset="144468.34">24791 10769 99 0,'0'0'0'0,"0"0"16"0,0 0 9 0,0 0-3 15,0 0-18-15,0 0-5 16,0 0 6-16,0 0 7 16,5 36-2-16,-1-13 1 15,3 2-3-15,-3 1-2 0,3-1 0 16,-2 2-2-16,1-3-2 16,-2 2 0-16,-1-3-1 15,-2-1-1-15,-1 1 2 16,0-3-23-16,-7-3-44 15,-3-4-23-15</inkml:trace>
  <inkml:trace contextRef="#ctx0" brushRef="#br0" timeOffset="145579.64">19284 11775 99 0,'-4'0'5'0,"0"-1"25"0,3-1-4 0,-1-1-4 0,2 3 1 15,0 0-1-15,0 0-15 16,0 0-10-16,0 0 6 16,0 5 0-16,2 3 0 15,-1 3 0-15,1 1-1 0,0-1 0 16,-1 3-1-16,0-1-1 16,0 0 0-16,0 0-1 15,1-2-21-15,-2-1-40 16,0-6-13-16</inkml:trace>
  <inkml:trace contextRef="#ctx0" brushRef="#br0" timeOffset="146718.26">19294 11583 88 0,'0'0'4'0,"0"0"18"0,0 0 0 16,0 0-6-16,0 0-3 16,-39-21-8-16,32 21-2 15,-1 0-2-15,1 0 0 16,-4 0-1-16,4 3 1 16,0 1-1-16,0 2 0 0,0 1 0 15,0 1 0-15,1 1 0 16,-2-1 0-16,1 4 0 15,2-2 0-15,-1 2 0 16,1 0 0-16,0-1 0 16,1 0 0-16,2 1 0 0,-3 1 0 15,2-2 0 1,1 2 0-16,0-2 0 0,0 2 0 16,0 0 0-16,-2-2 0 15,2-1 0-15,0 1 0 16,0-1 0-16,1 1 0 15,-1-2 0-15,0 0 0 0,2 2 0 16,-4-1 1-16,2-1-1 16,1 1 0-16,1 1 0 15,0-1 0-15,0 0 0 16,0 1 0-16,0-1 0 16,0 1 1-16,3 1 0 0,3 0 0 15,-1 0 1-15,1 2-1 16,0-2 0-16,0 2-1 15,2-3 1-15,1 3 2 16,-2-1 2-16,1-2 2 16,2 1-1-16,0-2-2 0,0-2 0 15,1 1 1-15,0-2 1 16,-3-1-3-16,2-1-2 16,-1 1 1-16,0-2-2 15,1-1 0-15,0 0 0 16,0 0 4-16,3-2-2 0,-1 2 0 15,2-2-2-15,0-1 2 16,1 0-1-16,1 2 1 16,-1-2-1-16,-3 0 1 15,-1 0-2-15,-1 0 1 16,0 0-1-16,-1 0-1 16,0-3 1-16,2-1-2 0,-3 0 5 15,2 0-1-15,2-1-1 16,-2-1 0-16,-2 1 0 15,2 0-1-15,-1 0 0 16,-2-3 1-16,3 0-1 0,-2-1 0 16,0-3 1-16,1 0-1 15,-1-2 1-15,0 1-1 16,-1-2 0-16,0 0 1 16,0 1-1-16,-1-1 0 15,-3 0 1-15,-1 3 0 0,-1-3-1 16,-1 1 3-16,0 0-1 15,0 0 0-15,0-3 0 16,0 0 0-16,-2-2-2 16,-2 0 1-16,-4-3-1 15,2-3 3-15,-1-4-3 0,-1 1 0 16,-3-3 1-16,-2 1 0 16,-2 1-1-16,-4 2 1 15,-4 4-1-15,-4 4 2 16,-8 6-9-16,-9 3-20 15,-12 6-47-15</inkml:trace>
  <inkml:trace contextRef="#ctx0" brushRef="#br0" timeOffset="147823.26">18602 10166 147 0,'0'0'3'0,"0"0"8"15,0 0 8-15,0 0 4 0,0 0-12 16,0 0-3-16,0 0 1 15,0 0-2-15,0 0-5 16,0 0-2-16,0 0 0 16,-6 3 0-16,6 14 0 15,0 2 0-15,0 1 0 16,2-1 0-16,0 1-1 16,0-2-3-16,-1-1-23 0,1-2-14 15,-1-6-14-15,0-3-48 16</inkml:trace>
  <inkml:trace contextRef="#ctx0" brushRef="#br0" timeOffset="148447.89">18496 9967 147 0,'0'0'-8'0,"0"0"9"16,0 0 0-16,0 0 0 15,0 0-2-15,-46-10 0 0,33 13 1 16,-3 2 0-16,1 4 1 16,1 0-1-16,-1 1 1 15,-1 2-1-15,2 1 3 16,-1 4-2-16,2 0 1 16,4 4-1-16,-3 2-1 15,4-1 1-15,3 4-1 0,-1 3 0 16,4-1 0-16,2 2 0 15,0 1 1-15,1-1-1 16,7 1 1-16,4-4-2 16,4-1 0-16,1-2 0 15,6-3-1-15,2-3 2 0,4-4 2 16,5-2 0-16,2-6 4 16,5-6 2-16,0 0-1 15,-1-3-3-15,-2-12 4 16,-2-3-1-16,-4-4 1 15,-5-2 3-15,-2-3 0 0,-2-3-1 16,-4-3-3-16,-4-1-2 16,-4 0 0-16,0-1-2 15,-8-1 1-15,-3 5-2 16,0 1-1-16,-3 4 0 16,-8 4 5-16,-2 6-7 0,0 5-4 15,-6 5-23-15,-3 3-58 16</inkml:trace>
  <inkml:trace contextRef="#ctx0" brushRef="#br0" timeOffset="149409.62">19206 11782 108 0,'0'0'4'0,"0"0"11"0,0-47 7 0,-9 40-4 0,2 1-3 0,-3 6 1 16,-1 0 0-16,-1 7-12 15,2 6-1-15,-1 6-3 16,2 2 0-16,3 0 0 16,2-1 0-16,4 0 0 0,0-4-2 15,4-3-3-15,7-2 3 16,7-7-4-16,2-2 3 16,5-2 2-16,6-3 2 15,5-11 1-15,-1-1-1 16,0-3 1-16,-5-2-4 15,-5 4-1-15,-9 1 2 0,-6 2 2 16,-5 4 4-16,-5 4 15 16,0 5-4-16,-12 0-7 15,-6 11-4-15,-6 10 2 16,-4 6-7-16,-1 10 1 16,3 2-2-16,7 2 0 0,3-3 1 15,10-4 0-15,5-5-2 16,1-7-2-16,0-9-3 15,7-6 1-15,2-7-5 16,3-1 11-16,-1-13 13 16,1-5-6-16,2-5-2 0,-1-2-2 15,1-3-1-15,-1-1-18 16,-1-4-87-16</inkml:trace>
  <inkml:trace contextRef="#ctx0" brushRef="#br0" timeOffset="150114.42">19031 12965 99 0,'0'0'4'0,"0"0"6"0,0 0-6 0,0 0-2 0,0 0 0 15,-9-37 5-15,14 24 9 16,2-1 6-16,2 0 7 0,4 0-3 16,-2-2-5-16,5 5-9 15,-3-3-2-15,3 4-9 16,-3 3 1-16,1 4-1 16,-6 3 0-16,-1 0-1 15,-2 7-3-15,-1 6-8 0,-4 5 9 16,0 1 6-16,-8 5 0 15,-1 0-4-15,-1 0 3 16,0-3-3-16,1-1 1 16,4-4 0-16,1-2 0 15,1-4 0-15,3-2-1 0,0-2-1 16,0 0-1-16,0-3-1 16,7-2 0-16,0-1 6 15,3 0 1-15,3-1-1 16,4-8 2-16,6-1-4 15,1-4 0-15,3 0-8 16,-5-2-41-16,1-2-39 0</inkml:trace>
  <inkml:trace contextRef="#ctx0" brushRef="#br0" timeOffset="150621.34">19273 12694 101 0,'0'0'-6'0,"0"0"19"0,-40-40 2 0,26 29-5 0,1 0-3 16,-3 0 2-16,0 2 3 16,1 1-2-16,-1 4-2 15,-2 1-1-15,-2 3 0 16,-1 0-8-16,-2 9 4 15,0 2-3-15,1 6-2 0,-3 7 4 16,1 3-2-16,3 10 0 16,0 3 0-16,3 10 0 15,4 4 0-15,5 4 1 16,6 3-1-16,3 0 0 16,5 0 0-16,13 0-3 0,5-8-14 15,8-8-2-15,1-11 13 16,7-11-20-16,2-13 21 15,6-9 0-15,1-1 4 16,6-16 6-16,0-11 6 16,2-6 7-16,-3-10 0 15,1-4-2-15,-4-7-6 0,-6-5 1 16,-3-1-1-16,-6-3-1 16,-8-2-4-16,-11 5-1 15,-6 1-3-15,-10 2 3 16,-4 6 8-16,-14 7-6 15,-8 7-7-15,-6 6-21 0,-7 6-9 16,-9 4-8-16,-9 4-39 16</inkml:trace>
  <inkml:trace contextRef="#ctx0" brushRef="#br0" timeOffset="168159.32">20138 12932 7 0,'-1'-4'0'0</inkml:trace>
  <inkml:trace contextRef="#ctx0" brushRef="#br0" timeOffset="169030.55">20118 12897 1 0,'0'0'24'15,"0"0"3"-15,0 0-7 16,0 0-1-16,0 0-9 16,0-41-2-16,0 35-2 0,0-1 0 15,0 0-2-15,0 0 6 16,0 0 4-16,0 1 2 15,0 0 6-15,0 2-8 16,0 1-4-16,1 2-6 16,-1 1-2-16,0 0-2 15,0 8 1-15,0 5 3 0,0 4 1 16,-3 4-3-16,0 2 0 16,-3 1-2-16,3 0 1 15,1-1-1-15,0 2 0 16,2-2 2-16,0-1-2 0,0-1 0 15,0-3 0-15,-2 1 0 16,1-2-3-16,-1-1 1 16,-1-2 0-16,0-3-23 15,0-2-25-15,-1-5 6 16,0-3-7-16</inkml:trace>
  <inkml:trace contextRef="#ctx0" brushRef="#br0" timeOffset="169771.45">20174 12809 75 0,'0'0'3'0,"0"0"4"0,30-43 2 0,-17 29-2 0,0-3-1 16,0 4 1-16,1 0 2 15,-3 2 1-15,0 2 1 16,-4 2 2-16,1 3 0 0,-5 3-6 16,2 1-5-16,1 0-1 15,-2 1 1-15,0 6-1 16,1 2 0-16,-4 4 0 15,0 1 1-15,-1-1 0 16,0 4-1-16,-2-2 0 0,-8 1 0 16,-2-1 0-16,-1 0 1 15,-3 0-2-15,-1 1 1 16,-2-2-1-16,-1 0 0 16,4 2 0-16,-5-3 0 15,5-3 0-15,1-3 0 0,4 0 0 16,3-3 0-16,1-2 2 15,4 0-2-15,1-2 2 16,2 0 1-16,0 0 0 16,0 0-1-16,3-2-4 15,6-3 2-15,-2 1 0 16,2-1 0-16,-1 0 0 0,1 2 0 16,0 2 0-16,-2-1 0 15,3 2 2-15,0 0-2 16,-2 0 0-16,0 0 1 15,3 3 0-15,-5 4-1 16,1 0 1-16,-2 1 0 0,2 0 1 16,-2-1 0-16,-1 2 0 15,0-1 2-15,0 1-1 16,0-1 0-16,1 1 0 16,2-1 0-16,-2-1-2 0,1-1 0 15,-1 1 0-15,3 2-1 16,1-4 0-16,-1 1 0 15,4 1 0-15,0-3 0 16,-1-1-2-16,3-1-21 16,1-2-19-16,3 0-1 15,-4-2 4-15,1-5-42 0</inkml:trace>
  <inkml:trace contextRef="#ctx0" brushRef="#br0" timeOffset="170925.65">20487 12976 76 0,'0'0'13'0,"0"0"-6"0,0 0 10 0,2-35-2 0,-1 26-1 16,0 0-5-16,-1 1-5 16,0 1 0-16,0 0-3 15,0 2 1-15,0 0 1 16,-1 1 2-16,-2 1 1 16,0 3 6-16,-2 0-2 0,-1 0-8 15,-1 0-1-15,0 3-1 16,-4 7 1-16,0 3-1 15,0 1 0-15,2 3 1 16,1 1-1-16,3-1 1 16,-1 2 0-16,3-5-1 0,3 2 1 15,0-2-1-15,0-3 0 16,0-3 2-16,7-1-2 16,-3-2-2-16,2 0 5 15,0-3-4-15,2-2 2 16,0 0 2-16,0 0-1 0,0-4 2 15,-1-3 0-15,1-2-2 16,-2-1 0-16,0-1-1 16,1-2 0-16,-2 1-1 15,2-1 0-15,-2 0 0 16,0 0 1-16,0 3-1 16,0 3 0-16,-2 0 0 0,1 3 0 15,0 1 0-15,-2 1 2 16,-2 2-4-16,1 0 1 15,2 0 1-15,-1 0-1 16,0 2 1-16,1 3 0 16,-1 1 1-16,-2 1-1 0,2 2 0 15,-1-1 1-15,0 0-1 16,1-1 2-16,1-2-2 16,2 1 0-16,-2-2 0 15,1-1 0-15,2 0-2 16,0-3 2-16,1 3-1 0,0-3 1 15,1 0-11-15,2 0-19 16,0-3 2-16,-1-3 6 16,1 0 0-16,-2-3 6 15,1 0-2-15,1-2 8 16,-4 1 3-16,2-3 1 0,-3 0 4 16,0 1 3-16,0 0-1 15,-3 2 4-15,0 0 9 16,-1 1 3-16,0 1 3 15,0 3 0-15,1 0-3 16,-2 2-1-16,2 1-1 16,-2 2-5-16,2 0-8 0,1 0-1 15,-2 0 0-15,2 3 1 16,0 6-1-16,1 0 1 16,-2 2 1-16,0 1-2 15,0 0 2-15,1 0-2 16,-1 0 1-16,0-1-1 0,0-2 0 15,0-1 0-15,2 0 1 16,0-3-1-16,0-1 0 16,-1-1 0-16,1-1-1 15,2-2 1-15,-2 0 1 16,2 0 1-16,-2-2 4 0,1-3-2 16,3-3-1-16,-5 1 0 15,1 1-2-15,-1 0 0 16,3 2 0-16,-5 1 1 15,1 3 0-15,1 0-3 16,0 0 2-16,2 0 0 0,-1 6-1 16,5 1 1-16,-2-1-1 15,3-1-1-15,1 2 2 16,2-4-1-16,-1-1 0 16,0-2 1-16,-3 0 1 15,-1 0 2-15,-3-4 10 0,-1-4 4 16,1-3 0-16,-4-2-3 15,-1-1 0-15,0-3-7 16,0 1 1-16,0-3-1 16,-3 1-5-16,-5-2-1 15,4-1-1-15,-2 5-1 0,3 2-2 16,0 1-21-16,0 4-38 16,-4-3-65-16</inkml:trace>
  <inkml:trace contextRef="#ctx0" brushRef="#br0" timeOffset="172840.55">21300 12644 75 0,'-9'-8'7'0,"2"-1"2"0,1-1-4 15,2 0-1-15,1-1 5 16,1-2 5-16,2 2-4 16,0-1-2-16,0 0 2 0,3 2-3 15,7-1-2-15,1 1-3 16,5 1-2-16,2 1 0 16,-1 0 0-16,4 4 0 15,-4 1 1-15,-1 3-1 16,-2 2 0-16,-2 8-1 0,-2 5 1 15,-5 6 0-15,-1 6 1 16,1 6-1-16,-5 8 4 16,0 10-2-16,0 5 0 15,-5 3 0-15,-1 5-1 16,-1 4 0-16,0 0 0 0,-3-4 0 16,2 1 1-16,-1-4 0 15,0-5 1-15,0-2 2 16,-1-8 1-16,1-5-2 15,1-1 0-15,2-5 1 16,2-4-3-16,1-2-1 0,0-6-1 16,3-4 0-16,0-6 1 15,0-3-1-15,0-3 0 16,3-5-1-16,4-2 1 16,3 0 7-16,0-5 3 15,3-3-2-15,1-4-2 0,-3 0-1 16,0-2-1-16,0-1 3 15,0 0-1-15,-3-2-3 16,1-1 2-16,1 0-1 16,-3 1-2-16,1-3-1 15,-2-2 0-15,0 3-1 16,-3-3 1-16,-1 1 0 0,-2 0-1 16,0-2 0-16,0-2-1 15,0-4-2-15,0-2 2 16,0-2-3-16,0-2 0 15,0-2 1-15,0 3 0 16,0 1 1-16,0 2 2 0,-4 4-3 16,-3 3 0-16,1 4-1 15,-4 2 3-15,0 2 5 16,3 3-4-16,-1 2 0 16,2 1 0-16,3 1 0 0,-1 2 0 15,4 0 1-15,0 3-2 16,0 0 0-16,0 0 0 15,0 1-1-15,4 1 2 16,-1-1-2-16,3 2 2 16,3-2-1-16,0 2 0 0,1-2 1 15,3 0-1-15,0-1-2 16,3-1 3-16,1 0 0 16,4-1 2-16,1 0-2 15,-1-1 0-15,1 1 0 16,0-2-2-16,-2 1 2 15,0 3 2-15,-2-3-2 16,0 0-2-16,1-2 4 0,-1 2 0 16,-3 0 2-16,0-3 1 15,1 1-1-15,-3 1-2 16,-1 1-1-16,-2 0 1 16,-5 2-1-16,-1 0 1 0,-3 0 2 15,-1 1 0-15,0 1 0 16,0 0-2-16,-1 1-1 15,-5 0 0-15,0 1-2 16,-1 1 2-16,-1 0 1 16,1 0-2-16,-3 0 0 15,0 1-3-15,1 3 0 0,-2 2 2 16,2 0-2-16,0-1 1 16,2 1 1-16,3 0 0 15,-2-1 1-15,2 0 0 16,2 3 0-16,-2-1 0 0,1 1 1 15,1 0-1-15,1 1 0 16,-1 1-1-16,2 1 1 16,0-1-2-16,0 2 2 15,0 0 0-15,0-1 0 16,1-1-1-16,4 0 1 0,0-1 0 16,-1 1 0-16,3-3 0 15,-2 0 0-15,1-1 0 16,2-1 1-16,2 1-1 15,-3-3 0-15,3 0 2 16,2-2-1-16,-1-1 0 16,-1 0 1-16,2 0-1 0,-1-1 0 15,1-4 0-15,-1-2 1 16,-1 2-1-16,0-4 1 16,0 1 2-16,0-2-2 15,-2 0-1-15,0-2 0 16,-2 2-1-16,1-1 1 0,-1 0 1 15,-1 0-2-15,-1 0 0 16,-2 1 0-16,-2-1 1 16,0 4 0-16,0 0-1 15,0 1 2-15,-1 2-1 16,-3 1-2-16,-2 0-1 16,1 3 0-16,-2 0 2 0,2 0-4 15,-2 6 0-15,-1 2 3 16,1 2 1-16,1 3 0 15,0 0 0-15,3-1-2 16,2 1 2-16,1 0-1 0,0 0 1 16,0-3-1-16,7 1 1 15,0-2 0-15,2-1-1 16,4-1 1-16,1-1 0 16,4 1-1-16,6-5 0 15,-3-1-19-15,5-1-24 0,1 0-19 16,3-1 17-16,0-8-20 15</inkml:trace>
  <inkml:trace contextRef="#ctx0" brushRef="#br0" timeOffset="173502.05">22214 12800 24 0,'21'-16'39'0,"-5"1"-8"0,-6 2-2 0,-6 3-1 16,-2 1 7-16,-2 4-6 0,0 1-13 16,-3 1-10-16,-6 3-4 15,-4 0 0-15,-1 0-3 16,-3 7 1-16,0 4-1 15,-1 1 1-15,-1 2 0 0,3 1 0 16,3 1 0-16,1-4 0 16,6 2 0-16,5-1 0 15,1-2-1-15,0-4 0 16,0 0-1-16,6-4 1 16,5 1 1-16,1-4-2 15,1 0 2-15,3 0 0 0,0-5 2 16,2-4-1-16,0-2-1 15,-2-2 1-15,0-3-1 16,-3-1 0-16,-2 0 1 16,0-4 0-16,-3 3 1 15,-1-4-1-15,-4-2 0 0,0-1 0 16,1-1-1-16,-2-4 0 16,0 2-1-16,0-4-5 15,-1-2-3-15,-1 0 4 16,2-1 1-16,-1-2 3 15,0 4 0-15,1 1-1 0,-2 3 2 16,1 4-1-16,-1 3 1 16,0 2 0-16,3 5 0 15,-3 2 0-15,3 0 1 16,-1 3-1-16,1 3-1 16,1 2 1-16,-2 2 0 0,0 1 0 15,-1 2-1-15,-1 0-5 16,0 0 0-16,0 3 2 15,0 4 0-15,0 6 4 16,0 1 1-16,0 3 1 16,0 3-1-16,-1 3 1 0,-1 1 0 15,-4 3 3-15,3 3 1 16,1 2 0-16,1 0 2 16,1 0-2-16,0-1-1 15,0-1-2-15,0-2 0 16,1-2-2-16,3 1 1 15,3-1 0-15,-3 2-1 0,1 1-2 16,-1-2 1-16,0-9-47 16,0-6-153-16</inkml:trace>
  <inkml:trace contextRef="#ctx0" brushRef="#br0" timeOffset="183738.29">22125 13066 75 0,'0'-2'11'0,"-3"-2"9"0,3 3-6 0,0-1-8 0,0-1-2 15,0 2 2-15,0-2-1 16,0 0 2-16,0 1 6 16,0-1-3-16,0 1 1 0,0-2-7 15,0 1-4-15,7 0-2 16,2 0 2-16,5-5 0 15,3 1-1-15,4 0-3 16,2-3 3-16,5-3 2 16,5 0 0-16,-2-1-1 15,6-2-2-15,-3-1 7 0,4-1-5 16,1 0 4-16,-3-2-2 16,1 4-1-16,-3-1 1 15,-2 3-2-15,-5 4 1 16,-10 4 1-16,-3 3-2 15,-5 3-8-15,-9 0-24 0,0 3-15 16,-13 4-23-16</inkml:trace>
  <inkml:trace contextRef="#ctx0" brushRef="#br0" timeOffset="183988.49">22136 13072 96 0,'0'0'5'0,"0"0"18"0,0 0-14 16,0 0-3-16,36-15 10 16,-9 4-4-16,6-5-2 15,5 1 1-15,4-2-6 16,4-2 2-16,3 2-5 0,0 3 0 15,2 0-3-15,-6 2-28 16,0 2-38-16</inkml:trace>
  <inkml:trace contextRef="#ctx0" brushRef="#br0" timeOffset="184550.19">22397 13047 66 0,'0'0'5'0,"0"0"18"0,0 0-4 0,0 0-6 16,0-42 6-16,0 37-2 15,0 0 3-15,0 1-2 16,0 1-2-16,0 0 0 0,0 3-8 16,0 0-8-16,0 0-4 15,0 10-4-15,0 3 7 16,0 8 3-16,0 4 1 16,6 8-1-16,0 4-2 15,1 4 0-15,1 1 0 0,-2 1 2 16,2-2-1-16,-4-2-3 15,0-3 5-15,-2-5-3 16,1-3 3-16,-3-2-2 16,0-5-1-16,0-4 0 15,0-3-2-15,0-1 4 0,-6-3 0 16,1-3-18-16,-4 0-45 16,-2-5-28-16</inkml:trace>
  <inkml:trace contextRef="#ctx0" brushRef="#br0" timeOffset="184794.66">22277 13511 85 0,'0'0'38'0,"0"0"-35"0,0 0 4 15,0 0 1-15,0 0 2 16,44 4-1-16,-30 0-4 15,0 0 1-15,0 2-4 16,1-2 0-16,-2 2-2 16,1-3 1-16,-1-2 0 15,-2-1-3-15,2 0-19 0,-2 0-10 16,-2-6-5-16,-1-2-16 16</inkml:trace>
  <inkml:trace contextRef="#ctx0" brushRef="#br0" timeOffset="184925.68">22482 13491 14 0,'0'0'36'16,"0"0"-4"-16,-2-40-7 0,-5 30 12 15,2 4-4-15,-2 6 2 16,1 0-19-16,2 7-12 16,-2 10-4-16,2 3 2 15,4 7-2-15,0 0-2 16,0 2-8-16,2-1-42 16,2-2-27-16</inkml:trace>
  <inkml:trace contextRef="#ctx0" brushRef="#br0" timeOffset="185275.3">22718 13347 127 0,'0'0'2'0,"0"0"14"0,0 0-16 16,0 0 3-16,0 0 3 15,16 37 3-15,-11-21 0 16,0 2-4-16,0-1 1 15,3 3-3-15,-4 0-1 16,3 0-2-16,-3-3 1 0,-2 3 0 16,-1-4-3-16,-1 1-13 15,0-5-23-15,-5 0-13 16</inkml:trace>
  <inkml:trace contextRef="#ctx0" brushRef="#br0" timeOffset="185688.52">22605 13535 81 0,'0'0'0'16,"0"0"6"-16,35-19 3 15,-14 9 3-15,0 0 6 16,1-1 0-16,3-2 0 15,1 0-1-15,1 0-7 0,-4 1-3 16,1 0-4-16,-2 1-1 16,-3 0-1-16,-5 2-5 15,-1 2 10-15,-6 3-5 16,-3 2 0-16,-2 1 1 16,-1 1-1-16,-1 0-2 0,0 3 2 15,0 8 9-15,-4 1-8 16,-2 3-1-16,0 1-1 15,-1-2 1-15,2 3 0 16,3-5-1-16,2-1 1 16,0-3-1-16,0 1 0 0,3-3-1 15,6-2-1-15,1-3 1 16,1-1 1-16,3 0 3 16,0 0-6-16,1-11-31 15,-3-3-38-15</inkml:trace>
  <inkml:trace contextRef="#ctx0" brushRef="#br0" timeOffset="185844.71">22943 13204 176 0,'0'0'19'0,"0"0"-9"0,0 0-12 16,0 0-19-16,0 0-36 15,0 0-11-15</inkml:trace>
  <inkml:trace contextRef="#ctx0" brushRef="#br0" timeOffset="186577">23086 13307 154 0,'0'0'13'16,"0"0"7"-16,0 0-16 15,0 0 0-15,0 0-1 16,0 0 0-16,0 0-3 0,0 0 3 16,37 46-1-16,-31-31 0 15,-1-3-2-15,3 1 1 16,-5-3 0-16,1-2-2 15,0-1 1-15,-2-3 1 0,-1-1-1 16,0-3 1-16,-1 0-1 16,0 0 3-16,0 0 1 15,0 0 0-15,0-7-2 16,0-3 1-16,0-3-2 16,0-2-1-16,0 3-1 15,0-4-1-15,0 1-1 0,4 1-2 16,3 3 2-16,-1-1 0 15,2 5 2-15,0 0-1 16,0 4-1-16,3 2 3 16,-2-1 0-16,1 2-1 15,1 0 1-15,-2 0 0 0,1 6 0 16,0 1 0-16,0 3 0 16,-3 1 1-16,1-2 0 15,-4 1-3-15,0-2 4 16,-3 1-2-16,-1-2 0 15,0-2 2-15,0 1 3 0,0-4-3 16,-3-1 2-16,-3 1 2 16,0-2 0-16,0 0 0 15,-1 0 2-15,3-4-2 16,1-4-2-16,2-3-4 16,1-2-1-16,0 0 0 0,3 1 1 15,6-3-1-15,0 3-2 16,3 2 5-16,1 1-2 15,-2 4 0-15,2 3-1 16,-2 2 3-16,3 0-2 16,-5 9 0-16,0 3 0 0,2 3 0 15,-4 2 3-15,1 0-1 16,1-2-2-16,-2-2-8 16,2 1-15-16,-1-2-12 15,1-5-5-15,1-2-5 16,-3-2-16-16</inkml:trace>
  <inkml:trace contextRef="#ctx0" brushRef="#br0" timeOffset="186841.49">23502 13333 38 0,'0'0'26'0,"0"0"-1"0,4-36-8 0,-2 24-2 16,3 2-1-16,-4-3-2 0,2 3-4 15,0-1-3-15,0-1-4 16,0 4 1-16,-2-1-2 15,-1 2 2-15,0 4-4 16,0 3 6-16,0 0 5 16,-4 5-6-16,-2 9 5 0,0 0-5 15,-1 6 5-15,4 0-4 16,2-2 2-16,1-1-5 16,0-4 1-16,8-2-2 15,4-2-5-15,4-5 5 16,5-4-4-16,4 0-18 0,-2-3-38 15</inkml:trace>
  <inkml:trace contextRef="#ctx0" brushRef="#br0" timeOffset="187196.94">23852 12937 94 0,'0'0'6'0,"0"0"4"0,0 0-5 16,-44 8-4-16,37 2 0 15,-1 0 1-15,6 4 2 16,1-1 3-16,1 0 4 16,3-2-2-16,7 3 0 15,3-3-2-15,3 1-1 0,0-3 5 16,1 0-2-16,-2 0 0 15,-3 1-1-15,-3-3-2 16,1 2 0-16,-7-1-2 16,-1 1-1-16,-2-2 1 15,0 3 1-15,0 0 1 16,-10 0-1-16,1 1-3 0,-4 0 0 16,-3-2-1-16,1 0-14 15,0-5-37-15,2-4-25 16</inkml:trace>
  <inkml:trace contextRef="#ctx0" brushRef="#br0" timeOffset="187467.39">23995 12867 141 0,'0'0'3'0,"0"0"11"16,0 0-1-16,0 0-8 16,0 0-1-16,0 0 4 15,41 48 2-15,-37-28-6 0,2 0-1 16,0-3 0-16,-1 2-2 16,0-2 0-16,-1-3 0 15,-2-1 0-15,-2-2-4 16,0-1-27-16,0-2-9 15,0-4-18-15</inkml:trace>
  <inkml:trace contextRef="#ctx0" brushRef="#br0" timeOffset="188358.31">23964 13015 152 0,'0'0'16'15,"0"0"-7"-15,0 0-10 16,0 0 1-16,0 0 1 16,0 0-1-16,46-30-3 0,-30 25 1 15,3-1 0-15,2-3 7 16,2 2 0-16,-2-1-1 16,2-1-3-16,-4 0 0 15,-2 1 0-15,-1 0-1 16,-7 0 1-16,-2 4-1 15,-3-2 2-15,-3 2 0 0,-1 1 5 16,0 0-1-16,-2 2-6 16,-8 1 6-16,-3 0-6 15,-2 3-3-15,-1 5 1 16,2 2 1-16,-1 2 1 0,6 0 0 16,3 1-1-16,5-3 0 15,1 2-1-15,0-3 0 16,5 0 1-16,4-3-4 15,5-2 4-15,-1-4 4 16,3 0 0-16,0 0-3 16,0-6 3-16,0-3-2 0,0-2 0 15,-1 0-1-15,-3-2 0 16,0-2 0-16,-2-1 1 16,0 2-1-16,-3-2 1 15,-1 2 0-15,0 1 1 16,-4 3 0-16,2 5 1 0,-4 2 7 15,0 3 1-15,0 0-9 16,0 3-2-16,0 9 0 16,0 3 0-16,0 4 1 15,0 3-1-15,0 0 0 16,4 0-1-16,0-1 2 0,2 0-1 16,-1-5 0-16,-1 1 0 15,1-5-1-15,0-3 1 16,-1-1 0-16,-2-4 1 15,0 0-3-15,0-1-1 16,-2-3 0-16,0 0 3 16,0 0 2-16,-7-1-2 0,-2-5 0 15,0-3-10-15,-1-2-3 16,-1-2-2-16,2-4 6 16,0 0-3-16,4-4-10 15,-2-2 9-15,5-3 9 16,2 2 0-16,0-1 3 15,0 2 1-15,9 0 2 0,-2 5 4 16,3 3 4-16,3 2-2 16,1 4-4-16,3 0-2 15,0 4 6-15,1 2 8 0,-1 1-4 16,-1 2-3-16,-2 0-3 16,-3 10-3-16,-6 6 1 15,-4 2-4-15,-1 5 5 16,-7 4-6-16,-15 3-7 15,-4 2-19-15,-7 2-16 0,-5 0-24 16</inkml:trace>
  <inkml:trace contextRef="#ctx0" brushRef="#br0" timeOffset="189104.53">22983 13759 66 0,'-6'0'4'0,"1"0"14"0,0 0 8 15,2 0-10-15,0 0 1 16,-1 0-4-16,1 0-7 0,1 0-1 15,0 0-4-15,1 0 1 16,1 0-3-16,-2 0 1 16,2 0 0-16,0 0 0 15,0 0-3-15,3 0-10 16,8 0 7-16,6-2 5 0,8-7 6 16,7-5-3-16,8-2 6 15,8-4-6-15,11-6 3 16,8-2 0-16,7-5 2 15,7-4 1-15,7-1 5 16,4-2 1-16,0 2 1 0,-6 2-6 16,-3 2-5-16,-2 5-2 15,-7 3-1-15,-4 2-1 16,-8 4 0-16,-5 3 2 16,-10 1 0-16,-7 5-2 15,-9 1-2-15,-8 4-3 0,-7 5-11 16,-8 1-7-16,-8 0-18 15,0 6-11-15,-16 3 26 16</inkml:trace>
  <inkml:trace contextRef="#ctx0" brushRef="#br0" timeOffset="189524.52">23280 13689 0 0,'0'0'19'0,"72"-25"12"0,-29 9-5 15,1-4-1-15,6 0 3 0,3-5 1 16,3-2-8-16,5-3-2 16,3-1-7-16,2 0 2 15,-4 1-3-15,-6 3 1 16,-3 4-3-16,-6 5-1 15,-9 3-6-15,-2 4-1 0,-3 4 1 16,-6 1-1-16,-3 5 1 16,-4-1-7-16,-4 2-24 15,-6 0-26-15,-4 0-16 16</inkml:trace>
  <inkml:trace contextRef="#ctx0" brushRef="#br0" timeOffset="-187334.16">2083 14702 2 0,'0'-1'10'0,"0"-2"-6"0,0 1 4 0,0 1 1 0,0 0-4 0,0 0 6 16,0-1 0-16,-1 2-1 16,0 0-6-16,1 0-1 15,-2 0-2-15,0 0 0 16,2 0-1-16,0 0 2 0,0 0-1 15,-3 0 0-15,3 0-2 16,0 2 2-16,0 1-1 16,0 3 1-16,-2 3-1 15,2 2 1-15,0 3 1 16,-2 4 0-16,2 1-1 16,-2 4 3-16,2 4-3 0,0 5 0 15,0 5 0-15,-1 7 1 16,1 3-1-16,0 6 2 15,-2 0 0-15,2 3-1 16,0 5 0-16,0-1 0 16,0 7 0-16,0-2 0 0,0 0-1 15,0 3 2-15,0-1-1 16,0-1-1-16,0-2 2 16,-2-1-1-16,0 0 3 15,0-5 0-15,-2-3 1 16,1-3-1-16,1-6-2 0,0-3-1 15,0-4-1-15,2-5 1 16,0-7-2-16,0-5 1 16,0-5-1-16,0-4-1 15,2-5-2-15,4-6-11 16,-1-2-22-16,1-11-31 0</inkml:trace>
  <inkml:trace contextRef="#ctx0" brushRef="#br0" timeOffset="-186494.78">2105 14658 34 0,'0'0'15'0,"0"0"-2"0,0 0-8 0,0 0 0 0,0 0-3 15,0 0-2-15,0 0 1 16,0 0-1-16,0 0 1 16,39-24-2-16,-30 24 2 15,2 0-1-15,3 0 1 16,3 0 0-16,-1 0-1 0,1 0 0 15,2 0 1-15,3 0 2 16,-2 0-3-16,4 0 1 16,5 0 1-16,-1 0 1 15,7 0-1-15,3 0-1 16,3-2-1-16,1 2 1 16,1-1-1-16,3-2 2 0,-2 0-2 15,4-1 1-15,1-2-2 16,2-1 3-16,3 0 1 15,0-3-3-15,2 2 0 16,-5-2 1-16,-1 1 0 16,-2-2 1-16,-3 3 2 0,-1 0 2 15,-3 2-2-15,-1 2 0 16,-4 2-3-16,-3 2 1 16,-4 0-1-16,-2 2 0 15,0 7-1-15,-2 2 1 16,-3 5 0-16,1-3-1 0,3 1 0 15,-3 0 0-15,-2-4-2 16,4-3-11-16,-4-4-8 16,1-3-27-16</inkml:trace>
  <inkml:trace contextRef="#ctx0" brushRef="#br0" timeOffset="-185406.11">3559 14584 83 0,'-4'0'3'0,"3"0"1"0,1 0 0 0,0 0-1 16,0 0 2-16,0 0 1 0,0-1-2 15,5-2-2-15,1-1-2 16,3 0 1-16,3 0 0 15,-3 0 2-15,3 3-2 16,2-3-1-16,1 2 0 16,-1-2 0-16,0 1 1 0,4-1-1 15,-1-2 0-15,-1 0 0 16,-3-1 0-16,1 0 0 16,-1 1 0-16,-4 0 1 15,-2 0-1-15,0 1 0 16,-3 3 0-16,0 0 0 15,-3 0 1-15,1 1-2 0,0 1 2 16,0 0-2-16,-2 0 0 16,0 0 1-16,2 3-2 15,-2 6 3-15,0 2-1 16,0 2 1-16,0 4-1 16,0 4 0-16,0 3 1 0,0 6-1 15,0 6 0-15,0 3 1 16,-4 4-1-16,-1 4 1 15,1 4 1-15,-3 6 0 16,0 0 0-16,0 7 0 16,1 3 0-16,-3 3-1 0,-3 6 2 15,2 0 0-15,-3 4-2 16,-1-2 2-16,3 3-3 16,-1 1 1-16,1-2-1 15,3-3 0-15,-2-1-1 16,4-5-8-16,-3-8-18 0,0-13-59 15</inkml:trace>
  <inkml:trace contextRef="#ctx0" brushRef="#br0" timeOffset="-184516.37">2052 16459 84 0,'-2'0'3'0,"0"0"9"0,2 0-5 16,0 0-4-16,0-1-2 15,0-2-1-15,0-1 0 0,7 0 0 16,3-2 1-16,4-1 0 16,1 1 2-16,6-3-4 15,6-1 3-15,4 0-2 16,3 1 1-16,5-3-1 16,1 1 2-16,4-2-1 0,4 2-4 15,2-1 2-15,3 1-1 16,1 0 8-16,4 2-7 15,-2-1 3-15,2 3-8 16,0-1 4-16,-2 2 3 16,2 1 1-16,-5 1 2 0,1 0-2 15,-2 2-1-15,-6-2 1 16,-2 1-1-16,-4-1-1 16,-1-2 2-16,-5-1-1 15,-3 0 4-15,-2-3-1 16,-6 3-2-16,-1 0 0 0,-7 0-2 15,-1-1 0-15,-7-3-33 16</inkml:trace>
  <inkml:trace contextRef="#ctx0" brushRef="#br0" timeOffset="-183363.14">2148 14986 31 0,'-4'-6'5'0,"0"1"17"0,-2-1-5 0,2 3-7 0,0 0-1 15,0-1-6-15,1 1-1 16,3 2-2-16,-2-2 0 16,0 3 1-16,0-1-1 15,2 0 0-15,-3-1 1 16,3 2 0-16,0 0 4 0,0 0 0 15,0 0-3-15,0 0-2 16,3 0 1-16,1 0-1 16,5 0 0-16,1-3 0 15,4 1 0-15,5-3 0 16,0-1-1-16,4-1 2 16,0 0-2-16,4-3 1 0,4-3-1 15,2 2 2-15,1-2-1 16,5 3 0-16,2 3 1 15,4-1-1-15,-1 3-1 16,-1 2 2-16,1 2-1 16,0 1 0-16,2 0 0 0,0 0 0 15,2 0 0-15,5 0 0 16,-2 0 0-16,1-3 0 16,-2 0-1-16,0-4 0 15,-2 1 0-15,-4-2 0 16,1-1 1-16,-3-2-2 0,1 0 3 15,-7-2-2-15,-1 3 1 16,-3-1 0-16,-7 2-2 16,-2-1-16-16,-6 2-18 15</inkml:trace>
  <inkml:trace contextRef="#ctx0" brushRef="#br0" timeOffset="-182751.57">2323 15219 51 0,'0'0'6'0,"0"0"-3"0,0 0 9 0,0 0 1 15,-39-14-1-15,33 11-2 16,-1 2-3-16,-1-1-1 15,2 1 0-15,2-1-2 16,2 2-1-16,-1-1-2 0,3 1 0 16,0 0-1-16,0 0-7 15,0 0-15-15,5 0 20 16,4-1 1-16,5 0 0 16,6-1 0-16,7-1 3 0,4 1-2 15,7-2 1-15,6 0 1 16,6 0-2-16,2-1 0 15,3-2 1-15,1 0-1 16,4 2-1-16,0-1 1 16,1-1 0-16,1 2-2 0,1-2 4 15,-1 0-2-15,-6 1 0 16,1-1 0-16,-4 0 1 16,-2-2-5-16,-3 0 0 15,-4-3 2-15,-1 1 4 16,-7 1-1-16,-1 0 3 0,-6 3-2 15,-4-1 0-15,-5 5-2 16,-4 0-5-16,-8 3-29 16</inkml:trace>
  <inkml:trace contextRef="#ctx0" brushRef="#br0" timeOffset="-182167.12">2286 15483 31 0,'0'0'10'0,"0"0"10"0,0 0-10 0,0 0-8 15,0 0 0-15,0 0 0 16,0 0-2-16,41-21 0 0,-21 17 0 16,3-2 1-16,6 2-1 15,8-2 0-15,4 0 0 16,4-1 0-16,4-3 0 16,4 2-1-16,3-4-1 15,-2 1 2-15,4-2 0 16,2 2-1-16,-3-2 0 0,0 1 1 15,-1 0 0-15,-2 1 1 16,-3-1 2-16,-2 1-1 16,0-1 2-16,-2 1-2 15,-2 1 2-15,-5 2-2 16,-2-1-1-16,-7 5 2 0,-2 1-2 16,-4 3-1-16,-7 0 0 15,-4 0 1-15,-1 7-9 16,-12 4-35-16</inkml:trace>
  <inkml:trace contextRef="#ctx0" brushRef="#br0" timeOffset="-181604.83">2068 15740 94 0,'0'0'5'0,"0"0"18"0,0 0-8 0,0 0-5 16,0 0-7-16,0 0-6 15,0 0 4-15,0 0 0 16,0 0-2-16,0 0 1 0,51 14-1 16,-22-12-2-16,5-2-3 15,4 0-4-15,9 0-8 16,4-2-3-16,7-9-7 15,4-4 9-15,5-1 8 16,3-3 6-16,2-2 3 16,4 1-7-16,-1-1 20 0,1 1 7 15,-2 0-11-15,0 2 5 16,-2-1-5-16,-5 2 0 16,-4 3 2-16,-5 1-3 15,-6 3 2-15,-4 3-1 16,-6 1-4-16,-6 5-1 0,-5 1-1 15,-6 0-1-15,-3 0 1 16,-9 3 0-16,-5 7-3 16,-8 1-11-16,0 3-10 15,-14-1-47-15</inkml:trace>
  <inkml:trace contextRef="#ctx0" brushRef="#br0" timeOffset="-181155.94">2468 16165 64 0,'40'-20'-19'0,"1"-3"22"0,7-2 0 0,6 0-2 16,2-1-1-16,4 0 0 15,3 3 7-15,-1-1 13 16,1 2 0-16,2 2-6 0,-1 3-6 16,-1 2-4-16,-3 2-2 15,1 2-1-15,-3 5 0 16,-2 1 0-16,-7 2-1 16,-4 3 0-16,-3 0 2 15,-6 0-2-15,-4 1 0 0,-9 6-7 16,-4-1-18-16,-10 0-41 15</inkml:trace>
  <inkml:trace contextRef="#ctx0" brushRef="#br0" timeOffset="-180472.86">2315 15933 22 0,'43'-18'1'0,"4"-2"1"0,5 0 0 0,4 2 4 15,4-1-1-15,3 0 3 16,2 1-1-16,4 1 2 0,2 3-4 15,1 1-1-15,-3 3-3 16,2 0 0-16,1 3-1 16,-5-3 1-16,-2-1-1 15,-2-3-2-15,-1-5-33 16</inkml:trace>
  <inkml:trace contextRef="#ctx0" brushRef="#br0" timeOffset="-175697.02">2655 14215 6 0,'0'0'11'0,"0"0"-7"0,0 0 6 0,0 0 0 0,0-2-1 16,0 0-5-16,0 0-1 15,0-1 0-15,0 2-1 16,0-2 2-16,0 3-3 15,0-1 1-15,0-2-1 16,0 3 0-16,0 0-1 0,0 0 0 16,0 0 0-16,0 0 0 15,0 0 1-15,2 0-1 16,0 0 0-16,-2 0 1 16,0 0-1-16,4 4 1 15,-4 0-1-15,0-1 0 0,2 3 1 16,-2-3-1-16,4 0 1 15,-2-3 0-15,5 0 0 16,2-3 4-16,11-17 15 16,13-9-2-16,15-17-9 15,16-20-4-15,16-19-1 0,24-13-3 16,9-17 1-16,15-10-9 16,0-7-75-16</inkml:trace>
  <inkml:trace contextRef="#ctx0" brushRef="#br0" timeOffset="-174229.19">3485 14601 20 0,'0'0'3'0,"0"3"0"0,-1-3 4 16,-1 0-6-16,0 1 0 15,0-1 1-15,0 2 5 16,2-2 2-16,-3 0-3 16,2 0 1-16,1 0 1 15,0 0-7-15,0 0-1 16,0 0 1-16,0 1-1 0,0-1 0 15,0 0 0-15,0 0-1 16,0 0 3-16,4-3 6 16,0-4-3-16,5-1 0 15,0-3-1-15,2-2-3 0,3 0 2 16,-1-1 0-16,2-2 0 16,4 1-2-16,1-1 1 15,2 0 0-15,0 2-1 16,1-1 0-16,4 0 0 15,-2 2 1-15,1-1 0 0,3 0-1 16,0 1 1-16,0 3-2 16,-2-1 0-16,4 1 0 15,0 3 1-15,1 1-1 16,-1 3 0-16,0-1 0 16,-1 3 0-16,1 1 0 15,-4 0 0-15,0 4 0 0,-2 6 1 16,1 1 0-16,-2 6-1 15,-1 2 1-15,-1 1-1 16,3 2 1-16,-3 0-1 16,0 2 1-16,-1-1-1 0,0 2 2 15,0 2-2-15,-3 0 0 16,-3 0 1-16,1 1-1 16,-3-2 1-16,1 0-1 15,-5-1 1-15,-2-4-1 16,1-3 1-16,-5-1 0 0,2-3 0 15,-3-3 1-15,0 0-2 16,0 1 1-16,-2-2-1 16,0 4-1-16,0 0-2 15,-8 0-32-15</inkml:trace>
  <inkml:trace contextRef="#ctx0" brushRef="#br0" timeOffset="-173688.19">4298 14844 33 0,'0'0'2'0,"0"0"-1"0,0 0 0 0,0 0 0 16,0 0 0-16,0 0 0 15,0 0 0-15,0 0 0 16,0 0 4-16,0 0 1 16,0 0 2-16,38 11 1 15,-33-8-2-15,1-3-3 0,2 3-2 16,0-3-1-16,-1 0 2 15,1 0 0-15,2 0 6 16,1-7-1-16,0-4 4 16,3-5-2-16,1-4 0 15,5-5-3-15,-3-7-4 0,6-5-2 16,0-2-1-16,0-4-11 16,-2-2-19-16,-2 1-65 15</inkml:trace>
  <inkml:trace contextRef="#ctx0" brushRef="#br0" timeOffset="-172443.12">3416 14952 44 0,'0'0'14'0,"0"0"-12"0,0 0 4 0,0 0 4 15,0 0-5-15,0 0-3 16,0 0 0-16,0 0 0 16,0 0-1-16,0 0-1 15,0 0 1-15,0 0 1 16,13-43-2-16,1 35 0 0,0-2-1 16,5-3 3-16,-1 3-2 15,4-1 3-15,0 1-3 16,3 0 0-16,2 0 0 15,2 2-1-15,0 2 2 0,1 2 1 16,3 1-2-16,-4 1 2 16,-1 2-2-16,1 0 0 15,-2 0 0-15,2 6 0 16,0 0 0-16,0 2 1 16,-1 1-1-16,0-1 0 0,-1 5 0 15,0-1 1-15,-3 3 0 16,-3 2-1-16,-1 0 2 15,-3 4 1-15,2-1 0 16,-6 3-1-16,1-2 0 16,-1 2-1-16,-1-1 0 15,-2-3 0-15,1 0 1 0,-1-4-1 16,-4-2 0-16,1 1 0 16,-1-3 0-16,2-2 2 15,-6 1 1-15,2 0 2 16,-1-1 0-16,-1-2 0 15,0 0-2-15,-2-1-1 0,0 0 0 16,0-1-2-16,0 1 1 16,0 1-1-16,0-2-1 15,-4 2 0-15,1-1-1 16,1 1-1-16,0 0-20 16,0-1-14-16,-1-3-38 0</inkml:trace>
  <inkml:trace contextRef="#ctx0" brushRef="#br0" timeOffset="-172201.07">4207 15233 86 0,'0'0'-4'0,"0"0"6"0,0 0-2 0,0 0 1 0,0 0 0 16,0 0 0-16,0 0 0 16,0 0 0-16,-10 39-2 15,18-35 1-15,2-3 1 16,2-1 0-16,1 0-6 0,0-8-80 16</inkml:trace>
  <inkml:trace contextRef="#ctx0" brushRef="#br0" timeOffset="-171675.58">4862 14886 112 0,'0'0'-5'0,"0"0"9"0,0 0-5 0,0 0 1 15,2 45 1-15,-7-17-1 0,1 9 1 16,0 4 0-16,-1 6 0 15,4 5 0-15,-1 3 3 16,2 4-2-16,0 7-2 16,0 0 1-16,0-2-2 15,0-3 1-15,0-7 0 0,0-10-1 16,0-13 1-16,0-8-3 16,2-10 0-16,2-10-3 15,2-3-20-15,-2-10-9 16</inkml:trace>
  <inkml:trace contextRef="#ctx0" brushRef="#br0" timeOffset="-170785.2">4902 14898 38 0,'0'0'2'0,"0"0"4"16,0 0-3-16,0 0-1 16,0 0-2-16,0 0 3 15,0 0 7-15,0 0 0 16,-5-35-2-16,5 35-1 0,0 0-4 15,0 0-3-15,0 0 0 16,5 0 2-16,6 2-2 16,-2 3 2-16,4-1-1 15,3-1 1-15,1 1-2 16,4-3 0-16,-1-1 0 16,0 0 0-16,2 0 0 0,-1 0 1 15,2 0-1-15,-2-4-1 16,1 1 1-16,-1-1 1 15,-3 4 0-15,0 0-1 16,-3 0 0-16,-3 0 1 16,-3 0 0-16,-1 4 0 0,-4 1 1 15,1-1-5-15,-2 0 9 16,-3 2-4-16,0-2 1 16,0 5-1-16,0 0 1 15,-8 4-2-15,2 3 0 16,-3 2-1-16,0 5 1 0,0 3-1 15,0 2 0-15,3 3 0 16,-1 3 0-16,0-1 0 16,2 1 0-16,1-1 0 15,0-1 0-15,0 0 0 16,3-1 0-16,-1-4 1 0,2 1-1 16,0-1 0-16,0-4 0 15,0 1 0-15,0-4 0 16,0 0 1-16,2-3-1 15,0 1 0-15,3-6 0 16,1 5 1-16,-1-3 0 0,2 5 0 16,-2-2 0-16,1 4-1 15,-1-3 1-15,1 0-1 16,-4 0 1-16,3-4 1 16,-5 0-2-16,0-4 2 15,0-1 0-15,0-3 3 0,0-1 3 16,-3-1-2-16,-3-1-2 15,1 2-1-15,-1-3 0 16,-3 1-1-16,2-2 2 16,0 1-2-16,1 0-1 15,1 0-1-15,-1 1 0 0,0-2-1 16,2 2-5-16,0-1-1 16,2-2 0-16,-3 1 4 15,3-1-8-15,-2 0-1 16,-3 0-15-16,2 0-39 15</inkml:trace>
  <inkml:trace contextRef="#ctx0" brushRef="#br0" timeOffset="-170465.35">4888 15704 79 0,'0'0'4'0,"0"0"19"0,0 0-2 0,0 0-10 0,0 0-13 16,0 0 1-16,0 0 1 15,0 0 0-15,0 0-1 16,0 0 4-16,0 0 4 15,49-15-1-15,-30 9-2 0,5-1-3 16,1 0 2-16,2 0-3 16,4 0 0-16,0 1-13 15,1 1-9-15,-1-1-4 16,-5 2-30-16</inkml:trace>
  <inkml:trace contextRef="#ctx0" brushRef="#br0" timeOffset="-169947.06">4917 16084 50 0,'0'0'31'0,"0"0"-12"0,0 0 6 0,0 0-22 0,0 0 9 15,-18-36-10-15,16 32-3 16,0 3 2-16,2 1-2 16,-2 0-2-16,-2 1 10 15,1 12-6-15,1 10 0 16,-2 5-1-16,-3 9 1 0,2 9-1 15,1 5 1-15,-1 4-1 16,1 3 1-16,0 6-1 16,-1 0 0-16,4 1 0 15,1-4-1-15,0-4-2 16,0-8-11-16,0-10-2 0,1-9-1 16,6-10-16-16</inkml:trace>
  <inkml:trace contextRef="#ctx0" brushRef="#br0" timeOffset="-169462.05">4899 16112 66 0,'0'0'7'0,"0"0"-2"0,0 0 9 0,0 0 1 15,0 0-11-15,0 0-2 0,0 0-1 16,0 0 4-16,0 0 0 16,0 0-3-16,2-12-2 15,-1 12-2-15,3 0 1 16,3 0 1-16,0 0 0 16,2 0-1-16,4 0 0 0,2 2 1 15,4 1-1-15,-2-3 2 16,6 2-1-16,0-2-1 15,1 0 2-15,2 0-1 16,-1 0 0-16,2-2 0 16,0-2 0-16,-2 1 1 0,0 0-3 15,-2 3-7-15,-4 0-15 16,-2 0-50-16</inkml:trace>
  <inkml:trace contextRef="#ctx0" brushRef="#br0" timeOffset="-169088.64">5284 16122 120 0,'0'0'1'0,"0"0"17"0,0 0 4 0,0 0-15 16,0 0-3-16,0 0-3 15,0 0-3-15,0 0 7 16,0 0-6-16,-14 44 1 0,8-15-1 15,-1 8 0-15,-1 5 1 16,0 8-1-16,-2 1 1 16,3 8-2-16,-5 1-8 15,1 3-12-15,1 0-3 16,0-4 0-16</inkml:trace>
  <inkml:trace contextRef="#ctx0" brushRef="#br0" timeOffset="-168450.57">4849 16969 12 0,'0'0'24'0,"0"0"4"0,0 0-8 0,0 0-8 15,0 0-1-15,0 0 1 16,0 0-2-16,0 0 0 16,0 0-8-16,0 0-3 0,-4-19 0 15,4 19 0-15,6 0 2 16,-2 0-1-16,3 0 0 16,3 0 0-16,0 0-1 15,3-5 0-15,1-2-1 16,1-2 4-16,1-3-1 15,2 0-6-15,4-1 12 0,-3 0-2 16,6-1-4-16,0 3 0 16,2 1-1-16,-2 1-1 15,0 2-7-15,-4 1-2 16,2-1-8-16,-3-1-7 16,-4-3-60-16</inkml:trace>
  <inkml:trace contextRef="#ctx0" brushRef="#br0" timeOffset="-165090.55">3567 14542 57 0,'0'0'2'0,"0"-3"0"0,0 0-2 0,0 0-2 16,0-1 1-16,0-2-3 15,1 2 7-15,1-1-2 0,2-2-1 16,0 0 3-16,0 0 5 15,4 0-4-15,1-3 0 16,-1 2 0-16,4-2-2 16,-3-1-1-16,2 1 1 0,1 0 0 15,0 1 0-15,2-1 0 16,-1 0 1-16,0 0-2 16,2 3 2-16,0-3-2 15,0 3-1-15,1 0 2 16,2-2-2-16,-1 2 0 15,4 0 0-15,-1 0 0 0,3 2 0 16,-2 1 0-16,4 0 0 16,-2 3 0-16,-2 1 1 15,2 0-2-15,-2 1 2 16,1 5 0-16,-2 3-1 16,0-1 0-16,-1 3 2 0,0 2-2 15,-1 0 1-15,-3 1-1 16,1 3 1-16,0 3 0 15,0 2 0-15,-1 2 0 16,1 3 0-16,-3 2 0 16,1 3-1-16,-1-3 1 0,-2 1-1 15,0 0 1-15,0-2-1 16,-2-2 1-16,1-2 0 16,-4 0 2-16,1-5-2 15,-1-2 2-15,2-3-2 16,-4-3 1-16,0-1 0 0,1-1 1 15,-1-2-1-15,-2-1-1 16,0-1-1-16,1-2 0 16,2 3 1-16,-3-2-1 15,2 1-1-15,-2-1-7 16,-2-3-32-16</inkml:trace>
  <inkml:trace contextRef="#ctx0" brushRef="#br0" timeOffset="-163845.95">2667 14548 21 0,'0'-1'40'0,"0"1"-34"0,0 0-4 0,-2 0-1 16,0 0 1-16,-2 0-2 16,2 0 1-16,2 0 0 15,0 0-1-15,0 0 0 16,0 0 0-16,0 4 0 16,0-2 1-16,0 1-1 0,6-2 0 15,2-1 0-15,1 0-1 16,3 0 2-16,1 0 0 15,5 0 0-15,-1 0 1 16,4-4 0-16,2-2-1 16,2 2-1-16,4 0 1 0,-2 1-1 15,1-1 0-15,0 1 0 16,0 0 1-16,-1 0-1 16,1 0 0-16,0-1-1 15,-1 3 2-15,1 0-1 16,3 1 1-16,-2 0 0 15,0 0-1-15,0 2 1 0,2 5-1 16,-2 0 1-16,0-1-1 16,-2-2 0-16,0-1 0 15,-2-2 0-15,-3-1 1 16,1 0-1-16,-1 0 0 0,-2-1 0 16,0-2 0-16,-2 0 0 15,-4 2 0-15,1-2 0 16,-3 2 0-16,0 0 0 15,-2 1 0-15,-1 0 0 16,1 0-2-16,-2 0 1 0,0 2 1 16,1 2-1-16,0 2-3 15,-1-1-11-15,0 0-15 16</inkml:trace>
  <inkml:trace contextRef="#ctx0" brushRef="#br0" timeOffset="-159149.25">2924 14833 15 0,'16'-6'2'0,"-3"3"3"0,3-1 0 0,-3 2 1 16,0 0 0-16,1 0 1 16,-3 1-4-16,0 1 1 15,0 0 0-15,0 0 0 16,1 0-3-16,1 0 1 0,3 0 0 15,-1 0-2-15,3-2 1 16,0 0-1-16,2-3 3 16,1 2-1-16,2-2-1 15,0 1 0-15,2-1 0 16,0 2 0-16,-2 3 0 0,-2 0-1 16,1 0 1-16,-1 0-1 15,-4 0 1-15,-1 0-1 16,-1 3 0-16,2-1 0 15,-2-1 0-15,-1-1 0 0,-1 0 0 16,0 0 0-16,-2 0 2 16,0 0-1-16,-2-3 2 15,1-1 2-15,-6 1 5 16,0 0 1-16,-3 1 1 16,-1 0-1-16,1 1-1 15,-1 0-2-15,3 0-3 16,-1 0-5-16,2-2-6 0,6 1-13 15,-4-4-13-15</inkml:trace>
  <inkml:trace contextRef="#ctx0" brushRef="#br0" timeOffset="-158465.8">3413 14870 51 0,'0'0'2'0,"0"0"-1"0,38-29-1 0,-22 18 2 0,1-1-2 16,-1 3 0-16,2 0 1 16,0 1-1-16,0 0 0 15,-3 3 0-15,4-1 0 16,-2 2 1-16,2 0-1 16,0-1-1-16,1 0 2 0,1-2 0 15,-2 2 0-15,-2-2 0 16,-2-3 1-16,-3 3 4 15,0 0 1-15,-5 0 2 16,1 0 0-16,-2 0-4 0,0 2-3 16,-1-2-1-16,-1 3 0 15,-2 0-1-15,0 1 1 16,0 0 2-16,-2-1 9 16,0 0 3-16,0-1-4 15,0 0-4-15,0-3 0 16,0 0-1-16,-2-3 1 0,-2-2-1 15,0-3 0-15,-3 1 0 16,-2-2-1-16,0-2-2 16,0 2 0-16,1 2-3 15,1-1 0-15,-2 0-41 16,2-2-50-16</inkml:trace>
  <inkml:trace contextRef="#ctx0" brushRef="#br0" timeOffset="-157120.2">3494 14671 3 0,'0'0'5'0,"0"0"15"0,0 0-3 15,0 0-9-15,0 0-3 16,0 0-4-16,0 0 0 16,0 0 0-16,0 0-1 0,0 0 0 15,0 0 0-15,0 0-1 16,0 0 1-16,9-32-1 15,-7 33 1-15,0 0 0 16,-2-1 0-16,2 0 0 16,-2 0 1-16,0 0 2 0,0 0 34 15,0 0-24-15,0 0-9 16,0 0 1-16,0 0-3 16,0 0-2-16,-2 0 1 15,2 0-1-15,0 0 0 16,0 0 1-16,0 0-1 0,0 0-1 15,0 0 0-15,0 0-1 16,0 0 2-16,0 0 0 16,4 0 0-16,1-4 0 15,2-1 0-15,0-2 1 16,1-2-1-16,1 1 1 16,0-3-1-16,2 1 0 0,2-3 0 15,1 2 1-15,0-4-2 16,4 1 3-16,1 0-1 15,2-3 1-15,3 0-3 16,1 0 3-16,2 0-2 16,2 1 0-16,-1 1 2 0,1-1-2 15,3 4 0-15,-1 1 0 16,3 2 0-16,2 2 0 16,-2 2 0-16,1 3 0 15,-1 0 0-15,1 2 0 16,-1 0 0-16,1 0 0 0,4 0-2 15,-4 0-2-15,3 0 1 16,-2 0 2-16,-1 4 1 16,-3 0-1-16,-3 2 1 15,-2 5 0-15,-4 2-1 16,-1 6 1-16,-5 1 0 16,-2 5 0-16,-1 4 1 0,0 3-2 15,-3 5 2-15,-2 0-1 16,3 5 0-16,-1-3 1 15,0-2-1-15,2-3 0 16,0-1 0-16,1-3 0 0,-1-2 0 16,1 0 0-16,1 1 0 15,-1-1 0-15,1 2 0 16,-1 1 1-16,1-2-1 16,-3-1 1-16,1-2 0 15,-2-4 0-15,-5-3 1 0,2-3-1 16,-4-2 2-16,-1-3-2 15,-1-1 0-15,0-2-1 16,0 1 1-16,-2-3-11 16,0-5-75-16</inkml:trace>
  <inkml:trace contextRef="#ctx0" brushRef="#br0" timeOffset="-156520.16">4924 15996 33 0,'-4'-3'5'0,"-1"2"18"0,-1 1-6 0,0 0-1 0,2 2-13 15,0 8-1-15,-2 5-2 16,1 7 0-16,-1 7 1 15,-2 8 3-15,0 5 3 16,1 7 1-16,-2 3-2 16,2 4-1-16,0 3-1 0,-1 1-3 15,1 1 0-15,2-3-1 16,-1 0 0-16,3-9 0 16,1-7 0-16,2-6 0 15,0-6 0-15,0-8 0 16,0-3-8-16,4-8-10 15,1-9-10-15,2-2-54 0</inkml:trace>
  <inkml:trace contextRef="#ctx0" brushRef="#br0" timeOffset="-155612.04">3565 14912 44 0,'0'0'-10'0,"0"0"15"0,0 0 5 16,0 0 1-16,0 0 0 16,0 0-1-16,-35-38-1 0,28 35 0 15,2 2 0-15,-1-1-1 16,3 2-3-16,3 0-2 16,0 0-2-16,0 0-3 15,0 0 0-15,5 0 1 16,6 0 1-16,2 0-1 15,3 0 1-15,2 0-2 0,4 0 4 16,5-2-5-16,0 1 2 16,3 0 1-16,3 1 1 15,-2 0 0-15,-2 0-1 16,1 7 0-16,-3 4 0 16,1 2 0-16,1 6 2 0,-1 3-2 15,4 0 0-15,-1 6 1 16,0-1-1-16,3 3 0 15,-1 1 0-15,-1-1 0 16,2 0 0-16,-6 1 1 16,1-1-2-16,-4 1 2 0,0-3-1 15,-3 1 0-15,-2-3 0 16,0-1 0-16,-3-2 0 16,-2 1 1-16,-1-3 1 15,1 1-2-15,-6-2 1 16,2-2 0-16,-2-1-2 15,-5-4 2-15,1-1 0 0,-1-3 0 16,-2-2-1-16,1 2 0 16,-3-4-19-16,0-2-65 15</inkml:trace>
  <inkml:trace contextRef="#ctx0" brushRef="#br0" timeOffset="-154766.08">5041 17254 115 0,'0'0'11'0,"0"0"-8"0,0 0-3 0,0-3-14 16,0-1-15-16,0-1 2 16,-3 0 10-16,1 4 19 0,-2-2 12 15,-1 3 7-15,2 0-5 16,-1 0-4-16,2 0 2 15,0 4-5-15,-2 6-2 16,3 6 0-16,1 6-4 16,0 6 0-16,0 6-2 0,2 5 2 15,5 5 1-15,-3 3-1 16,1 3-1-16,0 0 0 16,0 2-1-16,1 1-1 15,-4-1 0-15,2 2 0 16,-3 0 1-16,5 0-8 0,-4-4-4 15,3-6-17-15,-2-10-5 16</inkml:trace>
  <inkml:trace contextRef="#ctx0" brushRef="#br0" timeOffset="-154146.97">5105 17297 74 0,'0'0'-12'0,"0"0"17"0,38 0 1 0,-20 0-4 15,-3 0-1-15,0 0 1 16,-2 4-1-16,1 3 1 0,-2 3-1 16,-1 2 5-16,1 0 0 15,-5 1 0-15,1 4-2 16,1-1 0-16,-2 2-2 15,0 5-1-15,-1 2 1 16,1 5-1-16,-3 3-1 0,1 4 2 16,-2 1-1-16,-1 3 3 15,0 2 2-15,0-2-4 16,0 0-2-16,2-1 1 16,-1-1-1-16,3-3 0 15,-1-3 0-15,-2 1 0 0,1-4 0 16,-2-4 0-16,0-4 0 15,-2-2 2-15,0-4-2 16,0-5 2-16,0 0 14 16,-2-3 6-16,-6-4 6 15,-2 3-3-15,-1-3-7 0,-5 1-6 16,-1 0-1-16,-2 0-6 16,0 0-1-16,-4 5-4 15,-1-1 2-15,3 1-5 16,1 1-5-16,2-1-19 15,-1-2-36-15,0-5-66 0</inkml:trace>
  <inkml:trace contextRef="#ctx0" brushRef="#br0" timeOffset="-153719.64">5347 18395 130 0,'0'0'11'0,"0"0"8"0,-39-1-4 0,30 4-13 16,-2 10 5-16,3 6-7 0,0 7 1 16,2 5-1-16,1 6 0 15,3 5-2-15,0 2 3 16,2 2 0-16,0-4-1 15,0-1-1-15,2-5-5 16,5-4 6-16,-1-4 0 16,4-7 0-16,-4-10-17 0,3-5-8 15,-2-6-11-15,0-6-23 16</inkml:trace>
  <inkml:trace contextRef="#ctx0" brushRef="#br0" timeOffset="-153307.18">5299 18385 116 0,'0'0'-3'0,"0"0"14"0,0 0-6 16,0 0-6-16,0 0-2 15,0 0 2-15,0 0 1 16,0 0 2-16,43-2 2 15,-25 7-2-15,4-1-1 16,-1 1-1-16,1 1 1 16,2-1-1-16,1 0 1 0,-2 1-1 15,-2 1 0-15,2-3 0 16,-3 3 0-16,-2 0 0 16,-2-2 1-16,-3 2-2 15,-3 4 1-15,-2-1-6 16,-4 4 7-16,-4 4 7 0,0 3 14 15,0 4-3-15,-10 4-5 16,-2 3-1-16,-5 5-1 16,-2 4-7-16,-5-1-4 15,-1 4 0-15,1 2-1 16,-3-4 0-16,-2-6 0 0,-3-9 0 16,1-10-16-16,-2-14-41 15,0-5-12-15</inkml:trace>
  <inkml:trace contextRef="#ctx0" brushRef="#br0" timeOffset="-151883.09">3482 15121 52 0,'-6'4'6'0,"1"-2"-3"0,1-1 2 0,4 2 1 16,-2-3-3-16,2 1 0 16,0-1-4-16,2 0-1 15,7 0 0-15,0 0 0 0,7 0 2 16,3 0 1-16,4 0-1 16,2-7 0-16,6 0-5 15,2-3 0-15,3 3 7 16,1-3-2-16,4 5 2 15,-1 3 5-15,0 2-5 0,1 3-2 16,-1 11 1-16,0 6 0 16,-1 7-1-16,-3 2 1 15,-1 3 0-15,-2 2-1 16,-3 3 0-16,1 1 0 16,-4 2 2-16,0 3-4 0,0-1 0 15,-3 2 3-15,3 2 0 16,-1-2 2-16,-1-1 0 15,0 1-1-15,-4-2-1 16,2-2 1-16,-6-3 2 16,-3-4-2-16,0-4 1 0,-5-5 2 15,-4-5 5-15,-3-3 0 16,0-5-4-16,-2-1 4 16,0-4 0-16,0-1-2 15,0 0-3-15,-5-1-3 16,3 0 0-16,-2-2-1 15,0 2-1-15,1 0-3 0,-2-1-42 16,1 0-61-16</inkml:trace>
  <inkml:trace contextRef="#ctx0" brushRef="#br0" timeOffset="-149114.39">3424 15774 41 0,'-2'0'9'0,"0"0"11"0,-2 0-12 16,4 0-2-16,-1-1-2 15,-1 0-2-15,2-1-1 16,-2 2-1-16,2-1 0 0,-2-2 1 16,0 3-1-16,0-3 0 15,0 3 2-15,1-2-1 16,1 0 3-16,0 0-4 15,0 0 0-15,0-1-2 16,0 0-1-16,0-1 4 0,0-2-5 16,3-1 3-16,3-2 1 15,-1 1 0-15,3-3 0 16,2-4-1-16,-1 4 3 16,3-3 1-16,2-1-3 15,1 0 0-15,4-1 1 0,-2 3 0 16,1-1-1-16,1 4 0 15,0 2 0-15,2 3 0 16,1 1 1-16,0 3-1 16,0 1-1-16,3 0 1 15,0 0 0-15,-1 0 0 0,3 0 0 16,0 0-1-16,0-2 1 16,-2-5-1-16,2-3 1 15,-1-1-2-15,-2-2 2 16,-1-3 5-16,-5-1 4 15,-3 0 0-15,-1 1 0 0,-3-2 0 16,-4 4-3-16,-1 4 1 16,-3 0-2-16,-3 3-1 15,0 2 0-15,0 2 2 16,0 0 1-16,0 3-3 16,-3-2-1-16,-2 2 0 0,1 0-5 15,2 0-1-15,0 0 3 16,0 0-3-16,2 0-1 15,0 2-7-15,0 1-6 16,0 0-2-16,2 1-1 16,2-3 0-16,0 3-17 0</inkml:trace>
  <inkml:trace contextRef="#ctx0" brushRef="#br0" timeOffset="-148715.99">3499 16009 44 0,'0'0'7'0,"0"0"5"0,0 0 2 0,-34 15-8 0,29-9-4 16,0 0-2-16,5 1-1 15,0 0 0-15,0 0 1 16,0 4-1-16,3-2-2 0,6-2-2 15,2 0 3-15,5-5-4 16,1-2-3-16,4-2-4 16,1-11 6-16,0-8 10 15,5-5 4-15,0-5-10 16,-2-4-41-16</inkml:trace>
  <inkml:trace contextRef="#ctx0" brushRef="#br0" timeOffset="-147791.46">3507 14563 78 0,'0'0'6'0,"0"0"6"0,0 0-4 0,0 0-1 16,0 0-4-16,0 0-1 16,0 0 1-16,0 0-3 0,0 0 0 15,0 0-4-15,0 0 0 16,0 0 3-16,-16-6-1 15,30 4 0-15,1-3-1 16,4-1 0-16,5-2 4 16,1-3-2-16,4-1 1 0,-1-3 0 15,5 1-8-15,0-1 5 16,0-2 2-16,1 1 4 16,-1-1 1-16,0 2 0 15,3 2 3-15,-4 0-4 16,3 6-1-16,-2 4-1 0,-1 3-1 15,-3 0 1-15,-4 2 0 16,-1 9 1-16,-3 3 1 16,-4 3-5-16,0 3 5 15,-3-1-3-15,0 1 1 16,-5-1 0-16,0 0 0 16,-3-1 1-16,0-1-3 0,-2 0 3 15,-4-1-1-15,0 1-16 16,0 0-27-16</inkml:trace>
  <inkml:trace contextRef="#ctx0" brushRef="#br0" timeOffset="-147264.1">3622 14877 56 0,'0'0'2'0,"0"0"1"0,0 0 2 16,43-30 0-16,-22 22-3 15,-3 0 1-15,4 3-2 16,3-1 0-16,-1 2 2 16,3 2-2-16,0 2-1 15,4 0 0-15,-2 2 1 0,2 5-1 16,0 3 0-16,1 4 0 15,-1 0 0-15,3 2 0 16,-6 5 0-16,5 2 0 16,-7 2 1-16,1 4-1 15,-2 0-1-15,-1 0 4 16,-1-1-2-16,-4 0 1 0,-3-1-1 16,-2-1 0-16,-1-2 2 15,-4 1 0-15,0-3-1 16,-3-2-1-16,-2 1 0 15,2-5-1-15,-6 1-2 16,0-5-16-16</inkml:trace>
  <inkml:trace contextRef="#ctx0" brushRef="#br0" timeOffset="-146794.41">3608 15334 77 0,'0'0'-16'0,"0"0"19"0,9-45 6 0,8 26-3 0,4 1 0 16,2 2-5-16,3-1 2 15,2 4-2-15,-1 6-1 16,0 3 0-16,0 4 1 16,-2 0-2-16,4 7 2 15,0 6-1-15,0 5 0 0,-2 1 0 16,0 5 0-16,-1 1 1 15,-3 5-2-15,-3 0 4 16,-6 1-2-16,-2 3 3 16,-4-2 0-16,-2-2 1 0,1 1 0 15,-3-3-2-15,0 0 0 16,-1-2-2-16,2-2 0 16,-3 0 0-16,-2-1-2 15,0-2-8-15,0-5-12 16,0-2-22-16</inkml:trace>
  <inkml:trace contextRef="#ctx0" brushRef="#br0" timeOffset="-146365">3705 15755 88 0,'0'0'-14'0,"0"0"24"0,0 0 0 15,0 0-5-15,0 0-10 16,0 0 10-16,0 0-9 16,0 0 4-16,27-46 2 15,0 39 0-15,0 1-2 16,2 4 0-16,3 2 0 0,1 0 0 15,-1 0 0-15,3 5 0 16,-2 2 0-16,1 3 0 16,-5 0 0-16,-4 6 0 15,-3-1 0-15,-3 5 1 16,-9 3 0-16,-1 2 1 0,-5 2 3 16,-3 3 4-16,-1 3-1 15,0 1-3-15,-2 0-1 16,-1 2-3-16,-3-1 0 15,1-1 0-15,1-3-2 16,-3-1-1-16,4-3-11 0,-1-3-13 16,-3-4-11-16</inkml:trace>
  <inkml:trace contextRef="#ctx0" brushRef="#br0" timeOffset="-146102.74">3887 16229 72 0,'0'0'11'0,"0"0"5"0,0 0-6 0,0 0-5 0,0 0-6 15,0 0 2-15,9-39-1 16,4 33 3-16,4 6 2 15,2 0-3-15,2 4 0 0,3 13 0 16,-2 7 0-16,2 6 0 16,-1 13-8-16,-6 13-3 15,-3 10-22-15</inkml:trace>
  <inkml:trace contextRef="#ctx0" brushRef="#br0" timeOffset="-115578.5">6482 16719 86 0,'0'0'8'0,"0"0"9"0,0 0-6 0,0 0-7 16,0 0 3-16,0 0-3 0,0 0 0 16,-2 0 2-16,-3-2 4 15,1-2 0-15,2 1 5 16,-1 2-5-16,1-3-4 16,0 1-4-16,-2 0-1 15,1 0-1-15,-1 0 0 0,-3 0 1 16,4 1-1-16,-3-1 0 15,0 1 0-15,3 1 1 16,-3 1 0-16,0 0 0 16,0 0-2-16,-1 0-1 15,1 6 2-15,-4 3-2 16,1 2 3-16,1 3-1 0,-1 0 1 16,-2 4-1-16,4 1 1 15,-2 2-1-15,0 0 0 16,0 2 0-16,1 4-1 15,3 1 0-15,1 1 1 16,0 1 1-16,3 0-1 0,1-4 0 16,0-4 0-16,3-4 1 15,5-5-1-15,1-4 1 16,2 0 0-16,-1-3 0 16,0-3-2-16,1 0 2 0,1-2 2 15,-3-1-1-15,2 0 3 16,4 0 4-16,-4 0-3 15,3 0-2-15,-3-5-1 16,3-1-1-16,-1 2-1 16,0-3 0-16,1 0-1 15,-1 0 1-15,1-2-1 0,1-2-7 16,-1-5-52-16,-1-4-40 16</inkml:trace>
  <inkml:trace contextRef="#ctx0" brushRef="#br0" timeOffset="-114810.03">6789 16679 34 0,'4'-5'1'0,"-2"0"0"0,0 2-1 0,-2 0 4 16,2 2 31-16,-2 1 9 15,0 0-13-15,0 0-9 16,0-1 4-16,0 1-13 0,0 0-6 16,0 0-3-16,0 0-4 15,0 1-3-15,0 6 1 16,0 4 4-16,0 4-2 15,0 3 2-15,0 2-1 16,0 1-2-16,1 2 2 0,1 2-1 16,-1-2 0-16,0 2 1 15,1-3-2-15,0-1 1 16,-2-1 0-16,2 0 0 16,-2-4-19-16,0-2-32 15,0-4-1-15</inkml:trace>
  <inkml:trace contextRef="#ctx0" brushRef="#br0" timeOffset="-114220.08">6839 16672 74 0,'0'0'16'0,"0"0"0"0,0 0 0 0,0 0 0 16,0 0-9-16,0 0-6 15,0 0-1-15,0 0 1 0,0 0 0 16,16-3 1-16,-11 13 0 15,1-1-1-15,3 3 0 16,1 3 0-16,0 0-1 16,1 0 2-16,1 1-2 15,-1-2 0-15,0 1 0 0,1-1 1 16,0-1-1-16,0-2 0 16,-1-1 0-16,0 0 1 15,-1-1 0-15,-2-4-1 16,1 1 0-16,-3-2 0 0,-1-2 1 15,0-1 0-15,-3-1-2 16,0 0 2-16,0 0 2 16,-2 0 5-16,0 0 36 15,0-5-5-15,0-4-18 16,0-2-19-16,0-5-3 16,0-1 3-16,0-3-3 0,0 0 1 15,0-1 1-15,0-1 0 16,-2 0 0-16,2 0 0 15,-2 1-1-15,0 4 1 16,2-3 0-16,0 3-2 16,0 0 1-16,2 0-4 0,4 4-25 15,3-1-21-15,1 3-34 16</inkml:trace>
  <inkml:trace contextRef="#ctx0" brushRef="#br0" timeOffset="-113728.39">7283 16567 81 0,'0'0'6'0,"0"0"10"0,0 0 2 15,0 0 1-15,0 0 0 16,0 0-3-16,0 0-3 16,0 0-5-16,0 0-4 15,0 0-3-15,0 0-1 0,-19 6-1 16,17 5-1-16,0 3 2 16,0 3 0-16,1 2 0 15,0 2 0-15,1-1 1 16,0 0 0-16,0 0 0 15,0-1-1-15,0 1 1 0,0-4-1 16,4 2 0-16,-2-2 0 16,0-2-1-16,0 2-37 15,0-5-13-15</inkml:trace>
  <inkml:trace contextRef="#ctx0" brushRef="#br0" timeOffset="-113009.61">7333 16531 79 0,'0'0'24'0,"0"0"-8"16,0 0 1-16,0 0-3 0,0 0-5 15,0 0-6-15,0 0-2 16,0 0-1-16,0 0-2 15,0 0 1-15,2-4 1 16,1 10 0-16,2-1 1 16,-1 1-1-16,1 1 1 0,1 2-2 15,1-1 1-15,4 2 0 16,-2 0 1-16,-2 0-1 16,3 3 0-16,0-2 0 15,-2-2 0-15,1 3 0 0,1 0 0 16,-3-2 0-16,1 1 0 15,-1 1 0-15,2 0-1 16,-4 0 1-16,1-1 0 16,0-1 1-16,-1 0-2 15,2-2 2-15,-3 0-1 0,3-3 0 16,-3 0 1-16,0-1-1 16,1-3 0-16,-3 0 0 15,1 0 0-15,-2-1 0 16,-1 0 2-16,0 0 16 15,1-7 34-15,-1-2-48 16,0-4-3-16,0-1-1 0,0-2 17 16,0-2-16-16,0-2 0 15,0-2 2-15,0-1 3 16,0-2 1-16,-2-1 2 16,2 0-2-16,-3-1-4 15,1 1 0-15,2 2-3 0,0 2 0 16,0 4 0-16,0 3-2 15,6 4-13-15,2 1-29 16,-1 1-44-16</inkml:trace>
  <inkml:trace contextRef="#ctx0" brushRef="#br0" timeOffset="-112333.64">8000 16600 47 0,'0'0'30'0,"0"0"-7"0,0 0 5 0,0 0-14 16,44-13-3-16,-28 7-4 0,1-1 1 16,0 5 4-16,3-3 3 15,-1 1-9-15,2-2-2 16,1 3 0-16,2-3-1 16,1-1-1-16,-2 0 0 15,2-1 3-15,-1 1-3 16,0-1-1-16,-2 1 1 15,1 0-1-15,-5 0 0 0,2 1 0 16,-2 1-1-16,-3-1 0 16,-4 3 0-16,1 1 0 15,-6 0-1-15,-1 1-18 16,-1-1-31-16,-4-1-15 0</inkml:trace>
  <inkml:trace contextRef="#ctx0" brushRef="#br0" timeOffset="-111886.24">8244 16314 115 0,'0'0'19'0,"0"0"0"0,0 0-6 0,0 0-14 0,0 0 1 16,0 0 0-16,0 0-2 16,-3 40 4-16,3-20-2 15,0 3 1-15,2 5 0 16,1 3-1-16,1 3 0 16,2 3-1-16,-3 3 3 15,4-2 0-15,-1-1-1 0,-1-1 0 16,1-2 0-16,0-2-1 15,4-3-2-15,-1-8-31 16,2-9-18-16</inkml:trace>
  <inkml:trace contextRef="#ctx0" brushRef="#br0" timeOffset="-111462.61">8876 16184 71 0,'0'0'31'0,"0"0"-23"0,0 0-7 0,0 0 4 0,0 0 11 16,0 36-7-16,0-16-3 15,0 3-2-15,0 1 2 16,0 4-3-16,0-2 0 0,0 1 0 15,0-2-2-15,0 1 2 16,1-2-3-16,5-1 1 16,-2-2 0-16,0-2 0 15,3-5-7-15,-3-4-26 16,3-6-22-16</inkml:trace>
  <inkml:trace contextRef="#ctx0" brushRef="#br0" timeOffset="-110754.02">8873 16156 64 0,'0'0'30'16,"0"0"-16"-16,0 0 2 16,7-37-6-16,4 28-8 15,0-1 1-15,1 1-1 16,3-1-1-16,-2 4 2 0,1-1 0 16,-1 4 2-16,1-1 1 15,-1 2-4-15,-1 0-1 16,1 2 0-16,-2 0-1 15,1 0 0-15,-2 4 0 0,-3 5 2 16,0 2-2-16,-3 2 1 16,-2 1-1-16,-2 3 0 15,0 0 1-15,0 2-1 16,-4-1 0-16,-7 2 1 16,0-2 1-16,0-2-2 15,-3 1 2-15,-1-1-1 0,1-5 0 16,1 2 0-16,-1-3-1 15,3-3 1-15,0 3 0 16,2-5-1-16,2-2 0 16,1-1 1-16,2-1-1 15,3 1 0-15,-1-2 1 0,2 0-1 16,0 0-1-16,0 0 0 16,0 0 1-16,0 0 0 15,0 1 1-15,3-1-1 16,3 0 0-16,0 3 4 15,3-3-1-15,1 4 1 0,-1-1-1 16,3 0 3-16,0 2-2 16,-1-2 0-16,1 2-2 15,-1 3 0-15,2-1-1 16,0-2 0-16,0 2-1 16,1 1 1-16,0-1-1 0,0 2 0 15,1-1 1-15,0-1-1 16,-1-1 0-16,-1-1 0 15,2-3-3-15,1-2-20 16,0 0-16-16,-3-8-26 16</inkml:trace>
  <inkml:trace contextRef="#ctx0" brushRef="#br0" timeOffset="-110477.22">9372 16105 96 0,'0'0'4'0,"0"0"34"0,0 0-13 0,0 0-4 16,0 0-7-16,0 0-13 0,0 0-2 16,0 0 1-16,0 0-3 15,-3 40 4-15,3-19-1 16,0 3 0-16,0-4 2 15,2 3-2-15,0-4 0 16,4-1 0-16,-2-4 0 16,0-1-5-16,1-3-21 0,1-2-7 15,-3-3-7-15</inkml:trace>
  <inkml:trace contextRef="#ctx0" brushRef="#br0" timeOffset="-109999.22">9408 16151 92 0,'0'0'-1'0,"0"0"9"0,0 0 1 16,0 0-2-16,0 0-3 15,0-37 0-15,4 35 0 16,1 1 3-16,3 1-1 15,1 0-2-15,3 0-3 16,0 4 0-16,2 6 0 0,-1-1 1 16,4 6-1-16,-2-2 0 15,1 4 0-15,-3-1 0 16,3-2 0-16,-3-1-1 16,3-2 0-16,-5-2 1 15,2-4-1-15,-1 0 2 0,-3-2-2 16,1-2 1-16,-2-1 1 15,-4 0 3-15,0 0 8 16,-1-4 14-16,-1-5-1 16,-2-4-13-16,0-2 0 15,0-4 0-15,-5-1-2 0,-1-2-2 16,-3-2-4-16,4-1-1 16,-3 1 1-16,3 2-4 15,3 2-1-15,-2 1 1 16,4 6-2-16,0 2-1 15,0 3-16-15,4 3-14 0,0 1-21 16,2 1-22-16,3 0-50 16</inkml:trace>
  <inkml:trace contextRef="#ctx0" brushRef="#br0" timeOffset="-109672.27">9882 15973 115 0,'0'0'4'0,"0"0"44"0,0 0-16 0,0 0-15 16,0 0 1-16,0 0-5 15,0 0-6-15,0 0-4 16,0 0-1-16,0 0-2 15,-34 3-1-15,32 10 1 0,0 3 0 16,2 2 0-16,0 2 0 16,0-2 0-16,0 1 0 15,4-1 1-15,0-1-1 16,-1-1-1-16,1-2-3 16,2-2-6-16,-2-1-12 0,2-3-29 15,-2-3 5-15,0-5-9 16</inkml:trace>
  <inkml:trace contextRef="#ctx0" brushRef="#br0" timeOffset="-109287.98">9885 15962 78 0,'0'0'8'0,"0"0"21"15,0 0-7-15,0 0-2 16,0 0-10-16,0 0-3 16,0 0-6-16,39-26 0 15,-27 26 0-15,2 9 0 16,1 1 0-16,4 1 0 0,-1 2 1 16,2-2-2-16,0-1 1 15,-1 0-1-15,0-3 1 16,-3 0-1-16,-1-4 1 15,1 1-1-15,-5-2 1 16,-4-2 2-16,0 0 9 0,-3 0 11 16,-3-6 14-16,-1-4 5 15,0-3-15-15,0-4-13 16,0-4-10-16,-3 0-3 16,-1-2-1-16,-3 0-2 15,4-1-8-15,-4 1-25 0,1 1-53 16,-7 3-69-16</inkml:trace>
  <inkml:trace contextRef="#ctx0" brushRef="#br0" timeOffset="-108333.14">8391 17491 78 0,'0'0'81'0,"0"0"-67"0,0 0 5 0,0 0-3 16,0 0-10-16,0 0-1 0,0 0 2 15,0 0 7-15,0 0-2 16,0 0-7-16,0 0-4 16,0 0-1-16,0 0 1 15,0 0-3-15,42-12 2 16,-19 3 4-16,1-1-1 0,3-1-2 15,1 2-1-15,-2-2 1 16,0 1 0-16,-3 0-1 16,-3 3 1-16,2 0-2 15,-4 0-8-15,-1-2-27 16,-2-1-38-16,-4-1-33 16</inkml:trace>
  <inkml:trace contextRef="#ctx0" brushRef="#br0" timeOffset="-108085.16">8598 17270 187 0,'0'0'0'0,"0"0"23"0,0 0-9 15,0 0-14-15,0 0 0 16,-7 50 0-16,12-21 3 16,2 8 5-16,2 5-6 15,0 3-1-15,-1 2-1 0,2-2-1 16,-5-5-66-16</inkml:trace>
  <inkml:trace contextRef="#ctx0" brushRef="#br0" timeOffset="-107565.66">9121 17115 166 0,'0'0'19'0,"0"0"-6"16,0 0-13-16,0 0-11 16,0 0 4-16,0 0 6 15,8 46 1-15,-4-22-1 16,-2 3 3-16,0 4-2 0,0 0 2 15,3-1-2-15,-3-2 1 16,2-2-2-16,0-5-8 16,2-2-1-16,0-5 4 15,-1-3 3-15,1-2 3 16,3-4 0-16,-1 0 1 16,2-2-1-16,-1-3 0 0,0 0-2 15,2 0 3-15,-2 0 0 16,-1 0 6-16,4-5 8 15,-1 2 1-15,1-2 4 16,-3-1-5-16,2 3-4 16,3-2-5-16,-2 2-2 0,2-3-4 15,-3 5 1-15,0-4-1 16,1 3-1-16,-4-3-4 16,1 0-37-16,-4-5-48 15</inkml:trace>
  <inkml:trace contextRef="#ctx0" brushRef="#br0" timeOffset="-106997.02">9646 17033 129 0,'0'0'18'0,"0"0"18"0,0 0-13 0,0 0-13 0,0 0 0 16,-24-39-1-16,17 37-4 15,-1 0-3-15,3-1 4 16,-1 3-4-16,1 0-1 16,0 0-3-16,-1 3-3 15,1 4 1-15,-2 4-4 0,1 1 2 16,-3 5-3-16,0 1 4 15,2-1 6-15,1 1-1 16,1-3-1-16,3 0-3 16,2-2-9-16,0-4-12 15,1 1 2-15,7-3 10 16,0-1 4-16,1-1 8 0,3-2 2 16,-1-2 0-16,0 1 6 15,1 0 0-15,0 0-1 16,1 1-3-16,-3 1-1 15,1 2-1-15,-4 1-1 16,4 1 1-16,-6 1 3 0,1 0-2 16,-1 1 0-16,-1-3-1 15,-1 2 0-15,-3 0 2 16,0 0 1-16,0-1 2 16,-6 2 5-16,-2-1 0 0,-3 0-4 15,-1 2 0-15,-1-3-2 16,-1 2-3-16,1-4 1 15,1 1-2-15,2-4-1 16,3 0-2-16,1-3-34 16,0 0-41-16</inkml:trace>
  <inkml:trace contextRef="#ctx0" brushRef="#br0" timeOffset="-106648.08">9906 16929 142 0,'0'0'23'0,"0"0"13"0,0 0-16 15,0 0-7-15,0 0-4 16,0 0-4-16,0 0-4 16,0 0 0-16,-11 40 0 0,10-19-1 15,1 2 1-15,0 1-1 16,0-3 0-16,0-2 1 16,2-4 0-16,4 1-1 15,-2-4 0-15,-1 1 0 16,1-4-1-16,0 0-18 15,-2-2-32-15,0-6-21 0</inkml:trace>
  <inkml:trace contextRef="#ctx0" brushRef="#br0" timeOffset="-106363.15">9750 16997 161 0,'0'0'-8'16,"0"0"16"-16,0 0-4 16,0 0 6-16,0 0 3 0,0 0-1 15,38-41 1-15,-25 32-3 16,5 0-2-16,2-4-5 15,0 1-3-15,5 0 0 16,2-3 0-16,4-1-2 16,0 0-30-16,-2-3-43 15</inkml:trace>
  <inkml:trace contextRef="#ctx0" brushRef="#br0" timeOffset="-105652.02">10215 17118 44 0,'0'0'84'0,"0"0"-76"16,0 0 1-16,0 0-1 16,0 0-3-16,0 0-1 0,0 0 7 15,0 0 8-15,0 0 1 16,-14-10-5-16,12 3-6 16,2-1-4-16,0 0-4 15,0-3-2-15,0-1 4 16,0-2 0-16,0-1-2 15,0-2-1-15,0-2 1 0,0 1 0 16,-1-2-1-16,0-1 4 16,0 1 1-16,1 1 0 15,0 1-4-15,0 2 0 16,0 5-1-16,0 2 0 16,0 5 0-16,0 1 0 0,1 3-4 15,1 0-6-15,2 4-2 16,1 6 9-16,0 0 1 15,3 2 1-15,-2 1 2 16,6-2-1-16,-3-3 0 16,2-1 1-16,3-1-2 15,-3-3 0-15,1-3 1 0,1 0-2 16,-1 0 2-16,0-3 0 16,-3-4 2-16,0-3 2 15,0 0 9-15,-2-3 0 16,-1-1-5-16,-3 1 0 0,-1-1 1 15,0-2 1-15,0-1-2 16,0 2-3-16,0-1-2 16,0 4-2-16,1 2-1 15,0 5 0-15,1 4-1 16,0 1-3-16,-1 6 2 0,-1 12 2 16,4 9-1-16,-2 7-2 15,-1 10 2-15,4 6-4 16,-3 2-22-16,-3 2-29 15,-1-4-40-15</inkml:trace>
  <inkml:trace contextRef="#ctx0" brushRef="#br0" timeOffset="-104713.02">7008 17732 60 0,'0'-6'3'0,"-5"-1"1"0,-3-1 3 0,2 0-3 15,-5-2 3-15,0 3 7 16,0 0 2-16,-2 1 5 16,1 2-6-16,-1 1-1 15,-1 0-8-15,3 3-1 16,0 0 4-16,2 3 4 0,0 7-15 15,0 2 4-15,0 9-2 16,2 1 0-16,1 5-2 16,2-1 2-16,1 1 0 15,3 3 2-15,0-3-2 16,0-2 2-16,0 0 0 0,1-3 1 16,7 1 4-16,-2-3 3 15,6-2-3-15,-1 1 1 16,2-2-1-16,3-4-2 15,0-2-2-15,4 0-1 16,2-4-2-16,-2-2 0 16,7-5 1-16,-2 0 1 0,2-5-4 15,1-10 1-15,-2-6-22 16,0-7-56-16</inkml:trace>
  <inkml:trace contextRef="#ctx0" brushRef="#br0" timeOffset="-104455.87">7244 17688 215 0,'0'0'-24'16,"0"0"33"-16,0 0 7 0,0 0-5 16,0 0-9-16,0 0 0 15,0 0-4-15,0 0 5 16,-32 36-4-16,32-12 2 15,0 1 1-15,0 0-1 16,5 1 0-16,2-1-1 0,2-4 1 16,-2-1-3-16,1-4-2 15,-2-2-15-15,-2-2-20 16,-2-6-14-16,-2-4-29 16</inkml:trace>
  <inkml:trace contextRef="#ctx0" brushRef="#br0" timeOffset="-104050.58">7204 17693 133 0,'0'0'14'0,"0"0"4"16,8-37-1-16,2 29-12 15,-1 2-4-15,0 2-2 16,4 4 0-16,-2 4 2 15,4 10-3-15,2 6 1 16,3 1 0-16,-1 2 2 0,2 0 2 16,-1-3-4-16,0-3 0 15,-2-3-1-15,-1-3-1 16,-3-5 3-16,-1 1 0 16,-1-5 2-16,-3 0-2 15,-1-2 1-15,-1 0 2 0,-2 0 4 16,-3-5 11-16,-1-4 9 15,-1-2-7-15,0-5-6 16,0-2-3-16,-1-3-1 16,-6-2-4-16,-2-4 0 0,3 1-5 15,-1-2 0-15,1 2-1 16,0 2 0-16,4 3-1 16,2 2-4-16,0 1-21 15,0-1-34-15,4-1-59 16</inkml:trace>
  <inkml:trace contextRef="#ctx0" brushRef="#br0" timeOffset="-103732.52">7679 17480 150 0,'0'0'2'0,"0"0"36"0,0 0-6 0,0 0-19 15,0 0-8-15,0 0-5 16,0 0 1-16,0 0-2 16,2 55 0-16,0-32 1 15,2 4 1-15,0 0 0 0,-1-1 0 16,3 1-1-16,-2-4 0 15,1 1 0-15,0-3-4 16,1-3-12-16,-2-5-10 16,1-3-16-16,-1-3-8 15</inkml:trace>
  <inkml:trace contextRef="#ctx0" brushRef="#br0" timeOffset="-103168.3">7689 17517 60 0,'0'0'9'0,"0"0"8"15,0 0-6-15,0 0-6 0,0 0 2 16,0 0-1-16,0 0-2 15,0 0-1-15,46-8 1 16,-32 15-1-16,1 1-3 16,2 4 0-16,0 0 0 15,-1 2 0-15,-1-2 1 0,1 1 1 16,-2-1-2-16,2-2 2 16,-3 0-2-16,1-3 0 15,0 0 1-15,-2-2-1 16,1-1 1-16,-4 0 0 15,-1-1-1-15,-2 1 2 16,-1-1-1-16,1 0-1 0,-4-1 1 16,0-1-1-16,-2 0 1 15,2 1-1-15,-2-2 2 16,0 0 8-16,0 0 24 16,0 0-16-16,0 0-12 0,0 0-4 15,0 0 1-15,0-4 2 16,0-1 0-16,0 0-1 15,0-4 2-15,-2 2 0 16,2-4 1-16,-2-1 1 16,0-2 1-16,-1-2 0 0,-1-1 0 15,2-3-1-15,-2-1-2 16,-3-6 0-16,4 0-4 16,1-7-1-16,2-7-1 15,0-5-1-15,4-8-24 16,8-4-62-16</inkml:trace>
  <inkml:trace contextRef="#ctx0" brushRef="#br0" timeOffset="-101901.96">10445 15676 110 0,'0'0'4'0,"0"0"22"0,0 0-7 0,0 0-7 16,0 0-6-16,0 0 0 15,0 0-3-15,0 0 3 16,0 0 2-16,0 0-5 15,0 0-4-15,0 0 3 0,0 0-2 16,0 0 0-16,3-25 0 16,8 23-3-16,1 1 0 15,-1 0-4-15,3 1 5 16,-3 0 1-16,3 0 1 16,-3 0 0-16,0 8-1 15,1 2-1-15,-2 2 0 0,-4 4-1 16,2 0 3-16,-3 5 0 15,1-1 0-15,-4 4 0 16,-2 0-10-16,0 3 10 16,0-1 1-16,0 1 0 15,0 0-1-15,0 2 1 0,0-4-1 16,0 2 0-16,4-2 0 16,3-2 1-16,0-1-1 15,2-3 0-15,2-3 0 16,-1 0 1-16,0-4-1 15,3-2 1-15,-1-3-1 0,1-2 1 16,-1-2-2-16,-1-2 2 16,-1-1 1-16,0 0 1 15,-6 0 1-15,0 0 0 16,-1 0-1-16,-3 0 2 16,0 0-4-16,0 3-1 0,0 1 1 15,0 3 2-15,-3 7-4 16,-2 3 0-16,-1 1 3 15,0 4-2-15,3 0 1 16,-1 5 0-16,2-2 0 16,2 4-1-16,0 1 2 0,0 2-2 15,0 2 0-15,4 0 1 16,2 2 0-16,5-1-1 16,1 1 1-16,1-2-1 15,1 0 1-15,1 0-1 16,-1 2 1-16,0-1-1 0,0 1 0 15,0 2 1-15,0-1-1 16,-1 1 0-16,1-1 0 16,-3 0 0-16,0-2 0 15,-2-2 0-15,0-2 0 16,-3-1 0-16,-1 0-1 0,-3-3-3 16,-2 1-9-16,0-3-5 15,-2-1-5-15,-9-4 5 16,-3-3-4-16,-5-6 6 15,-4-7-83-15</inkml:trace>
  <inkml:trace contextRef="#ctx0" brushRef="#br0" timeOffset="-100776.92">10346 15676 94 0,'-9'0'18'0,"3"-1"9"0,-1-2-4 15,5-3-5-15,1 2-2 16,1 0-11-16,0 0-4 15,0 1 0-15,5 0 1 0,4-1-1 16,2 1-1-16,3 2 0 16,2-1 0-16,2 2 0 15,1 0 2-15,0 0-2 16,3 6 0-16,-4 2-2 16,1 5 2-16,-1 3-1 0,-2 3 1 15,0 1-1-15,-2 3 0 16,-2 3 2-16,0 2-1 15,-4 0 0-15,-1 1-2 16,-3 1 2-16,-3 2-3 16,0 1 3-16,-1-2 0 15,0 0 2-15,0-1-1 0,3-3-1 16,2-4 1-16,0-1-1 16,3-3 0-16,3-2 1 15,-2-5 0-15,1-1-1 16,2-4 0-16,0-3 1 15,-1-3 4-15,-1-1 1 0,2 0 1 16,-1 0-4-16,-4-3-1 16,0-2 0-16,-2 1-1 15,-1-2 1-15,-4 4-1 16,0 0 1-16,0 2 0 0,0 0-2 16,-3 0 1-16,-2 13-4 15,-1 2 2-15,-1 4 0 16,3 5-3-16,0 2 1 15,0 5-2-15,3-1 5 16,1 4 0-16,0 2 0 16,1 3 0-16,7 1 0 0,-1 1 0 15,3 0 0-15,2-1 0 16,1 1 0-16,1 0 0 16,-1 1 0-16,3-3-1 15,-2 1 1-15,2-3 0 16,-2 1 0-16,0-2 0 0,-1-1 0 15,0-2 0-15,-1 2 0 16,-1-3-1-16,-3-2 2 16,0 1-1-16,-3-1 0 15,1-2 0-15,-4 3 0 16,-2-2 0-16,0-1-1 0,0-1-4 16,-8 0 4-16,-3 1-1 15,-3-3 1-15,-2-1 1 16,-2-3-4-16,-4-1-20 15,2-7-26-15</inkml:trace>
  <inkml:trace contextRef="#ctx0" brushRef="#br0" timeOffset="-99716.06">10371 15716 125 0,'-14'-1'10'0,"3"-5"13"0,1 2-10 0,2-1-11 15,1 1 0-15,1 1-1 16,2-1 1-16,2 3 3 16,2-1 8-16,0 0-13 15,8 2 0-15,1 0-1 16,5 0 4-16,1 0-3 15,3 4-2-15,-3 7 2 0,1 2 0 16,0 1-1-16,2 7 1 16,-5-2-2-16,3 8-2 15,-5-2 0-15,1 1 3 16,-2 0-5-16,-1 1 2 16,-1-1-2-16,0 2 3 0,-1 0 3 15,1 0 0-15,0 1 0 16,-1 0 1-16,1-1-1 15,0-1 0-15,4 0 0 16,-1-2 0-16,3-6 0 16,1-2-1-16,0-3-2 0,2-7 2 15,1-4 0-15,-3-3-2 16,-1 0 7-16,-3-2 7 16,-5-3 1-16,1-1 2 15,-5-1-3-15,-2 1-1 16,0 0-2-16,0 2-4 0,0 1-4 15,-2 2 3-15,-5 1-2 16,-3 1-5-16,1 8-1 16,-3 7 0-16,3 2 1 15,-2 3 3-15,4 5 0 16,1-2 0-16,4 3 0 0,2 4 2 16,0-1-1-16,0 4 0 15,10-1-1-15,0 2 1 16,1 2-1-16,0 1 2 15,3 3-1-15,1 1 0 16,-1 1 0-16,-1 2 1 0,1 0-1 16,-1 0 0-16,-1 1 1 15,1 0-2-15,-3-2 2 16,0-2 0-16,-3-1-1 16,1 0 0-16,-4-2 0 15,1-2 0-15,-1-2 1 0,-1-2-1 16,-1-3 1-16,0-3 4 15,-2-3 0-15,0-4 1 16,0 0-3-16,-7-4-1 16,-2 0 0-16,-8-1 0 15,-6 0-2-15,-8-2-20 0,-9-6-27 16</inkml:trace>
  <inkml:trace contextRef="#ctx0" brushRef="#br0" timeOffset="-92951.29">6482 17293 67 0,'-2'0'5'0,"-1"1"10"0,3 0 0 0,0 1-8 16,0-2-6-16,0 1 0 16,0 0-1-16,7 0 2 15,0 0-2-15,2-1 0 16,2 1 1-16,0 1-1 0,2 0 1 15,3 0-2-15,-1 0 1 16,6-1 0-16,-1-1 2 16,2 0 2-16,1 0-2 15,4-1 1-15,0-4-1 16,4-1 1-16,0 0-1 16,-2 3 0-16,3-2-1 0,1 1 0 15,1 3 0-15,3-2-1 16,-1 0 2-16,3 2-1 15,0-2-1-15,-1 0 1 16,0-3-1-16,-1 1 1 16,-2-4 2-16,1 2 2 0,1-6 5 15,1-2-2-15,5-4 3 16,-3 0-2-16,3-4 1 16,4-1-6-16,-1-2-2 15,-1-5 0-15,5 2 0 16,-3-4-2-16,0 0 1 0,-3-2 0 15,-2-1 0-15,-3 1-2 16,-6 0 2-16,-6 2 4 16,-3 0 4-16,-6 2 2 15,-5 3 0-15,-3-1-1 16,-4 1 0-16,-1 0-3 0,-5-4-4 16,0 1 15-16,0-3-9 15,-4 0-7-15,-5 1-1 16,-3-1 0-16,-3 3-3 15,-6 4 4-15,-1 0-1 16,-2 4-1-16,-5-1 0 0,-6 4-1 16,-2 0 8-16,-1 2-6 15,-2-1-1-15,-1 1 0 16,1 0 1-16,2 2-1 16,-1 2 1-16,2 1-1 15,-3 2-5-15,2 2 8 0,0 2-4 16,-4 3 1-16,1 2-3 15,1 2 2-15,0 0-2 16,2 2 0-16,-4 8 1 16,1 2-4-16,-1 0 6 15,0 2 0-15,-1 0-2 16,3 3 0-16,0-1 3 0,1 1-1 16,1-2 0-16,1 3 1 15,-1 2-2-15,-3 1 1 16,3 1-1-16,-4 1 2 15,2 4-2-15,-3 1-1 0,3 4-5 16,2 2 0-16,-1-1-2 16,0 2 5-16,3 1-1 15,-2-1 3-15,2-1 2 16,2 2 1-16,3-2-1 16,3 0 0-16,1 0 0 0,2 1 0 15,2 1 1-15,6 2-1 16,-1 1 0-16,0-1 0 15,7 2 2-15,2-1-2 16,3-2 0-16,3 0 0 16,3-1 1-16,0 1-1 0,4 0 2 15,6-4-2-15,2 3 0 16,4-2 0-16,-1-4 0 16,4-3 0-16,-2-1 0 15,1-5 0-15,-3-2 1 16,2-4 0-16,-3-2-1 15,-3-3 1-15,0-2-1 0,2 0 0 16,-4-3 1-16,2-1-1 16,1-4-3-16,-1 0-3 15,3 0-12-15,1-4-8 16,3-8-14-16,-3-3-14 16,-1 0-39-16</inkml:trace>
  <inkml:trace contextRef="#ctx0" brushRef="#br0" timeOffset="-85348.1">9786 15634 2 0,'6'-7'17'0,"-2"-2"3"0,-2 2-7 0,-1 0-8 0,-1-2-2 15,0 2-1-15,0 0 2 16,0 2-3-16,0 1 2 15,0-2-2-15,0 1 1 16,0 1 0-16,0 3 0 16,0-1 5-16,0-1-3 0,2-1-3 15,3 1 1-15,-3 0 2 16,2-1 7-16,-3 3 3 16,1-2-1-16,-2 1-1 15,2 1 1-15,-2 1-1 16,0 0-4-16,2 0-2 0,-2 0-2 15,0 0-3-15,0 0-1 16,0 0 2-16,0 0 0 16,2 0 1-16,0 3-1 15,0 1-2-15,-1-2 1 16,0 0-1-16,0 0 0 0,0-1 1 16,-1-1-1-16,0 0 1 15,0 0 7-15,0 0 18 16,0 0-7-16,0 0-14 15,-2 0-3-15,-2 0-1 16,2 0-1-16,-4-1 0 0,3-1 2 16,-1 0-2-16,-3 0 0 15,2 1 0-15,-2-2 0 16,3 2 0-16,-2-1 0 16,-2-1 0-16,4 3 0 15,0-1 1-15,-2 1-1 0,5 0 0 16,-3 0 0-16,2 0-1 15,-3 0 1-15,2 0 0 16,1 0 0-16,-2-2 0 16,-1 2 0-16,3 0 0 15,-4 0 0-15,1-1 1 16,1 1-1-16,-3-1 0 0,2-1 0 16,-4 2 0-16,3-1 0 15,-1 1 0-15,1-3 0 16,1 3 0-16,-1 0 1 15,1 0-1-15,1 0 0 16,-3 0-1-16,4 0 1 0,-3 0 0 16,1 0 0-16,-1 0-1 15,-4 0 1-15,0 0 0 16,-1 0-3-16,1 4 1 16,-3-1 2-16,0-2 3 0,-1 2-1 15,-1 2-4-15,-3-1 1 16,1-1 1-16,2 1-2 15,-3 0 1-15,3 0 1 16,-5-1-1-16,4 0 1 16,-2 0 0-16,1 0 1 0,0 0-1 15,2 1 0-15,1 0 0 16,-1 0 0-16,1 0 0 16,2 2-1-16,-2 0 1 15,2 1-1-15,0 0 1 16,0 0-1-16,1 2 0 15,-3-1 0-15,-1 4-9 0,1-1 16 16,-3 2-6-16,1 0 0 16,0 2-10-16,0 2-11 15,-1-1-2-15,-3 1 0 16,4-1 12-16,-2-1 7 16,-1 2 1-16,3 0 2 0,2-2 1 15,1 0 0-15,0 1 0 16,0-1 0-16,1 1 0 15,0-2 0-15,-1 3 1 16,2-2-1-16,-1 1 1 16,1-1-1-16,0 0 0 0,2 2 0 15,0-1 0-15,-2 4 0 16,0-1 0-16,2 4 0 16,-2 1 0-16,-1 2 0 15,2 1 0-15,0 2 0 16,-1-4 0-16,3 1 0 0,1-4 0 15,-2-2 0-15,4-1 0 16,-2-2 0-16,3 0 2 16,2-1-2-16,-3 1 0 15,3 0 1-15,0 0-1 16,1 3 0-16,1 0 1 0,0 2-1 16,0 1 0-16,0-2 1 15,0 1-1-15,4-3 0 16,4 1 1-16,-2-3 0 15,3-1-1-15,3-1 3 16,1-2-2-16,1 2 1 16,1-1 0-16,-1-2-1 0,1 0 0 15,2-1-1-15,2 2 0 16,-1-3 1-16,-1 0 2 16,4-2-2-16,-1-1-1 15,0-1 0-15,0-2 3 0,1-2 1 16,-1-1-2-16,2 1 0 15,0 0 0-15,2-2 0 16,-1 1-1-16,2 1-1 16,-1-2 2-16,2 2-1 15,-1-1-1-15,2 1 2 16,0-2-2-16,0 0 0 0,0 0 0 16,0-5 0-16,2-2 1 15,-2-3 0-15,2 2 2 16,0-4 0-16,1 1 0 15,-1 2-1-15,4-3 1 16,-5 2-2-16,3 0 0 16,-3 0 1-16,1-2-1 0,-1 1 1 15,0 1 0-15,0-1 3 16,2-2-2-16,-1 2-3 16,0 0 1-16,2 0-1 15,-4 1 0-15,2 1 0 0,0 0 2 16,-2-1-2-16,-3 0 0 15,3 0 0-15,-2-2 0 16,-2 1 0-16,1-1 1 16,0-1-1-16,1-1 0 15,-2-1 0-15,2 1 0 0,1-3 1 16,-2 0-1-16,-2 0 0 16,3 0 1-16,-5 0-1 15,0 0 1-15,-1-1-1 16,-2 1 1-16,-3-3-1 15,-1 1 0-15,-5-1 4 0,2-1 6 16,-5-2 1-16,1 1-6 16,-2 0 2-16,-3-2-5 15,1 0 0-15,0 0 8 16,0-2-9-16,-2-1-1 16,0 0 1-16,0-1-1 0,-5-1 1 15,-1 0-1-15,-1 0 0 16,-1-2 1-16,-2 1-1 15,2-1 3-15,1 2-1 16,-2 1 2-16,-2 1-3 16,4 2 1-16,-1 2 0 0,0 2-1 15,-3 1-1-15,0 1 0 16,-3 1-1-16,-1 2 1 16,-5 1 1-16,-3 2-1 15,-3 0 3-15,-3 0-3 16,-10 3 1-16,-3 2-1 0,-12 1 2 15,-6 4-4-15,-7 3 2 16,-8 1 2-16,-9 12-5 16,-3 7 2-16,-3 5-28 15,-1 5-21-15,-1-3-37 16</inkml:trace>
  <inkml:trace contextRef="#ctx0" brushRef="#br0" timeOffset="-83290.78">9398 16872 59 0,'0'0'2'0,"-2"0"3"0,0 0 5 0,0-2 3 15,-2 0 2-15,1 1 4 16,1-1 3-16,-2-1 0 16,0 3-1-16,1-1-11 0,0-1-8 15,1 1-1-15,0 0-1 16,-2-1 1-16,1 1-1 16,-1-1 1-16,2 1-1 15,-4-2 0-15,2 2 0 16,0-1 0-16,-1 1 3 0,1-1-1 15,0 0-2-15,-2 0 0 16,1 1 1-16,-2-1-1 16,0 0 0-16,-1 0 0 15,1 1 0-15,-5-1 0 16,1 2 3-16,-2 0 0 16,0-1 5-16,-1 1 6 0,-1 0-10 15,2 0-3-15,-2 0-1 16,2 0 0-16,0 1 1 15,4 2-1-15,0 1 0 16,-2 1 0-16,4-1 0 16,0 0 0-16,-3 3-1 0,2 0 1 15,0 3 0-15,1 3 0 16,0 1 0-16,-2 4-1 16,0 1 2-16,1 4-1 15,1 1-1-15,-2 1 0 0,4 1 2 16,-3-2-1-16,3 3-1 15,-4-1 2-15,4 1-1 16,-1 2 0-16,-1 1 0 16,1 2 0-16,-2 0 0 15,1 2 0-15,1 0 0 0,0-2 0 16,1-2 0 0,0-2-1-16,3-2 1 0,0-1-1 15,2-2 1-15,0 1-1 16,0 0 1-16,0 0-1 15,0 2 0-15,4-2 0 16,2-3 1-16,2 2-4 0,-1 0 2 16,6-1 2-16,-2-3-2 15,4 1-1-15,1 0-4 16,5-3-5-16,-4 1 10 16,2-3 1-16,0-1-1 15,0-3 1-15,3 3 1 0,-5-1 1 16,4 0-1-16,1 1 0 15,0-1 1-15,0 0-1 16,3 1-1-16,0-3 0 16,-1-1 1-16,-1-1 1 15,1-1-1-15,-3-1 1 16,-1-1 3-16,2-1-1 0,1 0-1 16,1 0 0-16,2-2-1 15,1-3-1-15,2 0 0 16,-1 0 2-16,2 0 2 15,2 0 3-15,-1-5-4 16,3-1 2-16,1-1-2 0,-2 0 1 16,4 1-2-16,-5 0 0 15,1 2 0-15,-2 0-2 16,-2 1 1-16,-2-1 0 16,2 0 0-16,-3 1 2 15,1-3 1-15,-2-1 0 0,2 0-1 16,0-3-3-16,0-3 2 15,-3 0-2-15,2-1 1 16,0-2 0-16,0 1-1 16,-1 0 1-16,-2 0-1 0,-4 1 0 15,0 0 3-15,0 0 0 16,-1-1-1-16,-1 2-1 16,-2-1 0-16,1 3-1 15,-1-1 1-15,-2-2-1 16,1 0 1-16,-3 0 1 15,3-4 3-15,0 0-2 0,3-3-1 16,-2-2-1-16,1-1-1 16,-1 0 1-16,1-2-2 15,-2 0 2-15,0 0 1 16,-2 2-2-16,-1 1 4 16,-1 0 2-16,-4 3 0 0,0 1-1 15,1-1-2-15,-4 1 0 16,4-1-2-16,-3 2 0 15,-1-1 0-15,-1 1-1 16,-2 0 3-16,0 0-2 16,0-1 5-16,0-3 2 0,-2-1-1 15,-3-1 0-15,0-4-5 16,0-2 0-16,-1-2-2 16,1-1 0-16,-1-4 0 15,-2-1 0-15,0-1 0 0,-5 2 0 16,-1-1 0-16,-3 0 1 15,-4 1-1-15,-4-2 0 16,-3 7 0-16,-6-2-1 16,-8 1 1-16,-4 4-3 15,-7 1 0-15,-7 5 6 16,-6 3 0-16,-7 9-5 0,-7 8 1 16,-5 3-9-16,-11 17-18 15,-11 14-11-15,-7 8-36 16,-15 9-102-16</inkml:trace>
  <inkml:trace contextRef="#ctx0" brushRef="#br0" timeOffset="75364.01">13013 16311 173 0,'0'0'-8'0,"0"0"15"0,0 0 4 0,0 0-12 15,0 0 1-15,4 7 0 0,-3 5-2 16,3 3 2-16,0 8 2 16,-2 4 0-16,1 12 1 15,-1 10 3-15,1 9-1 16,1 12-3-16,-2 10 0 16,0 9-1-16,0 1 0 0,2 0 0 15,1-2-1-15,-1-3 1 16,0-8-1-16,1-6-2 15,-2-4-22-15,-1-10-26 16,-2-15-14-16</inkml:trace>
  <inkml:trace contextRef="#ctx0" brushRef="#br0" timeOffset="76048.32">13045 16314 97 0,'0'0'14'0,"0"0"20"0,0 0 1 0,0 0-13 0,0 0-10 16,0 0-3-16,0 0-3 16,0 0-1-16,0 0-3 0,0 0-2 15,0 0 0-15,14-13 0 16,4 13 1-16,6 0-1 16,4 0 0-16,10 0 0 15,4 0 0-15,10 0-1 16,1-4 3-16,5 0-1 0,3-2-1 15,1 0 0-15,-1-1 1 16,3 0-1-16,-1-4 0 16,0 1 0-16,2-3 0 15,-4 2-4-15,-2-2-7 16,-1 3-8-16,-2 1-24 0,-8 0-4 16</inkml:trace>
  <inkml:trace contextRef="#ctx0" brushRef="#br0" timeOffset="76489.56">14286 16179 6 0,'0'0'43'0,"0"0"-41"0,0 0 3 15,0 0-3-15,0 0-2 16,0 0-1-16,0 0-14 15,0 0-1-15,0 0 7 16,0 0-4-16</inkml:trace>
  <inkml:trace contextRef="#ctx0" brushRef="#br0" timeOffset="76902.24">14286 16179 28 0,'40'-10'31'0,"-40"9"-11"16,-2-1 0-16,0 0-7 15,0 0-6-15,2 2-4 0,-2-3-1 16,2 3-2-16,0 0 0 16,0 0 0-16,0 0 0 15,0 0 0-15,-2 0 1 16,2 0 4-16,-1 0 3 16,0 0 0-16,-1 9-3 15,2 2 1-15,0 3-2 0,0 2 2 16,0 5 1-16,0 5-2 15,0 5 2-15,0 4 0 16,2 6 0-16,2 5 1 16,2 7-4-16,-3 3 0 15,4 3-1-15,-3 2 0 0,-2 1-2 16,1-1-1-16,1-2 0 16,-2-1 0-16,0-6 0 15,-1-6 0-15,-1-5 1 16,0-6-1-16,0-2 1 0,0-6 0 15,0 3-1-15,-1-2 1 16,-3 1-2-16,-1 2 2 16,-1-2-1-16,-2 2-9 15,0-4-44-15,-3-4-38 16</inkml:trace>
  <inkml:trace contextRef="#ctx0" brushRef="#br0" timeOffset="77628.58">13191 17638 96 0,'0'0'3'0,"0"0"15"0,0 0 11 0,0 0-10 0,0 0 3 15,0 0-11-15,0 0-3 16,0 0-1-16,0 0-2 15,0 0-4-15,0 0 1 16,0 0-1-16,-36-26-2 16,36 26-1-16,0 0 1 15,0-1-3-15,3-1-1 0,9 1 2 16,1-2 2-16,6 1 4 16,3-2-2-16,3 0 1 15,5 0-1-15,5 0 1 16,2-1 0-16,2 2 1 0,4-1 2 15,4-1-2-15,2 0-1 16,3 1 0-16,1-2 1 16,1-2-2-16,-3 2-1 15,-1-2 1-15,-4 1 0 16,-1 0-1-16,-5-1 0 16,-4 1 0-16,-1 0 0 0,-5 1 1 15,-2 2-1-15,-3 0 1 16,-6 1-1-16,-3 0 0 15,-1 3 1-15,-5 0-2 16,-1 0 0-16,-6 0-29 16,0-3-51-16</inkml:trace>
  <inkml:trace contextRef="#ctx0" brushRef="#br0" timeOffset="78573.36">13420 16987 193 0,'0'-4'38'0,"-3"0"-21"0,1 1 3 15,2 2-3-15,0 1-5 16,0 0-12-16,0 8-2 16,0 4 0-16,0 4 6 0,6 3-2 15,1 0-2-15,-4 0 0 16,3 0-1-16,-1-4-26 16,-2-1-5-16,-3 1-19 15,0-4-14-15,0-4-9 0</inkml:trace>
  <inkml:trace contextRef="#ctx0" brushRef="#br0" timeOffset="78772.42">13375 17183 176 0,'0'0'22'0,"0"0"7"0,0 0-18 16,0 0-14-16,0 0 6 15,0 0 0-15,0 0-1 16,38-1-1-16,-25-3 2 15,3-1 0-15,-3-1-2 16,3-2 0-16,-2 1 0 0,-1-3-1 16,3-1-3-16,-4-1-49 15,-5 1-29-15</inkml:trace>
  <inkml:trace contextRef="#ctx0" brushRef="#br0" timeOffset="78950.99">13320 17054 209 0,'0'0'-3'15,"0"0"29"-15,0 0-13 16,0 0-14-16,0 0 2 0,0 0-1 16,14-44-3-16,7 28-8 15,2-1-37-15,1-1-33 16</inkml:trace>
  <inkml:trace contextRef="#ctx0" brushRef="#br0" timeOffset="79540.18">13582 16960 158 0,'0'0'45'0,"0"0"-31"15,0 0-9-15,0 0-2 0,0 0 1 16,0 0 3-16,1 48-1 15,-1-37 0-15,1 3-3 16,0-1-1-16,0-1 0 16,2-2-2-16,-1 0 1 0,-2-3 0 15,3-4-1-15,-3 1 0 16,0-2 1-16,0-2-1 16,0 0 3-16,0 0 2 15,0 0-4-15,0-3-1 16,0-4 1-16,0-2 0 15,0-1 0-15,0 0 4 0,0-1-3 16,0 3 1-16,5-1-2 16,3 1 0-16,-2 1-2 15,3 3 2-15,3 0-1 16,-3 2 0-16,2 2 0 16,2 0 1-16,-1 6-3 0,1 4 1 15,-2 3 1-15,-4-3-1 16,2 3 1-16,-4-3-5 15,-1 0-1-15,-2-4 2 16,0-1-2-16,-2-3 3 16,0-1 0-16,0-1 3 0,0 0 2 15,0-7-9-15,0-2 1 16,0-5 2-16,0-1 3 16,0-1 5-16,0 2-3 15,0 0 2-15,3 5-2 16,0 1 2-16,2 3-4 0,-2 5 2 15,6 0-2-15,-3 3-2 16,3 7 0-16,1 1 2 16,1 1 3-16,0-1-13 15,0 0-9-15,0-3-16 16,0-5-13-16,1-3-38 0</inkml:trace>
  <inkml:trace contextRef="#ctx0" brushRef="#br0" timeOffset="80231.59">13968 16875 234 0,'0'0'0'0,"0"0"20"0,0 0-15 0,-44 11-2 16,31 2-3-16,1 3 0 15,2 4-1-15,3-3 1 0,1 1 0 16,3-1-2-16,3-3 1 15,0-3-8-15,3-5-22 16,5-4-16-16,3-2 8 16,3 0 14-16,-3-8 13 15,3-3 12-15,-5-3 2 16,1 2 8-16,-3 0 3 0,-2 5 7 16,-3 0 13-16,-1 4 6 15,-1 2-6-15,0 1-9 16,0 0-18-16,0 0-3 15,1 0-10-15,1 5 2 16,3 4 3-16,-1-1-7 0,2-2-9 16,3-2-7-16,1-1-17 15,1-3 10-15,-1 0 6 16,1-5 1-16,1-7 4 16,0 1 21-16,-4-1 4 0,0-4 16 15,-3 1 5-15,-2 2 1 16,0 2 13-16,-3-2-6 15,0 5-8-15,0-1-6 16,-5 5-7-16,-1 1-6 16,1 3-2-16,-3 0-2 15,3 0 1-15,-2 7-3 0,4 7 0 16,1 2 1-16,2 1-2 16,0 5 1-16,3 1 0 15,6 0 0-15,0 0 0 16,1-3-2-16,0 2 1 15,-2-6-1-15,-1 1-2 0,-4-2-5 16,-2-3-1-16,-1-2-4 16,0-3 6-16,-6-1 5 15,-5-5 6-15,0-1-2 16,0 0 2-16,2-3 1 16,-1-2-1-16,2-2 1 0,3 1 2 15,1 0 1-15,4 2-3 16,0 1-5-16,7-1-13 15,7-5-32-15,7-5-120 16</inkml:trace>
  <inkml:trace contextRef="#ctx0" brushRef="#br0" timeOffset="80722.49">14897 16916 237 0,'-4'1'1'0,"2"-1"12"0,2 0-3 0,0 0-13 0,13 0-7 16,5 0-14-16,4-4-33 15,4-4-33-15</inkml:trace>
  <inkml:trace contextRef="#ctx0" brushRef="#br0" timeOffset="80880.67">15380 16827 178 0,'0'0'2'16,"0"0"5"-16,44 7-1 15,-30-4-3-15,4-2-1 16,-3-1-13-16,3 0-35 16,0 0-10-16</inkml:trace>
  <inkml:trace contextRef="#ctx0" brushRef="#br0" timeOffset="81035.08">16048 16762 208 0,'0'0'-9'16,"0"0"11"-16,52 13-1 15,-33-11-1-15,1-2-62 16,0 0-74-16</inkml:trace>
  <inkml:trace contextRef="#ctx0" brushRef="#br0" timeOffset="81206.3">16752 16747 150 0,'0'0'20'0,"49"3"-18"16,-30-1 3-16,3 0-2 15,-2-2-1-15,1 0-27 16,-1 0-118-16</inkml:trace>
  <inkml:trace contextRef="#ctx0" brushRef="#br0" timeOffset="83198.8">18321 16355 87 0,'-2'0'5'0,"-1"0"11"0,1 0 4 15,0 0 1-15,0-3 5 16,0 2 3-16,0-1-2 16,0 2-5-16,1-2-4 0,1 2-9 15,0 0-7-15,0 0-3 16,0 8 0-16,0 9 1 15,0 3 0-15,0 7 0 16,0 6 1-16,7 8-1 16,-2 7 0-16,0 5 0 0,0 4 1 15,-2 2-4-15,1 1-12 16,-2 0-5-16,1-5 8 16,-3-5-12-16,0-9-18 15,0-6-9-15,0-9-24 16</inkml:trace>
  <inkml:trace contextRef="#ctx0" brushRef="#br0" timeOffset="83662.01">18344 16355 99 0,'0'0'9'0,"0"0"17"0,0 0-10 15,0 0-9-15,0 0-9 0,0 0 1 16,0 0 4-16,0 0 1 16,44-10 8-16,-22 9 1 15,5-2-6-15,2 0-1 16,9-1-4-16,2 0-1 0,5-2 0 15,0-1 0 1,6-3-1-16,-4 1 0 0,2 2 0 16,-6 0-3-16,1 3-21 15,-6 0-6-15,-2 1-4 16,-7 0-25-16</inkml:trace>
  <inkml:trace contextRef="#ctx0" brushRef="#br0" timeOffset="84146.61">18956 16280 99 0,'0'0'14'0,"0"0"6"0,0 0-1 0,0 0-4 15,0 0 1-15,0 0-7 16,0 0 0-16,0 0-6 15,36-14 1-15,-34 14-3 16,2 4 0-16,-2 7 1 16,-2 2 0-16,3 6 0 0,-2 2-1 15,-1 3 0-15,1 6 0 16,-1 4 1-16,0 0-1 16,0 4 0-16,0 2 0 15,0 2 0-15,0-1-1 16,0-2 0-16,-1 0 1 0,0-1-1 15,-1-1 1-15,1 0-1 16,-1 0 0-16,-2-4-1 16,0-1-20-16,1-5-40 15,-4-7-17-15</inkml:trace>
  <inkml:trace contextRef="#ctx0" brushRef="#br0" timeOffset="84806.55">18402 17088 107 0,'0'0'4'0,"0"0"1"0,0 0-2 0,0 0-5 0,0 0 2 16,0 0-2-16,0 0 1 16,0 0 0-16,0 0 1 15,0 0 1-15,46-13 5 0,-30 13 4 16,2-1 6-16,6-1-1 16,1 2-6-16,5-2-4 15,1 0-3-15,1 1-1 16,2-1 0-16,-2-1-2 15,1-1 2-15,-4 1-2 0,1-1 0 16,-3 0 1-16,-1-2 0 16,-5 2 0-16,0 0 2 15,-6 1 2-15,-2 0-2 16,-3 3-2-16,-6 0 0 16,-3-1-24-16,-1-2-70 0</inkml:trace>
  <inkml:trace contextRef="#ctx0" brushRef="#br0" timeOffset="86499.6">18554 16557 142 0,'4'0'3'0,"-2"2"-6"0,1 0 5 0,1 1 0 16,4 1 0-16,-4 2 0 15,4 1-1-15,-4 0 1 16,0 0-1-16,1-1 2 15,-2-2-2-15,0 2-1 0,0-3 0 16,2 0-17-16,-3-1-29 16</inkml:trace>
  <inkml:trace contextRef="#ctx0" brushRef="#br0" timeOffset="87887.44">18321 16452 86 0,'-2'4'4'0,"0"3"12"0,-1 2-9 0,3 2 3 16,-2 5 6-16,2 3-1 16,0 4 1-16,0 4-3 15,0 7-3-15,0 4-5 0,2 5 16 16,0 7-18-16,1 2-2 15,1 1-2-15,-2-1 0 16,1-6-12-16,1-3-29 16,1-10-3-16,-1-8-20 15</inkml:trace>
  <inkml:trace contextRef="#ctx0" brushRef="#br0" timeOffset="88747.31">18302 16415 112 0,'0'0'13'0,"0"0"-10"16,0 0-2-16,0 0 3 15,50-21-3-15,-28 17 1 16,3-2 1-16,3-1 8 15,5 2-1-15,3-4-4 0,5 1-2 16,-1 2-3-16,2-2-1 16,-2 1 0-16,-1 1 0 15,-7 2 0-15,-1-2 0 16,-2 3 1-16,0-2-1 16,-2 1 0-16,-4 0 0 0,-1 3 0 15,-5 0 1-15,0 1-2 16,-5 0 1-16,-3 0 0 15,-2 0-2-15,-2 4-1 16,-2 1 4-16,-1 1 2 16,0 1-2-16,1-1 0 0,2 0-1 15,-2 4 0-15,-1 0-11 16,5 1-4-16,-5-1 5 16,1 2 2-16,1 0 8 15,0 4 0-15,-2-1 0 16,-1 4 1-16,0 2 1 0,-1 2 1 15,0 3-2-15,0 2 1 16,0 3-1-16,0 0 1 16,0 1 1-16,0 1-2 15,0-1 4-15,0-2 2 16,0-3-1-16,0 0 2 0,0-4-1 16,0-2 0-16,0-1-4 15,0-2-1-15,0 1-2 16,0-2 0-16,0 0 1 15,0 0-12-15,0-3 9 16,0-1-15-16,-1-3-6 0,0-3 14 16,-4 0 3-16,2-3-3 15,-1 1 6-15,-3-1 3 16,2-1 1-16,-2 0 6 16,1-1 6-16,-1 2 2 15,-3-2-7-15,0 1-3 0,-1 0-5 16,-3 0 0-16,1 1 0 15,-3 0-3-15,-1 0-15 16,-2 2-6-16,-6-1-31 16</inkml:trace>
  <inkml:trace contextRef="#ctx0" brushRef="#br0" timeOffset="92782.8">18844 16318 8 0,'-28'13'2'0,"0"1"9"0,0 3 7 0,-2-1-9 0,-2 1-5 16,-4 2 3-16,1 0-3 16,-5-3 0-16,-1 4-1 15,1-3-2-15,0 1-5 0,3-3-14 16</inkml:trace>
  <inkml:trace contextRef="#ctx0" brushRef="#br0" timeOffset="93722.09">18180 16511 35 0,'0'0'38'16,"0"0"-35"-16,0 0 9 16,0 0-4-16,0 0 3 15,0 0 2-15,0 0 9 16,0 0-9-16,0 0-7 0,-12-31 1 15,12 27-4-15,0 0-1 16,0 1-5-16,1 2 5 16,3 0-1-16,-4 1-1 15,2-1 0-15,-1 1 0 16,1 0-1-16,0 0 0 16,2 6-3-16,1 5 2 0,-1 3 3 15,3 6-1-15,-4 3 1 16,2 4-2-16,1 4 1 15,-2 2-1-15,-2 2 2 16,1 1 0-16,1-2-1 16,0-2 1-16,-2-2 1 0,1-4-2 15,1 2 1-15,1-2 0 16,-2 1-1-16,1 1 1 16,0-2-1-16,-2 1 0 15,-1-5 0-15,1-1 0 16,-1-4 1-16,0-5-2 0,0-2 2 15,0 1-1-15,1-3 0 16,0-2 0-16,0-1 1 16,0 1-2-16,1-2 1 15,-2-1-1-15,1-2 1 0,-1 1 1 16,2-1 0-16,-1-1-1 16,-1 0 0-16,1 0 1 15,1 0-1-15,2 0 1 16,-3 0-3-16,0 0 3 15,2 0-1-15,2-4 4 16,0 1 2-16,1-1-5 0,1-2 1 16,2 3 0-16,1 0-2 15,-3-1 1-15,3 1-1 16,1 2 0-16,1-2 4 16,1 2 0-16,-1 0-1 15,3-1 3-15,0-1-3 0,4-1-2 16,0 2 1-16,2-1-1 15,-1-1-1-15,1-1 1 16,-3 0-1-16,2 2 1 16,-2-2 0-16,-2 2 3 15,1-2 2-15,0 0-3 0,0 1 0 16,-1-2-2-16,1 3 0 16,-2-1-1-16,0 0 1 15,1 1-1-15,-1-2-1 16,0 1-2-16,-3-3-30 15,-6-3-39-15</inkml:trace>
  <inkml:trace contextRef="#ctx0" brushRef="#br0" timeOffset="94609.66">18337 16341 75 0,'5'-1'3'0,"3"-2"-2"0,2 0 2 0,3 0 2 0,2 2 0 15,3-2 3-15,2 0 3 16,2 1-2-16,3-2-1 16,2 3-1-16,4-3-4 0,0 2-2 15,2-2 0-15,1 3-1 16,-2-1 0-16,3-1 1 16,-5 0-1-16,0-1 0 15,0 1 0-15,-1-1 0 16,2 1 1-16,-6-1-1 0,0-1 2 15,-3 0 2-15,0 1 3 16,-2-1 0-16,-7 1-2 16,-1 2 0-16,-3 1-2 15,-2-1-1-15,-3 2-2 0,2 0 1 16,-3 0 1-16,0 0 2 16,0 2-2-16,2 5-3 15,-3 0 1-15,2 2 0 16,0 4 0-16,1-1 0 15,2 4 1-15,0 0-1 16,-1 4 1-16,3 1-1 0,-2 3-1 16,1 2 1-16,2 1 0 15,-3 3-2-15,0 0 4 16,-1 1-3-16,1 0 1 16,-3 0 0-16,0-1 0 15,-1-2-5-15,1 0 9 0,-4-2-5 16,0-6 2-16,3 0 1 15,-3-4 4-15,0-2 1 16,0-3 6-16,0-1 0 16,0-1-1-16,0-2-4 15,0 0 3-15,-5 0 1 0,1 0-4 16,-1 0 2-16,-3 2-3 16,1-2-5-16,-4 0 0 15,0 4-2-15,-3-2 0 16,2 2 0-16,-1 0-2 15,-1 0-15-15,-1-4-39 16,-1-6-105-16</inkml:trace>
  <inkml:trace contextRef="#ctx0" brushRef="#br0" timeOffset="95614.26">19087 16663 69 0,'0'0'4'0,"0"0"-5"0,0 0 1 15,4 0-1-15,2 0 2 16,-1 0-1-16,3 0 1 16,-2 0 2-16,3-1 7 15,-3 1 0-15,3-1-2 0,1-1-1 16,-1 2-4-16,3-2 0 16,-1 1-1-16,1 0 0 15,0 1 1-15,-1-3 2 16,5 3 8-16,-1-1 6 15,3-1-3-15,2-1-2 0,0 1-3 16,3 1-4-16,-1-1-4 16,1 1-2-16,1-2 0 15,-4 1 1-15,0 1 0 16,-2-2-1-16,0 1 2 16,-2 2-3-16,2 0 0 0,-3 0 1 15,-4 0-1-15,1 0 1 16,-3 0-1-16,-1 0-1 15,-4 0-14-15,-2 0-44 16,-2-4-29-16</inkml:trace>
  <inkml:trace contextRef="#ctx0" brushRef="#br0" timeOffset="95848.87">19530 16547 191 0,'0'0'9'0,"0"0"-3"0,0 0 4 0,0 0-2 16,39 7-1-16,-29 2-1 16,-3 5-1-16,2 4-4 0,0 4-2 15,-6 2 2-15,-3 3-1 16,0 0-18-16,-1-2-37 15,-13-2-24-15</inkml:trace>
  <inkml:trace contextRef="#ctx0" brushRef="#br0" timeOffset="96447.82">19825 16646 159 0,'0'0'-4'16,"0"0"11"-16,0 0 5 16,0 0-8-16,0 0-2 0,0 0 3 15,0 0 2-15,0 0 3 16,0 0 1-16,5 36 0 16,-8-35-3-16,-1-1-3 15,-2 0-3-15,2 0 0 0,0 0 1 16,0-5-2-16,2-4-4 15,0-4 4-15,1-2-9 16,0-4 0-16,1-1-1 16,0-4 4-16,0-2 1 15,0 0-3-15,4 1 1 16,2 3-1-16,1 2 8 0,0 4 0 16,-2 5-1-16,1 4 1 15,0 4 2-15,2 0-2 16,-1 3 2-16,1 0-1 15,0 0 3-15,2 7-2 16,-1 3-2-16,0 6 1 0,2 1-2 16,0 2 1-16,-3 2 1 15,3-1-2-15,-3 1 0 16,-3-3-1-16,0 1-13 16,-2-2-10-16,-3-2-13 0,0-3 0 15,0-2-39-15</inkml:trace>
  <inkml:trace contextRef="#ctx0" brushRef="#br0" timeOffset="96624.33">19819 16567 145 0,'0'0'1'0,"0"0"0"0,0 0 0 0,48-30-2 0,-32 23-22 16,1-1-10-16,2-1-58 16</inkml:trace>
  <inkml:trace contextRef="#ctx0" brushRef="#br0" timeOffset="96880.7">20044 16443 124 0,'0'0'2'16,"0"0"-3"-16,0 0 2 0,0 0 5 15,0 0 0-15,13 47 0 16,-7-33 2-16,-1 0-1 16,1-1-4-16,1 2-2 15,0-2 1-15,0 0-2 16,-2-4-4-16,-1-2-24 15,-1 0-2-15,-3-1-6 0,0-5 3 16,0-1 5-16,-2 0 26 16,-6 0-2-16</inkml:trace>
  <inkml:trace contextRef="#ctx0" brushRef="#br0" timeOffset="97022.75">20041 16469 73 0,'0'0'3'0,"0"0"-2"16,0 0 0-16,49 10 0 0,-30 1-1 16,1-2 0-16,-2 2-22 15,4-3-24-15</inkml:trace>
  <inkml:trace contextRef="#ctx0" brushRef="#br0" timeOffset="97187.09">20243 16534 6 0,'0'0'52'0,"0"0"-13"0,0 0 2 16,0 0 7-16,0 0-2 15,0 0-12-15,22-41-7 16,-30 27-7-16,-1-3-7 16,-1 0-6-16,0 2-4 15,1 1-2-15,1 0-2 0,0 7-5 16,4 2-11-16,-1 1-15 16,-1 2-35-16,3-1-62 15</inkml:trace>
  <inkml:trace contextRef="#ctx0" brushRef="#br0" timeOffset="97776.2">20332 16401 141 0,'0'0'0'0,"0"0"6"16,0 0-7-16,0 0 2 16,0 0 5-16,0 0 2 15,0 0 3-15,29 44-4 0,-24-31 1 16,4 1-5-16,-4 0-2 16,1-1-1-16,-2 1 0 15,-1-3-6-15,-1-2-14 16,-1-2 5-16,-1-3-8 15,0 0-10-15,0-4 15 0,-2 0 11 16,-2 0-1-16,-4-7 6 16,3-4 4-16,-5-2-7 15,1-3-18-15,2-1 23 16,2 0 7-16,-4-1-5 16,6 1 22-16,1 3 12 0,0 1 1 15,2 3-15-15,0 5 3 16,0 1-23-16,4 2-2 15,4 2 0-15,1 0-1 16,3 0 0-16,2 4 2 0,0 5 0 16,4-1-1-16,1 2 2 15,-1-2-1-15,1-1-1 16,-3-1 0-16,-1-2 0 16,-4-3 0-16,-4-1 1 15,-1 0 0-15,-1 0 7 16,-3 0 20-16,-2-5 13 0,0-2-10 15,0-3-16-15,0 0-10 16,-7-1-4-16,0-1-2 16,-1 1-8-16,-3 4-14 15,-5 2-25-15,-2 4-39 16</inkml:trace>
  <inkml:trace contextRef="#ctx0" brushRef="#br0" timeOffset="98147.71">20059 16769 112 0,'0'0'2'0,"37"-19"13"0,-15 6 16 15,3 1 0-15,3-1 0 16,4-2-6-16,1-2-7 0,3 2-6 16,5-1-5-16,1 2-3 15,0 1-2-15,-2 2-2 16,-1 2 1-16,-6 1-2 15,-2 2 0-15,-4 2-5 0,-6 1-6 16,-2 3-5-16,-5 0-11 16,-5 0-20-16,-8 7-14 15,-1 2-21-15</inkml:trace>
  <inkml:trace contextRef="#ctx0" brushRef="#br0" timeOffset="98481.93">20036 16872 89 0,'0'0'12'0,"0"0"14"15,37-4-4-15,-20-2-6 0,4 1-6 16,0-2 0-16,3-1 5 16,0 0-1-16,5-2-2 15,-2 1-3-15,2-1-5 16,3 2-3-16,-2-1 0 16,-1 1-1-16,1 2 0 0,-4 0 0 15,-2 1-1-15,-1 2-2 16,-4 0-5-16,-3 2-7 15,-5 1-19-15,-3-2-31 16</inkml:trace>
  <inkml:trace contextRef="#ctx0" brushRef="#br0" timeOffset="101945.08">13572 16402 4 0,'0'0'20'0,"0"0"-17"0</inkml:trace>
  <inkml:trace contextRef="#ctx0" brushRef="#br0" timeOffset="103780.75">13489 17845 102 0,'0'7'6'0,"0"2"9"0,0 6-1 0,0 2-2 16,0 6-2-16,0 4-2 0,1 4 0 15,4 1-1-15,-3 2-1 16,3-2 2-16,0 1-5 15,1 0-1-15,-3-1-1 16,3-3-1-16,-2-2 0 16,-1-3-1-16,2-4-11 0,-1-9-15 15,-2-5-19-15,-2-6-41 16</inkml:trace>
  <inkml:trace contextRef="#ctx0" brushRef="#br0" timeOffset="104370.66">13527 17870 84 0,'0'0'11'0,"0"0"14"0,0 0-12 16,0 0-13-16,0 0 1 15,0 0 0-15,44-32 0 16,-19 25 3-16,1 0 2 15,3-2-2-15,8-1-2 16,-3-2 0-16,5-3 1 0,-1 1-1 16,0-1-1-16,0-1 0 15,-2 0-1-15,0 1 0 16,-3 0 1-16,-1 4-1 16,-1 1 1-16,-7 3-1 15,-1 4 0-15,-6 3-1 0,-2 0 0 16,-5 0 0-16,-3 9 0 15,0 3-1-15,-1 4 4 16,-1 6 0-16,0 3 4 16,1 2-1-16,-1 6-1 15,2 1 2-15,0 2-2 0,3 3-1 16,-2-1-2-16,5 1 0 16,-1-2-1-16,3-2 0 15,1-5 0-15,1-2-2 16,-2-3-3-16,-1-3-11 15,-3 0 0-15,-5-4-7 16,-3-4 8-16,-3 0 7 0,-1-2 8 16,-12-1 4-16,-5 0 3 15,-7-2 1-15,-3 4-1 16,-8 1-5-16,-2 0-1 16,-2 0 2-16,-7-1 6 0,3 4-1 15,1 0-1-15,0-3-2 16,3-1-1-16,5 2-3 15,6-4 0-15,8-5-1 16,6-4-8-16,7-2-58 16</inkml:trace>
  <inkml:trace contextRef="#ctx0" brushRef="#br0" timeOffset="105638.69">14537 18084 44 0,'0'0'19'0,"0"0"13"0,0 0-5 16,0 0-5-16,0 0-13 15,0 0 1-15,0 0 0 0,0 0-7 16,0 0-1-16,0 0-1 15,0 0 2-15,0 0 3 16,0 0-4-16,0 0-2 16,-15 0 0-16,15 0-3 15,0 0 1-15,4 0 0 0,0 0-3 16,1 0-1-16,3 0 2 16,-2-3 3-16,2-1 0 15,-1-1 0-15,1 2 1 16,2-1 1-16,-1-1-1 15,2 0 1-15,2 1-1 16,-1 0 0-16,3 0 1 0,-1-1-2 16,2 2 2-16,3-1 1 15,-1-3-2-15,1 3-4 16,4 0 8-16,2-1-1 16,2-2 1-16,0 0 1 15,4 1-2-15,1-2 0 0,3-2 1 16,1 1 0-16,2 0-2 15,4-3 0-15,1 2 0 16,6-1-1-16,-3 1 0 16,4 1 1-16,-1-1 0 15,1 0-2-15,1 0 1 0,-4-1-1 16,5 1 0-16,1-1 0 16,0-3 1-16,5 2 0 15,1-2 0-15,5 0-1 16,3-3 1-16,3 5 0 15,-3-3-1-15,2 1 1 0,0 1 0 16,0 0 0-16,1 0 1 16,0 2 0-16,1-2-1 15,3 0 1-15,1-2-1 16,0 3 1-16,0-5-1 16,-1-1 2-16,2 1 4 15,-2-2-4-15,2-1-1 16,-3-2 0-16,-1 0-2 0,2 1 0 15,-1 0 3-15,-1 1 0 16,-3 0 1-16,-3 1 3 16,-2-1-1-16,-6 4 0 15,-4 0-2-15,-5 1-1 0,-2 2-1 16,-7 2-1-16,-4 3 1 16,-5 0 0-16,-6 2 1 15,-5 3-1-15,-7-1-1 16,-6 4 0-16,0-1 1 0,-5 1-2 15,-1 0 0-15,-1 0 0 16,1 0-2-16,-1 0-17 16,0 0-38-16,0 0-34 15</inkml:trace>
  <inkml:trace contextRef="#ctx0" brushRef="#br0" timeOffset="106363.41">18269 16405 23 0,'0'4'5'0,"0"-1"14"0,0 1 8 0,0-1 0 0,0 2-7 15,0 0-7-15,0 0-1 16,0 4-4-16,0-1-2 16,0 4-5-16,0 1 0 15,0 3 2-15,0 2-3 0,0 2 3 16,0 2 2-16,0 3-2 16,2 3-2-16,2 3 2 15,-1 5 0-15,2 2 1 16,-2 4-3-16,1 5-1 15,-2 2 1-15,2 1 0 0,-2-2-1 16,-1-4 0-16,1-3 1 16,3-5-1-16,-1-8 0 15,0-1 1-15,0-4-1 16,1-1 0-16,-1-3 1 16,-2-3-1-16,1-1 0 0,2-3 2 15,-3-4-2-15,0-3 0 16,-1-2-2-16,0-3-14 15,0 0-23-15,0-8 15 16,-1-9-70-16</inkml:trace>
  <inkml:trace contextRef="#ctx0" brushRef="#br0" timeOffset="107361.11">18319 16415 81 0,'0'0'1'0,"0"0"5"0,0 0 1 0,0 0-3 0,0 0 0 15,0 0 4-15,0 0 2 16,0 0-1-16,0 0 0 16,41-37-4-16,-28 34-2 15,1 2-2-15,5-1-1 0,2-2 0 16,3 1 0-16,4-1 0 16,3-2 1-16,3 0-2 15,-2 0 1-15,1 0 1 16,0-1-1-16,-2 0 0 0,-2 1 1 15,-1-2-1-15,-1 1 4 16,-2 2 5-16,1-2 0 16,-6 1-4-16,3 1 0 15,-3 0 0-15,-3 3 1 16,-3 0-1-16,-4 2-3 16,0 0 0-16,-3 0 0 15,-2 0-1-15,0 0 2 0,0 6-3 16,-2 1-2-16,0 1 0 15,3 1 0-15,-4 2 1 16,1 1 1-16,0-1 2 16,1 4-1-16,1 0-1 15,0 2 0-15,4 1 1 0,-5 5-1 16,1 2-1-16,-1 3-7 16,-2 1-8-16,1 1 13 15,-1 4 3-15,2-2 1 0,1 0 0 16,0 1-1-16,1 1 0 15,-3-3 0-15,2 5-3 16,0-2-15-16,-3 0 7 16,1-1 5-16,1-2 2 15,-1-1 3-15,1-2 1 16,-1-4 0-16,-1-2 0 16,0-1 1-16,-2-4-1 0,0-2 0 15,0-2 0-15,0-2-16 16,0-3 16-16,-5-2 2 15,1-1 4-15,-4-1 10 16,0-1-7-16,-1 0 2 0,-3 1-5 16,-2-1-5-16,-1 0-1 15,-2 1-1-15,-3-1 1 16,2 1-1-16,-6 0-1 16,3 1 2-16,-3 1-1 0,-3 1 2 15,-2 0-1-15,0 2 0 16,-2-1-1-16,1 2 2 15,0-2 1-15,0 1-1 16,1-1 3-16,2 1 1 16,-2-2 1-16,3 1 6 0,3-1-2 15,1-1 1-15,-1 1 1 16,6 0-4-16,-3 1-4 16,2-3-2-16,4 2 1 15,0-1 0-15,4-3-1 16,3 0-1-16,0-2-1 0,3-1-11 15,-2 0-58-15,1-7-96 16</inkml:trace>
  <inkml:trace contextRef="#ctx0" brushRef="#br0" timeOffset="107901.18">18237 16425 102 0,'-3'-2'9'0,"1"1"15"0,1-2 2 15,1 3-12-15,0 0 4 16,0 0-8-16,0 0-5 0,0 0-4 16,0 3-4-16,0 9 1 15,0 5 0-15,0 8 4 16,1 6-2-16,3 6 1 15,2 6-1-15,-2 6 1 16,1 3-3-16,0 4-3 0,-1 0 4 16,0-1 1-16,1-1 0 15,2-5 0-15,0-6 0 16,1-4-2-16,0-5-7 16,3-6 1-16,-4-3 7 15,1-3 1-15,-2-4 0 0,0-3 1 16,-2-2 0-16,-3-4 1 15,1-1 0-15,-2-1-1 16,1-3 0-16,0-1-1 16,-1-2-1-16,0-1-13 15,0-2-20-15,0-11-42 16</inkml:trace>
  <inkml:trace contextRef="#ctx0" brushRef="#br0" timeOffset="108740.12">18475 16379 39 0,'0'0'20'0,"48"-2"10"0,-23-3-4 0,3-3 0 16,1-1-1-16,-1 1 1 16,-1-1-9-16,0-1-7 15,-1 0-5-15,0 1-3 16,-2 0-1-16,1 0 0 16,1 1-1-16,-1-1 1 0,0 3-1 15,-5 1 0-15,1 1 0 16,-1 1 2-16,-3 1-2 15,-1 2 0-15,-1 0 0 16,-1 0 0-16,-1 0-2 16,-2 5 2-16,-2 3 0 0,0 0 0 15,-2 3 2-15,0 3-4 16,-1 0 1-16,1 2 0 16,-4 3 2-16,1 1-1 15,0 3 0-15,-2 3-2 0,-1 1 5 16,0 3-3-16,0 2 2 15,-1 1-4-15,0 1 4 16,0 1-2-16,0 0 0 16,1 0 1-16,2-2-1 15,-1-1 0-15,3-3 0 16,-2-1 0-16,2-2 0 0,1-2 2 16,0-1-2-16,1 1 1 15,-2-3-1-15,-1 0 0 16,0-1-1-16,-4-1-1 15,0-4-3-15,0-1-6 16,-6-2 5-16,-3-2 1 16,-8 0 3-16,-2-2 8 0,-4 2-5 15,-5-1-2-15,-3 1-4 16,-3 1 5-16,-2-1 0 16,0 1 0-16,3 0 1 15,-1 1-1-15,3 0 1 0,1 0-2 16,1 2 1-16,1-1-6 15,1-1-28-15,2-1-3 16,1-1-12-16</inkml:trace>
  <inkml:trace contextRef="#ctx0" brushRef="#br0" timeOffset="111239.41">19990 16186 56 0,'-6'0'2'0,"2"0"-1"0,1 0 3 0,-4-2 23 15,1-3-18-15,-1 2-1 16,0-1 15-16,-1-3 5 15,0 1-6-15,-1 1-4 0,0 0-12 16,1 1-4-16,-3 3-2 16,0-1 0-16,-1 2-1 15,-2 0-1-15,-2 0 0 16,0 3 2-16,-1 3-1 16,-3 1 3-16,1 1-2 15,-2 2 0-15,3 0 1 0,0 0-1 16,-1 2 0-16,2 0 1 15,2 1-2-15,-1 1 2 16,1 2-2-16,1 2 1 16,-1 1 0-16,-3 3 0 15,4 0 1-15,0 1-2 0,4 0 2 16,-2-1-1-16,4 0 0 16,3 2 0-16,0-2 1 15,2 2-1-15,2-1 1 16,1 1-1-16,0 2 0 15,3 2 2-15,3 1-2 0,2 3 0 16,2 1 1-16,2 1-2 16,1 1 2-16,3 1-1 15,6-2 0-15,-3-3-1 16,7 1 1-16,1-4 0 16,4-1-2-16,2-3 4 0,-1-4-5 15,5-2 1-15,-2-3 7 16,4-4-3-16,1-4 1 15,3-3-3-15,2-3 3 16,1-1-1-16,-1 0 7 16,-1-8-1-16,0-4-1 0,2-4-1 15,-3-2 0-15,0-1-1 16,1-4 0-16,0 1 1 16,-1-3-2-16,-2 0-1 15,-3-2-2-15,-3-3 1 16,-5 3 1-16,-2-3 3 0,-8 0 2 15,-2-2 4-15,-7-4 0 16,-3 1-3-16,-5-2-2 16,-3-4-2-16,0-2 0 15,-5 2-3-15,-7-2 0 16,-4 1 1-16,-6 2 0 0,-3 1 1 16,-5 1-2-16,-3 1-2 15,-6 5 0-15,-2 6-4 16,-3 8 0-16,-1 10-10 15,-2 8-5-15,2 6-28 16,-6 13-68-16</inkml:trace>
  <inkml:trace contextRef="#ctx0" brushRef="#br0" timeOffset="112713.96">18878 17006 41 0,'-1'0'21'0,"-1"-5"4"0,2-1-13 0,-2 1-9 16,0-2 5-16,1-1-1 15,-2 3 4-15,0 0 0 16,-1 0 2-16,-2 1 7 16,2 0 1-16,0 1-8 0,0 1-2 15,0-2 1-15,1 4-1 16,-1-2-1-16,-1 1-6 15,3 1-3-15,-1 0 0 16,1 0-4-16,-1 0 4 16,0 2-2-16,2 3 0 15,-2 0-1-15,2 2 3 0,-1 0-1 16,2 2 0-16,-3 0 0 16,2 2 0-16,0 0 0 15,-1 1 0-15,0 1 0 16,0 0-1-16,1 1 3 0,-1-2-3 15,2 1 1 1,-2-1 0-16,2 2 0 0,0 2 1 16,-1 0-1-16,1 1-1 15,0 1 1-15,0 1 1 16,0 1-1-16,0 1 1 16,3-1-2-16,1 2 2 0,2 1-1 15,0 0 0-15,1 0 1 16,1-1-2-16,4 1 2 15,1 3-1-15,1-2 1 16,3 1-1-16,4-1 0 16,3 1 0-16,1-3 0 15,2 2 0-15,0-1 0 0,2 0 0 16,0-4 0-16,0 3 0 16,0-2 0-16,0-1-2 15,2-1 3-15,-1-2 0 16,0-1-2-16,2 2 1 0,1-4 0 15,-1 1 0-15,1 0 1 16,-1-3-2-16,2-2 2 16,1 2 1-16,-2-5 0 15,4 0 1-15,0-1-1 16,0 1-1-16,2 1 0 16,-2-2 0-16,2 3 0 0,-5 1-1 15,2-1 0-15,-1-2 1 16,-1 0-1-16,0-1 5 15,2-2 0-15,3-3-2 16,-3 0-1-16,4 0 0 0,1 0 0 16,0 0 0-1,1 0-3-15,4-3 2 0,-2-2 1 16,2-3 1-16,2-1 4 16,0-3 0-16,0 2 0 15,-1-1-1-15,0-1-2 16,-1 0 0-16,-1-1-3 0,0 2 0 15,0-2 0-15,1-1-1 16,-3 2 2-16,1-1-2 16,-4-2 1-16,-1 2-1 15,-1 1 1-15,-3-1 0 16,-1 1 1-16,-3 2-1 0,-3 0 2 16,-3 2-1-16,-3 1 0 15,-4-1 0-15,-5 3 1 16,-4 1 0-16,-3 1 1 15,-2 2-1-15,-3 0 1 0,0 1-1 16,-1 0 3-16,0 0 0 16,0 0-4-16,0 0-3 15,0 0 0-15,0 0 1 16,0 0 2-16,0 0-20 16,-2 0-6-16,0 3-3 15,0-1-10-15,1-2-15 0,-4 0-38 16,2 0-5-16</inkml:trace>
  <inkml:trace contextRef="#ctx0" brushRef="#br0" timeOffset="113130.79">21114 17540 16 0,'-5'-3'6'0,"1"1"18"0,-1-2 3 0,2 1-6 0,-1 1 2 15,3-1 5-15,-1 3 1 16,0-3 3-16,1 3-6 16,1-1-8-16,0 1-4 0,0 0-8 15,0 0-6-15,0-2 1 16,0 2 2-16,5 0-3 15,2 0 1-15,3 0 0 16,0 0-1-16,1 6 1 16,1 1-1-16,-1 1 1 0,0 2 0 15,2 2 0-15,-1 1 0 16,1 0 1-16,-5 4 0 16,-1-1 1-16,-4 3-5 15,-3 2 1-15,0 0 2 16,-5 5 3-16,-8 0 3 0,-9 0-1 15,-2 1-4-15,-2-1-1 16,-8 1-1-16,-2-3-11 16,-3-3-59-16</inkml:trace>
  <inkml:trace contextRef="#ctx0" brushRef="#br0" timeOffset="115172.45">21645 16851 117 0,'-1'-13'0'0,"-1"2"15"0,-2 1 11 0,0 1-6 0,-2 2 5 15,1 2-1-15,-1 0-1 16,2-1 1-16,-2 4-5 16,2-1-6-16,3 2-4 15,-2 1-6-15,1 0-4 16,2 7 0-16,0 6 1 0,0 3 0 15,0 6 2-15,0 0-2 16,0 4 1-16,5-2 0 16,0 3-1-16,3 0 0 15,-3 0-10-15,1-6-18 16,-3-1-11-16,2-7-17 0,-4-5-23 16</inkml:trace>
  <inkml:trace contextRef="#ctx0" brushRef="#br0" timeOffset="115713.55">21605 16730 117 0,'0'0'-3'16,"0"0"4"-16,0 0-1 16,0 0 1-16,46-44-1 15,-30 34 4-15,1 2 3 0,-2-1 8 16,0 4 8-16,1 0-10 16,-3 2-7-16,-1 3-3 15,-2 0-2-15,-5 0 0 16,0 6 0-16,-2 4-3 15,-3 1 2-15,0 4 2 0,0 2-1 16,-5-2-3-16,-3 2 0 16,-1 0 1-16,-2-1 1 15,2-2-1-15,-2-1 1 16,-2-2 0-16,4-1 1 16,2-1-1-16,-2-5 0 0,4 3 1 15,0-4-1-15,2-2 3 16,3-1 8-16,0 0 4 15,0 0-12-15,0 0 3 16,2 0-6-16,6 0 3 16,-1 0-2-16,3 2 1 0,1-1 2 15,2 5 0-15,1 0-2 16,-1 1-2-16,2-1 0 16,-1 2 1-16,2 0-1 15,-1-2-1-15,-1-2-17 0,-1-1-40 16,-3-3-28-16</inkml:trace>
  <inkml:trace contextRef="#ctx0" brushRef="#br0" timeOffset="115984.13">21944 16696 122 0,'0'0'-2'0,"0"0"3"0,0 0-1 16,0 0 1-16,20 48 1 16,-13-32 2-16,-4-1-2 15,-1 1 0-15,0-2-2 16,0-1 0-16,-2-1 0 0,0-2-11 15,0-2-16-15,0-4-23 16</inkml:trace>
  <inkml:trace contextRef="#ctx0" brushRef="#br0" timeOffset="116375.15">21949 16732 108 0,'0'0'3'0,"0"0"9"16,0 0 1-16,0 0-8 0,37-39 0 16,-29 36-1-16,3 3 0 15,-1 0 3-15,2 0-1 16,3 3-1-16,-2 4-2 16,4 1-1-16,-2 1-1 15,3-3 0-15,-1 3 0 0,-3-4-1 16,1 1 2-16,-3-3-4 15,-3-2 2-15,-2-1 2 16,0 0-1-16,-5 0 4 16,0-3 30-16,-2-5 4 15,0-1-15-15,-4-1-5 0,-4-5-4 16,0 3-2-16,-1-3-2 16,-1-1-5-16,1 2-3 15,3 1 0-15,-1 1-3 16,3 4 0-16,1 1-1 15,3 4-3-15,0 2-21 0,0 0-34 16,3-1-37-16,3 1-52 16</inkml:trace>
  <inkml:trace contextRef="#ctx0" brushRef="#br0" timeOffset="116901.32">22311 16570 225 0,'0'0'-19'0,"0"0"34"16,0 0 1-16,0 0-12 0,0 0 0 15,0 0-5-15,0 0 1 16,0 0 0-16,0 0 3 16,17 45 0-16,-10-32-2 15,2 0-1-15,-4 1 1 16,1-3-1-16,-3-1 0 15,-1 0-7-15,-2-3-21 0,0 0 3 16,0-2-4-16,-5-4 13 16,-5-1 9-16,0 0 8 15,-1 0-1-15,2-8 1 16,-3-2 2-16,1-3 5 16,3 0 14-16,1-1 1 0,4 0-8 15,1 2-6-15,2-1-6 16,0 2-1-16,0 4 2 15,5 0-4-15,6 4 0 16,-3 0 0-16,4 3 0 16,2 0 0-16,1 0-2 0,1 6-1 15,-1 1-1-15,1 0-3 16,-1 0 1-16,-1-3-5 16,-1 0 6-16,1-2 4 15,-3-2 2-15,-2 0-2 16,0 0 1-16,-4-4-2 0,-3-3 10 15,-2-2 11-15,0 1 2 16,0-3-8-16,0-2-8 16,-6-3-3-16,0-4-6 15,-2 0-47-15,3-4-79 16</inkml:trace>
  <inkml:trace contextRef="#ctx0" brushRef="#br0" timeOffset="117229.32">22630 15997 96 0,'0'0'19'0,"0"0"1"0,0 0-16 0,0 0 3 16,0 0 14-16,4 54-2 15,-1-24-5-15,2 6-5 16,4 4-1-16,1 4-1 16,-1 2 0-16,3 1-2 15,-3 2-2-15,1 0-2 0,-5-1 1 16,2 0-1-16,-4-2 0 16,-2 0-1-16,-1-4 0 15,1-6 1-15,-1-1-2 16,0-5 1-16,0-4-8 15,0-5-30-15,0-8-45 0</inkml:trace>
  <inkml:trace contextRef="#ctx0" brushRef="#br0" timeOffset="117613.19">22845 16291 189 0,'0'0'2'0,"0"0"5"16,0 0-7-16,0 0 0 16,0 0 1-16,12 56 1 15,-7-34 0-15,1 1 1 16,-2 0 0-16,2-2-2 0,-1-5-1 15,-1 1 1-15,2-6-1 16,-2-1 2-16,-1-6 4 16,2-1 7-16,0-3 0 15,0 0 1-15,1 0 4 16,2 0 0-16,2-5-1 16,0-3-6-16,4 0-7 0,-1-1-1 15,1 0-3-15,-1 0 0 16,0 3 0-16,-1-1-17 15,-2 1-21-15,-1-1-39 16,-1 0-38-16</inkml:trace>
  <inkml:trace contextRef="#ctx0" brushRef="#br0" timeOffset="118054.79">23222 16205 121 0,'0'0'15'16,"0"0"29"-16,0 0-18 0,0 0-11 16,-11-37-4-16,4 37-3 15,0 0-6-15,-1 0-3 16,1 8 0-16,-2 4 2 15,0 1-1-15,2 1 2 16,3 1-2-16,-1-1 0 0,4-1 1 16,1 0-1-16,0-2 0 15,2-2 1-15,7-1 1 16,1-2-4-16,0-1 2 16,3 0 0-16,0-1 3 15,0-2-2-15,-1 2 0 0,0-1-1 16,-2 1 1-16,-3 2-1 15,0 1-1-15,-6 0 2 16,-1 2-2-16,0 0 0 16,-8 2 3-16,-3 0 0 15,-5 0 0-15,1 3-1 16,-2-2-2-16,1-4-23 0,1-2-49 16,2-6-34-16</inkml:trace>
  <inkml:trace contextRef="#ctx0" brushRef="#br0" timeOffset="118303.33">23351 16154 204 0,'0'0'-5'0,"0"0"4"0,0 0 1 15,0 0 2-15,0 0 4 16,7 48 2-16,-4-30 1 16,0 2-5-16,1-1-2 15,2-1 0-15,-1-1-2 0,-1-4-3 16,1 0-16-16,-3-5-29 16,-2-5-21-16</inkml:trace>
  <inkml:trace contextRef="#ctx0" brushRef="#br0" timeOffset="118517.69">23269 16148 144 0,'0'0'6'16,"0"0"19"-16,0 0-1 15,54-46-6-15,-27 33-6 16,0-1-6-16,2 0-4 16,1 1-3-16,0-1-34 15,-3 0-85-15</inkml:trace>
  <inkml:trace contextRef="#ctx0" brushRef="#br0" timeOffset="119116.13">23688 16277 157 0,'0'0'2'0,"0"0"5"0,0 0 14 16,0 0 28-16,0 0-11 15,0 0-13-15,0 0-8 16,0 0-3-16,-7-14-9 15,6 3-2-15,0 1-1 16,1-3-2-16,0-4 0 16,0-2 0-16,0-1-1 0,0-1-4 15,0 0-6-15,2 1 0 16,0 0 6-16,0 6 5 16,0 4-1-16,-1 2-1 15,2 5 0-15,-1 3-8 16,-1 0-4-16,2 1 10 0,-3 9-1 15,2 1 3-15,0 0 0 16,-1 0 2-16,2-3 0 16,0-1 0-16,2 0 0 15,0-5 0-15,0-2-4 16,1 0 7-16,0 0 4 0,0-7 2 16,0-3 0-16,-2 0-1 15,2-3 2-15,-2 1-1 16,-2-1-2-16,1 1 2 15,-2-1-4-15,1-1-2 16,-1 4-2-16,1 0-1 0,0 3 1 16,-2 1-2-16,1 2 2 15,0 4-2-15,0 0 0 16,-1 0-4-16,1 3-11 16,0 6 7-16,-1 5 6 15,0 3 0-15,0 1-2 0,2 3-9 16,0 1 0-16,4-4-10 15,0-1-12-15,1-5-31 16,1-5 5-16</inkml:trace>
  <inkml:trace contextRef="#ctx0" brushRef="#br0" timeOffset="119572.92">24007 15672 125 0,'0'0'12'0,"0"0"27"0,0 0-10 0,0 0-3 0,0 0 1 16,0 0-18-16,0 0-8 15,0 0 3-15,0 0 14 0,2 61-4 16,2-25-7-16,1 6-2 16,0 5-2-16,1 7-2 15,3 1 1-15,-4 5-2 16,2 2 1-16,-3 4 0 16,-1 1-1-16,-3 5-2 15,-1 1-32-15,-12-2-42 0</inkml:trace>
  <inkml:trace contextRef="#ctx0" brushRef="#br0" timeOffset="120191.51">21944 17362 94 0,'0'0'13'0,"67"-33"8"0,-23 12-8 0,8-4 6 16,6-4 6-16,5 1 0 15,7-3-4-15,6-2 1 16,4 0-5-16,4 1-7 0,2-3-2 16,5 0-4-16,2-2-1 15,2 1-1-15,-1-3-2 16,2 1 0-16,1 2 0 15,0 0 0-15,-2 1 0 16,1 2 1-16,0 2-2 0,-3 0 2 16,-8 7-1-16,-5-2 1 15,-7 8-1-15,-7 1 0 16,-10 5-1-16,-9 4-2 16,-11 3-17-16,-13 3-24 15,-14 2-51-15</inkml:trace>
  <inkml:trace contextRef="#ctx0" brushRef="#br0" timeOffset="120467.89">23246 17051 277 0,'121'-43'-6'0,"13"-7"9"0,12-3-2 0,13-5-5 0,5-5-115 15</inkml:trace>
  <inkml:trace contextRef="#ctx0" brushRef="#br0" timeOffset="174377.56">8048 14428 19 0,'-4'0'51'0,"-2"0"-47"0,3-3 5 0,-1 2-3 0,2-1-3 15,0 1 2-15,0 0 1 16,2 0 4-16,0 0 0 15,0 1-5-15,0-3-3 16,0 3-16-16,8-4-1 16,3-3-32-16</inkml:trace>
  <inkml:trace contextRef="#ctx0" brushRef="#br0" timeOffset="174754.84">9513 14191 135 0,'0'0'-16'0,"0"0"16"0,0 0-2 16,0 0-1-16,0 0-12 15,0 0 6-15,0 0 8 16,0 0 0-16,0 0-14 16,-21 15-35-16</inkml:trace>
  <inkml:trace contextRef="#ctx0" brushRef="#br0" timeOffset="180037.51">16788 14266 1 0,'-5'3'3'0,"-1"-2"-3"0,2 2 2 0,-1-1-2 0,0 0 0 15,3 0 1-15,0-2 14 16,1 1 3-16,1-1-6 16,0 0-2-16,-2 0-1 15,2 0-2-15,-2 0-1 16,2 0-1-16,-4 0 1 0,2 0-2 16,1 2-1-16,-1-1-2 15,0 2 2-15,0 0-1 16,-2-2-2-16,3 2 1 15,-2-1-1-15,2 0 1 16,0 1-1-16,-1-3 2 0,0 3 0 16,-1-1-2-16,0 0 1 15,1 2-1-15,-1-1 0 16,1 1 1-16,-2-3-1 16,2 0 0-16,1 1 1 15,0-2-1-15,1 1 4 0,0-1-1 16,0 0-1-16,0 0-1 15,0 0 0-15,0 0 1 16,1 0 1-16,4 0-1 16,2-5 4-16,3 1-2 15,2-3 0-15,1-2-2 16,3 1 0-16,1 1-1 0,2-1-1 16,3-1 1-16,-4 1-1 15,2 0 0-15,-3 1 0 16,0 2 3-16,-3 0-2 15,-1 1 0-15,-2 1-1 0,2 0 0 16,-6 2 1-16,2 0-1 16,-1 1-1-16,-3 0-7 15,0 0-16-15,-3 0-12 16,-2 0-28-16</inkml:trace>
  <inkml:trace contextRef="#ctx0" brushRef="#br0" timeOffset="180535.43">16774 14327 4 0,'0'0'2'0,"0"0"1"0,0 0 2 16,0 0 4-16,0 0 10 0,0 0 12 15,0 0-12-15,0 0-11 16,0 0-5-16,0 0 1 15,0 0-2-15,12 0 1 16,-1 0-1-16,-1-1 1 16,2-3-1-16,3 0-1 0,1-1 0 15,2-3-1-15,-2 3 1 16,6-2-1-16,-2 0 1 16,2 0 0-16,-3 0-1 15,3 1 0-15,-3-1 1 16,-2 1-1-16,-2 1 1 0,-3 2-1 15,-1 1 0-15,-3 0 0 16,-2 1 1-16,-2 0-2 16,2 1 1-16,-3 0 0 15,2 0 0-15,0 0-10 16,-3 0-33-16</inkml:trace>
  <inkml:trace contextRef="#ctx0" brushRef="#br0" timeOffset="191977.64">16989 13651 64 0,'0'-3'11'0,"0"-1"1"0,0 0 3 0,0 0-3 0,0 1-4 15,0 0-4-15,0 1-1 16,0 0-2-16,0 1 1 16,0 0-1-16,0 0 0 15,-4 1-2-15,1-2 2 0,0 2-2 16,-5 0 2-16,3 0-1 15,-1-1 1-15,-2-1-2 16,0 2 2-16,1-2 0 16,-3 0 0-16,-1 2 2 15,3 0-1-15,-3-1 2 0,-2 1-4 16,2 0 2-16,0 0 0 16,-1 0 0-16,-1 0-1 15,-1 0 1-15,1 0-2 16,0 0 0-16,1 0 2 15,1 0-1-15,1-2-1 0,2 2 1 16,0-1-1-16,3 0 1 16,-2 0-1-16,0 0 0 15,1 0 1-15,1-1-1 16,-3 2 0-16,0 0 0 16,-3 0 0-16,1 0-1 0,-3 0 1 15,1 0 0-15,1 0 1 16,-3 0-2-16,3 2 2 15,0 0-2-15,2 1 1 16,0 0 0-16,1 1 0 16,0-1 0-16,0 3 0 0,0-1 0 15,2 1 0-15,-3 0-1 16,4 0 1-16,-2-1 0 16,2 1 0-16,0-2 0 15,0 2 0-15,1-2 0 16,1 3 0-16,-3-1 0 0,1 2 0 15,1 0-1-15,-4 1 1 16,2-1 0-16,0 1-1 16,1 1 1-16,-2 1 0 15,2-3 0-15,-1 3 0 16,2 1 0-16,0-1 0 0,1-2 0 16,-1 0 0-16,1 1 1 15,0-1-2-15,1 1 2 16,-2-2-1-16,0 2 0 15,2 0 0-15,0 0-1 16,-1 2 1-16,1-1 0 16,0 2 0-16,0-2 0 0,1 1 0 15,1-1 1-15,0 2-1 16,0-2 0-16,0 0 0 16,0 1 0-16,0-4 0 15,0 4 0-15,0-4 0 0,0 2 0 16,0-3 0-16,0 1 0 15,0 1 0-15,0 2 0 16,0-2 0-16,0 1 0 16,0 0 0-16,0 0 1 15,0-2-1-15,0 2 0 16,0-1 0-16,1-2 0 0,1 2 0 16,0-1 0-16,0-1-1 15,-2 3 2-15,2-3-1 16,0 0 0-16,0 1 0 15,0-3 0-15,1 2 0 16,0 2 0-16,-3-1 0 0,1 2 1 16,1-3-1-16,-1 3 0 15,0 2 0-15,-1-2 0 16,1 1 0-16,0-3 0 16,-1 1 0-16,1 1 0 15,2-3 0-15,-3 0 0 0,2 0 0 16,-2-1 0-16,2-2 0 15,-1 3-1-15,2-1 1 16,0 1 1-16,1-3-1 16,0 3 1-16,0-1-1 15,0-1 0-15,0 0 1 0,-1-1-1 16,0-1 0-16,2 2 0 16,-2 0-1-16,3-2 2 15,1 1 0-15,-2-1 1 16,3 0-2-16,-3-2 1 15,4 2 0-15,-1 0 0 0,1-2-1 16,1 1 0-16,1-1 2 16,-2-1-1-16,3 0-1 15,-1 0 1-15,1 0 0 16,2 0-1-16,-1 0 0 16,1 0 1-16,1 0 0 0,0-1 0 15,-1-1-1-15,1-1 2 16,1 2-1-16,1-2-1 15,0 1 1-15,0 0-1 16,-1-1 0-16,1 2-4 16,0-2 5-16,-1 0-1 0,-3 0 0 15,1 2 0-15,-1-1 1 16,3 1-1-16,-3-2 1 16,3 3 0-16,-3-1-1 15,1 1 0-15,-3-2 2 16,0 1-2-16,0-2 0 0,-2 2 1 15,0-1 0-15,-2 0 2 16,2 0 5-16,0 0-4 16,0 1-2-16,0-2-1 15,0 1 0-15,-1 0-1 16,-1-1 0-16,0 2 1 16,-2-3-1-16,1 1 1 0,-3-1 0 15,1-1 1-15,2 1-2 16,-3-2 1-16,2 3 0 15,-1-1-1-15,0 0 1 16,-1 0-1-16,0-1 0 16,-1 1 0-16,1 0 3 0,-1-3 7 15,-2 0 0-15,1-1-1 16,-1 0 1-16,1-5 2 16,0 0-6-16,1-1 2 15,0 0-4-15,-1 0-1 16,1-3-3-16,0 2 2 0,-2-2-2 15,0 1 1-15,0 1-1 16,0 0 0-16,0-1 0 16,-5-1 1-16,0 1-1 15,1-1 0-15,0-1 0 16,0-2 1-16,1-1-1 16,1-1 0-16,0 0 0 0,0-3 1 15,0 3-2-15,1-1 2 16,-1 0-1-16,-1 3-1 15,-1 0 2-15,-3 2-4 16,1 2 2-16,-3 2-4 16,-4 0 5-16,2 3 0 0,-1-1 1 15,3 4 0-15,0 1-1 16,3 0 1-16,-3 1-1 16,4 0 2-16,-1 2-1 15,3-3-1-15,-1 1 0 0,-2 3 1 16,3-2-2-16,0 0 2 15,-2 1-1-15,1-2 0 16,1 1 0-16,0-1 0 16,-3 3-1-16,2-1 2 15,-2 0-2-15,1 1 0 16,-1-1-4-16,0 1-1 0,-1 1 4 16,-2-1 1-16,2 1 2 15,-1-1-1-15,-1 1 0 16,1 0 0-16,-2-1 0 15,1 1 0-15,-1-1 0 0,0 1 0 16,-2-1 0-16,0 1-3 16,-2 2 3-16,0-1 0 15,0 1 0-15,-2 0-1 16,2-3 0-16,-3 3 2 16,2-1-1-16,-3 0-1 15,3 0 2-15,0 1-2 0,1 0 1 16,-3 0 0-16,2 0 0 15,1 0 0-15,-1 0 0 16,-1 0 0-16,1 0 0 16,-1 0 0-16,3 0 1 15,0 0-1-15,3 0 1 0,-1 0-1 16,0 0 0-16,4 0 0 16,1 0 2-16,-1 0-2 15,2 0 0-15,2 0 0 16,-1 0 0-16,2 0 0 15,2 0 0-15,-3 0 0 0,2 0 0 16,0 1-2-16,0 4 2 16,-1-2-1-16,1 3 1 15,-1 3 0-15,0-1-1 16,0 3 1-16,-1 3 0 16,1 0-1-16,0 5 1 0,0 1 0 15,-1 2 0-15,-1 2 0 16,2 1 0-16,-1 2 0 15,1 0 0-15,0 2 0 16,0 0-1-16,0-2 1 0,1 1-1 16,0-1-1-16,1-1-2 15,0-2 0-15,0 0 1 16,0-3 2-16,0-1-1 16,4-1 1-16,0 1 0 15,-3-3 0-15,2-2 1 16,-1 1-1-16,0 1 1 0,1-3 0 15,-3 3 0-15,3-2 0 16,-3-1 0-16,1 1 0 16,0-1 0-16,0-1 0 15,1-3 0-15,-2 3 0 16,2-4 0-16,0 0 1 0,0 0-1 16,0-1 0-16,0 0 0 15,-2-1 0-15,1-2 0 16,0 1-1-16,1-2-1 15,-1 0 0-15,3 0 0 16,-2-2-1-16,-2 0-1 0,2 1 2 16,0-1 1-16,0 1-3 15,0 0 1-15,2 0-2 16,0 1 1-16,0-1 1 16,1 0-1-16,0-2-2 15,1 2 4-15,1-1 0 0,2 0 2 16,-2-2 1-16,2 2-1 15,1-1 0-15,0-1 0 16,1 0 1-16,0 0-1 16,2 0 1-16,-1 0-1 15,-1 0 0-15,3-1 0 0,-1-1 0 16,0 1 0-16,0-1 1 16,0 2-1-16,2-1 0 15,-2 1 0-15,2 0 0 16,0-3 0-16,2 3 0 15,-4 0 0-15,1 0 0 16,1 0 0-16,-1 0 1 0,-1 0-1 16,0 0 0-16,3 0 0 15,-3 0 0-15,-1 0 0 16,-1 0 0-16,0 0 0 16,1 0-1-16,-2 0 2 15,-1 0-1-15,-1 0 0 0,0 0 0 16,-3 0 0-16,1 0 0 15,1 0 0-15,-3 3 0 16,0-3 0-16,1 1 0 16,-2-1 0-16,0 1 0 15,2-1 0-15,-3 1 0 0,1-1 0 16,0 0 1-16,0 0-2 16,0 0 1-16,-1 0 0 15,1 0 0-15,-1 0 0 16,2 0 1-16,-2 0-1 15,2 0 0-15,-4 0 0 16,1 0 0-16,0 0 0 0,0 0 1 16,-1 0-2-16,0 0 2 15,0 0 3-15,0 0 5 16,1 0-3-16,0 0-4 16,-1 0-1-16,2 0 0 0,-1-2-1 15,1 1 1-15,-2-2 1 16,0 2 4-16,2-2 2 15,-2 0-1-15,0 2-3 16,0-1-2-16,0 0-2 16,0 1 1-16,0 1-2 0,0 0 1 15,2-1 0-15,-2 1 0 16,2 0 0-16,1-3-1 16,1 3 2-16,1-3-1 15,0-1 1-15,3 1-2 16,-1-3 1-16,2-2 1 0,-1-2-1 15,1-1 2-15,0-2-2 16,0-1 0-16,-2-1 0 16,0-1 1-16,-2 0-1 15,0-3 0-15,0 2 0 16,-1-1 0-16,-1-1 2 16,2 2-2-16,-3-1 0 0,0-1 3 15,-1 1 0-15,-1-1-1 16,0 1-2-16,0 1 2 15,0 0-2-15,0 0 1 16,-1 1-1-16,-1-1 1 0,-2 2-1 16,-1-1 1-16,2 2-1 15,-1 0 0-15,0 4 1 16,2 0-2-16,-1 3 1 16,3 2 0-16,0 1 1 15,0 4-1-15,0 0-12 0,0 0-25 16,5 0 13-16,3 0-21 15,-1 3-5-15</inkml:trace>
  <inkml:trace contextRef="#ctx0" brushRef="#br0" timeOffset="197529.56">15333 13600 47 0,'0'0'12'0,"2"0"-2"0,0 0-6 0,-2 0-2 15,2-3 0-15,0 1 2 16,-2 0 5-16,1-1 1 16,1 0-4-16,-1 1-3 0,0 0-2 15,-1-1 0-15,0 3 1 16,0 0 6-16,0-1-5 16,-5 1-1-16,-2 0 0 15,1 0-2-15,-5 0 1 16,1 0 0-16,2 0 2 0,-3 1-1 15,-3-1-1-15,2 0 1 16,-2 0 0-16,-1 2-1 16,-2-2 2-16,-5 1-3 15,2-1 0-15,-3 0 1 16,1 1 0-16,0-1 1 0,0 1-1 16,3 0 0-16,-1 0-1 15,1-1 1-15,3 2-1 16,0-2 1-16,5 0-1 15,-3 0 0-15,3 0 0 16,-2 0 1-16,1 0-1 0,-1 0 0 16,-1-2 0-16,0 1 0 15,-2 0 0-15,2 0 0 16,-2 1 0-16,1 0 0 16,-1 0 0-16,1 0 0 15,1 0 0-15,-4 0 0 0,3 2-1 16,0 1 1-16,-1-1 0 15,2 1 0-15,-2-1 0 16,1 2 1-16,-3-3-1 16,1 0 0-16,0 1 0 15,2 0 0-15,-5-1 0 16,4 0 0-16,2-1 0 0,0 1 0 16,2-1 1-16,-1 0-1 15,0 0 0-15,3 1 1 16,-1-1-2-16,-2 0 1 15,5 0 1-15,2 0-1 16,-3 1 0-16,4-1 0 0,-2 0 0 16,2 0 2-16,0 2 2 15,1-1-3-15,0-1 0 16,2 4-1-16,-2-3 2 16,1 1-2-16,0 2 0 0,0-2 0 15,1 1-2-15,-2 4 4 16,-1-3-4-16,0 2 4 15,1 0-2-15,-1-1-2 16,1 1 4-16,2-2-2 16,-2 3-2-16,1-3 2 15,1 2 2-15,1 0-2 0,0 0 0 16,-2 1 0-16,3 1 0 16,-2-1 0-16,-2 3 0 15,2 1 0-15,0 1 0 16,-1-1 0-16,1 2 0 15,-1 0 0-15,2-2 0 0,1 3 0 16,0-1 0-16,0 1 0 16,0 1 0-16,0-1 0 15,0 0 0-15,0 3 0 16,-2 0 0-16,0-3 0 16,-1 2 0-16,1 1 0 0,-3 0 0 15,2-3 0-15,2 0 0 16,-2 2 0-16,1-3 1 15,2 0-2-15,-2-1 2 16,2 1-1-16,-2 0 0 16,2-1 0-16,0 0 0 15,0-1 0-15,0 1 0 0,0-1 0 16,0-1-1-16,4 3 1 16,0-2 0-16,-1-1 0 15,0 0 1-15,3 1-1 16,-4-2 0-16,0 1 0 0,0-2 0 15,0 2 0-15,1-1 0 16,-3 1-1-16,2 0 1 16,0 0 0-16,-1-1 0 15,2 0 1-15,2 2-1 16,0-3-1-16,-2 0 1 16,3 1 1-16,-2-2 0 0,0 0-1 15,1-1 0-15,1-1 0 16,-2-2 0-16,4 3 0 15,-3-2 0-15,5-2 0 16,0 1 0-16,1-1 1 16,0 0 2-16,2-1-2 0,-1 1 0 15,1 0-1-15,-2 0 0 16,0-1 0-16,1 2 0 16,-1 0 0-16,0-2 1 15,1 2-1-15,0-3 0 0,2 0 1 16,-1 2-1-16,3-2 0 15,-2 0 0-15,2 0 0 16,1 0 0-16,-1 0 0 16,1 0 0-16,-1 0 0 15,-2 0 1-15,2 0-1 0,-1 0 0 16,3 1 3-16,-1-1 4 16,1 0 3-16,3 0-5 15,-1 0-3-15,4 1 0 16,-3-1-1-16,0 2-1 15,-2-1 0-15,1-1 0 16,-7 3 0-16,1-2 2 0,-1-1-2 16,0 1 0-16,3 0 0 15,-1-1 1-15,1 0 0 16,1 0 0-16,2 0-1 16,-1 0 0-16,-1 0 1 15,0 0-1-15,-2 0 0 0,1-1 0 16,-1 0 1-16,-1 0-1 15,1-2 0-15,1 2 0 16,-2-1 0-16,2 1 0 16,-1 0 0-16,3-1 1 15,-3 2-2-15,-1-1 2 16,-4-1-2-16,0 2 1 0,1 0 1 16,-6-1-1-16,1 1-1 15,-1 0 2-15,-1-1-1 16,1 0-1-16,-1 1 2 15,-3 0-1-15,1-1 0 16,0 0 1-16,0-1-1 0,0 1 1 16,-2-1 5-16,2 1 1 15,0-2-1-15,-2 0-2 16,3 1-3-16,0-3-1 16,2 1 0-16,-1-2 0 15,0 0 0-15,2-2 1 0,-4-1-1 16,1 0 1-16,0-3-1 15,0 1 0-15,-1-5 1 16,0 2-2-16,-1-3 2 16,0-2 1-16,0 1 1 0,1-1-3 15,-1 1 0-15,0 0 0 16,-1-1 1-16,0 2-1 16,0 0 1-16,0 0-1 15,0 1 0-15,0 1 1 16,0-2 0-16,0 2 0 15,0 0-1-15,0-4 0 0,0 4 0 16,0-3 0-16,0 2 0 16,0 0 0-16,0 1 0 15,0 3 0-15,0-2 0 16,0 1 3-16,-1 2 0 16,-3 2 0-16,2-1-1 0,-2 0-1 15,0 3 2-15,0-1-1 16,1-1-2-16,1 2 4 15,-2 1-2-15,2-1 0 16,0 2 0-16,2-1-1 16,0 0 0-16,0 1 0 0,0 0 0 15,0-2-1-15,0 3 1 16,0-2-1-16,0 0 1 16,0 0-1-16,0 0 0 15,0 0 0-15,0 0 2 16,0 0-4-16,0 1 2 0,0-1-1 15,0 1 2-15,0-1-1 16,-1 2 0-16,-2-2 0 16,-1-4 0-16,0 5 0 15,1-2-1-15,-3-1 0 16,0 1 0-16,-3 0-4 0,1 0 7 16,-2 0-1-16,-4 0 0 15,3 0-4-15,-3 2 3 16,-1 1 0-16,0-1 0 15,-2 2-1-15,-1 0 2 16,-1 1-3-16,0 1 2 0,0-2 0 16,-1 2-1-16,1 0 1 15,2 1 0-15,-1 0 0 16,2 0 0-16,-2 0-1 16,2 0 2-16,0 0-2 15,-1 0 1-15,1 0 1 0,-2 0-2 16,1 1 1-16,-2 3 0 15,2-2 0-15,-5 0 0 16,1 2-1-16,0-2 2 16,-2 1-1-16,0 0 0 15,-1-1 0-15,2 1 0 16,1-1 0-16,-3 1 1 0,3-1-2 16,-1 0 2-16,0 2-1 15,3-2 0-15,0 0 0 16,1-2 0-16,1 2 0 15,2-1 0-15,0-1 0 0,1 0 0 16,2 0 0-16,0 0 0 16,5 2 0-16,-2-1 0 15,1 0 0-15,0 1 0 16,0-1 0-16,1 2 0 16,0-1 0-16,0 0-1 0,-1 1 1 15,3 0 0-15,-1 0 0 16,1-2 0-16,1 2 1 15,-3 1-2-15,4-1 1 16,-1 0-1-16,-1 1 1 16,2-1 0-16,0 3 0 0,1 1-3 15,0 0 3-15,0 2-1 16,0 1 1-16,1 0 0 16,-1 4 0-16,1 1-1 15,1 0 0-15,-2 3 1 16,0 0 0-16,2 1-1 15,-2 2 2-15,1 0-1 0,0 1-1 16,0-1 1-16,0 2 0 16,1-2 0-16,0-1 0 15,0-4 0-15,0 1 0 16,0-2-1-16,0-1 2 16,0-1-2-16,0 1 2 0,0 2-2 15,0-3 1-15,0 1 0 16,0-1 0-16,6 1-1 15,-4 0 1-15,0-1 0 16,1-1-1-16,0 0 1 16,-1-2 0-16,0 1 0 15,-2-2 0-15,0-1 0 0,0 2 0 16,0 0 0-16,0-1 0 16,0 2 0-16,0-1 0 15,0 0 0-15,0 0 0 16,0-1 0-16,0 1-3 0,0-2 0 15,2 1 0-15,0-1-1 16,2 1-3-16,1-1 3 16,-1-1 2-16,0 0 0 15,2-1 1-15,-1 0-2 16,3-2 2-16,-3 0-1 16,5-1 1-16,0 0-1 0,1-2 0 15,1 0 3-15,1-1-1 16,0 0 1-16,1 0-1 15,0 0 0-15,1 0 1 16,0-1-1-16,2-1 0 16,1-1 0-16,1 0 0 0,0 0 0 15,1 0 0-15,-1 1 0 16,1-1 0-16,0 1 1 16,2 1-1-16,-1-2 0 15,1 2 0-15,2 0 0 16,-1 1 0-16,1 0 0 0,-2 0 0 15,-1 0 0-15,-1 0 0 16,-2 0 0-16,0 0 0 16,1 0 0-16,-1 2 0 15,2-1 0-15,0 2 0 16,-1-1 0-16,3-1 0 16,-3 1 0-16,2-1 0 0,0-1 1 15,0 0-1-15,0 0 2 16,-1 0-2-16,-3 0 0 15,0 0 0-15,-4 0 0 16,0 0 1-16,-4 0 1 0,-1 0 2 16,-1-1-2-16,1-1 2 15,-2 1-3-15,1 0 1 16,-1 0-1-16,0-2 0 16,2 2-1-16,-5-1 0 15,3-2 0-15,-2 3 1 0,-2-3 0 16,1-1 0-16,1 0 1 15,-1-1 0-15,1-3-1 16,0-1 0-16,1-1 2 16,-1-2-5-16,1-1 2 15,4-3 2-15,-5 0-2 0,3-2 1 16,-2 1-1-16,1-2 0 16,-2 0 0-16,-1 2 0 15,2-1 2-15,-1 0-2 16,-2 0-2-16,-2-1 2 15,1 2 2-15,-1-1-4 16,0-1 4-16,0-1-2 0,0 0 0 16,0-2 0-16,0 0-2 15,0-1 4-15,0 1-2 16,0-1 0-16,0 3-2 16,-3-2 4-16,1 3-2 15,-2 2 0-15,-1-1-2 0,2 4 4 16,-1 2-2-16,0 0-2 15,1 3 2-15,-3 2 0 16,2-1 2-16,1 3-2 16,-2-2 0-16,-1 2 0 0,3-1 1 15,-1 0-2-15,-4 1 1 16,3 1 0-16,-5-4 0 16,1 2 0-16,1 0 1 15,-4-1-2-15,0 0 1 16,-3 1 0-16,2 0 1 15,-3 0-1-15,-3 1 0 0,1 1 0 16,2 2-1-16,-2 0 2 16,3 2-13-16,1-1-24 15,3 1-31-15,-1-4-80 16</inkml:trace>
  <inkml:trace contextRef="#ctx0" brushRef="#br0" timeOffset="198625.31">11488 14540 61 0,'3'-4'151'0,"0"-2"-135"0,3-1 3 0,-1 3-12 16,5-1-4-16,1-2-2 16,5 0-1-16,1 0 0 15,4 0 1-15,0 0-1 0,3 0 0 16,-3 3 2-16,0-1-2 15,-6 3 0-15,-3 2 0 16,-8 0-2-16,-4 5-18 16,-8 8 7-16,-15 5 18 15,-12 7-5-15,-9 1 0 0,-4 7 5 16,-4 0-2-16,-1-2 2 16,8-1 2-16,7-4-3 15,9-6-1-15,7-5 0 16,15-5 0-16,7-6-3 15,0-4-2-15,21 0 4 16,8-11-1-16,15-7 8 0,6-5-6 16,6-6-1-16,3-2-1 15,-1 3 0-15,-6 2-1 16,-13 8 0-16,-7 5 0 16,-13 7 0-16,-11 4 0 15,-8 2-10-15,-8 8 4 0,-13 9 17 16,-10 6-9-16,-3 2-1 15,-4 5 1-15,3-3 0 16,2-4 1-16,8-3 1 16,7-6-3-16,9-5 1 15,7-5-1-15,2-4-1 0,19-2 3 16,8-15-1-16,9-3 7 16,7-5-6-16,5-4-1 15,-1-2-2-15,-4 4 2 16,-7 6-2-16,-7 4 1 15,-9 5 0-15,-11 5-11 0,-2 3-22 16,-7 2-27-16,0-4-53 16</inkml:trace>
  <inkml:trace contextRef="#ctx0" brushRef="#br0" timeOffset="199136.75">12743 14032 120 0,'0'0'2'0,"0"0"4"0,0 0-2 0,-41 45-3 16,36-31-1-16,3-1 0 15,2 3 0-15,0-2 1 16,7-3-1-16,2-1 2 15,4-3 2-15,5-4 10 16,3-3-1-16,1 0 0 16,4-3-1-16,1-8 1 0,-2-3-1 15,0-2 5-15,-6-2 2 16,-5 1 4-16,-5-1-1 16,-7 0 0-16,-2 4-8 15,-6-4-11-15,-8 3-4 16,-3 4-1-16,-2 3 0 0,-2 3 1 15,0 5-5-15,-4 3-4 16,3 8-7-16,4 4-25 16,0 0-13-16,5-1-25 15</inkml:trace>
  <inkml:trace contextRef="#ctx0" brushRef="#br0" timeOffset="199637.63">13068 13983 112 0,'0'0'4'16,"0"0"14"-16,0 0 6 16,0 0-6-16,0 0-17 15,0 0-7-15,0 0 1 0,0 0 6 16,0 0-1-16,6 30 3 15,-4-17 0-15,2-2-1 16,0 0-1-16,-1 1 1 16,3-2 0-16,-2-3 1 15,0 2 0-15,0-5-1 16,-2-1-1-16,0-2 2 0,-2 0-2 16,0-1 5-16,0 0 13 15,0-1-6-15,0-6-8 16,0 0-3-16,0-3-1 15,0-1 0-15,0-1-2 0,0-2 1 16,4-3 0-16,2 2 2 16,5-2 0-16,3-1 3 15,1 0-5-15,6 2 0 16,0 2 0-16,4 1-1 16,1 2 2-16,0 3 1 0,1 2 5 15,0 6 1-15,-2 0-2 16,-7 11-5-16,-1 9-3 15,-3 6-2-15,-3 5 4 16,-7 3 2-16,1 3-13 16,-3-2-38-16,0-6-48 15</inkml:trace>
  <inkml:trace contextRef="#ctx0" brushRef="#br0" timeOffset="202754.55">15320 13721 38 0,'0'0'4'0,"0"0"-2"0,0 0 0 16,0 0 3-16,0 0 13 15,0 0 7-15,0 0-3 16,0 0 2-16,0 0-5 0,0 0 0 16,0 0-11-16,0 0-6 15,0 0-5-15,-19-36 5 16,11 35-3-16,-2-3-2 15,0 2 6-15,-2-1-3 16,-3 0 2-16,2-1 1 0,-2 0 2 16,0-2-2-16,-3 3-1 15,-5-1-2-15,0 1-1 16,-5 0 0-16,-2-1 3 16,0 1-2-16,-3 2 0 0,1-2-2 15,1 3 3-15,0-2 2 16,0 2-2-16,1 0-1 15,0 0 1-15,2 0-1 16,1 0 1-16,0 2-1 16,1 2 0-16,2 1 2 15,1 0-4-15,2-2 1 0,3 1-1 16,1-1 1-16,3-3 0 16,-2 2 1-16,6-1 0 15,-2-1 0-15,2 0 0 16,3 0-1-16,-3 0 2 15,4 0-1-15,1 0 0 0,-1 0 0 16,-1 0 0-16,0 0 0 16,-2 1 0-16,0 1-1 15,0-1 2-15,-2-1-1 16,1 3-1-16,0-3 1 16,1 3 0-16,-2-1 0 0,0 0 0 15,4 2 0-15,-2 1 0 16,1-1 0-16,0 2 0 15,2-2 0-15,1 0 0 16,1 2 0-16,2 1-2 16,-1 0 0-16,2 0 2 15,-1 4-1-15,2 0-1 0,0 1 2 16,0 0-1-16,0 2 0 16,0-1 1-16,0-1-1 15,0 1 1-15,0 3 0 16,2-2-1-16,-1 0 1 0,2 1-1 15,-1 0 2-15,0-1-2 16,0 3 1-16,0-1 0 16,1-1 0-16,-1 1 0 15,-2-2 0-15,0 0-1 16,0-2 1-16,0 1-1 0,0-2 1 16,0-1 0-16,0 3 1 15,0-2-1-15,0 1 0 16,0-1 0-16,0 0 1 15,0 3-1-15,0-1 0 16,0 1 0-16,0-1 0 16,0-1 0-16,0 0 0 0,0-3 0 15,-2 2 0-15,1 1 0 16,0-3 1-16,0 1-2 16,0-2 2-16,1 1-1 15,0 0 0-15,0-2-1 16,0-1 0-16,0 1-2 0,3-3 2 15,2 3 1-15,-1-1 0 16,2 0-1-16,0 1 2 16,-3-3-1-16,2 3 0 15,0-1 0-15,-1-2 0 16,1 2 0-16,0-2-1 0,-1 2 1 16,1 0 0-16,1 0 0 15,-2-1 1-15,4 1-1 16,-3-1 0-16,1 0-1 15,0-2-1-15,1 1 2 16,1-2 2-16,0 1-2 0,0-3 0 16,1 2 1-16,3-1 1 15,-1-1-4-15,3 0 9 16,-3 0-4-16,5 0 2 16,1 0-2-16,4 0 0 15,2 0-2-15,2-3 0 0,5 2 1 16,1-2-2-16,2 2 0 15,-1-1 1-15,0-1-1 16,3 2 0-16,-5 0 0 16,0-3 0-16,0 2 0 15,1-1-1-15,-3 1 2 16,3-2-2-16,-3 3 2 0,-1-1 0 16,-1 2-1-16,-3 0 0 15,-3 0 0-15,2 0 1 16,-4 0 1-16,-2 0 0 15,1 0 0-15,-2 0-1 16,2 0 0-16,-4 2-1 0,1-1 0 16,-3 3 0-16,3-3 2 15,-3 0-2-15,-1 0 0 16,0-1 1-16,-1 2-2 16,1-1 2-16,-3-1-1 0,1 0 1 15,0 0 0-15,-1 0 0 16,1 0 0-16,-3 0 0 15,0-3 0-15,-1 1 0 16,0-1 2-16,-1-2 8 16,1 0-1-16,-2-4-1 15,0 2-3-15,-1-3 0 0,1-3-1 16,1 0-3-16,1-2 0 16,1-2-2-16,0 0 0 15,0-2 1-15,1 1-1 16,0-1 1-16,0 2-1 15,-3-1 0-15,-1 2 0 0,2-1 0 16,0 3 0-16,-3-2 0 16,2 3 0-16,-1-2 0 15,1 3 1-15,0-3-1 16,-3 4 0-16,0-2 0 16,0-1 0-16,0 0 0 0,0-1 0 15,0 0 0-15,-5-1 2 16,2 3-2-16,1-1 1 15,0 1-1-15,0 0 0 16,0 2 0-16,-3-2 1 16,2 1-2-16,0-1 0 0,-5 1-2 15,4-2 3-15,-4 3-1 16,1-2 1-16,-1 0 0 16,0 2 1-16,0-2 2 15,3 3-3-15,-2-1 2 16,0-1-2-16,1 1 0 0,1 0 1 15,-2 0-1-15,2 0 0 16,-3 2 0-16,1 1 1 16,-1 0-5-16,-1 2 4 15,0 1-3-15,-1 0 2 16,2 2 3-16,-1 1-2 0,2 0 0 16,-2 2 2-16,0 0-2 15,-2 0-2-15,0 0 1 16,-2 0 2-16,-1 0-2 15,1 0 1-15,-3 0 0 16,3 0 0-16,-1 0 0 0,1 0 1 16,-1 0 1-16,1 0-4 15,-3 0 4-15,0 0-4 16,-2 0 4-16,2 0-2 16,-1 0 0-16,-1 0 0 15,0 0 0-15,1 0 0 16,-1 0 0-16,0 0 0 0,0 0 0 15,0 0 0-15,-2 2 0 16,2-1 0-16,0 0 0 16,1 1 1-16,2-2-1 15,2 0-1-15,3 0 2 16,-2 0-1-16,3 0 0 0,1 0 0 16,0 0 0-16,4 0 0 15,-2 0 0-15,3 0 1 16,1 0-1-16,0 0 0 15,-1 0 0-15,1 0 0 16,0 0 0-16,0 0 0 0,-1 0 0 16,1 0 0-16,-3 0 0 15,1 0 0-15,-2 0 0 16,-2 0 0-16,-2 0 0 16,1 0 0-16,-2 1 0 15,-3 1 0-15,1-1 0 0,1 1-1 16,-2-1 2-16,1 2-1 15,-2-2-1-15,2-1 1 16,-3 3 0-16,1-2 0 16,1 1 1-16,-1-2-1 15,3 1 0-15,-1-1 0 0,1 0-1 16,2 0 2-16,1 0-1 16,2 0 0-16,0 0 0 15,1 0 1-15,3 0-1 16,-1 0 2-16,1 0 0 15,1 0 0-15,1 0 2 0,-1 0 0 16,2 0 0-16,-1 0-2 16,1 0-2-16,-2 0 1 15,0 0-1-15,-2 0 0 16,1 0 0-16,0 0 1 16,-1 0-2-16,0 0 2 0,-1 3-2 15,3-3 2-15,-2 0-1 16,2 3 0-16,-1-2 0 15,3 2-1-15,0 1-9 16,0-1-12-16,7-1-26 16,1-2-44-16</inkml:trace>
  <inkml:trace contextRef="#ctx0" brushRef="#br0" timeOffset="203884.25">13099 13645 60 0,'0'0'11'0,"0"0"4"0,0-1 1 0,-4-2-7 15,-1 3-7-15,1-1-1 16,-2 1-1-16,-1 0 0 15,2 0 0-15,3 0 1 16,-1 0-2-16,2 0-3 16,1 0-14-16,0 0-23 0</inkml:trace>
  <inkml:trace contextRef="#ctx0" brushRef="#br0" timeOffset="204844.84">14546 13903 102 0,'-20'-12'-99'0,"-9"-4"100"0</inkml:trace>
  <inkml:trace contextRef="#ctx0" brushRef="#br0" timeOffset="205770.95">14943 13684 75 0,'0'0'9'0,"0"0"9"0,0 0-7 0,0 0-1 0,0 0-3 0,0 0-2 16,0 0-1-16,0 0 1 15,-19-36-1-15,10 29-1 16,1 3 0-16,0-1 0 16,-2 1-3-16,-4 2-2 0,0 0 1 15,-6 1 1-15,-5-1 0 16,0 2 0-16,-4 0-1 16,1 0 3-16,-6 0 2 15,2 0-2-15,-1 0-1 16,-2 2-1-16,1 0 1 15,-1 1-1-15,1-1 2 0,1 4-2 16,1-2 1-16,5 0-2 16,1 0 1-16,7 1 0 15,0-1 0-15,7 0 0 16,5 0-4-16,3 3-3 16,1 0 3-16,2 3 1 15,1 3 2-15,0 1 0 0,0 5 2 16,0 4-2-16,0 4 1 15,0 4 1-15,0 4 0 16,0 4 1-16,0 1 1 16,0 1-2-16,0 0-1 0,0-1 0 15,-2-5 1-15,-1 1 0 16,1-5 3-16,0-1 2 16,2-3-1-16,0-2 0 15,0-3 2-15,0-3-3 16,0-2 0-16,0-4 4 0,6-2-2 15,1-3-1-15,2-1-3 16,6-3 2-16,5-4 6 16,1 0-8-16,3-3-46 15,-5-11-53-15</inkml:trace>
  <inkml:trace contextRef="#ctx0" brushRef="#br0" timeOffset="206702.48">13106 13677 8 0,'0'0'44'0,"0"0"-42"0,0 0 2 16,0 0 0-16,-44 0 9 16,39 0 11-16,-3-2 2 15,3-1 4-15,-3-1-1 0,2 1-15 16,-2 2-8-16,-1-2-4 15,-5 0 0-15,-4 2-1 16,-2-1-2-16,-3 2 2 16,-3 0-2-16,-3 0 2 15,1 0-1-15,-2 0 0 0,-4 3 1 16,0 3-1-16,1 1 0 16,-3-1-1-16,-1 2-6 15,1 1-2-15,0-2 5 16,0 0 3-16,1 0 0 15,5 0-1-15,3 0 2 0,5-1 1 16,2 2-1-16,2-1 1 16,5 0-1-16,4 1 0 15,0 0-1-15,4 1-2 16,3-1 0-16,2 4 0 16,0 0 0-16,0 3 1 0,0 3 1 15,7 0 0-15,2 4 1 16,-2 2 1-16,1 1 0 15,-1 1-1-15,-2 1 0 16,-2-1 0-16,0-1-1 16,-1 1 1-16,-2 1 1 0,0-2 1 15,0 1 1-15,0-1 0 16,0 1 0-16,0-2-1 16,0 0-1-16,0-2 1 15,0-4 0-15,3-1 0 16,1-3-1-16,1-4 1 0,4-1-2 15,0-5-3-15,4 0 3 16,5-2 6-16,7-2-3 16,4 0-1-16,9-6 5 15,8-4-5-15,6-1 1 16,8-3-1-16,5-1-1 0,4 1 2 16,3 1-2-16,-3-1-7 15,-2-2-28-15,-11-1-66 16</inkml:trace>
  <inkml:trace contextRef="#ctx0" brushRef="#br0" timeOffset="207748.86">11278 13607 109 0,'0'0'12'0,"0"0"15"0,0 0-14 15,0 0-8-15,0 0 1 16,0 0-1-16,0 0 0 16,0 0-3-16,-46-20 1 15,32 19-1-15,-1-1 0 0,-2 2-1 16,-2-1-1-16,-2 1 0 16,-4 0 1-16,-1 0-1 15,2 0 0-15,-7 0 0 16,2 0 0-16,-1 1 0 15,-1 2 2-15,2 1-2 0,0-1 0 16,-3 4 0-16,1-1 0 16,-4 1 0-16,0-1-2 15,2 0 0-15,0 1 2 16,3 0-2-16,3 0 1 16,3-1 0-16,4 1 0 15,0 1 1-15,3-1 0 0,3 0 0 16,2 1 0-16,4 0 0 15,-2 1-1-15,1 0 0 16,3 3 0-16,-2 1 0 16,2 2 1-16,-1 2-2 0,1 3 2 15,2 3-1-15,-3 1 1 16,3 0 1-16,-3 3-1 16,4 0 2-16,-1 3-2 15,2-2 0-15,0 2 1 16,0 0-1-16,0-2 0 15,1 1 1-15,-1-1-1 0,0 1 0 16,0-2 0-16,0-2 1 16,1 1-2-16,1-4 6 15,0-1-3-15,3-2 2 16,5-3-1-16,3-2-1 16,4-3 0-16,0-1 1 0,3-3 1 15,1-1-4-15,1-1 3 16,4-3-2-16,2 0 0 15,3-2 1-15,2 0-2 16,5 0 1-16,2 0-1 16,0-4 1-16,5-2 0 0,1 1 1 15,1 0 2-15,0-1-1 16,6 0 1-16,-2-1 0 16,0 2 1-16,3 0-4 15,-6 0 1-15,2 1-1 0,-6 2 1 16,-2 2-1-1,-6 0 0-15,-1 0-1 0,-4 0-6 16,-4 3-47-16,-11-3-42 16</inkml:trace>
  <inkml:trace contextRef="#ctx0" brushRef="#br0" timeOffset="208851.99">9622 13661 57 0,'0'0'1'0,"0"0"1"0,0 0 1 0,0 0-3 15,0 0 1-15,0 0 1 16,0 0 7-16,0 0 2 16,0 0-2-16,0 0-3 15,0 0-3-15,0 0-4 0,0 0 2 16,0 0 1-16,2-36-1 15,-7 36 6-15,1-1 9 16,0-2 2-16,-1 0-1 16,-1-1-4-16,-1 1-6 15,-2 0-5-15,-2-1-1 0,-5 2-1 16,-1 0-1-16,-2 2-4 16,-4-3-3-16,-3 2 0 15,-2 1 1-15,-2 0 1 16,-1 0 2-16,-4 0-10 15,1 0 1-15,-5 5 3 0,1 1 0 16,1 0-1-16,1 0 6 16,0 1 3-16,2-1 0 15,1 0 1-15,2 0-1 16,1-2 2-16,-1-1 3 16,2 1 2-16,-3-1-3 15,2 0-1-15,1 0 0 0,3 1-1 16,0-2 0-16,2 1 0 15,1 1-1-15,2-1-1 16,2 2 1-16,1-1 1 16,3 2 2-16,-1-3 3 15,5 1 2-15,0 3 0 0,1-1-6 16,4 1 0-16,0 0 0 16,5 3-1-16,-1-1 0 15,2 0 0-15,0 0 0 16,0 1 0-16,0 4 0 0,2-1 0 15,3 2 1-15,1 1 0 16,-1 3 0-16,2 2-1 16,-2 2 1-16,1-1-1 15,-2 4 0-15,-1-3 1 16,0 0-1-16,0-1 0 16,-1 1 1-16,1-4-1 0,-1 2 2 15,-1-1-1-15,1 0-1 16,0 1 1-16,0 0-1 15,2-2 1-15,-2-1-1 16,-1 0 1-16,5-2-1 16,-2-2 0-16,2-2 3 0,2 1 1 15,3-2 3-15,0-1-4 16,3-2-1-16,4 0 1 16,4 0 0-16,4-3-1 15,8-3 2-15,5-2 1 0,5 0-2 16,8 0-2-1,3-7-6-15,5-9-34 0</inkml:trace>
  <inkml:trace contextRef="#ctx0" brushRef="#br0" timeOffset="209956.09">7683 13512 53 0,'-14'6'5'0,"1"-2"3"0,-1-1 0 0,3 1 1 0,-3-3 0 15,3 1 5-15,0-2-4 16,-1 0-3-16,-1 0-2 15,-1 0 1-15,1 0-1 0,-2 0-2 16,-3 0-1-16,-5 0-2 16,-4 0 1-16,-1 0-1 15,-4 0 0-15,-1 1 0 16,-1 2 0-16,-3 1 0 16,3 1 0-16,-2 2 0 0,1 0-4 15,1 2-3-15,-2 0-6 16,3 1 5-16,3 3-1 15,3-4 0-15,1 1 1 16,2-1 5-16,5 0 3 16,4-1 1-16,1 0 1 15,3-1 1-15,-2-2 1 0,2 3-1 16,2-1 0-16,-3 1-2 16,1 1 1-16,0-1 1 15,-3 2 0-15,2 0-1 16,3-2 1-16,-3 4-1 0,3-4-1 15,3 2-1-15,-4 0 2 16,4 0-2-16,-1 0 1 16,1 0-1-16,1 3 1 15,-2-2-1-15,1 2 1 16,1 1 0-16,1 1 0 0,-2 3-1 16,1 2 1-16,-2 0-1 15,4 4 0-15,-1-3 0 16,2 2 1-16,2-2-1 15,0 2 1-15,0-2-1 16,0-1 1-16,7 0-1 16,4 0 0-16,0-2-1 0,2-1 1 15,1-1 1-15,-1 0 1 16,3-2 2-16,1 0 0 16,6 0-1-16,4-1 0 15,7-3-1-15,7-7-2 16,9-3-40-16</inkml:trace>
  <inkml:trace contextRef="#ctx0" brushRef="#br0" timeOffset="212752.59">16689 13564 69 0,'0'1'21'0,"0"-1"-16"16,0 1-3-16,2-1 1 0,2 2-2 16,3-2 1-16,1 1-1 15,1 0 3-15,4 0-1 0,2 0 0 16,0 0 0-16,2-1 1 16,3 0-1-16,0 0-3 15,2 0 1-15,3 0-1 16,-2 0 1-16,1 0 0 15,1 0-1-15,1 0 0 16,-5 0 1-16,-2 0-1 0,-3-1 0 16,-3 1 2-16,-6 0 2 15,1 0-1-15,-2 0 0 16,-2 0-1-16,-2 0 1 16,0 0-1-16,-2 0 0 0,0 0 2 15,0 0 2-15,1 1 0 16,1 3-5-16,0-1 0 15,2 2 2-15,-1 1-2 16,0 0 0-16,-1 1 0 16,1 0-1-16,0 0 0 0,-1 0-1 15,-2 1-4-15,0-1 5 16,0 1 1-16,0-1-1 16,2 0 0-16,-1-1 0 15,1 3 2-15,2-2-1 0,0 0 0 16,-1 2 0-1,2-1-1-15,-1-1 0 0,0 2 1 16,1 0-2-16,1 1 1 16,-2 0 0-16,2 2 0 15,0-2 0-15,-2 0 1 16,-1 2-9-16,1-2 7 16,-2 1-1-16,0-2 2 0,-2 1-2 15,0 1-8-15,0 1 10 16,0-1 1-16,0 2 31 15,0 1-29-15,0 0-1 16,0 1-1-16,0 2 0 0,0-2-1 16,0 1 1-16,-2 1 0 15,0-3-1-15,0 0 0 16,1-1 0-16,1-2 2 16,0 2-2-16,0-2 0 15,0 1 1-15,0 3-1 16,0-2 0-16,0 2 2 0,0-2-2 15,0-1 0-15,0 0 0 16,0-3 0-16,0 1 0 16,0 0 0-16,1-1 0 15,1-1 0-15,-2 4 0 16,0-4 0-16,0 2 0 0,0-1 0 16,0-1 0-16,-3 4 0 15,-2-1 1-15,-3 0-1 16,-1 0 0-16,-1 1 0 15,1-2 1-15,-3 0 0 0,1-3-1 16,0 0 1-16,-1-1-1 16,-1-2 0-16,-1 2 1 15,2-1-1-15,-2-2 1 16,1 0 0-16,1 1-1 16,-2-2 1-16,2 1-1 15,0-1 2-15,-1-1-2 0,0 0 0 16,1 1 0-16,0-2 1 15,0 1-2-15,1-1 2 16,4 0 0-16,-5 0-1 16,2 1 0-16,1 0 0 15,-3 1 0-15,-1 1-1 0,2-2-4 16,-3 2 3-16,2-1 0 16,-2 0 1-16,3-1 1 15,0 1 0-15,-1 1 0 16,-1-3 0-16,1 3 0 15,0 0 0-15,1-2 0 0,0 2 0 16,1-2 0-16,-1 1 0 16,-1-1 0-16,2 2 0 15,1-2 0-15,-1 1 0 16,0-1 0-16,3 2 0 16,-1-3 0-16,-1 2 0 0,3-2-1 15,2 0-2-15,-2 0 1 16,1 0 1-16,-2 0 1 15,3 0 0-15,1 0 1 16,-3 0 2-16,2-2-1 16,-1 2-2-16,-3 0 0 15,2 0 0-15,-1 0 0 0,1 0-5 16,-3 0 5-16,4 0 0 16,-1 0 0-16,1-3 0 15,1 1 2-15,-2 0-1 16,2-2-1-16,2 1 2 0,-2-3-2 15,1-1 0-15,0 0 3 16,2 0-3-16,-1-2 1 16,-2-2 3-16,2-1-6 15,-1-3 6-15,0 0-4 16,-1-3 0-16,0 0 0 16,1-2-5-16,-1-1-5 0,0-1-3 15,-2 1 0-15,3-1 1 16,-5 0 1-16,3 1-3 15,-2 0 3-15,1-1 1 16,1 1 0-16,-4 1-28 16,1-1 0-16</inkml:trace>
  <inkml:trace contextRef="#ctx0" brushRef="#br0" timeOffset="213670.4">16927 13560 4 0,'24'-3'21'0,"-2"-1"-5"0,0 1 0 0,-1 0-3 15,-6 1-6-15,-1 0-3 16,-3 2-1-16,-2 0-1 15,0 0-1-15,-6 0 0 16,1 0-1-16,2 4 0 0,-4 1 0 16,1-1-1-16,3 0 3 15,-2 2-1-15,0-1 0 16,0 1 0-16,0 1-1 16,-1-1 2-16,1 4 0 0,-2-3 1 15,2 2-3-15,-2 0 1 16,1 0 0-16,-1 4 0 15,5-3 3-15,-3 3-2 16,1-1 0-16,1 2 4 16,-2 1-2-16,1 0-1 0,2 4-1 15,-4-1-2-15,3 2 1 16,-2 3-1-16,-1 0 1 16,3 1-1-16,0 0 0 15,0 1 1-15,1 1-1 16,1 0 1-16,1-1-1 15,-2-3 0-15,-1-1 0 0,1 0 0 16,-3-3 0-16,-2 1 0 16,2-2 0-16,-2 0 0 15,0-1 1-15,-2-1-1 16,0-2 0-16,0 0 0 16,0 2 2-16,-2-6-2 15,-3 1 0-15,-2 0 1 0,-1-3 0 16,-1 0 2-16,-5 0 4 15,1 0 0-15,-5 1 0 16,-2 0-3-16,-5 1-1 16,-4-1 0-16,-6 2 0 0,-5 0-2 15,-3 1 1-15,-10 4-1 16,-11 0-10-16,-14-1-49 16</inkml:trace>
  <inkml:trace contextRef="#ctx0" brushRef="#br0" timeOffset="-210630.8">17529 3223 82 0,'0'-2'9'0,"0"0"12"0,0-1-3 0,0-1 2 16,0 1 2-16,0 0-7 15,0 2-1-15,-2 0-6 0,2 1-7 16,0 0 0-16,0 0-29 15,0 0-6-15,0 0-5 16,0 1-61-16</inkml:trace>
  <inkml:trace contextRef="#ctx0" brushRef="#br0" timeOffset="-210418.28">17789 3192 92 0,'0'0'9'15,"0"0"-9"-15,0 0 1 16,0 0-1-16,37 3 1 16,-32-3-2-16,-1 3-2 0,0-2-6 15,2-1 2-15,0 0-19 16</inkml:trace>
  <inkml:trace contextRef="#ctx0" brushRef="#br0" timeOffset="-210197.22">18271 3144 77 0,'0'0'36'0,"0"0"-35"16,0 0-2-16,0 0 2 15,0 0-1-15,0 0 0 16,0 0-1-16,36 6-10 16,-31-5-24-16</inkml:trace>
  <inkml:trace contextRef="#ctx0" brushRef="#br0" timeOffset="-209954.96">19174 3124 109 0,'0'0'-3'15,"0"0"5"-15,0 0-2 0,0 0-1 16,38 7-49-16</inkml:trace>
  <inkml:trace contextRef="#ctx0" brushRef="#br0" timeOffset="-209720.81">20033 3111 125 0,'0'0'-25'16,"43"6"26"-16,-26-2-1 15,-5-4 0-15,-1 2-44 0</inkml:trace>
  <inkml:trace contextRef="#ctx0" brushRef="#br0" timeOffset="-209507.28">20716 3083 121 0,'0'0'-8'0,"0"0"10"0,0 0 0 16,40 0 0-16,-37 0-2 15,-3 0-13-15,0 1-31 16,0 2 5-16</inkml:trace>
  <inkml:trace contextRef="#ctx0" brushRef="#br0" timeOffset="-207414.23">21938 3209 27 0,'0'-4'17'0,"0"0"6"0,0-1-6 15,0 2-6-15,0-2 3 16,2 2-1-16,2-1-2 16,1 0 1-16,3 1-5 0,-1 0-4 15,5 0 0-15,-2 2-1 16,1 0-2-16,-1 1 0 16,1 0 0-16,-1 0 0 15,2 0-1-15,-3 5 0 16,3 1 0-16,0 2-1 0,0-1 1 15,1 2 0-15,0 2 1 16,-2 2-1-16,1 0 1 16,-3 0-1-16,0 2 2 15,-4-1-2-15,-2 2-3 16,-3 1 5-16,0 4-1 16,0 1 2-16,-1 3 0 0,-6 6 0 15,1 2-1-15,1 2 2 16,0 1-1-16,2 1 0 15,0-2 1-15,3-2-3 16,0-1 2-16,0-4-1 0,2-1 2 16,4-4 0-16,2-1-1 15,0-5 0-15,4 2 0 16,-2-6 1-16,0-2-1 16,1-1 1-16,-2-3-1 15,0-1 0-15,0-2 1 0,-3-3-2 16,-2 1 1-16,-2-1-2 15,-2 0 0-15,0 2-6 16,0-1-1-16,-4 5 5 16,-6 0 1-16,-2 6 6 15,-3 2-4-15,-1 4 0 0,0 2 0 16,-2 4-1-16,1 3 0 16,1 0 1-16,4 5 0 15,1 2 2-15,4 1-2 16,5 2 1-16,2-1-1 15,0 3 1-15,2-3-1 16,6 0-1-16,4-2 3 0,0-2 0 16,1 1-2-16,1-3 0 15,-1-1 0-15,1 1 0 16,-1-1-1-16,1 0 0 16,-2-3 1-16,2 0 0 15,-3-2 0-15,-2 0-1 0,1-3 1 16,-2 1-1-16,-3-2 0 15,-3-1 0-15,0 0-1 16,-2-6 0-16,0 1 1 16,-2-4-3-16,-7-4 3 15,-3 0 0-15,-5-3 8 0,-3-1 4 16,-1-3-5-16,-3 0-5 16,-1 0 2-16,0 0-3 15,2-4-11-15,5-6-53 16,3-5-50-16</inkml:trace>
  <inkml:trace contextRef="#ctx0" brushRef="#br0" timeOffset="-206636.78">22487 4074 77 0,'-7'0'4'0,"-3"-1"6"0,0-3 2 0,1 2-7 0,1-1 1 15,0 2 6-15,0-2 7 16,3 0 1-16,1 2 0 16,2-1-3-16,1 1-11 15,0 1-3-15,1 0-2 16,0 0-2-16,0 0-1 0,0 0-2 15,0 0 0-15,1 0 7 16,4 0-1-16,3 0 1 16,4 0-1-16,-1 0 0 15,2 0-1-15,5 0 1 0,0 0-1 16,2 0 1-16,3 0 3 16,4-1 0-16,2-2 1 15,2 0-1-15,2-1 2 16,1 1-3-16,-1-1-1 15,1 1-1-15,0 0-1 16,-3 0 0-16,-1 0-1 16,-2-1 1-16,-1 2-1 0,-2 1 0 15,-3-2 0-15,-2 2 2 16,-1-1-2-16,0 1 0 16,-4 1 0-16,0 0 0 15,-3 0 0-15,0 0-2 0,-3 0-2 16,-2 4-17-16,-3-1-9 15,-2-1-20-15,-2-1-5 16</inkml:trace>
  <inkml:trace contextRef="#ctx0" brushRef="#br0" timeOffset="-206344.15">23019 3958 89 0,'0'0'5'0,"0"0"10"0,0 0-4 0,0 0-7 15,0 0 1-15,0 0 4 16,0 0-3-16,45-9 1 16,-32 9 1-16,1 3-2 15,-1 3-4-15,0 2 2 0,-2 1-2 16,-2 4-1-16,-3 1-2 15,-5 2-1-15,-1 3-1 16,-5 3 6-16,-13 3-6 16,-8 1 7-16,-6-1-4 0,-1-2-45 15,-1-6-53-15</inkml:trace>
  <inkml:trace contextRef="#ctx0" brushRef="#br0" timeOffset="-204949.04">23439 3782 101 0,'0'-2'15'0,"0"1"8"0,0-1-4 0,0 2-14 15,0-1-2-15,0 1-2 16,0 0-1-16,0 0-2 15,0 0-2-15,0 0 1 16,-2 1-1-16,0 6 4 16,0 0 1-16,0 2-1 15,-1 2 2-15,-1 1-1 0,3 1-8 16,0-3-23-16,1-2-25 16</inkml:trace>
  <inkml:trace contextRef="#ctx0" brushRef="#br0" timeOffset="-204253.39">23824 3729 79 0,'0'0'6'16,"0"0"6"-16,0 0-1 15,-49-16-5-15,35 15-1 16,-6 1 0-16,2 0-1 0,1 6-3 15,-2 5-1-15,3 5 1 16,-3 1-1-16,3 3 3 16,-3 1-3-16,6 3 1 15,0 2 0-15,4-2 1 16,3 0-1-16,4 0 2 0,2 0-2 16,0-5 1-16,8 0-1 15,0-3-1-15,5-3-1 16,-2-3 1-16,2-2 5 15,4-3 3-15,-3-2 3 16,4-2 7-16,-3-1-9 0,-1 0-1 16,-1 0-1-16,-2 0 1 15,-1-3 1-15,-1-3 3 16,0-1-6-16,-2-4-1 16,-1 1-2-16,-1 0 0 15,-1-2-1-15,2-3-1 16,-1 5-1-16,-1-1 2 0,-1 1-2 15,1 1 1-15,-1 4-1 16,-1-1 0-16,2 5 2 16,0 0-2-16,1 1-2 15,1 0 2-15,1 0-1 16,2 0-1-16,0 0 2 0,-1 2-1 16,1 4 0-16,-1 1 1 15,2 0 0-15,-3 1 0 16,1 1 0-16,-2-1-3 15,2 1-20-15,-2 0-12 0,1-3-9 16,0-1-5-16</inkml:trace>
  <inkml:trace contextRef="#ctx0" brushRef="#br0" timeOffset="-203860.96">24038 3917 133 0,'0'0'12'0,"0"0"3"0,0 0-17 0,0 0-3 15,0 0 2-15,0 0 4 0,0 0-2 16,0 0 2-16,0 0-1 16,-31 41 1-16,31-33-2 15,0-1 2-15,0-1-2 16,5 0 2-16,3-3 5 15,0-2-3-15,4 1 6 0,0-2 0 16,2 0-2-16,-1 0 0 16,1-5 6-16,-1-2 0 15,-1-3-1-15,-2 0-1 16,-3 0-3-16,-1-1-2 16,-2-2 0-16,-4 2 3 15,0 2-6-15,0 0-2 0,-8 1-4 16,-2 5 0-16,-5 2-1 15,1 1 0-15,-3 0-3 16,3 1-4-16,0 6-20 16,4 1-34-16,6-3-10 0</inkml:trace>
  <inkml:trace contextRef="#ctx0" brushRef="#br0" timeOffset="-203477.04">24264 3899 135 0,'0'0'-10'0,"0"0"13"16,0 0-6-16,0 0-2 16,0 0 2-16,0 0 7 0,0 0-1 15,0 0-1-15,0 0 0 16,-21 23-1-16,20-14 2 15,1-3-2-15,0-1 0 16,0-2 1-16,9 0 0 16,1-3 8-16,2 0 5 0,3 0 2 15,-1 0-7-15,1-6-2 16,-3-1-4-16,-2-1 7 16,0-1 1-16,-5 2 4 15,-2-4-3-15,-3 2-2 16,0-2-6-16,0 2 1 0,-6 2-10 15,-8 3-1-15,-3 1 4 16,-3 3-6-16,2 0-4 16,-4 6-5-16,4 2-18 15,8-2-34-15</inkml:trace>
  <inkml:trace contextRef="#ctx0" brushRef="#br0" timeOffset="-203035.04">24655 3864 111 0,'0'0'2'0,"0"0"-1"0,0 0 0 0,0 0-1 16,-49-3 1-16,36 3 0 15,1 0 1-15,3 5-1 16,-1 0 0-16,4 1 0 16,0 1-1-16,4-1 0 15,2-1 1-15,0 1 0 0,0-2 0 16,0-1-2-16,4 0 9 16,5-3 5-16,2 0 8 15,-1 0-2-15,5-2-6 16,0-6-3-16,1 0-3 15,-3-4 4-15,1-1-1 16,-3-2-2-16,-1-4 5 0,1-2 5 16,-3 0-8-16,-5-3-1 15,2 1-2-15,-2-4-1 16,-1 4-3-16,0 2 0 16,0 4 0-16,-1 5-2 15,0 5-1-15,-1 7 0 0,0 0-79 16,-4 3-25-16</inkml:trace>
  <inkml:trace contextRef="#ctx0" brushRef="#br0" timeOffset="-202510.12">22805 4337 97 0,'0'0'6'0,"0"0"-7"16,0 0 0-16,0 0 1 0,0 0 1 15,0 0 0-15,0 0 5 16,55 42 1-16,-32-33 3 16,6 1 2-16,3-1 2 15,4-2-1-15,4 4-3 16,0-2-3-16,2 1-4 0,-1 1 0 16,-1-2 0-16,-1 3-3 15,-1-2 1-15,-1 3-1 16,0-2 1-16,-5 2-1 15,-3-2-8-15,-6-1-26 16,-4-4-33-16</inkml:trace>
  <inkml:trace contextRef="#ctx0" brushRef="#br0" timeOffset="-201995.66">23611 4469 151 0,'0'0'9'16,"0"0"35"-16,0 0-8 0,0 0-19 16,0 0-3-16,0 0-5 15,0 0-8-15,0 0-5 16,0 0 1-16,16 17-1 16,-7 4 6-16,-3 2-2 0,1 1 3 15,0-2-3-15,3-1 1 16,-3-7 1-16,1 0-1 15,-2-4 0-15,0-4 1 16,0-2-2-16,0-2 2 16,-3-2-1-16,1 0 0 15,2-6 5-15,-2-6 5 0,3-4-2 16,-2-4 0-16,-1-2 0 16,-1-2-5-16,1 0 2 15,-2-1-2-15,-1 2-2 16,1 4-1-16,-2 2-1 15,0 7-1-15,0 3-12 0,0 3-19 16,0 4-45-16,0 0-65 16</inkml:trace>
  <inkml:trace contextRef="#ctx0" brushRef="#br0" timeOffset="-201790.65">23894 4517 268 0,'0'0'16'16,"0"0"11"-16,0 0-8 0,0 0-14 0,0 0-4 16,0 0 0-16,0 0-12 15,0 0-35-15,0 0-67 16,4-12 31-16</inkml:trace>
  <inkml:trace contextRef="#ctx0" brushRef="#br0" timeOffset="-201369.48">24123 4409 184 0,'0'0'4'0,"0"0"3"15,0 0-12-15,0 0 5 16,0 0-11-16,-47 20 10 16,26-5 3-16,4 3 2 0,2 2-4 15,3 1 3-15,2-1 0 16,5 0 2-16,4 1-2 16,1-4-8-16,0-1-1 15,1-5-2-15,5-1 4 0,4-3-1 16,0-4 5-16,-1-3 3 15,1 0-3-15,2 0-2 16,0-7 1-16,-1-4 1 16,2-2 1-16,1-3 4 15,-1-1 3-15,-2 3-3 16,0 0-1-16,-1 3 1 0,-4 3-2 16,0 3 4-16,-3 2-1 15,-1 3 2-15,0 0-7 16,1 0-5-16,2 8 4 15,0 2-2-15,3 3 3 0,1 3-9 16,-2-1-30 0,3-5-25-16</inkml:trace>
  <inkml:trace contextRef="#ctx0" brushRef="#br0" timeOffset="-201022.47">24339 4527 133 0,'0'0'0'0,"0"0"-1"0,0 0 2 0,0 0 0 16,-29 42 0-16,29-33-4 16,0 0-8-16,3 1 1 15,8-5 3-15,2-2 5 16,4-1-1-16,0-2 3 15,1 0 8-15,0-3 0 0,-4-4 1 16,-2-3 8-16,-2 0 14 16,-4 0 7-16,-3-1-11 15,-3-1-13-15,0 2-7 16,0 2-4-16,-9 1-2 16,-5 4-6-16,-3 1 0 15,-1 2-9-15,-2 0 5 0,2 4-1 16,4 4-10-16,3-3-37 15,8 0-21-15</inkml:trace>
  <inkml:trace contextRef="#ctx0" brushRef="#br0" timeOffset="-200666.78">24579 4513 206 0,'0'0'-5'0,"0"0"8"16,0 0-5-16,0 0 1 16,0 0-2-16,0 0 3 15,0 0 1-15,0 0 0 16,-34 43-6-16,34-35-14 0,0-1-2 16,3-1 10-16,5-2 7 15,1-3 1-15,1-1 10 16,1 0 8-16,-1 0 2 15,-2-5 7-15,0-5-5 16,0 2 3-16,-2-4-1 16,-3 0 0-16,-1 0-1 0,-2-1-8 15,0 2-7-15,0 1-3 16,-2 2-3-16,-8 2 1 16,-2 4-4-16,-2 2-11 15,-1 0-19-15,3 0-19 16,2 7-27-16</inkml:trace>
  <inkml:trace contextRef="#ctx0" brushRef="#br0" timeOffset="-200545.21">24683 4502 128 0,'0'0'-78'16</inkml:trace>
  <inkml:trace contextRef="#ctx0" brushRef="#br0" timeOffset="-196389.49">17421 3303 69 0,'0'0'4'0,"-1"0"4"0,-1 0-6 16,0 0-1-16,0 0-1 16,-1 2 1-16,1-2 0 15,1 1 0-15,1-1 2 0,0 0-2 16,0 1 0-16,0 1-2 15,0 0-1-15,0-2-21 16</inkml:trace>
  <inkml:trace contextRef="#ctx0" brushRef="#br0" timeOffset="-196091.02">17710 3278 72 0,'0'0'18'0,"0"0"2"16,0 0-8-16,0 0 1 15,0 0 1-15,0 0-3 16,0 0-6-16,0 0-5 16,0 0-5-16,12 0-5 0,-9 2-11 15,3 2-9-15,2-4-52 16</inkml:trace>
  <inkml:trace contextRef="#ctx0" brushRef="#br0" timeOffset="-195812.3">18265 3236 53 0,'0'0'39'15,"0"0"-22"-15,0 0 2 16,0 0 2-16,0 0-9 0,0 0-7 16,0 0-3-16,0 0-4 15,-2 0 4-15,0 3-9 16,1 1-10-16,0-1-11 16,1 0-9-16,0 0-38 15</inkml:trace>
  <inkml:trace contextRef="#ctx0" brushRef="#br0" timeOffset="-195449.15">19000 3209 61 0,'0'0'3'16,"0"0"2"-16,0 0 9 15,0 0-10-15,0 0-5 0,0 0 3 16,0 0-1-16,0 0-1 15,0 0 0-15,-34 8 0 16,30-6 0-16,0 0 0 16,2 0 0-16,2 0 0 15,0-2-3-15,0 3-6 0,0-3-6 16,0 0 2-16,2 0-3 16</inkml:trace>
  <inkml:trace contextRef="#ctx0" brushRef="#br0" timeOffset="-194637.36">18389 3258 128 0,'0'0'-14'0,"0"0"9"0,0 0 4 0,0 0-15 15,0 0-22-15,0 0-10 16</inkml:trace>
  <inkml:trace contextRef="#ctx0" brushRef="#br0" timeOffset="-194112.1">19246 3232 140 0,'0'0'-8'0,"0"0"15"0,0 0-2 0,0 0-5 16,0 0-14-16,0 0 4 16,0 0-16-16,0 0-54 0</inkml:trace>
  <inkml:trace contextRef="#ctx0" brushRef="#br0" timeOffset="-191894.31">24063 4124 79 0,'0'-4'6'0,"0"-2"19"0,2 3-6 15,-1-1-8-15,1 2-4 16,0 0 1-16,1-1-3 0,2-1-3 15,0 2-2-15,4 1 1 16,2-2 1-16,-2 0-2 16,4 3 0-16,1-1 0 15,1-1 0-15,5 2 0 16,-3 0 0-16,1-2 0 0,2 1 0 16,-3 0 0-16,5-2 0 15,-3 0 0-15,-2-1 0 16,3 1 2-16,-1 0-1 15,-1 0 4-15,1-1-2 16,-5 3-1-16,0-2 2 0,-2 0-2 16,-3 3-2-16,1-1 1 15,-4 1 0-15,-2-3 0 16,0 3 0-16,-1 0-1 16,1 0 0-16,-2 0-1 0,-2 0-1 15,0 0-17 1,0 3-13-16,0 1 10 0,-8 0-8 15,-1 2 4-15</inkml:trace>
  <inkml:trace contextRef="#ctx0" brushRef="#br0" timeOffset="-191383.23">24135 4152 42 0,'0'0'3'0,"0"0"21"0,0 0-2 16,0 0-3-16,0 0-13 15,0 0 4-15,0 0-3 0,0 0 0 16,0 0-1-16,0 0-3 15,3-7-2-15,5 7 0 16,5-4 1-16,-2 3 0 16,4-2 1-16,-1 1 1 15,2-1 4-15,3 1-2 0,2 0 0 16,-1-1-2-16,2 2-3 16,-1 0 0-16,-1-1 0 15,0 2-1-15,-2 0 0 16,-1 0 1-16,-5 0 0 15,-2 0-1-15,-2 0 0 0,-2 0 0 16,1 0 0-16,-3 0 0 16,-1 0 0-16,-2 0 0 15,2 0 0-15,-3 0 1 16,0 0-2-16,0 0 3 16,0 0 0-16,2 0-4 0,-1 0 1 15,1 0 1-15,2 0-1 16,2 6 1-16,1-2-11 15,1 2-8-15,0-2-10 16,0-2-28-16</inkml:trace>
  <inkml:trace contextRef="#ctx0" brushRef="#br0" timeOffset="-185778.16">15793 15013 20 0,'0'0'16'0,"0"0"-11"0,0 0-1 0,0 0 7 16,0 0 4-16,0 0 3 16,0 0-5-16,0 0-5 15,0 0-4-15,0 0-2 0,0 0 1 16,0 0 0-16,-11-38 3 16,6 34 2-16,0-1 3 15,1 2 2-15,-2-1 0 16,0 0-1-16,1 0-5 15,-1 1-1-15,2-1-5 16,-2 1 0-16,1 0-1 0,-1 1 1 16,-3-2-2-16,2 1 2 15,-2 0-1-15,1 1 0 16,-2 0 1-16,2 0 3 16,-1 2-1-16,-1 0-3 0,-1 0 0 15,-2 0 0-15,-3 0 0 16,1 0-1-16,-3 0 2 15,0 0-1-15,2 0 3 16,-4 0 8-16,2 0 1 16,0 0-4-16,-2 0-3 15,2 0-2-15,-2 0-2 0,1 0 0 16,0 0-1-16,-3 0 1 16,2 0-1-16,-2 4 0 15,3-1 0-15,-1 2 0 16,0 0 0-16,2 0 1 15,0-1-1-15,1 2 0 0,1 0 0 16,-2 1 0-16,2-3 0 16,1 3 0-16,2 0 1 15,-1 1-1-15,1-1-1 16,2 2 1-16,-1 0 0 16,1 2 1-16,-3-1-1 0,2 0 0 15,1 0 0-15,-3-1 0 16,2 2 0-16,-1-1 0 15,2 0 0-15,0 0 0 16,-1-1 0-16,1 2 0 16,1-1 0-16,2-2 1 0,-2 2-1 15,3 0 0-15,-1 0 0 16,2-2 0-16,0 2 0 16,1-2 0-16,-1 2-1 15,2-1 2-15,0 3-1 16,-1-2 0-16,2 2 0 0,1 0 0 15,1 1 0-15,-1-1 0 16,0 1 0-16,2-1 0 16,0 2 0-16,0-3 0 15,0 3-1-15,2-1 1 16,3-2 1-16,1 1-1 0,3 1 0 16,1-1 0-16,0 0 1 15,2-1-1-15,-4 1 1 16,3 0-2-16,1-2 2 15,-4 0 1-15,1 0-4 16,3 1 4-16,-3-3-2 0,0-1 1 16,3 1-2-16,-2-1 1 15,1 2 0-15,-1-2 1 16,1 0-1-16,2 0-3 16,0 2 5-16,1-1-2 15,3-2-2-15,-2 1 4 0,2 0-1 16,-2-1-1-16,1-1 2 15,-1 1-2-15,0-2 0 16,0 1 0-16,0-1 0 16,1-1-2-16,2 1 2 15,0-1 0-15,-2 1 2 16,6 0-1-16,-4-2 0 0,4 1 0 16,1 0-1-16,2 1 1 15,-1-3-1-15,4 3 0 16,0-1 1-16,1 3-1 15,0-2 0-15,0 0 0 16,0 1 1-16,-1 0-1 0,0-3 0 16,1 2 0-16,0-2 0 15,0 1 0-15,-3-1 0 16,4 1 0-16,-2 0 0 16,-1 0 0-16,0-2 0 15,0 3 0-15,0-1 0 0,-2 0 0 16,1 1 1-16,0-1-2 15,0 1 1-15,0-1 0 16,0 2 0-16,1-1 0 16,0 1 0-16,-2-2 0 15,0 1 1-15,0 1-1 0,0-1 0 16,0 0-1-16,2-1 2 16,-1 2-1-16,2-3 0 15,-1 0 0-15,0-1 1 16,0 1-1-16,2-2 0 15,-2 0 0-15,2 0 0 0,1 0 2 16,3 0-4-16,0 0 4 16,1 0-2-16,0 0 0 15,1 0 0-15,-1-2 1 16,-1 1-1-16,3-2 0 16,-2 0 0-16,1 0 1 0,1-1-1 15,-1 0 0-15,3-2 0 16,-1 3 0-16,0-1 1 15,0 0-1-15,0-1-2 16,-4 1 2-16,0 1 1 16,1 0 0-16,-4-1-1 0,2 3-1 15,-2-2 2-15,1 0-1 16,-1 2 0-16,3-1 0 16,0 1 0-16,0-1 1 15,0 1-2-15,-1-2 2 16,-1 3-1-16,-4-1 0 0,1-1 0 15,-2 1 0-15,0-2 0 16,0 0 0-16,-1 2 1 16,2-2-1-16,2 1-1 15,0-2 2-15,-1 1-1 16,0-2-1-16,3 1 2 16,0-1-1-16,2 1 0 0,-3-2 0 15,4 2 0-15,-1 0 1 16,-1-2-2-16,3 0 1 15,-2-2 1-15,1 1-1 16,-2 0 0-16,-1 0 0 16,2-2 0-16,-4 2 0 0,0-3 0 15,-2 2 0-15,0-1 0 16,0 1 1-16,-5-1-1 16,2 0-1-16,-1-1 2 15,-7 2-1-15,2-2 0 16,-5 0 0-16,1 1 1 0,-3-3 1 15,0-1 5-15,-4 0-4 16,1-1 0-16,-2-2-2 16,-1 2 0-16,0-1 2 15,-2-1 1-15,-2 0 3 0,-1-1-1 16,0 0-3-16,0 2 0 16,0-3 2-16,-1 3-2 15,-4-1 2-15,0-1-1 16,-1 2 1-16,-1 2-2 15,-1-1-2-15,-2 0 0 16,1 1 1-16,-2 1 0 0,-3-2-2 16,2 4 0-16,-2-1 0 15,1 1 4-15,-1 1-3 16,2-1-1-16,-1 3 0 16,-2 0 2-16,2 0-2 15,-1 0 0-15,0 1-2 0,-2 0 2 16,1-1 2-16,-1 1-2 15,-2 1-2-15,1-2 2 16,1 1 0-16,-2 1-1 16,1-1 1-16,1 2 1 15,1-2-1-15,-2-1 2 0,-1 3-2 16,-1-1 0-16,0-2 0 16,-2 2 0-16,0-2 0 15,-3 1-2-15,1-1 2 16,-4-2 0-16,3 4 0 15,-3-1 0-15,0-1 0 0,2 2 0 16,-2 0 0-16,2 3 0 16,-2-3 0-16,1 1 0 15,-2 1 0-15,-1 0 0 16,0 1-1-16,0 1 0 16,-1-1 2-16,3 1-2 0,-2 1-1 15,-1 0 4-15,2 0-4 16,-1 0 1-16,0 0 4 15,0 0-3-15,0 0-2 16,1 0 2-16,1 0 0 16,1 0 0-16,1-1 0 0,3 0 2 15,1 0-2-15,0 1 0 16,-1-1-2-16,2-1 4 16,0 1-1-16,-1 1-2 15,1-3 1-15,0 3 1 16,-3 0-1-16,-1 0 0 0,2 0-1 15,-3 0-1-15,-2 0 2 16,0 0 2-16,0 0-5 16,1 0 4-16,0 0 1 15,-1 0-5-15,2 0 4 16,0 0 1-16,-2 0-2 16,0 0 0-16,0 4-3 0,-1-2 6 15,-1 2-5-15,0-1 2 16,-2 0 2-16,1 0-4 15,2-1 2-15,0 1-1 16,1 0 1-16,1-1 0 16,0 0 0-16,3-1 3 0,0 0-2 15,-2 0-1-15,0 1 0 16,-1-1 0-16,2 0 0 16,-3-1 0-16,0 0 0 15,0 0 0-15,0 0 0 16,3 1 0-16,2-1 0 15,1 1 0-15,-1 0 0 0,4 1 1 16,-3-2-1-16,3 2-1 16,1 0 1-16,1 0 0 15,-1-1 0-15,1 2 0 16,1-2 0-16,1 2 0 0,-1-2 0 16,1 2 0-16,3-1 0 15,-1-1 1-15,1 1-2 16,0-1 2-16,-2 0-1 15,2-1 0-15,1 2 0 16,-1-2 0-16,2 0 0 0,-3 0 0 16,1 0 0-16,3 0 0 15,-3 0 0-15,0 0 0 16,4 0 0-16,-2 0 0 16,-2 0 0-16,4 0 0 15,-2 0 2-15,0 0-4 0,0 1 2 16,1-1 2-16,1 0-4 15,-1 0 2-15,2 0 0 16,-2 0 0-16,3 0 0 16,-2 3 0-16,3-3 2 15,2 0-2-15,-3 0 0 16,3 0 0-16,0 0 0 0,1 0 0 16,-1 0 0-16,-2 0 0 15,0 0 0-15,1 0 0 16,-1 0 0-16,-4 0 0 15,4 0 0-15,-2 0 0 0,-1 0 0 16,3 0 0-16,-2 0 0 16,0 0 0-16,1 0 0 15,2 0 0-15,0 0 0 16,1 0 0-16,0 0 0 16,-1 0 0-16,2 0 0 15,-1 0 0-15,1 3-13 0,-1 3-12 16,-3-3-26-16,-3-3-36 15</inkml:trace>
  <inkml:trace contextRef="#ctx0" brushRef="#br0" timeOffset="165604.01">7583 13995 53 0,'-10'0'0'0,"1"0"1"0,1 1 1 0,0 1-4 0,1 0-11 15,1 1 1-15,0 0 7 16,0 0 4-16,0 0 1 16,3-2 2-16,1 2 2 15,-2-1-4-15,4-1 2 0,0 0-2 16,0-1-2-16,0 0-10 16,0 0 4-16,0 0 9 15,0-1-2-15,0-2 2 16,0 0 0-16,0 3 0 15,0-1 2-15,0-1 6 0,0 1 2 16,0 1 1-16,-2 0-5 16,-1 0 0-16,1 0 2 15,0 0-4-15,0 0-2 16,-1-1 0-16,3 1-2 16,-2 0 0-16,2-1 1 0,0 1 1 15,0-2-4-15,0-1-3 16,0-1 2-16,7-1-13 15,-3-5-12-15</inkml:trace>
  <inkml:trace contextRef="#ctx0" brushRef="#br0" timeOffset="167226.72">16388 13653 0 0,'13'0'20'0,"-4"0"-3"0,-1-2-3 0,-1-1-2 16,-2-1-4-16,-3 1 5 0,-2 0 6 15,0 1-9-15,0-1-8 16,0 0-2-16,0 0 1 16,0 1 2-16,0-2-1 15,0 1 2-15,0-1 4 16,0 1-1-16,0 2-1 0,1-2-3 16,1 0-2-16,-1 2 0 15,2-1 0-15,-1 1-1 16,2-3 0-16,3 1-1 15,0 0-1-15,4 0-1 16,-2 1-1-16,-1 0 1 0,3-1 1 16,-1 3-1-16,-1 0-8 15,1 0-3-15,0 0 0 16,-3 0-5-16,3 0 2 16,0 0 2-16,-5 0 9 15,1 0 6-15,-2 0-1 0,0 0-2 16,-2 0-3-16,-2 0 0 15,0 0-2-15,0 0-6 16,0 0 17-16,-2 0 10 16,0 0-9-16,0 0-3 15,2 0-1-15,0 2-2 16,-2-2 3-16,2 0 3 0,0 0 20 16,0 0-2-16,0 0-10 15,0 0-7-15,6 0-4 16,5 0-12-16,2 0 0 15,2-2-21-15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6:18:05.5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13348 7274 41 0,'2'0'22'0,"-1"-4"-18"0,3 1-1 16,-2 0-1-16,-2 3 0 15,2-1 2-15,-2 1 2 16,0 0-5-16,0 0-2 0,0 0 1 15,0 0 0-15,0 0 1 16,2 0-1-16,-1 0 1 16,1 4-1-16,0-1 0 15,2 1 0-15,-2 1 0 0,0-1 0 16,2-1 1-16,2 1 0 16,-2-3 0-16,1 2 0 15,3-3 4-15,4 0 2 16,3-3 4-16,4-7-3 15,5-4-5-15,0-3-1 0,7-4 0 16,2-2-1-16,7-4-1 16,2 0 3-16,5-3 0 15,-3-1 3-15,6 1 3 16,-4 0 3-16,1 0 1 16,0 1-3-16,-2 2-3 15,-5 2 1-15,-2 4 0 0,-6 3-4 16,-3 2-2-16,-5 7 0 15,-4 4-2-15,-6 5 1 16,-4 0 0-16,-4 5-14 16,-6 4-48-16,-7 2-11 15</inkml:trace>
  <inkml:trace contextRef="#ctx0" brushRef="#br0" timeOffset="2162.79">12498 8256 33 0,'1'-3'13'0,"-1"0"-6"0,0 0-1 0,1 0-1 16,0 1-3-16,1 0 4 15,-2 0 5-15,0 0-4 16,2 0-3-16,0 2-2 16,1 0-2-16,4 0 0 0,-3 0 0 15,0 0 0-15,3 0 0 16,-2 0 0-16,1 0-1 15,2 2 1-15,2 1 0 16,-3-2 0-16,6-1 1 16,-1 0 2-16,2 0 2 15,2 0 4-15,3-4-2 16,-1-6 3-16,4-2 2 0,1-3 0 16,4-2 7-16,6-6-5 15,0 0-2-15,7 0 0 16,2-5-1-16,2 1-2 15,2 0-2-15,-1-1-1 0,-5 2 0 16,0 2-2-16,-7 3-2 16,-1 4 0-16,-1 5-1 15,-2 4 1-15,0 2-1 16,0 6-4-16,-4 0-33 16,-2 0-50-16</inkml:trace>
  <inkml:trace contextRef="#ctx0" brushRef="#br0" timeOffset="4448.12">14774 9255 47 0,'-6'-1'10'0,"3"-2"8"0,-2 0-2 0,1 1-1 0,1-1-7 16,-1 0-2-16,2 1 0 15,0-1-4-15,-2-1 2 16,3 2-1-16,0-2-2 15,1 1 1-15,0 0-1 0,0 0 2 16,0 0-3-16,0 0 3 16,0 0-2-16,0 3-1 15,0-1 1-15,0 1 0 16,0 0-3-16,0 0 0 16,0 0-1-16,2 0 1 0,2 4 1 15,-2-1-2-15,2 3 3 16,-1-1 1-16,3 2-1 15,-1-1 0-15,-1-3 1 16,3 0 0-16,0-2 0 16,1-1 0-16,6 0 3 15,-1-4-1-15,7-5 0 0,6-5 2 16,2-3 0-16,4-3-3 16,2-4-1-16,5-3 1 15,1-3-1-15,1-1 11 16,3-2 3-16,1-1-5 15,2 0 2-15,-4 4-2 0,-1 1-3 16,-4 4-2-16,-2 2-1 16,-3 5-2-16,-6 1 0 15,-4 6-2-15,-3 3 2 16,-7 3-2-16,-5 3 0 16,2 2 0-16,-7 0-4 15,3 0-7-15,-4 8-18 0,-2 0-28 16,0-2-8-16</inkml:trace>
  <inkml:trace contextRef="#ctx0" brushRef="#br0" timeOffset="7239.28">6685 10613 63 0,'0'0'4'0,"2"0"-1"0,1 0-3 0,4 2 1 16,-1-1-5-16,1-1-25 16</inkml:trace>
  <inkml:trace contextRef="#ctx0" brushRef="#br0" timeOffset="7686.94">9390 10694 3 0,'0'0'16'16,"0"0"23"-16,0 0 24 0,0 0-48 15,0 0-10-15,0 0-5 16,0 0-5-16,0 0-11 16,0 0-2-16,-9 16 0 15,1-9-7-15,4 0-9 16</inkml:trace>
  <inkml:trace contextRef="#ctx0" brushRef="#br0" timeOffset="8014.58">10252 10674 124 0,'0'0'10'0,"0"0"7"16,0 0-9-16,0 0-2 16,0 0-6-16,0 0-3 15,0 0-17-15,0 0-21 0</inkml:trace>
  <inkml:trace contextRef="#ctx0" brushRef="#br0" timeOffset="9095.25">13694 10240 58 0,'0'0'6'0,"0"0"14"0,0 0-9 0,0 0-6 0,0 0-4 15,0 0-2-15,0 0 2 16,0 0-2-16,0 0 1 16,0 0 0-16,0 0 0 15,0 0 0-15,17 9 0 0,-11-3 0 16,-1-1 1-16,3 0-1 16,-2 1 0-16,3-4 0 15,1 0 1-15,1-2 0 16,5 0 12-16,-1-3 8 0,3-8-1 15,0-3-5-15,5-2 9 16,3-7-11-16,-1 1-3 16,4-4-1-16,0-1 1 15,0 1 0-15,0 2-2 16,0 2 1-16,0 1-3 16,0 5-2-16,-4 3-3 15,-1 3-1-15,-1 4 1 0,-5 3-1 16,-2 3-1-16,-1 0-17 15,-2 0-22-15,-4 3-45 16</inkml:trace>
  <inkml:trace contextRef="#ctx0" brushRef="#br0" timeOffset="13787.66">13211 11149 14 0,'2'0'19'0,"-1"0"-12"0,0 0-5 0,0 0 0 15,-1 0-2-15,2 0 1 16,-2 0 6-16,0 0 7 0,0 0-6 16,0 0 0-16,0 0 1 15,0 0 1-15,0 0-2 16,0-2 0-16,0 1-2 15,0 1-2-15,0-2-2 16,0 2 1-16,0 0-1 0,0-1-2 16,0 1 0-16,0 0 0 15,0 0 0-15,0 0 0 16,0 0 0-16,0 0 0 16,0 0 0-16,0 0 0 15,0 0 1-15,0-1 0 0,0 0 0 16,0 1 0-16,0-1 0 15,0 0-1-15,2-1 0 16,0 2 1-16,0 0-1 16,0-1 0-16,-2 1 0 15,1 0 1-15,-1 0 6 16,1 0 3-16,-1 0-3 0,0 0-1 16,0 0-4-16,2 0-2 15,0 0 0-15,-2 0 0 16,2 0 0-16,0 0 0 15,-2 0-1-15,2 0 0 16,-1 0 0-16,1 0-2 0,2 0 2 16,-2 0 0-16,0 1 1 15,0 3-2-15,0-2 4 16,4 1-2-16,-4 0 0 16,2 1 1-16,-1 0-1 0,0 0 0 15,2 2 0-15,-2-2-1 16,4 3 1-16,-1-2 0 15,-1 0 0-15,1 1 2 16,1-2-2-16,2-2 0 16,-3 1 1-16,4-2 1 15,0-1 1-15,2 0 0 0,1 0 1 16,3-5 2-16,0-2-1 16,4-2-1-16,0 0-1 15,0-1-2-15,2-3 0 16,1-1 0-16,2 0-1 15,2-1 1-15,5-1 0 0,3-3-1 16,2-1 0-16,3-2 0 16,0-1 1-16,5 0-1 15,-5-4-1-15,4 3 1 16,-2-2 1-16,2 1-1 16,1 2 1-16,-3 1-1 0,-2 2 1 15,-2 1-1-15,-4 2 2 16,-5 4-2-16,-4 1 0 15,-8 2 0-15,-2 1 0 16,-3 2 0-16,-3 4 1 0,-4-1 0 16,-1 1 6-16,-1 3 7 15,-1-1 3-15,-2 1 3 16,0 0 0-16,0 0-10 16,0 0-4-16,0 0-4 15,0 0-2-15,0 0 0 16,0 0 0-16,0 0 1 0,0 0-3 15,0 0-15-15,0 0-3 16,0 0 16-16,0 1-3 16,0 3-1-16,2-1-2 15,-2 2-5-15,2 3-6 16,-2-2-6-16,0-1-13 16,0-2-12-16</inkml:trace>
  <inkml:trace contextRef="#ctx0" brushRef="#br0" timeOffset="44062.93">6533 12658 8 0,'5'-1'4'0,"2"-2"7"0,-1 3 1 16,-2-3-3-16,3 3-3 0,-2-1 0 15,4-2 0-15,-3 0 2 16,1 0-3-16,2-1-2 16,-2 1 1-16,0 1 0 15,-3-1-1-15,0 2 2 16,-1 0 0-16,1 0 4 0,-4 1-3 16,2-2 8-16,0 2 0 15,2 0-8-15,2 0-3 16,-2-1 1-16,5 1-1 15,-1-1-1-15,4 0-1 16,-3 0 1-16,2-2 0 0,-1 3-2 16,2-3 2-16,-2 1 3 15,1 2-2-15,-2-1-1 16,4 0 0-16,-2 1-1 16,0 0-1-16,1 0 2 15,1 0-1-15,1 0-1 16,-1 0 1-16,2 0-1 0,-1 0 0 15,1 0 0-15,1 0 0 16,2 0 0-16,0 0 0 16,2 0 1-16,0-1 0 15,2-1-1-15,-1-1 1 16,1 0 0-16,0 2-1 16,-1-3 1-16,-1 1-1 0,0 0 0 15,0 0 0-15,0-1 1 16,0 1-1-16,0 2 0 15,0-1 0-15,4-2 1 0,1 3 0 16,2-2-1-16,0 0 1 16,2-1 1-16,0 2-2 15,-2 1 1-15,3-3-1 16,-4 2 0-16,1-1 0 16,0 0 2-16,-1 2-2 15,-1-2 0-15,2 1-2 0,0 0 2 16,-1-1 0-16,3 2 0 15,2-2 0-15,-1 0 0 16,5 1 0-16,-4 0 2 16,0 2-2-16,2-2 0 15,-2 2 0-15,-3 0 0 0,1 0 0 16,-1-1 0-16,2 1 0 16,-1 0 0-16,1 0 0 15,1-1 0-15,1-1 0 16,1 1 0-16,0-1 0 15,-1-2 0-15,4 2 0 0,-5 1 0 16,3 0 0-16,-1 1 0 16,-1 0 0-16,3 0 0 15,-2 0 0-15,3 0 0 16,0 1 0-16,0 2 0 16,0 0 1-16,1 0-1 15,2 1 0-15,0 0 1 0,2 0-1 16,-1 1 0-16,0 1 1 15,1-1 0-15,-1 2-1 16,0-4 0-16,-1 1 1 16,3-2-1-16,-2-2 1 0,5 0-1 15,-1 0 0-15,3 0 1 16,0 0 0-16,-1 0 1 16,-1 0-1-16,1-2 0 15,-2 1-1-15,-1-3 0 16,2 1 1-16,-1-2-1 0,1 1 0 15,-3 1 0-15,1 1 1 16,-1-1-1-16,0 1 0 16,0-1 0-16,3 2 0 15,1 0 1-15,0-1-1 16,-1 1 0-16,2-1 0 16,-2 1 1-16,-2-2-1 0,0 1 0 15,3-1 0-15,0-1 0 16,-2 0 0-16,0 1 1 15,-1 0-1-15,-1 0 1 16,-2 2-2-16,1-1 2 16,-2 2-1-16,2 0-1 0,-1 0 1 15,3 0 0-15,0-1 1 16,3 1-1-16,-4 0 0 16,3 0 0-16,-3 0 0 15,-1 0 1-15,1 0-1 16,0 0 0-16,-2 0 0 0,1 0 0 15,-1 1 0-15,-2 1 0 16,2-1 0-16,-1 0 0 16,3-1 0-16,-2 0 1 15,5 0-2-15,-3 0 1 16,4 0 0-16,-2 0 1 16,3 0-1-16,-3-2 0 0,6 2 0 15,-4-2 0-15,2 2 0 16,0-1 1-16,0 0-1 15,0-2 2-15,-2 2-2 16,3-2 0-16,-3 0 1 0,4 0 0 16,-1 2 1-16,3-2-1 15,1 3 0-15,-2 0-1 16,0 0 1-16,1 0-1 16,-1 0 0-16,1 0 1 15,-1 0 1-15,0 0 1 16,-1 0 2-16,0 0 3 15,0 0-3-15,2-3-1 0,-4 0 1 16,4-1-1-16,-2 0-2 16,-1-2-1-16,0 2 0 15,-2 0-1-15,2 0 1 16,-5 0 0-16,4 0-1 0,1 2 1 16,-4-1-1-16,2 1 0 15,-3-1 0-15,-2 1 2 16,1 0-2-16,-5 1 0 15,4-2 0-15,-3 2 0 16,1 0 0-16,-2-2 0 0,0 1 0 16,0-1 0-16,-3-1 1 15,-1-1 1-15,-2 0 2 16,1-1 3-16,-4 1-1 16,0-3-1-16,0 1 3 15,0 1-3-15,-2-2 1 0,-3 1-1 16,1 0-2-16,-5 0 1 15,-4 0 0-15,0 1 1 16,-5-1 7-16,0 2 0 16,-6 0-4-16,1 1 7 15,-2 0-9-15,-1 2-2 0,-1 0-3 16,0 1 0-16,0 0 2 16,0 1-3-16,-2 0-30 15,-9-2-52-15,-15-5-137 16</inkml:trace>
  <inkml:trace contextRef="#ctx0" brushRef="#br0" timeOffset="46895.47">8949 13189 70 0,'-2'0'3'0,"1"0"2"0,0 0 0 0,1 0-3 15,0 0-1-15,0 0-2 16,0 0 1-16,0 0-1 16,0 0 1-16,0 0 0 15,0 0 0-15,0 0-1 16,0 0 1-16,0 0 0 15,0 0-1-15,0 1 0 0,1 0-1 16,1 0 2-16,2 2-1 16,-2-1 0-16,0-1 1 15,0 2-1-15,0 0 1 16,-1-2 0-16,1 3 0 16,0-1 0-16,0 3 1 0,0-2-1 15,0 2 0-15,1-1 0 16,-1 1 0-16,1 0 0 15,-1-3 0-15,0 1 0 16,2-1-1-16,-2 0 1 16,1-2-1-16,1-1 2 0,-2 2-1 15,0-2 0-15,1 0 1 16,4 0 0-16,-3 0-1 16,3-3 4-16,0-5-3 15,4 0 3-15,0-4-4 0,2 0-3 16,1-2 3-16,1-3 6 15,3 1-1-15,3-4-1 16,0 2-2-16,2-4 1 16,6-2 3-16,0 1-1 15,0-2 3-15,2-2-1 16,1 0 1-16,1 1 0 0,-3-1-3 16,1-1 1-16,0 2-2 15,-2 1 1-15,-2-1 0 16,0 5-2-16,-7 3-1 15,2-1 0-15,-3 6-1 16,0 1 0-16,-3 3 1 0,1 0 0 16,-2 4 0-16,0 1-1 15,-1 1-16-15,-4-2-45 16</inkml:trace>
  <inkml:trace contextRef="#ctx0" brushRef="#br0" timeOffset="50968.15">4287 13734 72 0,'-9'0'5'0,"-2"0"10"0,4 0-4 0,-2-1-6 16,-1 0-3-16,3 1-2 15,-3 0 1-15,-1 0 0 16,1 0-1-16,0 0 1 0,-3 0 1 16,1 0 2-16,1 0-4 15,0 0 2-15,0 0-1 16,-2 0 2-16,0 0-2 15,-3 1 2-15,1 1 26 0,-2-1-14 16,1 1-14-16,-1 0-1 16,-1 0 0-16,2 1 0 15,0 0 0-15,1 0 0 16,-3 1 0-16,3 0 0 16,-3 2 1-16,3-1-1 15,0 0 0-15,0 0 0 0,-1-2 0 16,3 1 0-16,-1-1 0 15,-1 0-1-15,1 1 2 16,-1-1 0-16,-1 2 0 16,-1 0-1-16,0 3 0 15,0-2 1-15,-1 3 0 0,-3 1-1 16,4 0 1-16,-1 1-1 16,1 1 0-16,2 2-1 15,0-2 2-15,-1 4-1 16,5-2 2-16,-3 1-2 15,1 1 1-15,1-3-1 0,2 2 1 16,-3-3-1-16,1 0 0 16,1-1-1-16,2-1 0 15,1 0-3-15,0 0 1 16,2 0 2-16,0 1 1 16,3-1-1-16,-1 1 1 0,2 2-2 15,-1 0 1-15,0 0 1 16,3 0-2-16,0-1 1 15,0 3 0-15,0-1 0 16,0-3 1-16,0 5 0 16,0-4-3-16,0 1 2 0,1 1-1 15,4-1 1-15,-1 0 0 16,1-2-2-16,1 0 3 16,0 0 1-16,4 0 1 15,-4-1-2-15,3-1 1 16,0-1-1-16,2 2 1 0,0-3 0 15,3-1 1-15,-1 0 1 16,0-1-2-16,3-2-1 16,-2 1 4-16,2-1-2 15,1 0-1-15,1-1 0 16,0 0 0-16,2 1 1 16,0 0-1-16,1 0 1 0,0-2-2 15,0-1 2-15,-1 3-1 16,0-3 0-16,0 0-2 15,1 0 1-15,0 0 0 16,0-3 3-16,1 0-2 16,0-1 0-16,1-1 0 0,-1 0 0 15,3 4-1-15,-3-2 1 16,1 0-1-16,-1 1 0 16,1 1 0-16,-2 1 0 15,-2-1 0-15,1 0 1 0,0-1-1 16,0 1 0-16,1 0 0 15,-2-1 0-15,1 0 0 16,0 1 1-16,-2 0-1 16,1 1-1-16,0 0 2 15,1 0-1-15,-4 0 0 16,6 0 0-16,-3 0 0 0,2 0 0 16,-2 2 0-16,3 1 0 15,-3-1 0-15,2 1 2 16,-1-2-4-16,-4 2 2 15,4-2 0-15,-3 2 0 16,0 0 0-16,3-2 0 0,1 2 0 16,0-2 2-16,0 2-2 15,2 0 0-15,2-3 0 16,0 3 0-16,-1 0 0 16,1-2 1-16,2 2-1 0,-5-2 0 15,3 0 0-15,-1 0 0 16,-3 0 0-16,3-1 0 15,-2 0 0-15,3 2 0 16,-2-1 0-16,-1-1 0 16,4 0-1-16,-1 1 2 15,0 1-1-15,0-1 0 0,-1 2-1 16,2-1 2-16,-1 2-1 16,0-1 0-16,0 1 0 15,-3 2 2-15,5 1-4 16,1 0 4-16,-1 0-9 15,0-3-43-15,-6-2-37 16</inkml:trace>
  <inkml:trace contextRef="#ctx0" brushRef="#br0" timeOffset="58383.7">5337 14529 44 0,'16'-2'3'0,"-3"-2"9"0,4 0 2 0,-1-1-5 16,5 0-5-16,-2-1 1 0,4 1 1 16,-2 0-3-16,3 1-2 15,-3 1 0-15,0 0 0 16,2 3-1-16,-3-1 1 15,0 1-1-15,3 0 2 16,-3 0-2-16,2 0 1 16,1 0-1-16,3 0 1 0,1 0 1 15,2 0 0-15,-1 0 2 16,3 0 1-16,0 0-1 16,2 0-1-16,-2 0 1 15,1 0-2-15,-1 0 0 16,-1 4 0-16,1 3 1 0,0 0-3 15,-2 0 1-15,4 1-1 16,-3 0 2-16,5-1-2 16,-2-1 0-16,1-2 1 15,0 0 0-15,1-1-1 0,-1-3 1 16,2 0 1-16,-1 0 0 16,3 0 2-16,0 0 0 15,3 0-1-15,-3 0 0 16,2-2-1-16,-4 1 1 15,2 1-2-15,-4 0 2 16,-1 0 0-16,-1 0 0 0,1 0 4 16,-4 0-2-16,2 0 1 15,0 2-1-15,-3 0 1 16,3 2-2-16,-2-3-2 16,-5 3 0-16,4-1 0 15,-2 0 1-15,-2-2-1 0,1 1-1 16,0 1-1-16,-3-2 1 15,4 2 0-15,1 0 0 16,-2 0-1-16,2 1 1 16,0-1-1-16,-1 1 0 15,1 0 2-15,0 0-2 0,-4-1 0 16,4 0 0-16,-1-3 0 16,1 0 0-16,-1 0 1 15,3 0-1-15,0 0 2 16,3 0-1-16,1 0 1 15,-1-4-1-15,4-2 1 16,-1 0-1-16,1-1 1 0,-4 0-1 16,3 1 0-16,-4-1-1 15,3-1 2-15,-3 2-1 16,1-1-1-16,3 0 1 16,-2 0-1-16,4 1 5 0,-4-1 2 15,3 1-4-15,-4-1-3 16,3 3 0-16,-2 0 1 15,1 1-1-15,-1 0 0 16,-1 3 0-16,4 0 0 16,-4 0 0-16,3 0 0 15,-1 0 0-15,-1 0 0 0,-2 4 0 16,1 2-1-16,1 1 1 16,-2 2 0-16,0-1 0 15,3 2 1-15,-1 0-1 16,3 3 0-16,-2 2 0 15,2-2 0-15,-3 0 1 0,-2 0-1 16,1-4 0-16,-3-1 1 16,2-2 0-16,-2-4-1 15,3-1 0-15,1-1 1 16,-1 0 0-16,3 0 1 16,-1 0 0-16,1-3-1 0,-3 0 1 15,-1 0-2-15,0-1 1 16,0 2-1-16,-2-1 1 15,0 2-1-15,-1-2 0 16,1 0 0-16,4 2 1 0,-4-2 0 16,0 3-1-16,2-3 1 15,-4 2-1-15,2-2 1 16,-2 0-1-16,-3 2 0 16,3-2 1-16,0-1-1 15,-2 1 0-15,0 0 1 16,2-1-1-16,0 1 0 15,-1-1 1-15,2 1 1 0,0 1-2 16,-1 1 0-16,0-1 0 16,0 2 0-16,-1 0 0 15,-2 0 0-15,5 0 0 16,-2 0 0-16,-2 0 0 0,4 0 0 16,0 0 0-16,0 0 0 15,1 0 0-15,-1 0 0 16,2 0 0-16,0 0 0 15,-2 0 0-15,0 2 0 16,0 1 0-16,-1 1 0 16,0 2 0-16,1-1 0 0,2 1 0 15,0 0 0-15,0-1 0 16,4 1 0-16,-2-2 0 16,-1 2 1-16,1-2-1 15,-1-1 0-15,3 1 0 16,-2-2 0-16,1-1 1 0,2 1 0 15,1-1 0-15,-2-1-1 16,2 0 0-16,-3 0 0 16,2 0 1-16,-1 0-1 15,-1 0 1-15,4 0-2 0,-4 0 1 16,4 0 1-16,1 0-2 16,1 0 2-16,3 0-1 15,-1 0 0-15,0 0 0 16,0 0 0-16,0 0 0 15,1 0 0-15,-3 2 1 16,0 2-1-16,1-1 0 0,0 2-1 16,-3-2 1-16,3 3 0 15,-3-2 1-15,-2-1-1 16,1 1 0-16,1 0 0 16,-1-1 0-16,1 1 0 15,2-1 0-15,-1 2 0 16,0-1 0-16,-1 1 0 0,-1-2 2 15,1 2-2-15,1-2 0 16,-5 1 0-16,3-3 0 16,1 3 0-16,-2-4 0 15,3 2 0-15,-2-2 0 0,-1 0 0 16,1 0 0-16,-1 0 0 16,-1 0 0-16,2 0 0 15,-1 0 0-15,-1-2 0 16,3-2 0-16,0 0 0 15,-3 0 1-15,0-1-1 0,-1 0 0 16,1-2 0-16,-2 1 1 16,1-1 1-16,0 1-2 15,3-2 0-15,-1-1 0 16,0 1 0-16,0-1 0 16,1-4 1-16,-1-1-1 15,-3 0 1-15,1-2-1 0,-5 2 0 16,2-2 1-16,-2 1-2 15,-1 0 2-15,0-1 0 16,-2 4 1-16,-1-5-1 16,-1 4 1-16,-6-1 0 0,2 1 1 15,-3-1 0-15,0 0 0 16,-3 0 1-16,0-3 2 16,-3-2-3-16,3-1-2 15,-3-2 0-15,-2 0 0 16,1 1-1-16,-2 1 0 15,-3 0 1-15,-3 3-2 0,0 3 1 16,-2 1 0-16,0 2 0 16,0 2 0-16,-2-1 1 15,-1 2 0-15,-1-2-2 16,-2 1 2-16,1-1-2 16,-2 1 1-16,0-2 0 0,-1 0-1 15,-2-2 1-15,1 1-1 16,-4 0 0-16,1 1 0 15,-3-2-1-15,-1 3 1 16,1 0 0-16,-5 0-2 16,4 3 2-16,-4-4 1 0,1 2 0 15,2 1 1-15,-3-2-1 16,2 4 0-16,0-2 0 16,-2-1-4-16,2 3 6 15,-2 1 4-15,1-1-7 16,0 1 2-16,-3 0-1 0,4 2 0 15,-2-2 1-15,-3-1 0 16,2 2-1-16,2 1 0 16,-3-1 1-16,2 0 0 15,-2 0-1-15,1 0 0 16,0 0 1-16,0-2-1 0,-3 0 0 16,1 1 1-16,3-2-1 15,-4 0 0-15,0 0 0 16,2 2 0-16,-2-2 0 15,-3 3 0-15,1-1 0 16,-2 3 0-16,0-1 0 0,0 2 0 16,-1-1-1-16,0 2 1 15,0 0 0-15,0 0 0 16,0 0 0-16,-2 0 0 16,1 0 0-16,2 0 0 15,-3 0 0-15,0 0 0 16,-2-1 1-16,2 1-1 0,-2-2 0 15,0 0-1-15,-1 0 1 16,0 2 0-16,1-3 0 16,-2 2 1-16,3-2-2 15,-4 0 2-15,3 2-1 16,-3-1 0-16,0-2 0 0,1 3-1 16,-1-1 2-16,0-2-1 15,0 2-3-15,1-2 4 16,-1 1 0-16,0-1-1 15,-2 0 0-15,0-2 1 0,-3 2-1 16,0-1 0-16,0 0 0 16,-2 2 0-16,-1 2 0 15,-2-2 0-15,1 1 0 16,-3 2 0-16,1-1 0 16,-2 0 0-16,0 1 0 15,-2 0 0-15,1 0-1 0,-1 0 1 16,-3 0 0-16,-1 0 1 15,-1 0-1-15,0 0-1 16,-2 0 1-16,-4 0-1 16,1 0-3-16,-3 0-6 15,1 0-2-15,-1 0 5 0,0 0 2 16,1 0 0-16,-1 0-5 16,3-2 6-16,-2-5 3 15,-2 2-1-15,3-3 2 16,-2 1 1-16,3 0-2 15,-1-3 3-15,1 3 0 0,3-1-1 16,-2-1 1-16,3 2 1 16,-3 0-2-16,-1 3 3 15,-1-1-2-15,-1 1 0 16,-1 1-1-16,-1 0 1 16,0-1 0-16,-1 1 1 0,1-2-1 15,0 2 0-15,-2-3-1 16,-3 3 0-16,1-1 3 15,2 0 0-15,-2 0-1 16,-1 0 0-16,-1-1-2 0,2-2 0 16,2 1 0-16,-1-2 0 15,1-1 0-15,-1 2 2 16,-1 0-3-16,1 3 1 16,-2 0 0-16,-1 2 1 15,-2 2-3-15,-3 0 2 16,2 3 0-16,0 5-1 15,2 2 0-15,-1 0 1 0,1 2-1 16,-2-1 0-16,5-2 0 16,-3-1 0-16,1-1 0 15,4 1 0-15,0-2 0 16,0 0 0-16,4-2 0 16,3 1 0-16,2-3 0 0,0-1 0 15,4 0 0-15,0-1 0 16,1 0 1-16,0 0 0 15,3-2 0-15,1-2-2 16,-2 0 1-16,1 0 1 0,1-1 0 16,-3 1-2-16,3 0 1 15,-1 1 0-15,0 0 1 16,3 1-1-16,-2 1 0 16,2 0 0-16,-5 1 0 15,3 0 0-15,-2 0 0 16,-3 0 0-16,3 0 0 0,0 0 0 15,-3 4 1-15,2-1-1 16,-2 1 0-16,4 2 0 16,-2-3 0-16,0 3-1 15,3-1 1-15,0 2 0 16,-1 0 0-16,2 2 1 0,-4-1-2 16,2 1 1-16,0-1 0 15,3 2 0-15,0-2-1 16,-1 1 1-16,4-1 0 15,0-1 1-15,1 0-1 16,1-2 0-16,2 1 0 0,3-2 0 16,2-1 1-16,1 2-1 15,1-1 0-15,-1-1 0 16,1 1-1-16,0-3 2 16,1 1-1-16,1 0 0 0,0-1 0 15,2 1 0 1,-2 0 0-16,4-1 0 0,0 0 0 15,0 1 0-15,2-2-1 16,1 0 1-16,-1 2 0 16,-2-1-1-16,0 0 0 15,1-1 2-15,-2 2-2 0,2-1 1 16,2 2 0-16,-1-2 0 16,2 2 1-16,1 0-2 15,2 1 1-15,-2-1 0 16,1 3 0-16,2-2 0 15,0 1 0-15,-1 0 0 0,0 1 1 16,0 1-2-16,3 0 1 16,-4 2-1-16,1 2 1 15,3 0-1-15,0 1 1 16,2 2 0-16,1 0 0 16,-1 0 0-16,1 0 0 15,1 3-1-15,1-2 1 0,-1 0 0 16,1 2 0-16,2-2 0 15,-1 0-1-15,4-1 1 16,-2 0-1-16,4-1 0 16,1 1-1-16,2-1-1 0,2-1 2 15,0 0 1-15,0 3 0 16,0-4-1-16,2 3 1 16,2 0 0-16,3 2-1 15,0 0 1-15,0-1 0 16,4 2 0-16,-1 0-1 15,2 0 0-15,4 0-1 0,-3 0 2 16,3-4-1-16,2 3 0 16,0-5 0-16,-1 1 1 15,2-4 1-15,0 3-1 16,2-2 0-16,-1-1 0 0,2 0 0 16,-2 0 1-16,3-1-1 15,-2 0 1-15,2 0-1 16,0-1-1-16,4 0 1 15,-4-1 0-15,5 0 0 16,-1-1-1-16,0 2 2 16,2-2-1-16,2 0 0 0,-2 2 0 15,-2-2-1-15,2 0 1 16,0 1 1-16,0 0-1 16,0 0 0-16,0 0 1 15,1-2-1-15,3 3 0 16,0-1-1-16,-1 1 2 0,1-3-2 15,-1 2 1-15,1 0 0 16,0 0 0-16,-2 0 0 16,1-1-2-16,1-1 1 15,4 1 2-15,-2-1 0 16,3 0-1-16,0 1 1 0,-2-1-1 16,2 1 0-16,-2-2 0 15,-1 2 0-15,1 0 0 16,2-1 0-16,-1 3 0 15,3-2 0-15,1 3 0 16,-1 0 0-16,3 1 0 0,-3-1 0 16,2 2 1-16,-1-2-1 15,1 0-1-15,1 1 2 16,2-3-2-16,1 1 2 16,0-2-1-16,3 2 0 15,-3-2 0-15,2 1 0 0,-4 0 0 16,4 2 0-16,0-1 0 15,4 0 0-15,-4-2 0 16,2 0 1-16,2 0-1 16,-2-1 0-16,4 0 0 15,-2-1 0-15,-1 0 0 0,3 0 0 16,-3-1 1-16,1 3-1 16,-3-1 0-16,1 0 0 15,0 0 0-15,0 0 0 16,1-2 0-16,2 1 0 15,-3-2 0-15,0 0 1 0,0 0-1 16,2 0 0-16,0 0 1 16,-2-4-1-16,4-1 0 15,-4 2 0-15,-1-1 0 16,2 0 0-16,-2 0 0 16,0 1 0-16,-1 1 0 0,0-1 0 15,0 3 0-15,-2-2 0 16,-1 2 1-16,-2 0-1 15,4 0 0-15,-3 0-1 16,0 0 1-16,4 0 0 16,-1 4 0-16,-3 2 0 15,-1-1 0-15,2 1 0 0,-1 0 0 16,-1-1 0-16,1 2 0 16,0-2-1-16,0 0 2 15,0 1-2-15,1 1 2 16,-1-1-1-16,2 1 0 15,0 0 0-15,0 0 0 0,4 0 0 16,-2-1 0-16,3 0 1 16,-2 1-1-16,1-2 0 15,0 2 0-15,2-1 0 16,-1 0 0-16,1-1 0 16,1 1-1-16,-1-2 2 0,0 1-1 15,0 0-1-15,3-2 2 16,1 3-1-16,4-2 0 15,-2-1 0-15,0 0 0 16,3 0 0-16,-2-2 0 16,1 2 1-16,1 0-1 15,0-2 0-15,3 2 0 0,-3-2 0 16,4 1 0-16,0-1 0 16,2 1 0-16,1-1 0 15,2-1 1-15,2 0-2 16,1 1 2-16,-3 1-1 0,2-2 0 15,1 1 0-15,-2 0 0 16,2 0-1-16,-2 0 2 16,4-1-1-16,-1 2 0 15,2-1 0-15,1-1 0 16,0 0 0-16,2 1 0 0,-1-1 0 16,2 0 0-16,-1 0 0 15,1 0 0-15,-3 0 0 16,2-1 0-16,-2-3 0 15,-2 2 0-15,-4 1 0 16,4 1 0-16,-4 0 0 0,2 0 0 16,-1 0 0-16,2 0 0 15,-2 0 0-15,-1 0 3 16,0 0-3-16,-1-3 0 16,-2 2 0-16,1-1 0 15,-1-1 0-15,0-1 0 16,2-1 0-16,-3 0 0 0,1 0 0 15,0-1 1-15,0 0-1 16,-2-1 0-16,-2 1 0 16,1-1 0-16,0 0 0 15,-6 0-1-15,3-1-2 16,-2-1 2-16,-3 0-1 16,-2-2 1-16,-1 0 1 0,-3-2-1 15,-4-1 1-15,0-1 1 16,-8-3-1-16,-2 0 0 15,1-5 0-15,-6 0 0 16,-1-1 1-16,-2-3-1 0,-5 0 0 16,-1-1 0-16,-5-1 0 15,-4 1 1-15,-4 1-1 16,-1-3 0-16,-5 4 1 16,-3 0-2-16,-1 0 1 15,0 0-2-15,0 1-2 0,-7-1-5 16,-3 2-3-16,-3 1 2 15,-3-1 1-15,1 3 4 16,-7 0 2-16,2 1 2 16,-3-1 1-16,-3 1 0 15,1 0 0-15,-3 1 1 0,0 1 3 16,-1 0-1-16,-1 2-1 16,-4-1-1-16,2 0 1 15,-4 1-2-15,0 0 1 16,-2 1-2-16,-4 3-2 15,2 0-1-15,-1 0-1 0,-1 4 1 16,-3-2-6-16,0 1 10 16,-4 1 2-16,-1-1 1 15,0 2-1-15,-2 1-1 16,-2 1-1-16,-1 2 2 16,1 0-2-16,-2 0 0 0,-2 2 1 15,-2-2-2-15,0 3 2 16,-1-3-1-16,-1 3 0 15,-1-1 0-15,0-2 1 16,-2 2-1-16,-1-1 0 16,-2 1 0-16,1-1 0 0,-2-1 0 15,0 1 0-15,0-1 5 16,-2 0-3-16,1 1-2 16,1-1 1-16,-3 2 0 15,2 0-1-15,-3 1 0 16,-3 0 0-16,2 0 0 0,-4 0 0 15,2 0 0-15,-3 0 0 16,-1 0 0-16,-2 0 0 16,0 0 0-16,-1 0-1 15,-5 0 1-15,-1-2 1 16,1-2-1-16,-5 1 1 0,0 1-1 16,0 0 1-16,-3-1 2 15,2 0 2-15,-2 0 1 16,-2-1-1-16,1 1-2 15,-1-1-1-15,0 1 2 16,0-1-2-16,0 0-1 16,-2 1 0-16,0-1-1 0,-2 1 1 15,3 0 1-15,-4 1-4 16,0 0 2-16,3-1 0 16,-3 0 2-16,4-1-4 15,1-1 2-15,2 1 2 16,0-1-2-16,2-1 0 0,0-1 0 15,3-2 0-15,-1 3 0 16,-1-2 0-16,3 0 1 16,1 0 0-16,1 0-1 15,1-2-1-15,0 1 5 0,4-2-2 16,-2 1-1-16,2 0 1 16,-2 0 0-16,3 1 1 15,1 0-3-15,-1 0 1 16,-1 3-1-16,2-1 0 15,2 0 1-15,0 2-2 16,-2-1 1-16,1 3 0 0,-1 0 0 16,2 2 0-16,0-1 0 15,-2 2 0-15,3 0 0 16,-3 0 0-16,3 2 0 16,0 2 0-16,2 1 0 15,-2 0-1-15,4 1 1 0,2-1 0 16,1 1 0-16,0 0 0 15,2 0 0-15,-1-1 0 16,5 2 0-16,0 1-3 16,-1-1 3-16,5 0-1 15,1-2 1-15,1 1 0 0,1 0 0 16,2-1 0-16,5-2 0 16,-2 4 0-16,3-4 0 15,1 3 0-15,0-1 0 16,0 1-1-16,0-2 1 15,2 1 0-15,0 0 1 16,5 0-1-16,-4 2 0 0,4-1 0 16,-3 1 0-16,3 1 0 15,0 1 0-15,-1 1 0 16,1 4 0-16,4-1 0 16,-1 2 0-16,2 2 0 0,3 0 0 15,1 2 0-15,1 2-1 16,1-1-1-16,4 1-1 15,0 2-1-15,2 1 0 16,4 0 1-16,3 0 1 16,3-1 0-16,5 1 1 0,1 0-1 15,5-1-1-15,4-1 1 16,0 1-6-16,0 0 3 16,6 0 2-16,5 0 4 15,1 1-2-15,1-3 1 16,3 0-1-16,3 2 0 15,4-3 1-15,2 1 0 0,6-1 1 16,5 0 0-16,9-3 1 16,8-3-8-16,5-11-37 15,7-7-81-15</inkml:trace>
  <inkml:trace contextRef="#ctx0" brushRef="#br0" timeOffset="64615.67">9615 14553 38 0,'2'0'70'0,"-2"0"-65"0,0 0 6 0,0 0-10 16,4 3-1-16,-2 0 1 0,2 1-1 15,0 1 0-15,1 0 0 16,1 1 0-16,-2-1 0 15,0 2 1-15,2 2-1 16,-2-2 0-16,-1 2-1 16,1 3 1-16,-2 1 2 0,0 4-1 15,0 2 2-15,-1 2-1 16,1 0 3-16,2 5-3 16,1-1 1-16,-1 5-1 15,0 4-1-15,3 3 2 16,-4 7 5-16,3 4 6 0,-1-1-8 15,-1 2 0-15,1-1-1 16,-1-3-1-16,-1-1 1 16,0-1-1-16,2 0-2 15,-3-1 0-15,0-1 0 0,2-1-1 16,0-3-1-16,-2-3 2 16,0-3-1-16,0-2 1 15,-2-4-2-15,0-4 1 16,1 1 1-16,-1-4-2 15,0-2 2-15,0-2-2 16,1 3-16-16,0-3-34 0,-1-2-2 16</inkml:trace>
  <inkml:trace contextRef="#ctx0" brushRef="#br0" timeOffset="65255.73">9613 15729 59 0,'0'0'18'0,"0"0"0"0,0 0-4 0,0 0-8 16,0 0-4-16,0 0 0 15,0 0-2-15,0 0 0 16,0 0 1-16,0 0-1 15,0 0 0-15,0 0-1 0,23-33 1 16,-15 36 0-16,2 3 0 16,-3 4 0-16,3-2 1 15,2 3 0-15,-4 2 0 16,3-3 1-16,-2-1-2 16,-1 1 1-16,0-4 0 0,-3-2 1 15,3-3 2-15,-3-1-2 16,0 0 3-16,1-3 7 15,1-9 2-15,1-6-6 16,4-7-6-16,3-5-1 16,3-7-1-16,3-7-10 15,-1-8-39-15</inkml:trace>
  <inkml:trace contextRef="#ctx0" brushRef="#br0" timeOffset="125201.93">9615 14610 57 0,'0'0'7'0,"0"0"7"0,0 0-6 15,0 0 1-15,4-42-4 0,-4 35 5 16,0-1-6-16,0 1 6 15,0 1 2-15,0 0-6 16,0 2-1-16,0 0-3 16,0 1-1-16,0 0 0 15,0 2-1-15,0 1-1 0,0 0 1 16,0 0-1-16,4 3 1 16,2 6 0-16,-1 3 1 15,3 6-1-15,-3 5 0 16,4 9 1-16,-2 4-2 15,1 5 1-15,-1 2 0 0,2 5 0 16,0 1 1-16,-3 2-1 16,1 3 1-16,0 1-2 15,-3 2 2-15,1-2 1 16,-3 2 2-16,0-3 1 16,1-4 0-16,1 2 1 0,0-5-1 15,0-1 1-15,2-7 1 16,-2-2 4-16,-1-4 1 15,-1-2 0-15,2-5-4 16,0-2-3-16,-2 0-2 16,0 0-2-16,-2-4 0 15,1 0-1-15,-1 0 2 0,0-3-2 16,0-3 0-16,0 0 1 16,-1-5-2-16,1-2 1 15,-2 0-8-15,2-5-33 16,0-2-23-16,-2-2 19 0</inkml:trace>
  <inkml:trace contextRef="#ctx0" brushRef="#br0" timeOffset="126412.68">9622 15678 4 0,'0'0'27'0,"0"0"-11"0,0 0-4 0,0 0-1 15,0 0-4-15,0 0-5 16,0 0 1-16,13 37-1 0,-11-30-1 16,1-3 0-16,1 3 1 15,-2-2 5-15,0 2-1 16,2 0 1-16,0-2 0 16,-2 3 1-16,1 0-3 0,-1 1-1 15,2 0-2-15,-2 1-1 16,0-2 1-16,0 2-2 15,-1-1 1-15,2 0-1 16,0-1 1-16,0-1 0 16,1 1-1-16,-2-1 1 0,1-1 0 15,3 1-1-15,-2 0 2 16,0-2-4-16,1 1 4 16,1-2-4-16,0-1 4 15,-2 1-2-15,-1-1 0 16,0 1 0-16,0-1 0 15,-1 0 0-15,0 0 0 0,0 0 0 16,0 0 1-16,-2-2-2 16,2 0 1-16,0 0 1 15,0-1-1-15,0 0 0 16,0 2-1-16,0-2 1 16,0 0 0-16,0 0 0 0,1 0 1 15,-3 0 0-15,0 0-1 16,2 0 0-16,0 0 0 15,-2 0 0-15,2 0 2 16,0-2 4-16,0-3 0 0,4-2 0 16,-2-3-2-1,1 0-1-15,1-4 1 0,1 1-1 16,2-4 0-16,-4 0 2 16,5-1 6-16,-1-1-5 15,-1-3 1-15,0 1 5 16,0 0-1-16,3 0-1 0,-3 2 2 15,-1-2-5-15,1 4-6 16,-1 3 1-16,0 0-3 16,-2 2 2-16,1 5-1 15,-2 0-8-15,-2 6-10 16,-1 1-10-16,-1 0-34 0,0 0-23 16</inkml:trace>
  <inkml:trace contextRef="#ctx0" brushRef="#br0" timeOffset="126898.03">9725 15737 46 0,'0'0'6'0,"0"0"9"0,0 0-4 0,0 0-2 0,0 0-4 15,38-31 0-15,-26 24 0 16,3-3 0-16,1 4-2 15,1-2-2-15,-1 1-1 16,-2-2 1-16,2 2-2 16,-3 0-2-16,-1 0-6 0,-4 1 2 15,0-1 1-15,-1 2 5 16,-5 0 1-16,-2 1 0 16,0 0 0-16,0 4 4 15,0 0 7-15,-6 0-8 0,-1 8 3 16,-4 4-1-16,0 5 4 15,-1 4-3-15,1 3-3 16,0 3-1-16,0 2-1 16,0-1-1-16,4 3-1 15,0-4-4-15,1 3-10 16,-1-5-15-16</inkml:trace>
  <inkml:trace contextRef="#ctx0" brushRef="#br0" timeOffset="127161.75">9719 15804 63 0,'0'0'3'0,"0"0"14"0,0 0-8 0,-19 47-2 0,19-36-7 16,-2 0 1-16,2-2-1 15,0-3 0-15,0 1 0 16,0-3-1-16,4-4-17 0,-1 0-53 16</inkml:trace>
  <inkml:trace contextRef="#ctx0" brushRef="#br0" timeOffset="127353.53">9730 15761 111 0,'0'0'30'16,"0"0"-17"-16,0 0 3 16,0 0-12-16,0 0-1 0,-12 46-1 15,12-26-1-15,0-2-1 16,0-1 2-16,0-2-4 15,5-1-7-15,1-6-23 16,-3-2-15-16</inkml:trace>
  <inkml:trace contextRef="#ctx0" brushRef="#br0" timeOffset="127566.82">9757 15747 84 0,'0'0'36'0,"0"0"2"0,0 0-11 16,0 0-22-16,0 0-4 16,-10 42-1-16,7-22 1 15,1 1 0-15,2 0-1 16,0-5-1-16,0-2 1 16,0-3-7-16,0-4-7 0,4-2-15 15,0-4-5-15,-2-1-7 16</inkml:trace>
  <inkml:trace contextRef="#ctx0" brushRef="#br0" timeOffset="127709.21">9759 15839 71 0,'0'0'16'15,"0"0"36"-15,0 0-4 0,0 0-29 16,0 0-14-16,0 0-2 16,0 0-2-16,-17 10 0 15,17-1-1-15,0 1 0 16,0-3-2-16,2-1-36 0,1-3-37 15</inkml:trace>
  <inkml:trace contextRef="#ctx0" brushRef="#br0" timeOffset="127873.19">9792 15774 198 0,'0'0'4'0,"0"0"-1"16,0 0-2-16,0 0 1 15,0 46-2-15,0-32 0 16,0 0-6-16,2-2-24 16,0-4-7-16,1-3-15 0</inkml:trace>
  <inkml:trace contextRef="#ctx0" brushRef="#br0" timeOffset="132605.85">17522 14323 81 0,'0'0'5'0,"0"0"6"0,0 0-7 0,0 0-4 0,0 0-11 16,0-3-29-16</inkml:trace>
  <inkml:trace contextRef="#ctx0" brushRef="#br0" timeOffset="135046.78">17256 15243 144 0,'0'-6'4'0,"0"2"13"16,-2 0-3-16,-4 0-5 0,0 1 2 15,-2 1-4-15,-1 1 1 16,1 1 2-16,-2 0-3 16,2 0-2-16,-2 0-1 15,2 6-1-15,-3 1-1 16,0 2 2-16,-1 4-2 0,-3-1-2 16,2 8 1-16,-1 1 0 15,1 0 1-15,2 5 1 16,4-3 3-16,0 1-4 15,5 0 2-15,2-3-2 16,0-1 3-16,9-3 0 0,4-1-4 16,3-3 0-16,4-5 0 15,4-1-1-15,2-3-2 16,3-3-5-16,2-1-19 16,2-3-25-16,-1-10-41 15</inkml:trace>
  <inkml:trace contextRef="#ctx0" brushRef="#br0" timeOffset="135502.5">17548 15374 165 0,'0'0'41'0,"0"0"-13"0,0 0-3 16,0 0-13-16,-3-40-2 16,-6 37-8-16,-2-1-2 15,-2 4 0-15,-3 0 3 16,-1 0 1-16,1 3-2 15,0 5-1-15,0 4-1 0,3 2 1 16,-1 3 0-16,2-3-1 16,5 5 0-16,2-4 0 15,5 0 2-15,0-1-2 16,0-3 0-16,5-4-5 16,4 0-2-16,2-4-3 15,4-2 2-15,-1-1 0 0,4 0 5 16,1-8-1-16,-1-2 3 15,-1-3-5-15,-2-1 9 16,-2 1-3-16,-3-1 2 16,-2 1 0-16,-4 3 2 15,-1 2 7-15,-2 5 1 16,-1-1 1-16,1 2-2 0,-1 2-8 16,0 0-3-16,0 3-1 15,0 6 1-15,0 1 3 16,2 2-2-16,3 1 0 15,0-2-2-15,3 1-5 0,0-2-9 16,3-3-14-16,-1-3 4 16,1 0-38-16,0-4-27 15</inkml:trace>
  <inkml:trace contextRef="#ctx0" brushRef="#br0" timeOffset="135814.59">17733 15165 66 0,'0'0'37'0,"0"0"-25"0,0 0 19 0,0 0-11 16,0 0-9-16,0 0-9 15,0 0 2-15,0 0-2 16,0 0 2-16,-8 40 3 0,8-19-4 15,1 3 1-15,4 2-2 16,2-1 2-16,-1 0-3 16,0-1 1-16,0-1 1 15,0-1-1-15,-3-1-2 16,1-1 1-16,0-2-1 16,0-2 1-16,-4-3-2 0,1-1-1 15,-1-2-32-15,0-5-38 16</inkml:trace>
  <inkml:trace contextRef="#ctx0" brushRef="#br0" timeOffset="135999.39">17740 15399 203 0,'0'0'0'0,"0"0"5"16,0 0-1-16,0 0 6 15,0 0-1-15,49-36-6 16,-33 31-2-16,4 1 1 16,0-2-4-16,-4-1-58 15</inkml:trace>
  <inkml:trace contextRef="#ctx0" brushRef="#br0" timeOffset="136848.01">18477 15241 170 0,'0'0'36'0,"0"0"-29"0,0 0-1 16,0 0-4-16,0 0-1 15,0 0-4-15,0 0 2 16,0 0-1-16,0 0 2 16,0 22 1-16,0-5-1 15,2 0 1-15,1 2-1 0,3-1 0 16,-1 2-1-16,2-4-2 15,-1-2-3-15,-1 1-4 16,1-5 4-16,0-1 2 16,-2-5 0-16,0-1 5 0,1-3-2 15,0 0 2-15,1 0 4 16,0-7-2-16,1-3 3 16,-2-3-2-16,3 2-2 15,0-3 3-15,3-2 0 16,-1-1-1-16,2 1 2 15,1-1 0-15,-2 3 1 0,1 1-2 16,-1 2-3-16,0 1 0 16,2 3-1-16,-6 1 0 15,2 2 0-15,0 3-1 16,-2 0 2-16,2 1 0 16,-2 0-1-16,3 0 1 0,-1 2-1 15,-1 6-1-15,1-1 1 16,-1 1-2-16,-3 0 2 15,0 2 2-15,0-1 0 16,-3 1-3-16,-1-2-1 0,-1 1 1 16,0 1 0-16,0-2 0 15,0 2 0-15,-6-3-2 16,-1 3 2-16,-1-3 2 16,-1-1-1-16,-1 1 2 15,0-4-2-15,2 1 0 16,-3-1-1-16,2-2-5 0,2-1-20 15,-4 0-54-15,4-8-34 16</inkml:trace>
  <inkml:trace contextRef="#ctx0" brushRef="#br0" timeOffset="137068.04">18472 15086 299 0,'0'0'-2'0,"0"0"3"0,0 0-6 0,0 0-45 0,0 0-54 16</inkml:trace>
  <inkml:trace contextRef="#ctx0" brushRef="#br0" timeOffset="137765.82">19702 15098 270 0,'0'0'-1'0,"0"0"6"15,0 0 0-15,0 0-3 0,0 0-4 16,0-36 5-16,-8 33-3 16,-4 2 6-16,3 1-4 15,-5 0-2-15,-1 3 0 16,2 5-1-16,-3 3 1 16,5-3-5-16,-1 4-1 0,6-4 0 15,4 2 2-15,2 0 1 16,0-1 0-16,6-1 0 15,5-1 2-15,2 0 2 16,4 0-1-16,0 2-1 16,0-2 5-16,-2 0-2 0,1 2-2 15,-3-1 0-15,-5-1 0 16,2 3 0-16,-6-1 0 16,-3 0-2-16,-1 0 2 15,0 1 2-15,0 0-5 16,-9-1 4-16,-1-2 1 0,-3 0-1 15,-5-3 4-15,4 3-3 16,-1-4 0-16,2 1-1 16,0-1-2-16,6-1-12 15,1-2-61-15,5 0-37 16</inkml:trace>
  <inkml:trace contextRef="#ctx0" brushRef="#br0" timeOffset="138086.5">19923 15169 144 0,'0'0'8'0,"0"0"6"0,0 0-4 0,0 0-9 16,-37-4 0-16,26 4 0 16,3 4-1-16,-2 3 0 15,3 3 1-15,0-3-1 0,4 2 0 16,1 1 2-16,2 0-7 16,0-2-19-16,2-1 1 15,6-2-5-15,1-2-1 16,2-1 20-16,0-2-9 15,-2 0-28-15</inkml:trace>
  <inkml:trace contextRef="#ctx0" brushRef="#br0" timeOffset="138376.6">19927 15161 217 0,'0'0'42'0,"0"0"-16"0,0 0-16 16,0 0-8-16,0 0-2 16,0 0 1-16,0 0-1 15,-3 39 0-15,3-27 1 16,0-1 1-16,4-1-2 0,2 0 1 15,2-3-4-15,0 0 2 16,3-5-7-16,1-2-14 16,1 0-20-16,-1-5-52 15</inkml:trace>
  <inkml:trace contextRef="#ctx0" brushRef="#br0" timeOffset="138533.44">19992 15030 232 0,'0'0'9'16,"0"0"6"-16,0 0-3 0,0 0-10 15,-38-20-2-15,35 20-23 16,2 3-40-16,1 0-11 16</inkml:trace>
  <inkml:trace contextRef="#ctx0" brushRef="#br0" timeOffset="138796.63">20142 14936 50 0,'0'0'193'0,"0"0"-174"0,0 0-9 15,0 0-7-15,0 0-3 16,0 0-3-16,0 0 5 15,7 40 2-15,-6-14-2 16,-1 4-1-16,4-1 1 0,-4 1-2 16,0-3 0-16,2 0 1 15,-1-6-1-15,1 0-2 16,2-6-11-16,4-1-27 16,-3-5-27-16,5-8-12 15</inkml:trace>
  <inkml:trace contextRef="#ctx0" brushRef="#br0" timeOffset="138974.51">20359 14959 265 0,'0'0'40'0,"0"0"-14"16,0 0-21-16,0 0-3 15,0 0-2-15,0 0 1 16,0 51-1-16,0-22 0 15,0 0-3-15,-2 0-45 16,-4-8-83-16</inkml:trace>
  <inkml:trace contextRef="#ctx0" brushRef="#br0" timeOffset="140250.2">17496 14989 115 0,'0'0'17'0,"0"0"8"0,0 0 8 0,-47-41-22 0,34 32-1 15,2 1-2-15,-3-2 7 16,5 1-2-16,-4 2-1 0,2 2-4 16,2 0-5-16,0 1-1 15,0 1-3-15,-2 3 0 16,1 0 0-16,-1 0 0 16,-4 0-2-16,2 0 4 15,-4 6 0-15,0-2-4 0,1 3 5 16,-4 1-2-16,2 1-1 15,-2 3 2-15,-2 0-2 16,2 3 1-16,-5 0 0 16,-1 5-1-16,-1 0-2 15,1 1 1-15,0 2 2 16,1 1 0-16,1 0 0 0,1-1 2 16,4 0-2-16,-1-1 0 15,3 2 1-15,2 1-1 16,1 0 0-16,1 2 2 15,3 0-2-15,2 3 0 16,0 1 0-16,5 2 0 0,1-2 0 16,2 3 1-16,0-2-1 15,0-1 1-15,4 0-1 16,7-4 0-16,1 4 1 16,3-2-1-16,5 2 1 0,3 0 0 15,2 0 0-15,3-2-2 16,4 2 1-16,4-4 2 15,0-3-2-15,4-4 0 16,-2-4 0-16,4-1 0 16,-1-5-2-16,1-3 4 15,1-4-3-15,1-3 8 0,5 0-6 16,-4-3 1-16,2-8 1 16,-1 0 0-16,-1-6-1 15,-4-2 0-15,-1 0 2 16,0-4 4-16,-7 1-1 15,1-2 0-15,-7 3-2 0,-2-3 5 16,-6 1-2-16,-3 0 0 16,-4 1-2-16,-2-3 0 15,-5-2 0-15,-3 0 5 16,-2-4-5-16,0-1-5 16,-1-3 1-16,-7-2-1 15,-1 2-1-15,-3 0 0 0,-2 3-1 16,0 4 1-16,-1 2-4 15,-1 5 1-15,0 2-8 16,-4 5-10-16,0 0-8 16,-3 3-20-16,0-1-51 0</inkml:trace>
  <inkml:trace contextRef="#ctx0" brushRef="#br0" timeOffset="141119.37">17293 14868 74 0,'0'0'12'0,"0"0"12"0,0-37-5 0,0 20 9 0,0 0-6 16,0-4-1-16,0-3 0 16,0-2-11-16,0-2 0 15,-2-1 1-15,-2-1 3 0,1 0-4 16,1 0-4-16,-1 2 0 16,1 0-1-16,-3 1-1 15,2 4-3-15,2 1 0 16,-1 0 2-16,0 1-3 15,2 3-1-15,0 1 2 16,0 1-1-16,-2 0 0 0,0 2 1 16,2 3-2-16,-3-2 3 15,1 4-3-15,1 1 3 16,-1-1 0-16,0 2 0 16,0 2-2-16,0 0-1 0,0 3 0 15,0 0 2-15,1-1-1 16,-1 2-1-16,-2 1-2 15,1-2 5-15,0 2 0 16,0-2 0-16,2 2 0 16,-1 0 1-16,2 0-1 15,0 0-2-15,-3 0 0 16,2 0-2-16,-1 0-4 0,0 0 5 16,-1 0 1-16,1 2 1 15,-4 0 1-15,3-1-1 16,1 1-1-16,-3-2 3 15,3 2-2-15,0-2-1 16,1 1 0-16,0-1 1 0,1 1-1 16,-1 0 0-16,0 1 0 15,0 1 0-15,-1 0 0 16,0 0-1-16,-4 3-2 16,3 3 1-16,-5 1 3 0,2 4 0 15,-4 3 1-15,-1 4-2 16,1 1 0-16,-1-1 0 15,2 2 0-15,2-3-3 16,1-2-20-16,5-7-32 16,1-9-68-16</inkml:trace>
  <inkml:trace contextRef="#ctx0" brushRef="#br0" timeOffset="141744.74">17197 14245 114 0,'0'0'40'0,"0"0"-35"0,0 0 1 16,0 0 0-16,0 0 6 0,0 0-9 15,0 0-2-15,0 0-1 16,0 0 2-16,0 0 1 16,0 0 3-16,0 0-4 15,0 0 1-15,0 0-2 16,26 15 1-16,-16-9 1 0,3-1 0 15,5 1 0-15,3 0-1 16,6 1-1-16,4-4-1 16,1-3-45-16</inkml:trace>
  <inkml:trace contextRef="#ctx0" brushRef="#br0" timeOffset="144914.71">18835 15068 56 0,'0'-2'13'0,"0"-1"-3"0,0 1-2 0,0-1-1 16,0 2 0-1,0-2 3-15,0 3 2 0,0-3 10 16,-2 2 3-16,-1-1-5 16,1 1-5-16,0 0-2 15,0 1 0-15,0-1-8 16,1 0-3-16,1 1 0 0,0 0-2 16,-2-1 2-16,2 0-1 15,0-1-1-15,-3-1 2 16,1 2 1-16,0-1 2 15,-1-1 0-15,0-1-1 16,-3 0-1-16,0 1-3 0,0-1 0 16,0 0 1-16,-1 0-2 15,0 0 2-15,-4-2 1 16,2 1-1-16,1-2 0 16,-2 3 1-16,3-2 0 15,-1 1-1-15,0 0-1 0,0 1 1 16,3 0-1-16,-2 0 0 15,3 0 0-15,-5 2 1 16,2-1 0-16,-1 2-1 16,-1 0 1-16,-1 1-2 15,0 0 0-15,-1 0 1 16,-2 0-1-16,2 1 1 0,-3 3 0 16,4-1 0-16,-3 1 0 15,2 0 0-15,1 2 0 16,0-2 0-16,2 2 0 15,-1-1 0-15,1 1 0 0,-1-3 0 16,0 3 0-16,2-3 1 16,-2 3-1-16,3-3 0 15,-5 0 0-15,4 0 0 16,0 3 0-16,-1-2 0 16,0 3 1-16,-2-1-1 0,2 2-1 15,-1-1 2-15,2 1-2 16,1-1 1-16,-2 3 0 15,0-2 0-15,2-1-1 16,1 3 2-16,-3 0-2 16,3 0 1-16,-2 2 0 0,1-1 0 15,3 0 0-15,-4 2 0 16,3 1 1-16,0-1-1 16,-3 0 0-16,3 2-1 15,-1-1 1-15,2-1 0 16,0 0 0-16,2 1 0 15,0-2-1-15,1 0 2 16,0 0-1-16,0-2 0 0,0 1 0 16,0-1 1-16,0 1-1 15,0 0 1-15,1 2-1 16,2-1 2-16,1 2-2 16,1 0 0-16,-1 0 0 0,3 1 0 15,-2-1 0-15,0-1 1 16,2 0 0-16,-1-1-1 15,3 3 0-15,-1-3 1 16,1 4-1-16,1-2 0 16,2 2-1-16,-1-1 1 0,0 1 0 15,1-2 0-15,-1 0 0 16,2-1-1-16,-1 1 2 16,2-1-2-16,-1-1 1 15,2 0 0-15,-1 1 0 16,2 0 2-16,-1-2-1 0,1 1-1 15,1-1 0-15,-1-1-3 16,0-4 0-16,0-1 4 16,0 1 0-16,1-5-1 15,0 1 0-15,0-2 1 16,0 0 0-16,0 0-1 0,2-6 0 16,-3-1 1-16,2-1-1 15,-2-1-1-15,3-1 3 16,-5 0-1-16,3-1-1 15,-3 1 3-15,0-1-3 16,-1-2 1-16,0 1 0 0,-1-1-1 16,0-1 0-16,0 0 1 15,-3-2-1-15,2-1 1 16,1-4-1-16,-2 3 0 16,-1-4 1-16,2 2-1 15,-2 0 1-15,-1-1-1 0,-2 1 1 16,-2 0-1-16,-3 3 6 15,-1 0 5-15,0 2 3 16,0 0 0-16,0 1-2 16,-2-1-4-16,-1 1-4 15,-3-1-2-15,2-2-1 16,0 2-1-16,-2-1 1 0,0-2 0 16,-1 0-1-16,2 1 1 15,0-1-1-15,-3 2 2 16,-1 0 2-16,-1 1-2 15,-1 1 0-15,-4 2 0 0,3 1 0 16,0 1-1-16,0 2-1 16,2-1 2-16,2 5 2 15,4 1-4-15,-2 0-8 16,4 3-34-16,0-4-23 16,0-2-103-16</inkml:trace>
  <inkml:trace contextRef="#ctx0" brushRef="#br0" timeOffset="147490.56">18589 14979 37 0,'0'0'5'0,"0"0"10"0,1 0 6 15,-1 0 0-15,0 0 1 16,0 0 2-16,0 0 3 0,0 0 2 16,0 0-7-16,0 0-7 15,0 0-8-15,0 0-3 16,0 0-3-16,0 0-1 16,0 0 0-16,0 0 0 15,0 0-1-15,0 0 1 0,0 0 0 16,0 0 0-16,0 0 1 15,0 0-1-15,0 0 2 16,0 0-3-16,0 0 4 16,0 0 0-16,0 0-5 15,0 0 2-15,1 0 0 0,-1 0-1 16,1 0 2-16,-1 0-1 16,0 0 1-16,0-3-1 15,0 3 1-15,0 0 0 16,0 0 0-16,0 0-1 15,0 0 0-15,0 0 0 0,0 0 0 16,0-1 0-16,0 1 0 16,0 0-2-16,0 0 0 15,0 0 1-15,0 0 1 16,0 0 2-16,0 0-1 16,0 0 0-16,0 0 2 0,0 0 5 15,0 0 1-15,0 0 3 16,0 0 0-16,0 0-5 15,0 0 0-15,0-2-4 16,0 0-3-16,0 0 1 16,0-2 1-16,0-2-1 0,0 2 0 15,0-3 1-15,0-2 2 16,0-1-2-16,-1-3 0 16,0-1-1-16,1-2 0 15,-1-5 0-15,1 0 0 16,0-3-1-16,-2-2 0 0,2-2 1 15,-4-2-1-15,0-2 0 16,1-2 0-16,0 0 0 16,-2-1 0-16,0 0 0 15,0 2 1-15,-1 2-1 16,0 4 0-16,0 0 0 0,0 4 1 16,3 2 0-16,-3 3 1 15,1 0 1-15,2 1-2 16,-2 3 0-16,2 0 0 15,1 1-1-15,1 1 0 16,-1 1 0-16,2 1 0 16,0 1 0-16,0 0-1 0,0 0 2 15,0 2-2-15,0 0 1 16,0 0 0-16,0 1 0 16,0 1 0-16,0 0-1 15,0 0 2-15,0-1-1 0,0 2 0 16,0 1 0-16,0 0 1 15,0 0-1-15,0 1 0 16,2 1 0-16,-2 1 0 16,0-2 1-16,0 0-1 15,0 2 0-15,0 0 0 16,0 0 0-16,0 0-1 0,0 0 1 16,0 0 0-16,0 0 0 15,0 0 1-15,0 0-1 16,0 0 0-16,0 0-2 15,0 0-8-15,0 0-14 16,0 0-25-16,0 0-26 0,0 0-38 16</inkml:trace>
  <inkml:trace contextRef="#ctx0" brushRef="#br0" timeOffset="147881.96">18491 14141 117 0,'0'0'5'0,"0"0"5"0,0 0-1 0,0 0 1 16,0 0-3-16,0 0 5 15,0 0 2-15,0 0 0 0,0 0-1 16,0 0-3-16,0 0-8 16,-3 4 0-16,-2 3-2 15,-1 2-2-15,-1 1 3 16,-1 5-2-16,-3-3 2 16,2 2-1-16,0-1 1 0,0-2-1 15,1-1 0-15,2 0 2 16,-1-1-2-16,2-1 0 15,-1-1 0-15,2 0 1 16,0-1-2-16,3-2 1 16,0-1-4-16,1-3-36 0,0 0-24 15</inkml:trace>
  <inkml:trace contextRef="#ctx0" brushRef="#br0" timeOffset="148571.32">18517 14175 1 0,'0'0'25'0,"0"0"-2"0,0 0-9 0,0 0 0 0,39 22 0 16,-30-18 3-16,1 0-6 16,2 0-2-16,-1 0-1 15,0-2-3-15,1 2 1 16,-2-2-3-16,-1 0 0 0,-1 0-1 15,-2-1 3-15,-2 1-2 16,-3-1 1-16,-1-1 4 16,0 1 1-16,0-1 5 15,0 0-6-15,0 0 1 16,0 2 0-16,0-2-2 0,0 1-4 16,0-1 0-16,0 3-2 15,0-3-1-15,0 2 0 16,0 0-1-16,0 0-4 15,0-1-12-15,0 1 0 16,0-1-7-16,0 3-2 16,-1-3 7-16,-1 1 6 0,2 0 8 15,-2 0 2-15,0-2 3 16,1 1 0-16,0 0 0 16,0-1 1-16,0 0 10 15,1 0 5-15,0 0 1 0,-1 0 5 16,1 0 2-16,-1 0-6 15,1 0-3-15,0 0-3 16,0 0-2-16,0 0-6 16,0 0-4-16,0 0 1 15,0 0-1-15,0 0 2 16,0 0-2-16,0 0-3 0,0 0 3 16,0 0-4-16,0 0-19 15,0 0-4-15,0 0-14 16,0 0-14-16</inkml:trace>
  <inkml:trace contextRef="#ctx0" brushRef="#br0" timeOffset="150366.51">9613 14634 81 0,'0'-7'2'0,"0"1"-1"16,0 3 3-16,2 1 0 0,-2 2 3 15,0-1 1-15,0 1-3 16,0 0-3-16,0 0-2 15,0 3-2-15,0 6 2 16,0 4 1-16,0 5 1 16,0 5 2-16,0 4-2 0,0 3-1 15,0 5 1-15,2 6-2 16,5 3 1-16,3 9 0 16,3 2-1-16,3 6 1 15,1 2-1-15,1 1 0 16,-5-2 0-16,1-2 1 15,-7-5-1-15,-1-2 0 0,-4-5 1 16,0-7-1-16,-2-1 1 16,0-7 1-16,0-4-2 15,0-4 1-15,0-3 0 16,0-6 0-16,0 1 0 16,0-4-1-16,0-3 1 0,0-2-1 15,0 1 1-15,0-2-1 16,0-1 0-16,0-1 0 15,0 1 0-15,-2-2 0 16,2 2-4-16,-2-5-17 16,0-1-34-16</inkml:trace>
  <inkml:trace contextRef="#ctx0" brushRef="#br0" timeOffset="150579.73">9542 15676 205 0,'0'0'-30'0,"0"0"55"0,0 0-14 0,0 0-8 0,0 0-3 0,0 0 0 16,0 0 1-16,0 0-1 15,-5 37 0-15,14-28-3 16,-1-5-18-16,2-1-31 15</inkml:trace>
  <inkml:trace contextRef="#ctx0" brushRef="#br0" timeOffset="152558.81">17310 14858 9 0,'0'0'15'0,"0"0"-8"0,0 0 8 0,0 0-5 0,0 0-6 16,0 0 0-16,0 0-1 15,0 0 1-15,0 0-1 16,0 0 8-16,0 0 3 15,0 0 0-15,0 0 1 16,-8-8 4-16,7 6 0 0,0 1-3 16,1-2-6-16,0 3-3 15,0 0-4-15,0 0 1 16,0 0-2-16,0 0-2 16,0 0-5-16,0 0-5 15,0 0-6-15,0 0-4 0,1 0 7 16,1 0 5-16,1 0 5 15,-1 0 3-15,1 0 0 16,2 0 0-16,2 2 0 16,0-1 1-16,3 2-1 15,4 1 1-15,-1-1-1 0,4 0 0 16,1 1 0-16,0-2 0 16,-1 0 0-16,2 1 0 15,-2 0-1-15,0-2 3 16,-4 2 1-16,1 0-1 15,-2 0 2-15,0 1-1 16,-5 0-2-16,1-1 0 16,0 4 0-16,2-1-1 0,-1 1 0 15,0-1 0-15,1 2 1 16,0 1-1-16,1 1 1 16,-2-2 0-16,0 2 0 0,0 0 1 15,1 3 0-15,-2 0-1 16,1 1 1-16,-4 1 1 15,4-2-2-15,-4 2 1 16,3-1 2-16,-2 0-3 16,1-1 0-16,2 0 1 15,0 2-1-15,-2 1-1 0,1 1 1 16,-1 1 0-16,-1 1-1 16,-1 1 1-16,0-1-1 15,-3 1 0-15,1 2 2 16,-1-2-2-16,1 1 0 0,-2 0 0 15,2 2 1-15,-3 0-1 16,0 1 0-16,0-2 1 16,0 1-1-16,0 0 1 15,0-2-1-15,-3-1 2 16,-3 1-3-16,-1-1 1 16,-1 0 0-16,-1-3-2 0,-3-4-36 15,1-9-88-15</inkml:trace>
  <inkml:trace contextRef="#ctx0" brushRef="#br0" timeOffset="154167.56">17132 13330 74 0,'-5'-1'-2'0,"-1"-1"5"0,1 1-2 0,-1-2 0 0,-1 3-1 15,4-1 1-15,-3 0-1 16,3 1 1-16,1-1 2 16,-2 0 4-16,2 1 1 15,0 0-2-15,0-1-2 0,2 1-4 16,-2-2 1-16,1 2-1 16,-1 0 0-16,-4 0-1 15,1 0 1-15,-4 0-1 16,0 0 1-16,-3 0 0 15,0 0 0-15,-3 0 0 0,2 0 0 16,-1 3 0-16,1-1 1 16,1 0-2-16,1-1 2 15,3 2-1-15,-3-1 0 16,-1-1 0-16,1 3 0 16,-3-1 0-16,1 3-1 0,-1 1 1 15,-2-3 0-15,2 6 0 16,-2-3 0-16,1-1 0 15,-1 4 0-15,3-2 0 16,-3 0 0-16,3 0 0 16,-1 2 1-16,1-2-1 0,-1 1 0 15,1 1 1-15,0 1-1 16,-1-1 0-16,3 3 1 16,-3 0-1-16,1 0 0 15,0 1 0-15,1 1 0 16,0 1 0-16,0 1 0 15,1 0 0-15,-3-1 0 0,3 0 0 16,0-1 1-16,-3 1 0 16,3-1 1-16,1 0 0 15,0 2 2-15,-1 0-1 16,-1 2-1-16,0 1-1 16,1 2 0-16,-2 1 0 0,3 0-1 15,-3 3 1-15,1-2 0 16,0 2 0-16,0-1 2 15,3 1-1-15,2-2-1 16,-2 0 0-16,2-1 0 0,3 0 0 16,-2-2-1-16,1 2 0 15,1-1 1-15,0 3-1 16,1 0 1-16,-2 3 0 16,1 0 1-16,0 1-1 15,1 1 0-15,1 0-1 16,-3 3 1-16,1-1-1 0,0 1 1 15,-1 0-1-15,1 2 1 16,1-1-1-16,1 2 0 16,-1 2 1-16,2 1-1 15,-1 2 0-15,2 0 1 16,-1 0-1-16,0 1 1 0,1 1 1 16,0 1 4-16,0 2 2 15,0 1-3-15,1 1-3 16,6 0 1-16,0 2-1 15,5-2 1-15,1-1-1 16,4 3-1-16,1 2 0 0,0-1 0 16,1 2-1-16,4-2 1 15,-2 0-1-15,2 0 1 16,2-1 1-16,2 0 5 16,1-2-2-16,4 2 2 15,4-2-2-15,5-3 0 0,1 0-2 16,1-4 1-16,0-2 4 15,2-2-3-15,3 0-3 16,-2-4 0-16,4-2-2 16,4-5 2-16,0-5-1 15,3-4 1-15,3-8 5 0,4-7-8 16,5-2-10-16,0-14-23 16,-4-13-52-16</inkml:trace>
  <inkml:trace contextRef="#ctx0" brushRef="#br0" timeOffset="156091.51">16897 13279 66 0,'9'-6'3'0,"-2"-1"4"0,5 0 4 0,0-1-6 0,2 0-1 16,-3 0-1-16,4 2-1 15,-1-1 1-15,-1 1 2 16,1 2 1-16,-1 0-1 15,1 1-1-15,1 2-3 16,1-1 0-16,-3 1-1 0,3 1 1 16,0 0-1-16,-1 0 0 15,-1 0 0-15,0 0 0 16,0 3 0-16,-2 1 0 16,1 0 0-16,0 5 0 15,2-1 0-15,-2 0 0 0,3 1 0 16,-1 0 1-16,3 1-1 15,-3 0 0-15,1 0-1 16,-2 0-2-16,2 1 3 16,-3 1 0-16,3 0 0 15,-1 2 0-15,1 1 0 16,-1 3 0-16,-2 0 0 0,3 2 0 16,-3 0 0-16,-2 4 1 15,0 2-1-15,1 1 0 16,-3 1 0-16,-1 1 1 15,1 2-1-15,1-4 0 0,1 3 1 16,-4-2-1-16,4 2 0 16,-3 1 0-16,0 1 0 15,0 1 0-15,-1 3 0 16,0 1 0-16,-1-2 0 16,3 1 1-16,-2 1-1 15,2-2 0-15,-2 1 0 0,3-2 1 16,0 3-1-16,1 0 1 15,-3 3 1-15,3 1 0 16,1 1 0-16,-1 0 0 16,3 0 0-16,-1-1-1 15,1 1 2-15,1-1-2 0,-1 0 0 16,-1 0-1-16,1 0 1 16,-1-1-1-16,-2-1 1 15,0-2 0-15,0-1-1 16,0 1-2-16,1-1 4 15,-3 1-1-15,1 1-1 16,1 0 0-16,-1 1 1 0,-1-1-2 16,1-1 1-16,0-3 0 15,-4-1 1-15,4-2-1 16,-6-1 0-16,1 1 0 16,-1-1 0-16,-4 4 1 15,0-1-1-15,0-1 0 0,0 4 2 16,0-1 3-16,-4 1-3 15,-2 1 0-15,3-2 0 16,-2 4-2-16,-1 0 0 16,1 0 0-16,-1 1 0 0,2-1 0 15,1-2 0-15,1 1 0 16,-3-2 0-16,2-3 0 16,0-1 0-16,0-3 0 15,-3-1 0-15,2 3 0 16,-2-4 0-16,-2-1 0 15,5 1-2-15,-4 0 1 0,1-1 0 16,1-4 1-16,0-2-1 16,1-3 1-16,-2-4 0 15,2 0-2-15,-1-5 1 16,-1 0 2-16,-2-1 0 16,0 0 0-16,0 0-1 0,0-2 0 15,-3 1 0-15,1-1 0 16,0 0-2-16,-4-1-1 15,1 2-3-15,-3-2 1 16,-1 2 2-16,1-4 3 16,0 3 0-16,0-1 0 0,1 0 0 15,-3-1 0-15,3 1 0 16,1 0 0-16,1 0-1 16,-1-3-5-16,2 2 1 15,2 0 5-15,-2-2 0 16,0-1 5-16,1 0 1 0,3 0-1 15,-1 0-2-15,-1 0 0 16,2 0-2-16,0 0 0 16,-1 0-1-16,3 0-1 15,-2 0 2-15,1 0-1 16,-2 0 0-16,0 0 1 0,0 0 2 16,-3 0 7-16,1 0 6 15,1 0-1-15,-1 0-3 16,-1 0-3-16,2 0 6 15,-1 0-1-15,1 0-1 16,-1 0-2-16,1 0 1 0,-3 0-3 16,1 0-5-16,3 0 1 15,-5 0 2-15,5 0 0 16,-4 0-2-16,4 0-2 16,2 0 0-16,0 0 0 15,1 0-3-15,3 0 0 0,-1 0-3 16,1 0-7-16,0 0-33 15,-2-7-102-15</inkml:trace>
  <inkml:trace contextRef="#ctx0" brushRef="#br0" timeOffset="157768.93">17487 14189 1 0,'-4'2'61'0,"2"-2"-36"0,-1 0-8 0,1 0-7 0,1 0-2 16,-1 0-4-16,0 1-3 16,0-1 0-16,-2 0 0 15,2 0 0-15,0 0 3 16,1 0 1-16,-3 0 6 16,2 0 0-16,-1 0-1 0,1 0-6 15,0 0-1-15,0-3-1 16,-1-2 0-16,0-1-2 15,2-1 1-15,-1-2 0 16,1 0 0-16,0-3-1 0,1 1 1 16,0-3 3-16,0 0-1 15,0-1 0-15,5-2 1 16,4 0-3-16,-1 0-1 16,1-4 0-16,3 1-1 15,0-3 0-15,1-1 0 0,1 1-1 16,0 0-1-16,0 1 2 15,1 1-1-15,1 2 2 16,-3 1 0-16,1 2-1 16,-1 0 1-16,2 2-1 15,-1 1 0-15,3 0-1 16,1-1 0-16,-1 4-2 16,2-1-2-16,1 0 1 0,1 1 2 15,0 0 0-15,-1 0 2 16,1 1 1-16,-1 2 0 15,0 0 0-15,-2 1 0 16,-2 1 0-16,-2-1 1 0,-1 4-1 16,-2 0 0-16,0 0 0 15,0 1 0-15,-2 0 0 16,3 1 0-16,-1 0 0 16,1 0 0-16,0 0 0 15,-3 0 0-15,1 0 0 0,0 2 0 16,-1 2 0-16,0 1 1 15,2-1-1-15,-2 2 0 16,1-2 2-16,1 2-2 16,0-1 0-16,-1 1 0 15,0-2 0-15,0 1 0 0,1 0 0 16,-3 2 0-16,1-1 0 16,-1 0 1-16,-2 1 1 15,2-1-2-15,-4-1 2 16,0 2 1-16,1 0-2 15,-3-1 0-15,-1 1 0 0,2 0 0 16,-1-1-1-16,0 3 1 16,2-1-1-16,0-1 0 15,-3 3 1-15,1-3-1 16,1 0 1-16,0 1 1 16,1-2-2-16,-3 0 2 0,1 0 0 15,-1 1 2-15,0-2-1 16,1-2 2-16,-2 2-1 15,0-1-2-15,0-2-1 16,0 0-1-16,0 1 1 16,0 1-1-16,0-2-1 0,0-1-1 15,-1-1-35-15,-2 0-35 16</inkml:trace>
  <inkml:trace contextRef="#ctx0" brushRef="#br0" timeOffset="158409.81">18139 13850 85 0,'5'0'3'0,"-1"0"-3"0,-2 0 2 0,2 0-1 15,0 1-1-15,-2 1 1 16,1 1 1-16,-1-1-1 15,0 1 0-15,2 0 2 0,0 2 0 16,-1-1 2-16,2 0-1 16,-1-1-1-16,1 5-2 15,-2-5 0-15,2 3 0 16,-3-2-1-16,1-2 2 16,-1 2-1-16,1-3 3 15,1-1 8-15,-4 0 6 0,2 0 10 16,0 0 3-16,-1-4-16 15,1-3-6-15,2-2-4 16,0-4 3-16,1 1-2 16,1-4-3-16,1-1 0 15,2 1-1-15,2-2-1 0,3-5-1 16,1 0-37-16,3-6-65 16</inkml:trace>
  <inkml:trace contextRef="#ctx0" brushRef="#br0" timeOffset="159449.94">18968 13813 211 0,'0'-16'-24'0,"0"2"46"0,0 3-13 0,0 4-9 16,0 1-15-16,0 3-5 0,-2 3-1 15,-3 0-1-15,0 0-27 16,-4 0-42-16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6:21:13.7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2665 5727 54 0,'-2'0'5'0,"2"0"3"0,0 0 2 0,-2 0-4 0,2 0-2 15,0 0-2-15,0 0-1 16,0 0-2-16,0 0-2 16,0 0 3-16,0 0-1 15,0 0 2-15,2 0-1 16,-2 0 1-16,0 0-1 0,2 0 0 15,-2 0 0-15,0 0 0 16,4 1 1-16,-2 0-1 16,3-1-1-16,1 1-1 15,-1-1 1-15,4 0 2 16,0 0 2-16,-1 0-2 0,-1 0-1 16,1 0 1-16,2 0 3 15,-1 0-1-15,0 0 0 16,0 0-1-16,2 0-2 15,1 2 1-15,1-2 0 16,-2 0-1-16,5 2 2 0,-1-1-2 16,1-1 0-16,-1 0 0 15,3 0 0-15,1 0 1 16,-2 0 0-16,3 0 0 16,1 0 0-16,-4 0 0 15,1-1 1-15,0-1-1 0,0 2 0 16,-3 0 0-16,1 0 2 15,0 0-2-15,4 0 0 16,-2 0-1-16,2 0 1 16,0 0-1-16,3 0 1 15,-1 0-1-15,4 3 0 0,1-2 0 16,0 2 1-16,0-3-1 16,2 0 0-16,0 0 1 15,1 0 0-15,1 0 1 16,2-3 0-16,-2-1 0 15,3-1 1-15,-3 0-3 16,3 1 1-16,-3 2 0 0,0-1-1 16,0 1 1-16,-1 2 0 15,1 0 0-15,0 0-1 16,0 0 1-16,3-1 0 16,4 0 2-16,5-2 0 0,-1 0 0 15,3 2 3-15,-1-2-3 16,1 0-1-16,0 2 1 15,-5-1-2-15,3 1 0 16,-1-2 3-16,0 2-2 16,5-1 1-16,-4 1 0 0,4-3 2 15,-1 1-2-15,2-2 0 16,-2-2 0-16,2 2 0 16,0 1-1-16,0 1-1 15,1 1-1-15,-4 2 0 16,2 0-1-16,-7 9-8 15,-9-4-70-15</inkml:trace>
  <inkml:trace contextRef="#ctx0" brushRef="#br0" timeOffset="7670.08">5937 3153 3 0,'0'0'33'0,"-1"0"-29"0,0-2 9 0,0 1-6 15,0-1-3-15,0-1-1 16,1-1 1-16,-2 1 0 0,2 2 0 16,-2-1 2-16,2 1-4 15,-2 0-1-15,2 1 0 16,0 0 0-16,0 0 0 15,0 0 0-15,0 0-2 16,0 0 1-16,0 0 0 0,0 2 1 16,2 1-1-16,2 3 0 15,-1-4 0-15,1 3 0 16,0-1 2-16,0-1-2 16,3 2 0-16,-2 0 0 0,2 1 0 15,-1-2 0-15,1 3 1 16,-1 0-2-16,-1 0 1 15,0 0 1-15,1 3 0 16,-1-4-1-16,1 2 0 16,0-2 0-16,0 1 1 15,1-1-1-15,1-3 0 0,-1 0 0 16,4-2-1-16,-2-1-1 16,2 0-2-16,3-5 6 15,1-5 2-15,3-5 0 16,5-3-1-16,4-5 1 15,4-5-1-15,2-3-2 0,3-5 1 16,4-3-1-16,-2-2-2 16,5 0 3-16,-3 2 2 15,0 0-4-15,3-2 5 16,-3 1 0-16,2 1 3 0,-1 0 1 16,-3 5-2-16,-3-1 2 15,-5 3-3-15,-2 7 2 16,-5 2-4-16,-6 6-1 15,0 4-3-15,-3 4 1 16,-2 3-1-16,-3 4-2 16,-2 1-5-16,-3 1-31 0,-4 0-3 15</inkml:trace>
  <inkml:trace contextRef="#ctx0" brushRef="#br0" timeOffset="12573.58">4032 6624 9 0,'0'0'16'0,"0"0"4"0,0 0-9 0,0 0-3 16,0 0 0-16,0 0-2 16,0 0-1-16,0 0-3 0,0 0 0 15,0 0-1-15,0 0 3 16,0 0 0-16,0 0-1 16,0 0 2-16,-9-22-2 15,9 22-1-15,0 0 0 16,0 0-1-16,0 0-1 0,0 0-1 15,0 0 1-15,0 0 0 16,3 0 0-16,3 0 0 16,1 0 1-16,-1 0-2 15,4 0 2-15,-1 0-1 16,1 0-1-16,2 0 2 16,-1 0-2-16,1 0 1 0,-3 0 0 15,3 0 0-15,0 0 1 16,-1 0-1-16,-2 4 0 15,2-3 0-15,0 1 1 16,2 1-1-16,-1-1-1 0,1 1 1 16,3-2 0-16,-3 3-1 15,5-1 2-15,0 0-1 16,2 0 0-16,-1-1 0 16,2-1 0-16,2 0 0 15,-1 2 0-15,0-3 0 16,3 1 1-16,-3-1-1 0,1 2 0 15,-3-2 0-15,2 0 0 16,-2 1 1-16,0-1-1 16,-1 0-1-16,1 3 1 15,-1-3 1-15,2 1-1 16,-1 0 1-16,-3 0-1 0,4 0 1 16,-2 0-1-16,4 1 0 15,-3-1 0-15,3 2 1 16,-1-3-1-16,1 0 0 15,-1 3 0-15,3-3 0 16,-4 0 0-16,2 1 0 0,0-1 0 16,1 1 2-16,-2-1-4 15,-1 0 4-15,3 0-4 16,1 0 2-16,-3 0 2 16,2 0-2-16,2 0 1 15,2 0 0-15,-3 0 0 0,1-2-1 16,1 1 1-16,0-1 0 15,0-1 0-15,2 0 1 16,-2 1-1-16,4 0 0 16,-1-2 2-16,3 3-1 15,1-1-1-15,1-1 0 0,0 2 0 16,1-1 0-16,1 0 0 16,1-1-1-16,1 0 1 15,1 0 0-15,1-1 0 16,-1 1 2-16,0 0-1 15,-1 1 1-15,-5 1-2 0,1 0 0 16,-2 1 1-16,-2 0-2 16,3 0 1-16,-3 0-1 15,5 0 2-15,-1 0-2 16,5 0 0-16,-1 0 0 16,-1 0 1-16,3 0 1 15,-6 0 0-15,1 0 1 0,-3 0-3 16,1 0 1-16,-3 0-1 15,1 0 1-15,1 0 0 16,0 1-1-16,-1 0 2 16,1 0-1-16,-1 0-1 0,-1 1 1 15,2-1-1-15,-4 1 1 16,0-1-1-16,0-1 0 16,-1 3 1-16,-1-2-1 15,1 2 0-15,0-1 1 16,1 0-1-16,2 0 0 0,0 0 0 15,0-1 0-15,1 0 0 16,1 2 1-16,-2-2-1 16,-2 1 0-16,3 2 0 15,-3-3 1-15,2 2-1 16,-4-2 0-16,0 1 1 16,-1 2-1-16,-5-4 0 0,3 3 0 15,-7-3 0-15,2 2 1 16,-3 0-1-16,-1-1 1 15,1 0-1-15,-1 0 0 16,-1 1 2-16,0 1-2 16,2-1 0-16,1 1 0 0,1 2 0 15,-1-1 0-15,4 0-2 16,-6 0-32-16,1-4-23 16</inkml:trace>
  <inkml:trace contextRef="#ctx0" brushRef="#br0" timeOffset="18870.14">5905 3049 1 0,'0'0'2'0,"0"0"10"0,0 0 7 0,0 0-9 15,0 0 8-15,0 0-6 16,0 0-2-16,0 0-6 16,0 0-2-16,0 0-2 0,0 0 4 15,0 0-1-15,-18-12 0 16,16 12 1-16,2 0-2 15,-2 0 2-15,2 0 1 16,0 0-3-16,0 0-3 16,0 0 0-16,0 0 1 15,0 0 0-15,0 0 0 0,0 5 1 16,0-1 0-16,0 1-2 16,0 0 2-16,0 2-1 15,0-3 0-15,4 3 0 16,-4 0 0-16,4 1 0 15,-3-1 0-15,4 2 0 0,-1 0 0 16,0 1 0-16,1-3 0 16,1 2 0-16,-1-1 0 15,2-1 0-15,-1 2 0 16,1-2 0-16,0 0 2 16,2-1-4-16,-3-3 1 0,3-2 0 15,-2 0 1-15,-1-1-1 16,2 0 2-16,-2 0 1 15,1 0-2-15,-1 0 0 16,0 0 2-16,2 0-2 16,-3-1-2-16,3-3 2 15,2-5 3-15,-1 1 0 0,1-4-1 16,4-2 2-16,-1-1-1 16,3-4 0-16,0-1-1 15,6-3-1-15,-2 1 0 16,2-4 0-16,3-2-1 15,0-3 1-15,2-1 0 0,-3 1 2 16,4-4-1-16,2-1 2 16,-3 2-1-16,4 0 1 15,-4 1-2-15,2 2 0 16,-2 2-1-16,-2 4 1 0,-4 5-2 16,0 2 0-16,-3 5 1 15,-5 4-2-15,-2 2-6 16,-4 4-19-16,-7 2-30 15</inkml:trace>
  <inkml:trace contextRef="#ctx0" brushRef="#br0" timeOffset="19431.06">6057 3050 56 0,'0'0'-2'0,"0"0"4"0,0 0 0 0,0 0 7 16,0 0 1-16,0 0-4 16,0 0-1-16,13 40-2 15,-8-34 0-15,2 2-1 0,0-1-2 16,1-4 1-16,3-3 1 16,1 0-2-16,3-5 3 15,4-10 9-15,5-10 2 16,5-7-3-16,5-7-1 15,4-9 0-15,9-4-4 0,0-9 0 16,8-4 0-16,4-3 0 16,6-3-3-16,4-6-2 15,4-4-3-15,-5-6-83 16</inkml:trace>
  <inkml:trace contextRef="#ctx0" brushRef="#br0" timeOffset="27497.92">8639 6614 6 0,'0'-3'40'0,"0"1"-35"0,0-1 3 0,0-1 8 0,0 2-6 16,0 0 2-16,-2 1-3 15,2-1-4-15,-3 0-2 0,1 0 2 16,2 2-2-16,0 0 1 16,0-1-2-16,0 0-4 15,0 1 0-15,0-1-1 16,1 1 6-16,5 0-4 15,-2 0 2-15,-1 0-1 0,3 0 1 16,-4 0-1-16,2 0 0 16,3 0 0-16,-2 0 0 15,0 0 0-15,4 0-1 16,1 0 0-16,0 0 2 16,0 0-2-16,2 0 1 0,2 0 1 15,-1 0-1-15,3 0 0 16,-3 0 0-16,1 0 0 15,0 0 0-15,1 0-1 16,-2 0 1-16,3 0 0 16,-1 0 0-16,1 0 1 0,1 0-1 15,-1 0 1-15,-1 0-1 16,2 1 1-16,-2 0-1 16,1 0 0-16,-1-1 1 15,1 0-1-15,-1 0 0 16,1 0 0-16,2 0-1 15,2 0 2-15,-2 0 0 0,2 0-1 16,1 0 0-16,1 0 0 16,-2 0 1-16,4 0-1 15,-3 0 0-15,-2 0 0 16,1 0-1-16,1 0 2 16,-3 0-1-16,2 0 0 0,0 0 0 15,-2 2 0-15,4-1 1 16,-4-1-1-16,4 0 0 15,3 0 0-15,0 0 0 16,-1 0 0-16,1 0 0 16,3 0 0-16,-2 0 0 0,2 0 2 15,-1 0-2-15,0 0 0 16,-2 0 0-16,-1 1 1 16,-2 3-1-16,3-1 0 15,0 1-1-15,2-1 1 16,-1 0 0-16,5 0 0 0,-1-1 0 15,6-1 0-15,-2 3-2 16,1-1 4-16,0 0-2 16,-1 0 1-16,-2-1 0 15,-1 0-1-15,2 1-1 16,-2 0 1-16,1-2-1 0,3 2 3 16,-1-3 0-16,4 1-1 15,0-1 1-15,-4 0-1 16,1 0 1-16,-1 0 1 15,-1 0-2-15,-1 0 0 16,0 0 0-16,3 1-1 0,1 0 1 16,-1-1-1-16,3 1 2 15,-3-1-1-15,2 0 0 16,1 0 0-16,-4 0 0 16,3 1 1-16,-4-1-1 15,3 2-1-15,0-2 1 0,-1 2 0 16,4 0-1-16,-3-2 0 15,-2 3 1-15,3-3 0 16,-3 2 0-16,4 0-2 16,-4 0 2-16,2-1 1 15,1 1-4-15,3-2-3 16,1 0 7-16,1 3 0 0,0-3 1 16,-1 0-3-16,-1 0 1 15,2 1-1-15,-3-1 1 16,1 0-2-16,2 1 2 15,1 2-1-15,-3 0 1 16,-2 0-1-16,3 0 0 0,-1 0 2 16,0 1-2-16,1 0 0 15,1-3 1-15,1 2-2 16,5 0 2-16,-4 0-1 16,2-2 1-16,0 2-1 15,-1 0 1-15,-2-2-1 0,1 2-1 16,1-2 2-16,2 1-1 15,-4 0 0-15,2-1 0 16,3 2-1-16,-3 0 2 16,4-2 0-16,-1 2-1 15,4-2 0-15,2 1 1 0,0 0-1 16,2-2 1-16,-3 2-1 16,-1-2 0-16,1 3 0 15,-2-3 0-15,1 0 0 16,0 1 1-16,-3 1-1 15,2-2 1-15,1 0-1 0,-5 1 1 16,4 1 0-16,0-1-1 16,1 0-4-16,2-1 5 15,1 0 0-15,0 0-1 16,0 0 1-16,1 0-1 16,1 0 1-16,-2 0-1 0,3 0 0 15,-3 0 0-15,3-4 0 16,-2 1 0-16,2-1 2 15,2 2-4-15,1-2 2 16,-1 0 0-16,1 1 0 16,0-1 0-16,3 1 0 15,-5 0 2-15,2 0-2 0,2 1 0 16,-3-1 0-16,3 0 0 16,-1 0 1-16,2-1-2 15,2 1 1-15,3 0 0 16,-1-1 0-16,1 3 1 0,-4-1-1 15,1 1 0-15,-2-1 0 16,0 2 0-16,-2-2 0 16,3 0 0-16,0-1 0 15,1 2 0-15,1-2 0 16,1 1-1-16,1 0 2 0,4-1-1 16,-6 2 0-16,1-1 0 15,1 1 0-15,4-1 0 16,-2 2 0-16,-2 0 0 15,4 0 0-15,0 0 0 16,2 0 1-16,-1 0-2 16,-2 0 0-16,1 0-1 0,-1 0 4 15,1 0-2-15,3 0 0 16,-1 0 0-16,5 0 0 16,3-3 1-16,6 1 0 15,-4-2 1-15,0 3 0 0,-4-1 0 16,1 2-2-16,-1 0 0 15,-6 0 0-15,4 0-1 16,-3 0 1-16,1 1 0 16,-3 0 0-16,-2 0-1 15,-2 1 2-15,-6-2-1 16,0 0 1-16,0 0 1 16,-3 0 4-16,1 0-2 0,1 0 0 15,-1 0 2-15,-3 0-3 16,-2 0-1-16,-3 0-1 15,-3 0 0-15,-6 0 2 16,-6 0-2-16,-2 0 0 16,-5-3-1-16,-5 2 0 0,-1-1 1 15,-4-2-1-15,-2 1 3 16,1 2 5-16,-2-2-2 16,-2 2-3-16,1 0 0 15,1 1-1-15,0 0-2 0,-1 0 1 16,-1 0-27-16,-4-6-80 15</inkml:trace>
  <inkml:trace contextRef="#ctx0" brushRef="#br0" timeOffset="30411.34">4088 7520 89 0,'-2'0'-1'0,"2"0"5"0,0 0 1 0,-2 0-1 0,2 0-3 15,0 0-2-15,0 0-1 16,0 0 2-16,0 0 0 16,0 0 0-16,0 0-2 0,4 0 2 15,0 0-3-15,3 0 1 16,3 0 2-16,-1 0-1 15,3-2 2-15,2 2-1 16,0 0 0-16,2 0-1 16,3 0 1-16,1 0-3 0,3 0 2 15,-2 0 2-15,5 0 1 16,1 0 4-16,4 0-3 16,-2 0-1-16,4 0-2 15,-1 0 2-15,5 0-3 16,0 0 3-16,3-2 0 15,-2-1 0-15,2-2 2 0,2 1-2 16,3 0 1-16,0 0 0 16,-1 1-2-16,-1 0-1 15,4-1 1-15,0 2 0 16,-1 1 0-16,2 0-1 0,1 0 1 16,0 0 0-16,0 0-1 15,0-1 0-15,-4 1 0 16,4-1 1-16,1-2-1 15,1 1 1-15,4-1-1 16,0 0 0-16,1 1 1 0,2-2-1 16,-7 1 0-16,2 0 1 15,-1 2-1-15,-5 0 3 16,0-1-1-16,-5 3-1 16,-2-1 0-16,-3 1-1 15,-2 0 1-15,-4 0-1 0,0 0 0 16,1 0 1-16,-3 0 0 15,0 0 0-15,-3 0 0 16,-1-2 2-16,-3 1-2 16,-1 1 1-16,-4-2 0 15,-3 1-1-15,-3 1 0 16,-2 0 1-16,0 0-2 0,-2 0 1 16,-1 0 1-16,-1 0-1 15,-1 0 0-15,-2 0 0 16,0 0 1-16,-1 3 1 15,2 1-3-15,1 0 2 16,-2-1-3-16,0 3-23 0,0-5-8 16,-2-1-37-16</inkml:trace>
  <inkml:trace contextRef="#ctx0" brushRef="#br0" timeOffset="40659.62">4113 8456 47 0,'0'-6'5'0,"0"3"-1"0,0-1-2 0,2 3-1 0,2-2-1 15,1 1 1-15,1 0-1 16,-1 0 0-16,0-1-1 15,0 0 2-15,1 2 5 16,-2-1-1-16,3 0-2 16,-1 0 0-16,4 2-2 0,0-3 0 15,4 2 1-15,4-2-2 16,2-1 0-16,3 1 0 16,3-3-2-16,1 1 4 15,2-1-1-15,0 0 1 16,-2 1 1-16,0 1 0 15,2 0 2-15,-4 2-3 0,-3-1 0 16,4 2-2-16,-1-1 1 16,2 1-1-16,2-1 1 15,1 2-1-15,1 0 1 16,2 0-1-16,1 0 0 16,-1 0 0-16,1 0 1 0,1 0-1 15,0 0 0-15,2 0 0 16,-1 0 0-16,2 2 0 15,0-1 0-15,4 0 0 16,-2 1 0-16,0 1 0 0,1-1 1 16,-3 2-2-16,0-2 2 15,0 1-1-15,2 3 0 16,0-2 0-16,2 0 2 16,1 1-2-16,2 0 0 15,0 1 1-15,-3 2-1 16,2-3 0-16,-1 2 0 0,2-1 1 15,0-1-1-15,1-2 0 16,2 1 0-16,-2 1 1 16,4-1-1-16,-2-1 0 15,4 1 1-15,0-1-1 16,2 1 1-16,1 0-1 0,1-1 1 16,2 3-1-16,-2-1 1 15,0 1 0-15,-3-2 1 16,1 2 1-16,2-3-1 15,-4 0-1-15,-1 0 2 16,3-2-2-16,0 2 0 0,-1-2 0 16,4 2 0-16,-1-3-1 15,3 3 1-15,-1-2-1 16,0 1 0-16,0 1 2 16,-1-2-2-16,3 3 0 15,-5-2 0-15,3-1 1 0,0 3-1 16,-2-3-1-16,2 1 1 15,3-2 6-15,-1 3-4 16,1-2-1-16,-1 1 0 16,5-2 2-16,-3 1-2 15,1 1 0-15,-1-2-1 0,1 3 1 16,-2-2 0-16,1 1-2 16,1 0 1-16,1 0 1 15,-1-1-2-15,0-1 2 16,3 0-1-16,1 0 1 15,1 0-1-15,-4 0 0 16,2 0 0-16,0-3 1 0,-1-1-1 16,0 0 0-16,0-1 2 15,3 0 0-15,-2 0 3 16,-1 1 0-16,0 0-3 16,0 0 1-16,1 2-2 15,-1-2 1-15,-2 1 0 0,3 0 1 16,0 2-3-16,-3-2 1 15,1 3 0-15,-1 0-1 16,-1 0 2-16,1 0-2 16,-5 0 0-16,1 0 0 0,-2 0 1 15,1 0 0-15,-2 0 0 16,2 0 1-16,0 0-2 16,-1 0 0-16,3 0 0 15,0 0 1-15,-2 0-1 16,-2 0 0-16,1 2 1 15,-1-1-1-15,-1 3 1 0,-2-1-1 16,1 1 1-16,0-1-1 16,1 0 1-16,-1 1 0 15,1-1-1-15,0 1 0 16,3-2 2-16,2-1-2 16,-4 1 0-16,4-2 0 0,-3 1 1 15,1-1-1-15,-1 0 2 16,1 0 0-16,1 0 2 15,1-3 0-15,2 0 1 16,0-1-3-16,2 0 0 16,4 0 0-16,0 1 0 0,-1 1-2 15,0 1 1-15,-3-1-1 16,1 2 1-16,-2 0-1 16,0 0 0-16,-1 0 1 15,0 0-2-15,3 0 1 16,-2 3 1-16,1 2-2 0,2-1 1 15,-1 0 1-15,-2 3-1 16,1-1 0-16,1 1 0 16,-4 0 1-16,1 2-2 15,-2-2 2-15,1 0-1 16,1-2 0-16,-3 1 0 16,3-1 0-16,-2-3-1 0,0 2 3 15,1-2-2-15,-1-1-10 16,1 0 25-16,-1 0-14 15,-1-1-1-15,0 1 2 16,1-1-1-16,0 3-1 0,3-3 0 16,3 0 1-16,3 1-2 15,-3 0 1-15,4 0 0 16,-1-1 2-16,1 3-2 16,-4-2 0-16,1 2 0 15,-1 0 1-15,3 0-2 16,1-1 1-16,1 0 0 0,2 1 0 15,1 0 1-15,2-1-1 16,-1 1 0-16,-2 0 0 16,0 0 0-16,1 1 0 15,0-1-1-15,3 0 1 16,-2 1 1-16,3 0 0 0,0 1-1 16,1-1 0-16,-3 2 0 15,0-2-1-15,-2 2 2 16,2-2 0-16,-1 0-2 15,-3-1 1-15,0 1 1 16,1-1-1-16,-2 1 0 0,0-1 1 16,-2-1-1-16,0-1 1 15,-1 1-1-15,3 0 1 16,-2-2-1-16,2 0 0 16,3 0 0-16,-2 0 1 15,1 0-1-15,3-4-1 0,-3 1 1 16,1-4 1-16,0 3-1 15,-2-3 1-15,6 1-1 16,-6-1 0-16,2 1-1 16,-1-1 2-16,-1 1-1 15,0-1 3-15,-3 0-1 0,-1 3-1 16,-1-2 3-16,0-1 2 16,1 1-5-16,-3-1 1 15,-1-1 0-15,-1 2 0 16,-2-2 1-16,-3-1 1 15,-2-1-1-15,-1 2 3 0,-1-4-1 16,-3 1-2-16,0-3-1 16,-3 1-1-16,1-3 1 15,-5 1-1-15,-1-2-1 16,-2 0 1-16,-4-3 1 16,-1 0-1-16,-3-3 0 0,-1-1 0 15,-4-3 0-15,0 0 0 16,0-3-1-16,-2-4 0 15,0 3 1-15,-2-3-1 16,-1 0 0-16,1 0 0 16,-1-2 1-16,-3 1-1 0,0-1 1 15,-5 3-1-15,-1-2 0 16,-5 1 0-16,-3 1 1 16,-4 3 0-16,-2-1 0 15,0 7-1-15,-1-2 0 16,-7 4-2-16,-2-1 0 0,-4 2 1 15,-1 2-1-15,-4 1-4 16,0 0 8-16,-7 2-2 16,-1 0 1-16,-3 2-2 15,-4 1-1-15,-1 0 1 16,-5 5 0-16,0-1-2 16,-2 5 2-16,-2 0-2 0,0 3 1 15,-4-1-1-15,-1 2 1 16,-2 0 2-16,-3 0 1 15,0 0 0-15,-3 4-1 16,-2 2 0-16,1 0 0 16,1 1 0-16,-2 0 1 0,-1 0-1 15,2 1-1-15,-1 0 4 16,0 0-5-16,-1-1 2 16,-1 3 2-16,-5-3-2 15,1 3 0-15,-1-1 1 16,-3-2-2-16,-2 2 2 0,1-3-2 15,0 0 1-15,0 3 0 16,1-3 0-16,-3 0 0 16,2 0 0-16,-1-2 1 15,-4 1-2-15,0 0 1 16,0 1 0-16,2-3 1 0,0 4-2 16,0-3 2-16,1 0-1 15,1-1 0-15,0 2 0 16,-2 0 0-16,0-1 0 15,-4 2 0-15,1-2 0 16,-2 3 0-16,2 0 0 0,-2 0 0 16,0 1 1-16,1-1-2 15,-2 0 2-15,2 0-2 16,-2 1 2-16,-1 1-2 16,0-2 2-16,2-1-1 15,0-1 0-15,1 1 0 0,1-3 0 16,1 1 0-16,0-1 2 15,-1-3-2-15,0 3 0 16,-2 0 1-16,2-3-1 16,1 1 1-16,1-1 0 15,-2 0 1-15,3 0-1 0,0 0 0 16,0 0 3-16,0-4-2 16,0 1 0-16,-3 0-1 15,0-1 1-15,1 1-2 16,0 0 1-16,-2 0-1 15,2-1 0-15,0 1 0 16,2-1 1-16,-2-2-2 0,-1 2 1 16,0 0 1-16,-2-2-1 15,0 2 1-15,6 0-1 16,-5-1 0-16,5 1-1 16,2-1 2-16,1-1-1 0,-1 1 0 15,-1 1 0-15,2-3 0 16,-3 2 2-16,5 0-4 15,-4 1 2-15,4-2 2 16,-3 2-2-16,3 1 0 16,-2-1 0-16,0 1 1 0,0 0-1 15,-5-1 0-15,3 3 0 16,-2-1 1-16,0 1-1 16,1 1 0-16,-2 0 0 15,1 0 0-15,-2 0 0 16,0 0 0-16,0 0 0 0,-2 0 0 15,-3 0 0-15,1 0 0 16,-3 0 0-16,3 0 1 16,-1 1-2-16,0 0 2 15,-3 1-1-15,0 2 0 16,1-1-1-16,-6 0 2 16,2-1-1-16,2 0 0 0,-1 1 0 15,-1 0 0-15,-1-2 0 16,2-1 1-16,1 2-1 15,-2-1 0-15,-1 2 0 16,0-3 1-16,3 1-2 16,-1 1 1-16,3-1 0 0,-1-1 0 15,2 0 1-15,1 0-2 16,-3 0 1-16,0 0 0 16,1 0 0-16,0 0 0 15,-1 0 1-15,3-4-1 16,-1 1 0-16,3 0 0 0,-3-1 1 15,0 1-2-15,1-1 1 16,0 0 1-16,4-2-2 16,-2 2 1-16,4-3 4 15,-3 4-3-15,4-1-1 16,-3-1 0-16,0 1 0 0,-2-1 0 16,2 0 1-16,-3 1-1 15,1 0 0-15,0-1 1 16,0 1 2-16,0 0-3 15,2 1 0-15,-1 0 0 16,-2 3 0-16,0 0 1 0,-1 0-2 16,-1 0 1-16,0 0 0 15,1 2 0-15,-1 2 1 16,1 0-2-16,2 2 2 16,-1-2-1-16,-2 0-1 15,1 1 1-15,5-1 0 0,-1 0 0 16,4 0 0-16,1-2 0 15,1-1 0-15,3 1 1 16,0-2-2-16,5 0 1 16,-3 0 0-16,3 0 0 15,1-2 0-15,3-1 0 16,0-1 0-16,-1 0 0 0,4 1 0 16,0-1 1-16,1 1-1 15,0 0 0-15,2 3 0 16,-1-1 0-16,-1 0 0 15,0 1 0-15,3 0 0 16,0 0 0-16,-1 0 0 0,1 0 0 16,0 2 0-16,1 2 0 15,1-1 0-15,2 2 0 16,-1 0 0-16,2-1 0 16,0 3 0-16,-1-2 0 15,2 3-1-15,0-1 2 0,-1 2-1 16,2 1-1-16,0 1 1 15,1 1 0-15,1-1 0 16,-2 4 0-16,3-2 0 16,-2 2 0-16,4-1 0 0,2 0 0 15,0 3 0-15,5-3 0 16,3 0 0-16,0 2 0 16,2-1 0-16,3 1 0 15,-1 0 0-15,3 1 0 16,-1 0 0-16,6-2 0 15,1 1 0-15,3 0-3 0,1-1 2 16,5-2 0-16,3 1 0 16,0 2-1-16,1-2 2 15,2 0-1-15,1 1 0 16,0 2 0-16,0-2 1 16,0 2 0-16,6 0-1 0,0 0 1 15,1 2-1-15,0-3 1 16,0 1-1-16,2-2 0 15,-1 1 1-15,2-2-3 16,-1-1 4-16,4-1-1 16,-2-1-2-16,2-2 1 15,4 1 0-15,2-1 0 0,1-3-1 16,3-1 1-16,4-1-2 16,6-2 0-16,3-2 1 15,8 0 0-15,6-1 0 16,6-5 1-16,6-1 3 0,7-2-2 15,10 2 1-15,7 0 1 16,6 0-2-16,9-3-33 16,4-10-98-16</inkml:trace>
  <inkml:trace contextRef="#ctx0" brushRef="#br0" timeOffset="42506.49">19688 8169 37 0,'0'1'8'0,"0"1"-6"0,0 2-1 0,0 2 3 16,-2 1 1-16,-2 1-3 15,1 2-1-15,2 0 0 16,0-1 0-16,1-4 0 16,0 0 2-16,0-1 3 15,9-4 8-15,2 0 8 0,8-4 0 16,9-8-1-16,10-6-4 16,13-5-1-16,14-3 0 15,14-2-1-15,11-5-7 16,15-1-6-16,11 0 0 15,7-1-4-15,2-5-70 16</inkml:trace>
  <inkml:trace contextRef="#ctx0" brushRef="#br0" timeOffset="51849.88">2503 5999 13 0,'0'1'14'0,"0"2"-1"0,-4 0-4 15,-1 0-5-15,1 1-1 16,0-1-3-16,0-2 1 15,1 2-1-15,1 0 1 0,-1-2-1 16,1 2 1-16,0-3-1 16,2 1 1-16,-4 0 5 15,3-1 9-15,-1 1-2 16,-2 0-5-16,2-1-2 0,-3 2-1 16,-1-1-2-16,-1 1 0 15,2 3-1-15,-2-1-2 16,1 1 1-16,-6 5-1 15,4 0 0-15,-1 1 0 16,-1-1 0-16,-1 3 1 0,1 0-2 16,0 2 1-16,-1 0 0 15,0 1 0-15,0 0 1 16,0 3-1-16,0 0 0 16,1 0 0-16,2-1 0 15,-1 2 0-15,1 0 0 16,2 3 0-16,-1-2 1 0,1 2-1 15,2-2 0-15,-1 1 0 16,0 1 0-16,3-1 0 16,0-1 0-16,0-1 1 15,2 3-1-15,0-2 0 16,0 1 0-16,0-1 0 0,0 0 1 16,0 2-2-16,2-2 2 15,2 2-2-15,1-2 1 16,0 0 0-16,3-1 0 15,-1-3-1-15,-1-1 1 0,4 0 1 16,-3-2 0-16,1-3 0 16,2 2 0-1,1 1 0-15,-3-1 0 0,4 0 2 16,-1-2-1-16,2 5 0 16,-1-2-1-16,1 3 1 15,1 1-2-15,1 3 1 0,-1 3 0 16,-4 2-1-16,1 4-1 15,-1 0 1-15,-1 0 1 16,-3 3 1-16,-2-1-2 16,-1 0 1-16,-1 0 0 15,-2-1 0-15,0 3 1 0,-7 1 2 16,-4 1 0-16,-2 0 0 16,-3 2 0-16,-2 2-3 15,-1 1 0-15,-2 1 3 16,-1-3-3-16,2 1-1 15,-3 0 1-15,1-3 0 16,-3-2-1-16,1-2 0 0,-2-2 0 16,1-4 0-16,-2-4 1 15,4-3-1-15,2-5 1 16,2-4-1-16,1-2 1 16,5-3-1-16,0-1 0 0,1-3 1 15,3 0-1-15,1-1 0 16,2-1 0-16,0 0 0 15,1 0 1-15,1 0 0 16,2-5 2-16,-2 0 5 16,2-2 2-16,0-1-10 0,2 0 3 15,0 1-1-15,0-3 0 16,0 2 1-16,6-1-1 16,0 0-1-16,3 1 1 15,3-1-1-15,-1 1 0 16,2 1 0-16,1 0 1 0,1 0-2 15,1 2 1-15,-1 0-1 16,1 0 1-16,-1 1-1 16,1 1 1-16,3 1 0 15,-2 2 0-15,1 0-1 16,0 0 0-16,2 0 0 16,-3 0 1-16,4 5-2 0,-3 2 2 15,-1 2-1-15,2 5 0 16,-4-1-1-16,1 3 1 15,-3 1-2-15,1 2 2 16,-3 1 0-16,-3 2 1 16,2 2 0-16,-1-2 0 0,-3 2 0 15,-2 1-3-15,4 0 2 16,-4 1 2-16,1 1 1 16,-3 1-5-16,2 2 4 15,-2 4-2-15,-1 0 0 16,-1 3 0-16,1 3 0 15,-1 1 0-15,0 4 0 0,-1-1 0 16,-2 2-2-16,-3 2 1 16,-3-2 1-16,0 2 0 15,2 0 3-15,0-1-3 16,1 4 0-16,-2 2 0 0,2 0 3 16,0 2-3-16,1 2 1 15,3-2 1-15,0-1 0 16,2-3 2-16,0-5 2 15,0-4 2-15,4-5-1 16,5-3 0-16,5-3-1 0,1-3-4 16,5-4-2-16,5-2 0 15,3-5-1-15,3-3-1 16,6-5-4-16,3-6-5 16,4-3-8-16,4-12-4 15,3-14-29-15,0-16-11 16</inkml:trace>
  <inkml:trace contextRef="#ctx0" brushRef="#br0" timeOffset="54998.94">2325 6185 88 0,'0'0'-14'0,"0"0"15"0,11-40 1 0,-9 31-2 16,-2 2 1-16,0 2-1 16,0-1 7-16,0 3 8 15,0-2 1-15,-2 0 2 16,0 2-4-16,-2-1-7 0,3 1-1 16,-1-1-2-16,0 3-3 15,0-1 0-15,-3 2 4 16,2 0 0-16,-3 0 0 15,0 0-5-15,-1 5-2 16,-5 6 5-16,1 3-6 0,-3 3 3 16,1 1 2-16,0 4-4 15,-1-1 4-15,1 5-2 16,0 2 1-16,2 6-2 16,0 6 1-16,-3 8 0 15,5 7 1-15,-3 7-1 0,2 9 0 16,3 3 0-16,-2 2 1 15,4 2-1-15,3-5 1 16,2-4-1-16,0-3 0 16,0-8 0-16,8-1 1 15,3-5-1-15,3-2 0 0,3-2 0 16,3-3 1-16,0 0 0 16,2-5 0-16,1-3-1 15,-2-2 1-15,0-4-2 16,-1-1 1-16,-2-3-1 15,-2-3 2-15,-3 3 0 0,-2 0-1 16,-2 6 0-16,-6 4 0 16,-3 2 0-16,0 6 0 15,-1 4 0-15,-9 1 0 16,-5 3 0-16,-2-2-1 16,-3-2-4-16,-5-3-1 15,-2-3 5-15,-4-8 0 0,2-4 0 16,0-5 2-16,5-11-1 15,3-4 0-15,3-10 1 16,7-1-2-16,7-1-24 16,2-10 20-16,2-1-7 0,0-4 6 15,2-1 6-15,9 1 0 16,1-1 0-16,3 0-1 16,3 1 2-16,-1 2 0 15,4 2-1-15,1 2 0 16,0 3 0-16,3 4 0 0,-1 3 0 15,3 0-1-15,0 11 1 16,0 10 0-16,-1 9-2 16,1 10 2-16,-2 8-1 15,0 5-2-15,-5 8 2 16,0 4 3-16,-6 6 1 0,-1 2-2 16,-7 2 1-16,-3 3 1 15,-3 0-1-15,0 0 0 16,-3-2 2-16,-8-3 4 15,-1-6 1-15,-2-2 1 16,1-8 5-16,1-3 1 16,1-7-3-16,2-6-1 0,5-8-1 15,4-5-3-15,0-6-3 16,11-10-4-16,16-11-1 16,10-7 1-16,15-28-1 15,17-27-2-15,19-32-10 16,16-33 3-16,11-32-40 0,7-25-54 15</inkml:trace>
  <inkml:trace contextRef="#ctx0" brushRef="#br0" timeOffset="56512.34">5972 3066 17 0,'0'0'16'0,"0"-3"3"0,0 2-10 0,0-2-8 15,0 0 1-15,2 0 0 16,0 2-2-16,3-1 1 16,-5 2-1-16,4-1 2 0,-1 1-2 15,-2 0 0-15,3 0 0 16,-2 0 1-16,0 0-1 15,2 4 0-15,-3 2 0 16,3-1 0-16,0 4 0 16,-2-2 1-16,1 2-1 15,2-2 0-15,-1 1 0 0,0-2 0 16,1-3 1-16,3-3-1 16,2 0 1-16,5-9 15 15,8-11-4-15,8-8-5 16,15-9-5-16,12-10 0 15,15-12-2-15,13-10-3 16,11-9-49-16</inkml:trace>
  <inkml:trace contextRef="#ctx0" brushRef="#br0" timeOffset="68195.74">6408 10696 52 0,'-6'2'0'0,"3"-2"2"0,3 2 1 0,-2-1 0 0,2-1-3 16,0 0 0-16,0 2 1 15,0-1-2-15,0-1 0 0,2 0-1 16,0 0 3-16,3 1 2 16,1 1-1-16,2-2 1 15,0 0 1-15,1 0-4 16,5 0 0-16,-3 0 3 15,2 0-4-15,3 0 2 0,-1 0 3 16,3-2 3-16,-4 0 0 16,6-1-3-16,-2-1 1 15,0 1-1-15,2 0-1 16,1 0-1-16,0 0-1 16,1 0 0-16,1 2-1 0,-1-1 1 15,1-2-1-15,1 3 0 16,-1-2 1-16,1 0-2 15,2-1-3-15,2 1 7 16,3-1-1-16,0 1-1 16,2 0-1-16,6-1 0 0,-3 1 1 15,4-1-1-15,0 1 0 16,3-1 0-16,-1 1 0 16,3 0 1-16,0 0-1 15,4 0 0-15,-2 2 0 16,2-1 0-16,2-2 1 0,-1 3-2 15,5-1 4-15,-1-1-5 16,2-1 2-16,2 1 2 16,0 2-2-16,0-2 0 15,2 0 0-15,-4 3 0 16,3-1 0-16,1 1 1 16,-2 0-1-16,-1 0 0 0,4 0 0 15,-1 0 0-15,3 4 0 16,0 0 0-16,4-1 0 15,0 1 1-15,0-1-1 16,0 0 0-16,2-1 1 0,-1 1 1 16,-3-2 1-16,2 2-1 15,2-2 3-15,-1 0-2 16,1 1 0-16,2 0 4 16,2-1 0-16,-1 2-1 15,-1-1 0-15,0 3-1 16,0-1-3-16,2 3 0 0,-2-1 0 15,3-1-1-15,-4 1-1 16,5 0 1-16,-1-3 2 16,-3-1 0-16,0-1 2 15,-3-1 5-15,-2 0 2 16,-2 0-1-16,-6-6-2 0,-3-1-1 16,-3-2-3-16,-4 2 3 15,-6-1-3-15,-2 2 1 16,-7 2-4-16,-8 1 0 15,-3 2-1-15,-9 1 1 16,-1 0-1-16,-7 0 2 0,-2 0-1 16,0 0 0-16,-3 5-2 15,0 4-4-15,0 2-18 16,-8-1-21-16,-4-5-57 16</inkml:trace>
  <inkml:trace contextRef="#ctx0" brushRef="#br0" timeOffset="69406.61">12461 10593 38 0,'-17'4'0'0,"0"0"1"0,-1 1 0 0,-6-1-1 0,4 2 1 15,-5-2-1-15,-2 1 0 16,2-1 0-16,-1-3 5 16,1-1 11-16,3 0 7 15,0 0-2-15,6 0-6 16,-2 0-8-16,0 0-3 0,4 0-3 15,0 0 0-15,4 0 0 16,-1 0 2-16,1 0 4 16,4 0-1-16,-2 0 2 15,3 0 0-15,2 0 1 16,0 0-2-16,3 0-3 0,-1 0-2 16,1 0-2-16,0 0-3 15,0 0-1-15,0 0 5 16,0 0-1-16,3 0-1 15,5 0 2-15,1 0 1 16,2 0 1-16,5 0 4 16,2 0-4-16,2 0-1 0,7 0 1 15,4 0-2-15,2 0 1 16,1 0 0-16,4 0-2 16,2 0 0-16,1 0 1 15,4 0 3-15,1 0 1 16,5 0 2-16,2 0-5 0,1 0-1 15,3 0 0-15,3 0-2 16,-2 0 0-16,3-1 5 16,4 1-3-16,3-1 7 15,2 1-3-15,1 0-1 16,3 0-3-16,0 0 0 0,-1 2 0 16,2 4 0-16,-2-1-1 15,0 0 0-15,4-1 0 16,-2-1 1-16,3-1-1 15,-1 0 1-15,0-2 0 16,-4 0-1-16,-2 0 1 0,-3 0-1 16,-3 0 0-16,1-4 1 15,-1 0 2-15,0 1 1 16,-1-2 1-16,2 1-1 16,0 0-1-16,-4 1 0 15,2 1-1-15,-8-2 1 0,1 0 1 16,-2 2-1-16,-3-1-1 15,-2 1-2-15,-2 2 1 16,0 0 1-16,-3 0-2 16,-2 0 0-16,-2 0 0 15,-4 0 0-15,-5 0 1 0,-5 0-1 16,-1 0 1-16,-8 0 3 16,-2 0-1-16,-4 0 1 15,-2 0 2-15,-1 0-1 16,-2 0-1-16,-2 0-2 15,0 0 1-15,-3 0-2 16,-2 0 1-16,1 0 0 0,-1 0 0 16,0 0 1-16,0 0 1 15,0 0-1-15,0 0 1 16,0 0 1-16,0 0 2 16,0 0 1-16,0 0 1 15,0 0-3-15,0 0-1 16,0 0-4-16,0 0-1 0,1 0-2 15,1 0-2-15,4 0-6 16,-2 4-15-16,3-4-35 16,1 0-55-16</inkml:trace>
  <inkml:trace contextRef="#ctx0" brushRef="#br0" timeOffset="70118.7">16402 10086 130 0,'-1'0'-6'0,"-3"0"21"0,0 0-9 15,3 0-2-15,-1-3-2 16,0-1 12-16,1 0 1 0,1-3 4 16,0 0-1-16,0-1-8 15,0 1-6-15,0-1-4 16,5 1 0-16,2-2 0 16,-1 2 0-16,1 2 1 15,0 0-4-15,2 1 2 0,-2 2 2 16,1 1-3-16,1 1 3 15,-2 0-1-15,2 2 0 16,-2 6 0-16,1 2 0 16,-5 6-1-16,2 2 1 15,-3 2 1-15,-2 2 0 16,0 1-1-16,0 0 2 0,0-2-1 16,-7 2 1-16,2-1-2 15,-1 0-8-15,-3 1-27 16,1-5-31-16,2-2-56 15</inkml:trace>
  <inkml:trace contextRef="#ctx0" brushRef="#br0" timeOffset="70281.87">16441 10407 223 0,'0'0'14'15,"0"0"-12"-15,0 0-2 0,0 0 0 16,0 0 2-16,0 0 0 15,0 0-1-15,15 37 0 16,-8-31-24-16,0-3-33 16,-2-3-18-16</inkml:trace>
  <inkml:trace contextRef="#ctx0" brushRef="#br0" timeOffset="70387.84">16471 10485 289 0,'0'0'1'0,"0"0"-27"0,0 0-40 16</inkml:trace>
  <inkml:trace contextRef="#ctx0" brushRef="#br0" timeOffset="72429.52">16729 9705 142 0,'0'0'-61'0,"0"0"79"0,0 0-5 16,0 0-3-16,0 0-5 15,0 0-2-15,16-38 5 0,-16 33-1 16,0-1 1-16,0 2 6 16,0-1-7-16,0 1-4 15,0 0-2-15,0 0 0 16,0-1-1-16,-2 1 1 16,-5 0 1-16,0-2-1 15,-3 1 3-15,-1 0 2 0,-3-2-1 16,0 1 1-16,-3 1 2 15,1-1-3-15,-5 3-1 16,2 2 1-16,1 1-4 16,-5 0-1-16,-1 0-1 15,-1 5 6-15,1 6 0 16,-5 5-6-16,-2 0-5 0,-3 8 12 16,-2 4-7-16,2 4 1 15,-1 3 1-15,5 2-5 16,3 4 4-16,8-1-2 15,0 4 0-15,7 2 0 0,4 2-1 16,-2 9-1-16,3 2 2 16,-1 4 4-16,0 0-3 15,1 0 2-15,-1 0-1 16,3-3-1-16,1-4 0 16,4-5 1-16,0-5 2 0,0-5-7 15,10-9 2-15,6-7-3 16,3-4 12-16,5-4-5 15,7-7-1-15,2-4 1 16,6-5-1-16,7-1 3 16,3-10-2-16,5-7-1 15,1-7-3-15,4-5 2 0,-2-7 1 16,3-5 0-16,-3-6-1 16,-5-4 2-16,-4-3 0 15,-8-4 0-15,-7-2 1 16,-10 0 3-16,-8 2 3 0,-6 1 3 15,-9 3-4-15,0 3-2 16,-13 5-3-16,-3 7-2 16,-9 3-4-16,-6 5-18 15,-7 4-27-15,-10 1-41 16</inkml:trace>
  <inkml:trace contextRef="#ctx0" brushRef="#br0" timeOffset="78673.44">5588 13446 90 0,'-11'-7'7'0,"4"0"6"0,1 0 6 0,3 2-4 0,1 0-8 15,0 2 2-15,2 2-4 16,0 1-3-16,0 0-1 16,0 0-3-16,2 0 1 15,2 1 2-15,5 5-1 16,-2 1 0-16,3 2 0 0,2-1-1 15,3 0-1-15,1 0-1 16,5-1 0-16,-1-1 0 16,6-1 1-16,2-2 0 15,2 2 2-15,2 0 1 16,2-1-1-16,1-1-2 0,2 1 1 16,-2-2-2-16,3-2 4 15,0 0 0-15,-1 0 0 16,6 0-2-16,-1 0 3 15,6 0 0-15,0-2-3 16,2-3 4-16,4-1-1 16,-3 0 2-16,3 0-2 0,-2 1 2 15,1 1-3-15,2 1-1 16,-3 0 2-16,2 3-2 16,-3 0 2-16,3 0-1 15,2 0 0-15,0 0 0 0,2 0 1 16,2 0 0-16,0-1 1 15,3 1-1-15,0-2 0 16,-1 1-1-16,1-2 1 16,-3 0-1-16,3 1-1 15,-2-2 1-15,3-1 0 0,-3 1 0 16,5-3 0-16,-1 1 2 16,4-2-2-16,0 0 1 15,1 0-2-15,-1-2 1 16,0 3 0-16,-4-2-1 15,-2 3 1-15,1-1 0 16,-1-1 2-16,2 2 2 0,0 0-1 16,0 1 0-16,0-2 0 15,2 0-2-15,0-1-1 16,-1-1 0-16,-3 1 0 16,2 0 0-16,-7 2 0 0,0 0-1 15,-2 2 2-15,-2 0-2 16,-4 3 0-16,0-1 0 15,-4 2 0-15,0 0 1 16,-1 0 2-16,-1-1 1 16,0-2 0-16,4 2 0 0,-2-1 0 15,0 2-2-15,3 0-1 16,-4 0 0-16,2 0 0 16,-1 0 0-16,0 3 0 15,2 1-2-15,-2 2 2 16,2-2 0-16,-1 0-1 15,-1 1 2-15,2 0-2 0,1 0 0 16,1 0 0-16,3 1 1 16,-2 0-1-16,-1 0 2 15,3-1-2-15,-4 1 0 16,2-1 0-16,1 1 0 16,1 0 0-16,1-2 0 0,0 0 0 15,0 2 0-15,1-2 0 16,-1 0 2-16,4-1 2 15,1 1-2-15,3-1 0 16,-1-1-1-16,5 1 0 16,1-2-1-16,0-1 1 0,5 0 0 15,-3 0 0-15,3 0-1 16,2-4 1-16,-3 4-1 16,2-2 0-16,-1 2 0 15,2 0 0-15,1-1 0 16,2 1 0-16,-1 0 0 0,4-2 1 15,-1 2 1-15,1 0 1 16,-2 0 2-16,0 0-3 16,-3 0 2-16,2 5-3 15,0 2 2-15,-4 1-1 16,3 1-1-16,0 2 0 0,0 1 1 16,0-1-1-16,-1 1 0 15,0 0 0-15,-3-2-1 16,4 1 1-16,-3-1-1 15,0-3 1-15,2 1 0 16,-2-4-1-16,1 3 2 16,0-4-2-16,-2 1 0 0,0-1 1 15,-1-2 1-15,2 1-1 16,1-1 0-16,-2-1 0 16,2 0 0-16,-1 0-1 15,-1 0 1-15,1-4 1 0,-1-2-1 16,-3 3 3-16,-4-1-1 15,3 0 0-15,-3 3 0 16,2-1-2-16,1-1 1 16,-1 3 1-16,5 0-2 15,-4 0 0-15,2 0 0 16,0 0 0-16,-3 2 0 0,0 2-1 16,-2 3 0-16,-1-3 1 15,1 2-1-15,-2 1 0 16,2 0 1-16,1 2-1 15,1-2 0-15,2 2 0 0,0-4 1 16,-1-1-1-16,1 1 0 16,1-4 1-16,0-1-1 15,-1 0 0-15,0 0 0 16,1-4 1-16,-3-2-1 16,-1 1 0-16,-1-3 0 0,-6 3 1 15,1 0-1 1,-3-2-1-16,-2-1 1 0,-2 2 1 15,0-3-1-15,-1 1 0 16,-1-2 1-16,-2 0-1 16,1 1 2-16,-3 0-4 15,-2 0 1-15,-4-1 0 0,-4 1 1 16,-4 2 0-16,-2-2 0 16,-6 1-8-16,-3-3 8 15,-2 1 1-15,-2-3 0 16,-2-1-1-16,1-3 1 15,0 0 0-15,-2-3-1 0,-4-3 0 16,1 1-3-16,-3-3 0 16,-1 0 2-16,-4 1 1 15,-2 0 0-15,-2 1 0 16,0 2 1-16,-2 0 0 16,-6 3-2-16,1 1-2 15,-5-2 0-15,-1 1-2 0,-1 0-3 16,-1-1 1-16,0 0 3 15,-1-3 4-15,-2 5-3 16,1-4 7-16,-2 1-2 16,2 2-1-16,-2-1-8 15,2 6 4-15,-5-1 4 0,1 3-2 16,-2 1 3-16,-2 3-5 16,-2 1-3-16,0 0 8 15,-1 3-2-15,-2-1 1 16,0-1-14-16,-1-1 27 0,0 0-12 15,-1-1-2-15,-1-3 3 16,0 1 1-16,2 0-2 16,-3-3 2-16,0 1 1 15,-2 1 1-15,0 0-1 16,-3-1 0-16,-1 2-1 0,0-1 1 16,-3 3-2-16,0-1-1 15,-2 1-2-15,-3-1 1 16,0 4-1-16,-3 0 0 15,-4 2 0-15,-1 1-2 16,1 1 3-16,-1 0-4 16,-4 0 1-16,1 0 4 0,0 3-3 15,-1 0 0-15,-3 1 1 16,-3 3 0-16,4-1-1 16,-4-2-1-16,1 1 1 15,2 1 1-15,-1-3 0 16,1 0 3-16,0-3-7 0,-1 0 6 15,1 0 2-15,-2 0-4 16,-2 0 0-16,-3-6-2 16,1 1 3-16,0-1-1 15,-3 2 1-15,-1-2 0 16,-1 2-3-16,-3 1 1 16,2 3 4-16,-4 0-2 0,-1 0-2 15,-2 0 2-15,-1 3-3 16,3 3 1-16,-1-1 1 15,-4-2 0-15,2 1 1 16,5-2 0-16,-2-1 0 0,2-1 1 16,1 0 3-16,2 0 4 15,3 0-5-15,0-3-3 16,-3-1-1-16,3 1 2 16,2-4-3-16,1 1 3 15,-4 1-1-15,-1-1-1 0,3-2-2 16,-1 3 4-16,2-2-2 15,-1 3 1-15,4-2-1 16,-2 3 1-16,1-1-1 16,1 3 1-16,-1-1 0 15,-1-1-2-15,0 2 1 16,-2 0-1-16,0-1 3 0,0 1-2 16,-3-1 0-16,2 1 0 15,-5 0 1-15,4-1-1 16,0 1 0-16,-3-1 1 15,4 1-1-15,-2-2 0 16,0 2 0-16,1-2 0 0,-3 3 1 16,0-2-1-16,-2 2 0 15,-1-1 0-15,-1 1 0 16,-5 0 0-16,-2 0 1 16,0 0-2-16,-4 0-1 15,3 0 3-15,-3 3 0 0,1 3-1 16,1-1 0-16,3 2 0 15,-3 0 0-15,1 0 1 16,0-1-1-16,1-2 2 16,-1-1-4-16,-3-3 4 15,-1 0-5-15,-2 0 3 0,-2 0 0 16,-7 0-1-16,0 0 2 16,3 0 0-16,-4 0-2 15,-1 0 1-15,3 0 0 16,1-1 0-16,-1-2 0 15,1 0 1-15,1-1-5 0,-1-2 6 16,3 3-3-16,-1-2 3 16,1 0-1-16,-2 1-2 15,-1 1 1-15,3-1 0 16,3 0 0-16,0 4 0 16,3-2-1-16,0 2 1 0,1 0-1 15,3 0 2-15,-1 0-1 16,2 0 2-16,4 0-3 15,0 2 2-15,1-2-1 16,4 0 0-16,1 0 0 16,0 0 0-16,0 0-1 15,1 0 1-15,-2 0 0 0,4 0 0 16,-2 0 0-16,0 0 0 16,1 0 0-16,-2 0-1 15,2-2 0-15,-2-1 2 16,-2 1-2-16,-2 0 2 0,2 1 0 15,-1-1-2-15,1 0 1 16,0 0-2-16,0 0 4 16,-2 1-3-16,3-2 0 15,-1 1 0-15,0-3-2 16,-2 1 4-16,-2 0 1 0,3-2-1 16,-3-1-2-16,0 0 1 15,1-2 1-15,1 1-1 16,1-1 0-16,-3 2 0 15,2 0 1-15,2 0-2 16,0 0 2-16,1 3-2 16,-1 1 1-16,-1 0 0 0,4 1 0 15,0 1 0-15,2 1-1 16,1 0 1-16,-2 0 0 16,4 3 0-16,4 4 0 15,-1 0 1-15,2 2-3 16,5-1 4-16,2 4-2 0,-1 0-1 15,3 1-2-15,3 1-2 16,3-1 6-16,4 3 0 16,2-2 1-16,5 3-2 15,0 3-1-15,1 0 1 16,4 4-1-16,2 0 1 16,3 3-1-16,7 0 0 0,0 2 1 15,5 0-2-15,5 0 1 16,1 1 0-16,3-2-1 15,5 0 1-15,-2-1-1 16,5 2 1-16,1-1-2 0,0 1 3 16,0 0-2-16,0-1 0 15,5 0-1-15,1-1 1 16,3-2 1-16,-1 1 0 16,2-2-1-16,1 0 2 15,3 0 0-15,-3-1 0 0,5 1-2 16,-1-2 2-16,1 0-1 15,2-2-2-15,2 1 2 16,1-1-1-16,2 0 0 16,0-3 0-16,2 0 1 15,0 0-1-15,1-1 0 16,0-1-1-16,1-3 0 0,2 2 1 16,-2-1 0-16,4-2-1 15,3-1 1-15,-1 0-3 16,6-3 4-16,-1-1-2 15,2-2 4-15,0 0-2 16,3-1 1-16,-1-1-1 0,3-1 2 16,-2-1-1-16,6 0 0 15,-2 0 0-15,0 0 0 16,-1 0 1-16,0 0-1 16,0 0 1-16,1-2-2 0,0 1 1 15,2 0 1-15,0-1-1 16,1 1 0-16,3-2 0 15,-2 1 0-15,1-1-2 16,2-2 2-16,2 1-1 16,-3-3 1-16,5 1-2 0,-2-1 4 15,0 1-1-15,0 2-3 16,-1-2 3-16,1 2 0 16,-2 3-1-16,0-1 1 15,-3 2-1-15,-2 0 0 16,-1 0 0-16,0 0 1 15,2 2-1-15,-2 2 0 0,2 0 1 16,2 2-1-16,-2-2 0 16,0 1 0-16,2-1 0 15,-3 0 1-15,2-2-2 16,-2 1 2-16,2 0-2 16,-1-1 1-16,-3-1 0 0,4 1-1 15,5-2 2-15,-1 0-1 16,3 0-1-16,1 0 2 15,3-3 0-15,-3-2-1 16,3 0 0-16,-1-2 0 16,-1 1 1-16,-2 1-1 0,0 0 0 15,1 2 0-15,1-1 0 16,2 0 1-16,1 0 0 16,2 1 1-16,2-1-2 15,2 1 1-15,3 0-1 16,-1 0 1-16,2 3-1 0,6 0 0 15,2 0 1-15,5 2 1 16,6 6 0-16,9 5 2 16,6 1 0-16,3 0-24 15,-1-8-116-15</inkml:trace>
  <inkml:trace contextRef="#ctx0" brushRef="#br0" timeOffset="79777.67">17845 13289 52 0,'0'0'19'0,"0"0"7"0,0 0 2 0,0 0 2 0,0 0-7 16,0 0-11-16,0 0-6 15,0 0-1-15,0 0 5 16,13-37 7-16,-13 37-3 0,0 0-8 16,0 0-6-16,0 0-6 15,0 6 5-15,0 2 7 16,0 3-4-16,0-2-1 15,2 2-1-15,4-1-2 16,3-2-4-16,-1-1 0 0,1-2 5 16,1-2 0-16,2 0-1 15,-1-3 7-15,3 0-4 16,-1-4 1-16,5-7 0 16,-1-4-1-16,7-2 3 15,2-3-2-15,1-7 1 16,2-1-1-16,3-6 2 0,3-3 0 15,5-3 1-15,0-1-2 16,5-2 1-16,-1 2-2 16,6 1-1-16,-3 2 0 15,4 0-1-15,-3 4 1 16,-2 2-1-16,-1 5 1 0,-7 3 2 16,-6 4-1-16,-6 6 1 15,-5 3-2-15,-2 2 1 16,-3 5-2-16,-7 2 0 15,1 2 1-15,-1 0 0 16,1 0-1-16,-6 2-24 0,-1-2-60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6:22:54.7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2866 6385 14 0,'-1'0'2'0,"-1"-3"4"0,0 2 1 0,-2-1-1 0,0 2 0 16,-1-1 1-16,-2 1-3 16,0 0 2-16,-3 0 0 0,1 0 0 15,-1 0 1-15,-1 1-1 16,-1 3-4-16,2-1-1 15,1 2 0-15,0-1-1 16,0-3 1-16,2 2-2 16,1 0 2-16,1-3-1 15,1 2 2-15,-1 0 2 0,1-2 1 16,3 0 0-16,-1 0 0 16,2 0-1-16,-2 0 0 15,2 0 0-15,0 2-5 16,0-1-4-16,0-1 2 0,0 2-1 15,6-2 9-15,4 2-5 16,-1-2 0-16,2 0 1 16,3 0 1-16,1 0 2 15,1 0-3-15,-1 0 0 16,4 0-1-16,0 0 2 16,1 0 0-16,3-2 0 0,-1-1-1 15,2 1 2-15,-1-2-2 16,2 1 0-16,-2 3-1 15,2-3 1-15,-2 2-1 16,2-2 1-16,0 0-1 16,1 2 1-16,1-2-1 0,0 1 0 15,1 1 0-15,0-2 0 16,1 3 0-16,-2 0 0 16,0-1 0-16,0 1-1 15,-1 0 1-15,1 0 1 16,-1 0-2-16,1 0 2 0,0 0 0 15,0 0 0-15,2 0-2 16,0 0 1-16,-2 0 0 16,3 0 0-16,1 0 0 15,2 0 1-15,-2 0-1 16,1 0 1-16,1 0 0 16,0 0-1-16,1 0 0 0,-1 0 1 15,1 0 1-15,1 0-2 16,2 0 0-16,-2 0 0 15,1 1 0-15,-2 1 0 16,3-1 0-16,-1 0 1 0,1 1-1 16,1-2 0-16,4 3 0 15,3-2 0-15,1 1 0 16,-1 1 1-16,2-1-1 16,0 0 0-16,-2 0 0 15,2 0 0-15,-1 2 0 0,1-1 0 16,2 0 0-16,1 1 0 15,-4-2 0-15,4 2 0 16,-3 1 0-16,-2 1 0 16,4-3 1-16,-2 3-1 15,4-2 0-15,-2 0 0 0,1 2 1 16,3-3-1-16,-2-2 0 16,5 4 1-16,-2-3-2 15,6 1 1-15,-1-1 1 16,1 1 0-16,2-1 0 15,1 0 0-15,2-1 0 0,0-1 1 16,3 1 1-16,1 1-1 16,4-2 0-16,0 0 1 15,2 0-3-15,0 0 0 16,2 0 1-16,0 0-1 16,2-3 0-16,-4 0 1 0,2-2 2 15,-2 0-1-15,1 1 3 16,1-3 1-16,-2 1 0 15,2-1 0-15,0 2-1 16,-2-2-1-16,-2 1 0 16,-1 1-2-16,-5 1-1 0,0 3 0 15,-4-1 0-15,1 2-1 16,-2 0 0-16,-1 0 0 16,-3 0 1-16,-4 0 0 15,-8 0 2-15,-3 3-2 16,-7 3 1-16,-4 1-1 15,-6 3 0-15,-6 7-1 0,-4 2 0 16,-12 6 4-16,-4 4-12 16,-6-1-71-16</inkml:trace>
  <inkml:trace contextRef="#ctx0" brushRef="#br0" timeOffset="2062.69">2521 9115 4 0,'-4'-5'11'0,"0"-2"7"0,0 0-1 0,0 0-1 16,2 0-3-16,-2 0-4 15,2-1-2-15,-1-1 2 16,-1 3-2-16,2 1-3 0,0-2 2 15,0 2-1-15,0 1 1 16,1-2 0-16,1 2-2 16,0 1-1-16,0 2 1 15,0-2-2-15,0 0 0 16,0 2-3-16,0-1 2 16,3 1 0-16,3 1-2 0,1 0-1 15,4 0-2-15,2 0 1 16,1 0 0-16,6 0 0 15,2 0-1-15,1 0 2 16,1 0 2-16,1 0-4 16,2 0 5-16,-1 0-1 0,4 0 0 15,3 0 0-15,0 0 0 16,5 0 3-16,3 0-1 16,-1 0 0-16,2 0-1 15,1-2 0-15,0-2 1 16,1 3 0-16,3-3 1 0,-2 1-2 15,2 0 0-15,2 0-1 16,-4 1 0-16,2 1 0 16,-3 0 0-16,-2 1 0 15,2 0 0-15,0 0 0 16,1 0 1-16,1 0-1 0,-2 0 1 16,2 1 0-16,1-1 0 15,-3 1-1-15,1 1 1 16,2-2-1-16,1 0 0 15,-2 0 0-15,2 0 0 16,0 0 2-16,-3-2 4 16,-1 1-1-16,-3 0-2 0,1-1 1 15,-1 2-1-15,0-1-1 16,0 0 1-16,-3-1-1 16,2 1-1-16,1-1 1 15,-3 0-1-15,2 1 0 16,-2-3 0-16,4 1 0 0,-1 0 0 15,4-1 0-15,-3 1 0 16,2-2 2-16,-1 0 0 16,-1 1-3-16,0 0 1 15,1-1 1-15,-1 0 0 0,2 1-1 16,0 1 0-16,-2 0 0 16,1 0 1-16,-1 0-1 15,3 0-1-15,-3 2 1 16,6-2 0-16,0 2 0 15,2-1-1-15,-2 2 1 0,2 0 0 16,0 0-1-16,-2 0 0 16,-2 0 0-16,2 0 1 15,4 0-1-15,-4 0 0 16,0 0 0-16,2 0 0 16,-2 0 0-16,0 0 0 15,-2 0 0-15,3-1 0 0,-2-2 2 16,0 2-1-16,-2 1 2 15,2 0-2-15,-3 0 0 16,-1 0 0-16,1 0 0 16,-1 0-1-16,4 0 1 15,0 0 0-15,-3 0-1 0,1 4 0 16,0 0 1-16,-3 0-1 16,1-1 1-16,-1 3-1 15,0-2 0-15,0 2 0 16,0-2 0-16,0 0 0 15,3 1 0-15,-5-1 0 16,3 0 0-16,-1-1 0 0,0 1 0 16,1 2 0-16,1-3 0 15,-1 1 0-15,-2 0 2 16,1 1-2-16,2 0 0 16,-1-2 0-16,-1 1 0 15,1 1 0-15,3-4 0 0,-1 3 1 16,0-1 1-16,-2-3-1 15,1 2 0-15,-4-1 0 16,1-1 0-16,-1 0-1 16,0 0 1-16,-3 0-1 0,0 0 0 15,-4-4 0-15,-1-2 1 16,-3 2 3-16,-4-2 7 16,-3-1 0-16,-2 1 0 15,0 2-4-15,-6-2 0 16,-1 1-3-16,1-1-1 0,-4 2 0 15,0 0-2-15,-4 1 0 16,-1-2 0-16,1 2 1 16,-4 1-1-16,0 0 0 15,1 1 0-15,2 1-1 16,-1 0 1-16,-1 0 0 16,5 0-5-16,-1 0-28 0,-1 0-52 15,-3-1-74-15</inkml:trace>
  <inkml:trace contextRef="#ctx0" brushRef="#br0" timeOffset="7098.85">9235 6486 67 0,'7'-1'2'0,"1"-4"3"0,4 0 3 0,-3 2-4 15,3-1-1-15,-1 2-3 16,0-1 1-16,2 2 0 15,0-1-1-15,3 2 0 16,2-1 0-16,0-1 1 16,5 1-1-16,-1 1 0 0,5-4 0 15,2 2 2-15,0 1-2 16,6-2 0-16,-2 0-3 16,5 1 1-16,-1 0 2 15,3-1 0-15,0 2 3 16,5-2-3-16,-1 0 4 0,6 1-1 15,-2 1-3-15,6 0 2 16,0 1-1-16,2-3 0 16,-3 3 0-16,3 0 2 15,0-1-2-15,0 0 0 16,-1-1 0-16,1 2 1 0,2 0-1 16,1 0 0-16,1-2 0 15,3 2-1-15,-1 0 2 16,1 0 1-16,-1 0 1 15,1 0-1-15,-2 0 2 16,-1 0 1-16,-2 2 0 16,0 0-2-16,0 0-1 0,3-2-1 15,-1 0 0-15,3 0 1 16,0 0-1-16,3 0 0 16,-1 0-2-16,-1 0 1 15,-1 0-1-15,-4 0 2 0,-3 0-2 16,-2 0 0-16,0 3 0 15,-2-1 2-15,0 0 2 16,4 2-2-16,0-2 0 16,1-1 0-16,6 1 0 15,-2-1 1-15,4-1-1 0,-2 0-1 16,1 1 0-16,-3 0 0 16,-1 1 0-16,0-2 0 15,-2 2 0-15,2-1 0 16,0-1 3-16,3 0 2 15,3 0-1-15,1 0-1 16,1 0-1-16,1 0-1 0,-1 0 0 16,0 0-1-16,-2 0 0 15,-1 0 1-15,0 0-1 16,0 0 0-16,2 0-1 16,2 0 1-16,1 0-1 15,1-1 0-15,2-1 0 0,-1 2 1 16,-3-2-1-16,0 0 1 15,4 1 1-15,2-1 2 16,0-1-1-16,2-1 0 16,2 1 0-16,0-1-1 0,0 2 0 15,-3 0 0-15,-2-1 0 16,-3 1-1-16,-2-2 0 16,-2 1 0-16,-3 0 0 15,0-1-1-15,-2 1 0 16,-2-1 1-16,-3 1 1 0,-3 2 3 15,-1-1-1-15,-6 1-2 16,2 1 0-16,-4 0-1 16,-2 0 0-16,-4 0 2 15,-3 0-3-15,-5 0 2 16,-4 0-1-16,-6 0 0 0,-2 0-1 16,-5 0 1-16,-3 0 1 15,-2 0 0-15,0 0 1 16,-5 0-5-16,3 3-32 15,-2-2-32-15,3-1-3 16</inkml:trace>
  <inkml:trace contextRef="#ctx0" brushRef="#br0" timeOffset="7532.86">16347 6193 67 0,'0'0'15'0,"0"0"0"0,-2 0-10 0,2 0 0 0,0 0-3 16,0 0 0-16,0 0 8 16,0 0 18-16,6 0-17 15,3-4-6-15,5-2-4 0,2 1 4 16,4-5 1-16,1 3-1 15,6-2 6-15,8-2-2 16,2 1-2-16,10-3-4 16,7 4-1-16,7-2 0 15,7 4 1-15,6-2-1 0,3 0-22 16,3-4-55-16</inkml:trace>
  <inkml:trace contextRef="#ctx0" brushRef="#br0" timeOffset="10485.82">4351 7429 81 0,'-4'0'1'0,"0"0"6"0,2 0 4 15,0 0-2-15,2 0-4 16,0 0-3-16,0 0-4 15,0 0 0-15,4 0 2 0,4 0 1 16,4 0-2-16,1 0 1 16,3 0 1-16,2 0-1 15,4 0 1-15,1 3 0 16,0-2-1-16,1 2 0 16,2-3-1-16,3 3 2 0,-1-2-1 15,5-1 0-15,3 0 1 16,5 0-2-16,3 0 1 15,3 0-1-15,-1 0 0 16,4 0 1-16,-2 0 0 16,4 0 0-16,2 0-1 0,4 0 2 15,-2 0-1-15,8 0 2 16,2 0-2-16,3 0 1 16,6 0 0-16,4-1 1 15,1-2-2-15,5 2 1 16,2-1-1-16,-1 1-1 0,-1 1-4 15,-3 0-1-15,3 0 2 16,0 0 3-16,-3 0 5 16,4 0-2-16,3 1 2 15,0 2-3-15,-1-3 1 16,-1 0-2-16,2 0 1 0,0 0 1 16,-1 0-1-16,5 0-1 15,-1-4 1-15,4-1-1 16,-5 0 1-16,1 0 0 15,0 1-1-15,-2 0 0 16,-1-1 0-16,-2 1 1 0,-2 0-1 16,-2 1 1-16,-1 1 6 15,-5-1-2-15,-2 0-2 16,-3 0 1-16,-2 2-1 16,-4-1-1-16,-3 2 0 15,-7 0 0-15,-9 0-1 0,-5 0 0 16,-8 0 1-16,-8 3 0 15,-4-2 1-15,-5 2 0 16,-6-1-1-16,-3-1 2 16,-5-1-2-16,0 0 0 15,-2 0 6-15,-1 2 21 16,0-2 4-16,0 0-14 0,0 0-13 16,0 0-2-16,0 0-3 15,0 0 1-15,0 0 1 16,0 0 0-16,0 0-1 15,0 2 1-15,0 1-32 16,3-3-45-16,-1 0 5 0</inkml:trace>
  <inkml:trace contextRef="#ctx0" brushRef="#br0" timeOffset="12009.99">12601 7102 71 0,'2'0'2'0,"1"0"2"0,4 0 2 16,0 0 1-16,1 0 2 16,4 0 0-16,-1-1 0 0,6-8 6 15,1 1 2-15,5-5 4 16,8 0-5-16,5-4-3 15,10 0-6-15,12 0-4 16,11-1-1-16,10-1-1 16,11-1 0-16,7-4-23 15,5-7-84-15</inkml:trace>
  <inkml:trace contextRef="#ctx0" brushRef="#br0" timeOffset="19129.13">7629 9055 54 0,'0'0'17'0,"0"0"-3"0,0 0-4 0,0 0-3 0,-16-37-1 16,11 30-2-16,-1-3-1 15,-1 3-1-15,-2 0 1 16,0-3-3-16,-2 3 2 16,-1 1-1-16,0-1 0 15,-1 4 0-15,-2-1 0 0,0 4 0 16,-3 0-1-16,-2 0 0 15,2 0 1-15,-3 0 0 16,1 0 3-16,-1 4 0 16,2 2 0-16,0 1 1 15,-2 6-4-15,1 0-1 0,0 4 0 16,0 4-1-16,-3 3-1 16,4 0-1-16,-2 2 2 15,1 1-1-15,2 1 2 16,1 1 0-16,4 1 0 15,-1-1 0-15,5 4 0 0,0 1-1 16,0 0 1-16,4 2-1 16,1 1 0-16,2 2 1 15,1-3 0-15,1 1 0 16,0 0-1-16,5-2 1 16,2-2 0-16,6 2 0 0,-2 1 0 15,3-1 0-15,1 1 1 16,2-2 0-16,2 1-1 15,1-2 1-15,3-4-1 16,-2-1 2-16,3 0-1 16,2-2 1-16,1-2 0 0,0 0 0 15,2-4 0-15,0 3 0 16,2-5-1-16,-1 2 1 16,3-3 0-16,3 1 2 15,-1 0-2-15,3-4 2 16,5 3-2-16,-1-3 1 0,1 0-1 15,1-2 0-15,1-2-1 16,0 0 0-16,-3-3 1 16,2-2 0-16,4-2 3 15,1 1 0-15,2-1-3 16,-1-3 2-16,1 1-2 16,0-1 1-16,1 0-1 0,0 0-1 15,-1-1 1-15,5-7 0 16,-1-2-1-16,0-4 2 15,0-3-1-15,3-5 1 16,-2-3 1-16,0-5-2 16,-2-1 3-16,-5-2-2 0,0-2-2 15,-5 2 1-15,-3-1-1 16,-7 0 1-16,1 0 1 16,-6 0 1-16,-4 0 3 15,-5-1-2-15,0 1 3 16,-7-1-2-16,-3-1 3 0,-4 2 1 15,-2 3-4-15,-4-3 0 16,0 1-2-16,0 1-1 16,0-3-1-16,-4 0 1 15,-4-2 0-15,-2 0-1 0,-3 0-2 16,-5 3 1-16,2-1-1 16,-6 3 0-16,-1 1 1 15,-2 1-1-15,-1 3 1 16,-3-2-1-16,-2 3-1 15,0 0 1-15,-3 2 1 16,-5-1 0-16,2 3-1 0,-6-2 0 16,-1 5 0-16,1-2 0 15,-4 4 0-15,0 3 0 16,-2 1 0-16,0 5-1 16,-4 2 0-16,3 3 1 15,-1 0 0-15,4 3 0 0,3 0-1 16,3 0 1-16,5 3 1 15,2 4-1-15,5 5 1 16,5 1-1-16,6 2-12 16,4 4-47-16,8-3-24 15</inkml:trace>
  <inkml:trace contextRef="#ctx0" brushRef="#br0" timeOffset="19785">8397 9399 3 0,'0'1'8'0,"0"-1"2"0,0 3-4 0,0-3 1 0,1 4-4 16,3-3 1-16,-4 1 2 15,4-2-2-15,-2 2-2 16,0-1-1-16,1-1 2 0,1 0 2 15,-1 0 4-15,-1 0 1 16,1-6-3-16,1-1-1 16,0-4-3-16,-2-2-1 15,1-3-1-15,3-5-1 0,1-5 0 16,0-6-37-16</inkml:trace>
  <inkml:trace contextRef="#ctx0" brushRef="#br0" timeOffset="22266.82">16638 9031 61 0,'-5'0'12'0,"0"0"4"0,0-1-9 0,0-2-4 15,-4 1-1-15,0 1-2 16,0-2 1-16,-3 0-1 0,-1 2 0 16,0-3 2-16,-3 1 2 15,-3 0 0-15,2-1 1 16,-1 1 2-16,-2 0-2 15,0 0 0-15,-3 2-2 16,0 0-2-16,-2-1 0 0,-4 0 0 16,0 2 0-16,-3 0 2 15,-1 0-1-15,0 0-1 16,-1 0 1-16,-4 0-1 16,2 0 0-16,-2 0 0 0,-1 5 1 15,-1-1-1 1,1 0 1-16,0 3-2 0,4 0 1 15,-4 0-1-15,6 3 0 16,-2-2 0-16,3 3 2 16,3-1-1-16,-3 3 0 15,2 1 0-15,-2-1-1 0,1 2 2 16,0 2-2-16,-2 0 0 16,3 0 0-16,1 3 0 15,0-3 1-15,0 1 0 16,5 0-2-16,-1 0 2 15,-1 2-1-15,3-3-1 0,0 3 1 16,1 1-1-16,2-2 1 16,-1 1 0-16,6 0 0 15,-3 2 0-15,5-2 0 16,-1 1 1-16,3 1 0 16,1-1 0-16,-1 0-1 0,3-1 2 15,-2 2-2-15,3-1 2 16,-2 2-2-16,1-1 1 15,2 2-1-15,2 1 1 16,-3 1-1-16,5 0 0 16,2 1 0-16,0-1 1 0,0 1-1 15,0-3 0-15,5 1 0 16,3-5 2-16,-3 3-2 16,3-2-1-16,2-1 3 15,-2 0-3-15,3 1 2 16,3-1 1-16,0-3-2 0,3 3 3 15,1-1-2-15,4-1 1 16,1-1-1-16,1 0-1 16,1 0 2-16,2 0-1 15,-1-2 1-15,2 1-1 16,0-1 2-16,0-1-1 0,1 0-2 16,-1-1 1-16,1 0 0 15,0-2-1-15,2 2 1 16,-1-3-1-16,3 1 1 15,-2-1-1-15,-1 0 1 16,5 1-1-16,-1-1 0 0,2 0 2 16,0-3-1-16,1 1 1 15,4-1-2-15,-3-3-2 16,0 0 2-16,1-2 0 16,3-1 2-16,0-1-1 15,5 0 1-15,-3 2-2 16,2-1 2-16,2 0-1 0,0-1-1 15,0 0-2-15,-3 0 3 16,0 0-1-16,2 0-1 16,-2-6 1-16,0-1 0 15,3-3 0-15,-2 2 0 16,2-2 0-16,-3 0 0 0,2 0-2 16,2-1 6-16,-4-1-3 15,4-2 0-15,-5 0 1 16,2 0-1-16,-6-2 4 15,1-1 2-15,-2 0-1 16,-6 0-2-16,-1 1 0 0,-1-2 0 16,-3 0 0-16,-3-2 0 15,0 1 3-15,-2-1-3 16,1-3 4-16,-4 2-3 16,0-3 0-16,-1 1 0 15,-2-2-1-15,-1-1 0 0,-3-1-1 16,1-1-1-16,-5-2 1 15,-1-3 0-15,-2 1 0 16,2-1 0-16,-6 0-3 16,0 1 1-16,-2 2-1 15,0-1 0-15,-1 1 4 0,-8 3-4 16,-1-2 1-16,-1 1 0 16,-3 2-1-16,1-1 1 15,-3 2-2-15,-3 2 2 16,1 0 1-16,0 1-3 15,-4 1 1-15,3 2 2 0,-6 0 1 16,2 1-3-16,-2 0 0 16,0-1 1-16,0 5-1 15,-2-2 0-15,1 2-1 16,0 2 3-16,-3 1 0 16,-1 2-2-16,-1-2 1 0,-3 3-1 15,-1 1 0-15,-1 0-1 16,0 0 2-16,2 2-1 15,-1 3 1-15,1 0-1 16,-1 2 1-16,1 0-1 16,-3 3-17-16,4 5-23 15,-2-5-39-15,6-3-56 0</inkml:trace>
  <inkml:trace contextRef="#ctx0" brushRef="#br0" timeOffset="23099.68">17456 9395 54 0,'-3'1'13'16,"3"-1"-5"-16,-1 1-5 0,1-1 0 0,0 2-1 16,0-1-2-16,0 1 2 15,0 0 2-15,0 2-2 16,0 0 2-16,0-1 0 0,0 2-4 16,0-1 1-16,0 1-1 15,0-2 1-15,0-1 0 16,0 1 1-16,0-1 3 15,0-1 0-15,1-1 4 16,4 0 6-16,-2 0 9 0,7 0-10 16,1-6-2-16,5-2-2 15,2-3 2-15,3-2 1 16,3-2 4-16,5-2-3 16,4-2-4-16,8-3-3 0,3 0 0 15,8-1-4-15,2-3-1 16,7-1-1-16,5 1 0 15,3-3-18-15,0-5-61 16</inkml:trace>
  <inkml:trace contextRef="#ctx0" brushRef="#br0" timeOffset="25335.14">2388 9042 72 0,'-8'0'20'0,"2"-4"-16"0,1-3 4 0,-1 0 2 0,-1-2-3 16,0 1 2-16,1-2 7 15,3-2-1-15,-3-2-4 16,2 0 2-16,-1-3-6 16,-2 1 2-16,2-1-5 0,-1-1 2 15,-1-2-1-15,-1 2-2 16,2-2 1-16,0-3-3 16,-1 0 0-16,1-2 1 15,1-2-1-15,0-3 0 16,-1-1-1-16,1-1 2 15,-1 2-2-15,4-3 0 0,-2 1 0 16,3 0 0-16,1 0 1 16,0-2-1-16,0 4 0 15,1-2 0-15,3-2 0 16,4 2 0-16,-3 1 2 16,1-1-2-16,-2 3 0 0,0 2 0 15,-2 4 0-15,0 2 0 16,0 1 0-16,1 4 0 15,1 0 0-15,0 4 0 16,1-1 0-16,4 3 0 16,0-1-3-16,1 2 3 15,2 0-2-15,3 0 0 0,0 2 1 16,6 0-1-16,2 0 1 16,6 1-6-16,6 0 7 15,3 2 0-15,5-1 0 16,2 2 0-16,4 0 0 0,3 1-1 15,1-2 0-15,5 4 1 16,2-3-1-16,3 1 1 16,0 0 0-16,5-1 0 15,2-1 0-15,2 0 0 16,1-2 0-16,6 0 0 0,4-1 0 16,3 0 1-16,-1-2-1 15,5 2 1-15,1-1-1 16,1 5 1-16,0-1-1 15,1 1-2-15,2 3 4 16,1 0-2-16,2 0 0 0,3 0 0 16,1 0 1-16,3 0-1 15,3 0 0-15,-1 0 0 16,5 0 1-16,0 0-1 16,-1 0 0-16,3 0 0 15,0 0 1-15,2 0-1 16,1 0 0-16,3 0 0 0,-1 0 0 15,0-3 2-15,1 2-4 16,-3-5 4-16,-2 3-9 16,1-4 14-16,-3 3-6 15,-4-2-1-15,1 1 1 16,-4 0 2-16,-5 0 0 0,-2 3 0 16,-3 1 0-16,-7 1-1 15,-4 0 0-15,-5 0-1 16,-3 0 0-16,-4 1 0 15,-4 3 0-15,-2 1-1 16,-6-1 1-16,-3 2 0 0,-4-1-1 16,-3 0 2-16,-2 2-1 15,-2 0-1-15,-7 1 1 16,0 0-1-16,-4 1 1 16,-2 3-1-16,-3-1 0 0,-3 0 0 15,-2 1 0-15,2-1 0 16,-3 1 1-16,-2 0-1 15,-2-2 0-15,0 0-1 16,-1 2 1-16,-2-2-1 16,0-1 1-16,-2 1 0 15,-1 2-2-15,1-2 0 0,-3 1 1 16,1 0-1-16,-1 3 1 16,0-1 0-16,1 3 0 15,-1-2 1-15,1 3 0 16,1 2 0-16,-1-1 0 15,0 1-1-15,2-1 0 0,1 5 0 16,-3 0 1-16,1 1-1 16,1 1-2-16,-3 2 2 15,0 3 1-15,-5 1-3 16,-2 4 2-16,-4 7 0 16,-2 9 2-16,-16 12-2 0,-20 13 0 15,-24 20 7-15,-22 17 0 16,-39 12-2-16,-33 7-94 15</inkml:trace>
  <inkml:trace contextRef="#ctx0" brushRef="#br0" timeOffset="36662.67">5331 11505 24 0,'-2'0'5'0,"1"0"0"0,1 0 2 0,0 0-1 16,0 0-3-16,0 0-2 15,0 0 0-15,0 0 0 16,0 0 0-16,0 0-1 15,0 0 2-15,0 0 0 16,0 0-3-16,0 0 1 16,0 0 1-16,0 0 1 0,1 0 0 15,5 0-1-15,-1 0 0 16,2 0 1-16,-1 0-2 16,1 0 0-16,1 0 1 15,2-1 2-15,1-2-1 16,-2 0-1-16,3 2 2 0,0-2-2 15,2 3 3-15,-1 0-2 16,4-2-1-16,-2 2 0 16,5 0-1-16,-3-1 1 15,0-1-1-15,2 1 0 16,-1 0 0-16,-2-1 1 16,0-1-1-16,-1 2 2 0,1-1-2 15,-2 1 1-15,1-1 0 16,-2 1 0-16,3 0 1 15,2 0-1-15,-3 0 0 16,2 1-1-16,0 0 0 16,1 0 0-16,-1-1 1 0,4 1 1 15,-1 0-2-15,0-1 0 16,0-1 0-16,3 1 0 16,-1-1 0-16,2 1 0 15,-1-1 1-15,-2 1-1 0,2 1 0 16,-3 0 0-16,1 0 1 15,1 0-1-15,-2 0 0 16,3 0 0-16,-2 0 0 16,2 0 1-16,-2 0-1 15,4 0 0-15,1 0 0 16,0 0 0-16,1 0 0 0,2 0 0 16,-2 0 0-16,2 0 0 15,0 0 0-15,0 3 0 16,1-2 1-16,1 1-1 15,-2-1 0-15,2 2 0 16,-2-2 0-16,-1 1 0 0,1-1 0 16,2 2 0-16,-2-3 0 15,0 2 0-15,-1-1 0 16,1 0 0-16,0 2 1 16,0-1-1-16,-1 0 0 15,1 1 0-15,4-1 0 0,-4 2 0 16,2 2 2-16,-1-1-2 15,3 1 1-15,-2-2-1 16,1 2 0-16,1-2 0 16,2-1 1-16,2-2 0 15,1-1 0-15,0 0 0 0,1 0 1 16,2 0 1-16,-3-5 1 16,-2-2-1-16,0 1 0 15,-1 0-1-15,0-2 0 16,0 1 1-16,-2 1-1 15,3 0 1-15,0 2 1 16,1 1 0-16,4 0-1 0,-1 1-2 16,2-1 1-1,0 0-1-15,0-1-1 0,-2-1 1 16,3 1 0-16,-3 0-1 16,1 0 2-16,0-1-1 0,-3 1 1 15,0 0 0-15,-2 0-1 16,2 1 1-16,-2 0-2 15,1 1 0-15,1 1 1 16,2 1-1-16,-1 0 0 16,1-1 1-16,0 1-1 15,1-2 0-15,-4 2 0 0,2 0 1 16,-2 0-1-16,2-2 0 16,-3 1 0-16,1 1 2 15,1-1-4-15,-1 1 4 16,3-3-1-16,-1 3-1 15,-1 0 0-15,0 0 1 0,3-3-1 16,-1 3 0-16,-2 0 1 16,5 0 0-16,-2-1 0 15,2-2 0-15,-4 2 0 16,3-2 1-16,-3 1 6 16,2-1 1-16,-1 3-3 15,0-1-2-15,1 1-1 0,-3 0-2 16,0 0 1-16,1 0-1 15,0 0 0-15,1 0 1 16,-2 0 0-16,0 0 2 0,3 0-1 16,1 0-2-16,0 0 1 15,1 0 1-15,-1 0-3 16,2 0 0-16,0 0 1 16,0 0-1-16,1 0 0 15,-3 0 2-15,3 0-2 16,-3-1 1-16,-1-1-1 0,2 1 0 15,-2-1 0-15,2 1 0 16,0 1 1-16,1 0-1 16,3 0 1-16,-2 0-1 15,0 1 0-15,1 5 0 16,-2-2 0-16,2 3 1 16,-1-1-2-16,-1-1 2 0,4 0-1 15,-2-1 0-15,0-1 0 16,2 1 1-16,-1 1-1 15,-1 0 0-15,4 1 0 16,-1 1 0-16,3-1 0 0,1-2 1 16,0 2-1-16,1-5 0 15,0 2 1-15,0-2-1 16,2 1 0-16,-3-1 0 16,3 2 1-16,-2 0-2 15,2 1 1-15,0 0 0 0,-1-1 0 16,1-1 1-16,4 2-1 15,1-1 0-15,1 0 0 16,1-2 0-16,2 3 0 16,-3-2 0-16,-1-1 0 15,1 2 0-15,1 0 0 16,-3-2 1-16,1-1-2 0,3 0 1 16,1 0 1-16,-1 0-1 15,1 0 0-15,1 0 0 16,1 0 0-16,0 0 0 15,0-4 0-15,-2 1 0 16,3 0 0-16,0-1 0 0,1-2 0 16,-1 4-4-16,2-1-4 15,-3 3-6-15,1-2 2 16,-1 2-7-16,0-1 20 16,-4 1-1-16,1-2 1 0,2 0-2 15,-4-1 2-15,1 0-1 16,-1 3 2-16,2-2-1 15,0 1 0-15,-1 1 0 16,2 0-1-16,-1 0 2 16,-1 0-2-16,-1 0 0 15,0 0 0-15,1 2 0 0,-3 3-2 16,1-1 2-16,0 1-1 16,3-1 1-16,-2 2 0 15,3-3 0-15,-3-1 0 16,1 1 0-16,-3-1-2 15,1-1 2-15,-2 2 0 0,1 0 1 16,0-2-1-16,1-1 0 16,1 2 0-16,-1-2 0 15,3 1 0-15,-1-1 0 16,0 0 0-16,3 0 0 16,-2 0 0-16,2 0 1 0,1 0-2 15,0 0 2-15,0 1-1 16,0-1 0-16,3 3 0 15,-3 0 0-15,2-2 0 16,0 2 1-16,3 2-1 16,-3-2 0-16,1 1 2 0,1 0-4 15,1-1 4-15,1 1-4 16,-2-1 4-16,3 0-4 16,0-1 2-16,1 0 2 15,0-1-1-15,-2-1 1 16,2 0 0-16,0 0 2 0,0 0-2 15,0 0 1-15,-1 0-2 16,0 0 1-16,1 0 0 16,-2 0 0-16,2 0-1 15,-3-1 3-15,-3 0-2 16,0 0 0-16,1-1 0 16,-1 1 0-16,-2-1 0 0,2 1-2 15,-6-1 0-15,2-1 0 16,-3 2 0-16,-4-1 0 15,0-2 1-15,-1 1-1 16,-1 0 3-16,-1 2 0 16,2-2 0-16,0 0-1 0,1 3 0 15,1-3-2-15,0 2 2 16,2-2-2-16,-2 0 1 16,1-1 0-16,2 0 2 15,-3-2 6-15,-2 3 2 0,3-2-2 16,-2 0-1-16,1 0-2 15,1 3-2-15,-1-3 0 16,1 2 0-16,-2-2-3 16,0 1 0-16,-2 1 0 15,-3 1 0-15,-2-1 1 16,0 1 0-16,-4 1-1 0,1-2 0 16,-6 3-1-16,-1 0 1 15,-1 0 0-15,-7 0 0 16,1 0-1-16,-5 0 0 15,-1 0 0-15,-3 0 0 16,-2 0 0-16,-2 3 1 0,-4 0-1 16,-1 0-1-16,-3-1 1 15,-3 1-3-15,-3 1-12 16,-2-2-22-16,-5-2-48 16</inkml:trace>
  <inkml:trace contextRef="#ctx0" brushRef="#br0" timeOffset="38391.23">3221 12455 116 0,'-16'-11'-2'0,"1"1"4"0,-1 0 6 15,1 2-3-15,-1 2 0 16,1-1-3-16,0 2 0 0,3 1-1 16,0 1-1-16,3 2 0 15,0 1 0-15,1 0-1 16,-2 0-2-16,1 0-4 15,1 3 2-15,-6 1 4 16,3 0 1-16,-5 2 0 0,3-2 0 16,0 0 1-16,1-2-1 15,1 1 3-15,3-2 0 16,2 0 1-16,2 0-1 16,2 0-1-16,2 0-1 15,0 1-1-15,0-1-1 0,0 3 1 16,2-1 0-16,4 0 0 15,2 3 1-15,3 0-1 16,2 1 1-16,3 0-1 16,2 0 1-16,2 0 0 15,4 0-1-15,3-3-1 16,5-1 2-16,3-3 1 0,7 0-1 16,2 0 0-16,4 0 0 15,-1-5-1-15,3 0 1 16,-3-2 0-16,4 0-1 15,-4 1 1-15,4 1-1 16,-2-1-1-16,1 2 2 0,1-2 0 16,0 3 0-16,1-1 1 15,0 0-1-15,4-1 1 16,4 1-1-16,-1-2-1 16,5 1 1-16,-2-1-1 15,3-1 1-15,-4 1 0 0,-1 0-1 16,0 1 1-16,-5 1 0 15,-1-1-1-15,0 1 2 16,0-1-2-16,1 3 0 16,-1-3 1-16,2 3 1 15,0-1-2-15,0 3 3 0,-1 0-3 16,-3 0 0-16,2 0 1 16,0 0-1-16,-4 2 0 15,0 3 0-15,-1 4 0 16,0-2 0-16,3 2 1 15,-3 0-2-15,5 0 2 0,1-1-1 16,0-1 0-16,-1-1 0 16,2 1 0-16,-1-3 1 15,0-1 0-15,-2 1-1 16,3-2 1-16,-2 1 1 16,2 0 3-16,0 0-1 0,2-1 0 15,3 3 1-15,2-1-3 16,1 2-1-16,3-1 0 15,-2 1-1-15,0 1 0 16,1-1 1-16,-1-1-1 16,0 1 0-16,-2-2 1 15,4 2-2-15,-4-3 3 0,-1 1-1 16,3 0-1-16,-4 1 0 16,3-1 0-16,-5-1 1 15,1-2-1-15,-2 3 0 16,-5-3 1-16,1 1 1 0,-4-2-2 15,-4 1 1-15,-1 1 1 16,-5-2 1-16,0 2 0 16,-6 0-1-16,-1 1 0 15,-2-1-1-15,-6 0 0 16,-3 0-1-16,-5-1 0 0,-4 1 0 16,-5 0 0-16,-4 0 1 15,2-2 0-15,-6 0 2 16,0 0 22-16,0 0 12 15,0 0-11-15,0 0-18 16,0 0-7-16,-5 0-1 0,3 0-4 16,-1 4-7-16,1-4-67 15,-3-8-64-15</inkml:trace>
  <inkml:trace contextRef="#ctx0" brushRef="#br0" timeOffset="40266.28">21414 10867 84 0,'0'0'6'0,"0"0"8"0,0 0-7 0,0 0-4 15,0 0 0-15,0 0 0 16,12-38 0-16,-8 35 0 16,0 0 1-16,-1 1 5 0,-1 0 4 15,0 1-3-15,1-1-5 16,3 1-1-16,-1 1-4 15,3 0 0-15,-1 0 0 16,4 0 0-16,-2 0 0 16,1 3 0-16,1 2-1 0,-1 1 1 15,1 1 0-15,-1 3 0 16,-1-3-2-16,-1 4 2 16,-3 1-1-16,2 1 0 15,-5-2 1-15,-1 3 1 16,-1 1-1-16,0 0 0 15,0 2 0-15,0 2 1 16,-3-2 1-16,-3 0-1 0,1 1 0 16,2 1-1-16,-2-1 0 15,0 1 1-15,2-1-1 16,-3 1 1-16,3-1-1 16,1-1 0-16,2-1 1 0,0 2-1 15,0-2 1-15,0-1-1 16,4 1 1-16,5-3-1 15,-2-2 0-15,0 0 1 16,1-2-1-16,0-2 1 16,-3-3-1-16,0-1 1 0,-1 1 1 15,-1-3-1-15,0 0-1 16,0 0 1-16,0 2-1 16,-3-2 1-16,0 1-1 15,0 0-1-15,0 0 3 16,0 2-2-16,-7 2 1 15,2 1 0-15,-2 2-1 0,0 2 2 16,2 0-2-16,-4 1 0 16,4 3 0-16,-1 2 0 15,1-1 0-15,0 1 1 16,0 2-2-16,3-1 2 0,0 0-1 16,0 1 0-16,2-1 0 15,0 2 0-15,0 0 0 16,0 0 0-16,0 2 0 15,0-1 0-15,2 1 0 16,-1 0 1-16,2-1-1 0,1-1 0 16,2 0 1-16,-3-2 4 15,2-1-2-15,0 1 0 16,-2-1-1-16,-1 0 0 16,0 1-1-16,-2 0 0 15,0 1 0-15,0-1 0 16,0 1 1-16,-4-1-1 0,-1-2 1 15,-2 1-1-15,1-2 0 16,-3 0 1-16,4 0-1 16,-3 1-1-16,1-2 1 15,1 0-1-15,0-2 0 0,1 1 1 16,0-4-1-16,2 1 1 16,-1-2-1-16,-2-3 0 15,-2 2 0-15,-3-3 3 16,-2-2 8-16,-6 0-2 15,-3-1-6-15,-4-1-2 0,-4 0-1 16,-3 0 1-16,0 0-3 16,5-5-26-16,0-9-41 15,6-4-75-15</inkml:trace>
  <inkml:trace contextRef="#ctx0" brushRef="#br0" timeOffset="77295.06">21394 10829 1 0,'0'0'30'0,"0"0"-13"0,-2 0 2 0,2 0-1 15,0 0-8-15,0 0-2 16,0 0 2-16,0 0-1 16,0 0-3-16,0 0-2 15,0 0 0-15,0 0 4 16,0 0-2-16,0 0-4 0,0 0-2 15,0 0 0-15,0 0 1 16,0-1 3-16,0-1 5 16,0 1 0-16,0-1 2 15,0 0-7-15,0 0 4 16,0-1-7-16,0-1 1 16,2 3-1-16,-1-2 0 0,3 1-2 15,2 1-1-15,-1 0 2 16,3 0 0-16,0 1 0 15,2 0 1-15,-3 0 0 16,2 0-1-16,0 0 0 16,0 1 0-16,1 3 1 0,1 2-1 15,1-1 0-15,2 2 0 16,-1 0 0-16,-2 0 1 16,0 0-2-16,-3 1 0 15,-2-1 1-15,-1 1 0 16,-3-2-1-16,-1 5 1 0,-1-2 0 15,0 1-1-15,1 1 3 16,0 0-2-16,-1 1 3 16,0-1-2-16,1-1 1 15,-1 3-2-15,0 0 0 16,0-1 0-16,0 0 1 0,0 0-2 16,-1 1 1-16,-1 0 0 15,-1 0 1-15,0 0-1 16,1 1 0-16,0-1 1 15,1 2-1-15,-1 1 1 16,1 1-1-16,0 3 0 16,-1 0 0-16,0 1 0 0,0-1 0 15,0 3 0-15,0-3 1 16,-1-1-1-16,1 0 1 16,-1-2-1-16,2 0 0 15,-1-3 1-15,2-1-1 0,0 0 0 16,0-2 0-16,0-1 0 15,3-3-1-15,2-2-1 16,1-1-1-16,-1-3 1 16,0 1 0-16,4-2 1 15,-3 0 1-15,3 0 0 16,-3 0-3-16,4-3-11 0,-1 0 4 16,-2-1-6-16,-1 2 5 15,-2-1 6-15,0 2 3 16,-3-1 1-16,-1 2 1 15,0 0-4-15,0 0-3 16,-5 0 3-16,-3 0 1 0,1 2 3 16,-3 2 0-16,0 2 2 15,3-2 1-15,0 3 1 16,1-1-2-16,0 1-1 16,3 4 0-16,0-2-1 0,1 2 2 15,0 1 0-15,-2 3 0 16,0 4 1-16,1-1 0 15,-2 7-2-15,-1 0-1 16,1 3 1-16,-3-1 0 16,3 0-1-16,-2 0 0 15,2-1 0-15,-1-2 0 0,2-3 0 16,-1-1 1-16,0-3 0 16,0-1 3-16,-1 1-1 15,1-2 2-15,-1 1-2 16,0 0 2-16,2-1 0 15,-1 1 2-15,-2 2-4 16,2-2-1-16,-3 1 0 0,3 2-1 16,-4-1 2-16,2-1 0 15,-1-1 0-15,3-2 4 16,-2-1-3-16,1-1 0 16,-1 1 2-16,1-3-3 0,-1 0-1 15,1 1-1-15,-4-2 2 16,3 0-1-16,-1-2 1 15,3 0 0-15,-4-2 2 16,4-2 2-16,-2 1-1 16,1-2 0-16,-1 1-4 0,0-2-1 15,1-1 0-15,-1 0-2 16,-1 0-13-16,2-11-39 16,-1-8-99-16</inkml:trace>
  <inkml:trace contextRef="#ctx0" brushRef="#br0" timeOffset="79102.38">21182 10847 64 0,'-15'0'2'0,"2"0"2"0,3 0 0 0,-2 0-2 16,1 0 1-16,2-1 5 15,2 1 4-15,1-3 0 16,3 0 4-16,1-1 8 15,0 1-3-15,2 1-7 0,0 0-9 16,0-1-4-16,0 2 2 16,0-2 0-16,0-1-5 15,1-2 1-15,5 2 4 16,1-2-3-16,4 0 0 16,-2-1 0-16,4 0-2 0,-1 3 2 15,3-2 2-15,2 1-2 16,2 0-2-16,-2 1 1 15,2 3 2-15,0-1-1 16,0 2 2-16,1 0 2 16,-4 0-3-16,2 0 1 0,-3 0 1 15,2 3-1-15,-1 4-1 16,0 1 0-16,-2 0 0 16,2 3-1-16,-3 2 1 15,1-2 0-15,-1 2 0 16,-3 4 0-16,0-3 0 0,-2 2 0 15,-1 4-1-15,0-2 2 16,-1 2-1-16,-1 0-1 16,-2 0 0-16,-3 2-1 15,0-3 4-15,0 1-3 16,0-2 4-16,-1-2-3 0,-7 4 1 16,2-5-2-16,-2 4 0 15,2-1 1-15,-2 1 1 16,-1 1-1-16,1 1-1 15,-1 3 1-15,2 1-1 16,-3 0 0-16,2-1 1 16,1 0-1-16,1 0 0 0,0-4 0 15,3-1 1-15,1-2 0 16,2-2-1-16,0-2-1 16,0-2 1-16,5-2 0 15,5 1 0-15,1-3 0 0,0 0 0 16,3-4 1-16,1 0-2 15,2-2 1-15,-2-1-2 16,1 0 2-16,-1 0 0 16,1-1 1-16,-2-4 2 15,-1 0-2-15,-2-2 1 16,0 1-1-16,-3-1 0 0,-2 0 1 16,-2 4-1-16,-2-1 0 15,-2 1 0-15,0 0-1 16,0 2 1-16,0-1 0 15,-3 2-4-15,-1 0-3 16,-5 0 10-16,2 0-6 0,-3 0 0 16,2 0 4-16,1 5-2 15,-2 0 0-15,4 1 0 16,0 1 0-16,1 1 0 16,0 1 2-16,1 1-2 15,3 1 1-15,-2 2 0 0,2 0 0 16,0 4 0-16,0-1 0 15,0 4 0-15,0 1 1 16,0 4-2-16,0-2 1 16,2 6-1-16,0-1 1 15,-2 0-1-15,2 1 0 0,-1-4 1 16,1 2-1-16,-2-4 3 16,0 1 2-16,0 0 1 15,0 0 0-15,0 2-3 16,0 0-1-16,0 0-2 15,-1 2 1-15,-3 0 1 16,0-3 0-16,-2 0-1 0,2-3 0 16,-2-2 0-16,1-1 3 15,1-2 2-15,-3 0-4 16,2-3 1-16,-3 2 0 16,1-2-1-16,-3 0 2 15,-1 0-2-15,-2 1-1 0,-1-1 0 16,-2-2 1-16,-1 1-1 15,0 0-1-15,-7 1 1 16,2-4-2-16,1 2 2 16,-3-3-1-16,0-1 1 0,2-1-1 15,1-3 1-15,0-2 4 16,-2-1-3-16,4-1 1 16,0 0-2-16,4 0 0 15,2 0-1-15,3-3-2 16,3-3 1-16,3-2-8 15,1-8-22-15,3-2-34 0,0-7-64 16</inkml:trace>
  <inkml:trace contextRef="#ctx0" brushRef="#br0" timeOffset="80612.03">21279 10889 73 0,'0'-6'6'0,"0"-1"16"0,0 4-4 16,0-3 1-16,1-1-6 15,3 0-3-15,1 1-6 16,2 2-1-16,-1-3 2 16,1 2 0-16,0 0 1 15,4 2-4-15,2-1-1 0,-2 3-1 16,3-1 1-16,1 2-1 15,-3 0 1-15,-1 0-1 16,0 0 0-16,-1 9 2 16,0 2 3-16,-3 3-3 0,3 5 1 15,-3 5-1-15,-1 0-1 16,-1 6-1-16,0-2 1 16,-5 2-1-16,0 0 0 15,0-3 3-15,0 0-2 16,0-2-1-16,-7 2 0 15,-1-4 0-15,0 4 1 0,-2-3-1 16,3 2 1-16,-2-2 0 16,3-2-1-16,0 0 0 15,3-1 0-15,1-2 1 16,1 1-1-16,1-5 0 16,0 1-1-16,0-2 1 0,1 0-1 15,5-1 1-15,4-3-1 16,0 0 0-16,-2-1-2 15,3-4 1-15,0 1-1 16,1-2 1-16,-3-2 1 16,1-2 1-16,0 0 0 0,-2 0 1 15,1 0 2-15,1-3-1 16,-4-2 0-16,3 1 0 16,-1-3-1-16,-1 0-1 15,2 1 0-15,-3-2 0 16,-1 1 0-16,0 0-1 0,-2 0 1 15,-2 2 0-15,-1 1 1 16,0 1-1-16,0 1-1 16,0 1 2-16,-1 1-1 15,-3 0 2-15,-4 0-5 16,1 7 5-16,-3 3-2 16,0 3 0-16,-1 4 1 0,3 0-2 15,-1 5 2-15,3 3-1 16,0 1 0-16,2 2 0 15,2 3 0-15,-2 3 0 16,0 0 1-16,-3 3-1 0,-1-1 0 16,-2 2 0-16,-1 2 1 15,0-1-1-15,-3 0 0 16,3 1-1-16,-2 1 0 16,1-4-1-16,0 0-2 15,-3-3 3-15,3-3 1 0,-2-4 0 16,1-1 1-16,0-5 0 15,3 0-1-15,-2-1 2 16,0-3-2-16,1 2 1 16,0-2-1-16,-1-2 1 15,-2-2 1-15,1 0-1 16,0-3 2-16,-5-1 2 0,3-1-1 16,-1-4 2-16,1-1 2 15,-1-1-4-15,0-2 1 16,-3 0-3-16,1 0-1 15,-1 0-2-15,-2-3-12 16,0-8-31-16,-1-5-149 0</inkml:trace>
  <inkml:trace contextRef="#ctx0" brushRef="#br0" timeOffset="153482.48">8786 14365 53 0,'0'0'7'0,"0"0"-4"0,0 0 0 0,0 0-2 15,0 0-1-15,0 0 0 0,0 0 0 16,0 0 2-16,0 0-4 15,0 0-8-15,-34-9-28 16,34 7 19-16</inkml:trace>
  <inkml:trace contextRef="#ctx0" brushRef="#br0" timeOffset="153973.76">8786 14365 16 0,'-33'-21'33'0,"33"17"-12"0,2 1-6 16,-2 0 2-16,0 2 1 15,0-1-2-15,0 0 1 16,0 0-5-16,0 2 3 15,0 0-7-15,0 0-3 0,0 0-2 16,0 0-6-16,0 3 3 16,0 3 0-16,0 4 0 15,0 2 0-15,0 3-1 16,1 1 1-16,3 5 1 16,-4 1-1-16,0 2 0 15,2 3 0-15,-2 3 0 0,2 1 0 16,-2 2 0-16,2 1 2 15,-1 3-2-15,0-1 0 16,-1-1 0-16,1 1 0 16,-1-1 1-16,0-1-1 0,0 0 0 15,0 2 2-15,0 1-2 16,-1-2 0-16,0-1 0 16,0 2 0-16,1-4 1 15,-2 0-2-15,2 0 1 16,-2-2 1-16,2 3 0 0,0 2 1 15,0 1-1-15,0 2 1 16,-2-1-1-16,2 3 1 16,-3-2-1-16,1-2 0 15,-1-3 0-15,1-2 2 16,-2-3 0-16,-1-3 4 16,1-2 1-16,0 0-2 0,0 0-2 15,0 0-2-15,2-3-1 16,0 0-2-16,2-4 1 15,0-8-25-15,0-8-67 16</inkml:trace>
  <inkml:trace contextRef="#ctx0" brushRef="#br0" timeOffset="154869.89">8840 14323 70 0,'0'0'9'0,"0"0"13"0,0 0 1 0,0 0-7 15,0 0-1-15,0 0-8 16,0 0-1-16,0 0 2 16,0 0 3-16,0 0-2 15,0 0-9-15,0 0-4 0,0 0 3 16,-11-10 1-16,17 11-3 15,5 3 1-15,5-2 1 16,1 1 0-16,6-2 3 16,2 1-2-16,2-2-2 15,4 0 5-15,2 0-4 16,3 0 1-16,2 0 0 0,7 0-1 16,0-6 2-16,4 2 0 15,3-3 0-15,-3 1 1 16,6-1-1-16,2 0 0 15,3-2 0-15,0 2 2 16,0-1-1-16,3-1-2 0,-2-1 0 16,1 0 0-16,-3 2 0 15,1-1 1-15,-1-1 3 16,-3 2 5-16,-2 2 2 16,-2 0-5-16,-5 1 0 0,-2 3-3 15,-4 2-3-15,-2 0 1 16,-1 0 0-16,-6 0 0 15,-1 2-1-15,-3 3 0 16,-1 0-10-16,-4-1-23 16,-3-4-32-16</inkml:trace>
  <inkml:trace contextRef="#ctx0" brushRef="#br0" timeOffset="155654.42">10577 14198 26 0,'0'0'18'0,"0"0"-13"0,0 0 8 0,0 0-3 0,0 0-4 16,0 0-1-16,7 43-1 0,-5-32 3 16,0 0-2-16,0 2 2 15,0 1-2-15,0 3 0 16,0 2 1-16,0-1-1 15,-1 6 0-15,0-1-1 16,2 4 0-16,-1 0 0 0,-2 4-2 16,0 2 1-16,3 2-1 15,-3 2 0-15,0 3-1 16,2 0 0-16,-2 0 2 16,0-2-1-16,1 0 0 15,-1-1 1-15,2-3-3 0,-2 1 1 16,4 0 3-16,-4 1 1 15,2-1 0-15,0 3 1 16,0-1-1-16,-2 3-1 16,1-3-1-16,2 1 0 15,0 1-1-15,-1-2 1 16,0 1 2-16,0-1 1 0,0-2 3 16,0 1-3-16,2-4-1 15,-2 0-2-15,-2-4 1 16,2-1 0-16,-2-3-2 15,0-2 0-15,0-2-2 16,0-1 1-16,0-2-1 0,0-1 1 16,-2 1-1-16,-3 0 0 15,-2-3-28-15,-3-4-26 16,-1-4-78-16</inkml:trace>
  <inkml:trace contextRef="#ctx0" brushRef="#br0" timeOffset="156821.79">8712 15831 72 0,'0'0'1'0,"3"0"0"0,3 0-1 0,1 0 0 16,0 0 0-16,-1-1 2 15,3-1-3-15,-3 1 3 16,4 1 2-16,-1-1 0 0,2 0 1 15,-1 1 0-15,3-1-1 16,3 0-3-16,3 1 0 16,0 0 0-16,5-1 4 15,-3-1 1-15,5 0 2 16,-1 2 1-16,3-3-2 0,-1 1-2 16,1 0 0-16,1-2-2 15,4 1 4-15,0 0 1 16,1-2 1-16,4 0 1 15,1 0-1-15,2-1-3 16,1 2-3-16,-1 1-2 0,1 0 0 16,1 2 0-16,2 1-1 15,-1 0 0-15,3 0 0 16,-2 0 0-16,2 0 1 16,-2 4 3-16,0-1 0 0,3 1-1 15,-2-1-1-15,2-2 1 16,1 2-1-16,-2-3-1 15,0 0 1-15,-3 0 2 16,2 0 1-16,-6 0 0 16,-3-1 3-16,1-2-3 15,-1-3 2-15,-4 3-4 16,-2 1-1-16,-2-1 0 0,-6 0-2 16,-1 3 1-16,-4-1-1 15,-4 1 1-15,1 0 0 16,-4 0 0-16,0 0 1 15,-3 0-1-15,0 0 0 16,-3 0 1-16,1 0-1 0,-2 0 2 16,-1 0-1-16,2 0-1 15,-5 0 2-15,2 0 0 16,-2 0-1-16,2-2 0 16,0 2-3-16,3-2 2 15,5-2-2-15,0-1-23 0,1-7-71 16</inkml:trace>
  <inkml:trace contextRef="#ctx0" brushRef="#br0" timeOffset="159491.44">11707 14979 58 0,'0'0'12'0,"0"0"-7"0,0 0-1 16,0-3-1-16,0-2-2 16,0 0 0-16,0 2 2 15,0-2 4-15,0-1-2 0,2 0 2 16,0 1-3-16,4-2 0 16,0-1-2-16,3 1-3 15,-2-1 3-15,6-1 0 16,0-1-4-16,2 0 4 0,3-1-2 15,5 1 0-15,0-1 0 16,2-1 3-16,-2 1 1 16,4 2 3-16,0-2-2 15,1 4-3-15,1-3 0 16,2 3 0-16,2-3-1 0,-1 3-1 16,3 0 0-16,3-2 0 15,-2 2 1-15,2-2 0 16,0 1 7-16,0-2 7 15,2-1-2-15,2 1-6 16,3-3-2-16,0 3-2 16,0 0-3-16,2 0 0 0,-3 2 1 15,-3 0-1-15,-3 2 3 16,-4 1 6-16,-3 0 2 16,-4 3-5-16,-3 0 0 15,-2 2-4-15,-4 0-1 16,-3 0 1-16,-3 0-1 0,-1 4 0 15,-5 1-4-15,-1 1-20 16,-2-1-26-16,-3 0-15 16</inkml:trace>
  <inkml:trace contextRef="#ctx0" brushRef="#br0" timeOffset="160316">11998 15037 88 0,'0'0'6'0,"0"0"-3"0,0 0-1 0,0 0-2 15,0 0 1-15,0 0-1 0,0 0 0 16,0 0 0-16,0 0 4 16,43-10 4-16,-30 6 1 15,-2-3-3-15,4 4-1 16,1-2 0-16,0-1-2 0,4 0 1 15,3-1-2-15,2 0 1 16,1-2 0-16,3 2-1 16,1-1-1-16,2-2 2 15,-1 3-3-15,0-2 1 16,1-2 0-16,3 2 4 0,-2-1-4 16,2 0 0-16,-3 1-1 15,1-1 1-15,-1 2-1 16,-2 0 0-16,-2-1-8 15,-1 1 13-15,-1 1 5 16,-6 0-7-16,-2 1-1 16,-3 2 2-16,-3 1-3 0,-4 1 0 15,-1 0-1-15,-6 2 1 16,1 0-1-16,-2 0 0 16,0 0-2-16,0 0-12 15,-3 0-3-15,-3 0-45 0</inkml:trace>
  <inkml:trace contextRef="#ctx0" brushRef="#br0" timeOffset="161214.97">12623 14386 82 0,'0'0'8'0,"0"0"12"0,0 0-7 0,0 0 0 15,0 0-2-15,0 0-7 16,0 0-6-16,0 0 2 16,0 0 1-16,0 0 0 15,0 0 0-15,0 0-1 0,10 28 0 16,-3-21 0-16,0 3 1 15,1-2-1-15,3 1 0 16,2 2 0-16,-1-1 1 16,3 0 0-16,1 1 2 15,0-3-1-15,1 3-2 0,-1-1 1 16,1-2 0-16,2 1 0 16,-4-1-1-16,1 1 0 15,-2-1-1-15,0 1 2 16,-2-2-1-16,-2 0 2 15,-3 3-2-15,-1 0 0 0,-2 0 0 16,-4 1 0-16,0 1 2 16,0 3-1-16,-2 1 1 15,-6 0-1-15,-3 2-1 16,1 2 1-16,-3 1-1 16,-1 2 1-16,1 0-1 0,-1 2 0 15,-1 2 0-15,1 0-1 16,1 3 2-16,-2 0-2 15,3 1 2-15,-1-1-1 16,1 1 0-16,1 0 0 16,0-1 1-16,2-3 0 0,-2-1 4 15,0-3 2-15,0-2 4 16,4-3-5-16,-1-1 2 16,1 0-5-16,1-4-2 15,4-1 0-15,0-1-1 0,2-4 0 16,0-3-14-1,0-4-50-15</inkml:trace>
  <inkml:trace contextRef="#ctx0" brushRef="#br0" timeOffset="162785.74">13581 14618 46 0,'2'0'66'0,"0"-3"-57"0,-1-4 4 0,2 0-3 16,-3-1-2-16,0-2 2 15,0 1 5-15,0 1 3 16,0 1-2-16,-6-1-3 0,1 2-6 15,-2 1-7-15,1 5-2 16,-3-1 12-16,2 1-11 16,-2 0 1-16,-2 3-1 15,4 5 1-15,-2 5 0 16,-2 1 0-16,2 3 0 0,0 5 0 16,-1 2-1-16,2 1 1 15,-1-1-1-15,5 0 2 16,-1-4-2-16,5-1 3 15,0-2-2-15,0-4 0 0,9-1-2 16,2-2-2-16,5 0 2 16,-1-4 4-16,8-3-5 15,-1-3 1-15,4 0-8 16,3 0-23-16,0-9-24 16</inkml:trace>
  <inkml:trace contextRef="#ctx0" brushRef="#br0" timeOffset="163262.76">13871 14607 99 0,'0'0'12'15,"0"0"25"-15,0 0-3 0,0 0-11 16,0-37-15-16,-9 37-9 16,0 0 6-16,-2 0-3 15,-2 6-2-15,1 2 0 16,-2 6 0-16,1 1-2 15,-2 0 4-15,2 5 0 0,1-2-2 16,3 2-2-16,1-2 2 16,5-3 0-16,3-1-1 15,0-2-1-15,0-2-2 16,2-5-4-16,7 0 6 16,-2-4-2-16,4-1-3 15,-2 0 8-15,0 0 2 0,2-2-2 16,-2-7 1-16,0-1-2 15,1-3 1-15,0-1 1 16,-4-2 0-16,2 1-1 16,0 0 0-16,-3 4 0 0,-1 1-1 15,-1 1 0-15,1 5 2 16,-2 3-2-16,0 1 1 16,1 0-4-16,0 3-1 15,1 8 6-15,0 0-2 16,1 3 2-16,1 1 2 0,0 0-4 15,2-2 0-15,0 0 0 16,1-4-4-16,3-2-12 16,-1-5-25-16,0-2 0 15,2-3-56-15</inkml:trace>
  <inkml:trace contextRef="#ctx0" brushRef="#br0" timeOffset="163542.76">14114 14397 120 0,'0'0'1'0,"0"0"3"0,0 0 3 0,0 51-2 0,0-30-3 15,2 1 3-15,2 1-3 16,-1 0-1-16,0 1 0 16,-1-1 0-16,0 0 0 15,-2-3-1-15,0 0 0 16,0-2-4-16,0-5-23 16,-7-2-15-16</inkml:trace>
  <inkml:trace contextRef="#ctx0" brushRef="#br0" timeOffset="163733.66">14010 14598 192 0,'0'0'1'0,"0"0"8"16,0 0-10-16,0 0 3 15,42-41-5-15,-20 32 3 16,-1 1 1-16,6 1 1 15,-1 0-2-15,1-1 1 0,0-2-25 16,-1-3-68-16</inkml:trace>
  <inkml:trace contextRef="#ctx0" brushRef="#br0" timeOffset="164154.97">14504 14127 109 0,'0'0'30'15,"0"0"-29"-15,0 0 1 16,0 0 2-16,0 0-4 16,0 0 3-16,0 0 1 15,8 38 16-15,-8-14-3 0,0 8-4 16,-7 5-2-16,-3 5 0 16,-2 5-5-16,-1 4 2 15,2 2-2-15,-3 1 0 16,3-2 0-16,-1 1-2 15,6-4-1-15,-1-3-3 0,3-6 0 16,2-5 0-16,2-5 0 16,0-6 0-16,2-3 0 15,6-6-16-15,5-7-37 16,4-8-33-16</inkml:trace>
  <inkml:trace contextRef="#ctx0" brushRef="#br0" timeOffset="164480.95">14893 14471 108 0,'0'0'2'16,"0"0"8"-16,19-43-1 16,-19 33-4-16,0 0 9 15,-4 4 4-15,-7 2-7 16,-3 1-4-16,-1 3 8 0,-5 0-5 15,2 6-6-15,-4 7-3 16,1 4-1-16,0 0 0 16,4 4 0-16,4 2-1 15,1-1 1-15,6 0-3 16,3-2 4-16,3-3-2 16,0-3-1-16,5-3-5 0,3-5 6 15,5-2-4-15,0-4 2 16,5 0 2-16,1-7 3 15,1-7-33-15,1-3-11 16,-5-5-39-16</inkml:trace>
  <inkml:trace contextRef="#ctx0" brushRef="#br0" timeOffset="164736.18">14916 14130 106 0,'0'0'23'0,"0"0"23"16,0 0-38-16,0 0-8 15,0 0 1-15,-33 52-1 16,27-25 2-16,1 4 1 0,3 1 1 16,-1-1-1-16,3 0-1 15,0 0-1-15,0-5-1 16,3 1 0-16,2-6-1 15,3-2-4-15,1-5-28 16,1-4-12-16,2-6-26 0</inkml:trace>
  <inkml:trace contextRef="#ctx0" brushRef="#br0" timeOffset="165057.72">15037 14421 158 0,'0'0'26'16,"0"0"-6"-16,0 0-29 15,0 0 3-15,0 0 15 16,0 0-5-16,0 0-3 16,3 38-1-16,2-28-2 15,1-3 1-15,-1 0 1 0,3-1-1 16,-2-2-2-16,4-2-2 16,-5-2 7-16,3 0 1 15,-3 0-1-15,2-2 5 16,-2-5 11-16,-1-4 3 15,0-1 5-15,-2-3-14 0,0 1-3 16,-2-2-7-16,0-1 2 16,0 3 1-16,-2 1-3 15,-5 3 0-15,1 3-9 16,2 4-1-16,-5 3-8 16,0 2-28-16,4 6-36 0,-1-1-14 15</inkml:trace>
  <inkml:trace contextRef="#ctx0" brushRef="#br0" timeOffset="165590.69">15406 14326 112 0,'0'0'5'0,"0"0"24"16,0 0-1-16,0 0-3 15,10-40-11-15,-18 37 0 0,-3 2-5 16,-2 1 3-16,-1 0-6 16,-3 8-6-16,-3 5 2 15,1 2-6-15,2 1 4 16,1 3-3-16,5-2 2 16,1-3 0-16,7-3-2 0,3-1-6 15,0-3-7-15,0-4 0 16,8-3 8-16,1 0 3 15,2 0 11-15,1-3-1 16,-2-6 5-16,2 1-2 16,-2 0 4-16,0-2-4 0,-3 3-2 15,2 0-1-15,-4 1-3 16,1 3 0-16,-2 2-1 16,0 1 0-16,2 0-3 15,-1 1 2-15,-1 9-2 16,2 0 2-16,-2 3 1 0,0 1-2 15,1 3-1-15,-5 1 2 16,0-2-6-16,0 1 4 16,0 0 7-16,-2 0-4 15,-9 0-1-15,-2 0 3 16,-5-1-5-16,-1 0 7 0,0-2-4 16,0-3 2-16,3-1-3 15,2-6 1-15,7-2-3 16,2-2-15-16,5-6-13 15,0-11-55-15</inkml:trace>
  <inkml:trace contextRef="#ctx0" brushRef="#br0" timeOffset="166053.54">15909 13864 128 0,'0'0'4'0,"0"0"9"0,0 0-6 16,0 0-8-16,0 0 2 15,-31 38 0-15,20-15 1 0,4 4 0 16,-2 4-1-16,0 1-1 16,2 3 3-16,-1 2 1 15,5 4 3-15,-3 0-3 16,1 2-1-16,1 1-2 16,1 0 4-16,-1-1-3 0,0-3 2 15,1-1 8-15,-1 0 2 16,-2-4-3-16,0 0 3 15,0-3-3-15,1-5-3 16,1-3-1-16,-2-4-4 16,4-3 0-16,-1-4-2 15,3-3 0-15,0-3-1 0,0-2 0 16,0-2-7-16,0-3-31 16,7-7-18-16,1-13-61 15</inkml:trace>
  <inkml:trace contextRef="#ctx0" brushRef="#br0" timeOffset="167265.1">16337 14179 115 0,'0'0'21'0,"0"0"18"0,0 0-14 0,0 0-12 16,0 0-8-16,0 0-4 15,0 0 3-15,0-36 1 16,0 33 5-16,0 1-4 0,0 1-1 15,-5 1-2-15,0 0 0 16,-2 0-2-16,1 4-2 16,-6 5 0-16,2 3-1 15,1 1-2-15,4 1 9 16,3-2-5-16,2 0-1 0,0-2-4 16,3-3 5-16,7-1-7 15,3-2 8-15,1-3-2 16,-1-1 3-16,3 0 0 15,-1 0 4-15,-1-5-4 16,-1-1-1-16,-1-1 0 0,-4-2 0 16,-1-1 0-16,-4 1 1 15,-1 0-1-15,-1-2 4 16,-1 1-4-16,0 2 2 16,-2-1-3-16,-4 2 0 15,-4 0-2-15,0 1 0 0,-1 3 2 16,2 3 4-16,-3 0-3 15,2 0-2-15,-1 2 2 16,1 8-2-16,-1 3 0 16,-1 2 0-16,0 4 1 15,5 2-1-15,-2 0 0 16,5-1 1-16,-1 2 0 0,5-3 0 16,0-3 0-16,0-1-2 15,9-6 2-15,2 1-3 16,2-4 1-16,3-5 3 15,1-1 2-15,4 0 1 16,1 0-1-16,2-7-1 0,2-4-1 16,-2-5-17-16,-1-1-31 15,-3-5-36-15</inkml:trace>
  <inkml:trace contextRef="#ctx0" brushRef="#br0" timeOffset="167520.69">16571 13934 132 0,'0'0'10'0,"0"0"20"0,0 0-10 0,0 0-8 16,0 0-14-16,0 0 8 16,0 0-9-16,0 0 4 15,-16 49 3-15,16-23 2 16,-1 4 1-16,1-1-3 15,0-1 0-15,0 1-1 0,0-1-2 16,4 1-1-16,2-3 2 16,-1-1-4-16,3-3-28 15,0-4-29-15,0-8-15 16</inkml:trace>
  <inkml:trace contextRef="#ctx0" brushRef="#br0" timeOffset="168090.53">16693 14228 149 0,'0'0'9'0,"0"0"13"16,0 0-24-16,0 0 3 0,0 0-2 15,0 0 2-15,0 0-2 16,39-10 1-16,-28 1 1 16,-3 2 0-16,1-3-1 15,1 0 0-15,-5-2 2 0,-1 0-1 16,-2 2-1-16,-2 0 3 15,0 2-1-15,0 4-3 16,-7 1-1-16,-3 3 7 16,0 0-2-16,-1 4-3 15,-1 7 2-15,1 3-2 16,5 3 0-16,1-2 0 0,4-1 0 16,1 1-3-16,6-3 3 15,4-4-3-15,4-3 0 16,4-3 0-16,1-2 5 15,3 0-1-15,0-4-1 16,2-7 1-16,-1-1-8 0,0-3 6 16,-2 1-10-16,-4-2 2 15,-2-1 9-15,-3 0 3 16,-2 1 11-16,-5 4 6 16,-2 3 2-16,0 2 1 15,-3 3 0-15,0 2-11 0,0 2-6 16,0 0-5-16,0 9-2 15,-2 5 1-15,-2 5 3 16,1 3 0-16,1 5-2 16,-2 3 0-16,2 1-1 15,0-1 0-15,1-3 0 16,0-2 1-16,1-4-1 0,-1-4 1 16,1-5-1-16,0-3 0 15,0-3-4-15,0-3-18 16,0-3-21-16,0-2-21 15,1-11 8-15</inkml:trace>
  <inkml:trace contextRef="#ctx0" brushRef="#br0" timeOffset="168332.88">17004 14091 183 0,'0'0'10'0,"0"0"11"0,0 0-11 16,44-35-3-16,-29 31-2 15,-2 2-3-15,-2 2-1 16,0 0 1-16,-4 3-2 16,0 7-1-16,-5 3 2 15,-2 1-2-15,0 0 1 0,0 0-3 16,-6 1-3-16,-4-3 6 16,-3-3 0-16,-5-1-2 15,1-2-2-15,0-3-20 16,2-3-39-16,1 0-21 15</inkml:trace>
  <inkml:trace contextRef="#ctx0" brushRef="#br0" timeOffset="168808.98">17191 13829 205 0,'0'0'11'0,"0"0"-4"15,0 0-7-15,0 0-7 16,0 0-6-16,0 0 1 16,0 0 13-16,15 42 16 0,-11-16-7 15,-2 2-4-15,1 2 1 16,-1 1 1-16,1-4-1 16,2 0-5-16,-2-3 1 15,2-4 0-15,-1-3-1 16,0-2-1-16,-3-3 2 0,0-3-2 15,0-5 1-15,0 0-2 16,0-2 0-16,-1-2 2 16,0 0 6-16,0 0 19 15,0-6-21-15,0-5-6 16,0-4 1-16,4-2-3 0,0-1 0 16,6 1-1-16,-3 1 4 15,4 2-4-15,2 4 9 16,-2 5-6-16,2 2-1 15,-1 1 0-15,1 2 0 16,3 0-2-16,-3 2 2 16,3 5 0-16,-1 1 1 0,-1 2 0 15,-1 0 1-15,1-1-2 16,-1 0-7-16,0 0-9 16,-1-2-17-16,3-4-51 15,-1 0-5-15</inkml:trace>
  <inkml:trace contextRef="#ctx0" brushRef="#br0" timeOffset="169157.58">17653 14023 138 0,'0'0'25'0,"0"0"25"0,0 0-11 0,0 0-24 0,-3-37-12 16,-8 37-2-16,-3 0-2 15,1 0 9-15,0 4-8 16,-3 4 1-16,1 3-1 15,3-1 0-15,3 3 0 16,3-5 0-16,4 2-2 0,2-3-4 16,0-1 3-16,6-3-4 15,3 0 1-15,5-3 4 16,-1 0 7-16,0 0-4 16,1-5 4-16,1 0-5 15,-1-4 0-15,-5 3 1 0,0 1-1 16,0 2 2-16,-4 0-2 15,-3 2 0-15,2 1 0 16,0 0-9-16,-1 0-18 16,-1 4-5-16,2-1 3 15,1 1 5-15,-3-1 7 16,1-2-10-16,3-1-25 0</inkml:trace>
  <inkml:trace contextRef="#ctx0" brushRef="#br0" timeOffset="169577.82">17807 13982 187 0,'0'0'6'15,"0"0"9"-15,0 0-12 16,0 0-1-16,0 0-2 16,0 0 0-16,0 0 2 15,0 0-3-15,29 36 6 0,-27-25-1 16,-2-3-6-16,0 2 2 15,0-4-15-15,0 2-13 16,0-3 4-16,0-2 6 16,-3-1-1-16,0-2 26 15,0 0-3-15,-2 0 8 0,0-5-1 16,4-2-1-16,-1-2-5 16,0-1-4-16,2 0-1 15,0-1 3-15,0-1-1 16,5 0 0-16,5-1 3 15,-3 3-4-15,5 1 3 0,-2 1 2 16,1 5 2-16,1 2-6 16,-2 1 0-16,0 0-1 15,3 8 0-15,-6 5-2 16,1 1 2-16,2 0-2 16,-5 1-1-16,1-1-11 15,0-3-9-15,-2-3-8 0,1-1 2 16,0-5-31-16</inkml:trace>
  <inkml:trace contextRef="#ctx0" brushRef="#br0" timeOffset="169749">17989 13927 243 0,'0'0'18'0,"0"0"1"0,0 0-14 0,0 0-7 0,0 0-2 0,0 0 0 16,7 52 5-16,-5-30-32 16,-2-2-81-16</inkml:trace>
  <inkml:trace contextRef="#ctx0" brushRef="#br0" timeOffset="170771.1">8844 16720 99 0,'0'0'9'0,"0"0"9"0,0 0 1 16,0 0 1-16,0 0 1 15,0 0 2-15,0 0-4 0,0 0-7 16,0 0-1-16,0 0-4 15,-33-14-1-15,33 14-6 16,0 0-7-16,0 9 5 16,0 6-1-16,1 9 4 15,4 8-2-15,0 10 3 0,-2 11-5 16,3 9 3-16,-2 9-2 16,1 10 3-16,1 11 0 15,2 5-1-15,-2 2 0 16,-1-2 0-16,-1 0 0 15,0-11 0-15,-4-8 0 0,2-13 0 16,-2-9 1-16,1-8-1 16,2-8 0-16,1-9-1 15,0-11-33-15,-4-10-60 16</inkml:trace>
  <inkml:trace contextRef="#ctx0" brushRef="#br0" timeOffset="171369.14">8871 16642 61 0,'0'0'2'0,"0"0"4"0,0 0 2 0,45-13-1 0,-32 13 0 15,5 0 2-15,2 0-1 16,3 0-1-16,5 0 4 16,4 0-3-16,5 0-4 15,9-1 3-15,3-5 1 16,6 2-3-16,6-2-4 0,2-1 0 15,5 0-1-15,5-1-1 16,2-1 1-16,6 2 1 16,1-2 0-16,3-1-1 15,-2-1 2-15,-3 1-2 16,1 0 2-16,-7-1 0 0,-2 4 5 16,-6-2-2-16,-5 5 1 15,-5 1-2-15,-9 3 2 16,-4 0-3-16,-6 0-2 15,-7 0 1-15,-2 0-2 16,-8 7-29-16,-2-2-22 0,-5 0-59 16</inkml:trace>
  <inkml:trace contextRef="#ctx0" brushRef="#br0" timeOffset="171817.38">10702 16472 106 0,'0'0'7'0,"0"0"4"0,0 0 3 16,0 0-6-16,0 0-3 15,0 0-5-15,0 0 4 0,0 0 4 16,4 38-5-16,-4-18-1 16,0 5 1-16,-4 4-1 15,2 6 2-15,-2 2-5 16,3 5 8-16,1 4-3 16,0 4 1-16,0 4-1 15,0 4-2-15,5-1 0 0,-1 0-1 16,-2 2-1-16,0-2 1 15,1-2-1-15,-3 1 1 16,0 2 4-16,0 2 5 16,0-2 0-16,0 2-1 0,-2-2-5 15,2 0-1-15,0-4-2 16,0-2 1-16,0-6-2 16,0-4-18-16,2-8-13 15,2-6-20-15,0-9-18 16</inkml:trace>
  <inkml:trace contextRef="#ctx0" brushRef="#br0" timeOffset="173026.19">8969 18106 46 0,'0'0'3'0,"0"0"10"0,0 0 6 0,0 0-13 15,0 0-1-15,0 0 3 16,0 0 1-16,0 0 4 15,0 0 1-15,0 0-5 16,0 0-8-16,0 0-3 16,0 0 3-16,0 0-1 0,-13 20 0 15,19-17 1-15,3-1 2 16,3 1 2-16,1-1 3 16,5 0 2-16,5-2-2 15,1 0-2-15,5 0-2 16,4 0 1-16,4 0-2 15,3-5 2-15,2 0 2 0,3-1 0 16,-1-1-2-16,0-2-2 16,2 4-1-16,-2-2 2 15,1 1-4-15,0 0 3 16,4 3 1-16,1 1-3 0,-1-1 2 16,4 3-2-16,3 0 0 15,1 0 0-15,0 3-1 16,1 5 3-16,-2-1-3 15,-2 0 2-15,-5 2-2 16,0-5 1-16,-4 0 2 16,-2-4 0-16,-1 0 1 0,-1 0-1 15,-2 0 0-15,-1-7 0 16,-4 2 2-16,-1-1-1 16,-2 0-1-16,-4-1 1 15,-2 3 2-15,-5-1-1 16,-6-1-3-16,-2 1 2 0,-2 1-3 15,-5 3 0-15,-3-1 2 16,0-1-1-16,-2 3 5 16,0 0 3-16,0 0-5 15,4 0-4-15,-4-7-26 16,0-3-72-16</inkml:trace>
  <inkml:trace contextRef="#ctx0" brushRef="#br0" timeOffset="173695">11871 17273 112 0,'0'0'7'0,"0"0"-9"0,0 0 2 0,0 0-1 16,0 0 2-16,0 0-2 16,44-10 0-16,-28 7 5 0,4-1 0 15,2 0-2-15,5 1-2 16,3-3 1-16,7 3 0 16,1 0 0-16,5-1 1 15,1 0 3-15,0 0 1 16,2-1 6-16,-2 1 3 15,-3-2 0-15,-1 2 0 0,-2-2-5 16,-2 1-2-16,0 1 1 16,-3 0-5-16,-3 0-1 15,-3 0 0-15,-2 1-1 16,-2 0 0-16,-2 0-1 16,-2 1 1-16,-5 0-1 0,-1-1-25 15,-6 2-35-15,-2-2-7 16</inkml:trace>
  <inkml:trace contextRef="#ctx0" brushRef="#br0" timeOffset="174135.91">12376 17361 74 0,'0'0'3'0,"0"0"21"0,44-12 0 0,-26 11-2 16,-1 1 5-16,4 0-5 0,-1 0-3 16,3 0-6-16,-3 1-4 15,4 2-4-15,1 0-2 16,-4 1-1-16,0-1-1 16,-1 1 0-16,1-1 0 15,-3-2 0-15,0-1 1 0,1 0-1 16,-1 0-1-16,-2-2 1 15,2-5-1-15,-5-2 0 16,1 0-5-16,-5 0-16 16,2-1-7-16,-4-2-18 15,-3 1-8-15</inkml:trace>
  <inkml:trace contextRef="#ctx0" brushRef="#br0" timeOffset="174621.42">12609 17041 124 0,'0'0'15'0,"0"0"1"16,0 0-10-16,0 0-2 0,0 0-6 15,0 0 1-15,0 0 4 16,0 0 2-16,12 40 8 16,1-26 5-16,4 2-13 15,3 2-3-15,-4-1 0 16,3 2-1-16,-1 1-1 15,-2-1 1-15,0 2-1 0,-2-1 1 16,-1 2 0-16,0-1 3 16,-4 1 1-16,-2 0-1 15,-1 0 3-15,-4-1 2 16,-2 2 1-16,0-1-5 16,0 3 8-16,-9 0-3 0,-3 2-5 15,-2 0 3-15,-1 2-3 16,-2-2 0-16,2 2-4 15,1 0 0-15,3 2-2 16,1-7-27-16,2-1-25 16,4-12-126-16</inkml:trace>
  <inkml:trace contextRef="#ctx0" brushRef="#br0" timeOffset="175544.96">13840 16662 3 0,'0'0'74'0,"0"0"-67"0,0 0 6 0,0 0-3 16,0 0-1-16,0 0 0 0,0 3-1 15,0 0-6-15,-3 1-2 16,0-1 1-16,2 2-1 15,0 0 0-15,1 0 1 16,0 2-1-16,0 1 0 16,0 0 0-16,0 4 1 0,0 0-2 15,0 2 1-15,0-1 0 16,0 0-1-16,1 1-7 16,3-4-23-16</inkml:trace>
  <inkml:trace contextRef="#ctx0" brushRef="#br0" timeOffset="176798.27">13859 16676 89 0,'-1'2'6'0,"0"-2"3"0,1 1-1 0,-1-1 1 16,1 0 4-16,-1 0 3 15,1 0 2-15,0 0 0 0,0 0-5 16,0 1-10-16,-2 2-4 15,2 2 2-15,0 2-1 16,-2 0 0-16,2 4 0 16,-2 1 0-16,0 3 0 15,2-1-1-15,-2 2 2 16,2 4-2-16,-1-3-2 0,-1 0-28 16,0 0-26-16</inkml:trace>
  <inkml:trace contextRef="#ctx0" brushRef="#br0" timeOffset="177118.18">13949 16668 140 0,'0'0'11'15,"0"0"14"-15,0 0-10 0,0 0-8 16,0 0-4-16,0 0 2 16,0 0-3-16,0 0-1 15,0 0 1-15,-6 37 1 16,6-16-1-16,0 3-1 15,0 3-1-15,4 1 0 0,0-2-15 16,-2-2-52-16,0-7-65 16</inkml:trace>
  <inkml:trace contextRef="#ctx0" brushRef="#br0" timeOffset="178319.74">14588 16895 9 0,'0'0'51'0,"0"0"-8"0,0 0-7 0,0 0-2 0,0 0-6 16,0 0-12-16,0 0-7 15,0 0-4-15,-41-38-4 16,33 38 3-16,-1 0 1 15,-1 0-5-15,-2 0 6 0,3 7 5 16,-2 3-7 0,-2 6-2-16,2 2-4 0,-1 2 2 15,5 2 0-15,-1 1 0 16,3 1-1-16,3-4 1 16,2-1 1-16,0-4 1 15,4 2-2-15,9-4 0 0,2 1-2 16,2-1-1-16,5-5 1 15,-1 1 1-15,1-3-1 16,2-2-10-16,-1-4-15 16,2 0-9-16,-2 0 3 15,0-7 14-15,-2-5 9 0,3 0 6 16,-5-2-1-16,2-2 4 16,-3 0 2-16,0-2-2 15,0-2-3-15,-5 2 9 16,-4 0 3-16,1 1 5 15,-5 2 9-15,-2 3 3 16,-3 1 3-16,0 1 2 0,0 4-5 16,-5 1-9-16,-1-1-9 15,-3 5 0-15,2 1-6 16,-2 0 1-16,0 0-3 16,0 3-1-16,1 5 7 0,-1 3-6 15,1 4 5-15,2 1-4 16,2 2-2-16,3 2 1 15,1-2-1-15,0-1 0 16,0-1-4-16,3-4 0 16,3-2 3-16,2-3-2 0,2-2-1 15,-3-2 0-15,3-2 2 16,-2-1-1-16,1 0 6 16,-2-2-1-16,2-5 4 15,-4-1-4-15,-1-1 1 16,2-2 2-16,-4 1 3 0,0-1-3 15,-1 1 1-15,0 1-1 16,0 2 0-16,0 4 0 16,0-1 0-16,1 4-1 15,3 0-4-15,-2 0 1 16,1 3-1-16,4 1-1 16,-1 5-5-16,3-2-6 0,0 0-17 15,-1-1-19-15,0-5-14 16</inkml:trace>
  <inkml:trace contextRef="#ctx0" brushRef="#br0" timeOffset="178632.6">14993 16709 103 0,'0'0'38'0,"0"0"7"0,0 0-8 0,0 0-21 15,0 0-12-15,0 0-5 0,0 0 2 16,-9 38 1-16,9-15 2 16,4 3-2-16,3 0 0 15,-2 3-1-15,3-1-1 16,-1-1 1-16,2 2-1 15,-5-4 1-15,3-1-1 16,-3-4 0-16,1-4-3 0,-2-3-23 16,-1-5-30-16,-2-8-46 15</inkml:trace>
  <inkml:trace contextRef="#ctx0" brushRef="#br0" timeOffset="178818.05">14985 16956 175 0,'0'0'3'0,"0"0"5"0,0 0-2 16,0 0 4-16,41-27-8 16,-23 17 0-16,2 3-4 15,-1-3-29-15,1-1-53 16</inkml:trace>
  <inkml:trace contextRef="#ctx0" brushRef="#br0" timeOffset="179543.95">15734 16818 224 0,'0'0'7'15,"0"0"6"-15,0 0-5 16,0 0 2-16,0 0 3 16,0 0-2-16,0 0 1 0,0 0-6 15,0 0-5-15,-4 0 3 16,3 12-4-16,1 3 0 15,0 2-1-15,0 0-1 16,0 2-2-16,0-4-1 16,1-3 1-16,3-1-1 0,1-2-1 15,0-2 0-15,2-4-4 16,-1-2-2-16,1-1-3 16,-2 0 11-16,0 0 0 15,3-4 1-15,-5-5 3 16,3-2 0-16,-1-2-1 0,3 0 8 15,-3-2-3-15,4-1 5 16,-1 2-3-16,1-2-4 16,3 5 0-16,-4 1 0 15,1 3 1-15,3 1-1 16,-3 1 0-16,0 3 0 16,4 0 0-16,-4 2 0 0,0 0 0 15,1 0-1-15,0 5-1 16,-5 5 0-16,1 0 0 15,-2 1 0-15,-2 3-3 16,-2-1 10-16,0 1-6 0,-1 2 0 16,-6-3-2-16,0 1 0 15,-5-1-3-15,0-3-15 16,1-1-20-16,-3-4-27 16,3-5-16-16</inkml:trace>
  <inkml:trace contextRef="#ctx0" brushRef="#br0" timeOffset="179707.79">15729 16622 223 0,'0'0'-47'0,"0"0"51"0,-1-38-7 0,1 28-57 0,1 3-45 15</inkml:trace>
  <inkml:trace contextRef="#ctx0" brushRef="#br0" timeOffset="181089.03">16698 16688 121 0,'4'2'72'0,"-4"-2"-50"0,0 0 3 0,0 0-6 0,0 0-12 16,0-5-5-16,0-1-1 15,0-1 1-15,0-2 5 0,3 0-1 16,-3-3-1-16,0-1-3 16,0-1-1-16,1 0-2 15,0-3 1-15,-1 1 1 16,1-1 0-16,-1 2-1 15,0 2-3-15,0 2 1 0,0 3-1 16,0 3 1-16,0 3 1 16,0 2-5-16,0 0-22 15,0 5 17-15,2 5 13 16,2 1-1-16,0-1 0 16,5 0-1-16,-1 1 0 0,4-1-2 15,0-1 3-15,4-1 0 16,-2 3 0-16,3 1 6 15,0-1-5-15,-3-1-1 16,-1 3 0-16,-2 0 0 16,-2-1 0-16,-3 0-1 0,-1-1 0 15,-3 2 1-15,-2-2 0 16,0-1-1-16,-4 0 2 16,-6 3 0-16,-2-2 1 15,-1 1-3-15,-1-1-9 16,-2-1-21-16,3-3-33 15,-2-3 5-15</inkml:trace>
  <inkml:trace contextRef="#ctx0" brushRef="#br0" timeOffset="181414.8">16908 16310 151 0,'0'0'8'0,"0"0"5"0,0 0-12 0,0 0 0 0,0 0 0 0,0 0 6 15,33 37 0-15,-26-16 3 16,-1 3 5-16,2 3-10 0,-4 3 3 15,2 0-1-15,1 1-5 16,0-1-1-16,0-2-1 16,0-1 0-16,0 0 1 15,2-1-1-15,-1-5-3 16,1-2-37-16,1-2-8 0,-1-9-10 16</inkml:trace>
  <inkml:trace contextRef="#ctx0" brushRef="#br0" timeOffset="181792.09">17161 16674 222 0,'0'0'2'16,"0"0"0"-16,0 0-13 16,0 0-9-16,0 0 0 0,0 0 10 15,0 0 6-15,0 0 0 16,12 1 6-16,-8-1 7 15,2-6 10-15,0-2-8 16,2-2-5-16,-1-3-2 16,-1 0-2-16,-1 0-1 15,-2 1 0-15,-2 0 1 0,-1 1 1 16,0 2 2-16,0 0 5 16,0 1 2-16,-2 4-3 15,-2 0-5-15,1 4-5 16,-3 0 4-16,2 0-18 15,-2 11-4-15,1 3 18 16,1 2 1-16,2 1-1 0,2-1 0 16,0-1 0-16,0 1-1 15,3-5 0-15,8 2-6 16,0-6-18-16,1-1-16 16,3-3-17-16</inkml:trace>
  <inkml:trace contextRef="#ctx0" brushRef="#br0" timeOffset="182191.52">17378 16609 191 0,'0'0'1'0,"0"0"28"15,0 0-11-15,0 0-14 16,0 0-4-16,0 0-2 0,0 0-3 15,0 0-4-15,0 0-5 16,-3-8 10-16,11 4 1 16,3-5 6-16,0 2 5 15,2-4-4-15,-4-2-4 16,0 0 4-16,0-1-2 0,-5 2 0 16,-2 0 1-16,-2 1 1 15,0 4 0-15,-1 3-1 16,-4 4-1-16,-6 0-6 15,0 2 5-15,1 9-3 16,-1 4 2-16,1 3-1 0,3 2-1 16,2 0 2-16,5 0-2 15,0-1 1-15,0-4-2 16,12-1 3-16,2-3-6 16,2-3 6-16,0-2-17 15,2-1-18-15,-3-5-14 16</inkml:trace>
  <inkml:trace contextRef="#ctx0" brushRef="#br0" timeOffset="182432.91">17575 16520 101 0,'0'0'11'16,"0"0"32"-16,0 0 3 15,0 0-21-15,0 0-22 16,0 0-7-16,0 0 4 15,0 37 7-15,0-10-3 16,2 4-2-16,-1 0-1 0,2 3 0 16,-3 2 0-16,0-1-1 15,0 1 0-15,0-3 1 16,0-1 0-16,0-7-5 16,0-4-27-16,0-10-18 15,0-7-15-15</inkml:trace>
  <inkml:trace contextRef="#ctx0" brushRef="#br0" timeOffset="182738.22">17592 16572 170 0,'0'0'-15'16,"14"-50"30"-16,-7 30-11 15,3 2-3-15,-2 4-1 16,1 6-1-16,-2 2 1 15,1 2 0-15,1 4 2 0,-3 0 0 16,3 0 6-16,-4 10-7 16,4 0 2-16,-6 0-1 15,0 2 2-15,-3 0-4 16,0 1-3-16,-2 1 14 16,-8 0-7-16,-2 2-3 15,-3-1 0-15,-3 2 1 0,-1 3 1 16,0-4-2-16,-1 2-1 15,4-2-7-15,2-6-36 16,3-3-6-16,4-7-24 16</inkml:trace>
  <inkml:trace contextRef="#ctx0" brushRef="#br0" timeOffset="182972.18">17763 16477 123 0,'0'0'5'15,"0"0"5"-15,0 0 1 16,-14 46 1-16,11-31 3 16,-1 2 1-16,2-2 3 0,1-1-7 15,1-3-4-15,0 1-7 16,0-1 2-16,0-4-2 15,4-3-22-15,-1-4-49 16</inkml:trace>
  <inkml:trace contextRef="#ctx0" brushRef="#br0" timeOffset="183136.13">17725 16375 214 0,'0'0'7'15,"0"0"7"-15,-3-45-12 16,3 37-2-16,0 3-20 16,1 2-27-16,3 2-8 15,2 1-14-15</inkml:trace>
  <inkml:trace contextRef="#ctx0" brushRef="#br0" timeOffset="183671.16">17820 16551 121 0,'0'0'8'16,"0"0"21"-16,0 0-11 16,0 0-12-16,0 0-4 15,0 0 1-15,0 0 5 0,0 0 1 16,0-31 0-16,0 22-5 15,0-1 0-15,7 2-2 16,0-1-4-16,4 2 4 16,-3 3-1-16,3 1-2 15,1 3 1-15,-1 0 0 0,0 0 1 16,0 5-1-16,-3 3 1 16,0 2-3-16,-3 1 4 15,-1-1-3-15,1 0 2 16,-3-1 1-16,-1-2-2 15,-1-1 0-15,0-2 1 0,0-2 0 16,0 1-1-16,0-3 0 16,0 0 5-16,0 0-3 15,0-7-4-15,0-3 7 16,0-1 3-16,0-3 0 16,0-2 1-16,1 3 1 0,3-1-5 15,3 3 0-15,-3 1 0 16,3 2-3-16,-1 3-1 15,2 3 0-15,-2 2-1 16,3 0 1-16,-1 0 2 16,0 9-5-16,0 0 0 0,0 5-3 15,3-3-3-15,-4 2-13 16,4-2-1-16,1-3-27 16,1-5-26-16</inkml:trace>
  <inkml:trace contextRef="#ctx0" brushRef="#br0" timeOffset="184211.04">18292 16402 190 0,'0'0'62'0,"0"0"-29"0,0 0-16 0,-7-37-7 0,-3 29-9 16,-1 5-1-16,1 0 2 15,-7 3-4-15,3 0-6 16,-2 4 7-16,1 10-6 15,-1 1 7-15,2 2-13 16,4 1 1-16,2 3-8 16,5-5-10-16,3 0-6 0,0-4 9 15,8-3-3-15,3-5 12 16,2-4 6-16,1 0 12 16,1 0 0-16,-1-4 7 15,-1-6 13-15,-2 0 15 16,0 0-8-16,-3-1-3 0,-3 2 7 15,0 0-8-15,-3 1-10 16,-1 1-6-16,-1 3 1 16,0 1-5-16,0 0 1 15,0 3-2-15,0 0-4 16,0 5-7-16,0 4 0 0,0 4 6 16,0 3 6-16,0 5 0 15,3 2-4-15,1 1 0 16,3 0 0-16,-1 2-1 15,0-1-2-15,-3-1 1 16,0-3 4-16,-1-2-1 0,-2-3 0 16,0-1-1-16,-5-5 2 15,-4-1-6-15,-2-1 14 16,-4-3 2-16,1 0-4 16,-4-2-2-16,2-3-2 15,0 0-2-15,3 0-1 16,-1 0-9-16,2-8-19 0,2-8-58 15</inkml:trace>
  <inkml:trace contextRef="#ctx0" brushRef="#br0" timeOffset="184566.99">18467 16004 175 0,'0'0'4'0,"0"0"8"0,0 0-3 0,0 36-7 16,0-25-1-16,0 1-1 16,0 0-4-16,0-3-12 15,2-5-15-15,-1-3-27 16</inkml:trace>
  <inkml:trace contextRef="#ctx0" brushRef="#br0" timeOffset="184688.4">18524 15990 183 0,'0'0'2'0,"0"0"-17"0,0 0-7 15,0 0-41-15</inkml:trace>
  <inkml:trace contextRef="#ctx0" brushRef="#br0" timeOffset="185165.19">18892 15746 241 0,'0'0'-27'0,"0"0"35"15,0 0-6-15,0 0-25 16,0 0 18-16,-28 64 7 16,10-20 4-16,-4 11 4 15,-2 9 2-15,-3 10-2 16,-2 1 3-16,1 3-6 0,-1-1-1 15,-2-2-2-15,2-8-3 16,2-3 0-16,-2-3-1 16,2-3 0-16,6-5 0 15,4-6 0-15,4-6-9 16,4-8-28-16,8-10-34 0,1-11 5 16</inkml:trace>
  <inkml:trace contextRef="#ctx0" brushRef="#br0" timeOffset="185486.21">19054 16250 70 0,'0'0'9'0,"0"0"36"15,-33-41 2-15,13 34-13 16,-1 7-15-16,-1 0-2 16,-2 10-13-16,-2 8-1 15,2 4-3-15,5 5 0 16,2 0-3-16,4-2 3 0,3 1-1 16,9-4-1-16,1-6-1 15,2-2-5-15,9-4-10 16,3-4 1-16,4-5-2 15,1-1 0-15,0-1 8 0,3-10-20 16,-2-4-47-16</inkml:trace>
  <inkml:trace contextRef="#ctx0" brushRef="#br0" timeOffset="185706.4">18985 15973 167 0,'0'0'5'15,"-12"41"-2"-15,10-11 0 0,-2 7 2 16,4 4-2-16,0-1 2 16,0 0-1-16,6-2-1 15,3-6-3-15,3-4-3 16,0-4-18-16,1-4-38 0</inkml:trace>
  <inkml:trace contextRef="#ctx0" brushRef="#br0" timeOffset="186083.91">19265 16272 136 0,'0'0'53'0,"0"0"1"16,0 0-26-16,0 0-17 15,0 0-8-15,-40-25 2 16,24 25-7-16,-1 5 9 16,-3 6-4-16,2 3-3 0,3 0 1 15,1 2-1-15,4 0-1 16,5-5-3-16,3 2-6 16,2-5-3-16,0-1-4 15,4-4-12-15,7-3 13 16,-2 0-1-16,3 0 10 0,-1 0 6 15,0-8 1-15,2 1 4 16,-6-2 19-16,1 1-2 16,-1 1-5-16,0 3-7 15,-6-1-2-15,2 3-2 16,-1 2-2-16,1 0-6 0,-1 0 2 16,0 3-5-16,2 4 0 15,2 2-8-15,0-2-15 16,0-1-23-16,0-3-18 15</inkml:trace>
  <inkml:trace contextRef="#ctx0" brushRef="#br0" timeOffset="186510.01">19338 16264 213 0,'0'0'9'16,"0"0"-2"-16,0 0-4 15,0 0 1-15,0 0-5 16,0 0-5-16,0 0 5 16,0 0 0-16,0 0 0 15,20 10 3-15,-16 0 5 0,-1 2-5 16,1-2-4-16,0 1-2 16,-4-3-14-16,0-2 0 15,0 1-2-15,0-4 8 16,-4 1 2-16,-4-4 15 15,3 0-1-15,-5 0 4 0,3 0 12 16,2-7-2-16,3-1-9 16,2-2 1-16,0-3-6 15,0 0 4-15,6 2-3 16,5-2-2-16,1 0 0 16,1 3-3-16,1 3 3 15,-2 0-2-15,-1 4-1 0,0 3 1 16,-1 0-1-16,-2 3 0 15,-2 7-8-15,2 1-21 16,-6 2 10-16,1 1-4 16,-1-2-15-16,2-1 1 0,-2-4-38 15</inkml:trace>
  <inkml:trace contextRef="#ctx0" brushRef="#br0" timeOffset="187000.41">19686 16161 205 0,'0'0'0'0,"0"0"6"0,0 0-4 16,0 0-7-16,0 0-4 0,0 0 11 15,-48-2-1-15,36 18 5 16,3 1-5-16,-2 1 2 15,2 2-1-15,5 0 1 16,1-2 1-16,3-2-3 16,0-2-1-16,5-1-3 0,6-2 0 15,0-5 2-15,3 0-3 16,-1-6 4-16,2 3 0 16,2-3 3-16,3 0 4 15,0-7-6-15,0-3 0 16,3-3 1-16,-2-3-1 0,-1-1 0 15,-1-5 0-15,-3 2-2 16,-2-2 2-16,-3 2-1 16,-4 3 0-16,-4 3 3 15,-1 4 6-15,-2 6 19 16,0 3-5-16,0 1-17 0,-5 1-8 16,-3 11-1-16,1 4 8 15,-2 1-1-15,4 1-3 16,-1 0-1-16,3-2-1 15,3-3 1-15,0-1-3 16,0-3-2-16,5-2-21 0,4-6-15 16,2-1-53-16</inkml:trace>
  <inkml:trace contextRef="#ctx0" brushRef="#br0" timeOffset="187158.56">19892 16061 275 0,'0'0'17'0,"0"0"-6"0,0 0-8 0,0 0-3 15,0 0-13-15,0 0-19 0,0 0-101 16,0 0 24-16</inkml:trace>
  <inkml:trace contextRef="#ctx0" brushRef="#br0" timeOffset="187734.82">19923 16183 116 0,'0'0'10'0,"0"0"14"15,0 0 4-15,0 0 4 16,0 0 9-16,0 0-13 15,0 0-4-15,0 0-10 16,-9-7-10-16,9 3-5 16,0-3-2-16,0 0 2 0,7 0-4 15,1-2 2-15,1 3-3 16,1 1 2-16,-3-1 4 16,1 5 0-16,-1-1 0 15,0 2 0-15,-1 0 0 16,3 3 0-16,-3 4 1 0,3 3-1 15,-1 0-1-15,-3 3-7 16,1-2-6-16,-1-1 9 16,-5 0-11-16,0-1 20 15,0-2-7-15,0-2 2 16,0-2 5-16,-3-1-1 16,-1-2-1-16,-1 0 0 0,-1 0 0 15,2-2 0-15,1-5-1 16,-1-1 3-16,0-2-1 15,4-1 2-15,0 0-3 16,0-3 12-16,6 3-12 16,3-3-5-16,2 5 3 0,3-1-1 15,-2 3 2-15,1 4-1 16,-2 3 1-16,1 0-2 16,-3 3-3-16,-1 8-8 15,2 2-8-15,-4 3 3 0,2 0 4 16,-2 1 5-16,3 0-10 15,-2-5-16-15,5 0-15 16,-1-7-20-16</inkml:trace>
  <inkml:trace contextRef="#ctx0" brushRef="#br0" timeOffset="188411.1">20337 16141 135 0,'0'0'53'0,"0"0"6"0,7-52-24 0,-7 35-13 0,-3-1-11 0,-4 4-6 16,-3 1-3-16,1 3-1 0,-1 4-3 16,1 2-6-16,0 4 2 15,-1 0 1-15,0 6-12 16,-1 7 16-16,1 2-6 16,2 1 0-16,2 5-6 15,4-2-9-15,2-3-5 16,0-1-15-16,4-2 2 0,4-5 14 15,2-3 4-15,1-3 14 16,-2-2 9-16,2 0 6 16,-2 0 14-16,-1-5 12 15,1-2-3-15,-3-3-1 0,0 1-3 16,-2-4-5-16,0 2-7 16,1-2 0-16,-2 0-5 15,2-1-6-15,-1 3-2 16,1 2 0-16,-1 1-1 15,2 2 0-15,-3 6-1 16,2 0-1-16,1 0-3 0,-3 4-3 16,1 8-3-16,2 2 1 15,-3 9 6-15,1-1 2 16,-1 6-3-16,3 1 10 16,-3 2-2-16,0-2-3 15,2-1 1-15,1 2-1 0,-1-3 1 16,1 2-1-16,-2 0 0 15,-2-1 1-15,-2 1-1 16,0-1-2-16,-3 1-4 16,-6-4-4-16,0-6-9 15,-4-2 32-15,-3-7-11 0,-2-3 30 16,-1-6-6-16,-2-1-8 16,2 0-4-16,0 0 1 15,-1 0-4-15,6-8-3 16,2-3-8-16,2-5 0 15,0 1-1-15,4-4-1 0,4-4 5 16,2 0 2-16,1-5-3 16,16-3 5-16,10-5-7 15,9-11 1-15,16-7-22 16,15-9-28-16,15-7-70 16</inkml:trace>
  <inkml:trace contextRef="#ctx0" brushRef="#br0" timeOffset="199013.39">18669 13888 64 0,'-2'0'7'0,"2"0"3"0,0 0-8 0,0 0-2 0,0 0 0 15,0 0 0-15,0 0 1 16,-2 0-1-16,1 0 1 15,1 0 2-15,-1 0 1 16,1 0 3-16,0 0-3 16,0 0-4-16,0 0 0 15,0 0 0-15,0 0 1 0,0 0 1 16,0 0 6-16,0 0 7 16,0 0 5-16,0 0 6 15,0 0-6-15,0 0-9 16,0 0-2-16,0 0-3 15,0 0-8-15,0 0-2 0,0 0 7 16,4 0-2-16,0 0-1 16,1 0 0-16,2 0 0 15,-2 0 0-15,5 0 0 16,-1 0 0-16,3 0-2 16,2-2 1-16,3 0-1 0,2-2 2 15,1 1 1-15,2-1 0 16,2 0 0-16,3-1 0 15,2-2 3-15,-1 0-1 16,4 0 1-16,2-2-1 16,-2 2 1-16,0-1 0 0,2 2 0 15,-3-1 3-15,0 1-5 16,1-1 0-16,-1 3 0 16,-3-2-1-16,2 3 0 15,-3-1-1-15,-3 1 2 16,-2 0-2-16,-1 2 0 0,-6 0 1 15,-3-1-1-15,-4 2 2 16,-2 0-2-16,-3 0-3 16,-2 0-29-16,-1 0-23 15,0 0-5-15</inkml:trace>
  <inkml:trace contextRef="#ctx0" brushRef="#br0" timeOffset="199674.97">19227 13625 95 0,'0'0'4'0,"0"0"17"0,0 0-9 0,0 0-9 16,0 0-1-16,0 0 1 15,0 0 2-15,0 0-2 16,0 0-2-16,0 0 0 15,0 0 0-15,0 0-1 16,-1 0 1-16,1 2 0 0,0 1-1 16,0 0 0-16,4 1 0 15,1 0 0-15,1 0 0 16,2 1 0-16,0 0 0 16,2-2 2-16,-1 3-2 0,1-2 0 15,0 0 3-15,1 1-2 16,-1-2 1-16,2 2 0 15,1 0 0-15,-1 0-2 16,-1 0 1-16,1-1-1 16,-1 1 0-16,1 0 1 15,-5 0-1-15,2 0 1 0,-2 0-1 16,-2-1 0-16,1-1 2 16,0 2-2-16,-4-1 0 15,2-1 0-15,-2 1 0 16,-2 1 1-16,0 1 0 15,0 1 1-15,0 2 1 0,-5 2 2 16,-4 2-2-16,-2 2-1 16,-3 1 0-16,0 3-1 15,-1-1 0-15,-2 6-1 16,1-1 0-16,0 1-1 16,-4 0-15-16,3-4-42 0</inkml:trace>
  <inkml:trace contextRef="#ctx0" brushRef="#br0" timeOffset="201354.86">19281 13685 44 0,'0'0'3'0,"0"-3"1"0,0 3 11 15,0-2 2-15,0 1-3 16,0 1 3-16,0 0 4 0,1-1-3 16,-1 1 0-16,0 0-5 15,0 0-6-15,0 0-6 16,0 0 0-16,0 0-1 15,0 0-1-15,0 0-2 16,0 0-2-16,0 0 10 0,0 1-3 16,0 4-1-16,2 2 0 15,0 2-1-15,0 0 2 16,0 4-1-16,2 0-1 16,-2 2 0-16,2 0 0 15,0 2 0-15,-3-1 0 0,2 0 0 16,-1-3 0-16,-1 4 0 15,3-3 0-15,-2 1 0 16,-2 0 0-16,0-2 2 16,1 1-2-16,1-2 0 15,0 0 0-15,-1-4 0 16,0 0 0-16,1-2 0 0,1-2 0 16,-3 0 0-16,2 0 0 15,-2-1 0-15,0 1-5 16,0-1-18-16,0-3-6 15,0 0 4-15,0 0-7 0,0-1-49 16</inkml:trace>
  <inkml:trace contextRef="#ctx0" brushRef="#br0" timeOffset="201645.57">19363 13763 100 0,'0'0'4'0,"0"0"13"0,0 0-2 0,0 0-5 0,0 0-10 15,0 0 0-15,0 0 2 16,0 0 0-16,0 0-1 15,-5 44 0-15,3-32-1 0,2-1 0 16,0 4-1-16,0-4-10 16,0-1-7-16,0-1-2 15,0-4-6-15,0 1-17 16</inkml:trace>
  <inkml:trace contextRef="#ctx0" brushRef="#br0" timeOffset="201860.01">19363 13818 69 0,'0'0'2'0,"0"0"19"15,0 0-7-15,0 0-1 16,0 0-11-16,0 0-2 16,0 0 1-16,0 0-1 15,-12 19 1-15,12-9-1 16,0-1 0-16,5-1 0 0,-2-1 1 15,1-1-2-15,-1-3-15 16,0-3-20-16</inkml:trace>
  <inkml:trace contextRef="#ctx0" brushRef="#br0" timeOffset="202214.88">19369 13810 99 0,'0'0'8'0,"0"0"6"16,0 0-8-16,0 0-5 16,0 0-3-16,0 0 4 0,0 0 0 15,0 0 0-15,-5 14-2 16,4-8 1-16,1 1-1 16,0-1 0-16,0-4 0 15,0 0-7-15,0-2-8 16,3 0 4-16,2 0 0 0,-3-7-15 15,1-1 7-15,-1-1 16 16,2 1 9-16,-4 0 14 16,0-1 5-16,0 4-2 15,0 1-4-15,0-2-1 16,0 6-8-16,0-1-6 0,0 1-5 16,0 0-6-16,3 0-3 15,-1 3 4-15,-2 2-1 16,2 1-9-16,0-4-4 15,-1-2-29-15</inkml:trace>
  <inkml:trace contextRef="#ctx0" brushRef="#br0" timeOffset="202734.88">19318 13625 24 0,'0'0'7'0,"0"0"7"0,0 0 5 15,0 0-6-15,0 0-6 0,0 0-3 16,0 0-3-16,0 0-1 16,0 0 1-16,0 0 1 15,-1-7 3-15,1 10-3 16,2 1-2-16,2 1 1 16,-1-1 1-16,3 3 0 0,0-1 4 15,3-2-1-15,2 3 0 16,0-3 0-16,2 2 0 15,-1-2-1-15,1 1-2 16,0-2-1-16,-1 1 0 16,-1 0-1-16,0-1 1 15,-5 0-1-15,1-1 0 0,-4-1 0 16,0 2 1-16,-2-2-1 16,-1 0 0-16,0 5 5 15,-4 2-1-15,-5 4-1 16,-5 5-3-16,-5 3 1 15,-3 5-1-15,-2 6 0 0,0 4-6 16,-5 0-37-16</inkml:trace>
  <inkml:trace contextRef="#ctx0" brushRef="#br0" timeOffset="-208969.56">20393 13427 89 0,'0'0'11'0,"0"0"1"0,0 0 6 16,0 0 1-16,0 0-2 15,0 0 0-15,0 0-4 0,0 0 2 16,-3-37 1-16,-2 34-8 16,1 0-3-16,0 3 4 15,-4 0-8-15,0 0 0 16,-2 0-1-16,-1 0 0 16,-3 7 0-16,-1 2 0 0,-1 1 0 15,0 1 1-15,0 3 0 16,-1 2 0-16,2 4-2 15,2 1-4-15,1 3 8 16,4 0-3-16,1 0 0 16,4-1-2-16,1-1 2 0,2-3 0 15,0 0 0-15,1-5-1 16,6-2 1-16,1-3 2 16,3-2 7-16,3-1-1 15,2-4 2-15,4-2-2 16,4 0 0-16,2 0-3 0,3-7-4 15,4-1 4-15,-1-3-4 16,3 0 1-16,-1-2-1 16,-1 0 0-16,0-1-2 15,-3 0-21-15,-3-2-30 16,-1-1-46-16</inkml:trace>
  <inkml:trace contextRef="#ctx0" brushRef="#br0" timeOffset="-208670.61">20727 13418 127 0,'0'0'0'0,"0"0"22"0,0 0-6 0,0 0-18 16,0 0 1-16,0 0 5 15,5 37 0-15,-3-20 2 16,1 2 1-16,4 2-2 16,0 0-2-16,1-1-1 15,-1-1 1-15,2-1-4 16,-4-4 4-16,1 0-5 0,-2-5-7 16,-1-4-8-16,-2-3-14 15,-1-2 6-15,0 0 19 16,0-7-52-16</inkml:trace>
  <inkml:trace contextRef="#ctx0" brushRef="#br0" timeOffset="-208337.91">20690 13465 104 0,'0'0'16'16,"0"0"5"-16,0 0-20 0,0 0 2 15,0 0-3-15,0 0 1 16,47 10-1-16,-28 0 0 15,3 3 2-15,4 0-1 16,-5-1-1-16,3-2 0 16,-2-3 1-16,-4 0-1 0,-2-2 0 15,-4-5-1-15,-1 0 0 16,-3 0 1-16,-3-9 17 16,-1-4 13-16,-2-2 6 15,-2-4-9-15,0-2-9 16,0-2-3-16,-2 0-3 0,-3 1-5 15,0 1-2-15,0 3-2 16,2 3-2-16,-4 3 0 16,5 6 0-16,-1 4-2 15,1 2-10-15,2 0-34 16,-2 4-36-16,2 0-1 16</inkml:trace>
  <inkml:trace contextRef="#ctx0" brushRef="#br0" timeOffset="-207767.48">21080 13326 126 0,'0'0'9'0,"0"0"11"16,0 0-5-16,0 0-5 0,0 0-8 15,0 0-1-15,0 0-2 16,0 0 3-16,10 42-1 16,-4-30 0-16,3 5 3 15,0-2-2-15,1 1-2 16,-2-2 3-16,-1 2 0 0,-2-2-3 16,-1-3 0-16,-4-3 0 15,0-1 0-15,0-3-2 16,0-4-3-16,0 0 7 15,-4 0-2-15,-3-6 0 16,2-5-6-16,-3 0-1 0,4-4 2 16,1-3 1-16,0-1 3 15,3-2-2-15,0 3 2 16,0 1-3-16,3 2 2 16,2 4 2-16,3 4 0 15,-3 4 1-15,4 3 0 0,0 0 0 16,3 4 1-16,3 5-2 15,4 0 0-15,0 1 0 16,3-1 0-16,-1-2 0 16,2-2 0-16,-3-4 0 15,1-1 0-15,-4-1 2 16,-2-9 21-16,-2-4 16 0,-5-2-1 16,-4-4-8-16,-4 0-2 15,0-1-6-15,-12-3-8 16,-5 1-12-16,-6 6-1 15,-8 3-11-15,-11 2-41 16,-10 4-106-16</inkml:trace>
  <inkml:trace contextRef="#ctx0" brushRef="#br0" timeOffset="-197634.98">20994 15898 40 0,'-20'16'-37'0,"3"2"45"0,0 1-2 0,4-2-8 0</inkml:trace>
  <inkml:trace contextRef="#ctx0" brushRef="#br0" timeOffset="-197036.1">20980 15994 56 0,'0'0'73'0,"0"0"-69"16,0 0-12-16,0 0 10 16,0 0 1-16,0 0 4 0,0 0 1 15,48-2 0-15,-34-1 0 16,2 0-1-16,2 0 0 16,0 1-3-16,5 0 0 15,1-2-2-15,1-1 1 16,2 0-4-16,2-1 1 15,0-1 1-15,-2 1-1 0,-1-2 0 16,-1 1 1-16,-3-1 2 16,1 1 4-16,-1 0 3 15,-1 2-2-15,-1-1-3 16,0 0-3-16,-1 2-1 16,-4 0 0-16,-1 1-1 0,-2 1-2 15,-3 2-9-15,-3-2-18 16,-3-1-28-16,-1-2-56 15</inkml:trace>
  <inkml:trace contextRef="#ctx0" brushRef="#br0" timeOffset="-196774.38">21488 15772 155 0,'0'0'-5'0,"0"0"14"0,39 12 8 0,-22-3-5 0,-2 2-4 16,0 3-6-16,-3 2-1 15,-3 2 1-15,-2 3 0 16,-6 4-2-16,-1 2 0 15,-4 0-26-15,-12-2-51 16</inkml:trace>
  <inkml:trace contextRef="#ctx0" brushRef="#br0" timeOffset="-196452.6">22007 15676 147 0,'0'0'7'0,"0"0"-2"15,0 0-2-15,-2 53 0 16,1-32-2-16,1-1 1 0,0 3 0 16,0-5-2-16,0 1 1 15,0-4-1-15,3-3 0 16,1-2-6-16,-4-4-19 16,0-4-24-16</inkml:trace>
  <inkml:trace contextRef="#ctx0" brushRef="#br0" timeOffset="-195952.84">22053 15595 75 0,'0'0'8'15,"0"0"0"-15,38-31-2 16,-22 24-1-16,-4 1 3 15,2-1 2-15,2 4-2 16,-2 1 0-16,-1 2-3 0,-2 0-1 16,1 0-3-16,-1 0 0 15,-2 7-1-15,-2 1 0 16,-4 2-7-16,-3 2 5 16,0 0 1-16,-2 1 3 0,-8 1-1 15,-2 0 7-15,-3 1-6 16,-3-2-1-16,0-1 0 15,0 0 0-15,0-4 0 16,3 2-1-16,1-4 1 16,3-2 1-16,3 0-1 15,3-2-1-15,0-1-1 0,4-1 2 16,1 0-4-16,0 0 7 16,0 0-3-16,0 0 1 15,8 0 21-15,-1 0 0 16,3 2-9-16,3 0-5 15,0 4 0-15,2 0-2 0,-2 2-1 16,0 2-2-16,1 0-2 16,-1 0 1-16,1 2-1 15,-1-1-1-15,1 0-2 16,-1-2-26-16,0-4-23 16,-3-4-31-16</inkml:trace>
  <inkml:trace contextRef="#ctx0" brushRef="#br0" timeOffset="-195690.59">22380 15665 157 0,'0'0'20'0,"0"0"14"0,0 0-16 0,0 0-4 16,0 0-5-16,0 0-6 0,0 0-6 15,0 0-1-15,0 0 1 16,0 0 8-16,-3 23-4 16,6-10-2-16,1-1 2 15,-1 1-1-15,-1-2-1 16,-1 1-15-16,0-4-22 0,0 0-7 16,-1-4-2-16,0-3-11 15</inkml:trace>
  <inkml:trace contextRef="#ctx0" brushRef="#br0" timeOffset="-195349.54">22351 15700 22 0,'0'0'93'0,"0"0"-81"15,0-36 15-15,2 27-13 16,4 1-6-16,1 2-6 16,2 3-2-16,0 2 0 15,0 1 0-15,3 0 0 0,-2 4 0 16,1 6 0-16,3 0-1 15,-3 1 3-15,0 0 1 16,2 0-2-16,-1-3-6 16,-1-1 6-16,-2-1 0 15,-2-5-3-15,1 1 2 0,-3-2-1 16,2 0 6-16,-4-2 19 16,-1-6 7-16,0-1-4 15,-1-4-9-15,-1 1-3 16,0-3-2-16,0-2-4 15,-4 2-5-15,0 0-1 0,-2 3-2 16,0 0-1-16,4 5-6 16,-2 2-12-16,3 2-17 15,0 2-35-15,-1-2-86 16</inkml:trace>
  <inkml:trace contextRef="#ctx0" brushRef="#br0" timeOffset="-194722.86">22722 15551 152 0,'0'0'3'0,"0"0"12"0,0 0-8 16,0 0-7-16,0 0 0 15,0 0 1-15,-4 38 0 0,4-26-2 16,0 2 1-16,0 0 0 16,0 1 1-16,0-2-1 15,0-1-4-15,0-2-4 16,0-3-5-16,0 1-7 16,0-3 7-16,0-3 2 15,-2-1 1-15,-1-1 4 0,-5 0 2 16,4-2 6-16,-3-7 5 15,2-1 4-15,0-2 0 16,1-2 9-16,1 0 1 16,3 0-7-16,0 2-2 0,0-2 0 15,0 4-8-15,3 2-2 16,3 1 1-16,-2 1-3 16,3 2 1-16,1 1-1 15,2 3-1-15,-3 0 2 16,2 0-1-16,4 0 0 0,0 7 0 15,0 1 1-15,2 2 0 16,0 1 0-16,1-2-1 16,1-2 0-16,-3 0 0 15,-1-2-1-15,-1-3 0 16,-4 0 1-16,-3-2 0 16,1 0 14-16,-6 0 23 0,0-6 2 15,0-4-17-15,0-1-5 16,-4-3-4-16,-3-1-3 15,-1-3-5-15,3 2-3 16,-5-1-1-16,4 2-3 0,0 2-18 16,1 4-7-16,-1 4-13 15,-4 3-37-15,-3 2-74 16</inkml:trace>
  <inkml:trace contextRef="#ctx0" brushRef="#br0" timeOffset="-194233.06">22210 16093 86 0,'0'0'31'0,"0"0"-28"0,0 0 2 0,49-12 3 0,-29 6-3 15,2-4-2-15,5-1 1 16,-3 1 1-16,3 0 7 16,1-1 3-16,1 0 6 15,2-1-15-15,1 2-1 16,5 0-2-16,0 0-2 0,0 0 1 16,2 2 0-16,-5 1 0 15,-2 1 0-15,-2 1-2 16,-3 0 0-16,-4 2 1 15,-2 2-1-15,-3 1 0 0,-3 0-11 16,-4 0-10-16,-3 1-11 16,-7 6-5-16,-1 3 0 15,-4-1-39-15</inkml:trace>
  <inkml:trace contextRef="#ctx0" brushRef="#br0" timeOffset="-193968.13">22337 16181 91 0,'0'0'4'0,"0"0"7"15,0 0 11-15,0 0 5 16,0 0-11-16,0 0-14 15,0 0 10-15,0 0 9 0,0 0-8 16,67-23-8-16,-29 10-4 16,7-2 0-16,7-3 0 15,3 1-17-15,2-1-30 16,-3 1-16-16</inkml:trace>
  <inkml:trace contextRef="#ctx0" brushRef="#br0" timeOffset="-192808.25">22018 16196 101 0,'0'0'-1'0,"0"0"2"0,0 0 0 15,0 0 0-15,0 0 0 16,-5-37 2-16,-2 29-1 0,0-1 6 15,-2-1 10-15,1 2 2 16,0-4-2-16,-1 2-15 16,1-2-1-16,-1-1-4 15,-2-3-4-15,2-1-4 0,-2-1-1 16,-1-4-4 0,0-5 6-16,0-1 3 0,-1-5-2 15,0-4-2-15,-1-1-3 16,2-2-1-16,0-2 4 15,0 1 13-15,1 0 3 16,0 4 5-16,3 4 6 16,1 3-2-16,0 4 2 0,1 4-2 15,2 2-2-15,2 0 0 16,2 4-3-16,0-1-7 16,2 0-3-16,7 3-1 15,4-2 1-15,6 1-2 0,1 2-5 16,4 0-5-16,4 0 0 15,2 3 8-15,4 1 4 16,-2 0-2-16,7 1 3 16,0 0-2-16,3-1 1 15,0 1 0-15,2 0 1 0,0-1 0 16,5 1 2-16,-5-1 3 16,1 1 1-16,-1-1 0 15,4 2 3-15,-4-3-3 16,2 3-1-16,0-3 0 0,0 3-2 15,-2 1-1-15,-4 1-1 16,-2 1-1-16,-4 1 0 16,-4 2 0-16,-2 0-1 15,-5 1 1-15,0 0 0 16,-2 0-2-16,-4 4-1 16,-1 2-1-16,-3 1 2 0,-3-1-2 15,-1 2 3-15,-1 1-2 16,-1 2 1-16,0-1 0 15,-1 6 1-15,1 1 2 16,-5 1-6-16,3 4 7 16,-1 3-1-16,2 2 2 15,-1 3-3-15,2 1-1 0,-1-1 0 16,2 0 1-16,1 0-1 16,-2-2 1-16,1-2-1 15,-1-1 0-15,-2-1 0 16,-1-2 0-16,-2-1 0 15,-2-2 1-15,0-1-1 0,0 0 1 16,-7-1 1-16,-6 0-4 16,-4 2 17-16,-6 1-9 15,-7 2 0-15,-5 1-2 16,-7 4-5-16,-1 2 9 16,-7 3-10-16,-2 5-13 0,-8 2-30 15,0 0-62-15</inkml:trace>
  <inkml:trace contextRef="#ctx0" brushRef="#br0" timeOffset="-160544.25">18325 17180 106 0,'-6'0'14'0,"1"0"-4"0,1 2 8 0,-4 2-14 16,2 1-3-16,0 3-3 16,-1 1 3-16,-1 3 2 15,-2 2 7-15,1 1 5 16,-1 3 4-16,-1 5-4 0,3-1-2 15,0 3-4-15,3 0-2 16,0 3 1-16,4-5-3 16,1 0 1-16,0 0 0 15,6-3 0-15,4 0-3 16,2-2-1-16,4-1-2 16,-1-3 0-16,4 0 0 0,1-8-5 15,2-6-28-15,2 0-30 16,-1-14-33-16</inkml:trace>
  <inkml:trace contextRef="#ctx0" brushRef="#br0" timeOffset="-160309.43">18623 17163 226 0,'0'0'18'0,"0"0"9"15,0 0-15-15,0 0-7 16,0 0-7-16,0 0 2 16,0 0 2-16,-21 46-2 15,21-25 1-15,0 0 0 16,6 1-1-16,2-1 0 0,-1 0-1 16,2-2-24-16,-1-5-38 15,-2-1-34-15</inkml:trace>
  <inkml:trace contextRef="#ctx0" brushRef="#br0" timeOffset="-160081.49">18590 17409 112 0,'0'0'97'15,"0"0"-95"-15,0 0 0 0,0 0 1 16,0 0-3-16,0 0 2 15,0 0 11-15,0 0 0 16,15 4-3-16,-1-8-3 16,-1-2-4-16,4-1-3 15,1-1 0-15,1-1-2 16,-1-2-36-16,1-2-15 0,-3-1-19 16</inkml:trace>
  <inkml:trace contextRef="#ctx0" brushRef="#br0" timeOffset="-159866.49">18571 17197 202 0,'0'0'3'0,"0"0"16"16,0 0-11-16,0 0-6 15,0 0 1-15,20-43-2 16,-4 35-1-16,2 2-6 16,0-3-30-16,2 0-40 0</inkml:trace>
  <inkml:trace contextRef="#ctx0" brushRef="#br0" timeOffset="-159057.08">18806 17281 14 0,'0'0'81'0,"0"0"-70"16,0 0 18-16,0 0-6 15,0 0-5-15,-4-38-6 16,8 32 2-16,0 2 2 16,3 1-5-16,-1 0-4 15,4 3-2-15,-3 0-3 0,3 0 0 16,-3 7 1-16,3 4-4 15,0 2 7-15,-3 3-6 16,2 1 0-16,-2 0 0 16,-1 0-1-16,-2-1-4 15,-1-2-6-15,-1-1-2 16,-2-3 0-16,0-2 3 0,0-3-3 16,0-4-17-16,-4-1 9 15,1 0 13-15,0-1 3 16,0-8 3-16,3-4 4 15,0-2 7-15,0-2 4 16,0 0 7-16,0-2 2 0,3 5 0 16,3-3-3-16,1 6-5 15,2 1-4-15,-1 3-7 16,1 2-1-16,1 4-2 16,-1 1 0-16,2 0-1 15,2 1 2-15,-5 8-5 16,3 1 6-16,1 3-8 0,-3 1-1 15,-2 0-11-15,-1 0 7 16,-1-1-16-16,-2 0-17 16,-2-5 15-16,0 1 3 15,-1-4 17-15,0-3 8 16,0-2-2-16,0 0 17 0,0-12 11 16,2 0-8-16,2-5 7 15,-1-2 6-15,2 1-3 16,1-1-7-16,2 2-8 15,0 2-3-15,2 2-4 16,-3 4-1-16,2 4-1 0,-4 4-3 16,3 1 0-16,-3 0-2 15,1 9 4-15,2 2-2 16,-2 5-3-16,1-2-2 16,2 2-8-16,2-3-21 15,0-2 7-15,1-4-35 16</inkml:trace>
  <inkml:trace contextRef="#ctx0" brushRef="#br0" timeOffset="-158651.6">19395 17167 261 0,'0'0'6'0,"0"0"12"0,0 0-6 0,0 0-5 16,-44-30-8-16,30 30 1 15,0 0-1-15,0 9 1 16,3 4 2-16,1 4-3 0,2 0 2 16,3 0-1-16,3 2 1 15,2-5-1-15,0 1-1 16,6-6-1-16,3 1-5 16,5-6-3-16,-3-2-8 0,3-2 8 15,-3 0 3-15,2-3 4 16,-1-7-2-16,-1-2 2 15,0 0 6-15,-5-1-1 16,1-1 13-16,-4 1-3 16,-1 4-4-16,-1 2 6 0,-1 3-4 15,0 1 3-15,0 2-8 16,0 1-4-16,0 0 2 16,0 0-5-16,1 5-1 15,3 3-1-15,2-1-9 16,1 0-7-16,3-3-10 0,1 0-17 15,2-4-29-15</inkml:trace>
  <inkml:trace contextRef="#ctx0" brushRef="#br0" timeOffset="-157918.64">19607 17094 163 0,'0'0'9'16,"0"0"29"-16,0 0-10 15,-37-20-15-15,21 20-10 16,0 0 2-16,1 7-2 16,0 6 0-16,1 2-3 0,4 3 0 15,3 0-1-15,3-2-9 16,4-1-9-16,0-1-2 16,8-5-2-16,5-2-3 15,3-4 9-15,1-3 9 16,2 0 5-16,0 0 2 0,-1-7 0 15,1-2 8-15,-2 3 17 16,-3-1 3-16,-3 2-3 16,-3 2-3-16,2 3-8 15,-4 0-5-15,1 0-3 16,-1 4-4-16,1 8 4 0,-2 2-1 16,-2 3-4-16,1 1 0 15,-2 4 0-15,-2 0 1 16,0 2-1-16,0 3 0 15,-9 0 1-15,-4 0-8 16,1-2-5-16,-4-3-20 0,1-5 13 16,0-4-7-16,2-6 5 15,0-7 10-15,3 0 9 16,4-4-6-16,3-10-7 16,0-3 6-16,3-3 8 15,0-3 8-15,8 0 10 0,3-1 1 16,3-1 6-16,2 2-4 15,2-1-8-15,0 1-1 16,1 2-5-16,1 1-2 16,-3 2-1-16,-1 2-1 15,-3 0-2-15,-1 3 1 16,-5 3 1-16,1-1-2 0,-7 1 2 16,0 3-1-16,-1-3 7 15,0 4-3-15,-2 1-2 16,-6-1-1-16,-3 4 4 15,1 1 2-15,-1 1-8 0,-4 0 4 16,3 1-1-16,-3 10 1 16,4 3 0-16,2 4-2 15,3 2-2-15,2 1 1 16,4 3 0-16,0-1 2 16,11-1-2-16,7-3 2 0,3-1-3 15,4-6-12-15,2-6-56 16,4-6-92-16</inkml:trace>
  <inkml:trace contextRef="#ctx0" brushRef="#br0" timeOffset="-157591.64">20309 16956 226 0,'0'0'-4'0,"0"0"26"0,0 0-8 0,-38-20-2 15,24 20-1-15,-2 0-2 16,0 4 0-16,-2 10-2 0,1 2-5 16,-1 7-1-16,3 2 0 15,1 1-1-15,3 0 1 16,6 1-1-16,-2-2 0 15,5-3 2-15,2-1 0 16,2-1-1-16,10-5 1 16,1-2-1-16,9-3-3 15,3-4-5-15,6-6-18 0,0 0-28 16,7-13-97-16</inkml:trace>
  <inkml:trace contextRef="#ctx0" brushRef="#br0" timeOffset="-157191.97">20570 17061 268 0,'0'0'15'0,"0"0"9"15,0 0-13-15,0 0-6 16,-43-23-2-16,24 23-2 0,0 0 2 16,1 5-2-16,0 4 2 15,1 4-2-15,3 1-1 16,5 2 0-16,3 0 0 15,3-2 0-15,3 1 0 0,0-4-1 16,3-3-3-16,7-1-3 16,5-4 1-16,3-3-1 15,3 0 1-15,-3-2 0 16,4-6-4-16,-4-3 3 16,-3-1 2-16,-2 1 4 15,-3-2 0-15,-7 3 2 0,-1 2 2 16,0 2 10-16,-2 2 6 15,0 0 2-15,0 3-11 16,0 1-4-16,0 0-3 16,0 0-2-16,0 6 0 15,0 3-1-15,0 1 0 0,4 0-2 16,1 0-11-16,2-1-13 16,0-2-26-16,-1-5-55 15</inkml:trace>
  <inkml:trace contextRef="#ctx0" brushRef="#br0" timeOffset="-156986.64">20640 17070 266 0,'0'0'15'0,"0"0"-8"0,0 0-6 15,0 0-2-15,0 0-1 0,0 0 4 16,0 0-1-16,26 48 0 15,-22-28 0-15,3 1 0 16,-7 6-1-16,0 0-1 16,0 3-32-16,-3-3-126 15,-5-6 94-15</inkml:trace>
  <inkml:trace contextRef="#ctx0" brushRef="#br0" timeOffset="-156687.83">20638 17109 232 0,'0'0'-7'16,"25"-51"16"-16,-11 30 7 15,1 2-5-15,1 2-2 16,0 6-2-16,1 0 2 0,-1 5-1 16,2 3-5-16,-4 3-2 15,1 0-2-15,-2 10 2 16,-5 5-6-16,-1 2-12 15,-4 2-9-15,-3 1 16 16,0-1 1-16,-7-2 3 16,-4-2 7-16,-4 1-3 15,-7-5-1-15,3 1 4 0,-2-4 0 16,0-2-2-16,5-3-10 16,0-3-17-16,8 0-5 15,1-9-29-15</inkml:trace>
  <inkml:trace contextRef="#ctx0" brushRef="#br0" timeOffset="-156437.91">20911 16779 231 0,'0'0'44'16,"0"0"-37"-16,0 0-1 15,0 0-5-15,0 0 0 16,0 52 0-16,0-26 0 16,0 1-1-16,0 1 1 0,0 1-1 15,2-1 0-15,0-2 0 16,1-3-2-16,4-1-13 16,-4-4-19-16,-1-6-21 15,1-2-22-15</inkml:trace>
  <inkml:trace contextRef="#ctx0" brushRef="#br0" timeOffset="-156125.65">20853 16992 70 0,'0'0'147'0,"0"0"-127"16,0 0-7-16,0 0-10 15,0 0 0-15,0 0 6 16,0 0-4-16,48-33 1 0,-32 29-4 16,1 1-1-16,0 1 0 15,-1 2-1-15,-3 0 1 16,-3 9-1-16,-4 2-3 16,-3 6 6-16,-2 2-3 15,-1-1 1-15,0 1 0 0,0-1 0 16,0-2 0-16,0-2-1 15,3-3 0-15,3-1-1 16,-1-4-24-16,5-5-35 16,0-1-35-16</inkml:trace>
  <inkml:trace contextRef="#ctx0" brushRef="#br0" timeOffset="-155967.95">21097 16891 245 0,'0'0'-30'16,"0"0"41"-16,0 0 2 16,0 0-14-16,-39-26-3 15,34 26-28-15,2 3-22 16,-3 4 8-16</inkml:trace>
  <inkml:trace contextRef="#ctx0" brushRef="#br0" timeOffset="-155626.85">21135 16973 126 0,'0'0'29'0,"0"0"-8"16,0 41 11-16,0-28-21 16,0 0-4-16,2-4-4 15,5-2-1-15,-3-1-1 0,1-3 1 16,3 0-2-16,-2-3 1 15,5 0 5-15,-1 0 1 16,-1-4 0-16,1-4-4 16,-2-1 3-16,-1-3 4 15,-3-3 4-15,-2 3 2 16,-2-2-3-16,0 0-6 0,0 3 0 16,-9 1-6-16,-1 3 1 15,-3 4 0-15,1 3-1 16,-2 0-3-16,-1 10-2 15,4 1-11-15,-1 5-7 16,4-2-8-16,4-3-30 0,3-4-54 16</inkml:trace>
  <inkml:trace contextRef="#ctx0" brushRef="#br0" timeOffset="-155187.5">21328 16967 278 0,'0'0'1'0,"0"0"11"16,0 0-4-16,0 0-5 15,0 0-3-15,0 0-3 0,0 0 6 16,0 0-3-16,0 0 0 16,10 41 1-16,-10-29-1 15,2 2 0-15,-2-4-4 16,0-2-5-16,0 0-1 15,0-3-8-15,0 0-7 16,0-3 6-16,0 0-3 0,0-2 9 16,-2 0 13-16,2 0 3 15,0-7 4-15,0-2 13 16,0-2 1-16,0-1-2 16,2-3-8-16,5 3-7 0,3-2 0 15,0 2-1-15,1 0 0 16,3 4-2-16,1 0 1 15,1 3-2-15,0 3 1 16,-1 2 0-16,0 0-1 16,-2 2 1-16,-2 9 0 0,-4 2-3 15,0 4 4-15,-1-1-3 16,0-2 2-16,-3 4-11 16,1-5-34-16,2-4-26 15,-3-4-29-15</inkml:trace>
  <inkml:trace contextRef="#ctx0" brushRef="#br0" timeOffset="-154986.92">21675 16983 264 0,'0'0'8'0,"0"0"21"0,0 0-9 0,0 0-8 15,0 0-7-15,0 0-7 16,0 0 4-16,0 0-2 15,0 0 2-15,-1 40-2 16,1-26-1-16,-1-1-20 16,1-3-18-16,-1-5-37 15,1-3-58-15</inkml:trace>
  <inkml:trace contextRef="#ctx0" brushRef="#br0" timeOffset="-154837.37">21622 16886 279 0,'0'0'4'0,"0"0"-1"15,-6-38-4-15,6 30-12 16,0 2-38-16,5 2-45 16</inkml:trace>
  <inkml:trace contextRef="#ctx0" brushRef="#br0" timeOffset="-154426.31">21761 16987 236 0,'0'0'2'0,"0"0"0"15,0 0-1-15,0 0-1 0,0 0 1 16,0 0 0-16,0 0-2 15,14 37 1-15,-14-31 0 16,0-3 0-16,-1-1 0 16,-2-1-5-16,0-1-7 15,0 0 4-15,-1 0 6 0,1-6 2 16,2-4-4-16,0-2 2 16,1-2 12-16,0 0-3 15,0-3 6-15,7 2-1 16,1 0-2-16,2 0-4 15,3 3-3-15,1 2-1 16,0 4 0-16,-2 3-1 0,2 3 1 16,-6 0 0-16,1 4-1 15,-2 7 3-15,0 2-4 16,-2 3 1-16,1 0-1 16,-3 0 0-16,2 1-6 0,1-3-26 15,0-4-20-15,1-3-26 16</inkml:trace>
  <inkml:trace contextRef="#ctx0" brushRef="#br0" timeOffset="-153848.24">22107 16882 238 0,'0'0'6'16,"0"0"26"-16,3-37-3 15,-6 29-19-15,-5 2-10 16,-4 5 6-16,1 1-8 0,-2 0 0 15,-1 8 2-15,1 5-1 16,-1 1 1-16,5 2 0 16,1 2-3-16,3-2-7 15,4-2-7-15,1-2-8 16,1-3-8-16,8-3 10 16,1-4 3-16,3-2 7 0,-1 0 8 15,2-3 3-15,0-5 16 16,-1-3 13-16,-1-2 5 15,-2 2-8-15,-3-2-7 16,1 4-2-16,-4-2-4 16,-1 6-3-16,-1 0-1 0,-1 1-3 15,0 4-2-15,-1 0-1 16,0 0-4-16,0 7 3 16,0 7-3-16,0 4 4 15,0 3 1-15,0 6-1 0,0 0 0 16,0 0-1-16,0 1 0 15,1-1 1-15,1 0-2 16,-2-1 0-16,0 1-4 16,0-1-3-16,0-1-15 15,-4-4 1-15,-2-1 25 16,-1-6-2-16,2-5-2 0,-2-5 1 16,-1-3 10-16,-2-1 8 15,3 0-4-15,-2-10-7 16,3-1-4-16,-3-6-4 15,4-2 1-15,2-2 0 16,3-3 1-16,0 1-4 0,3-1-3 16,8 0-9-16,1-2-8 15,2 1-25-15,3-2-89 16</inkml:trace>
  <inkml:trace contextRef="#ctx0" brushRef="#br0" timeOffset="-153500.18">22274 16576 185 0,'0'0'6'0,"0"0"18"0,54-13 1 0,-33 11-7 0,3 2-5 16,2 0-6-16,-1 11-3 16,2 4 2-16,-1 10 0 0,4 5-3 15,-6 8-1-15,-1 9 2 16,-1 9-5-16,-8 6 1 15,-6 5-1-15,-8 4 1 16,-1 4-18-16,-23 2-27 16,-15-2-76-16</inkml:trace>
  <inkml:trace contextRef="#ctx0" brushRef="#br0" timeOffset="-120569.75">12028 17584 71 0,'0'0'0'0,"-1"0"5"0,-1 0 2 0,0 0-2 16,-1 0 1-16,3-2 1 15,-4 1 0-15,3 1 1 16,0 0 1-16,0 0-4 0,1 0 0 16,0 0-2-16,0 0-3 15,0-1-1-15,0 0 0 16,0 0 2-16,2 0 0 15,3-1 0-15,2-1-1 16,-3 1 0-16,3 0 0 0,-3 1 1 16,5-1 0-16,-1 1 2 15,3-1 1-15,2 1 0 16,3-2-2-16,2 0 1 16,2-1 0-16,4 0-2 15,-3 0-1-15,2-1 1 0,2 1-1 16,2-2 0-16,-4 1 1 15,1-1 1-15,0 0 6 16,1 1 1-16,-4-2-4 16,3 1-3-16,-2 0 0 15,1 2-1-15,-1-2-1 16,-1 2 1-16,1 0-1 0,0-2 0 16,-2 3 0-16,-2-1 2 15,4 2-1-15,-7 0 1 16,1 0-2-16,-2 2 0 15,-2 0 1-15,0 0 1 16,-3 0-1-16,-2 0-1 0,0 0 0 16,-2 0 1-16,1 0-1 15,0 0 1-15,-2 0-1 16,-2 2 0-16,2-1-6 16,-2-1-32-16,-2-1-21 0</inkml:trace>
  <inkml:trace contextRef="#ctx0" brushRef="#br0" timeOffset="-119674.39">12545 17006 83 0,'0'0'6'0,"0"0"2"0,0 0-3 0,0 0-1 16,0 0-3-16,0 0 0 0,0 0-1 16,0 0 1-16,0 0-1 15,0 0 1-15,0 0 1 16,0 0 2-16,0 0 1 16,0 0-1-16,21 21-1 15,-11-12-1-15,4-2 0 16,-3 2-2-16,5 1 1 0,0 0-1 15,4 3 2-15,0-3-1 16,-3 3-1-16,4-2 1 16,0 1-1-16,0-1 0 15,0 1 1-15,1 0-1 16,-4 1 1-16,2-1-1 0,-5 1 1 16,-1 3-2-16,-1 0 2 15,-6 0-2-15,2 2 0 16,-6 5 1-16,-1-1 3 15,-2 3 3-15,0 2 5 0,-5 4 1 16,-7 2-5-16,-1 3-1 16,-3 3-3-16,-3 0 0 15,-2 4-2-15,-2 0 0 16,2 2 1-16,-2-1-2 16,1-3 5-16,3 0-5 15,2-2-8-15,-1-4-31 0,5-6-46 16</inkml:trace>
  <inkml:trace contextRef="#ctx0" brushRef="#br0" timeOffset="-105330.74">14624 17398 56 0,'0'0'5'0,"0"0"4"0,0 0 7 0,0 0-1 0,0 0-3 15,0 0-5-15,0 0-2 16,0 0-2-16,0 0 2 16,0 0-3-16,0-2-1 0,0 2-1 15,2-1 0-15,-2 1 0 16,1 0-1-16,2-3 1 16,2 2-1-16,2 0 1 15,2-3-1-15,-1 1 1 16,3-1 0-16,4 0 0 15,1 1-1-15,5-3 1 0,-2 2 0 16,5-3-2-16,2 0 2 16,1-1 0-16,2 0-1 15,2 1 1-15,3-1 0 16,-2-1 0-16,6 2 0 16,-3-1 0-16,4 0 0 0,1 0 0 15,5-2 1-15,1 1-1 16,0 1 0-16,0-1 0 15,3 0-1-15,-2 0 2 16,3-2-1-16,3 1-1 16,0-1 1-16,3 0-1 0,2-1 1 15,-3 0 1-15,3 1-1 16,1-1 0-16,0 1 0 16,-2 0 0-16,2 0 1 15,1 1-1-15,0 1 2 16,-1 0-1-16,3 2 0 0,-3 0-2 15,1 1 2-15,2 1-1 16,-4 1 0-16,1-1 0 16,1 0 0-16,-1-1 0 15,2 2 1-15,1-2-1 16,0 0 0-16,1 1 0 0,1-1 0 16,0-1 0-16,2 0 0 15,0-3 0-15,2 1 1 16,3-2-1-16,0 0 0 15,3-2 0-15,1 0 1 16,2 0-1-16,2 0 0 0,-3-1 0 16,0 3 0-16,-1 0 1 15,1-1-1-15,0 1 1 16,-1 1 1-16,1 1 3 16,2 0-3-16,1 1 0 15,2 1-1-15,-3 2 0 16,1-1 0-16,-5 1-1 0,4 0 1 15,-5 2-1-15,0-1 0 16,-2 2 4-16,2 0 3 16,-1 2 0-16,-1 0-3 15,-2 0-1-15,1 0 0 16,-2 0-2-16,-1 0 0 0,0 0 0 16,1 0 0-16,-1 0 0 15,1 0-1-15,1-3 1 16,-2-1 0-16,0 1 0 15,-2-2 0-15,-1-2 0 16,-4 3-1-16,-4-3 3 0,-3 0-3 16,-4-3 1-16,-4-1-1 15,-2-4 2-15,-1 0-2 16,-3-5 0-16,1-3 1 16,-5-1 0-16,1-5 0 0,-6-3-1 15,-5-1-1-15,-3-1-4 16,-6-3 1-16,-8 2 3 15,-3-1 2-15,-5 2 1 16,0 0 9-16,-3-1 11 16,-4 2 0-16,-3-3-5 15,-1 2 2-15,2-1-10 0,-5 1-1 16,2 0-3-16,-3 1 0 16,0 2-1-16,-5 1-1 15,2 0-2-15,-6 2 1 16,-1 1-2-16,-2 4 1 15,-2-1-1-15,-2 3 1 0,-4 1-3 16,0 1 2-16,-3 3-4 16,-1-1 5-16,-4 3-6 15,-2 3 4-15,-3 0 0 16,-2 1 8-16,0 2-9 16,-3 2 1-16,-2 1 1 0,0 2 0 15,-2 0 0-15,-2 3-2 16,-6 0-2-16,3 0-2 15,-8 0 4-15,1 3 2 16,-4 3 1-16,-1 1-2 16,0 0 2-16,-2 4-2 15,-2-2 1-15,4 4 1 0,-4-2-1 16,4-1 0-16,-2 1 0 16,2 0 0-16,-3-2 0 15,1 1 0-15,-2 0 1 16,-3 0-1-16,-2-1 0 0,-2 1 0 15,0-2 0-15,2 2 0 16,-6-1-1-16,0-1 1 16,-1 2 0-16,-2-1 0 15,-4 2 1-15,-2-1-2 16,2-1 0-16,-5 2-1 16,-2 0 0-16,0 1-5 0,0 1-2 15,-3 0 7-15,-5 0 1 16,5 1-2-16,-2 2 2 15,-1 0-1-15,-1 1 1 16,3 1-17-16,-2 2 19 16,-1 0-3-16,5 1-9 15,2 2 2-15,1-2 3 0,1 1 2 16,4-2 6-16,2 1-2 16,0-3 1-16,4-1 2 15,5 0 0-15,3-1 0 16,0 0 2-16,4 1-5 0,2-2 2 15,6 2-1-15,2-2 0 16,2 0-1-16,5 0 1 16,4 0 2-16,5-1 0 15,3 1-2-15,2 1 0 16,6-1 0-16,4 2 0 0,5-2-1 16,-1 1 0-16,6 2 0 15,3 1 0-15,0 2-6 16,0 2 7-16,3 1 1 15,5 3-2-15,1 3 0 16,4 1-1-16,4 2 1 0,1 2 0 16,5 2-2-16,2 2-1 15,0 0 2-15,5-2-2 16,5 0 4-16,3-3-5 16,2-1 4-16,1-1-3 15,5-3 0-15,-1 0 0 0,0-3 5 16,2 2 5-16,1-2-4 15,-1-2-3-15,-2 1 2 16,3-4 0-16,-2 0-2 16,2 0 3-16,4-3-2 15,0-3 1-15,6-2 1 0,5-6-20 16,3-7-34-16,1-4-32 16</inkml:trace>
  <inkml:trace contextRef="#ctx0" brushRef="#br0" timeOffset="-96380.83">22355 15311 83 0,'0'0'9'0,"-2"0"10"0,1 0-4 0,1 0-8 16,0 0-3-16,0-1-3 15,0 0 0-15,0 0 1 16,0 1-2-16,0 0 0 0,0 0 0 15,0 0 0-15,0 0-3 16,0 0 1-16,0 0 3 16,0 0-1-16,0 0-1 15,0 0 1-15,3 2 0 16,-1 2-1-16,2 0 0 16,0-1-3-16,2 1-2 0,0-2-2 15,-1 2 3-15,0-1 0 16,1-1 0-16,0-1 1 15,0-1-3-15,0 0 4 16,-2 0-7-16,1 0 7 16,1 0 0-16,-3-3-2 0,3-4 9 15,0 0-4-15,1-4-1 16,2-1 7-16,2-2 5 16,3-3-2-16,0 0-1 15,0-3 2-15,4-1 4 16,3-4-1-16,2 0-4 0,4-2-5 15,6-6-2-15,0 1 0 16,1-1-20-16,-4 0-21 16</inkml:trace>
  <inkml:trace contextRef="#ctx0" brushRef="#br0" timeOffset="-61967.2">13721 14956 27 0,'-2'0'11'0,"0"0"11"0,-1 0-9 0,-1-1 3 0,1 1-6 16,1-1-5-16,0 1 2 15,-2 0 1-15,2-2-3 16,0 2 0-16,1 0-2 16,1 0-1-16,0 0 0 15,0 0-1-15,0 0 1 0,0 0-2 16,0-1-1-16,0-2 0 15,3 1 3-15,5 0 1 16,4-3 2-16,1-2-4 16,5 0 5-16,4-3-1 15,1 0 1-15,2 0-4 16,2 1 4-16,-1-2-2 0,-2 0 2 16,1 1 0-16,2 0 3 15,-4 0-2-15,1 2-3 16,-2-2-1-16,-2 4-1 15,-2 0-1-15,0-1 0 16,-5 4 0-16,-3 1 0 0,1-1-1 16,-3 3 1-16,2 0-2 15,-2 0-4-15,-3-2-43 16,-1-2-29-16</inkml:trace>
  <inkml:trace contextRef="#ctx0" brushRef="#br0" timeOffset="-61390.49">14659 14804 111 0,'0'0'4'0,"0"0"18"0,0 0 1 0,0 0-15 0,0 0-6 15,0 0 0-15,0 0 0 16,0 0-2-16,46-7 3 16,-29 3 0-16,8-2 0 15,2 0-1-15,4-2-1 16,1 1 0-16,3-2-1 15,-4 0 1-15,-1 0-1 0,0 0 2 16,-4 1 3-16,-2-1-1 16,-2 2 0-16,-4-1 1 15,-2 3-2-15,-1 1 0 16,-3-1 1-16,1 2 0 16,-2 1-3-16,-3 0 0 0,0 1-1 15,-4 1 1-15,1 0-1 16,-3 0-1-16,0 0-7 15,-2 0-22-15,0 3-20 16,0 0-7-16</inkml:trace>
  <inkml:trace contextRef="#ctx0" brushRef="#br0" timeOffset="-60322.17">16253 14512 88 0,'0'0'3'0,"0"0"2"0,0 0 3 0,0 0-2 16,0 0-5-16,0 0-1 16,0 0 0-16,0 0 0 15,0 0 0-15,47-5 0 16,-26 1 0-16,7-1 2 16,2 0-3-16,5 0 3 0,3-3-1 15,7-1 0-15,0 0 0 16,7-2-2-16,6-1 2 15,6-2-3-15,1 1 2 16,6-2 9-16,1 0-3 16,-1 1 4-16,-1-1 4 0,-3 2-2 15,-2 0 0-15,-10 4 0 16,-6 1 2-16,-6 1-3 16,-4 2-3-16,-6 2 0 15,-7 1-1-15,-5-1-5 16,-3 2 1-16,-4 1-3 15,-4-2 2-15,-3 1 0 0,-3 1-2 16,-3 0 2-16,-1 0-1 16,0 0 0-16,1 0-1 15,-1 0-8-15,0 0-14 16,0 0-20-16,0 0 7 0,1 1 0 16,-1 1-12-16</inkml:trace>
  <inkml:trace contextRef="#ctx0" brushRef="#br0" timeOffset="-57204.1">13770 14307 82 0,'0'-1'12'0,"0"-3"15"0,-2-1-1 0,-2 2 2 16,1-1-5-16,1 1-7 15,0 2-4-15,0-2-4 16,-1 2-6-16,2 1-1 16,1 0-3-16,0 0-2 15,0 4 1-15,0 3 1 0,0 0 0 16,0 0 2-16,0 2 0 15,0-2 1-15,4-1-2 16,0-1 2-16,1 0 0 16,-1-3-1-16,2 0 0 0,0-2-2 15,2 0 2-15,-1-2 0 16,2-8 3-16,5-3 1 16,-2-5-1-16,4-2 0 15,0-3 4-15,4-1-3 16,-2-1 1-16,6-1-3 15,1-2 0-15,0 2-1 0,2 1-1 16,2 2 0-16,-2 2 0 16,-3 2 1-16,1 2-2 15,-3 7 0-15,-4 0-4 16,-3 5-29-16,-3 2-39 16,-1 0-28-16</inkml:trace>
  <inkml:trace contextRef="#ctx0" brushRef="#br0" timeOffset="-56612.67">14931 14113 22 0,'0'0'3'0,"0"0"13"15,0 0 6-15,0 0-7 0,0 0-1 0,39 5 2 16,-29-5-2-16,-2-7 2 16,3-2-1-16,3-2 2 15,2-3-4-15,1-2-3 16,3-3-1-16,1-3-3 15,3-2-2-15,4-3 0 16,1 2-4-16,4-4 1 0,3 2-2 16,0 0-17-16,1 3-52 15</inkml:trace>
  <inkml:trace contextRef="#ctx0" brushRef="#br0" timeOffset="-56135.43">16899 13769 84 0,'0'0'13'0,"0"0"-8"0,0 0 14 0,0 0-7 0,0 0-8 16,0 0-2-16,0 0-1 16,0 0 0-16,0 0-1 15,0 0 4-15,43-39 5 16,-25 28 5-16,6-1-3 0,8-6-5 15,6-3-4-15,10-11-21 16,8-11-73-16</inkml:trace>
  <inkml:trace contextRef="#ctx0" brushRef="#br0" timeOffset="-53799.83">21228 12980 83 0,'0'0'3'0,"0"0"5"0,0 0 1 0,0 0-3 15,0 0-4-15,0 0-1 16,0 0 0-16,0 0 0 0,-40-35 2 16,36 28 3-16,-2 1 3 15,1-1-3-15,-4 0-3 16,0 3-2-16,0-2 1 16,-4 3-1-16,1 1 1 15,0-1-1-15,-2 0 2 16,1 1 3-16,-1 0 0 0,-1 0 4 15,-1-1 1-15,2 2-5 16,0-2-3-16,-3 2 0 16,1 0-1-16,0 1-2 15,-1 0 0-15,1 0 0 16,-4 0 1-16,1 0-2 0,0 0 2 16,-3 0-1-16,0 0 0 15,1 1 1-15,-5 2 1 16,0-1-1-16,-2 3 0 15,-3 0-1-15,-3 1 1 16,0 1-1-16,-3 3 1 0,-2-1-2 16,1 2 2-16,-2 0-2 15,-3 2 2-15,3 1-1 16,-2 2 0-16,1-2 2 16,3 2-2-16,-1 1 1 15,1 0-1-15,-1 3 1 0,1 1-1 16,-4 0 0-16,2 3 0 15,-6 2 0-15,5-2 0 16,-1 3 1-16,5-3-1 16,0 2 0-16,2-2 0 15,1 1 1-15,4 0 0 0,1 2-2 16,2 1 1-16,2 1 0 16,2 2 0-16,6-1 0 15,1 1 1-15,3-3-1 16,1-1 1-16,3 0-1 15,3-1 1-15,0-2 0 0,3 0-1 16,2 0 1-16,1-1 0 16,0 0 0-16,2 2 1 15,6-1-1-15,3 0-1 16,-1 2-1-16,3-2 3 16,3 3-2-16,1-1 1 0,0-2 0 15,1 3 1-15,4-1-1 16,2-1 0-16,1 1 1 15,1-1-2-15,8-1 0 16,-3 1-2-16,5-3 2 16,0 2 0-16,5-1 3 0,3 0 0 15,0-1-4-15,2-2 3 16,0 0-1-16,1-3-1 16,0 0-1-16,2-5 3 15,2-4-2-15,3-1-1 16,4-5 6-16,0-2-3 0,3 0 3 15,1-2-1-15,3-6-1 16,1-3 0-16,2-4 0 16,2-2-1-16,3 0-1 15,1-6-1-15,1-1 0 16,-1-1 0-16,2-5 1 0,-2-1-1 16,-2-3 0-16,0-4 1 15,-6-4 0-15,-4-2 0 16,-3-4 0-16,-12-2 1 15,-3 0 3-15,-10-1 0 16,-6 3-1-16,-9-2 0 16,-5 2 3-16,-8-3 0 0,-6 0 0 15,-4 0-1-15,-11 2-2 16,-5 4-4-16,-5 5 0 16,-3 4-2-16,-2 7-5 15,-4 6-15-15,-2 3-30 16,-3 0-59-16</inkml:trace>
  <inkml:trace contextRef="#ctx0" brushRef="#br0" timeOffset="-52829.72">22426 13080 0 0,'3'4'31'0,"-1"1"-9"0,0-1-3 16,-1-3-6-16,-1-1-2 16,0 0 7-16,1 0 23 0,-1 0-6 15,3-5-25-15,-3-2 0 16,2 0-2-16,-2 0-3 15,1 1-4-15,-1 1 0 16,0 1-1-16,0 1 3 16,0 3 5-16,0 0 1 0,-6 0-6 15,-3 3-2-15,-1 8 0 16,-1 5 1-16,-3 4-1 16,3 1 0-16,2 3 0 15,-1-1-1-15,6 0 1 16,2-2 0-16,2-1 1 15,0-4 1-15,6-2 0 0,6 1-1 16,2-6 0-16,4 0 1 16,3-4-6-16,2-2 4 15,5-3-2-15,5 0-1 16,0 0-34-16,2-10-15 16,-5-6-38-16</inkml:trace>
  <inkml:trace contextRef="#ctx0" brushRef="#br0" timeOffset="-52531.36">22608 12775 112 0,'0'0'-2'0,"0"0"3"0,-11 47 3 0,9-23 5 16,2 1 2-16,0 5 0 16,0-3-2-16,0 4 1 15,0-1 0-15,3 0 0 16,4 1 0-16,1-2-5 0,5-2-2 16,2-3-1-16,3 3-1 15,3-5 1-15,1-1-4 16,2-2-20-16,1-4-11 15,1-4-11-15</inkml:trace>
  <inkml:trace contextRef="#ctx0" brushRef="#br0" timeOffset="-52124.29">22979 13134 109 0,'0'0'2'15,"0"0"23"-15,-3-40 4 0,-5 30-4 16,1 3-15-16,-5-1-4 15,0 4 1-15,-1 1-3 16,0 3 0-16,-1 0-1 16,0 3-1-16,2 5-1 15,0 3 0-15,4 2 0 0,2 1-1 16,2 0 0-16,3-1 2 16,1 0-2-16,0-2 1 15,0-1 1-15,1-4-5 16,5-1 0-16,1-5 3 15,4 0 1-15,0-1-1 0,0-8 6 16,3-3-3-16,-1-2-1 16,-1 1-1-16,-2 2 0 15,-3 0 0-15,-1 3 0 16,-5 4 2-16,0 1 7 16,0 2 0-16,-1 1-8 0,2 0-5 15,1 0-1-15,1 4 1 16,1 4-2-16,0 2-7 15,3 0-16-15,3-4-16 16,-4 1 0-16,4-3 4 16,3-4-46-16</inkml:trace>
  <inkml:trace contextRef="#ctx0" brushRef="#br0" timeOffset="-51762.76">23129 12998 91 0,'0'0'10'0,"0"0"17"0,0-50-5 15,-3 41-7-15,-3 2-4 16,-1 3 6-16,-3 1-9 16,0 3-6-16,3 0-2 15,-4 0 2-15,6 8 1 16,-2-1-2-16,4 1 0 16,3 1-1-16,0-1 2 0,0-1-2 15,4 1 1-15,5 0 0 16,4-1 1-16,-3-2 0 15,4 0 2-15,-2-1-1 16,0 3 1-16,1-2-2 16,-4 1-2-16,-1 0 1 0,-3 0-1 15,0 0 0-15,-3-1 2 16,-2 1-1-16,0 0-1 16,-4 0 3-16,-6 1 1 15,-5-2-3-15,-2 2-1 16,-3 0 0-16,0-1-1 0,2-3-16 15,3-2-15-15,4-1-22 16,8-1-27-16</inkml:trace>
  <inkml:trace contextRef="#ctx0" brushRef="#br0" timeOffset="-51350.94">23243 12895 119 0,'0'0'1'16,"0"0"5"-16,0 0-2 0,0 0-2 16,0 0 3-16,0 0 9 15,0 0-7-15,0 0-2 16,-38-34 2-16,30 35-3 16,0 4-2-16,2 5-1 15,2-1 0-15,3 0-1 0,1 0 2 16,0-1 1-16,0 1-1 15,5-2-1-15,2-1 0 16,1-1 0-16,5-3 2 16,-2 2 4-16,-2-1 0 15,3 0-2-15,-1 0-2 16,0 1-2-16,-3 0 0 0,-1 1 0 16,-2-1-1-16,-1 0 0 15,-2 0 0-15,-2-1 1 16,0 2 6-16,0-1-2 15,-4 1 1-15,-3-1 0 16,-4 0-5-16,0 0 1 0,0 0-2 16,2-1 1-16,-2-2-4 15,6 1-39-15,0-2-35 16</inkml:trace>
  <inkml:trace contextRef="#ctx0" brushRef="#br0" timeOffset="-51164.67">23328 12908 192 0,'0'0'1'0,"0"0"8"0,0 0-8 0,0 0 0 16,0 0-1-16,0 0-2 16,0 0 3-16,0 0-1 15,39 40 1-15,-35-27-7 16,1-6-42-16,-3-3-18 15</inkml:trace>
  <inkml:trace contextRef="#ctx0" brushRef="#br0" timeOffset="-51022.16">23315 12751 79 0,'0'0'81'16,"0"0"-65"-16,-22-43 0 15,20 36-16-15,2 3-30 16</inkml:trace>
  <inkml:trace contextRef="#ctx0" brushRef="#br0" timeOffset="-50308.49">23452 12580 107 0,'0'0'-1'16,"0"0"6"-16,0 0 1 16,37-3 1-16,-26 6-2 0,-3 9 4 15,2 5-3-15,-4 7-3 16,-1 7 2-16,-3 6-4 15,0 5 4-15,-2 4 0 16,0 0 2-16,0 1-1 16,0-4 3-16,0 1-1 15,0-5 2-15,0-1-2 0,6-4-3 16,1-4 1-16,2-3-3 16,-2-6 0-16,5-1 0 15,-1-7-2-15,1-4 2 16,0-4-1-16,-3-5 1 0,2 0 0 15,0-4 3-15,-2-8 0 16,-1-5-3-16,0-5-2 16,-4-4 1-16,-2-1-4 15,-2-1-4-15,0 0-16 16,-11 2 3-16,-2 3 7 0,-5 2 1 16,0 4 0-16,0 3 3 15,-3 2 1-15,2 0 4 16,0 4 2-16,6 0 1 15,0 1 1-15,5 0-1 16,5-1 1-16,-1 1 5 16,4 0 9-16,0-1-2 0,0-1-6 15,9 1-5-15,3-1 5 16,1-1-5-16,3 2-5 16,-1 1 9-16,2 0-6 15,1 2 1-15,-2 2-1 16,-3 3 0-16,-1 0 0 0,-1 0 0 15,-2 6 0-15,2 3-1 16,-4 2 1-16,0 3 1 16,0 0 3-16,1-1-2 15,0 1-1-15,0-3-1 0,0-2 1 16,2-2 0-16,-1-1 0 16,2-3-1-16,2-3-10 15,-4 0-63-15</inkml:trace>
  <inkml:trace contextRef="#ctx0" brushRef="#br0" timeOffset="-50145.25">23668 12643 174 0,'0'0'17'0,"0"0"2"0,0 0-17 0,-42-6-2 0,38 15-10 15,0-1-31-15,3 0-19 16</inkml:trace>
  <inkml:trace contextRef="#ctx0" brushRef="#br0" timeOffset="-49867.49">23831 12671 206 0,'0'0'-27'0,"0"0"46"0,0 0-11 16,0 0-9-16,-40 7 5 15,25 4-4-15,1 4 1 16,0 2 0-16,2 1 1 16,5 1 1-16,2 1 0 0,5-1 2 15,0 0-4-15,10-3 0 16,5-1 0-16,5-5 0 15,5-1-13-15,1-4 11 16,2-5-5-16,-1 0-43 16,-2 0 9-16,-1-9-9 15</inkml:trace>
  <inkml:trace contextRef="#ctx0" brushRef="#br0" timeOffset="-49496.33">23982 12712 88 0,'0'0'12'0,"0"0"20"15,0 0-4-15,13-38-8 0,-4 32 5 16,-3 2-12-16,4 1-5 16,-2 3-2-16,2 0-3 15,-2 0-2-15,-1 9 0 16,-1 3-1-16,-2 3-2 16,-2 0 4-16,-2 3-4 0,-3 0 1 15,-10-4-2-15,-2 1 7 16,-6-3-4-16,-3-5 0 15,3-3 0-15,1-4 3 16,1 0-3-16,5 0 1 16,4-3 1-16,5-4 2 0,2-1 2 15,1 1-2-15,2 1-2 16,0-1 0-16,0 4 3 16,5 2-5-16,1 1 0 15,3 0 0-15,2 0 0 16,-3 1 1-16,5 6-2 0,0-1 1 15,2-1 0-15,0 0-12 16,2-3-34-16,-1-2-20 16,0 0-4-16</inkml:trace>
  <inkml:trace contextRef="#ctx0" brushRef="#br0" timeOffset="-49240.67">24145 12462 137 0,'0'0'28'0,"0"0"-3"0,0 0-26 0,0 0 3 16,0 0 5-16,0 55 3 16,0-31-6-16,0 1 0 15,6-1-2-15,3 3 1 0,0-1-2 16,2-1 0-16,0-1 1 15,-3-1-1-15,-1-1-1 16,-2-3-9-16,-2-6-26 16,-2-5-19-16,-1-6-14 15</inkml:trace>
  <inkml:trace contextRef="#ctx0" brushRef="#br0" timeOffset="-49056.5">24153 12648 130 0,'0'0'24'0,"0"0"15"16,0 0-21-16,0 0-10 0,38-25-1 16,-24 24-4-16,1 1-1 15,0 0-2-15,1 1 1 16,1 6-1-16,-3 1 0 16,-1 4-1-16,-4-4-14 15,-1-1-36-15,-5-1-8 0</inkml:trace>
  <inkml:trace contextRef="#ctx0" brushRef="#br0" timeOffset="-48921.7">24295 12527 85 0,'0'0'3'0,"0"0"-2"16,0 0-79-16</inkml:trace>
  <inkml:trace contextRef="#ctx0" brushRef="#br0" timeOffset="-48387">24398 12600 119 0,'0'0'44'0,"0"0"-8"16,0 0-21-16,0 0-10 15,0 0-6-15,0 0 1 16,0 0 1-16,-34 21 1 16,25-10-1-16,5 0-1 15,0 0 1-15,1 0 0 0,3 1-1 16,0-2 0-16,0 0 0 16,0-3-3-16,1-2-6 15,1 0 1-15,2-4 2 16,-2-1 3-16,-1 0 4 0,1-1 5 15,-1-8 2-15,0-2-3 16,2 0 2-16,0-1-2 16,0 2-1-16,1-1 1 15,3 2-1-15,-3 2 0 16,2 3-1-16,1 1-3 16,2 3 0-16,-1 0 1 0,0 0-1 15,0 2-1-15,0 5-1 16,-2 1 1-16,-1 2 0 15,-2-3 1-15,1 0 0 16,-2 0-1-16,-1-4 1 16,-1-3 0-16,0 0 1 0,0 0 9 15,0-7 2-15,0-4-1 16,1-2-2-16,3-1-4 16,-2 2-4-16,2 2-1 15,1 2 0-15,-2 1 2 16,-2 4-1-16,3 3-1 0,-1 0-20 15,2 0-19-15,0 7-21 16,4 0-6-16</inkml:trace>
  <inkml:trace contextRef="#ctx0" brushRef="#br0" timeOffset="-47718.33">24589 12337 117 0,'0'0'9'0,"-28"-65"14"0,12 32 1 0,-6 2-5 16,-3 1-7-16,-4-1-2 15,-3 1-3-15,-5 2-3 0,-3-1-1 16,-3 4 0-16,-4-1-3 15,-6 6 1-15,-2 2-1 16,-2 4 0-16,-5 4 0 16,-5 6 0-16,-5 4 3 15,-1 0-3-15,-6 5 0 16,-6 11-1-16,-7 2-2 0,-2 5 4 16,-4 7 1-16,-5 1-2 15,-3 7 1-15,2 2-1 16,-1 1 0-16,5 6 0 15,-1 4 0-15,9 6 0 0,8 3 0 16,3 5 0-16,8 6 1 16,5 9-1-16,8 4 0 15,11 4 0-15,5 6 1 16,13 3-1-16,14 1 0 16,9-7 0-16,8 0 0 0,21-3 0 15,13-3 1-15,15-8-1 16,9-3 0-16,12-4 1 15,13-7-1-15,9-6-2 16,9-7 2-16,13-10 2 16,10-12-6-16,10-11 5 15,11-14 1-15,11-6 3 0,6-21 1 16,4-12 1-16,5-9 2 16,-6-10 0-16,-3-11-4 15,-14-9-1-15,-11-10 1 16,-18-9 2-16,-19-7 5 15,-19-5 4-15,-20-1 0 0,-21 1-5 16,-16-1-4-16,-21 6-1 16,-13 6-8-16,-31 6-5 15,-25 5-1-15,-31 10-26 16,-33 3-64-16</inkml:trace>
  <inkml:trace contextRef="#ctx0" brushRef="#br0" timeOffset="-47355.22">18355 16322 106 0,'-24'-38'-11'0,"3"-6"1"0,-4-3-3 0</inkml:trace>
  <inkml:trace contextRef="#ctx0" brushRef="#br0" timeOffset="-46707.16">17687 15942 109 0,'0'0'0'0,"0"0"1"0,0 0 0 0,0 0 0 16,0 0-1-16,0 0 0 0,8 38 1 16,-5-35 0-16,-1 2 5 15,2-3 3-15,0 2 1 16,0-2 0-16,3-1 1 16,-1-1 1-16,4 0-1 15,3-2 1-15,2-7 6 0,5-5 0 16,3-6-5-16,7-3-5 15,3-7-5-15,4-4-1 16,5-4-1-16,2-5-1 16,3-4 0-16,0-1 0 15,2 0-2-15,-3 2-4 0,-2 2-17 16,-5 2-26-16,-7 6-14 16</inkml:trace>
  <inkml:trace contextRef="#ctx0" brushRef="#br0" timeOffset="-46187.34">17669 16095 6 0,'0'0'18'0,"0"0"5"0,0 0 6 0,0 0 3 0,0 0 1 16,40-15-1-16,-16-11-16 15,3-5-2-15,5-6-4 16,5-6 1-16,-1-3-4 16,1-2-4-16,2-3 0 0,-3 2-2 15,2 0 0-15,0 0-1 16,3 3 0-16,-2 7-1 16,-3 5-20-16,-3 9-29 15,-11 7-9-15</inkml:trace>
  <inkml:trace contextRef="#ctx0" brushRef="#br0" timeOffset="-45752.79">17679 16186 64 0,'0'0'21'0,"0"0"7"0,52-52 5 0,-23 23-1 0,2-1-8 16,3-6-8-16,3-3-8 15,1-2-5-15,3-2-1 16,-3-1-1-16,-3-1-1 15,-1 1-1-15,-1 1 1 0,-3 2-19 16,-3 4-35-16,-3 7-8 16</inkml:trace>
  <inkml:trace contextRef="#ctx0" brushRef="#br0" timeOffset="-45361.64">17713 16162 117 0,'0'0'6'16,"0"0"8"-16,41-47 11 0,-15 20-2 15,8-7-5-15,2-6-3 16,7-4-5-16,6-4-3 15,3-6-4-15,0-3-2 16,2 0-1-16,0 2 0 16,-5 4-22-16,-6 7-48 0,-13 10-27 15</inkml:trace>
  <inkml:trace contextRef="#ctx0" brushRef="#br0" timeOffset="-44849.45">17683 16165 53 0,'0'0'4'0,"0"0"11"0,0 0-3 0,0 0-5 0,0 0-1 16,0 0-1-16,0 0 3 16,0 0 5-16,0 0 3 15,8 1-1-15,-8-1-3 16,4 0-7-16,1 0-1 0,3-4-3 16,1-2 2-16,1 1-2 15,3-2-1-15,1-3 0 16,5-2 0-16,2-3 2 15,6-4-4-15,5-6 4 16,5-5-5-16,5-6 1 0,7-6 7 16,5-6-5-16,4-4-2 15,-2-3-13-15,2-3-35 16</inkml:trace>
  <inkml:trace contextRef="#ctx0" brushRef="#br0" timeOffset="-44407.23">17698 16154 106 0,'0'0'3'0,"0"0"9"0,0 0-10 16,0 0-3-16,0 0-4 15,0 0-21-15</inkml:trace>
  <inkml:trace contextRef="#ctx0" brushRef="#br0" timeOffset="-41598.37">19045 17849 137 0,'0'0'14'16,"0"0"0"-16,0 0 22 0,0 0-13 0,0 0 1 16,0 0 0-16,0 0-4 15,0 0-6-15,0 0 0 16,0 0-8-16,0 0-5 0,0 0-1 16,0 0-2-16,0 0 1 15,-2 21 0-15,7 1 3 16,-1 1-1-16,0 0 0 15,1-1-1-15,1 1 0 16,-4-3 3-16,1-3-8 16,-1 0-14-16,1-3-8 0,-3-4-10 15,0-2-12-15,0-8-28 16</inkml:trace>
  <inkml:trace contextRef="#ctx0" brushRef="#br0" timeOffset="-41142.13">19062 17881 177 0,'0'0'15'0,"0"0"-14"16,0 0 2-16,0 0-1 15,37 2-4-15,-24 6 5 16,0 2 0-16,1 2-1 0,-3 1-1 16,2 1 2-16,-2 0 0 15,0-2 1-15,-1-1-1 16,-1-1 1-16,-2-3-2 16,1 0-1-16,-4-2 1 15,-1-2-1-15,2-1 0 0,-3 0 2 16,0-2 4-16,-2 0 5 15,0 0 3-15,1 0 9 16,-1-2-5-16,2-5-11 16,-1 0-4-16,0-3-1 15,-1-3-1-15,1-1 2 0,-1 1-3 16,0-1 1-16,0-3 0 16,0 3 1-16,0-2-2 15,0 2-1-15,0 1 0 16,0 2-3-16,0 1-13 15,1 4-29-15,0 1-27 16,2 0-48-16</inkml:trace>
  <inkml:trace contextRef="#ctx0" brushRef="#br0" timeOffset="-40515.83">19557 17793 196 0,'0'0'9'0,"0"0"7"0,0 0 2 15,0 0-9-15,0 0-4 0,0 0-1 16,0 0 5-16,0 0-1 16,0 0-4-16,0 0-3 15,-47-6-1-15,33 6-2 16,-1 3 4-16,-1 4-5 16,-2-2 4-16,0 3-1 0,0-1 0 15,2 0 1-15,1 1-2 16,1-2-1-16,4 1 1 15,1 0 1-15,4-3-2 16,5 2-2-16,0 1-3 16,0 0 3-16,0-1 3 0,4 2 2 15,6-2-1-15,-3 1 1 16,4 2-1-16,0-2 0 16,-1 1 1-16,0 1-1 15,-2-2 0-15,-2 2 0 0,0-2 2 16,-6 1-2-16,0 1 0 15,0-1 3-15,0 1 0 16,0-1 0-16,-2 1-1 16,0-1 2-16,2-2-2 15,0 0 0-15,0-1 2 16,0-3 0-16,1-1-2 0,5 1-2 16,2-2 1-16,2 0-1 15,1 0 2-15,2 0-4 16,2-3 4-16,0-3-4 15,0 2-31-15,-3-3-23 16,-1 0-30-16</inkml:trace>
  <inkml:trace contextRef="#ctx0" brushRef="#br0" timeOffset="-40304.36">19438 17963 278 0,'0'0'1'0,"0"0"15"0,0 0-5 15,0 0-9-15,0 0-1 0,0 0 2 16,0 0-2-16,48-17 1 16,-24 11-4-16,0 2-21 15,3-6-39-15,-2-3-56 16</inkml:trace>
  <inkml:trace contextRef="#ctx0" brushRef="#br0" timeOffset="-40005.67">19734 17819 150 0,'0'0'78'0,"0"0"-70"16,0 0 4-16,0 0-7 15,0 0-4-15,0 0 0 16,0 0-1-16,-27 37 1 16,27-24 0-16,0 3 1 0,0-2 0 15,0 3 1-15,0-1-3 16,2-1 0-16,2 1 0 16,-2-2-10-16,-2-3-8 15,1-2-1-15,-1-2-2 16,0-3-7-16,0-3 6 0,0-1-5 15,0 0 12-15,-1-1-20 16,-1-6-8-16,-1-2 17 16</inkml:trace>
  <inkml:trace contextRef="#ctx0" brushRef="#br0" timeOffset="-39527.78">19703 17955 46 0,'0'0'41'16,"0"0"-13"-16,-5-46-3 16,5 30 2-16,0 2-3 0,0 1 0 15,0 2 0-15,0 1-2 16,2 0-7-16,0-2-6 15,3 2-4-15,1 1-4 16,1-1 0-16,4 1-1 16,-5 2 1-16,3 3-1 0,1-1 0 15,-1 1 1-15,0 2-1 16,2 0 0-16,0 2 0 16,-2 0 0-16,3 0-1 15,-2 0 0-15,-2 6-2 0,0 4-3 16,-1-2-8-16,-2 2-4 15,-3 3-1-15,-2-3 4 16,0 1 7-16,-3 1 5 16,-8 0-1-16,1 0 4 15,-2-1 0-15,-3 1 1 16,3-4-2-16,-2 1 2 16,3-3-2-16,0-1 1 0,2-1 1 15,4-2 0-15,1-1 1 16,2-1 13-16,2 0-4 15,0 3-11-15,0-3 4 16,4 1-2-16,2 3-1 0,2 1 0 16,-2-1 0-16,3-1-1 15,-2 4 0-15,1-1 1 16,2 1-1-16,-3 0 2 16,3 2-1-16,2-2 2 15,-2 0-1-15,3 1-1 0,0-1 0 16,0 0-1-16,-1-2-11 15,-2-2-122-15</inkml:trace>
  <inkml:trace contextRef="#ctx0" brushRef="#br0" timeOffset="-39093.82">20084 17720 90 0,'0'0'114'0,"0"0"-91"0,0 0-19 16,0 0-6-16,0 0-1 16,0 0 0-16,0 0 4 15,2 46-9-15,-2-36-43 16,-4-3-18-16</inkml:trace>
  <inkml:trace contextRef="#ctx0" brushRef="#br0" timeOffset="-38524.43">18978 17815 138 0,'0'0'17'0,"0"0"-7"0,0 0-2 0,0 0-7 16,0 0 0-16,0 0 0 15,0 0-1-15,0 0 0 16,0 0-1-16,0 0-6 15,10-30-35-15,-7 28-37 0</inkml:trace>
  <inkml:trace contextRef="#ctx0" brushRef="#br0" timeOffset="-37855.09">19050 17758 117 0,'0'0'3'15,"0"0"12"-15,0 0 1 16,-36-10-9-16,23 10-3 16,0 0-1-16,-2 0 2 15,0 1-1-15,-1 6 0 0,-2 0 1 16,-1 3-3-16,-1 1-2 16,2 2 1-16,-1 0 0 15,1 1-2-15,0 0 2 16,1 4-1-16,3 2 0 15,1 2 0-15,0 0 0 0,4 1 1 16,5 3-1-16,2-1 0 16,2 1 1-16,0 2 0 15,6 1 0-15,6-1-1 16,7-2 2-16,1-2 1 16,6 1 0-16,5-2 1 0,6-2 5 15,1 1-4-15,-1 2-3 16,4 0 1-16,2 1-1 15,1 1 0-15,1 0-2 16,2-2 0-16,5-4-1 16,5-5 0-16,4-3 1 0,0-7-1 15,6-5 1-15,3 0-5 16,0-10 0-16,0-5-2 16,-4-6 5-16,-3-4 0 15,-4-3 2-15,-7-2-4 16,-2-3 4-16,-3-1 4 0,-9-3 9 15,-4 3 3-15,-5-4 5 16,-7 2-5-16,-5 0 1 16,-6 1 0-16,-6 1-8 15,-3 0 1-15,-2 4 0 16,-2-1-3-16,-10 3 4 0,-2 1-4 16,-5-1-2-16,-5 2-1 15,-2-1-3-15,-6 1-2 16,-2 2 1-16,-4 1 0 15,0-1 2-15,-4 3-3 16,-5 2-2-16,-3 3-7 0,-2 4-10 16,-5 2-12-16,-7 6-24 15,-4 0-47-15</inkml:trace>
  <inkml:trace contextRef="#ctx0" brushRef="#br0" timeOffset="-31535.13">3332 17088 56 0,'0'3'1'0,"1"-2"0"0,3 2 0 0,1 0 0 0,-1 3 1 16,1-1 0-16,-1 2 1 16,0 1 0-16,1 1-1 15,0-1-2-15,1 2 1 0,-1-2-1 16,-1 3-4-16,0-5-23 15</inkml:trace>
  <inkml:trace contextRef="#ctx0" brushRef="#br0" timeOffset="-31293.05">3422 17098 53 0,'0'0'4'0,"0"0"-2"16,0 0 0-16,0 0 3 15,0 0-4-15,0 0-1 16,0 0 2-16,0 0-1 16,-25 38-1-16,17-26 3 15,3 1-3-15,-3 1 0 0,1 1-12 16,-3-5-49-16</inkml:trace>
  <inkml:trace contextRef="#ctx0" brushRef="#br0" timeOffset="-31065.91">3313 17195 119 0,'0'0'4'0,"0"0"3"15,0 0-5-15,0 0-2 0,0 0 1 16,0 0-1-16,0 0-1 16,0 0 1-16,31-9-3 15,-26 9 4-15,1 1-1 16,-1 3 0-16,1 0 0 16,3 0-5-16,-4-3-13 0,-1 1-20 15</inkml:trace>
  <inkml:trace contextRef="#ctx0" brushRef="#br0" timeOffset="-30446.37">3636 17230 113 0,'0'0'7'0,"0"0"18"0,0 0-7 0,0 0-7 0,0 0-8 15,0 0-2-15,0 0-4 16,0 0-7-16,0 0-8 16,0 0-13-16,0 0-22 0</inkml:trace>
  <inkml:trace contextRef="#ctx0" brushRef="#br0" timeOffset="-30190.87">4545 17173 134 0,'0'0'3'0,"0"0"-1"16,0 0 11-16,41 0-3 15,-34 0-7-15,-3 0-1 16,0 0-2-16,0 6 4 16,0-2-2-16,5 3-18 0,-1-5-46 15</inkml:trace>
  <inkml:trace contextRef="#ctx0" brushRef="#br0" timeOffset="-29891.47">5889 17058 190 0,'0'0'-7'15,"0"0"11"-15,41 3 10 16,-34-3-9-16,-1 1-2 0,-4 0-3 16,-2 1 0-16,0 0 1 15,0-1 2-15,0 1-3 16,0 3-2-16,0-1-8 15,0 0-25-15,0 0-10 16,0-3-16-16</inkml:trace>
  <inkml:trace contextRef="#ctx0" brushRef="#br0" timeOffset="-29620.47">6084 16874 103 0,'0'0'1'16,"0"0"-1"-16,0 0 2 15,0 38-2-15,0-27 1 16,0-1-1-16,0-2-8 0,1-6-20 16,3-2-43-16</inkml:trace>
  <inkml:trace contextRef="#ctx0" brushRef="#br0" timeOffset="-29521.02">6126 16854 113 0,'0'0'24'0,"0"0"-4"16,0 0-20-16,0 0-31 15,0 0-16-15,0 0-32 16</inkml:trace>
  <inkml:trace contextRef="#ctx0" brushRef="#br0" timeOffset="-28852.91">3476 17754 126 0,'0'0'7'0,"0"0"6"0,0 0-5 0,0 0-7 0,0 0-1 15,-9 41 0-15,7-25 0 16,0 1-1-16,-1 0 1 16,3-3-4-16,0-3-11 15,0-3-20-15,0-7-65 16</inkml:trace>
  <inkml:trace contextRef="#ctx0" brushRef="#br0" timeOffset="-28696.08">3530 17767 155 0,'0'0'10'0,"0"0"-5"15,0 0-2-15,0 0-2 16,-10 38-2-16,8-28-7 16,2 2-32-16,-2-3-8 15</inkml:trace>
  <inkml:trace contextRef="#ctx0" brushRef="#br0" timeOffset="-28575.48">3538 17838 126 0,'0'0'-3'16,"0"0"-25"-16</inkml:trace>
  <inkml:trace contextRef="#ctx0" brushRef="#br0" timeOffset="-28112.84">4236 18024 231 0,'0'0'-52'0,"0"0"53"0,0 0-64 0,0 0 2 15</inkml:trace>
  <inkml:trace contextRef="#ctx0" brushRef="#br0" timeOffset="-27892.76">4714 17956 161 0,'0'0'-15'16,"0"0"16"-16,36 11 5 15,-22-8 0-15,-1 0-5 16,3 0 0-16,1 1-1 15,-1-1-3-15,1-2-27 16,-3-1-23-16</inkml:trace>
  <inkml:trace contextRef="#ctx0" brushRef="#br0" timeOffset="-27706.21">5297 17981 122 0,'0'0'33'16,"36"2"-30"-16,-22-2 12 16,1 0-10-16,1 0-4 15,-3 0 0-15,-1 1-1 0,-2 2-2 16,-3 1-27-16,-2-2-17 16</inkml:trace>
  <inkml:trace contextRef="#ctx0" brushRef="#br0" timeOffset="-27172.73">6214 17713 162 0,'0'0'16'0,"0"0"17"0,0 0-22 0,0 0-9 0,0 0-3 16,0 0-1-16,0 0-10 16,0 0 4-16,0 0-5 15,0 0-12-15,-27 45-3 16,27-36-10-16</inkml:trace>
  <inkml:trace contextRef="#ctx0" brushRef="#br0" timeOffset="-26972.91">6272 17693 196 0,'0'0'9'0,"0"0"0"0,0 0-10 16,0 0-36-16,0 0 14 16,0 0 9-16,0 0-3 15,0 0-1-15,-2 43-5 16</inkml:trace>
  <inkml:trace contextRef="#ctx0" brushRef="#br0" timeOffset="-26846.34">6339 17690 6 0,'0'0'170'15,"0"0"-172"-15,0 0-9 0,0 0-31 16</inkml:trace>
  <inkml:trace contextRef="#ctx0" brushRef="#br0" timeOffset="-25936">3643 18283 127 0,'0'0'36'0,"0"0"5"0,0 0-19 0,0 0-9 15,0 0-10-15,0 0-7 0,0 0 4 16,0 0-10-16,0 0-6 16,-26 38-17-16,26-30-18 15,0-5-60-15</inkml:trace>
  <inkml:trace contextRef="#ctx0" brushRef="#br0" timeOffset="-25330.06">6484 18160 172 0,'0'0'-26'0,"0"0"26"0,0 0-1 0,0 0-23 15,-20 39-5-15,20-29 0 16,0-2 11-16,0 1 7 16,0-8 2-16</inkml:trace>
  <inkml:trace contextRef="#ctx0" brushRef="#br0" timeOffset="-25137.17">6511 18163 158 0,'0'0'-10'0,"0"0"13"15,0 0-4-15,0 0-2 0,0 0-8 16,0 0-6-16,-9 38 0 15,9-33 5-15,0-3-4 16,0-2-45-16</inkml:trace>
  <inkml:trace contextRef="#ctx0" brushRef="#br0" timeOffset="-24981.74">6511 18163 190 0,'36'0'6'16,"-38"5"-3"-16,-3 0-2 0,5 2-2 16,0-4-19-16,0 0-29 15,0-3-9-15</inkml:trace>
  <inkml:trace contextRef="#ctx0" brushRef="#br0" timeOffset="-24853.45">6578 18152 101 0,'0'0'3'0,"0"0"0"16,0 0-3-16,0 0 0 16,0 0-1-16,0 0-6 15,0 0 2-15,2 38-13 0</inkml:trace>
  <inkml:trace contextRef="#ctx0" brushRef="#br0" timeOffset="-20040.36">20315 18080 0 0,'0'-2'4'0,"2"1"-4"0,-2-4 2 16,2 3-1-16,-2 1 1 0,2-1 11 15,-2 0 9-15,0 2 0 16,0-1 0-16,0 1-3 15,0-1-1-15,0-1-1 16,0 2-1-16,0 0-7 16,0 0-3-16,0 0-2 0,0 0-3 15,0 0 0-15,0 0-1 16,0 0 1-16,0 0-1 16,0 0-1-16,0 0 0 15,0 0-3-15,0 0 5 16,0 0-1-16,1 4 0 0,1-1 1 15,1 1-1-15,0 0 0 16,1-1-3-16,-1-1-7 16,2-1 2-16,-1 1 1 15,-2-2 4-15,0 0 3 16,-1 1 1-16,-1-1 0 0,1 0 7 16,2 0 3-16,-1-1-4 15,4-4-5-15,1-2-1 16,2-1 0-16,2-2-1 15,3-1 0-15,0-1 2 16,5-3 1-16,1 0-1 0,1-2 4 16,1-1-3-16,-2-1 0 15,4 1-1-15,-1-1-2 16,-2 4 0-16,0 1 0 16,-2 2 0-16,-4 4-2 15,-1 3-16-15,-6 3-11 16,-3 2-7-16,-5 0-26 0</inkml:trace>
  <inkml:trace contextRef="#ctx0" brushRef="#br0" timeOffset="-19328.32">20436 18028 29 0,'0'0'32'0,"0"0"-11"0,0 0-7 16,0 0 0-16,0 0-2 15,0 0-5-15,0 0-7 0,0 0 1 16,0 0-1-16,0 0 3 16,0 0-2-16,0 0 1 15,10-1 0-15,-6-2 0 16,1 2 0-16,0-2 0 15,2 0-1-15,-1 2-1 0,-1-1 1 16,1-1-2-16,0 1 2 16,2 1-1-16,-3-1 0 15,1 0 0-15,-1 1 0 16,0-1 0-16,1 2 0 16,-2-1 0-16,-3 0 0 0,1 0 1 15,0 1-1-15,-2-1 0 16,1 1 0-16,-1 0 0 15,0 0 0-15,0 0 0 16,0 0 0-16,1 0 1 16,-1 0-1-16,0 0 0 0,0 0 0 15,0 0 0-15,0 0-1 16,0 0 0-16,0 0 1 16,0 0-1-16,0 0 1 15,0 0 2-15,0 0 0 16,0 0 1-16,0 0 2 0,0 0-2 15,0 0-2-15,0 0 0 16,0 0-2-16,0 0 1 16,0 0 1-16,0 0-1 15,1 3-2-15,-1 1-10 16,1 0-10-16,-1-2-14 16,2 1-38-16</inkml:trace>
  <inkml:trace contextRef="#ctx0" brushRef="#br0" timeOffset="-17728.03">23341 13425 20 0,'0'0'-4'0,"0"0"-10"0</inkml:trace>
  <inkml:trace contextRef="#ctx0" brushRef="#br0" timeOffset="-17186.93">23121 13437 77 0,'0'0'9'0,"0"0"6"16,0 0-10-16,0 0-5 0,-38 0 1 15,32 1-1-15,2 0 1 16,-1 0-1-16,0 0 1 15,1 0 11-15,0 2 4 16,0 0-11-16,0 0-2 16,2 1-3-16,0 2 0 0,2-3 1 15,0 1-1-15,0-1-1 16,0-2-3-16,7-1 7 16,3 0-1-16,4 0-1 15,3 0 2-15,3-1 0 16,3-5-2-16,4 0 0 0,3-2-1 15,3-1 0-15,8-1 0 16,-1 0 3-16,4-1 1 16,3-3 1-16,0 1 2 15,-1 0-2-15,0-1 0 16,1 3-1-16,-6-1-1 16,1 1-2-16,-2 2-1 0,0-2 1 15,-4 4-1-15,0-3 2 16,-2 4-1-16,-3-1-1 15,0 0 0-15,-4 0 0 16,1 3 0-16,-1-1 0 16,1 1 0-16,-2 0 0 0,-3 1 0 15,-1-1 0-15,0 4 0 16,-2 0-1-16,-3 0-4 16,-1 0-28-16,-5 0-12 15,-2 0-56-15</inkml:trace>
  <inkml:trace contextRef="#ctx0" brushRef="#br0" timeOffset="-16795.41">23390 13441 64 0,'0'0'14'0,"0"0"-14"0,0 0 7 15,0 0 2-15,40 0-4 16,-19-4-1-16,1-1 3 16,5 0-1-16,0-1 2 15,2 0 3-15,2 1-2 16,-1-1-3-16,2 2-3 0,0 2-1 16,-1 1 0-16,-1 1-2 15,-2 0-2-15,-4 0-12 16,-7 0-51-16</inkml:trace>
  <inkml:trace contextRef="#ctx0" brushRef="#br0" timeOffset="-15771.94">20500 13912 41 0,'0'0'28'0,"0"0"-3"0,0 0-7 15,0 0-2-15,0 0-5 16,0 0-2-16,0 0-5 16,0 0-3-16,0 0-1 15,0 0 0-15,0 0 1 0,0 0-2 16,0 0 2-16,13 0 0 16,-1 0 2-16,1-4-2 15,3 1 0-15,1-1 0 16,4-2 1-16,1 1 0 15,7-2-1-15,0-1 0 16,7-2 0-16,-1 1-1 0,0 0 0 16,2-1 0-16,-7 0 2 15,-2 2-2-15,-7 2 0 16,-4 0 0-16,-8 1 1 16,-2 3-2-16,-5 0 2 0,-2 1 0 15,0 1 12-15,0 0-10 16,-4 0-9-16,-5 3-17 15,2 0-8-15,-2 1-23 16</inkml:trace>
  <inkml:trace contextRef="#ctx0" brushRef="#br0" timeOffset="-15549.75">20609 13972 81 0,'0'0'14'0,"0"0"-10"0,0 0-4 15,0 0 0-15,0 0-59 16</inkml:trace>
  <inkml:trace contextRef="#ctx0" brushRef="#br0" timeOffset="-14624.45">23261 13420 27 0,'41'-9'23'0,"4"-2"6"0,1 1-7 16,2-2-1-16,0 2-1 15,2-2 5-15,-4 0 4 16,-1 1-12-16,1 0-7 15,-3 1-5-15,0-2-2 16,-4 3-2-16,-4 1 1 0,-3 0-2 16,-3 1 1-16,-4-2-1 15,-5 5 0-15,-4-1 0 16,-3 1 1-16,-1 0-1 16,-4 1 0-16,-4 3-1 15,-1-1 1-15,-1 0-4 0,-1 1 0 16,-1 0-2-16,0 0-1 15,0 0 2-15,0 0-25 16,0 0-14-16,-5 0 5 16,-3 2-13-16</inkml:trace>
  <inkml:trace contextRef="#ctx0" brushRef="#br0" timeOffset="-14141.29">23501 13347 27 0,'0'0'6'0,"0"0"8"0,0 0 0 0,0 0 0 16,0 0 1-16,41-1 2 15,-33-2-4-15,1 0 0 16,1-1-1-16,3 1-5 0,-5 0 0 16,2 2-3-16,0-1-2 15,-1 2-2-15,-1 0 0 16,1 0 0-16,-6 0 0 15,-1 0-15-15,-2 3-18 16,0 2-18-16</inkml:trace>
  <inkml:trace contextRef="#ctx0" brushRef="#br0" timeOffset="-8164.6">14123 16638 76 0,'0'-3'18'0,"0"-1"13"0,-1 2-12 15,-3 1-5-15,-2-2-9 16,0 3 2-16,1 0 0 16,-3 0 3-16,3 0-5 0,-4 0-1 15,2 0-2-15,-1 0-2 16,1 6-2-16,-1-1 4 15,-1 2-2-15,3-1-3 16,-3 0 1-16,2-2 2 16,-1 2-2-16,1 1 1 0,1-4-2 15,0 3 0-15,0-1-2 16,2 2 2-16,-1-1 0 16,1 1 2-16,0-1-1 15,1 1 0-15,0 1 2 16,1 1 0-16,-1 0 0 0,2 2 0 15,1 1-1-15,0 1 2 16,0 4-1-16,0 0 0 16,0 2 0-16,0 2-1 15,0 3 2-15,0 1-1 16,1 2 0-16,2 2 0 16,-1 1 0-16,-2-3 0 0,3 0-1 15,-1-1 2-15,0-3-1 16,1-1-1-16,1 0 2 15,0-1-1-15,1 1 0 16,-1-2 2-16,2 3-2 16,-1-3 0-16,0 4 0 0,0-4 0 15,3-2-2-15,-4 1 1 16,2-3-3-16,0-1 1 16,-3-1 1-16,0-2 2 15,2-1 0-15,-3-1 0 16,0-1 0-16,-1 0 1 0,1-1-1 15,3-1 1-15,-3 0-1 16,2 0 0-16,-1 0 0 16,3-3 0-16,-1-1 1 15,3 1-2-15,0 1 1 16,2-2 0-16,-1-1 0 0,1 1 0 16,1-3-1-16,2 0 1 15,0 0 0-15,0 0 1 16,2 0-2-16,-1 0 1 15,1 0-1-15,0 0 1 16,1 0 1-16,1 0-1 0,2 0 0 16,0 0-1-16,1-1 1 15,0-2 0-15,3 0 0 16,-1 0 0-16,1 2-10 16,1-2-1-16,1 0 7 15,-1 2 4-15,-3-2 0 16,3 0 0-16,-5 0 0 0,2-1 1 15,-2 2 4-15,2-3 3 16,-3 1-2-16,1-1-4 16,0 1 1-16,0 0-1 15,3-1-1-15,-4 1 0 16,4 1 0-16,-2-1-1 0,2 3 0 16,1-4 0-16,2 1 0 15,2 1 0-15,-1-1 0 16,1 2 2-16,3-5-2 15,0 1 0-15,1-1 0 16,2-1 0-16,0-2 0 0,2 0 0 16,3-1 0-16,-2 0 1 15,3-1-1-15,0 1 1 16,1 1-1-16,-4 0 0 16,0 0 1-16,1 2-2 15,-2 1 2-15,2-2-2 0,-1 3 2 16,1-1-1-16,0 0 0 15,3-1 0-15,-2 1 0 16,-2-1 0-16,2 3-1 16,-1 0 0-16,1 0-3 15,-3 2 2-15,0 0 0 0,-2 0 2 16,-3 2 0-16,-1-1 0 16,0 1 0-16,-1-3 1 15,2 1 0-15,-1 0 0 16,-2-1-2-16,4 1 2 15,-1 0-1-15,1-1 0 0,2 1 0 16,-2 0 0-16,1 1 0 16,1-2 1-16,-1 0-1 15,3 1 0-15,-4-2 0 16,3 0 0-16,-1 0 0 16,-1-1 0-16,3 0-1 0,-1 1 2 15,4 0-1-15,-4 0 0 16,3-1 0-16,-1 0 0 15,0-1 0-15,3 1 4 16,0 2 0-16,1-3-3 16,0 0 1-16,5 1-2 0,-2 1 0 15,2-1 1-15,-3-1-1 16,3 3 0-16,-5-1 0 16,2-2 0-16,-5 3 1 15,5-2 1-15,0 2 4 16,3-3-2-16,-3 1-1 0,3-1-1 15,0 0-2-15,3 0 0 16,-3 0 1-16,5 0-2 16,-5-2 2-16,6 1-1 15,-4 0 0-15,2 0 0 16,-4 0 0-16,0 1 0 0,-2 0 2 16,-2-1-2-16,4 1 0 15,-1 2 0-15,0-1 1 16,-1 0 1-16,2-1-1 15,0 3 3-15,0-2-1 16,-2 2 1-16,1 0-2 0,-1-1-1 16,1 3 0-16,-1-1 1 15,-1 1-1-15,-2 1-1 16,1-1 1-16,1 0-1 16,0 0 0-16,3-1 0 15,-2 0 0-15,6 2 0 0,-5-2 0 16,2 0 0-16,-2-1 0 15,3 1 0-15,-5 0 0 16,2 0 0-16,0-1 0 16,2 0 0-16,-1-3 0 15,-2 5 0-15,1-2 0 0,-2 0 0 16,-1 0 1-16,0 0-1 16,-1 1 0-16,0 0 0 15,0 0 0-15,-4-3 0 16,-1 5 3-16,-2-3-2 15,0 1 1-15,-3-1-1 16,-2 2 0-16,-1-1 0 0,-3 0-1 16,-3 2 1-16,0-2 1 15,-1 2-1-15,0-1 3 16,-3 0-1-16,0 0-2 16,-1 1 0-16,-1-2-1 0,-1 1 1 15,-2 1-2-15,-1 0 2 16,-1 0-1-16,-3 0 0 15,-1 0 0-15,-5 1 1 16,1-2 10-16,-2 2 2 16,2 0-3-16,-2 0-4 15,0 0-3-15,0 0-1 0,0 0-1 16,0 0 0-16,0 0 0 16,0 0 0-16,0-1-1 15,0-1-2-15,0 0-23 16,-3-5-40-16,-6-2-69 15</inkml:trace>
  <inkml:trace contextRef="#ctx0" brushRef="#br0" timeOffset="787.59">22380 15334 22 0,'0'0'35'0,"0"0"-8"0,0 0-12 0,0 0-6 16,0 0-5-16,0 0 3 15,0 0 3-15,0 0-4 16,0 0 3-16,0 0 1 15,0 0 1-15,0 0-1 0,0 0 2 16,0-20 0-16,0 19-2 16,-1-1-1-16,0 1-3 15,1 0 1-15,0 0-3 16,-1 1 1-16,1 0-1 16,0 0 0-16,-1 0-4 0,1 0-1 15,0 0 1-15,0 0 0 16,0 0 0-16,0 4 0 15,0 0 1-15,0 0-1 16,2 1 0-16,-2 0-3 16,2-1 3-16,0 0 2 15,0-1-2-15,0 1 1 0,0 1-1 16,1-4 1-16,-2 2-1 16,2 0 0-16,-1-2 0 15,0-1 0-15,-2 2 0 16,1-2 1-16,-1 0-1 0,2 0 0 15,-2 0 1-15,1 0-2 16,1 0 2-16,0 0-2 16,2 0 2-16,-1 0-3 15,3 0 2-15,0-2-1 16,1-1 2-16,1-1-3 16,2-2 2-16,-2 1 1 0,2-2-4 15,1-1 6-15,0-1-3 16,1-3 0-16,1-1 0 15,1-1 2-15,1-3-1 16,3 0-1-16,-2-1 0 16,4-5 1-16,0 0-1 0,0-1 1 15,4-2-1-15,1-2 1 16,0-3 2-16,-3-2 6 16,1 2 1-16,1 0 2 15,-6 1 1-15,0 4-6 0,-2 5-5 16,-5 4 0-16,-1 4-1 15,-4 5-1-15,0 2 2 16,-5 2-4-16,0 2 5 16,-1 2-3-16,0 0-3 15,0 0-11-15,-4 6-21 16,-5 1-5-16,-3 3-45 16</inkml:trace>
  <inkml:trace contextRef="#ctx0" brushRef="#br0" timeOffset="1484.68">22297 15368 8 0,'-1'0'53'0,"1"0"-45"0,0 0 0 0,0 0-1 16,0 0 1-16,0 0 1 15,0 0 1-15,0 0 3 16,0 0-3-16,0 0-4 0,0 0-1 15,0 0-5-15,0 0 1 16,0 2 2-16,0 2-2 16,0 0 1-16,0 0 1 15,0-2 2-15,0 2 0 16,0-1 1-16,1-2 1 16,1 1-1-16,2-1 0 0,-1-1-1 15,4 0-2-15,-2 0 0 16,2 0-3-16,0 0 0 15,3 0-5-15,-3-7-34 16,1 1-18-16</inkml:trace>
  <inkml:trace contextRef="#ctx0" brushRef="#br0" timeOffset="3788.21">21819 15365 39 0,'0'0'25'0,"0"0"-22"0,0 0 9 16,0 0-4-16,0 0-3 16,0 0 0-16,0 0 0 15,0 0 1-15,0 0-4 16,-38 0 4-16,33 0 1 0,1 0-4 15,-1 0 0-15,-1 0-2 16,0 0 2-16,0 3-1 16,1 1-1-16,0-2 0 15,-1 1 1-15,3 1 3 16,0-1 1-16,1 1 2 0,-1 2-3 16,3-1 0-16,0 3 1 15,0 0-4-15,0 3 1 16,0-1-3-16,0 4 1 15,0 1 1-15,0 0-1 16,0 2-1-16,0-1 1 0,0 2-1 16,0-2 1-16,-2 3 3 15,1 1-1-15,1 1 3 16,0 0-5-16,0 2 2 16,0 1-2-16,0 1 0 15,3-2 0-15,1 1 0 0,-1-2 1 16,0-2 0-16,1-2 1 15,-1 0 0-15,0-2 0 16,1 0 0-16,1 0-3 16,2 2 1-16,0-2 0 15,-2 2-1-15,3 0 0 0,-2-2-2 16,2-2-3-16,-3 1 2 16,3-3 2-16,-3 0 0 15,4-1 1-15,-3-1 0 16,3 0 0-16,-2-2-1 15,3 1-1-15,0-1-2 0,0-1-6 16,2-2-2-16,0-1 0 16,2 0 6-16,-1-2 3 15,0-1-1-15,1 1 3 16,0-1-1-16,2-1 2 16,-1 0 0-16,2 0 0 0,-1 0-3 15,3 0-1-15,2 0 1 16,-3-5-4-16,4 0 2 15,-2-2 2-15,2-2 3 16,-2-2-1-16,1 4 6 16,-1-4 8-16,4 1 2 15,-2 0 2-15,2-2-4 0,0 2-4 16,3-1-2-16,-1 1-4 16,-2 0-1-16,3 0-1 15,-1 3 0-15,0-3-1 16,2 4 0-16,0 0 1 15,1 1-2-15,2 2-6 0,-2 0-18 16,-1 2-8-16,0 0-2 16,-3 1-14-16,-5 0 31 15,2 0-7-15,-3 0 11 16,-2 0 13-16,1 0 0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6:38:08.9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5825 3053 72 0,'0'0'12'0,"0"0"0"0,0 0 8 0,0 0-2 16,0 0-4-16,0 0 0 15,0 0-1-15,0 0-1 16,0 0 1-16,0 0-3 15,-28-27 1-15,27 27-6 0,0-1-4 16,1 1 0-16,0 0 0 16,0 0-1-16,0 0 0 15,0 0-1-15,0 0-1 16,0 0 1-16,0 1 1 0,0 5 3 16,5-1-2-16,-2 1-1 15,1 1 2-15,0 0-2 16,1 2 0-16,-1-2 0 15,0 2 0-15,1 0 0 16,0 0 0-16,0-2 0 16,1 3 0-16,-2-3 0 0,-1 0 0 15,3-1 1-15,-2-2-2 16,0-1 1-16,2-1-3 16,-2-2 1-16,3 0 1 15,-1 0 1-15,4 0 6 16,1-8 1-16,0-3-1 0,5-3 2 15,1-3-3-15,1-3-3 16,3-3-2-16,-2 0 2 16,4-5 1-16,-1 0-3 15,5-1 1-15,1-6-1 16,5 1 3-16,2-5 0 0,3-3 3 16,2-4-1-16,1 1 1 15,-1-3-2-15,0 1 1 16,1 1 1-16,-5 3 1 15,1 4 0-15,-1 2-1 16,-5 5-4-16,2 7-1 0,-5 4 0 16,-12 1-1-16,-16-6-92 15</inkml:trace>
  <inkml:trace contextRef="#ctx0" brushRef="#br0" timeOffset="11831.23">9240 12333 45 0,'0'0'47'0,"0"0"-42"0,0 0-3 16,0 0-2-16,0 0 1 0,0 0-1 16,0 0-1-16,0 0-1 15,0 0 1-15,0 0 2 16,0 0 3-16,0 0 10 16,0 0 7-16,0 0-9 15,0 0-5-15,0 0-4 0,0 3-4 16,0 0 1-16,0 1-2 15,0 0 2-15,0 4 2 16,4 1-2-16,0 1 2 16,1-1-1-16,0-1 0 15,-1-1 1-15,1-4 0 0,1-3 1 16,4 0 6-16,-1-11 18 16,10-19 7-16,8-18-16 15,14-20-9-15,12-22-5 16,19-18-1-16,4-19-10 15,4-13-109-15</inkml:trace>
  <inkml:trace contextRef="#ctx0" brushRef="#br0" timeOffset="15915.08">8556 11480 81 0,'0'1'18'0,"0"-1"-11"0,0 0-6 0,0 0 1 0,2 0-3 16,0 0 1-16,-2 0 2 15,1 0 0-15,1 3-1 16,0-2 3-16,0-1 1 15,0 0 1-15,0 0 2 0,1 0 0 16,0 0-1-16,3-1 7 16,1-11 1-16,8-9 6 15,5-9-12-15,9-15-7 16,14-15 3-16,14-17-1 0,13-25-2 16,4-21-50-16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6:38:40.7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14045 8329 2 0,'0'0'7'0,"-2"0"1"0,0 0-3 0,0 0 4 0,0 0 2 15,1 0 9-15,-1 0-1 16,0-2-3-16,-3 0-5 16,3-1 1-16,-2 3 0 15,3-1-6-15,-1-1-3 16,0 2 0-16,-2-2-2 0,2 0 0 15,1 2 1-15,0 0 3 16,1-1 3-16,0 1 2 16,0 0 1-16,0 0-4 15,0-2-5-15,0 2-1 16,0 0 2-16,1-1-2 0,4 1-1 16,1 0-4-16,4 0 7 15,-1 0-5-15,2 0 2 16,4 0 0-16,1 0-1 15,4 0 1-15,-3 0 3 16,4 0 0-16,0-3-2 16,1 3 2-16,-1-4-1 0,4 4-2 15,0-3 0-15,2-1-1 16,-2 1 0-16,1-1 7 16,3-1-4-16,-5 1-2 15,2 0 3-15,-2 1-2 0,1 0 1 16,-5-1-1-16,0 1 0 15,-1 0 0-15,-3 2-1 16,-1-1 2-16,-4 2-2 16,-1 0 1-16,0 0-1 15,-3 0 0-15,-1 0 1 0,0 0-1 16,-3 0 0-16,1 0-4 16,-2 6-19-16,-2-3-21 15,0 1-2-15,-6-1-58 16</inkml:trace>
  <inkml:trace contextRef="#ctx0" brushRef="#br0" timeOffset="448.52">14018 8408 72 0,'0'0'2'0,"0"0"1"0,0 0 6 0,39 1-4 0,-27-1 3 16,4 3-4-16,2-2 4 16,-1 1 2-16,2 0-3 15,1 0 2-15,1-1 3 16,1-1-2-16,2 2-1 16,1-2-2-16,2 0-3 0,2 0 2 15,0 2-3-15,0-2-2 16,-3 0 0-16,-1 0 0 15,-2 0 0-15,-3 0 0 16,-4 0 1-16,-3 1-1 16,-4 0 1-16,-3-1-2 0,-5 0-21 15,-1 0-35-15</inkml:trace>
  <inkml:trace contextRef="#ctx0" brushRef="#br0" timeOffset="1187.33">14701 7420 66 0,'0'0'7'0,"0"0"4"0,0 0-1 0,0 0-1 16,0 0 3-16,0 0-2 15,0 0-1-15,0 0-3 0,0 0 1 16,0 0-3-16,0 0-3 15,4-7-2-15,-4 7 1 16,0 0 0-16,0 0 0 16,2 0-1-16,1 3 1 15,1-1 0-15,2 0 1 16,-2 0-2-16,3-2 9 0,1 0-1 16,4 0 4-16,2-4 9 15,0-5-4-15,6-4-5 16,1-1-6-16,4-3 1 15,2-3-3-15,0 2-2 0,-2-2 0 16,-2-1 0-16,3 2-1 16,-1-1-9-16,3-3-54 15</inkml:trace>
  <inkml:trace contextRef="#ctx0" brushRef="#br0" timeOffset="4177.38">15610 9285 59 0,'-2'0'5'0,"1"0"6"0,0 0-3 0,-1 0-3 0,2 0 1 15,0 0 1-15,0 0 1 16,0 0 2-16,0 0-2 16,0-1-1-16,0 1 0 15,0 0-4-15,0 0-2 0,4 0 0 16,2 0 0-16,1 0-1 16,3 0 0-16,2 0-2 15,4 0 2-15,0 0 3 16,2 0-1-16,2 0 1 15,2 0-1-15,1 0 4 0,2 0-2 16,0 0-1-16,4 0-1 16,-1 0 0-16,2 0 0 15,1 0-1-15,1 0 1 16,-2-2 1-16,-2-1 2 16,-3 2-3-16,-2-2 2 0,-6 0-2 15,-1 2 1-15,-5 1-1 16,-4-1-2-16,0 1 2 15,-3 0-4-15,-4 0-23 16,0 0-18-16,-9 0-5 16,-4 1 6-16</inkml:trace>
  <inkml:trace contextRef="#ctx0" brushRef="#br0" timeOffset="4541.35">15720 9339 82 0,'0'0'2'0,"0"0"10"0,0 0-6 0,0 0-6 15,0 0 2-15,0 0 7 16,0 0-1-16,0 0 0 15,0 0 0-15,0 0 5 16,41 0-8-16,-25 0 5 16,2 0-7-16,-3 0 0 0,4 0-1 15,3 0-1-15,-3 0-2 16,3 0-1-16,-2 0 7 16,1 0-3-16,-1-3 2 15,-1 0-2-15,-3 2-1 16,-1-2 1-16,-2 2-1 15,-1-1 0-15,-3 0 0 0,0-3-24 16,-3-2-47-16</inkml:trace>
  <inkml:trace contextRef="#ctx0" brushRef="#br0" timeOffset="5515.94">15773 8525 51 0,'0'0'3'0,"0"0"7"0,0 0 0 0,0 0-3 16,0 0-2-16,0 0 3 16,0 0 0-16,0 0 2 15,0 0-1-15,0 0-2 0,0 0-2 16,0 0-2-16,0 0-3 16,-5-11 0-16,5 11 0 15,0 0 1-15,0 4 0 16,0 0 0-16,1 2-1 15,1 0 1-15,0-2-1 0,2 1-1 16,-2-3 1-16,3 0-1 16,4-2 4-16,4 0 16 15,5-7-1-15,5-6-1 16,8-3-8-16,4-5-3 16,4-2-3-16,8-1-1 0,-3-2 0 15,3 1-1-15,2-2 0 16,-1-3-18-16,1-1-83 15</inkml:trace>
  <inkml:trace contextRef="#ctx0" brushRef="#br0" timeOffset="7217.42">14397 9290 51 0,'0'0'7'0,"-1"0"4"0,1 0-3 0,-1 0-2 15,1 0-3-15,0 0-2 16,0 0 2-16,0 0 2 16,-2 0 2-16,2 0 2 15,0 0-3-15,0 0 0 0,0 0-5 16,0 0-4-16,0 2 1 15,5 0 0-15,4-1 0 16,2 3 2-16,6-2 0 16,2-1 2-16,3-1 2 15,3 0 1-15,0 0 4 0,2 0 0 16,-4-3-1 0,2-1 1-16,1-1-4 0,-2 2 0 15,-2-2-3-15,0 1-1 16,-3 1 0-16,-2 0-1 15,-1 1 1-15,-5 0 0 16,-1 1-1-16,-2 1 1 0,-3 0-1 16,-1 0 1-16,-2 0-4 15,-2 0-10-15,0 1-14 16,0 5-2-16,-9-2-15 16</inkml:trace>
  <inkml:trace contextRef="#ctx0" brushRef="#br0" timeOffset="7637.8">14381 9400 45 0,'0'0'3'0,"0"0"6"0,0 0-5 0,0 0-1 16,0 0-1-16,0 0 3 16,0 0-1-16,0 0 2 15,0 0 3-15,0 0 5 16,29 19-5-16,-16-19 3 16,4 0 2-16,2 0-4 0,-1 0-5 15,4 0-1-15,-3 0-1 16,4 0-1-16,-4 0 0 15,3 0 0-15,-5-2 2 16,0 0 0-16,-4 0-1 16,-3 1 2-16,-2-1 0 0,-2 2 2 15,-4-2-2-15,-1 1-2 16,-1 1 0-16,0 0 3 16,0 0-1-16,0 0-1 15,0 0-8-15,-1 0-26 0,-1 0-5 16,-2 0-26-16</inkml:trace>
  <inkml:trace contextRef="#ctx0" brushRef="#br0" timeOffset="9373.54">15753 10122 90 0,'0'0'16'0,"0"0"1"0,0-2-2 16,0 0-4-16,0 1 1 16,0 0-3-16,0 0-7 15,0-1-7-15,3 1 5 16,7-1 5-16,1 2-3 16,7-3-1-16,1 2 0 15,4-2 0-15,4 0 2 0,1-1-1 16,3 1-1-16,-1-1 1 15,2 1 0-15,0-1 2 16,-1 1 3-16,-2-1-2 16,0-2 1-16,0 5-2 15,-4-2-1-15,-1 0-1 0,-2 2-1 16,-4 1 2-16,-4 0-3 16,-2 0 1-16,-2 0-14 15,-3 0-22-15,0 0-26 16</inkml:trace>
  <inkml:trace contextRef="#ctx0" brushRef="#br0" timeOffset="9936.86">16711 10092 40 0,'0'0'30'0,"0"0"-12"0,0 0-5 16,0 0-3-16,0 0-9 0,0 0 4 15,0 0 1-15,0 0 1 16,45 0 1-16,-28 0-2 15,4-3-2-15,3 2 0 16,2-1 3-16,2-1 1 16,3 2-7-16,1-2 2 0,2 3-2 15,1-3 2-15,-1 2 4 16,4-3 0-16,-7 1 2 16,0 0 2-16,-1 0-4 15,-4-1 1-15,-5 4-3 16,1-2-2-16,-5 1 0 0,-2-1-1 15,-3 1 0-15,2 1 0 16,-7 0-2-16,-1 0-18 16,-4 0-33-16,-2 0-32 15</inkml:trace>
  <inkml:trace contextRef="#ctx0" brushRef="#br0" timeOffset="11153.56">14501 10112 42 0,'0'0'4'0,"0"0"-1"0,0 0-1 15,-2 0-2-15,2 0 1 16,0 0 5-16,0 0 3 16,-2 0 2-16,1 0-2 0,1 0-6 15,-1 0 1-15,1 0-4 16,0 0 1-16,0 0-1 15,0 0 0-15,0 0-1 16,0 0 1-16,6 0 7 16,-1-2 5-16,5 0-1 0,4 1-5 15,0 0 0-15,3-2-1 16,2 0 1-16,1 1 2 16,2-2-2-16,-1 0-2 15,0 0-1-15,3 1 1 16,1-1-1-16,0 1-1 0,3 0 0 15,1-1 1-15,-3 0-1 16,1 1 0-16,-1-1 0 16,-3 4 1-16,-6-2 1 15,-1-1 0-15,-5 2-1 16,1 0-1-16,-7-1 0 0,1 2 1 16,0 0-1-16,-4 0 0 15,1 0-2-15,-1 0-4 16,-2 0-15-16,0 0-8 15,0 0-14-15,-6 0-3 16</inkml:trace>
  <inkml:trace contextRef="#ctx0" brushRef="#br0" timeOffset="11561.06">14470 10169 78 0,'0'0'3'0,"0"0"-2"0,0 0 0 0,0 0 0 16,0 0 0-16,0 0 1 0,0 0 3 16,0 0 14-16,0 0 2 15,36 5-5-15,-18-6-4 16,1-3-6-16,-1-2-1 16,3 3-2-16,-3-1-2 15,4 0 1-15,-5-1 0 0,1 1 1 16,0 1-1-16,-2 0 1 15,-2 1-2-15,-3 0 1 16,0 2-1-16,-2 0 0 16,-4 0-5-16,-5 0-48 15</inkml:trace>
  <inkml:trace contextRef="#ctx0" brushRef="#br0" timeOffset="21685.54">19558 3853 6 0,'0'0'5'0,"0"0"0"0,0 0 0 0,0 0-3 16,0 0 1-16,0 0 4 15,0 0 4-15,0 0 8 16,0 0-4-16,0 0-5 16,0 0-3-16,21 21-3 0,-21-21-1 15,0 0 1-15,0 0 0 16,0 0 10-16,0 0 23 15,0 0-20-15,0 0-6 16,-2-3-4-16,-2-1 0 16,-3 1-2-16,0 0-4 0,-2 3-1 15,-1 0 4-15,-3 0-2 16,-1 0 0-16,0 6-2 16,1 1 0-16,-1 4 0 15,3-1 0-15,2 0 0 16,0 3-1-16,4-2 1 15,1 1-1-15,2-4-2 0,0 2 1 16,2-3-2-16,0 0-1 16,1-1 0-16,6-1 2 15,2 0 5-15,3-1 6 16,-1 2-3-16,3-2-2 0,1 2-3 16,0-1 1-16,0 3 0 15,0 0-1-15,-2 1 0 16,1 1 1-16,-2 2-1 15,0 1-1-15,0-1 2 16,-2 0-1-16,-3 1 0 0,0 0-1 16,-4-2 2-16,-1 0-1 15,-2 0 2-15,0 0 3 16,-1 0-2-16,-8-4-2 16,0 1 9-16,-4-3 2 15,-1 2-6-15,-2-2-3 16,0 0-1-16,0-2-1 0,-3 3 1 15,1 0-1-15,1-1-4 16,2-1-14-16,3 1-9 16,3-4-15-16,1-1-37 15</inkml:trace>
  <inkml:trace contextRef="#ctx0" brushRef="#br0" timeOffset="22064.06">19776 3811 113 0,'0'0'-1'0,"0"0"4"0,0 0-1 0,0 0 9 15,-4 46 2-15,3-26-2 0,-1 1-1 16,2 2-4-16,0 1-2 16,0 0-2-16,3 0 0 15,3-1-2-15,2-2 2 16,-1-1 0-16,-1 0 0 15,0-1-1-15,0-1 0 16,-4-1 1-16,2-3 0 0,-4 0-8 16,0-4-34-16,0-4-36 15</inkml:trace>
  <inkml:trace contextRef="#ctx0" brushRef="#br0" timeOffset="22262.26">19706 4054 165 0,'0'0'2'0,"0"0"2"16,0 0-7-16,0 0 5 16,41-22-1-16,-19 19 2 15,1-1-2-15,4 1-3 16,2-1-21-16,4-1-27 15</inkml:trace>
  <inkml:trace contextRef="#ctx0" brushRef="#br0" timeOffset="22674.56">20063 3979 95 0,'0'0'7'0,"0"0"12"0,0 0-7 15,0 0 2-15,0 0-9 16,0 0 9-16,-41-10-14 15,30 20 2-15,-3 0-2 16,1 3 0-16,2 1 0 16,-1 2-1-16,5-2 0 0,3-1 0 15,4-2 1-15,0 0-3 16,0-3 0-16,0-2 5 16,5-2-2-16,3-3 1 15,4-1 9-15,3 0 2 16,1-5-5-16,3-4 0 0,2-3-4 15,-2 1 1-15,2-2-3 16,-5 2 2-16,-2 2-2 16,-1 2 0-16,-6 2-1 15,-1 3 0-15,-2 2-2 0,0 0-1 16,0 0 1 0,0 0 1-16,1 6 2 0,1 1 0 15,0-1-1-15,1 1 1 16,1 0-1-16,1 0 2 15,-2-2-2-15,1 0-5 16,3-4-30-16,-4-1-18 0,0 0-62 16</inkml:trace>
  <inkml:trace contextRef="#ctx0" brushRef="#br0" timeOffset="22973.37">20259 3760 145 0,'0'0'1'0,"0"0"-6"0,0 0 3 0,2 56 3 15,0-34 1-15,0 3 2 16,0 0-2-16,1-1 0 15,1-1-1-15,3-2 0 0,-2-2 0 16,-2 1 0-16,2-5 2 16,-2 1-1-16,0-3 0 15,-2-3-1-15,1-3-14 16,0-2-15-16,-2-3-2 16,0-2-37-16</inkml:trace>
  <inkml:trace contextRef="#ctx0" brushRef="#br0" timeOffset="23294.13">20219 3931 184 0,'0'0'-39'0,"0"0"34"15,40-17 12-15,-18 12-1 16,-2-1 0-16,3 1-3 15,-1 1 0-15,-5 1-2 0,0 3 1 16,-2 0 1-16,-1 1 0 16,-3 7 1-16,0 3 0 15,-2 0-3-15,0 2 0 16,-1 1 2-16,0-1-1 0,0 0 0 16,-1-2-2-1,1 1 0-15,2-3 0 0,-3 0 1 16,1-2 0-16,-1-1 2 15,3-5 3-15,-2-1-31 16,-2 0-18-16,-1-11-40 16</inkml:trace>
  <inkml:trace contextRef="#ctx0" brushRef="#br0" timeOffset="23403.12">20444 3743 53 0,'0'0'0'0</inkml:trace>
  <inkml:trace contextRef="#ctx0" brushRef="#br0" timeOffset="23865">20732 3809 132 0,'0'0'8'0,"0"0"-6"16,0 0 5-16,0 0 2 0,31-39-4 15,-31 35-3-15,0 4-5 16,-4 0 3-16,-7 0-1 16,-2 0 3-16,0 1 2 15,-1 7-1-15,-2 1-2 16,6 2 2-16,0 0-2 15,3 0-2-15,5 1 1 0,2 0-2 16,0-2-3-16,0 0 3 16,3 0 2-16,5-2 3 15,2 0 12-15,1-2-8 16,3-1 1-16,-1 1-1 0,0-2-3 16,1 0-1-16,-2 1-2 15,-2 0-1-15,-3 0 1 16,-2 0-1-16,-2 1-1 15,-3-2 2-15,0 3 2 16,-6-1 4-16,-3 1-4 0,-6 0 4 16,0 0 1-16,-1 1-5 15,2-3 0-15,0 2-2 16,5-4-2-16,4 1-28 16,5-4-8-16,0 0-32 15,10 0-10-15</inkml:trace>
  <inkml:trace contextRef="#ctx0" brushRef="#br0" timeOffset="24164.6">20909 3705 154 0,'0'0'14'0,"0"0"10"0,0 0-1 15,0 0-17-15,0 0-11 16,0 0 3-16,0 0 1 0,0 0 2 16,-5 55-2-16,5-31 1 15,0-1 0-15,0 2 0 16,0-2-1-16,3-1 1 16,1-3 1-16,-1-1 1 15,1-1-1-15,-1-2 0 0,1 0 1 16,-1-3-3-16,-1-1-15 15,-1-3-19-15,0-4-11 16,-1-4-4-16</inkml:trace>
  <inkml:trace contextRef="#ctx0" brushRef="#br0" timeOffset="24455.78">20882 3861 141 0,'0'0'-1'0,"0"0"1"16,0 0 5-16,48-38-4 16,-31 31-1-16,3-2 3 15,-4 5 0-15,-1 1 4 16,-3 3 1-16,-1 0-2 16,-3 6-3-16,-3 5 0 0,-2 3 1 15,1 3-1-15,-3-1-2 16,0 0 2-16,-1-1 2 15,1-1-2-15,3-2-3 16,-2-1 0-16,3-1 0 16,5-3-2-16,4-1-2 0,1-5-1 15,5-1-44-15,0-3-53 16</inkml:trace>
  <inkml:trace contextRef="#ctx0" brushRef="#br0" timeOffset="24613.34">21161 3668 70 0,'0'0'75'15,"0"0"-58"-15,0 0 4 16,-39-30-18-16,34 30-4 16,0 0-39-16,0 0-23 0</inkml:trace>
  <inkml:trace contextRef="#ctx0" brushRef="#br0" timeOffset="25516.67">21304 3670 152 0,'0'0'-32'16,"0"0"38"-16,0 0-2 0,-56 15 1 15,34-1 1-15,-2 3 3 16,1 3 4-16,3 2 0 16,5 0-4-16,3 1 4 15,5-2-9-15,3-1-5 16,3-1 0-16,1-2 2 0,4-2-4 16,7-3 3-16,4-2 0 15,2-2 0-15,5-1 2 16,4-4 1-16,-3 0 6 15,2-3-26-15,-4 0-19 16,-1-3 10-16,-4-7 14 0,-2-3 11 16,-3-1-3-16,-1 0 1 15,0-4 3-15,-5 2 0 16,0 0 1-16,1 1 1 16,-1 3 9-16,1 1 7 15,-3 2-3-15,2 2 1 16,0 0 3-16,0 3-10 0,2 3-2 15,0 1-5-15,-1 0-2 16,1 2-1-16,4 8 1 16,-5 3 1-16,3 1-1 15,-2 0 0-15,-1 2 0 16,-2-4 1-16,-3-1-2 0,-1-3 1 16,0-2-1-16,-3-2 2 15,-5-3 13-15,-1-1-13 16,1 0 7-16,0 0-6 15,2-5-1-15,3-2-1 16,1-3-2-16,2 2-3 0,0 0 0 16,0 1 4-16,4 0-2 15,1 3 1-15,3 2 0 16,-2 2-1-16,2 0 1 16,1 0 1-16,0 0 0 15,1 3 1-15,2 0-1 0,0 1 2 16,1-1-3-16,-2-1 4 15,1-2-2-15,-1 0 6 16,0 0 0-16,0-9-1 16,-2-1 3-16,1-1-3 15,-2-4 0-15,-1-3-3 16,-1 1 1-16,-3-3 0 0,2 0-1 16,-5-2-2-16,0-1-3 15,0 0-6-15,0-1-1 16,0 4 6-16,0 0 4 15,-5 3 0-15,2 4-3 0,-3 2 10 16,3 5 6-16,1 3-2 16,0 3-3-16,-2 0-6 15,3 3-3-15,1 9-1 16,0 2 0-16,0 7-4 0,7 1 4 16,4 3 1-16,5 5 0 15,5-2-18-15,3 4-20 16,7-4-22-16,3 0-1 15</inkml:trace>
  <inkml:trace contextRef="#ctx0" brushRef="#br0" timeOffset="26056.71">22118 3873 10 0,'0'0'89'0,"0"0"-75"0,0 0 23 0,21-39-8 16,-19 28-9-16,-2-5-3 0,0 1-2 15,0-2-4-15,0-2-1 16,0 0-1-16,0 0-5 16,-5 0-3-16,-1-1 0 15,-2 0-1-15,-2-1-2 16,1 3 4-16,2-2 1 0,-2 0-5 16,4 3-4-16,-2 0-3 15,3 3 4-15,2 1 2 16,-2 6 1-16,2 1 0 15,0 6-7-15,1 0-7 16,0 0 0-16,1 10 12 16,0-1 1-16,0 2 3 0,0-1-4 15,1 1 1-15,8-2 1 16,-4-4 1-16,3-1 2 16,4-2 3-16,-2-2 3 15,2 0 4-15,2-3-4 16,1-5-4-16,-1-4 0 0,-1 0 0 15,-4-2-1-15,2-1 1 16,-8 3 4-16,0 0 0 16,-3 4 1-16,0 2 1 15,0 3-3-15,0 2-4 16,0 1 2-16,-2 0-7 0,-1 7 5 16,0 4-1-16,0 5 0 15,2 0-4-15,1 2-1 16,0-1-1-16,0 0 4 15,9-1 0-15,2-1-15 16,5-2-22-16,3-3-12 16,6-3 7-16,2-4-41 0</inkml:trace>
  <inkml:trace contextRef="#ctx0" brushRef="#br0" timeOffset="26363.53">22445 3593 84 0,'0'0'13'0,"0"0"-4"0,0 0-1 16,-40-2-7-16,29 9 3 16,2 1 0-16,3 0 5 15,2 1-4-15,3-1-6 16,1-1 1-16,0 0 3 0,0-2-3 16,6-1 13-16,3-3 9 15,4-1 0-15,0 0 0 16,2 0-8-16,2-4-6 15,-2-5-3-15,-1 1 2 16,-3-2 3-16,-2-1 4 0,-8-2-4 16,-1 2-4-16,0 0-5 15,-3 3-3-15,-8 2-9 16,-2 5-15-16,-1 1-13 16,1 0-11-16,4 0-8 0,4 1-49 15</inkml:trace>
  <inkml:trace contextRef="#ctx0" brushRef="#br0" timeOffset="27517.75">22813 3523 90 0,'0'0'29'15,"0"0"-28"-15,0 0 2 16,0 0-10-16,-55-7-15 15,28 14 27-15,1 4 0 0,3 0-2 16,3 1 0-16,7 1 1 16,1-1-1-16,7-1 2 15,3 0-3-15,2-1-6 16,0-3 5-16,5 0 0 16,9-1 15-16,2-3-3 0,7-3-1 15,0 0 3-15,4 0-4 16,3-6-4-16,-3-4-4 15,-2-1 0-15,-2-5 0 16,-6-1 1-16,1-4-1 16,-8-5 0-16,0 1-1 0,-4-5-1 15,-3 3-3-15,-3-2-8 16,0 2-3-16,-4 2 9 16,-4 4-2-16,0 1-6 15,-1 3 9-15,0 4 0 16,0 3 1-16,2 2-2 0,-1 5 5 15,3 1-1-15,1 2-9 16,-1 0 13-16,3 3-11 16,0 7 5-16,2 0 1 15,0 7-3-15,0 1 0 16,0 1 3-16,0 5 1 0,2 0 1 16,5 2-2-16,1-2 1 15,2 1 0-15,4-2 4 16,-1 0 3-16,3-5 4 15,1-2-4-15,0-2 1 16,2-5 2-16,1-4-2 16,2-2 3-16,-1-3 1 0,1 0-4 15,0 0-2-15,-2-9-2 16,-3-3 3-16,-3-2-1 16,-4-1-1-16,-4-1-1 15,-4 3-1-15,-2 1-4 16,0 3 1-16,-8 3-1 0,-6 6 3 15,2 0 2-15,0 0-6 16,-1 10 1-16,5-2-2 16,3 5-9-16,4-3-5 15,1-1 1-15,0 0 4 16,6-3 6-16,2 1 0 0,6-5 10 16,1-2-2-16,4 0 2 15,-1-9-2-15,2-4 0 16,-1-4 0-16,-1-3 0 15,-2-5-1-15,-2-2 2 16,-2-2-2-16,-1 1-2 0,-3-5-7 16,-4 5-2-16,-3 1-3 15,-1 2 7-15,0 3 0 16,0 1 1-16,-5 6 4 16,-3 3 2-16,1 3 1 15,-2 4-3-15,4 2 0 0,-1 3 3 16,2 0-1-16,-1 4-2 15,-1 7-1-15,2 6-1 16,-2 2 3-16,1 6 0 16,1 4 1-16,2 3 0 15,0 0 0-15,2 2 0 0,0-4 0 16,0-2 0-16,0-2-1 16,2-4 2-16,1-6-1 15,1-2-1-15,-1-5 1 16,2-4 3-16,-3-3 9 15,4-2 8-15,2 0 8 0,5-3-6 16,3-8-16-16,6-1-4 16,4-2-1-16,4 1-1 15,0 2 0-15,0 4 0 16,-1 5-1-16,-2 2-1 16,-6 0-3-16,-6 9-12 15,-11 11-11-15,-4 2-10 0,-19 6 3 16,-17 3 11-16,-14 3-15 15</inkml:trace>
  <inkml:trace contextRef="#ctx0" brushRef="#br0" timeOffset="28050.89">20898 4444 26 0,'7'4'41'0,"1"-3"-35"0,-1 2 7 16,3-3 4-16,0 1-3 0,1-1-1 15,3 0-2-15,1 0 0 16,1 0 0-16,4 0 0 16,4 0-3-16,5-1-2 15,5-5-2-15,7-1 2 16,1 0 0-16,7-1-2 0,3-2-1 15,7-2 2-15,5 2 3 16,5-3-1-16,3 1-3 16,5-2 0-16,9-2 1 15,7 0-1-15,6-2-1 16,8 1-1-16,2-3-1 0,6 0 1 16,-1 0-2-16,2 0 2 15,-5 1 1-15,-6 1 0 16,-4 4 0-16,-11 1 0 15,-8 6-1-15,-13 4 0 16,-14 3 0-16,-19 0-6 0,-20 0-128 16</inkml:trace>
  <inkml:trace contextRef="#ctx0" brushRef="#br0" timeOffset="48385.59">4951 13679 99 0,'0'0'2'0,"0"0"0"0,0 0-1 16,0 0 3-16,0 0-3 16,0 0 0-16,0 0-3 0,0 0 3 15,0 0 2-15,0 0 0 16,0 0 2-16,0 0 0 16,-18-8-4-16,18 8-2 15,0 0 2-15,4 0-1 16,2 0 0-16,0 0 1 0,3 1-1 15,1 2 0-15,0-1-1 16,1 0 1-16,3-1 1 16,-1 1-1-16,3-2 0 15,1 0-1-15,3 0-1 16,2 0 3-16,5-2 2 16,2-3-1-16,3 0-3 0,1-3 6 15,0 1-4-15,2 0-1 16,-1 0 0-16,1 0 1 15,1 3-1-15,1-2 1 16,1 0-3-16,3-1 2 16,-3 3 1-16,1-2-1 0,1 1 3 15,-1 0-3-15,1 3 2 16,-2 0-1-16,3 0-1 16,-1 1 2-16,0 0-4 15,1 0 4-15,-3-1-2 16,2 2 0-16,0-1 0 0,3 1-2 15,0 0 5-15,5 0-3 16,-3 0 0-16,6 0 1 16,-1 0-1-16,0 0 1 15,2 0-4-15,0 0 6 16,1-2-3-16,0 1 1 0,4-2 0 16,-1 1-1-16,2-1 0 15,-1 0 0-15,3 0 1 16,1-2-1-16,0 3 0 15,3-1 0-15,-1-2 0 16,2 1 0-16,0 1 0 16,0 2 0-16,-2-1 1 0,1 2-1 15,-1 0 0-15,1 0 0 16,1 0 0-16,-1 0 1 16,1 0-1-16,4 0 2 15,0 0 2-15,0 0-2 0,4 0 0 16,-3 0-1-16,3 2-1 15,-2 2 2-15,1-1-2 16,2 3 0-16,-3-1 0 16,1 1 0-16,-3 0 0 15,2-2 0-15,1 3 0 0,-2-3 1 16,1 2-1-16,0-1 0 16,1 0 1-16,0-2 3 15,2 1-1-15,-1 0 1 16,-2-2 2-16,4-1-3 15,0 3-1-15,0-1 0 16,-2-1-1-16,1 1 0 0,2-1-1 16,-3 3 2-16,2-1-2 15,-2 0 1-15,0 2-1 16,0 0 0-16,-2-1 0 16,2-1 2-16,-3 2-2 15,-1-3 0-15,1 1 0 0,-2-1 0 16,2-1 1-16,-5 0-1 15,2 0 1-15,0-1-1 16,-2-1 0-16,1 0 0 16,2 0 2-16,-1 0 0 15,0-3 2-15,-3-2-1 0,2 0-1 16,0 1-1-16,-1-3 0 16,-1 1 0-16,3 2 0 15,-1-2-1-15,-3 2 1 16,-1 0 0-16,1 1-1 0,-2-1 2 15,1 1-2-15,-1-1 0 16,3 0 0-16,-1-1 1 16,3 0-2-16,1 0 2 15,3 1-1-15,-1-2-1 16,0-1 1-16,-2 3 1 16,2-2-1-16,-1 2 0 0,1-1 0 15,0 0 0-15,0-1 0 16,1 1 0-16,0 0 0 15,1 0 0-15,0 0 1 16,1 0 1-16,-3-1 2 16,-2 2 1-16,-3-2 0 0,2 2-1 15,-1 0-2-15,-4-1 2 16,3 2-2-16,-3-1 0 16,3 1 0-16,1-1-2 15,-2 0 1-15,1 2 0 16,-1-2 0-16,0 3 0 0,-3-2-1 15,2 0 0-15,-3 2 2 16,-1-2-4-16,2 1 4 16,-4 1-1-16,1-2-1 15,-3 3 0-15,0-1 2 16,-2-1-2-16,-2 0 0 16,2-2 0-16,-4 2 0 0,0-1 0 15,-4-1 1-15,0 0 0 16,-4-1 2-16,-2 2 0 15,0-4 1-15,-4 3-1 16,-1-2 1-16,-1-1 3 0,-2 0-4 16,-2 1 1-16,-2 1-2 15,1-1 1-15,-7 2-2 16,0-1 0-16,-3 1-1 16,0 3 1-16,-3 0-1 15,-3 1-4-15,-5 0-23 0,-6 0-43 16,-7 0-108-16</inkml:trace>
  <inkml:trace contextRef="#ctx0" brushRef="#br0" timeOffset="54137.36">21099 12583 27 0,'0'0'1'0,"0"0"0"0,0 0 5 0,0 0 0 0,0 0 4 16,0 0 9-16,0 0-1 16,0 0-7-16,0 0-6 15,0 0 0-15,0 0-4 0,15-13-5 16,-10 13-8-16,-3-1-7 16,1 1-2-16,-1 0 5 15,-2-1 7-15,0 1 21 16,0 0 21-16,0-2-16 15,0 2-6-15,0-1 0 16,0 0 1-16,0-1 1 0,0 2 1 16,0-2 1-16,0 1 0 15,0-1 1-15,0 1 0 16,0 0-4-16,0 1-1 16,0 0-3-16,0 0-5 15,0 0-4-15,0 0-2 0,0 0 4 16,0 5 1-16,0 3-1 15,0 1 0-15,2-1 0 16,2 1 0-16,-2-2-1 16,5-2 0-16,5-4-2 0,8-1-6 15,3-7 20-15,13-10 3 16,10-6-7-16,16-11-4 16,8-7-2-16,11-3-1 15,8-3-1-15,9-4-18 16,5-2-36-16,4 2-58 15</inkml:trace>
  <inkml:trace contextRef="#ctx0" brushRef="#br0" timeOffset="56949.86">8438 14580 46 0,'0'0'26'0,"0"0"-7"0,0 0 2 15,0 0-3-15,0-1-1 16,-3-1-5-16,1 2-5 0,2 0-5 15,-2 0-2-15,2 0 0 16,0 0-1-16,0 0-1 16,0 0-2-16,0 0-5 15,0 0 3-15,0 0 2 16,6 0 3-16,1 0 2 16,5 0-1-16,-1 0-1 0,7 0 1 15,-1 0-1-15,3-1 1 16,3-1 1-16,-1 1-1 15,-1-2 1-15,5 3-1 16,-3 0 0-16,1 0 2 0,3-1-4 16,2 1 4-16,0-1-2 15,4-1 1-15,-3 0 0 16,5 2-1-16,-2-3 1 16,1 1 0-16,0 0 0 15,-2-2 1-15,-1 3-1 0,2-3 1 16,-3 3-1-16,3-2 3 15,0 1-2-15,1-1 0 16,2 0 1-16,1-1-1 16,2 1 2-16,-3-1-2 15,3 1-1-15,-1 0 0 0,3 0 0 16,-1 1 0-16,0 0-1 16,5 0 1-16,-5 2-1 15,2-1 1-15,1 1-1 16,-3 0 0-16,0 0 2 15,1 0-1-15,1 0 0 16,2 0 0-16,0 0 1 0,4 0-1 16,-1 0 0-16,3 0 0 15,-4 0-1-15,-1 0 0 16,2 0 1-16,-3 1-1 16,1 3 1-16,-2 1-1 0,4 1 0 15,-3 0 0-15,2 2 0 16,2-3 0-16,4 1 1 15,4 1-2-15,0-1 2 16,-1-1-2-16,3 0 1 16,-1-1-1-16,1 3 2 15,0-1-1-15,-2-2 0 0,2 2 1 16,-3-2-2-16,-1 0 2 16,0-1-1-16,2 0-1 15,0-2 5-15,-1 0 1 16,3-1 0-16,-2 0 2 15,1 0-2-15,-1 0 1 0,0 0-3 16,1 0-1-16,1 0 0 16,0 0-1-16,1-2-1 15,3-2 3-15,-1-1-2 16,3 0 0-16,1-1-1 16,-1 3 1-16,1-1-1 0,1 0 0 15,-2-2 1 1,0 2-1-16,0 0 1 0,-3-1-1 15,1 1 1-15,-4 1 0 16,1-1 2-16,-4 1 1 16,1 0-2-16,-3 1-1 15,-1 1-1-15,-5 0 2 0,0-2 0 16,-1 3-1-16,-3-3-1 16,0 0 1-16,-2 0-1 15,1-2 0-15,-4 0 0 16,-1 0 1-16,-6-1-1 0,-3 2 2 15,-2-1-1-15,-3 1 2 16,-4 2 0-16,-2-1 0 16,-4 1-2-16,0 0 2 15,-4 0-2-15,-5 2-1 16,-1 0 2-16,-2 0 2 16,0 0 11-16,-1 0 5 0,0 0-5 15,0 0-5-15,2-2-5 16,-2 1-2-16,0 1-1 15,0-1-2-15,0 1 0 16,0-2 0-16,0 2 1 16,0-1-1-16,0 1-1 0,0 0 1 15,0 0 0-15,0 0-1 16,0 0-1-16,0 0-1 16,0 0-2-16,0 0-1 15,0 0 1-15,0 0 0 16,0 0 4-16,0-1 1 0,0-1 1 15,0 2-1-15,0-1 0 16,0 1 1-16,0-2-1 16,0 2 0-16,0-1 0 15,0 0-1-15,0 1 0 16,0 0-1-16,0-2 2 0,0 2 0 16,0 0 0-16,0 0 1 15,0-1-2-15,0 1 2 16,0 0-1-16,0-2 0 15,0 2 0-15,0 0 0 16,0-1 0-16,0 1-1 0,2-1 1 16,-2 0 0-16,0 1 0 15,0 0-1-15,0 0 1 16,0 0 0-16,0 0 1 16,0 0-1-16,0 0 1 15,0 0-1-15,0 0 0 0,0 0 0 16,0 0 0-16,0 0-1 15,0 0 1-15,0 0-1 16,0 0-2-16,2 0-14 16,1 0-3-16,0 0-24 15,-3 0-40-15,0 0-69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6:39:53.4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5409 2975 20 0,'0'0'2'0,"0"0"-1"0,0 0 9 0,0 0-5 0,0 0-2 16,0 0 0-16,0 0 0 16,0 0 0-16,0 0 1 15,0 0 2-15,0 0 0 16,0 0-2-16,7 45 0 16,-5-32 1-16,2 0-1 0,-1 0-1 15,6-2 0-15,-3-1-1 16,3-3 3-16,4-3 3 15,1-4 2-15,2 0 1 16,8-14 9-16,7-14 1 16,10-13 11-16,8-16-6 15,14-17-10-15,15-13-6 0,10-9-4 16,14-15 0-16,14-3-3 16,10-6-3-16,14-4 0 15,3-5-11-15,5-5-96 16</inkml:trace>
  <inkml:trace contextRef="#ctx0" brushRef="#br0" timeOffset="33512.62">7391 14429 26 0,'0'0'15'0,"0"0"3"0,0 0-4 0,-2 0-1 16,2 0 0-16,0 0-8 15,0 0 4-15,0 0-3 16,0 0-5-16,0 0-2 16,0 0 2-16,0 0 0 15,3 0-1-15,1 0 0 0,2 0 0 16,1 0 0-16,2 2 0 16,0-1 0-16,1 1-1 15,1 0 1-15,2-2-1 16,1 0 2-16,3 0-2 0,1 0 2 15,3 0 0-15,2 0-1 16,4 0 2-16,2 0-3 16,1-2 3-16,7-1-3 15,2 1 4-15,-1-1-3 16,1 2 0-16,5-2-1 0,-2 2 4 16,2 0-3-16,2 0 1 15,5 0 2-15,0 1-1 16,1-3-1-16,2 2 1 15,1-1-2-15,2 1 2 16,4 0 0-16,-3-1 2 0,3 2-3 16,1 0 0-16,1 0-1 15,0 0 1-15,1 0-1 16,1 0 0-16,-2 0 0 16,2 0 0-16,-5 0 1 15,3-3-1-15,-4 2 0 16,0-1 0-16,3-2 1 0,-1 1 0 15,1-1 0-15,-1 0 0 16,1-1 0-16,1-1-1 16,-1 0 1-16,-3 1 1 15,3-1-1-15,-2 0 0 16,-1 1 0-16,3 1-1 0,-4 1 0 16,0 1 1-16,-1 0-1 15,-2 2 0-15,-4 0 1 16,-1 0-1-16,-4 0 0 15,0 0 0-15,0 3 0 0,1 1 0 16,-2 0 0 0,4 1 1-16,-2-1-1 0,2 0 2 15,3-1-2-15,-3-1 0 16,4 0 0-16,-1 0 0 16,-1-1 0-16,-1-1 0 15,1 0 0-15,-2 2 0 16,1-2 0-16,1 0 0 0,-4 0 0 15,2 0 0-15,-2 0 0 16,2 0 0-16,-2 0 1 16,4-3 4-16,1 1 0 15,-3-5 3-15,4 3-3 0,-1 0-3 16,1-1 0-16,1 1 0 16,0 1-2-16,-2 1 0 15,-1 0 1-15,2-2-1 16,-5 2-1-16,0 1 2 15,-4-2-1-15,0 2 0 16,-3-2 0-16,2 0 2 0,-2-1-2 16,-1 1 1-16,0-3 4 15,0 2 1-15,0 1-3 16,-2 0 0-16,3 0-1 16,-3 2 2-16,0 0-3 0,2 1 0 15,-2 0 0-15,0 0 0 16,-2 0-1-16,1 1 0 15,2 1 1-15,-1 0-1 16,1 1 0-16,0-1 0 16,2-1 1-16,0-1-1 0,0 0 1 15,0 0 1-15,1 0 3 16,-2-1 0-16,3-4-1 16,-3 1 0-16,4 0 0 15,-2 1-1-15,1-3-1 16,0 5-2-16,-1 1 1 15,0 0-1-15,3-2 2 0,-1 2-2 16,4 0 0-16,1 0 0 16,4 0 1-16,-1 0-1 15,0 3 0-15,-2 0 0 16,1 0 0-16,-1-2 0 16,2 1 2-16,0-1-2 0,3-1 0 15,1 0 0-15,4 0 2 16,0 0-2-16,3-4 2 15,0 1-2-15,2 2 0 16,0-1 1-16,-3 2-1 16,1 0 0-16,2 0 0 0,-2 0 0 15,3 3 0-15,-3 1 0 16,3 1 0-16,0-2 0 16,3-1 0-16,0 1 1 15,-2 0-1-15,0-3 0 16,2 4 0-16,-1-4 0 0,-4 2 0 15,-1-2 0-15,2 0 0 16,-4 0 1-16,1 0-2 16,-2 0 1-16,1 0 1 15,2 0-1-15,1 0-1 16,-2 0 1-16,3 0 1 0,-4 0-1 16,1 0-1-16,-4 0 2 15,-1 0-2-15,-2-2 1 16,-1-3 1-16,2 0-1 15,-2 0 0-15,2-1 0 16,0 0 0-16,-1 2 0 0,-1-1 0 16,0 2 0-16,-4-2 0 15,0 1 1-15,0 0-1 16,-2 1 0-16,-1-1 0 16,-1-1 2-16,2 2-1 15,-3-1-2-15,3 0 2 16,1-3-1-16,3 1 0 0,-3-2 0 15,0-1-1-15,-1-1-1 16,-2 0 2-16,-2-1 2 16,-1-2-1-16,0 2 1 15,-2-2 1-15,0 0-1 16,-3-1-1-16,3-2-1 0,-7 1 0 16,1-4 0-16,-5-1-2 15,-3-4 0-15,-1-3 0 16,-5-1 2-16,-1-5 1 15,-4 1 1-15,-3-3 6 16,-1 0 1-16,-2 2-1 0,-2-1-5 16,-1 3-2-16,-5 1 0 15,-2 0-1-15,0 2 0 16,0 1 1-16,-6 0-1 16,-5 1-1-16,-1 2 2 15,-3 0 4-15,-5 0-3 0,0 1 0 16,-5 3-1-16,-4 1-1 15,-4 1-1-15,-6 4 0 16,-1 3-2-16,-7 2-1 16,-2 4 1-16,-5 1 0 15,-4 3 1-15,0 1-1 0,-1 0 0 16,0 0 2-16,-3 0 1 16,4 0 1-16,-1 0-1 15,1 0 0-15,-1 0 0 16,-1 1 0-16,-6-1 0 15,-1 0 1-15,-2 0-1 0,-6 0 2 16,-4 0-2-16,-1 0 1 16,-1 0-1-16,2 0 1 15,-2-1-1-15,-2 1 1 16,3 0-1-16,-1 0 1 16,-1 0-2-16,-1 0 2 0,0 0-1 15,-2 0 0-15,3 0 1 16,-5 0-1-16,1 0 1 15,-1-1-1-15,0 0 1 16,-4-1 0-16,-4 2 0 0,3 0-1 16,2 0 1-16,-4-1-1 15,7-1 1-15,-1 1-1 16,4 0 0-16,3-1 1 16,3-2 1-16,-1-2 0 15,2 1 0-15,0 0 0 16,-1-2-1-16,-3 2 0 0,2-1 1 15,-2 1-1-15,2 1-1 16,-3 1 1-16,-1 1 2 16,0 0-3-16,3 2 0 15,-2 0 0-15,-2 0 0 16,0 0 0-16,-1 0 0 0,-1 0 0 16,0 0 0-16,1 0 0 15,2 1 0-15,0 0-3 16,0-1 3-16,3 0 0 15,-2 0 0-15,3 0 0 16,-3 0 0-16,-2 0 0 16,0 0 0-16,-1-1 0 0,0-1 0 15,0 0-1-15,-2 0 1 16,3 0 1-16,0-1-2 16,-5 2 1-16,0-1-1 15,-1 1 1-15,0-1 0 16,-1 1-2-16,1-1 0 0,2 0 0 15,0-1 1-15,3 0-1 16,-2 0 2-16,1-1 1 16,3 0-1-16,4 0-1 15,-2 0 2-15,3 0-1 16,-2 4 0-16,6-3 0 0,-4 3 0 16,0 0 0-16,-1 0 0 15,1 0 0-15,-1 0 0 16,4 0-1-16,-1 0 2 15,3 2-1-15,1-1 0 16,2 3 0-16,1-1 0 16,0-1 0-16,2-1 0 0,-1 1 0 15,1-2 1-15,3 0-1 16,1 0 1-16,-1 1-2 16,3-1 2-16,-3 3-1 15,3 0 0-15,-1 0 0 0,1 1-1 16,-1 0 1-16,1 0 0 15,0-1 0-15,3 1 0 16,0 0 0-16,5-2 0 16,1 1 0-16,5-2 0 15,1 2 0-15,1-3 0 0,2 3 0 16,-1 1 0-16,1 1 0 16,-1 1 0-16,1-1 0 15,3 1 0-15,2-1 0 16,0 1 0-16,1 1 0 15,2-1-1-15,-2 2 0 16,3 1 2-16,-2 1-2 0,3 1 2 16,-1 1-2-16,1 3 2 15,4 1-1-15,0 1 0 16,2 4 0-16,2 0 0 16,-4 2 0-16,2 0-1 0,0 2 1 15,-2-2 0-15,2 1 0 16,3-2 0-16,-1 2 0 15,3-3 1-15,1 2-1 16,2-2 0-16,-2 3 0 16,2 0 0-16,-1 2 1 15,3-1-2-15,0 0 2 0,1-2-1 16,3 1 0-16,4-2 1 16,-1 1-2-16,6-2 2 15,2 0-1-15,2 0 0 16,0 0-1-16,0 1 1 15,0-2-1-15,2-1 1 0,3-1 0 16,6-1-1-16,-2 2-2 16,4-4 3-16,1 2-2 15,4-2 1-15,4 2 0 16,3-2 0-16,6 1 0 16,7-3-2-16,7 1-7 0,2-2-8 15,6-3-18-15,4-2-38 16,-1-7-17-16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6:40:40.6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12566 2620 95 0,'0'0'4'0,"0"0"3"0,0 0 4 0,0 0 0 16,0 0-5-16,0 0-2 16,0 0-2-16,0 0-1 15,0 0-2-15,0 0 0 16,0 0 0-16,0 0 1 15,0-10 1-15,0 20-1 0,0 4 0 16,0 5-1-16,1 2 2 16,4 3-1-16,-1 1 0 15,2 3 0-15,2-2 1 16,3 3-1-16,1-2 0 16,3 0-1-16,1 4 2 15,0-3-2-15,4 3 1 0,2 1 0 16,2-1-1-16,3 2 1 15,0 1-1-15,5-3 1 16,5-1 0-16,2-3 1 16,1-2-1-16,2-2 1 15,1-3 0-15,-1 0 1 0,-2-3 1 16,-2-2 0-16,-1-3 2 16,-4 0 2-16,-2-4-1 15,-2-1 1-15,-4 0-2 16,-5-3-3-16,0 2 0 15,-7-1-1-15,-3 2 1 16,-4 1-2-16,-6 3-5 0,0-1-27 16,-12-1-27-16</inkml:trace>
  <inkml:trace contextRef="#ctx0" brushRef="#br0" timeOffset="192.17">13263 3303 180 0,'0'0'4'0,"0"0"-2"0,0 0-1 0,36-13-1 15,-21 13 3-15,-1 2-1 16,-1 8 2-16,1 7-2 16,-8 7-1-16,-3 6-5 15,-3 2-37-15,-5 1-72 16</inkml:trace>
  <inkml:trace contextRef="#ctx0" brushRef="#br0" timeOffset="683.01">14170 3443 142 0,'0'0'-19'0,"0"0"42"0,0 0-2 15,0 0-8-15,0 0-4 16,0 0-10-16,0 0 2 15,0 0-2-15,0 0 1 16,18 3 4-16,-11 13-3 0,-2 0-1 16,0 5 2-16,3-1-2 15,-6 4 0-15,1-3 0 16,-3 2-3-16,0 1-13 16,0-4-15-16,-1-3-4 15,-5-3-38-15</inkml:trace>
  <inkml:trace contextRef="#ctx0" brushRef="#br0" timeOffset="1139.8">14228 3431 86 0,'0'0'2'16,"0"0"9"-16,0 0-2 15,38-14-2-15,-26 14 1 16,1 0-4-16,1 2-1 16,-1 7 1-16,-1 1-3 0,5 3 1 15,-2 2-2-15,2-1 5 16,-1 1-2-16,1-1-2 15,1-4 1-15,-1 1 0 16,-3-2 0-16,-3-3 1 16,0-1 2-16,-3-2 0 15,-2-2-2-15,-4-1 6 0,0 0 4 16,0-1 36-16,-2-7-18 16,0-5-24-16,-2-2-2 15,-3-3 3-15,-1-3-3 16,-3 2-2-16,2-1 0 15,-1 3-3-15,3 2 0 0,-3 2-2 16,5 6 5-16,1 1-3 16,2 5-14-16,0 1-43 15,0 0-74-15</inkml:trace>
  <inkml:trace contextRef="#ctx0" brushRef="#br0" timeOffset="1579.91">14642 3277 66 0,'0'0'3'0,"0"0"10"0,0 0-1 16,0 0-2-16,0 0 3 0,0 0-4 15,0 0-6-15,0 0-2 16,0 0-4-16,7-2 11 16,-7 12-5-16,0 4 0 15,0 1 1-15,-4 2-2 16,0 2-1-16,0-1 1 0,2 1-1 16,-2-5 0-16,4 3-1 15,0-3 0-15,0-2 0 16,0-1 0-16,0-4 0 15,6-2 1-15,0-1 5 16,4-3 11-16,-1-1-4 16,3 0 1-16,1 0 2 0,5-1-4 15,-1-4-6-15,1-2-5 16,0 0 2-16,0 0-2 16,-2 1 0-16,0 1 0 15,-1-1-1-15,0 2-6 0,-2-3-39 16,-1-2-29-16</inkml:trace>
  <inkml:trace contextRef="#ctx0" brushRef="#br0" timeOffset="2134.83">14932 3243 174 0,'0'0'-36'16,"0"0"45"-16,0 0 2 15,0 0-21-15,0 0 11 16,0 0 0-16,0 0 0 0,0 0 0 16,0 0 0-16,26 46-1 15,-21-30 0-15,2-1 1 16,-4-1-1-16,1-2 0 16,1 2 0-16,-2-6 1 15,-1-2-1-15,-2 0 0 0,2-2 2 16,-2-4-2-16,0 0 2 15,0 0 23-15,0 0 20 16,-2 0-38-16,-3-7-6 16,-4-3-1-16,2-3-1 15,0-2 0-15,1-1-6 0,-1-4 0 16,4 2-5-16,-1-1 3 16,4-1 4-16,-2 2-1 15,2 2 4-15,0 0 1 16,2 4-2-16,4-1-1 15,6-1 5-15,-1 2-6 0,3 1 5 16,1 3 1-16,0-1-2 16,1 5 3-16,-1 2-3 15,-2 2 1-15,-2 0 0 16,0 3-1-16,-7 9-1 16,-1-1 1-16,-3 2 3 15,0-1-1-15,-2 1-1 0,-8 0 1 16,-3-1 0-16,-2 0 0 15,-2 0 0-15,0-1-1 16,-1-1 1-16,5-2-2 16,1-2-4-16,4-5-39 15,5-1-32-15</inkml:trace>
  <inkml:trace contextRef="#ctx0" brushRef="#br0" timeOffset="2604.67">15685 2728 146 0,'0'0'-25'0,"0"0"33"0,0 0-9 15,0 0 2-15,0 0 0 16,1 49 1-16,-6-23 0 0,-1 8 0 15,-1 6 0-15,-2 4 0 16,-2 8 2-16,0 5-1 16,2 2 1-16,-3-2 2 15,4-1-2-15,3-2-2 0,1-3 1 16,-1-5 1-16,5-3-2 16,0-1 0-16,0-5-1 15,7 0-1-15,2-6 0 16,2-3 0-16,4-3-2 15,-1-4-1-15,6-10-37 16,-1-5-11-16</inkml:trace>
  <inkml:trace contextRef="#ctx0" brushRef="#br0" timeOffset="3188.61">16077 3248 170 0,'0'0'-60'0,"0"0"74"15,0 0-2-15,0 0-12 0,0 0 0 16,0 0 2-16,-21 44-1 16,19-26 0-16,0 2 0 15,2 0 0-15,0 0-1 16,0-2 2-16,0-1-2 15,0-2 0-15,0-4 1 0,-2-4-1 16,1-1 0-16,0-5-4 16,0-1 2-16,0 0 2 15,0-10-4-15,0-3-10 16,0-2 8-16,1-4 5 16,0 0 1-16,0-2 0 15,0 0-1-15,0 0 1 0,3 2 0 16,5 1 4-16,-1 1 5 15,4 1 0-15,2 4-2 16,2 0-9-16,4 1 7 16,1 3-3-16,2 2-1 15,0 1-1-15,-1 3 1 0,-1 2 0 16,-1 0-1-16,0 0 1 16,-3 8 1-16,-3 3 0 15,1 2 2-15,-3 0-1 16,-4 4 1-16,-1-1 0 0,-4 1-2 15,-2-2-1-15,0 2 0 16,-12 1 1-16,-5 0-1 16,-5 0 2-16,-3-1-1 15,1-1-1-15,-3 1 0 16,2-4-1-16,2 1 0 16,6-3-1-16,2-1-21 0,3-7-15 15,8-3-34-15</inkml:trace>
  <inkml:trace contextRef="#ctx0" brushRef="#br0" timeOffset="3622.12">16527 3155 96 0,'0'0'13'0,"0"0"11"15,0 0-2-15,0 0-11 0,0 0 2 16,0 0 6-16,0 0-7 0,0 0-11 16,0 0-2-16,0 0 2 15,0 0 0-15,0 0-1 16,3 37 0-16,-5-20 1 16,0 2-1-16,0 2-1 15,0-1 1-15,-2-3 0 0,3-1-1 16,-1-1 1-16,0-2-7 15,2-2-18-15,0-2-5 16,0-4-2-16,0-3-6 16,0-2-40-16</inkml:trace>
  <inkml:trace contextRef="#ctx0" brushRef="#br0" timeOffset="4163.35">16513 3185 49 0,'0'0'-8'0,"0"0"14"16,5-35 4-16,3 23 3 15,1 1-2-15,-2-2 2 16,7 3-5-16,-1 0-3 16,3 3-1-16,1 0-1 15,1 3-1-15,0 1 2 0,2 3-1 16,-4 0-1-16,-1 2-1 15,1 6 1-15,-5 3-1 16,0 1-1-16,-3-1-2 16,-2 3 8-16,-6-1-4 0,0-3-1 15,0 0 1-15,-4 0 0 16,-6 0-1-16,-1-3 2 16,-5 0-2-16,1-3 2 15,-2 1-1-15,3-1-1 16,0-3 0-16,3 0-1 15,2-1 0-15,2 0 1 0,1 0-1 16,3 0 1-16,3 0-1 16,-3 0 3-16,3 0 3 15,0 0-2-15,0 0-1 16,1 0-3-16,4 0 0 16,2 0 0-16,1 3 1 0,-1 0 0 15,2 3-1-15,2 3 1 16,-2-1 1-16,0-1 0 15,3 2-1-15,-2-1-1 16,1-1 1-16,1-2-1 16,-1 1 0-16,1-1 0 0,-1 0 0 15,1-3-2-15,2 2-21 16,-3-4-11-16,3 0-8 16</inkml:trace>
  <inkml:trace contextRef="#ctx0" brushRef="#br0" timeOffset="4562.33">16926 2969 123 0,'0'0'-14'0,"0"0"31"0,0 0-18 0,0 0 2 16,0 0 0-16,0 0 0 16,0 47 0-16,0-25 0 0,0 0-1 15,0 2 2-15,0-1-1 16,0 0 0-16,3-5 0 16,1-2 0-16,-2-3 1 15,1-5-1-15,1 1 2 0,2-4 1 16,0 0 0-16,2-4 11 15,1 0-4-15,5-1 4 16,3 0 0-16,3-1-2 16,6-5-8-16,3-2 5 15,0-1-8-15,1 1 0 0,-1 0-1 16,-2 1 0-16,-4 3-1 16,-5 4-9-16,-6 0-32 15,-5 0-34-15</inkml:trace>
  <inkml:trace contextRef="#ctx0" brushRef="#br0" timeOffset="4933.35">16493 3590 101 0,'0'0'20'0,"0"0"3"0,0 0-22 0,0 0-7 0,0 0 14 16,0 0 13-16,36-6-9 16,-9-5 1-16,6 0-6 15,4-5 2-15,8 0-4 16,0-1 0-16,2 0 1 15,2 3-3-15,0 0-2 0,0 1 1 16,-5 2-2-16,-1 1 0 16,-3 1 1-16,-1 4-1 15,-9 1 2-15,-5 0-2 16,-5 4 0-16,-6 0-6 16,-6 0-26-16,-8 6-22 15,-1 4-4-15</inkml:trace>
  <inkml:trace contextRef="#ctx0" brushRef="#br0" timeOffset="5124.95">16676 3641 112 0,'0'0'32'0,"0"0"-9"15,0 0-39-15,0 0 16 16,35 1 12-16,-5-6-3 0,1-4-1 15,7 0-4-15,2 1-1 16,-1 0-2-16,0-1-17 16,-5 2-49-16</inkml:trace>
  <inkml:trace contextRef="#ctx0" brushRef="#br0" timeOffset="5607.93">15260 3840 64 0,'0'0'5'0,"0"0"-2"0,0 0 3 0,0 0 2 16,0 0 2-16,0 0-3 16,41-2 2-16,-30-4 0 15,6-2-2-15,0 1-2 0,7-1-3 16,-1-1 0-16,0 2-1 15,1-1-1-15,0 2-21 16,-3 0-25-16</inkml:trace>
  <inkml:trace contextRef="#ctx0" brushRef="#br0" timeOffset="5728.74">15480 3827 95 0,'0'0'-10'16,"0"0"28"-16,0 0-15 15,0 0-10-15,69-10 8 16,-24-14-24-16</inkml:trace>
  <inkml:trace contextRef="#ctx0" brushRef="#br0" timeOffset="13939.95">16842 8943 35 0,'-7'0'3'0,"0"0"3"0,0 0 2 0,0 0 0 16,1 0-1-16,-1 0-1 0,3 0-1 15,-3 0 2-15,3 0 0 16,1 0 0-16,1 0 2 15,0 0 2-15,2 0-1 16,0 0-3-16,0 0-7 16,0 0-7-16,0 0 4 0,7 0 0 15,1 0 2-15,3 1-1 16,3 2 5-16,4 0 6 16,-1-3-7-16,5 3-1 15,5-2 0-15,3 1 1 16,2-2 1-16,7 0 2 0,2 0 0 15,3 0 2-15,4-2-2 16,3-2-1-16,5-2 4 16,3-1-4-16,3 1 4 15,2-1-2-15,1 0-1 0,0 2-4 16,-1-1 3-16,-2 0 1 16,1-1-1-16,-6 3-1 15,-1 0 0-15,-1-2 0 16,-1 3-2-16,-5-1 0 15,-2 3 1-15,-1-1-1 16,-2 2 0-16,-4 0-1 0,-4 0 1 16,-3 0 0-16,-4 0 1 15,-6 0-1-15,-3 0 2 16,-5 0-2-16,-2 0-2 16,-6 0-11-16,-4 3-19 15,-3 1-21-15,-4-1 4 0</inkml:trace>
  <inkml:trace contextRef="#ctx0" brushRef="#br0" timeOffset="14474.09">16915 9093 79 0,'39'0'0'0,"3"-1"6"0,7-5 6 16,1 2-1-16,5-1-5 0,2 0 1 15,5 2 0 1,4-2 3-16,1-1 2 0,4 3 0 16,1-3 0-16,2-1-1 15,2 3-3-15,-6-2 0 16,-1 1-3-16,-3-1 1 16,-1 3-3-16,-7-1-1 0,-4 1 0 15,-4 0 0-15,-4 3 0 16,-8-1-1-16,-4-1-2 15,-8 2-35-15,-11-5-30 16</inkml:trace>
  <inkml:trace contextRef="#ctx0" brushRef="#br0" timeOffset="15306.66">17554 7957 19 0,'0'0'48'0,"0"0"-53"0,0 0 9 0,0 0-1 15,0 0 1-15,0 0 1 16,0 0 2-16,0 0 2 15,0 0-1-15,0 0 7 0,40 31 16 16,-30-40-9-16,7-6-5 16,4-3-6-16,10-6 1 15,10-3-4-15,12-6-1 16,11 0-1-16,11-1-6 16,19 0 3-16,12 0-2 0,8-3-64 15</inkml:trace>
  <inkml:trace contextRef="#ctx0" brushRef="#br0" timeOffset="18735.08">16331 11848 42 0,'0'0'15'0,"-2"0"-3"0,0 0-2 15,0 0-2-15,0 0-4 16,2 0-1-16,0 0-2 0,0 0-2 16,0 0-1-16,0 0 1 15,0 0 4-15,-1 0 3 16,1 0 10-16,-1 0-2 16,1 0 1-16,0 0-3 0,0 0-4 15,0 0-6-15,0 0-3 16,0 0 0-16,0 0-3 15,0 0 3-15,0 0 2 16,0 0 0-16,0 0-1 16,0 0 0-16,1 0 1 15,0 0-1-15,3 0-1 0,-2 0-1 16,0 0 3-16,4 0-4 16,0 0 5-16,0 0-2 15,3 0-1-15,-1 0 1 16,1 0 0-16,3 0-1 15,-2-1 0-15,-1 1 3 0,0-1 4 16,4 1 1-16,-2-2-3 16,2 1-1-16,3 1-5 15,2 0 5-15,4-1 0 16,1 0-2-16,3 0-1 16,2 1 0-16,1-1 0 0,4-2 0 15,-2 0-1-15,1 0 1 16,4 1 0-16,-2-3 1 15,3 2-1-15,0-1 0 16,4 2 1-16,-1-2-1 16,4 1-1-16,-1 1 2 15,1 0-3-15,-1-2 3 0,-1 3 0 16,-2-1 1-16,1 0 4 16,-2 0 1-16,3-1-1 15,3 0-3-15,2 0 0 16,1 2-1-16,2-3-1 0,1 1-1 15,-2 0 0-15,1 0 1 16,-1 2-1-16,1-2 0 16,0 0 0-16,-3-1 0 15,2-2 0-15,-1 2 0 16,2-2 2-16,-2 1 1 16,5 0-1-16,-1 2-2 0,3-1 2 15,-1 2-1-15,-2 0-1 16,-2-2 1-16,0-1-1 15,-2 2 0-15,1-2 0 16,-2-1 0-16,-1 2 1 0,0-2-1 16,-1 2 1-16,1 0 1 15,-4-1-2-15,0 1 0 16,2 0 1-16,-5 1-1 16,-1 0 3-16,-7 0 1 15,-3 1-1-15,-2 0 0 16,-8 2-1-16,-3 0-1 0,-3 0 1 15,-3 0-8-15,-5 0-34 16,-4-5-45-16</inkml:trace>
  <inkml:trace contextRef="#ctx0" brushRef="#br0" timeOffset="19944.3">17847 10965 56 0,'1'0'39'0,"0"0"-34"0,0 0 6 15,0 0-6-15,0 0-1 16,1 0-2-16,0 0-1 16,-2 0 0-16,0 0-1 0,0 0 1 15,0 0 0-15,0 2-1 16,0-1 4-16,0 3 3 16,0 0-3-16,0 1-1 15,0 1-3-15,0-1 0 0,2 0 1 16,1-1-2-16,1-1 3 15,2-3 4-15,2 0 2 16,0 0 8-16,3-3 4 16,1-6-5-16,3-3-3 15,4-4-3-15,5-4 1 16,4-5-5-16,7-1-1 0,7-3-2 16,8-3-1-16,7-1 2 15,8-5-19-15,6-5-64 16</inkml:trace>
  <inkml:trace contextRef="#ctx0" brushRef="#br0" timeOffset="29857.78">19182 14250 69 0,'0'-2'75'0,"0"-6"-54"0,3 0 3 0,4-1-11 16,1 1-2-16,1-2-1 0,1 3-2 16,2 0-1-16,-2 2 0 15,2-1-1-15,1 3-3 16,-1-2 0-16,0 4 1 15,3 1-1-15,-1 0-3 0,1 0 0 16,0 4-2-16,0 7 1 16,-1-2-1-16,0 5 0 15,-2 2 3-15,-1-2-1 16,-1 0 0-16,-3-1 1 16,-1 0-1-16,-2-2 0 0,0-4-2 15,-2 1 1-15,0-3 1 16,0-1-3-16,-2-2 7 15,0 0-3-15,0-2 5 16,-2 0-1-16,-4 0 0 16,2 0-4-16,-3-4 1 15,2-3-1-15,2 0 0 16,-1-3-2-16,2-1 0 0,2-2 2 16,0 0-7-16,0 0 1 15,0-1 3-15,6-1 1 16,1 1 2-16,4-1-1 15,3 2 0-15,2-1 0 0,5 4 1 16,-2 2-2-16,4 1 1 16,-2 3 0-16,1 3-1 15,-6 1 1-15,2 0 0 16,0 3-3-16,-3 6 0 16,-2 2 0-16,-1 5 1 0,-2-1 0 15,1 1 0-15,-3-2 0 16,-3 2 2-16,0-2 1 15,0-3 0-15,-1-2-15 16,2-6-82-16</inkml:trace>
  <inkml:trace contextRef="#ctx0" brushRef="#br0" timeOffset="30047.55">19969 14150 132 0,'0'0'46'0,"0"0"-39"0,40-14 10 0,-22 8-11 15,5 2-4-15,1-1-2 16,4-1 0-16,-1 0-17 16,1 0-21-16,1-2-14 0</inkml:trace>
  <inkml:trace contextRef="#ctx0" brushRef="#br0" timeOffset="30596.85">20482 13972 183 0,'0'0'7'16,"0"0"8"-16,0 0-9 16,0 0-9-16,0 0-6 15,0 0 18-15,-44-28-7 16,28 32-2-16,0 6 1 0,2 1-1 15,2 2 0-15,4 0 0 16,2-3 0-16,5 0-2 16,1-3-21-16,1-3-17 15,10-1 35-15,3-3 5 16,3 0 0-16,3-3 0 0,-2-5 1 16,2-2 1-16,-2 0 0 15,-2-2 4-15,-5-1 18 16,-4 3-1-16,2-1-6 15,-6 4 3-15,-1 0-2 16,-1 1 2-16,-1 2-9 0,0 1-2 16,0 3-8-16,0 0-4 15,0 0 12-15,0 5-12 16,-3 7 2-16,0 2-1 16,1 5 2-16,-2 2-1 15,4-1 1-15,0 3 0 0,0-3 0 16,0 0 0-16,6-2 1 15,-3 0-2-15,0-3 1 16,0-1-2-16,1-3 2 16,-2-1-1-16,-2-4 1 15,0 2 1-15,0-3 0 16,-8 0 3-16,-3-2 5 0,-1 0 0 16,-3 0-4-16,-1 0-3 15,-1-2 0-15,0 1-1 16,2-2-2-16,1 0-26 15,4-6-59-15,5-4-68 16</inkml:trace>
  <inkml:trace contextRef="#ctx0" brushRef="#br0" timeOffset="30952.93">20666 13897 144 0,'0'0'2'0,"47"-9"7"0,-24 8 7 0,0 1-3 15,-5 0-7-15,-1 8-3 0,-1 4-3 16,-4 2 2-16,-1 3-1 16,-2 0-1-16,-4 0 0 15,-1-3 2-15,-3-2-2 16,0-3-2-16,-1-6-2 15,0-1 10-15,-1-2 30 0,-4 0-9 16,0-9-7-16,-4-1-2 16,1-4-2-16,2-4-6 15,2-1-2-15,-2 1 4 16,5-1-5-16,1 0-3 16,0-2-4-16,7 2 5 15,9-3-14-15,2 3-22 0,7-3-32 16,1 2-67-16</inkml:trace>
  <inkml:trace contextRef="#ctx0" brushRef="#br0" timeOffset="31330.82">21269 13704 140 0,'0'0'1'0,"0"0"12"0,0 0 19 15,0 0-22-15,0 0 0 16,0 0-4-16,-40-6-1 16,19 6-3-16,-1 6 2 15,-3 5-2-15,3 0-1 16,2 4-2-16,0 0 2 0,7-1-1 16,3-2 0-16,6-1 0 15,4-2-2-15,0-2-4 16,4-3 6-16,7-3 4 15,2-1-2-15,6 0 0 16,-1-3 0-16,4-5-2 16,-1 1 3-16,1-3-2 0,-4 3 1 15,-2 1-2-15,-3 5 0 16,-3 1 1-16,0 0-2 16,-5 0-1-16,-1 6 1 15,3 3-1-15,1 1 0 16,0-4-50-16,0-2-21 0</inkml:trace>
  <inkml:trace contextRef="#ctx0" brushRef="#br0" timeOffset="31940.86">21395 13740 175 0,'0'0'-4'0,"0"0"10"16,0 0 1-16,0 0-5 15,0 0-2-15,39-26-1 16,-32 26 0-16,3 0-1 0,0 5 0 16,3 5 0-16,-3 0 0 15,0 1 2-15,-1 0 1 16,-2-2-2-16,-3 1-30 16,-1-1 1-16,-3-5 11 15,0 0-2-15,0-3 8 0,0-1 25 16,-6 0 9-16,1 0-4 15,2-5 4-15,-3-3 18 16,2-1-10-16,2 2-30 16,1-3 2-16,1 1-4 15,0-2 6-15,0 1 4 16,0 0-4-16,6 2-1 0,4-2 0 16,3 1 2-16,2 1-1 15,4 2-3-15,3 2 1 16,-2 1-1-16,2 3-1 15,-2 0 1-15,-1 0 0 0,-3 1-1 16,-2 6-1-16,-2-1 1 16,-3 5 0-16,-3-5 0 15,-2 3-2-15,-2-2 0 16,-1-3-3-16,-1-1-2 16,0-2 13-16,0-1 8 15,0 0 17-15,0 0 0 0,2 0-9 16,1-5-6-16,4-1-5 15,4-1-6-15,5-1-1 16,3 2 1-16,4 1-3 16,4 5 0-16,2 0-1 0,-1 6-1 15,2 12 0-15,-8 7-3 16,-4 7 1-16,-9 8-3 16,-9 8-22-16,-7 1-24 15,-22 0-20-15,-17 0 13 16</inkml:trace>
  <inkml:trace contextRef="#ctx0" brushRef="#br0" timeOffset="32270.14">20342 14493 99 0,'0'0'16'0,"0"0"-6"0,49-17 11 0,-18 9 4 0,6-4-7 16,5-1 1-16,5 1 0 15,6-4 4-15,5 1 1 16,5-1-4-16,3 2-11 0,1-2-6 15,3 5-1-15,-3-1-1 16,-2 4-3-16,-5 4-13 16,-7 3-21-16,-12 1-4 15,-16 2-22-15,-15 9-17 16</inkml:trace>
  <inkml:trace contextRef="#ctx0" brushRef="#br0" timeOffset="32419.43">20820 14466 123 0,'78'-27'0'15,"21"-7"2"-15,30-3 1 16,21-4 3-16,24-4-4 16,18-3-13-16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6:41:39.8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18935 12539 10 0,'-4'0'6'0,"2"0"12"0,-2 0-1 0,-1 0-6 16,2 0 0-16,1 0-1 15,0 1-1-15,0-1-1 16,0 0 0-16,0 1-5 15,0 1-2-15,1-2-1 0,-1 3 0 16,0-1 0-16,1 0 0 16,0 1-1-16,1-3 1 15,0 2-1-15,0-2 1 16,0 1 0-16,0 0 3 16,0-1-1-16,0 2 0 0,0-1 0 15,0 1 0-15,1-2-2 16,4 2 0-16,-2 0 0 15,2 0-1-15,3-1 3 16,3 0 1-16,0-1 2 16,0 0 3-16,1 0 0 15,1 0-8-15,1 2 2 0,-1-2-1 16,2 0 1-16,-2 0-1 16,2 1 0-16,0-1 0 15,1 0-1-15,1 3-1 16,0-2-1-16,2-1 0 15,2 0 5-15,3 0-2 0,-2 0-9 16,1 0 16-16,3 0-7 16,-1 0-1-16,2 0 0 15,-3 0 0-15,1 0 1 16,1 0-1-16,0-1-3 0,1-2 5 16,2 2 2-16,1-2-4 15,4 0 3-15,0-1-2 16,3 2-2-16,4 1 1 15,-3-2 2-15,4 0-2 16,1 0 2-16,-1-1-2 16,1 1 0-16,2 0-4 0,1-1 8 15,4 1-3-15,1-1-1 16,-3 0 1-16,2 1-2 16,1-2 3-16,-1 0-4 15,0 2 4-15,2-1-4 0,0 1 4 16,1-2-3-16,1 1 2 15,0 0-2-15,0 2 4 16,-1 0-5-16,1-1 5 16,-3 3-3-16,-1-2 0 15,-2 1 0-15,-1 0 0 16,0-2-1-16,0 2 2 0,3-1-1 16,-3 1 0-16,6-2 1 15,-2 0-1-15,1 3 1 16,0-1-2-16,1-1 2 15,-2 1-1-15,-1 0 1 16,3 1-1-16,-3 0 0 0,3 0 1 16,-3 0-1-16,1 0 1 15,2 0-1-15,2 1 0 16,-1 2 0-16,3 0 0 16,-1-1 1-16,0 1-1 15,0-1-2-15,1-1 3 0,-1 2 0 16,2-2-1-16,-2 2 0 15,0 0 1-15,0-3-1 16,1 4 5-16,0-2-3 16,5-1 2-16,-1 1-2 15,0 2 0-15,0-1 0 0,-2 0 1 16,0-1-3-16,-2 1 1 16,-1-2-1-16,-3 1 0 15,-1-2 0-15,0 2 1 16,0-1 0-16,-2 0 0 15,2 1 0-15,0-1-1 16,-2 2 0-16,-4 0 1 0,0-2 0 16,-1 1-1-16,-5-1 1 15,-2 0-1-15,-2 1 2 16,2-1-2-16,-6-1 0 16,1 0 0-16,-2 0 0 0,-2 0 0 15,-2 0 1-15,-4 0 0 16,1 0 2-16,-2 0 0 15,-1 0 0-15,-2 0 0 16,2 0-1-16,-4 0-1 16,2 0 1-16,-1 0-1 15,-2-1 2-15,3-1 2 0,-4 1-1 16,-1 1 0-16,-1-1 0 16,-3 0-2-16,1 1-1 15,-1 0 1-15,-1 0 0 16,-3 0-1-16,0 0-3 15,0 0-10-15,-1 0-15 0,1 0-18 16,-4 0-36-16</inkml:trace>
  <inkml:trace contextRef="#ctx0" brushRef="#br0" timeOffset="5175.6">17187 14570 21 0,'0'0'2'0,"1"0"4"0,-1-2 19 0,0 2-6 0,0-2-5 16,0 2 0-16,0 0 0 15,0-2-4-15,0 2-1 0,0 0-7 16,0 0-1-16,0 0 0 16,0 0 0-16,0 0-1 15,0 0 0-15,0 0 0 16,0 0-3-16,0 0 2 16,0 0 3-16,0 0-1 15,0 0 0-15,-1 0-1 0,0 0 0 16,0 0 0-16,1 0 0 15,-2 0-2-15,2 0 2 16,-2-1 0-16,-2 1 0 16,3-2 1-16,-2 2 1 15,2-2 4-15,-1 0 3 0,-3 2 2 16,1-2-3-16,1 0-3 16,1 1-1-16,-4-1-2 15,2-1 0-15,1 3 0 16,-3-2 0-16,1 0 2 15,2 1 2-15,1-1-3 16,-2 1 1-16,1-1-1 0,0-1-2 16,0 2 0-16,-1-1 0 15,0 1 0-15,0-2-1 16,0 2 1-16,-2-2 0 16,1 2 0-16,-1-1 3 15,1 1-3-15,-4 0 0 0,4-1 0 16,-3 2 0-16,1-1-1 15,-2 0 1-15,2 0-1 16,-1 1 1-16,1-1-1 16,-3 1-2-16,0 0 3 0,3 0 0 15,-5 0-1-15,2 0 1 16,0 0 1-16,-1 0-2 16,2 0 0-16,-1 0 1 15,3 0-1-15,-3 0 2 16,0 1-2-16,3 0 0 15,-3-1 0-15,0 1 2 0,3 0-1 16,-4-1-1-16,4 3 1 16,0-3 0-16,-1 1 0 15,0 1-1-15,1-1 0 16,1 2-1-16,-2-2 2 16,3 2-1-16,-4-1 0 0,2-1 0 15,-2 2 0-15,1 0 0 16,-2-2-1-16,-1 3 1 15,-1-1 0-15,0 0 1 16,0 0 0-16,-1 3-6 16,0-2 8-16,-1 1-4 0,0 0 3 15,-2-1-2-15,1 2 1 16,0-2-1-16,1 0 0 16,2 1 1-16,-2 0-1 15,3-2 1-15,-2 3 0 0,3-1-1 16,1 0 1-16,-4 2-4 15,3 0 3-15,0 0-2 16,0 0 4-16,0 2-2 16,3-2 1-16,-1 0-8 15,2 0 12-15,-2 1-3 16,3-1-2-16,-1 2 0 0,1-2 1 16,-4 3-1-16,2 0-7 15,-1 0 12-15,1-1-5 16,-3 2 1-16,0-1 0 15,3 0-1-15,-3 0 1 16,2 1-2-16,1 2 2 0,-3-2-1 16,2 2 2-16,-1 0-4 15,1 1 2-15,0-3 2 16,0 2-2-16,3 1 0 16,-1-1 0-16,2 1-2 15,1 0 1-15,1-1 0 16,-3 0 0-16,4 1 2 15,1-1-2-15,-1-1 0 0,1-1 1 16,0 2 0-16,0-2-1 16,0 0 2-16,0 1-2 15,0-1 2-15,0-1-1 16,2 0 0-16,-2 0 0 0,2-1 0 16,1 0 0-16,-3 2 0 15,2-2 0-15,0 0-1 16,-1-1 1-16,1 2 0 15,0-1-1-15,2-1 1 16,-2 2-1-16,0-1 2 0,1 2-1 16,3-1 0-16,-1 0 0 15,-3 1 0-15,2-1-1 16,1 0 1-16,-1 1-1 16,0-1 1-16,1 0 0 0,1-1 0 15,-2 1 1-15,0-3-2 16,0 3 2-16,1 0-1 15,-1-2-1-15,1 2 1 16,2-1 0-16,-1 1-2 16,0-2 2-16,2 1-3 15,1-1 2-15,-2 1 1 0,1-2 0 16,-3 0 0-16,3 0 0 16,-2-1 1-16,-1 1-1 15,2 0 2-15,-2 0-1 16,1 0-1-16,-1-1 1 15,0-2-1-15,1 2 1 0,-3-2-1 16,3 0-3-16,-1-1 0 16,4 2 3-16,-4-1 0 15,3 0 1-15,-1-1 1 16,4 1 1-16,-4 2-3 16,2-1 3-16,2-2-2 0,-2 2-1 15,0 0 1-15,1 0-1 16,2 0 1-16,-1-2 0 15,1 1-1-15,-1 1 0 16,2-2 1-16,-1 0 1 16,0 0 0-16,0-1-1 0,-2 1 1 15,2-2 0-15,1 2 0 16,-1-1-1-16,2-1 0 16,-2 0 0-16,0-1 1 15,1 1-2-15,-2-1 1 16,3 0 1-16,-1 0-2 0,0 0 1 15,1 0 0-15,1 0-1 16,1 0 0-16,0-1 2 16,2-1-1-16,2-1-1 15,-2 0 0-15,2-1 1 16,3 0-1-16,0 0 0 16,0-1 0-16,-1-1 1 0,3 1 0 15,-1-1 1-15,-1 0-2 16,0 0 0-16,-1-1 1 15,-2-1-1-15,2-1-1 16,-1 1 2-16,0-4-1 0,0 2 0 16,2-1 1-16,0-2-1 15,0-2 0-15,0 0 1 16,1-2-2-16,-3 0 2 16,2-1 0-16,-4-1-1 15,0 0 0-15,-2-1 2 16,-2-2-3-16,-1 1 3 0,-1-2-2 15,0-1 2-15,-2 0-1 16,-4 1 0-16,3-1 0 16,-4 2 1-16,0-1 0 15,-4 1-1-15,0 0 0 16,-2 2 1-16,0-3-1 0,0 4 1 16,0-3-2-16,0-1 1 15,-2 3-1-15,0-3 1 16,0 2-1-16,-2-1 0 15,2 0 0-15,-2 2 2 0,1 0-2 16,-4 2 0 0,2 0-2-16,-4 2 2 0,1 0 0 15,-2 2-1-15,-2 1 0 16,0-1 3-16,0 3 0 16,1-1-2-16,0 2 2 15,1-1 0-15,-1 1-1 0,3 1-1 16,-1 1 1-16,-1-2-1 15,0 3 0-15,1 0-1 16,0 0-1-16,0 0 2 16,0 1 1-16,-1 2 0 15,0-2 0-15,-1 3-1 0,2-1 1 16,-3 2 0-16,0 0-2 16,1 2 2-16,0-2-1 15,-1 2 1-15,1 0-1 16,-2 0 2-16,2 0 1 15,1 0-2-15,-1 0 0 16,2 0 0-16,1 0 2 0,2 0-2 16,0 0 1-16,-1 0-2 15,3 0 1-15,-1 0-1 16,2 0 0-16,0 0 0 16,-1 0 0-16,-1 0 0 0,1 2 1 15,1-2-1-15,-2 0-1 16,1 3 2-16,0-2-1 15,-2 1 0-15,0 0 0 16,2 0-1-16,-1-1 2 16,0 1-1-16,0-1 0 0,1 0 0 15,-2-1 1-15,2 0 2 16,-2 0-1-16,1 0 0 16,-1 0 0-16,2 0 0 15,-2 0-1-15,0 0 1 16,3 0 2-16,-1 0-3 0,1 0-1 15,1 0 0-15,1 3 0 16,-1 0-1-16,2 0 1 16,0 3-1-16,0 2-5 15,4-4-13-15,6-1-12 16,3-3-69-16,0-10-85 16</inkml:trace>
  <inkml:trace contextRef="#ctx0" brushRef="#br0" timeOffset="9269.54">17170 11154 60 0,'0'0'3'0,"0"-1"0"0,0-2 1 0,0 0-2 0,-2 2 2 16,-1-1 2-16,1 0 1 15,-2 0 0-15,3-1 4 16,-3 0 1-16,-2 1 1 0,1 0-1 16,-1-2-1-16,-1 4-1 15,0-3-5-15,0 1-3 16,-3 0-1-16,0 0 1 15,1 2-4-15,-1 0 6 16,-2-1-4-16,3-1 1 16,0 0 3-16,-1 0 4 0,2 0 4 15,-1-2 1-15,-1 0-1 16,2 2-4-16,-1 0-1 16,-4-1-2-16,3 2-2 15,2-1-2-15,-3 1 1 16,0 0-2-16,2-1 1 0,0 2 0 15,-1-3-1-15,1 3 1 16,1-2-1-16,-3 0 1 16,2 2-1-16,2-1 1 15,-4-1 0-15,4 2-1 16,-2 0 0-16,1 0 0 0,0 0 0 16,0 0 0-16,1 0-1 15,-2 2-1-15,-2 1 4 16,4 2-9-16,-4-1 14 15,0-1-9-15,2 2 4 16,0-1-1-16,-3-1-2 0,-1 0 2 16,1 1-1-16,-1-1 2 15,1-1-2-15,-2 0-2 16,1 2 4-16,-1-2-2 16,0-1 0-16,1 2 1 15,-1-2 1-15,2 2-2 0,0 0 0 16,1-2 0-16,0 1 0 15,-2 0 1-15,4-1-1 16,0 1 1-16,-2 0-1 16,2-1 1-16,2 3-1 15,-3-1 0-15,2 0 0 16,1 1 0-16,-2-1 0 0,0 3 0 16,1-2 0-16,-1 1-2 15,2 0 2-15,-6-1 1 16,3 2-3-16,-1-2 3 15,2 2-1-15,-2-2-1 16,0 0 2-16,4 2 0 0,-2-2 1 16,2 2-1-16,-1-3-1 15,0 4 0-15,0-1 1 16,-1 1 0-16,-2 0-1 16,2 0 0-16,-2 3 1 15,0-2-1-15,0 1 0 0,2-2 0 16,-1 3 2-16,1-3-2 15,1 2 0-15,-2-2 0 16,2 1-2-16,1 0 4 16,-3 1-2-16,0-1 0 0,3 0 0 15,-2 1 0-15,3 0 0 16,-4-1 0-16,4 1 0 16,-3 1 0-16,3-2-2 15,-1 3 2-15,2 0 0 16,-2 1 0-16,3 0 0 15,-4 1-1-15,2 0 2 0,-1 3-1 16,2-2 0-16,0 0 0 16,-1 2 0-16,2-2-1 15,-2 1 1-15,2 2-2 16,1-2 3-16,1 0-2 16,0 4 0-16,0-3 1 0,1 2 0 15,0 0 0-15,1 0-1 16,-1 1 1-16,1-2 0 15,-1-1 0-15,1 1 1 16,0 0-2-16,-1-1 2 16,0 1-1-16,0 0 0 0,1 0 0 15,-2 0 0-15,-1 1 1 16,0-1-2-16,1 2 1 16,0-2 0-16,1 1 0 15,0-1 1-15,-1 0-1 16,2 2-1-16,-2-5 2 0,2 3-2 15,0 0 2-15,0-2-3 16,0 1 0-16,0-2 2 16,0 2 0-16,0 0 0 15,2 1 0-15,0-3 0 16,0 4 0-16,1-2-1 0,1 1 1 16,1 0 0-16,-3 1 0 15,1-1 0-15,1 1 0 16,0 0 0-16,1 2-3 15,-1-3 1-15,2 3 2 16,-2 0 0-16,2 0 0 0,-1-3 0 16,3 4-2-16,-3-4 1 15,4 2 0-15,-4-2 1 16,3 0 0-16,-1 1 1 16,2 1-2-16,-4-2 1 15,3 1 0-15,-1 1 0 0,2-1 0 16,-3-1 0-16,2 2-1 15,2-2 0-15,-2 0 0 16,2-1 1-16,-1 0 1 16,2 0-1-16,-1-1 0 15,0-1 0-15,2 0 0 16,-3-3 1-16,2 0-1 0,0 2 0 16,0-3 0-16,0 0 1 15,1-1-1-15,-1 1 0 16,3-1 1-16,-2 1-1 15,1-1 1-15,0-2-1 16,-1 1 0-16,0-2 1 0,-1 1-2 16,-2-1 2-16,1 0-1 15,0-1 0-15,-2 1 1 16,1-2-2-16,3 1 2 16,-3 0 1-16,1-1-2 15,1 2 0-15,1 0 0 0,0-1 1 16,-1 2-1-16,0-2 0 15,3-1 0-15,-2 3 0 16,1-2 0-16,0 1 0 16,0-3 0-16,1 2 0 15,1 0 2-15,-1 0-4 16,0 0 4-16,1-2-2 0,0 1 0 16,3-1 0-16,-1 1 1 15,-1 0-1-15,1-2 1 16,2 1-1-16,-1 0 1 15,-1-2-1-15,2 1 1 0,-2-1 0 16,0-1-1-16,2 0 0 16,1 0 1-16,-2 0-1 15,2-1 1-15,-1-2-1 16,3-2 0-16,-5 2 1 16,4-3 1-16,-1 3-2 15,-1-3 1-15,0 3-1 0,-1-2 0 16,0-1 0-16,0 0-1 15,-1 2 1-15,-3-3 1 16,-1 1-1-16,1-1 1 16,1 1-1-16,-2-1 1 0,4-1-1 15,-2-1 0-15,3 1 1 16,0-1-1-16,-3 1 0 16,0 0 0-16,0 1 1 15,-1 0-1-15,-1-2 0 16,0 2 0-16,1-1 0 0,-1 0 0 15,2-1 0-15,-2 0 1 16,2-2-1-16,-2 1 0 16,1 0-1-16,0-1 2 15,-1 1-1-15,1-1 0 16,-3 0 1-16,1 0-2 16,-3-1 2-16,1 0-1 0,2 1 0 15,-4 0 0-15,1-1 1 16,0 1-1-16,0 0 0 15,0 1 1-15,0 0 0 16,0-2-2-16,0 1 2 16,0-1-1-16,0 1 1 15,-2-2-2-15,-1 2 2 0,-1-2-1 16,-1 2 1-16,-3-2-1 16,1 0 3-16,0 0 6 15,3 0 1-15,-3-2-3 16,1 1-4-16,1-3-1 15,0-1-1-15,0 0-1 0,-1-3 1 16,0 3-1-16,0-1 1 16,-1-2-1-16,-2 2 0 15,0 1 1-15,0-2-1 16,0 3 0-16,0 1 0 0,0-2 0 16,-2 1 1-16,0 0-1 15,0-1 0-15,1 0 1 16,0 0-1-16,-1 2 0 15,1-2 0-15,-3-1 0 16,-1 2 0-16,1-1 0 0,-3-1 0 16,2 0 4-16,1 0-2 15,-2-1 1-15,3 0-3 16,0 1 2-16,0 0-1 16,1-1 0-16,0 3-1 15,2-2 0-15,-3 1 0 16,2 1 0-16,-1 3 0 0,0-2 0 15,-3-1 0-15,1 4 0 16,0-1 0-16,0 0 1 16,0-2-1-16,-1 1 1 15,4-2-2-15,-3-1 2 16,0 1 0-16,2-1-1 0,-1-2 2 16,-1 3 0-16,-2-1-1 15,3-1 1-15,-6 1 0 16,4-1 1-16,1 1 4 15,-4-1-5-15,3 1 1 0,-4 1-2 16,4-2-1-16,-4 2 1 16,0 0-1-16,0-1 0 15,-2 2 1-15,-2-2-2 16,-1 1 1-16,-2-2 1 16,-1-1 0-16,-3-1 0 0,2 1 3 15,-5 3 8-15,3 0-7 16,-2 3 1-16,2 2-5 15,-2 1 1-15,4 4-1 16,-4 4-3-16,-1 2-9 16,-4-1-42-16,-6-6-44 15</inkml:trace>
  <inkml:trace contextRef="#ctx0" brushRef="#br0" timeOffset="9872">16815 9689 125 0,'6'-9'-1'0,"-2"1"2"0,-1 2-1 0,0 0 0 16,-3 3-8-16,0-1 2 0,0 1-2 15,0-1 1-15,0-2-7 16,-2 1-51-16</inkml:trace>
  <inkml:trace contextRef="#ctx0" brushRef="#br0" timeOffset="10287.57">16758 9625 6 0,'0'0'2'0,"0"0"-3"0</inkml:trace>
  <inkml:trace contextRef="#ctx0" brushRef="#br0" timeOffset="11474.88">16829 9592 59 0,'0'0'7'0,"0"0"-6"16,0 0 3-16,0 0 1 15,0 0 3-15,0 0-2 16,0 0-4-16,0 0-2 0,0 0-1 15,0-3 1-15,0 3-1 16,0 0 1-16,1 0 0 16,0 4 1-16,-1 2 0 15,1-2-1-15,0 3 2 16,-1 2-2-16,2-2 1 0,0 4-2 16,-2 2 1-16,0 0 1 15,2 2-1-15,0 0 1 16,-1 2-1-16,1 1 0 15,0-1 0-15,2 2 1 16,-2-1-1-16,1 5 2 16,-1-4-2-16,1 2 0 0,-3-1 0 15,1 0 0-15,0-1 0 16,-1 1 0-16,0-1 2 16,0-1 0-16,2 2 1 15,-2 0-2-15,0 0 1 0,0 1 0 16,0-1 0-16,0 3-1 15,0-2 2-15,0-1-1 16,-2 1 0-16,0 1 2 16,-1-4 1-16,2 2 0 15,-1 1-1-15,0-3-2 16,0 0 1-16,0 0-3 0,0-1 2 16,0 0-2-16,0 0 1 15,1-2-1-15,-1-1 1 16,2 0-1-16,-2 0 1 15,2 0 1-15,0 1-1 16,0-1 0-16,0 1 1 0,0 2 0 16,-2-2-2-16,2 1 2 15,0-1 0-15,0-1 2 16,0 0-3-16,0 1 1 16,0-1 0-16,0 0-1 15,0 1-1-15,0-2 1 0,0 2 0 16,0-1 0-16,0 0 0 15,0 0 1-15,0 0 5 16,0 2-3-16,0-2-1 16,0 0-2-16,2-1 3 15,-2 3-4-15,0-2 2 0,0 0-1 16,0 0 0-16,0 0 1 16,0-1-1-16,0 0-1 15,0-2 1-15,0 2-1 16,0-3 2-16,2 3 0 15,-2 0 0-15,0-1-1 0,0 1 2 16,0 1-2-16,0 0 3 16,0-2 3-16,0 1 2 15,0 0 4-15,0-2-6 16,0-1-5-16,0 0 0 16,0-2 0-16,0 1-1 0,0-1 1 15,0 2-1-15,0-1-14 16,-2-4-31-16,-2-4-55 15</inkml:trace>
  <inkml:trace contextRef="#ctx0" brushRef="#br0" timeOffset="12185.35">16756 9562 99 0,'0'0'3'0,"0"0"11"0,0 0-5 16,0 2-5-16,-5 2 1 15,0 2-3-15,0-1 0 16,-4 4 2-16,4-2-1 16,-4 4 4-16,3-2-1 0,-1-2-3 15,-1 4-1-15,2-1 0 16,-2 0-2-16,2-3 3 15,-4 2 2-15,3-2 2 16,-2 1 0-16,-1 1-4 16,2-2-1-16,-1-1 1 15,3-1-3-15,0 1 0 0,1-2-13 16,4-3-18-16,1 1-10 16,0-2-58-16</inkml:trace>
  <inkml:trace contextRef="#ctx0" brushRef="#br0" timeOffset="12669.52">16735 9602 76 0,'0'0'10'0,"0"0"3"16,0 0-6-16,0 0-5 16,0 0-1-16,0 0-1 0,0 0 0 15,0 0 1-15,0 0 1 16,40-3 0-16,-32 3 1 16,0 0 3-16,3 0-2 15,-1 3 1-15,3 0-2 16,-1-2 0-16,3 3-1 0,-1-3 0 15,1 0 1-15,1 2-1 16,-2-2 0-16,2 0-1 16,-3 1 2-16,0-2-1 15,-2 3 1-15,0-3-2 16,-3 0 0-16,0 3 0 0,-3-3 1 16,-1 1 0-16,0-1 1 15,-2 0 2-15,-1 2-1 16,0-1 2-16,-1-1 1 15,1 0 3-15,-1 0 0 16,0 1 5-16,0-1 7 16,0 0-5-16,1 2-12 0,0 3-3 15,2-2-2-15,-3-3-4 16,0 0-153-16</inkml:trace>
  <inkml:trace contextRef="#ctx0" brushRef="#br0" timeOffset="16943.5">15985 11556 31 0,'0'2'4'0,"0"-2"0"0,0 0 4 15,-2 0-4-15,1 0 3 16,0 0 1-16,0 0-1 16,0 0 5-16,1 0 2 0,-2 0 0 15,2 0 0-15,-1 0 4 16,1 0-1-16,-1 0-2 15,0-2-2-15,1 1-7 16,0 1-4-16,0-2-1 16,-2 2-1-16,2-1 2 15,-2 0-2-15,2-1 1 0,-4-1 0 16,0 1 2-16,2 0 4 16,0-1-3-16,-4 0 1 15,4 2-3-15,-1-2-1 16,1 0 0-16,-4 2 0 0,3-3-1 15,-2 1 1-15,-1 0-1 16,1-1 1-16,-1 1 1 16,-1-3 3-16,-2 3-2 15,2-1 2-15,-1 0 0 16,1 2-1-16,-4-1-2 16,4 1 0-16,1 0-2 0,1-2 1 15,-4 1 0-15,6 0-1 16,-3 2 0-16,1-2 2 15,1 0-2-15,-3 0 1 16,2-1-1-16,-2 2 0 16,1-2 2-16,-2 0-2 0,0 2 0 15,0-3 0-15,1 3 0 16,-1 0 0-16,-1-2 0 16,3 1 1-16,-3-2-2 15,3 2 2-15,-1-1-1 16,0 1 0-16,-1-1 0 15,3 0 0-15,-2-2 1 0,0 3-1 16,1-2 0-16,-1 0 0 16,-1 1 0-16,0 0 0 15,-1-3 0-15,1 4 0 16,-1-1 0-16,0 0 1 0,0-1-1 16,1 1 0-16,-2 1 0 15,3-2 0-15,-2 0 0 16,0 2 0-16,2-1-1 15,-3 1 1-15,1-1 1 16,0 1-1-16,-1 0 0 0,2 0 0 16,-1 2 0-16,-2-2 0 15,1 2 0-15,2 0 0 16,-4-1 0-16,2 1 0 16,1 0-1-16,-3 0 1 15,1 1 1-15,-1-1-1 0,0-1 0 16,2 1 0-16,-3 0 0 15,2 0 0-15,0-3 0 16,-2 4 0-16,3-1 0 16,-1-1 0-16,2 0 1 15,-2 1-1-15,0 0 0 16,-2-2 0-16,2 2 0 0,-1-1 0 16,-1-1 0-16,0 1 0 15,1 0 0-15,-1-1 0 16,-1 2 0-16,1-2 0 15,-1 2 0-15,1 1 0 0,-2-2-1 16,1 1 1-16,-1-2 1 16,-1 2-1-16,1-1 0 15,-1-2 0-15,1 4 0 16,0-3 0-16,0 3 0 16,-1-3 1-16,3 2-1 0,-3 0 0 15,3-1 0-15,-3 2 1 16,1-1 0-16,-4 0-1 15,2 1 1-15,-1-2-1 16,-4 2 2-16,4-2-1 16,-4 2-1-16,3 0 1 15,-1 0 0-15,2 0 0 0,1 0 0 16,-3 0-1-16,1 0 1 16,0 0 0-16,0 0-1 15,1 4 0-15,1-2 1 16,-3 2-1-16,4 1 0 15,-2 0 0-15,0 1 0 0,-1-2 0 16,0 2 0-16,0-2 1 16,1 3-1-16,2 0 0 15,-2-2 0-15,0 2 0 16,3-1 0-16,0-1 0 16,0 2 0-16,2 0 0 15,-3-1 0-15,3 1 0 0,1 0 0 16,-1 0 0-16,0 0 0 15,3-1 0-15,0 3 0 16,0-4 0-16,-2 2 0 16,4 0 0-16,-1-1-1 0,1 1 2 15,1 0-2-15,-1 0 1 16,0 0 0-16,1-1 0 16,1 3 0-16,-3 0 0 15,-1 0 0-15,4-1-1 16,-4 3 1-16,5-2 0 0,-4 3-1 15,4-2 1-15,-1 0 0 16,1 0 0-16,1 1 0 16,-1 1 0-16,0-1-1 15,1 0 1-15,0 3 0 16,-1-2 0-16,1 0-1 16,-2 0 1-16,1-1 0 0,0 3 0 15,1-1-2-15,1-1 2 16,-1 3 0-16,0-2 0 15,1 1 0-15,1-1 0 16,-2 0 0-16,-1-2 0 16,1-1 0-16,1 1 0 0,1-1 0 15,-4 0 0-15,3 1 0 16,-1-3 0-16,2 2 0 16,-2 1-1-16,-1-1 0 15,4-1 1-15,-1 2 0 0,0 0-2 16,0 1 2-16,-1 0 0 15,2 0 0-15,0 1 0 16,0-2 0-16,0 4 0 16,-1-3 0-16,2 2 0 15,-2-2-1-15,-2 0 1 16,3 2-1-16,0 1 1 0,-1 0 0 16,1-2 0-16,-2 4 0 15,3-3 0-15,-2-1 0 16,-1 3 0-16,2-3 0 15,0-1 0-15,0 1 0 16,1 0 0-16,-1-2-1 16,1-1 1-16,0 3-1 0,0 0 1 15,0-1 0-15,0 1 0 16,0 0 0-16,0 1 1 16,0-1-1-16,0-2 0 15,0 1 0-15,0-1 0 0,1-1 0 16,1 1 0-16,-2 0 0 15,2 0 0-15,0 0 0 16,-2-1 0-16,2 1 0 16,1 1 0-16,-2-2 0 15,0-2-1-15,2 2 1 0,1-1-1 16,-2 1 1-16,1-2 0 16,0 2 0-16,2-1 0 15,-1-1 0-15,-2 1 0 16,2-1 0-16,0-1 0 15,0 0-1-15,-1-1 1 0,3 1 0 16,-2 0 0-16,-1 0 0 16,4-1 0-16,-3 0 0 15,-1 0 0-15,1-1 0 16,0 2 0-16,1-2 0 16,-2 2 0-16,2 1 0 0,0-3 0 15,-3 2 0-15,1 1 0 16,3-1 0-16,-3 0-1 15,1 2 1-15,2-1 0 16,-1 0-1-16,2 0 1 16,-3 2 0-16,3-2 0 15,1 1 0-15,2 2 0 0,3-1 0 16,5-3 1-16,4-7 0 16,4-4-20-16,10-23-162 15</inkml:trace>
  <inkml:trace contextRef="#ctx0" brushRef="#br0" timeOffset="18514.84">16938 9632 52 0,'4'-4'8'0,"-2"-2"5"0,0 3-3 0,0 1-8 15,-2 1 1-15,0 0-1 16,0-1-2-16,0 2-3 16,0 0 0-16,-4 0 11 15,4 0-6-15,0 0-1 0,0 0-2 16,0 0-1-16,0 0-1 16,0 0 2-16,0 2 2 15,0-1-2-15,0 0 1 16,0 1 3-16,1-2 1 0,0 1 1 15,-1 1 1-15,2 1-1 16,-2-2-1-16,0 2 1 16,0 0-2-16,0 2 1 15,0 1 1-15,0 0-1 16,-4 1-2-16,2 0 0 16,0 0-2-16,1 2 0 0,-1-1 1 15,2 2-1-15,-2-1 0 16,2-1 0-16,-2 2 1 15,-2 1 1-15,2 1 0 16,-1-1-1-16,1 3 0 16,0-1 0-16,-3 4 0 0,3-1-1 15,0 2 0-15,2-1 0 16,-1 3 1-16,1 0-1 16,0 0 0-16,0 4 0 15,-2 0 1-15,2 3-1 16,-2 3 0-16,2 1 0 0,-2 5 1 15,0-1 0-15,2 2-1 16,-1 0 0-16,0-3 0 16,1-1 0-16,0-2 0 15,0-1 0-15,0-4-1 16,0 0 0-16,0-1 1 0,0 0-1 16,0 1 1-16,0 2 0 15,0-1 1-15,0 0-1 16,0-1 1-16,-2 2-1 15,2-4 0-15,0-1 0 16,0-2-1-16,0-1-1 0,0-1 6 16,0-1-1-16,0-1-2 15,0 2 1-15,0-1 1 16,2 1-1-16,-1-1-1 16,0 1 0-16,-1-1 0 15,0 0 2-15,0-1-2 0,0 0-1 16,1-1 0-16,0-2 0 15,1 1 0-15,-2-2-2 16,2-1 9-16,0 2 4 16,0-1-4-16,-1-2-4 15,1-2 0-15,-1 2-2 16,3-1 1-16,-4-3 2 0,2-1 0 16,-2 0 0-16,2-1-1 15,-2 0 0-15,0-2 0 16,1 1-1-16,-1 0 0 15,0 0 1-15,0-1 3 16,0-1-4-16,0-1-11 0,0-1-27 16,0-3-40-16</inkml:trace>
  <inkml:trace contextRef="#ctx0" brushRef="#br0" timeOffset="19163.31">16879 9626 100 0,'-6'-4'4'0,"1"1"5"0,-2 0 0 0,0 2-5 0,1-1 2 16,-1 1 0-16,3 1 3 16,-1 0 3-16,2 0-5 15,-1 0-2-15,-1 1-5 16,1 6-1-16,0 3-1 0,-5 3 1 16,0 1 1-16,1 1 1 15,1 0 1-15,0 2 0 16,-2-4-1-16,2 0 0 15,1-1 0-15,1-3 0 16,-1 1 1-16,0-3-1 0,2 0 3 16,0-3-2-16,0-1-5 15,1-1-32-15,1-2-13 16</inkml:trace>
  <inkml:trace contextRef="#ctx0" brushRef="#br0" timeOffset="19518.75">16770 9637 69 0,'0'0'8'15,"0"0"-4"-15,0 0-2 16,0 0-2-16,0 0 1 15,0 0-1-15,35-7 3 0,-26 7 4 16,2 0-2-16,1 0-3 16,1 0 0-16,0 0 1 15,3 2-1-15,2 2 0 16,-3-1 0-16,3-2-1 16,0 4 1-16,-1-3-1 0,0 0 2 15,-3-2 1 1,-1 0 1-16,-1 0 4 0,-2 0 0 15,-5 0-4-15,0 0-2 16,1 1 0-16,-5-1-1 16,-1 0-4-16,0 0-48 15</inkml:trace>
  <inkml:trace contextRef="#ctx0" brushRef="#br0" timeOffset="20522.15">16866 9657 51 0,'0'0'0'0,"0"0"1"15,0 0 0-15,0 0 5 16,0 0 1-16,0 0 1 16,0 0 1-16,0 0-6 15,4 42 0-15,-3-30-1 0,0 1 2 16,0 5-4-16,-1 1 2 16,1 1-2-16,-1 4-1 15,0-1 0-15,0 2 5 16,0 0-4-16,0 0 3 0,0 0-1 15,0 0 1-15,0 2-2 16,0 0 1-16,1 1 0 16,1 2 0-16,0 1 0 15,2 3 1-15,-3-1-1 16,1 2 0-16,1 1-1 0,1-2 1 16,-2-1 0-16,0-1 0 15,-1 0-2-15,0-3 3 16,0 3-2-16,0-2 1 15,0-1 0-15,3 0 2 16,-2-2 2-16,0 0-1 0,-1-5 0 16,3 1 2-16,1 0-4 15,-1-2 1-15,-1-2-3 16,0 1 2-16,0-2-2 16,1-1 0-16,-3 1 0 15,2-3 0-15,0 0-1 0,1-1-1 16,-1-1 1-16,0 0 0 15,-1 1 0-15,0-1 1 16,0 1-1-16,0-2 2 16,-2-1-2-16,2 2 1 15,-1-3-1-15,0 0 0 0,0-2 0 16,-1 2 0-16,1-3 0 16,-1-1 1-16,1-2-1 15,-1 2 1-15,0-2 0 16,0-1 0-16,0 1 3 15,0-1 3-15,0 1 1 0,0 1-2 16,0-1-2-16,0 0-1 16,0 0 1-16,0 2-3 15,0-2 2-15,0 2-2 16,0-2 2-16,0-1-3 16,0 1 1-16,0-1 3 15,0 0-1-15,0 0 1 0,0 0 2 16,0 0-2-16,0-1 1 15,-2 1 1-15,2 0-4 16,0 1 1-16,-1-2-2 16,1 1 0-16,-1 0 0 15,1 1 2-15,0-1-2 0,0 1-1 16,0-1 2-16,0 0-2 16,0 1 1-16,0-3-1 15,0 2 1-15,0-1-1 16,0 0 1-16,0 0-1 15,0-1 1-15,0 2 0 0,0 0 0 16,0 1 3-16,-1-3-6 16,-1-1-32-16,0-1-119 15</inkml:trace>
  <inkml:trace contextRef="#ctx0" brushRef="#br0" timeOffset="24295.4">16028 11617 22 0,'-3'2'4'0,"0"-1"1"0,2 0-2 0,-1 1-2 0,2-2-1 15,-1 1 0-15,0 1-2 16,1-2-3-16,0 0 5 16,-1 0 0-16,1 3 0 15,-2-3 0-15,2 0 3 0,-2 0 3 16,0 0 11-16,2 0 1 16,-1 0-4-16,1 0-3 15,0 0-5-15,0 0-6 16,0 0-1-16,0 0-1 15,0 0 4-15,0 0-2 16,0 0 0-16,0 0 1 0,0 0-1 16,0 0 3-16,0 0 0 15,0 0 3-15,0 0-1 16,0 0-4-16,0 0-1 16,0 0 0-16,0 0 0 0,0 0 0 15,0 0 0-15,0 0 0 16,0 0 1-16,0 0 4 15,0 0 4-15,0 0-4 16,0 0-4-16,0 0 4 16,0 0-5-16,0 0 2 15,0-3-2-15,0 3 2 0,0-3-1 16,0 1 1-16,-1 0 1 16,-1 0-2-16,1 0 0 15,-1 1 0-15,0-1 0 16,0 0 0-16,0 2-1 15,-1 0 1-15,1-3-1 0,1 3 0 16,0-1 2-16,-1-1-2 16,1 0 0-16,-1-1 1 15,0 0 1-15,0-1 3 16,0 1 4-16,-1-1-1 16,-1-1 0-16,0 0-1 0,-1 0 2 15,0 0-5-15,-1 0 0 16,1-2-1-16,-1 2-1 15,-2-1 2-15,0 0 1 16,1-1-3-16,-1 3 1 16,-2-2 0-16,1 2 3 15,-1 0-2-15,3 2-2 0,-3-2-1 16,0 1-1-16,1 0 1 16,-1 2 0-16,1-1-1 15,-1 0 0-15,0 0 0 16,0 1 0-16,1-2 2 0,-1 0-2 15,1 0 0-15,-1 1 0 16,0 0 0-16,1-2 0 16,0 1 0-16,0 0 1 15,0-1 1-15,-1 0-2 16,3-1 0-16,-3 1 0 0,-2 0 0 16,2-2 2-16,-2 2 0 15,2-2 0-15,-3 3-1 16,-1-2 2-16,3 0-2 15,-2 1 0-15,1 0-1 16,0-2 0-16,0 2 1 16,1 0-1-16,-1-1 1 0,-1 1-1 15,0-1 1-15,1-1-1 16,-1 2 1-16,0-1-1 16,1 0 1-16,0-2 0 15,-1 1 0-15,3 0 0 16,-2 0 0-16,-1 0-1 0,2 0 0 15,-3-1 0-15,0 0 1 16,0 0-1-16,1 1 0 16,-2 0 0-16,0 0 0 15,-1 1 2-15,-1 0-2 16,-1 1 0-16,0 1 0 0,-3-1 0 16,1 3 0-16,-3-1 0 15,2 1 0-15,-4 1 1 16,0 0-1-16,2 0-1 15,0 0 2-15,0 0-1 16,0 0 0-16,4 0 1 0,-3 3-1 16,1-1 0-16,0 3 0 15,0-1 0-15,-3 0 0 16,0 0 1-16,3 2-1 16,-3-2 0-16,0 1 0 15,2 0 1-15,0 0-2 0,0 1 1 16,1-2 0-16,0 1 0 15,1 0 0-15,3-1 1 16,-2 0-1-16,1 2 0 16,2-2 0-16,-2 0 0 15,1 2-1-15,-2 2 2 0,1-3-1 16,-1 2 0-16,1 0-1 16,4 1 2-16,-2-2-1 15,-1 1 0-15,1 3 0 16,3-3 0-16,-3 0 0 15,1 0 0-15,1 1 0 16,-1 0 0-16,1 2 0 0,1 0-1 16,-1 0 2-16,1 1-1 15,1 1 0-15,-2-1-1 16,2 3 2-16,2-2-2 16,-1 0 2-16,0 2-2 0,0-2 1 15,2 2 0-15,-2 0 0 16,-1 1-1-16,1 0 1 15,1 1 0-15,0 0-1 16,1 0 2-16,-1 3-2 16,2-2 1-16,0-1 0 15,1 2-1-15,0-2 1 0,0 1 0 16,2-2-2-16,1 2 2 16,-3 2-1-16,3-1 0 15,0 1 1-15,2 1 0 16,0-1-1-16,-3 3 1 15,5-1-1-15,-2 0 1 0,2-2-1 16,-1 1 0-16,1-2-1 16,0 2 1-16,0-1-1 15,0-1 1-15,0 1 1 16,2-1 0-16,4 2 0 16,-2 1 0-16,-2-2 0 0,1 0 0 15,3 1 0-15,-4 0 0 16,1 2 0-16,1-1 0 15,0-1 0-15,-1 3 0 16,1-2 0-16,-1 1 0 16,3-2 0-16,-3 2 0 0,1-1-2 15,0 0 2-15,0-1 0 16,0-1 2-16,2-1-2 16,-2-1 0-16,-1 2 0 15,3-4 0-15,-2 2-2 16,1 0 2-16,2-1-1 15,-3 0 1-15,1 1 0 0,1-2-5 16,0 2 6-16,2 0-1 16,-3 0 0-16,1-1-1 15,0 2 1-15,1-3-1 16,1 0 1-16,0-1 0 0,-2-1-1 16,3 0 1-16,-1 0 0 15,0-2-2-15,1-1 2 16,-1-3 0-16,0 3-1 15,-1-2 2-15,1 0 1 16,-3-1-4-16,4 0 4 0,-2 0-2 16,1-1 0-16,-3 0 0 15,5-1 0-15,-2 2 0 16,1-1-2-16,0 1 4 16,2-1-4-16,-2 1 2 15,2-1 0-15,0-1 0 16,0 2 0-16,1-1 0 0,-1 1 0 15,0-1 0-15,1-1-1 16,-1 0 2-16,2-1-1 16,-2 0-1-16,2 2 1 15,1-1 0-15,-3-2 0 16,1 0 0-16,0-1 0 0,0 2 0 16,1-1 0-16,-2-2 0 15,3 2 1-15,-3-1-1 16,2 0 2-16,-1-2-2 15,0 3 0-15,1-3 0 16,2 0 0-16,3 0 0 0,-3 0 0 16,2 0 0-16,1 0 0 15,3 0 1-15,-1-3-1 16,0 1 0-16,2 0 1 16,1-2-1-16,-3 0 1 15,1-1 0-15,-1 1-1 0,1-3 0 16,-4 1 0-16,3-1 1 15,-2 2-1-15,1-1 0 16,1 1-1-16,-1-1 2 16,3 1-1-16,-4-2 1 15,4 1-1-15,-1 1 0 0,0-1 0 16,0 0 0-16,3-1 1 16,-3 2-1-16,-2-1 0 15,1 0 0-15,0-1 0 16,-2 1 0-16,1-1 1 15,0 0-1-15,-2 1-1 16,5-1 2-16,-5 1-1 0,3 0 0 16,0-1 0-16,-1 0 0 15,1 1 0-15,-2 0 0 16,1-2 2-16,-1-1-2 16,1 1 0-16,0-1 0 15,-1 1 0-15,0 0 0 0,0 1-2 16,0-3 2-16,-3 4 2 15,-1-2-4-15,-3 1 2 16,-1 1 2-16,-1 0-2 16,1 0-2-16,-3 0 4 15,2 0-2-15,-1 2 0 0,0-2-2 16,1 3 2-16,-2-1 0 16,1 0 0-16,-3 0 2 15,1 1-4-15,0 0 2 16,-4 0 0-16,1 3 2 15,0-1-2-15,-1-2 0 0,-2 3 4 16,0 0 0-16,2 0-1 16,-2 0 0-16,0 0-3 15,0 0 1-15,0 0 0 16,0 0-1-16,0 0 0 0,0 0 1 16,0 0-1-16,1 0-1 15,-1-2 1-15,2 2 0 16,0-1 1-16,-1 1-1 15,2 0 0-15,-1-1 0 16,1 0 0-16,2 0 1 16,1 1-1-16,0-3-2 0,1 2-8 15,0-3-19-15,0-1-42 16,-3-5-52-16</inkml:trace>
  <inkml:trace contextRef="#ctx0" brushRef="#br0" timeOffset="25136.9">15686 12461 72 0,'0'0'6'0,"-1"0"13"0,1 0-7 16,0 0-6-16,-2 0-1 15,2 0-1-15,0 0-1 16,0 1-3-16,0 2 1 15,0-1 0-15,0 0 0 16,0 1 2-16,0 0-2 0,2 2-1 16,2 0 1-16,2-1-1 15,-2 3 0-15,0-1 0 16,3 0 0-16,-2-2 0 16,4 2 0-16,-2-1 0 15,1 0 0-15,1-1 2 0,2 0 0 16,-1 0 0-16,0-1 1 15,2 0-2-15,-2 2 1 16,1-1-1-16,-3-2 1 16,0 1-1-16,1-1 0 15,-3-2-1-15,-2 2 3 16,0 0 0-16,-1-2-1 0,-2 0 0 16,0 2 1-16,-1-1-1 15,1-1 3-15,-1 1-3 16,0-1 2-16,1 2 2 15,-1-1-2-15,0 2 6 16,0-2-4-16,2 2 0 0,-2-1-1 16,0-1-1-16,0 3 2 15,0 1 1-15,0-1 0 16,0 3 1-16,0 0 1 16,0 2-1-16,-2 2 0 15,-4 2-2-15,1 4 4 0,-2 5-4 16,0 3-1-16,-2 7 0 15,1 8-3-15,0 11-1 16,-3 9 3-16,-4-2-12 16,-7-3-175-16</inkml:trace>
  <inkml:trace contextRef="#ctx0" brushRef="#br0" timeOffset="29948.69">18643 12555 81 0,'-9'-9'8'0,"2"1"12"0,0-2-5 16,1-2-3-16,-3-1 2 15,2-5 4-15,1 4 0 16,1-6 0-16,-3 1 1 16,4-1-11-16,0 1 5 0,2-1-5 15,0-1-2-15,0-1-5 16,1 2 2-16,1-2-1 16,0 0-2-16,0-2 1 15,0 1-1-15,0-2 0 0,0 2 0 16,0-4 0-16,4 2 2 15,3-1-2-15,-1-2 1 16,3 2-1-16,-1-2 0 16,-1 2 1-16,2-1-1 15,-2 3 0-15,1 0 0 16,-1 1 0-16,2 3-1 0,0 2 2 16,-1-1-1-16,4 4 0 15,2-1-2-15,4 2 2 16,2 1 0-16,2 0 0 15,3 1-2-15,2 0-8 16,3 2 6-16,2 0 2 0,1 0 2 16,5 2-1-16,0-1 1 15,5 1-1-15,0 1 1 16,4 1-2-16,4-1 2 16,3 1 0-16,2-1 0 15,-2 1 0-15,3 1 0 16,2-2 2-16,0 1-2 0,2 0 0 15,3 1 1-15,3-1-2 16,5 0 2-16,0-1-1 16,8 0 0-16,-2 1-6 15,1 1-12-15,3-1 6 16,5 1 4-16,-2-1 0 0,1 0 5 16,1 0 2-16,1-1 2 15,0 3-2-15,1-2 2 16,-4 2-1-16,1 1 2 15,2-1-2-15,0 1 0 16,0 3 1-16,3-3 1 0,2 3-2 16,-3-1 0-16,1-1 0 15,-1-2 0-15,4 3 0 16,0-4 1-16,0 4-2 16,2-3 1-16,2 4 0 15,-4 0 1-15,-3-2-1 0,-2 2 0 16,-4 0 0-16,-1-1 0 15,-2-1 0-15,-1 0 0 16,0 0 0-16,0-2 0 16,0 3 0-16,-4 0 0 15,-2 0 2-15,-2 1-1 0,-4 0 1 16,-2 0-2-16,-3 0 1 16,-3 0-1-16,-2 3 3 15,-3 3-3-15,-2-2 0 16,0-1 1-16,-2 1-1 15,-2 2 1-15,0-3-1 0,-3-1 0 16,-2 1 0-16,-3 0 0 16,-2 1 0-16,-6-1 0 15,-1 0 1-15,-4 1-2 16,-4-1 1-16,-5 1 0 16,-1-1 0-16,-3 2 0 0,0 0 0 15,-3 1 0-15,-2 1-1 16,0 0 1-16,0 0 1 15,2 3-1-15,-3 1 0 16,-2-1-1-16,2 2 0 16,-3-1-1-16,-1 3-1 15,-1 0-2-15,-1-1 2 0,0 1 6 16,0 2-2-16,0 0 0 16,1-1 0-16,-1 2 0 15,3 0 0-15,0 0 0 16,-1 2-1-16,-1-2 0 15,-1 1 0-15,0 1-1 0,-1-1-4 16,0 2 7-16,2 2-1 16,0 0 0-16,0 2 0 15,1 0 0-15,0 2-1 16,-1-2 0-16,2 0 1 16,-2 1-1-16,1-3 1 0,-3-1-2 15,2-2 1-15,0-2 1 16,-1 4-1-16,-3-2 2 15,0 2-1-15,-1 0-1 16,0 2 2-16,0 0-1 16,-10 1 0-16,-3-1 1 0,-5 2 1 15,-9 1 2-15,-11 1-3 16,-17 3 2-16,-20 1 1 16,-25 2-5-16,-29-3-46 15,-29-2-96-15</inkml:trace>
  <inkml:trace contextRef="#ctx0" brushRef="#br0" timeOffset="45794.58">8558 9278 2 0,'-8'0'47'0,"1"0"-38"0,-2 0 15 0,2 0-11 15,1 0-5-15,1 0 0 16,0 0 3-16,0-3-6 16,3 2 2-16,0-1 3 0,0 1-4 15,0 1-2-15,2-1-1 16,0 1-3-16,0 0-6 16,0 0-4-16,0 0 10 15,0 0-1-15,4 2-2 16,3 1-2-16,3 0 5 15,0 0 2-15,4-2 1 0,-1 1 0 16,5-2-2-16,-2 1 0 16,6-1 2-16,-2 0-2 15,5 0-1-15,1 3 1 16,1-2 0-16,3 0 0 0,3 1 0 16,0 0 0-16,3-1-1 15,2 1 1-15,1-2-1 16,1 0 0-16,2 0 1 15,3 0-2-15,-1 0 2 16,3 0-1-16,2 0 0 16,0-2 0-16,3 1 0 0,-1-1 1 15,-1-1 0-15,3 3-1 16,-2-1 2-16,1 1-2 16,-2 0 1-16,0 0-1 15,2 0 0-15,-3 0 1 16,2 0 0-16,1 2-1 0,4 0 1 15,2 1-1-15,-2 1 0 16,4-2 1-16,2-1-1 16,-3 1 0-16,3-2 1 15,-2 0-1-15,-1 0 2 16,1-2-2-16,-2-2 2 0,-2-2 1 16,0 2-1-16,-1-1 0 15,-1 1 0-15,-4 0 0 16,-2 1-1-16,-2-1 0 15,-2 3 2-15,-5-1-1 16,-1 1-1-16,-3 1 3 16,-4 0-2-16,-3 0 4 0,-2 3-2 15,-8 4 2-15,-4 0-11 16,-6-3-48-16</inkml:trace>
  <inkml:trace contextRef="#ctx0" brushRef="#br0" timeOffset="47068.57">3232 10018 51 0,'2'0'2'0,"1"0"-2"0,-1 0 3 0,0 0 3 16,0-3 1-16,1 0 2 15,-3-1 5-15,0 1-3 16,0-1 3-16,0 0-1 16,0 1-2-16,0-1-2 15,0 1-5-15,-5 1 0 0,3 0 3 16,0 0-1-16,1 2-3 15,1 0 0-15,-2 0 0 16,2 0 0-16,0 0-2 16,0 0 0-16,0 0-2 15,-2 0 2-15,2 0-2 0,0 0 1 16,0 0-1-16,0 1-14 16,0 2-19-16,0-3-19 15</inkml:trace>
  <inkml:trace contextRef="#ctx0" brushRef="#br0" timeOffset="48499.69">3209 10011 83 0,'-6'0'6'0,"-1"0"4"0,3 0 0 16,0 0-4-16,2 0-2 15,2 0 1-15,-3-1 3 0,2-1-5 16,0 1 1-16,1-1-4 16,-1-1 2-16,1 2 2 15,-2-2-1-15,2 2 1 16,0 1-1-16,0-2 0 0,0 2-6 15,0 0-3-15,2-1 5 16,6 1 1-16,0-2 0 16,5 2-1-16,1-2 0 15,4 0 1-15,2 1-2 16,3 0-1-16,-1-1 1 16,4-1 1-16,2 2 1 0,1-3-1 15,2 2 0-15,0-1 1 16,4 0 0-16,4-1 1 15,3 1 0-15,0-1 0 16,4 0-1-16,-2-2 1 16,-1-1 1-16,-3 3-2 0,-4-1 2 15,-3-2-1-15,-2 2 1 16,-4-1 1-16,-2 1 0 16,-2 3 1-16,-8-2-2 15,-1 1 1-15,-6 1 0 16,-3 1-1-16,-1 1 3 15,0 0-1-15,-2 0 2 0,3 1 8 16,-5-2-75-16</inkml:trace>
  <inkml:trace contextRef="#ctx0" brushRef="#br0" timeOffset="53323.19">3116 10890 8 0,'0'0'58'0,"0"0"-57"0,0 0 3 0,0 0-3 0,0 0 2 16,0 0-3-16,0 0 1 15,0 0-1-15,0 0 1 0,0 0 0 16,0-1 0-16,0-1 2 16,0 1-2-16,0-1 1 15,0 1-2-15,4 1-1 16,-1 0 1-16,2 0 0 15,1 0-1-15,1-3 1 0,1 3 0 16,2 0-1-16,0 0 0 16,2-1 1-16,1-2 0 15,-2 3 1-15,3-2 2 16,-1 1 0-16,3-2-1 16,-1 0 0-16,-1 0 1 0,1-1-1 15,1 1 1-15,0-1-1 16,0 1-1-16,-1-1 0 15,1 1 1-15,-1 0-1 16,1 1 0-16,-3 0-1 16,1-1 1-16,2 3-1 0,-1 0 0 15,-3 0 0-15,1 0-1 16,1 0 1-16,1 0 0 16,-1 0 0-16,1 0 0 15,1 3 0-15,-1-1 0 16,1 0 0-16,1 1 0 15,2 0 0-15,-2 1 0 0,1-1 1 16,3 1-1-16,-2-1 0 16,-2 1 1-16,2-2-1 15,-3 1-1-15,-3 0 2 16,1-1-1-16,-1 0 0 0,1 1 0 16,-1 1 0-16,3-3 0 15,-1 2 0-15,3 0-1 16,0 0 1-16,2 0-1 15,3-2 1-15,-2 2 0 16,4 0 1-16,0-2-1 16,2 1 1-16,0-2-1 0,2 0 1 15,-2 0-1-15,2 0 0 16,-3 0 0-16,1 0 0 16,0 0-1-16,0 0 1 15,2 0 1-15,2 0 0 0,0 0 0 16,5 0 0-16,-4 0 0 15,1-2 0-15,0 1 0 16,-1-3 1-16,1 1-2 16,-4-1 0-16,3-1 1 15,6 1 1-15,0 1 0 16,2-1-1-16,3 2 0 16,1 1 1-16,-2-2-1 0,3 2 0 15,-2-1 1-15,2-1-2 16,-1 3 1-16,1-4-1 15,-2 1 1-15,3-1-1 16,-1 1 0-16,1 0 0 0,2-1 0 16,-1 3 1-16,2-3-1 15,1 1 1-15,2-2-1 16,2 1 1-16,-2 3 0 16,2-1-1-16,-5-2 0 15,2 4 0-15,1 0 1 0,-2 0-1 16,3 0 0-16,0 0 0 15,0 0 1-15,3 2-1 16,0 2 1-16,1 0 0 16,3 0 1-16,0-1-1 15,0 0-1-15,3-2 1 16,-3 1 0-16,1-2-1 0,1 0 0 16,-1 0 0-16,-3 0 0 15,1-3 0-15,2-3 0 16,-3-1 0-16,2 0 0 15,1 2 0-15,-3-1 0 0,0 1 2 16,0 0 2-16,-3 1 1 16,0 2-2-16,-2 2 1 15,-1 0-3-15,0 0 0 16,-4 0 2-16,-4 0-3 16,0 0 1-16,0 2-1 15,-1 0 0-15,-3 1 1 0,2 0 0 16,-1-2 1-16,-1 0 0 15,0-1-1-15,1 0 1 16,-2 0 3-16,2-1-3 16,0-3 0-16,-1-2-1 0,-3 2 0 15,-4 0 0-15,1 0 0 16,-3 2 1-16,-2 2-1 16,-2 0 1-16,1 0-2 15,1 0 0-15,0 0 1 16,0 0 0-16,0 0 0 0,0 2-1 15,0 2 1-15,0 0-2 16,0 0 2-16,0 1 0 16,0-1-1-16,-1-1 1 15,0 0 0-15,0-1 0 16,-2-1-1-16,1-1 3 0,-1 0-3 16,-1 0 0-16,-1 0 0 15,-1 0 0-15,1 0 0 16,-1 0 1-16,-3 0-1 15,0-1 0-15,0 1 0 16,-2 0 0-16,2 0 0 16,-5 0 0-16,3 0 0 0,0-2 1 15,0 2-1-15,0 0 2 16,-1 0-1-16,2 0 1 16,-2 0 0-16,-1 0-14 15,-5 0-64-15</inkml:trace>
  <inkml:trace contextRef="#ctx0" brushRef="#br0" timeOffset="54240.58">9117 10896 14 0,'2'-9'5'0,"2"-2"16"0,-3 2-4 16,1 0 4-16,3 1-2 15,-3 0-7-15,0 2 0 16,0-1-3-16,-2 4-6 0,3 0-1 15,1 1-2-15,-2 0 1 16,2 2-2-16,1 0 1 16,2 0-1-16,1 0 1 15,1 0-1-15,5 4 0 16,0 1 1-16,6 0 0 0,1 1 0 16,6 1 0-16,3-3 0 15,5 1-2-15,6-2 2 16,3-1-1-16,2 2 1 15,4-4 4-15,6 0-2 16,3 0-1-16,5 0 2 0,1 0 0 16,4 0 1-16,6 0 0 15,2 0 1-15,4 0-2 16,2 0 0-16,-1 0-2 16,1 0 2-16,-4 0-2 15,-2 0 1-15,0 0 1 0,-8 0-2 16,-4 5 2-16,-3 2-2 15,-10 3-18-15,-10-3-27 16</inkml:trace>
  <inkml:trace contextRef="#ctx0" brushRef="#br0" timeOffset="55415.8">3457 11522 41 0,'0'-7'5'16,"0"1"7"-16,0-1 3 0,0-1-4 0,0 5-5 16,1-1 0-16,1 1-2 15,1 0 0-15,1 0 1 0,-4 1-2 16,2 1-1-16,1 1-2 15,3 0 0-15,1 0 0 16,4 0 0-16,0 0 0 16,7 0 0-16,0 0 0 15,2 0 0-15,7 3 0 16,2-1 0-16,2 2 0 16,3-1 0-16,2 1-1 0,4-1 2 15,5 4-1-15,5-3 0 16,4 0 0-16,9-1 0 15,2-1 1-15,9-2-1 16,1 0 0-16,6 0 1 0,1 0 0 16,2-3-2-16,7 0 2 15,3 0 1-15,2 3-2 16,2 0 1-16,5 0 0 16,0 0 0-16,-1 0 0 15,4 0 1-15,-4 0 0 0,-1-3-1 16,0-5 1-16,-7-1-2 15,-5-4 2-15,-5 0-2 16,-7-2 0-16,-6 4 1 16,-6-1-1-16,-4 5 1 15,-5 0 0-15,-3 1 0 16,-6 1-18-16</inkml:trace>
  <inkml:trace contextRef="#ctx0" brushRef="#br0" timeOffset="57700.37">3364 11726 44 0,'-5'-6'41'0,"-1"-3"-38"0,0 1 5 0,1-1 0 16,-4 3-4-16,2 0-2 16,-2 2 0-16,-2-3 0 15,0 3 3-15,0 1 0 16,-3-1 0-16,1 2-4 15,-1 1 1-15,-1 1-1 0,-2 0-1 16,2 0 0-16,-3 7 1 16,-1-1-1-16,0 2 0 15,2 1 0-15,-3 2 0 16,-1 0 0-16,2 1 0 16,-4-1-2-16,3 3 3 0,-3-2-1 15,1-1 0-15,0 2 0 16,-1-2 1-16,0 1-1 15,2 1 0-15,0-1 0 16,4 1 0-16,-3 1 0 16,2 0 0-16,5-1 0 15,1 0 0-15,1 1-4 0,2 1 2 16,1 3 1-16,2-2-1 16,2 2 1-16,2 0 0 15,2 0 1-15,0 0-1 16,0-1 1-16,0 0 0 15,9-1 0-15,-2-1 0 0,2-2-1 16,1 1 1-16,4-2 0 16,-3-1-1-16,3 0 0 15,-1-2 1-15,3 2-2 16,-1-4 2-16,3 1 0 0,2-3 2 16,3 2-2-16,-1-1 0 15,3 0 0-15,-1-1 1 16,3 1-1-16,0 0 0 15,2-1 1-15,0 2-1 16,2-1 0-16,3 1-1 0,1-1 1 16,4 0 0-16,-1 1 0 15,2 0 1-15,0-1-1 16,3 1 0-16,-1-2 1 16,0 1 0-16,3-3 2 15,0 0 0-15,4-2 1 16,-1 1-2-16,2-2 1 0,2 0-1 15,-3 1-1-15,4-1 3 16,1 1-4-16,0 1 1 16,-1-1-1-16,1 3 1 15,-2 2-1-15,-2 0 0 16,0-1 1-16,2 1-1 0,-2 0 1 16,2-1 0-16,-2 0 0 15,-2-4 0-15,0 3 0 16,-2-4 0-16,1 0-1 15,2 0 1-15,1 0 1 0,1 0-2 16,0 0 1-16,5-1 1 16,0-2 0-16,1 2 1 15,1-1-2-15,0 0 0 16,-3 2 2-16,-1 0-2 16,-2 0-1-16,1 0 0 15,-4 0 0-15,5 0 0 0,-3 2 0 16,1-2 0-16,1 0 0 15,-1 0-3-15,-4 0 2 16,2 0 0-16,-4 0 1 16,4 2 1-16,-5-2-1 15,2 1 1-15,-1 2 2 0,-2-1-2 16,0 2-1-16,-2-2 1 16,1 3 0-16,-1-3 0 15,-1 0-1-15,-2 0 1 16,1-1-1-16,0-1 0 15,1 0 1-15,-3 0-1 0,-2 0-1 16,3 0 2-16,-2 0-1 16,1 0 1-16,0 0 0 15,0 1-1-15,0 5 1 16,-2 1-1-16,-1 0 2 16,1 2-1-16,0-2-1 0,0-2 0 15,0-2 1-15,-1 0 0 16,4-3 0-16,0 0 0 15,4 0 0-15,-3 0 0 16,4-1 1-16,0-4-2 16,2 0 1-16,1-1-1 0,3 2 1 15,-3 1-1-15,2 0 2 16,-2 3-1-16,2 0-2 16,-3 3-20-16,2 4-23 15,-4-3-20-15</inkml:trace>
  <inkml:trace contextRef="#ctx0" brushRef="#br0" timeOffset="59963.75">8294 12543 69 0,'41'-1'4'0,"1"0"5"15,3 1 4-15,1 0-7 0,4 0-1 0,-1 0-1 16,5 0-3-16,-2-1 3 15,3-3 2-15,0 0-1 0,1-2-2 16,1-1 1-16,-1 0-1 16,0-1 1-16,-1-2 4 15,1 3-1-15,2 0 0 16,2 1-3-16,1 1 0 16,0 1 0-16,1 1-2 0,-2 0-1 15,-1 1 1-15,1 0-1 16,0 2 1-16,-3 0-1 15,1 0-1-15,-1 0 1 16,3 0 2-16,-2 0 0 16,3 0 0-16,1 0 2 15,-1 0-1-15,2 0 2 0,1 0-2 16,3 0 1-16,-2-5 0 16,2-1 1-16,0 3 1 15,0-1 0-15,-2-1-6 16,-1 1 4-16,-1 4-3 0,-1-1-1 15,-1 1 2-15,-3 0 0 16,-1 0-2-16,-2 5 0 16,0 0 1-16,-1-1-2 15,2 2 3-15,-1-3-2 16,2-1 1-16,2 1 0 16,-3-3-1-16,-1 4 0 0,3-3-1 15,-4 0 3-15,0 2-2 16,-4-2-1-16,2 2 0 15,0 0 1-15,-1-3-1 16,-1 0 1-16,3 0-1 16,-2 0 1-16,1-2 0 0,0-3 2 15,-2-4 3-15,2 2 0 16,-2-3-1-16,0 0-1 16,2-1-2-16,0 1-1 15,-2-3 0-15,3 1-1 16,0-4 0-16,-2 0 1 0,-3-1 0 15,1-1-2-15,-5-1 1 16,-1-1 1-16,0-2-1 16,0 0 1-16,-1 0-1 15,-1-3 0-15,0-2 0 16,2-1 0-16,-2-3-1 0,-1 1-4 16,-4 0-1-16,-3 2 2 15,-7 2 3-15,-4 3 1 16,-5 2 0-16,-5 3 1 15,-1 1-1-15,-5 0 1 16,0 1-1-16,-2-1 0 0,-2 0 2 16,-1-2-4-16,-1-2 2 15,0-2-1-15,-1-1-2 16,-9-3 0-16,0-1-1 16,-6-1 2-16,-1 1 1 15,-1 2 0-15,-5 1 1 0,-1 3 2 16,-1 3-2-16,-2 3 0 15,1 2 1-15,-3 4 0 16,-2-1-1-16,0 3 2 16,-1 0 1-16,-3 2-2 15,0-1-1-15,2 0-1 16,-1 3 2-16,-1-2-2 0,1-1 2 16,-3 4 0-16,3-1-1 15,-5 0 0-15,0-1-1 16,0 1 1-16,-3 0 1 15,0 0-2-15,0-1 1 16,-2 1 0-16,2 0 0 0,-3 0 0 16,0 2 0-16,1-1 0 15,-3 2 0-15,1 1 0 16,1 0-2-16,2 0 0 16,0 0 0-16,3 0 0 15,0 0 0-15,-1 0 0 0,1 3-5 16,0-2 5-16,0 3 0 15,-1-2-1-15,0-1-4 16,-1 3 6-16,1-1-1 16,-1 0 0-16,-2-1 3 15,0 0-2-15,-1-1 1 0,1 1 0 16,0-2 1-16,0 0 0 16,2 0-1-16,-3 0 1 15,0 0-1-15,-1 3-1 16,3-1 2-16,-6 2-1 15,2 0 0-15,-3 0 0 16,0 2-1-16,-2 1 1 0,-2 1 0 16,-4 1 0-16,2 1 0 15,-3 0 0-15,0 0 1 16,1 4-2-16,-3-1 1 16,2 0 1-16,2 1-1 0,-1 0-1 15,0-1 2-15,-1 0-1 16,1-1-1-16,1 0 2 15,-3-2-2-15,1 1 2 16,1-1-1-16,0 1 0 16,2 2-1-16,0-2 3 15,3 1-2-15,-1 3 0 0,2-2-2 16,4-1 2-16,-2-2-3 16,3-1 3-16,2-1-1 15,1-3 0-15,-1 1 1 16,1-3 0-16,1 0 0 0,1-2 0 15,4 2 0-15,-1-3 0 16,2 0 0-16,3 1 1 16,-1-1-2-16,3 0 2 15,-5 0-1-15,1 0 1 16,-1 0-1-16,0 0 1 0,3 0 1 16,-2 0-2-16,3 0 0 15,0 2 1-15,3-2-1 16,-1 0 0-16,0 0 1 15,-2 0-1-15,1 0 1 16,-6-2-1-16,4-2 0 16,-4-1 1-16,0-3 0 0,-4 1 4 15,1-3-3-15,-5 2 1 16,-3-1 0-16,-3-1-1 16,-3 3-1-16,-4 4 0 15,-10 3-2-15,-5 0-22 16,-9-1-67-16</inkml:trace>
  <inkml:trace contextRef="#ctx0" brushRef="#br0" timeOffset="63841.32">5438 13391 53 0,'-2'0'10'0,"0"0"2"16,-1 0-5-16,1 0-5 0,0 0-1 15,1 0 0-15,0 0 0 16,1 0 0-16,0 0 1 0,-1 0 0 16,1 0 5-16,0-1-5 15,0 1 1-15,0 0 2 16,0 0-4-16,0 0 1 15,0 0-3-15,0 0 1 0,0 0 0 16,0 0 0-16,0 0 0 16,0 0 0-16,1 0 0 15,3 0 0-15,-2 0 0 16,3 0 0-16,-3 0 0 16,3 0 0-16,1 0 2 0,-2 0-2 15,3 0 1-15,0 0-2 16,0-2 2-16,-1 1-1 15,3 1 0-15,-1-1 0 16,2-1 1-16,-1 2-1 16,1-1-1-16,1-2 1 15,0 3 1-15,2-3-2 0,0 3 2 16,1 0-1-16,-3-2 0 16,2 1 0-16,1 0 1 15,1-1-1-15,-1 2 0 16,1-1 0-16,2-1 0 15,0 2-1-15,1-2 2 16,1 0-1-16,0-1 0 0,1 1 0 16,0-1 0-16,2 0 1 15,-1 1-1-15,1 1 0 16,-2-2 2-16,1 0-2 16,3 2 0-16,-5-1 0 0,4 1 0 15,-2 1 1-15,0 0-1 16,0 0 0-16,1-1 0 15,-2 1 0-15,3 0 0 16,3 0 0-16,1 0 0 16,1 0 0-16,5-2 0 15,0 2 0-15,0-2 0 0,5 0 0 16,1-1-1-16,1-1 1 16,-2-1 1-16,4 0-1 15,1 1 0-15,-1-2 0 16,1 0 1-16,0 2 0 0,-2 0 1 15,1 1-1-15,-1-1 0 16,-3 1 1-16,0 0-2 16,-1 1 2-16,2 0 2 15,-1-1-2-15,0 0 4 16,-3 0-1-16,2 3 0 16,-4 0 1-16,1 0-5 0,1 0 0 15,3 0-1-15,1 0-21 16,1 0-48-16</inkml:trace>
  <inkml:trace contextRef="#ctx0" brushRef="#br0" timeOffset="65491.63">8569 13403 90 0,'-4'0'2'0,"0"0"1"0,1-2-1 0,-1 1 0 0,0-1-1 16,2 1 2-16,1-1 4 15,-1-2-1-15,0 3 2 16,-1-2 1-16,1 2 0 15,-2-1-5-15,3 2-3 0,1 0 0 16,0 0-1-16,0 0 0 16,0 0-1-16,0 0 1 15,0 0-2-15,5 3 2 16,4 0 0-16,-2-2 0 0,3 3 0 16,3-2 1-16,6 1 0 15,-1-2 0-15,5 2 0 16,3 0-1-16,3-2 1 15,4 2-1-15,2 0 1 16,2-2-1-16,2 2 0 0,3-1 1 16,1 0 0-16,3 0 0 15,2-1 0-15,5 3-1 16,2-3 2-16,2 1-2 16,7 1 1-16,3-1-1 15,1-1 0-15,3-1 1 16,-2 0 0-16,3 0-1 0,-2 0 1 15,2-4 1-15,3 0 0 16,-1 1 1-16,1-1 0 16,2 1-1-16,0 1 0 15,2-2 0-15,-4 1-1 16,-1 3 0-16,0 0 2 0,0 0-3 16,-3 0 1-16,3 0-1 15,-4 0 0-15,1 0 0 16,1 4 1-16,0-3-1 15,-1 1 0-15,-2-2 0 16,0 0 2-16,1 0-2 0,1 0 2 16,0 0-1-16,1 0 0 15,2 0-1-15,1 0 1 16,-2 0-1-16,2 0 0 16,0 0 1-16,0 0-1 0,0 0 0 15,2 0 0-15,-1 0 1 16,2-6 1-16,1 2-2 15,-3-1 0-15,4-1 1 16,-2 0 1-16,0 1 1 16,-2-1 0-16,-1 3-1 15,-2-1 3-15,-6 2-3 0,-4 0 0 16,-1 2-1-16,-6 0 0 16,-2 0-1-16,-7 0 1 15,-2 4-1-15,-7 3 0 16,-6 3-1-16,-6 0-5 15,-11 1-26-15,-8 1-19 0,-7-1-15 16</inkml:trace>
  <inkml:trace contextRef="#ctx0" brushRef="#br0" timeOffset="66839.45">3141 14141 35 0,'8'0'3'0,"-2"0"-1"0,6 0-1 0,1 0 0 16,3 0 2-16,3 0-3 16,2 0 1-16,4-1-1 15,0-2 1-15,4 0 0 16,-2 3 0-16,4-2-1 16,-1 2 1-16,3-2 0 0,0 2 0 15,3 0-1-15,4-2 1 16,1 2 0-16,5-1 1 15,0 1-1-15,2-2-1 16,4 2 0-16,-1-2-1 16,7 2 2-16,0 0 1 0,2 0-1 15,1 0 0 1,3 0 1-16,1 0 7 0,0 4-6 16,1 1-2-16,1-1 1 15,2 0 2-15,4 0 1 16,3-1-2-16,0 0 2 15,5-1 0-15,4 0 1 0,2-1-1 16,5 1 3-16,-3-1 3 16,7-1-3-16,5 0-5 15,3 0 1-15,6 0 0 16,1-1-1-16,6-5 0 16,1 0 1-16,1-3-2 0,2 0 0 15,-3-2 0-15,-2 2 0 16,1 2 1-16,-1 0 0 15,-4 1-1-15,-3 3-2 16,1-1 0-16,-6 4 0 16,-3 0 1-16,2 0-1 0,-9 0 0 15,-4 0 1-15,-4 0 2 16,-3 0-1-16,-6 0-1 16,-4 0-1-16,-2 0 1 15,-1 0-1-15,-6 0-7 16,-3 0-46-16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05T06:42:56.9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7931 13239 39 0,'-2'0'2'0,"1"0"-1"0,-4-4 3 16,3 2 3-16,0 1 6 16,-3-2-1-16,3 2 0 15,-2-1-5-15,-1 0-2 16,2 0 4-16,0 2-1 0,-2-1-3 15,2 1-3-15,0 0 0 16,2-2-1-16,-1 2-1 16,0 0 0-16,-3-1 0 15,2 1 1-15,2-2 3 0,-3 2-2 16,-3 0 1-16,2 0 0 16,-1 0 1-16,1 0-1 15,-1 0 1-15,-2 0 1 16,0 0-3-16,1 0 0 15,1 0 4-15,-4 0 2 0,2 2 3 16,-1-2 0-16,0 1-6 16,-2 2-2-16,2 0 0 15,-2 1-1-15,1-1-2 16,0 3 1-16,3-1-1 16,0-2 0-16,0 1 0 0,1-1 0 15,1 0 0-15,-1-1 1 16,0-1 0-16,0 2 2 15,0 0 2-15,1 0-2 16,-1-2 0-16,1 3-2 16,-2-1 1-16,0 0-2 15,-1 0 1-15,1 0 1 0,-1-1-1 16,2 3 0-16,-2-1 0 16,1 0 0-16,0-1 0 15,2 0-1-15,1 0 0 16,0 0 0-16,1-1 0 0,3 0 0 15,-2 0 0-15,2-1 0 16,-2 0 0-16,2 1 0 16,0-1 0-16,-2-1 0 15,2 0 0-15,0 1 1 16,0 1 0-16,0-2-1 0,0 0 0 16,0 0 0-16,-2 1 0 15,2-1 0-15,0 0-1 16,-2 0 2-16,2 2-1 15,-1-2 0-15,1 1 0 16,0-1 0-16,0 2 0 0,0-1 0 16,0 0 0-16,0 2-1 15,0 0 0-15,0 0 1 16,0 0-5-16,5-2-42 16,1-1-18-16</inkml:trace>
  <inkml:trace contextRef="#ctx0" brushRef="#br0" timeOffset="8461.86">7874 13197 64 0,'-6'0'3'0,"-4"0"6"0,4 0 5 0,-3 0-1 15,1-2 0-15,-2 1-1 16,1-2 2-16,0 1-1 0,0-2-5 16,0 3-5-16,-2 1-1 15,0 0 1-15,0 0-2 16,-2 0-1-16,-3 1 1 15,3 4-1-15,-5 1 0 16,3 2 0-16,0-1 0 0,0 0 0 16,1 0 1-16,1 0-1 15,0 0 1-15,1 0 0 16,-1 2 1-16,2-2 0 16,0 1 0-16,-1 2 0 15,1 0-1-15,-1 0 0 0,0 4 0 16,0-1 0-16,4 0-1 15,-6 0 1-15,3 3 0 16,-1-1-1-16,0 2 1 16,1 0-1-16,-1 0 0 15,1 3 1-15,-1-1-1 0,3 0 0 16,3 0 1-16,-2 2-1 16,3-1 0-16,0 0 0 15,1 0 0-15,2-2 0 16,-1 1 0-16,1-1 0 15,2-1 2-15,-2 2-2 0,0-1 1 16,1-1-1-16,1 2 2 16,0-1-2-16,0-1 0 15,0 3 0-15,0-4 0 16,1 2 1-16,3 2-1 16,1-3 0-16,1 3 0 15,1-3 0-15,2 3 0 0,-1-1 0 16,1-1-1-16,3-3 1 15,-1 1 0-15,0-4 0 16,0 0 1-16,0-2-1 16,3 0 2-16,-3-1-1 0,0 1 0 15,1-1 0-15,-1 0-1 16,3 1 1-16,-1 0-1 16,3 0 4-16,-1-2-2 15,3 2-1-15,0 0 0 16,2 0 0-16,0 0-1 15,2 0 0-15,-1 1 0 0,3-2-1 16,1-1 1-16,1 1 1 16,-1-3-2-16,0 1 0 15,2-3 0-15,-3-1 3 16,0 1-1-16,1-2 2 16,-1 0-2-16,2 0 2 0,0-1-2 15,3-1 0-15,1 2 0 16,3-2-1-16,0 0 1 15,1 0-1-15,1 0 0 16,-1 0 1-16,-1 0-1 16,3-2 0-16,-2-1 0 0,2-1 0 15,0-2 1-15,3-1-2 16,-1-1 1-16,1-1-1 16,-3 0 2-16,1-1-1 15,-1-2 0-15,-3 2 0 16,-2-2-9-16,-1-1 16 0,-1 0-7 15,0-1-1-15,-2 1-1 16,-3-2 3-16,1 0-1 16,-1-1 0-16,-1-1 2 15,-3 0 0-15,0-2-2 16,-4-1 1-16,-1 0 0 0,-3-2 0 16,-3 1-1-16,-1-2 0 15,-1 2 8-15,0 0-4 16,-4-1-2-16,0 0-1 15,0-1 3-15,-1 0 1 16,-2 1 0-16,0-1-1 0,0-1 0 16,0-2 0-16,0 1-2 15,0-1 0-15,0-3-1 16,0 1 0-16,-2 0 1 16,-5-2 0-16,1 3-1 15,-2-1 1-15,-1 2 0 0,1 2-1 16,-4 1 1-16,0 2-1 15,-1 1 0-15,-2 1 0 16,-2-1-2-16,-2 1 1 16,0 0 1-16,-1 1 3 15,-3-1-2-15,-1 2 0 16,1 0 1-16,-1 3-1 0,-3 0-2 16,0 1 1-16,-4 0 1 15,1 3-1-15,-1 2 1 16,-4-1-1-16,-1 5 0 15,-3 1-1-15,4 3 0 16,-1 0 0-16,-1 0-1 0,5 10-3 16,1 0-28-16,2-4-57 15</inkml:trace>
  <inkml:trace contextRef="#ctx0" brushRef="#br0" timeOffset="10026.79">19156 13637 67 0,'-3'0'23'0,"2"0"-10"0,-3 0 8 15,2 0-8-15,1 0 4 0,0 0-5 16,1 0 5-16,0 0 1 16,0 0-4-16,-1 0-1 15,1 0-5-15,0 0-6 16,0 0-3-16,0 0-2 16,0 0 4-16,4 0-4 0,2 0 3 15,4 0-1-15,0 0 1 16,3 0 0-16,5 0 4 15,0 0 0-15,4 0 1 16,2-4 0-16,2 1-9 16,2 0 12-16,-1-1-6 0,0 1-2 15,0 1 1-15,-2-2-1 16,1 3 1-16,-3-1-1 16,-2 0 0-16,2 1 0 15,-5 1-6-15,-4 0-31 0,-2-1-41 16</inkml:trace>
  <inkml:trace contextRef="#ctx0" brushRef="#br0" timeOffset="10256.08">19534 13557 111 0,'0'0'73'0,"0"0"-65"16,0 0 13-16,0 0-9 15,0 0 2-15,46-17-11 16,-34 17-3-16,0 7 2 0,-3 6-2 16,-2 3 0-16,-1 1 0 15,-4 3-1-15,-2 0-4 16,0 4-10-16,-11-2-10 16,-2 0-22-16,-6-4-21 15</inkml:trace>
  <inkml:trace contextRef="#ctx0" brushRef="#br0" timeOffset="10597.92">20198 13347 180 0,'0'0'0'15,"0"0"8"-15,0 0-9 16,0 0 1-16,0 0 0 16,0 0 2-16,0 0 1 0,1 50 1 15,-4-29-2-15,-2 0-2 16,2 1 1-16,2-1 0 15,0-1 0-15,1 1-1 16,0-4 0-16,0 2 0 16,0-5 0-16,0 0-2 0,0-1-30 15,0-5-28-15</inkml:trace>
  <inkml:trace contextRef="#ctx0" brushRef="#br0" timeOffset="11052.99">20063 13518 155 0,'0'0'3'0,"0"0"4"16,0 0 11-16,0 0-13 0,0 0-5 15,0 0-1-15,0 0 1 16,0 0 2-16,52-27 1 15,-30 22 4-15,2 3 0 16,1-3-1-16,1 2 0 16,1-1-1-16,1 1-3 0,-3-1-2 15,-4 1 3-15,-4 2-2 16,-1 1 1-16,-7 0-2 16,-3 0 1-16,-3 0 1 15,-1 1 0-15,-2 6-1 16,0 1-1-16,-5 0 5 0,-3 3-3 15,1 1-1-15,-4-1-1 16,4 0 2-16,1-1-1 16,3 3-1-16,-1-3 0 15,2 0 1-15,2-3-1 16,0 2 0-16,2-2 2 0,6-2-1 16,3-2 1-16,5 1 1 15,0-4-1-15,6 0 0 16,-1 0-4-16,4 0 0 15,0-5-30-15,-3-7-56 16</inkml:trace>
  <inkml:trace contextRef="#ctx0" brushRef="#br0" timeOffset="11202.33">20465 13364 195 0,'0'0'6'0,"0"0"7"0,0 0-11 0,0 0-2 16,0 0-11-16,0 0-58 16,0 0-17-16</inkml:trace>
  <inkml:trace contextRef="#ctx0" brushRef="#br0" timeOffset="11942.22">20577 13516 117 0,'0'0'-5'0,"0"0"7"16,0 0 4-16,0 0-2 16,0 0 2-16,40-1 9 15,-36 1 3-15,1 0-5 0,-1 0-6 16,2 1-4-16,-1 5-1 15,-1 2-2-15,3 1 1 16,-6-2-1-16,1 0-1 16,-1 0-1-16,0-1 0 15,-1-1 2-15,0-3 0 0,0 1 3 16,0-2-2-16,0-1 0 16,0 0 1-16,-2 0-1 15,0 0 0-15,1 0 2 16,1 0 0-16,0-5 6 15,0-1 1-15,0-3 1 0,1 2-3 16,6-3-2-16,1 3 0 16,4 0 1-16,0 0-6 15,4 3-1-15,-3-2 0 16,0 6 1-16,1 0-1 16,-1 0 0-16,-1 0 0 15,-1 0 0-15,-1 7 0 0,0 3 1 16,-4 0-1-16,-1 1-1 15,-1 1 1-15,-1-2-1 16,-1 0-1-16,-2-2 2 16,0-2-2-16,0 1 1 15,0-6 1-15,0 1 1 0,-2-2 0 16,-1 0 2-16,-1 0-2 16,0-1 0-16,2-5 1 15,0 0 1-15,1-2-2 16,1-1 0-16,0-1 2 0,0-3 0 15,1 2 1-15,4-2-1 16,2 3 1-16,2 0-1 16,1 2 0-16,1 2-1 15,3 0-1-15,1 4 0 16,0 2-1-16,-1 0 1 16,-1 0 0-16,-2 8 1 0,-2 2-2 15,-4 4 1-15,-2 0-1 16,0 1 1-16,-3 0-2 15,0-1-7-15,0-1-17 16,0 0-34-16,0-6-24 16</inkml:trace>
  <inkml:trace contextRef="#ctx0" brushRef="#br0" timeOffset="12305.15">21032 13564 155 0,'0'0'0'0,"0"0"8"0,0 0-1 16,0 0-7-16,0 0 1 16,0 0 0-16,0 0-1 15,0 0 0-15,0 0 0 0,0 0 1 16,38-35 3 0,-32 29 1-16,1-1-2 0,0-1-2 15,-2 0 0-15,-2 0 0 16,2 0 0-16,-5 2 2 15,0 0 3-15,0 3-4 16,-4 2 1-16,-3 1-2 0,-3 0 1 16,-3 0 0-16,1 8 0 15,-1 2 0-15,0 4-1 16,5 2 0-16,-3-2 1 16,8 2-1-16,3-3 0 15,0-1-1-15,2-1 0 0,11-2 0 16,6 0 0-16,5-7-7 15,6-2-44-15,6 0-25 16</inkml:trace>
  <inkml:trace contextRef="#ctx0" brushRef="#br0" timeOffset="12689.39">21617 13357 102 0,'0'0'8'0,"0"0"2"16,11-39 12-16,-11 30-7 0,-6 2 1 16,-3 2-4-16,-7 4-4 15,0 1 0-15,-3 0 0 16,1 4-3-16,-1 3-3 16,0 4 0-16,5 0-2 0,2 0 1 15,2 2-1-15,6 2 0 16,4-3-2-16,0-1 0 15,8-1 1-15,6 1 1 16,3-2 1-16,2-1 6 16,3 0-2-16,-4 0-1 15,1-1-3-15,-3 0 1 0,-2 2-2 16,-7-2 2-16,-1 0-2 16,-4 0 2-16,-2 2 0 15,-2-1 0-15,-9-2 1 16,-2 4 0-16,-5-3-2 0,-1-1-1 15,2-1-2-15,1-2-22 16,3-3-46-16</inkml:trace>
  <inkml:trace contextRef="#ctx0" brushRef="#br0" timeOffset="12959.34">21768 13290 125 0,'0'0'17'0,"0"0"34"0,0 0-21 0,0 0-19 0,0 0-11 16,0 0 1-16,0 0 1 15,0 0 0-15,0 39-1 16,-1-24 0-16,0 2 0 0,1 0-1 15,0 0 0-15,0-1 0 16,0 1-1-16,0-4-14 16,0-2-44-16,0-2-5 15</inkml:trace>
  <inkml:trace contextRef="#ctx0" brushRef="#br0" timeOffset="13828.22">21687 13403 89 0,'0'0'79'15,"0"0"-67"-15,0 0 4 16,0 0-13-16,0 0-3 16,0 0 0-16,0 0 0 15,42-5 2-15,-25 5-1 0,4 0-1 16,4 0 1-16,-3 0-1 15,3 0 2-15,2 0-2 16,2 0 3-16,-3 0-1 16,0-3 0-16,0-1 0 15,-7 0 0-15,0 0-1 0,-8-1 1 16,-1 2 1-16,-5-1 4 16,-2 1 9-16,-3-1-6 15,0 2-7-15,-6 1-4 16,-5 1 5-16,-1 0-12 15,-2 0 5-15,-1 7 1 0,-1 0 2 16,4 2 1-16,4 2-1 16,3-1-2-16,4 1 0 15,1-2 0-15,5 0-1 16,9-2 1-16,5-2 1 16,3-3-1-16,4 1 1 0,1-3-4 15,0 0 1-15,0 0-5 16,-4-5 8-16,0-3-1 15,-4-1 1-15,-1-2 13 16,-5 1 3-16,-2 0 0 16,-2 0-3-16,0 2-3 0,-5 1-3 15,-1 2-1-15,-1 1 1 16,-1 1-1-16,0 3-3 16,-1 0-3-16,0 0 0 15,0 5 1-15,0 6 0 16,0 2 1-16,0 2 0 15,0 3-1-15,0 1 2 0,0 1-2 16,0-2 0-16,0 0 0 16,0-1-3-16,2-3-5 15,-2-3-2-15,3 1 4 16,-3-7-2-16,1 1-1 16,-1-5-1-16,0-1 5 0,0 0 10 15,0-7-4-15,0-5 0 16,0-4 0-16,0-1-2 15,0-4 1-15,0-1 1 16,0-1-1-16,0-1 0 16,0 2 2-16,7-1 1 0,1 3 3 15,3 3-2-15,2 3-1 16,0 3 0-16,1 3-2 16,-1 4 1-16,-1 1-2 15,-1 3 1-15,-1 0-1 0,0 7 1 16,-7 5-1-16,-1 3 0 15,-2 4-2-15,-4 3-14 16,-11 3-10-16,-7-1-22 16,-3-2-29-16</inkml:trace>
  <inkml:trace contextRef="#ctx0" brushRef="#br0" timeOffset="14646.34">20518 13793 48 0,'-2'1'27'0,"0"-1"-12"0,2 0-3 0,0 2-8 16,0 0-4-16,1 0 0 15,9 1 0-15,1 1 1 16,7 0-1-16,-1 0 0 15,8 0-4-15,2-1-3 0,2-1-5 16,4 1 6-16,5-3-3 16,3 0 10-16,5 0 3 15,2 0 4-15,7 0-3 16,1 0-2-16,5-4 1 16,5 0 2-16,4-2 10 0,6 0 7 15,-2 1-2-15,5 1-7 16,-4-1-3-16,1 1-6 15,-4-2 6-15,-1 3 2 16,-1-1-2-16,-4 1 1 16,-1 0-4-16,-8 1 0 0,-4 0-4 15,-5 1-2-15,-7 1 0 16,-8 0-1-16,-8 0-1 16,-5 1-1-16,-8 3-29 15,-5-1-51-15,-7-3-45 16</inkml:trace>
  <inkml:trace contextRef="#ctx0" brushRef="#br0" timeOffset="15897.91">7818 14500 99 0,'0'-5'4'0,"0"-1"15"0,2-1-11 16,-1 0 4-16,1 1-2 0,-2 0 0 15,0-1-2-15,0 2-1 16,0 2-1-16,0 0-1 16,0 0-2-16,0 2 4 15,0 1-4-15,0 0 1 16,2 0-5-16,-2 0 0 0,2 3 1 15,2 4 1-15,-2 3 0 16,4 0 0-16,-2 2-1 16,-1 0 0-16,1 1 0 15,0-1 0-15,0 0 0 16,-3 0-1-16,1-1 1 0,3 0-1 16,-3-1 1-16,0 0-3 15,-2-3-39-15,2 0-13 16</inkml:trace>
  <inkml:trace contextRef="#ctx0" brushRef="#br0" timeOffset="16310.96">7823 14686 33 0,'0'0'49'0,"0"0"-40"0,0 0-1 0,0 0-7 0,0 0 5 16,0 0-3-16,0 0 2 15,0 0 5-15,0 0 0 16,33-4 6-16,-23 0-1 0,-1 0-2 16,1-1 0-16,2 0-4 15,-3 0 0-15,2 1-4 16,0 0-2-16,-2 1-1 16,-2 0 0-16,1 0-1 15,-1 2-1-15,0 1 1 0,-2-1 0 16,1 0-1-16,-2 1 0 15,-1 0-8-15,-2-1-29 16,-1-3-26-16</inkml:trace>
  <inkml:trace contextRef="#ctx0" brushRef="#br0" timeOffset="16609.5">7694 14466 132 0,'0'0'14'0,"0"0"-13"0,0 0-1 0,0 0 0 15,0 0-1-15,46 0-9 16,-17-14-40-16</inkml:trace>
  <inkml:trace contextRef="#ctx0" brushRef="#br0" timeOffset="17614.02">20239 15938 202 0,'0'0'24'0,"0"0"-5"0,0 0-15 16,0 0-2-16,0 0 2 15,0 0 7-15,0 0 4 16,1 42 2-16,1-28-6 15,-1 2-3-15,0 1-4 0,2 4-3 16,0-1 0-16,-3 1-2 16,2 1 1-16,-1-1-2 15,-1-1-19-15,0 0-14 16,0-6-18-16,0 0-38 16</inkml:trace>
  <inkml:trace contextRef="#ctx0" brushRef="#br0" timeOffset="17842.18">20214 16223 241 0,'0'0'37'0,"0"0"-11"15,0 0-17-15,0 0-3 16,0 0-2-16,0 0-2 16,38-8-1-16,-25 6 0 15,5-1-1-15,-1 2-1 16,4-3-1-16,0 1 2 15,3-3 2-15,1 1-2 0,1-2 4 16,-1 2-9-16,-1-5-26 16,-3 2-9-16,-5-2-57 15,-6-3-36-15</inkml:trace>
  <inkml:trace contextRef="#ctx0" brushRef="#br0" timeOffset="18033.82">20199 15949 274 0,'0'0'18'0,"0"0"-12"16,0 0 2-16,0 0-10 16,0 0-1-16,12-40-6 15,11 36-1-15,10 1-5 16,5-4-47-16,7 3-83 0</inkml:trace>
  <inkml:trace contextRef="#ctx0" brushRef="#br0" timeOffset="18617.73">21478 15955 4 0,'0'0'189'16,"0"0"-150"-16,0 0-20 15,0 0-13-15,0 0-2 0,0 0 2 16,0 0-6-16,-47-24 3 15,33 22-1-15,-1 2 1 16,0 0-2-16,-3 0 0 16,0 4 1-16,1 2-2 15,-1 4 0-15,3-1 1 0,1 3-1 16,4 1 0-16,4 1-1 16,4-1-1-16,0 0 0 15,2-2 1-15,2-1-2 16,4 0 1-16,4-3 0 15,3-3-1-15,2-1-4 0,2-3 9 16,0 0-4-16,3 0 6 16,-1-1-3-16,0-6-4 15,-3-2 3-15,-1-1 5 16,-3 0-3-16,-5-1 6 16,-1 2 2-16,-3 0 4 15,-1 1-1-15,-2 3-1 0,0-1-3 16,0 4-7-16,0 1 0 15,0 1-2-15,0 0 3 16,-1 0-2-16,1 7-1 16,0 3-1-16,0 2 0 0,7-1-5 15,3 3-15-15,1-4-25 16,2-3-30-16,1-2-49 16</inkml:trace>
  <inkml:trace contextRef="#ctx0" brushRef="#br0" timeOffset="19237.32">21643 16004 231 0,'0'0'4'0,"0"0"25"0,0 0-23 16,0 0-2-16,0 0-3 16,0 0-1-16,0 0-3 0,0 0 2 15,0 0-1-15,0 0 4 16,34-15-1-16,-27 26-1 15,-3-2 0-15,4 2 0 16,-5-1-8-16,1-1-12 16,-1 0 3-16,0-3 2 0,-1-3 3 15,-2 1 8-15,0-4 4 16,0 0 2-16,0 0 13 16,0 0-7-16,0-7-2 15,0 0-2-15,0-3 5 16,0 0 5-16,0 0-2 15,0 0 3-15,3 0-6 0,5 0-6 16,0 3 1-16,1-1-3 16,3 4-1-16,0 1 3 15,1 3-5-15,1 0 4 16,1 0-2-16,-1 7 1 16,-1 4-1-16,-4-1-1 0,1 1-19 15,-3 2-2-15,-2-3-8 16,-4 0 1-16,1-4 9 15,-2-1 11-15,0-2-10 16,0-3 14-16,0 0 23 0,0-1 4 16,1-6-3-16,0-3-1 15,5-3 5-15,0 0 5 16,4 1-5-16,-2-1-10 16,5-1-2-16,0 2-1 15,3 1-3-15,-1 0 1 16,3 4-2-16,-4 3 0 0,1 3-2 15,-3 1-4-15,0 0 1 16,-3 4-2-16,-1 6 1 16,-2 3-2-16,1 0-5 15,1 2-15-15,2-3-24 16,3-2-27-16,7-5-74 0</inkml:trace>
  <inkml:trace contextRef="#ctx0" brushRef="#br0" timeOffset="19522.24">22991 15872 190 0,'0'0'3'0,"28"-38"15"0,-24 19 2 0,-4 1-11 0,0-2-5 16,-4 2 8-16,-9 3-11 15,-3 2 13-15,-4 4-7 16,-1 3-3-16,-6 6-2 16,0 0-5-16,-1 3 1 15,1 8-8-15,-1 3-9 0,5 3-2 16,4-1-8-16,7 1-6 16,6-4-10-16,6 0 10 15,0-3 0-15,9-2-1 16</inkml:trace>
  <inkml:trace contextRef="#ctx0" brushRef="#br0" timeOffset="20198.54">22829 15844 19 0,'0'0'43'16,"0"0"-6"-16,51-13-4 16,-40 7 7-16,1 0-1 15,-3 0-9-15,-3 0-7 16,-1 3-6-16,0 1-3 16,1 2-7-16,-3 0-6 15,1 0-1-15,0 4-2 0,1 6 0 16,-1 2 7-16,3 7-5 15,-4-1 1-15,2 5-2 16,0 1-5-16,-1 2-4 16,0-1 1-16,2 0 5 15,-3-2 3-15,-1-1 1 0,-2-4-5 16,0-4 2-16,0-2 1 16,-11-6-3-16,-1-5 4 15,-2-1 10-15,-3 0-4 16,1-4 0-16,0-8 3 0,0 0 2 15,3-3-1-15,2-2 0 16,2-1 8-16,6 0 1 16,3-1-9-16,1 0-6 15,13 0-7-15,7-1-1 16,4 0-1-16,6 1-13 16,1-1-14-16,5 2-9 0,-2 0 6 15,0 2 6-15,-6 0 19 16,-5 2 13-16,-4 3 8 15,-6 1 9-15,-5 1 10 16,-5 5 5-16,-3-1-5 16,-1 3-14-16,0 2-12 0,-5 0-5 15,-4 0 8-15,-2 8-4 16,2 5-2-16,-1 0 0 16,0 1 0-16,6 2-3 15,3-2-5-15,1-1-5 16,0-2 4-16,0-2-1 0,8-2 0 15,3-3 0-15,2-4 10 16,1 0 1-16,1 0 1 16,1 0 6-16,-3-7 1 15,-1 0 2-15,-1-3 1 16,-4 1 4-16,-3-2 1 0,-2 1-2 16,-2 0-4-16,0 0-7 15,-5 2-4-15,-4 1-1 16,-3 2 1-16,0 2-6 15,0 3-2-15,-1 0 0 16,4 0-10-16,0 0-28 0,5 0-64 16</inkml:trace>
  <inkml:trace contextRef="#ctx0" brushRef="#br0" timeOffset="20404.91">23369 15738 227 0,'0'0'68'0,"0"0"-64"0,0 0-2 15,0 0-2-15,0 0 0 16,0 0-2-16,0 0 1 0,1 46 0 16,3-33-1-16,3-3-3 15,3-1-17-15,2-3-41 16,3-6-68-16</inkml:trace>
  <inkml:trace contextRef="#ctx0" brushRef="#br0" timeOffset="20555.25">23404 15632 267 0,'0'0'-2'0,"0"0"-1"15,0 0-43-15,0 0-47 16</inkml:trace>
  <inkml:trace contextRef="#ctx0" brushRef="#br0" timeOffset="21375.09">23518 15747 235 0,'0'0'-8'16,"0"0"8"-16,0 0 2 15,0 0-3-15,0 0 1 16,0 0 1-16,0 0 6 16,9-31 4-16,-4 27-2 0,2 1-6 15,1 0 2-15,1 2-5 16,1 1 3-16,1 0-4 15,0 0 3-15,1 1-2 16,2 8 1-16,-4-1-1 16,2 1 0-16,-5 2 0 0,1 0-1 15,-3-2-1-15,-3 0 0 16,-1-1-4-16,-1-2 1 16,0-1 1-16,-1-3 4 15,-5-1 1-15,-1-1 1 16,1 0-1-16,-3-1 3 15,3-6 5-15,2-2 3 0,1 2 2 16,2-2-1-16,1 0-3 16,0 0 1-16,0-1-1 15,2 2-6-15,5 1-4 16,2 1-2-16,0 0 2 16,2 5 1-16,3 0-1 0,-3 1-2 15,1 0-8-15,-1 1-2 16,1 3 1-16,0 3 1 15,0 0 2-15,1 0 4 16,1-1 3-16,-1-2 1 16,2-1-1-16,-3 0 1 0,0-3-1 15,1 0 5-15,-2 0 4 16,-4-2 0-16,2-3 3 16,-4-1-3-16,-1-2-1 15,-2-1 3-15,0 2-5 16,-2 0 1-16,0 0-3 0,0 0-1 15,-4 2-2-15,0 3 1 16,-1 0 0-16,-2 2-1 16,1 0 0-16,0 7-1 15,0 2 1-15,2 4-1 16,1 2 1-16,2 0-1 0,1 2 1 16,0-2 0-16,4 4-1 15,0-4 0-15,3-1 2 16,-2-1-1-16,-1-1-1 15,0-3 2-15,-3-1-1 16,-1-3 1-16,-1-1-1 16,-8-1-1-16,-4-3 0 0,-3 1 1 15,3-1-2-15,-4 0 0 16,5 0-18-16,4-4-23 16,5-7-60-16</inkml:trace>
  <inkml:trace contextRef="#ctx0" brushRef="#br0" timeOffset="21686.93">24356 15497 159 0,'0'0'3'0,"0"0"6"0,0 0-4 15,0 0 5-15,0 0 6 16,-19 44-2-16,19-28-5 16,0 0-3-16,0 2-2 15,0 2-4-15,0 0 1 0,2-2-1 16,-1-2 1-16,1-2-7 15,-2-4-26-15,0-1-15 16,0-7-6-16</inkml:trace>
  <inkml:trace contextRef="#ctx0" brushRef="#br0" timeOffset="22156.97">24206 15629 106 0,'0'0'8'0,"0"0"14"16,0 0-6-16,40-7 2 15,-24 5-5-15,-1 0 0 16,3-1-3-16,-1 3-2 16,-2-3 5-16,5 2 0 0,-3-2-3 15,-1 2-3-15,0-1 0 16,-1 1-6-16,-2 1 1 15,-1 0-2-15,-4 0 1 16,-2 0-1-16,-2 0-2 16,-4 4 0-16,0 3 0 0,0 0 2 15,0 2 2-15,0 0-1 16,0 2-1-16,0 0 2 16,0-1-3-16,0-1 1 15,0-1 0-15,8 1-2 16,0-5 2-16,3 0 1 15,4-2 5-15,-2-2 6 0,2 0 3 16,0 0 2-16,0-2-2 16,-2-2-4-16,-2-3 0 15,-2-2 0-15,-1 2 4 16,-3-3 3-16,-4 0-10 16,-1 0-1-16,0-1-8 15,-10 5-15-15,-7 1-29 0,-10 0-15 16,-7 1-64-16</inkml:trace>
  <inkml:trace contextRef="#ctx0" brushRef="#br0" timeOffset="23209.88">20178 16455 66 0,'-1'0'21'0,"0"0"6"0,1 0 1 0,-1 0 7 16,0 0 3-16,0 0-12 15,0 0-8-15,1 0-10 16,0 0-6-16,-1 0-1 16,1 0-1-16,0 0 0 0,0 0-3 15,0 0-3-15,0 0 0 16,0 0-8-16,0 0 11 15,0 0 1-15,5 0 5 16,4 0 0-16,2 0-2 16,2-4 0-16,3 0-2 0,3 0 2 15,4-1 2-15,2-1-6 16,4 0 6-16,-2 2 3 16,3-2-5-16,-1-1 0 15,2 3 0-15,-2 0 0 16,-1 1-1-16,-5 0-2 15,1 1-13-15,-8 0-12 0,-4 2-4 16,-4 0-3-16,-4 0 10 16,-4 0-6-16,0 0-25 15</inkml:trace>
  <inkml:trace contextRef="#ctx0" brushRef="#br0" timeOffset="24355.87">20232 16502 113 0,'0'0'21'0,"0"0"12"0,0 0-17 0,0 0-13 0,0 0-1 15,0 0-3-15,0 0 1 16,0 0-1-16,0 0-1 0,0 0 7 16,-4 4 10-16,9-4-2 15,4 1-4-15,2-1-4 16,4 0-2-16,2 0-1 15,3 0 0-15,-1 0-1 0,5-2-2 16,0-2-1-16,-1 0 0 16,2-1-1-16,2-1 3 15,0 0-4-15,-1-1 2 16,-5 0 2-16,1-1 0 16,-4-1 1-16,-3 2 0 15,-4-2 3-15,-1 1 0 0,-4-2 5 16,0-1 2-16,-1-1 0 15,4-1-1-15,-5-1-6 16,3-2-2-16,0-2-2 16,2 2 1-16,-2-3-1 15,1-1 1-15,-2-2-1 0,2 0 0 16,-3-4 1-16,1 2-1 16,-4-3 3-16,-2 0 6 15,0 0 5-15,0-1 2 16,0-1-3-16,-8 2-1 15,3-1-1-15,-6 1-4 0,2-1-1 16,0 2-4-16,-5-1-3 16,1 2 0-16,-5 0 6 15,3 3 0-15,-3 0-1 16,2 1-3-16,-4 4-1 16,2-1 0-16,0 3 1 15,-4 1-2-15,3 1 1 0,-2 3-1 16,0 0 1-16,-3 3-1 15,1 0 1-15,-1 1-4 16,-1 2 1-16,-2 1 0 16,1 2 2-16,1 1 0 15,1 0 1-15,3 0-2 0,3 0 2 16,5 4-10-16,0 0 11 16,-1 2-15-16,-3 5 15 15,-4 2-12-15,-5 4 16 16,2 3-5-16,-2 1 1 0,4 2-1 15,-2-1 0-15,7 0 0 16,-1 1 0-16,-1 1-1 16,4 2 0-16,-1-2-3 15,3 0 2-15,-1 1 1 16,3-2 0-16,2 1 1 16,1 2 0-16,0 1-1 0,3 0 1 15,3 1 0-15,0 1 0 16,2 1-1-16,0-1-1 15,0-2 0-15,6-1-3 16,3-2 1-16,3-1 0 16,1-2 1-16,3-1 0 0,-1 0 2 15,1-2-1-15,2 1 1 16,4-1-1-16,-1-2 0 16,3 0-2-16,2-1 5 15,2-3-1-15,1-1-3 16,1-4 1-16,0 0 4 15,1-3 3-15,-1-2-4 0,1-1 4 16,2-1 0-16,-1 0-2 16,2-3-2-16,1-4 0 15,3-4-2-15,-6-6-23 16,1-5-81-16</inkml:trace>
  <inkml:trace contextRef="#ctx0" brushRef="#br0" timeOffset="25430">19958 15404 49 0,'1'1'10'0,"-1"-1"5"0,2 3 1 16,0-2-4-16,-2 2-2 0,1 0 2 15,1 0-4-15,1-2-2 16,-1 2-3-16,2 1 3 15,-2-1 0-15,-1 0-2 16,1-1-2-16,1 0 4 0,0 1-1 16,1-1 1-16,-2 0 2 15,1 0 0-15,0-1 1 16,3-1-2-16,-2 2-2 16,0-2-1-16,1 0-2 15,-2 0 3-15,2 0 2 16,1 0 5-16,-1-5 1 0,1 0-3 15,1-2-5-15,3-2-1 16,2-1-1-16,-1-1-1 16,4-2-2-16,1 0 2 15,0 0-1-15,0-2 0 16,2 1-1-16,1-3 1 0,1 1 0 16,1-1 1-16,-1 0-1 15,2 0-1-15,0 0 1 16,-1 1-1-16,-4 1 0 15,-1 2 4-15,-4 1-3 16,-1 1 1-16,0 4-1 16,-6 1 0-16,-3 2 1 0,1 1-1 15,0 0-1-15,-3 2 1 16,0 1 0-16,0-1-4 16,0 1-5-16,0 0 5 15,0 0-8-15,0 0 0 0,0 0 7 16,0 0-3-16,2 1-15 15,-2 0-24-15,3-1-19 16</inkml:trace>
  <inkml:trace contextRef="#ctx0" brushRef="#br0" timeOffset="26169.09">20375 16530 124 0,'-3'1'18'0,"3"-1"8"0,0 0-16 0,0 0-1 16,0 0 0-16,0 0-7 16,0 0-4-16,0 0 4 15,0 0-2-15,0 0 0 16,0 2 1-16,-1-2-2 0,-1 0 4 16,2 0-3-1,-3 0-2-15,2 0 3 0,0 1-1 16,1-1-18-16,0 0-45 15,0 0-21-15</inkml:trace>
  <inkml:trace contextRef="#ctx0" brushRef="#br0" timeOffset="27716.18">8212 14219 111 0,'-2'0'3'0,"-2"0"5"0,0 0 2 0,2 0 0 15,0 0-7-15,0 0-2 16,2 0-1-16,-2 0 1 16,2 0-2-16,0 0-19 15,0 0-12-15</inkml:trace>
  <inkml:trace contextRef="#ctx0" brushRef="#br0" timeOffset="29651.66">20211 16682 158 0,'0'-2'29'0,"0"1"-5"0,0-2-3 0,1 2-1 16,-1 1-4-16,0-1-1 15,1 0 1-15,-1 1-4 16,1 0-2-16,-1 0-9 0,0 0-1 16,0 0-3-16,0 0-5 15,3 2 4-15,-2 3-4 16,2-2 0-16,-1 2 5 15,1-2 1-15,1-1 1 0,2-2 1 16,-2 0 3-16,4 0 7 16,0-3 4-16,3-7-1 15,3-1-1-15,0-3-1 16,2-3-4-16,5-2-5 16,0 1-3-16,4-3 0 15,3 0-22-15,2-1-30 0,2-2-85 16</inkml:trace>
  <inkml:trace contextRef="#ctx0" brushRef="#br0" timeOffset="30932.47">7700 14480 7 0,'0'0'2'0,"0"0"-1"0,0 0 13 0,0 0 3 0,0 0-4 16,0 0-7-16,0 0-5 15,0 0 1-15,0 0 5 16,0-1-2-16,2 1-2 15,2-3 0-15,-2 2-2 16,2-1 0-16,-2 2 0 0,0-1-1 16,-2 1 0-16,0 0 2 15,0 0 13-15,0 0-3 16,0 0-3-16,0 0-2 16,-2 0 2-16,-2 0-2 15,2 0-1-15,1 0 3 0,0 0-3 16,-1 0 2-16,0 0 0 15,0 0 1-15,2 0 2 16,0 0-3-16,0 0-4 16,0 0-3-16,0 0 0 15,0 0-1-15,0 0 1 0,0 0 0 16,0 0-1-16,0 0 3 16,0 0 2-16,0 0 0 15,0-1 0-15,0 1-2 16,2-2-1-16,2 2-2 15,-1 0-1-15,4 0-2 0,-5-1-67 16</inkml:trace>
  <inkml:trace contextRef="#ctx0" brushRef="#br0" timeOffset="31367.08">8013 14303 89 0,'0'0'7'0,"0"0"10"0,0 0-6 0,0 0-6 15,0 0-5-15,0 0 0 16,0 0-1-16,0 0-1 16,0 0 0-16,0 0 2 0,0 0-1 15,-24-3-1-15,24 3-9 16,0 0-9-16,0 0-54 16</inkml:trace>
  <inkml:trace contextRef="#ctx0" brushRef="#br0" timeOffset="35376.26">19523 16723 146 0,'0'0'40'0,"0"0"-1"0,0 0-20 0,0 0-6 16,0 0-4-16,0 0-4 0,0 0-1 15,0 0-1-15,0 0-3 16,0 0 0-16,0 0-1 16,0 0-2-16,0 0-7 15,-42-4 2-15,33 4 5 16,4 0 2-16,-3 0-1 0,3 0-3 15,-3 0 1-15,2 0 1 16,0 1 2-16,2 1 2 16,2-1-1-16,1 2 0 15,-1 0 0-15,2-2 0 16,-2 3 0-16,2 2 1 0,0-1 0 16,0 2 2-16,0 1 1 15,0 2-1-15,0 1-1 16,0 2-1-16,2 1 0 15,0 2 0-15,3 1-1 16,-2 1 0-16,2 0 1 0,-3 3-1 16,2-2 0-16,-1 4 0 15,0-3 1-15,0 0-1 16,-1 0 0-16,1-2 0 16,0-1 0-16,1-4 1 15,-2 0-1-15,0-2 0 0,1 1 1 16,0-3-1-16,1 2 2 15,-2-3 1-15,0 0-1 16,2 0 4-16,1-3 3 16,0 0-5-16,6-1 3 15,2-2 0-15,5-1-3 0,6-1-3 16,8 0-6-16,6-3-37 16,5-7-101-16</inkml:trace>
  <inkml:trace contextRef="#ctx0" brushRef="#br0" timeOffset="35874.05">20815 16673 77 0,'0'0'10'0,"0"0"0"0,0 0-8 0,0 0-10 16,0 0-12-16,0 0-6 16,0 0-9-16</inkml:trace>
  <inkml:trace contextRef="#ctx0" brushRef="#br0" timeOffset="36457.71">20815 16673 4 0,'19'-27'49'0,"-19"26"-6"0,0 1-17 16,2-1-12-16,4 0-10 15,-3-1-3-15,3 1-1 16,1-1 0-16,4 0 1 15,-4 0 1-15,3-1 1 16,-2 1 12-16,2-2 12 0,0 1 0 16,3 1-6-16,0 0-13 15,-2-1-5-15,3 0-3 16,-5 3 1-16,-1-1-1 16,-1 1 1-16,-2-2-1 15,-2 2 0-15,-2 0 0 0,0 0 1 16,0 0 0-16,-1 0 0 15,1 0-1-15,-1 5 0 16,0 0 0-16,0 1 0 16,0 4-1-16,0-1 4 15,0 2-1-15,0 2-1 0,0-2-1 16,1 3 1-16,1 1-1 16,1 0 2-16,-1-1-2 15,1 1 0-15,2 1 1 16,-1-1-1-16,-1-1 0 15,0 0 2-15,0-2-2 16,1 2 0-16,-1-3 0 0,1 2 1 16,-1 0-1-16,1-1 1 15,-2 0 0-15,-2-1-1 16,0-1 2-16,0 0-1 16,0-1 0-16,-2 0 6 15,-6-1 0-15,0 0 3 0,-1-1-1 16,-4-1-2-16,-1 2-1 15,-4-2-2-15,-1 1-2 16,-2 2-2-16,-6-3-1 16,0-4-37-16,0-2-139 0</inkml:trace>
  <inkml:trace contextRef="#ctx0" brushRef="#br0" timeOffset="38421.9">8189 14124 39 0,'0'0'64'0,"0"0"-41"0,0 0-7 0,0 0-7 16,0 0-2-16,-2 0-4 16,0 0-2-16,0 0 0 15,0 1-2-15,0 1 1 16,1 1 1-16,0 1-1 16,1 0 0-16,0-1 2 15,0 3-2-15,0-2 0 0,0-2 0 16,1 0 0-16,2 1 0 15,1-3 0-15,0 0 2 16,1 0 2-16,-1 0 0 16,3 0 1-16,0-6 0 15,-2 1-2-15,3-4 1 0,-3 1 4 16,4-2-2-16,-2-1 1 16,3 0-2-16,-3 0 1 15,3 0-2-15,0-1 0 16,-1 0 2-16,3 0-4 15,-1 2 0-15,0-1 0 0,3 1 1 16,-2 1-3-16,0-1 0 16,-4 3 0-16,1-3 1 15,1 5 0-15,-3-2-1 16,-1 1 0-16,-1 2-1 16,1-1 2-16,-4 1-1 15,3 1 1-15,-4 1-1 0,1 1-2 16,-1 1-12-16,0-2-41 15,-1 0-37-15</inkml:trace>
  <inkml:trace contextRef="#ctx0" brushRef="#br0" timeOffset="38600.64">8300 14020 173 0,'0'0'7'0,"0"0"11"0,0 0-17 15,0 0-20-15,0 0-137 16</inkml:trace>
  <inkml:trace contextRef="#ctx0" brushRef="#br0" timeOffset="42865.04">21342 16291 64 0,'-1'0'9'0,"1"0"6"0,-1 0-4 0,1 0 0 15,0 0 4-15,0 0 1 0,-2 0 0 16,2 0-1-16,0 0-1 16,0 0-2-16,0 0-4 15,0 0-1-15,0 0-2 16,0 0 2-16,0 0-1 15,0 0 0-15,0-1 1 16,0 1 0-16,0 0-4 0,0-3-1 16,0 3-1-16,2 0-1 15,3-1 0-15,3-1-1 16,0 2 1-16,3-1-2 16,4-2 2-16,-1 2-1 15,6-1 0-15,-2-1 2 0,6-1-2 16,1 2 3-16,2 0-4 15,4-2 0-15,0 2 6 16,1-1-3-16,2 2 1 16,-1-1-1-16,2 0 0 0,-5-1 2 15,2 1-1-15,0-1 0 16,-2-1 0-16,-2 2 1 16,-3 0 1-16,-6-1-3 15,-2 0 1-15,-4 0-1 16,-3 2-1-16,-2 0 1 0,-3-1 0 15,-2 2 0-15,0 0-1 16,2 0 1-16,-3 0-3 16,-1 0-8-16,0 0-12 15,-1 0-14-15,0 4-16 16,-4-1 0-16,-7 0-47 16</inkml:trace>
  <inkml:trace contextRef="#ctx0" brushRef="#br0" timeOffset="43391.69">21316 16311 89 0,'0'0'12'0,"0"0"8"0,0 0-9 0,0 0-4 15,0 0-2-15,0 0 0 16,0 0-1-16,43-5-3 16,-28 3 2-16,5-1-2 0,-3 2-2 15,6-2 5-15,-2-1 0 16,6 1 1-16,0-1 0 16,1-1 0-16,2 1 3 15,2 0-3-15,-2 0 10 0,1-1-5 16,0 1 3-16,0 0-4 15,-2 2-1-15,-2-2-2 16,0 3-1-16,-5-1 0 16,-1 2-3-16,-5-1-1 15,-1 1 0-15,-4 0-1 0,-3 0 1 16,-2 0 0-16,-1 1-2 16,-1 2-16-16,-2-1-34 15,-2-2-33-15</inkml:trace>
  <inkml:trace contextRef="#ctx0" brushRef="#br0" timeOffset="44835.35">10896 14123 87 0,'-4'0'10'0,"0"0"3"0,1 0-3 0,-2 0-5 15,0 0-2-15,2 0 4 0,0 0 3 16,1 0 6-16,0 0 5 16,2 0-3-16,-2 0-6 15,2 0-6-15,0 0-2 16,0 0-7-16,0 0 1 16,0 0 2-16,6 0-1 0,1 0 1 15,4-2-1-15,0-1 3 16,2 0-2-16,3-1 5 15,-2 0-2-15,4-2 0 16,2 1 3-16,-4 0-3 16,2 0 0-16,-1-1-3 0,1 3 1 15,-3 0 0-15,0 0 0 16,-3 1-1-16,2-1 0 16,-5 1 1-16,-2 2-1 15,1-1 1-15,-2 1-1 16,0 0 0-16,-2 0 0 15,0 0 0-15,1 0 0 0,-1 0-2 16,0 0-10-16,0 0-21 16,0 0-27-16,-4 0-12 15</inkml:trace>
  <inkml:trace contextRef="#ctx0" brushRef="#br0" timeOffset="45233.73">10938 14179 52 0,'0'0'14'0,"0"0"14"0,0 0-9 0,0 0-5 16,0 0 3-16,43-4 5 15,-34 0 0-15,0 2 1 16,3-2-3-16,0 4-11 0,1-3-1 16,2 3-3-16,0 0-4 15,5 0 0-15,-2 0-2 16,1-1-54-16</inkml:trace>
  <inkml:trace contextRef="#ctx0" brushRef="#br0" timeOffset="46330.02">22853 16112 129 0,'0'0'36'0,"0"0"4"0,0 0-28 0,0 0-6 16,0 0-4-16,0 0 0 15,0 0-3-15,0 0 2 16,0 0 0-16,46-15 6 0,-32 13-1 16,2 1-4-16,2-2 5 15,2 2-5-15,3-1-1 16,0-2-1-16,1 4 0 16,2-3 1-16,2 0-2 15,-1 2 3-15,3-1-2 0,2 0 3 16,0 1 0-16,0-1-3 15,2 2 1-15,-4-2 1 16,1 2 0-16,-2 0 2 16,0-1 3-16,-2 1-3 15,-2-2 3-15,-2 2-3 16,-6 0-1-16,0 0-1 0,-4 0-2 16,-3 0 1-16,-2 0-1 15,-1 0 1-15,-2 0-2 16,-1 0 0-16,-2 0-8 15,-2 2-8-15,0-1-9 0,0 3-13 16,0 0-16-16,-8-2 19 16,-3 1-7-16</inkml:trace>
  <inkml:trace contextRef="#ctx0" brushRef="#br0" timeOffset="46600.35">23145 16087 138 0,'0'0'15'0,"0"0"41"0,0 0-23 0,-42-7-3 16,39 4-7-16,2 2-6 16,1 0 3-16,0 0-6 15,0-1-9-15,4 2-4 16,8 0-1-16,1 0 2 15,5 0-2-15,5 0 0 0,5 1 0 16,0 4-1-16,5 1-10 16,0 3-11-16,-4-3-9 15,-6-3-30-15,-12-3-72 16</inkml:trace>
  <inkml:trace contextRef="#ctx0" brushRef="#br0" timeOffset="48073.85">8521 12355 64 0,'-1'0'9'0,"-1"0"14"0,-2 0-7 0,1 0 4 15,-1 0 0-15,2 0 0 16,1 0 0-16,1 0-6 16,0 0-1-16,-2-1-6 15,2 1-4-15,0 0-1 16,0 0-5-16,0 0 3 0,0 0 1 15,4 6-1-15,4-2 0 16,-4 2 2-16,0-2-2 16,3 0-3-16,-2-2 2 15,1-2-1-15,2 0 1 16,0 0 4-16,-1-2 11 0,4-6 0 16,-2-5-2-1,2 0-3-15,0-2-2 0,1-2 1 16,0-2-1-16,0 2-2 15,1 0-3-15,3 2-1 16,-1 3-1-16,0-6-27 0,-2-2-157 16</inkml:trace>
  <inkml:trace contextRef="#ctx0" brushRef="#br0" timeOffset="48679.07">11301 12217 119 0,'0'0'9'0,"0"0"7"0,0 0-10 0,0 0 11 16,0 0 6-16,0 0-5 0,0 0-1 16,0 0-1-16,0 0 9 15,0 0-5-15,0 0-9 16,0 0-1-16,12-12 2 16,-6 5-1-16,-2 0-5 0,3-2-3 15,3 0-1-15,5 0-2 16,4-1 0-16,4-1 0 15,3-3-26-15,2-6-73 16</inkml:trace>
  <inkml:trace contextRef="#ctx0" brushRef="#br0" timeOffset="49221.6">14287 12254 91 0,'0'0'12'0,"0"0"10"0,0 0 1 0,0 0 12 0,0 0-7 16,0 0-5-16,0 0-3 15,0 0 0-15,0 0 0 16,0 0-5-16,0-5-3 15,0 4-7-15,0-1-1 16,6 0-3-16,3-1-1 0,5-2-1 16,8 1-2-16,7-6-11 15,9-7-61-15</inkml:trace>
  <inkml:trace contextRef="#ctx0" brushRef="#br0" timeOffset="49817.18">17116 12114 99 0,'0'0'5'0,"0"0"1"0,0 0-3 0,0 0-1 16,0 0-1-16,0 0-1 15,0 0 3-15,0 0 2 16,0 0 4-16,0 0 0 15,34 0-5-15,-30 0-3 0,-2 2-1 16,1-2 0-16,-1 1 0 16,1-1 0-16,1 0 0 15,-2 0 1-15,0 0 0 16,1 0 3-16,1 0 19 16,2-3 2-16,-2-4-2 0,4 3-4 15,-1-3 3-15,3-3-7 16,2 1-4-16,4-2-5 15,4 1-6-15,2-2 0 16,5-3-29-16,2-2-77 16</inkml:trace>
  <inkml:trace contextRef="#ctx0" brushRef="#br0" timeOffset="52613.84">8156 13252 107 0,'-4'1'1'0,"0"-1"5"0,1 0 1 0,3 0-4 0,0 0-3 16,0 0-18-16,0 0-55 16</inkml:trace>
  <inkml:trace contextRef="#ctx0" brushRef="#br0" timeOffset="53761.48">8422 8967 40 0,'0'0'0'0,"0"0"5"0,0 0 7 0,0 0-3 0,0 0-5 16,0 0 0-16,0 0-1 15,0 0 2-15,0 0 3 16,0 0 1-16,-38-37-6 16,35 34-4-16,-1 2-1 15,0-1 6-15,-1 0-4 0,1 0 0 16,-3 1-1-16,0-1 0 16,1-1 2-16,-1 2-1 15,-1-2 1-15,0 0-1 16,0-1 0-16,1 1 1 15,-2-1-2-15,-1 1 1 16,2 2 1-16,-1-2-4 0,-3 1-17 16,0 0-11-16,-2 0 3 15,1-2 8-15,-1 4 22 16,-4 0 3-16,-2 0 8 16,0 0-8-16,-2 0-3 0,-1 7-5 15</inkml:trace>
  <inkml:trace contextRef="#ctx0" brushRef="#br0" timeOffset="56081.68">8312 8960 26 0,'-2'0'7'15,"0"0"-3"-15,0 0 15 0,-2 0-1 0,3 0-8 16,-1-3-3-16,0 0-3 15,-1-1 0-15,1 0-3 0,-1 0 3 16,0-1 2-16,0 1 4 16,-1 0-3-16,0-1-1 15,-1 1-3-15,1 1-1 16,-3-1-2-16,4 1 1 16,-3-1-1-16,0 1 0 15,1 0 0-15,-4 0 0 0,2 1 0 16,0 0 0-16,-3 1 0 15,0-2 0-15,-1 3 1 16,-3 0-1-16,1 0 0 16,0 0-1-16,-1 0 1 0,-1 0-3 15,-1 3-5-15,1 1 1 16,-3 0 1-16,2 2 4 16,-4-2 1-16,0 1 1 15,2-1 1-15,0-1-1 16,1 1 2-16,1-1 3 0,2 1-2 15,-2 0-1-15,3-1-2 16,0 3 0-16,2-1 0 16,-2 1 0-16,0 1 0 15,1 3 0-15,-4-1 0 16,1 1 0-16,-1 2 0 0,2 0 0 16,-2 2 0-16,3-3 0 15,-1 3 0-15,3 1 0 16,-1-1 0-16,4 0 0 15,-1-2 0-15,0 2 0 16,2-2 0-16,0 0 0 0,3-1 0 16,0 3-1-16,0-1 1 15,0-1 0-15,3 0 0 16,-4 2 0-16,3 1 0 16,0 0 0-16,-3 1 0 15,1 1 0-15,0 1 0 16,-3 1 0-16,0 1 0 0,0 1 0 15,1 0 0-15,-1 2 0 16,-3-1 0-16,4 0 0 16,0-2 1-16,-1 0-1 15,5 0 0-15,-2-2 0 0,0 1 1 16,0-1-1-16,2 0-1 16,-2 1 2-16,-1 1-1 15,3 3 0-15,-2-2 0 16,2-1 0-16,-2 4 0 15,2-1 0-15,2 1 0 0,-1-1 0 16,1 0 0-16,0-1 0 16,0 0-1-16,0-4 1 15,0 2 0-15,3-3 0 16,1 0 0-16,0-3-1 16,1 3 1-16,1-3 0 15,0 2 0-15,0-2 0 0,0-1-1 16,1 0 1-16,1-2 0 15,2 0 0-15,-3-1 0 16,1 0 0-16,4 0 1 16,-4-1-1-16,3 0 1 0,-2 0 1 15,3 1-1-15,-2 1 0 16,1 1-1-16,1-1 3 16,-1 0-3-16,1 4 0 15,1-4 1-15,1 2-1 16,-1 0 0-16,0 0 0 15,1-3 0-15,-1 1 1 0,1-4-3 16,1 2 0-16,-1-4 1 16,-4 2 0-16,1-4 1 15,2 0-1-15,-1 0 2 16,0 0 1-16,1 0 2 16,0-1-2-16,1 3 1 0,-1-1-3 15,3 0 1-15,-3 2-1 16,3 1 1-16,-1-1 0 15,1 1-2-15,-1 0 1 16,2-3 0-16,-2 3 0 16,1-5 0-16,-1 0 0 0,1-2-3 15,0 0 3-15,2 0-1 16,-1 0 4-16,1 0-3 16,-2 0 4-16,0-4-3 15,2 0 0-15,-3-2 0 16,1 3 0-16,0-1 0 0,0-2-1 15,1 2 0-15,1-3-3 16,-1 1-2-16,0 2 1 16,1-2 1-16,-3 2-1 15,1-2 2-15,-1 1 2 16,-2-1 0-16,1 2 0 0,-1-3-1 16,-1 0 4-16,1-2 2 15,1 1 1-15,-1-1-1 16,0 3 0-16,1-4-3 15,-1 2 0-15,1-1-2 16,-1 1 3-16,1-1-6 0,-1-3-14 16,-1-3-34-16</inkml:trace>
  <inkml:trace contextRef="#ctx0" brushRef="#br0" timeOffset="59550.02">8239 8987 66 0,'0'-3'5'0,"0"0"5"16,2 2-4-16,-2-3-3 16,3 2-2-16,-1-2-1 0,2 0 0 15,2 1 1-15,-4-3 1 16,3 3-2-16,2-1 0 15,-4 1 1-15,3 0-1 16,0-1 2-16,1 3 0 16,1-1-1-16,0 2-1 0,-1-1 2 15,1 1-2-15,2 0 0 16,-3 0 1-16,1 0-1 16,-1 4 0-16,2 0 0 15,-2 1-1-15,3 0 2 16,-2 2-1-16,1-1 0 15,1 3-1-15,-1-2-15 0</inkml:trace>
  <inkml:trace contextRef="#ctx0" brushRef="#br0" timeOffset="63989.79">8292 8970 19 0,'0'-1'12'0,"0"1"4"0,0 0-12 0,-6 0 2 16,1 0-1-16,1 0 0 15,-1 0 3-15,1 1-2 16,-1 0-3-16,1 2-2 16,1-1 1-16,1-2-1 0,0 1-1 15,0 1 1-15,2-2 0 16,-3 1-1-16,1 0 1 16,0-1 3-16,0 0 1 15,0 0 1-15,0 0 0 0,-3 0 4 16,3 0 0-16,1 0-4 15,-1 0 0-15,0 0-2 16,0 0 2-16,0-2-3 16,0-1-1-16,1 1-1 15,-1 0 0-15,2 1-1 16,-4 0 0-16,2-2 0 0,-2 2 1 16,-2-1 0-16,2-1-1 15,-2 2 2-15,1-2-1 16,-2 3 0-16,0-1 0 15,-1 1 1-15,1 0-2 16,-1 0 0-16,0 0 0 0,-1 0 0 16,-1 0 0-16,1 0 0 15,1 0 0-15,-2 0 1 16,1 0-1-16,-1 0 0 16,2 0 0-16,1 0 1 15,-1 0-1-15,2 0 0 0,-1 0 1 16,3-2 1-16,-4 2 8 15,3-1 0-15,0-1-5 16,-1 1-1-16,3 1 0 16,-1 0-4-16,-2 0 1 15,3 0-1-15,-1 0 0 0,-2 0 0 16,2 0-1-16,-2 4 2 16,0 2-2-16,1-2 1 15,-4 2-2-15,4 0 2 16,-4 1 2-16,3-2-2 15,-1 1-2-15,-2 1 2 0,2 2 0 16,1-2 2-16,0 1-2 16,0-1 0-16,0 3-2 15,3-3 2-15,-3 0 2 16,1 2-2-16,1-2-2 16,0 3 4-16,-3 0-2 15,4-3 0-15,-1 2 0 0,-2-1 0 16,1-2 0-16,1 4 0 15,-4-3 0-15,2 0 0 16,1 2 0-16,-1-1 0 16,0 1 0-16,0 0 1 0,-1-1-2 15,1 0 1-15,-1 1 0 16,1 2 0-16,-2-2 0 16,2 2 0-16,-3 0 0 15,3-1 0-15,-4 3 0 16,2-2 0-16,1-1-2 0,1 2 4 15,-1-1-2 1,2 0 0-16,-2 1 1 0,3 0-2 16,-4 1 1-16,2 0 1 15,2 1-2-15,-2-1 2 16,1 3-1-16,1-1-1 16,-1 1 1-16,0 1 0 0,1 1 1 15,-1 0-1-15,1 0 0 16,-3-1 0-16,3 0 0 15,0-1 1-15,-3-2-2 16,4 0 2-16,-1 0-1 16,2-1 0-16,-2 3 0 0,1-1 1 15,1-1-1-15,0 2 0 16,2 1 0-16,-2 0 0 16,-2-1 0-16,3 2 1 15,-1-2-1-15,1 1 0 16,-1 0 0-16,2-3 0 0,-2 3 0 15,2-3 0-15,0 1 0 16,0-1 1-16,0 0-1 16,0 0 0-16,0-1 0 15,2 0 0-15,1 0 0 16,0-1 0-16,3 1 0 0,-1 0 0 16,3 0-2-16,-2-2 0 15,4 2 1-15,-1 0-4 16,0-1 11-16,2-2-7 15,-2 0 1-15,1 2 0 16,-1-2 0-16,1-2 1 0,-1 2 0 16,0-1-1-16,0-1 1 15,0-1-4-15,1-1 0 16,0 0 3-16,1-1 0 16,-2-2 1-16,2 3 1 15,0-2-1-15,-2 0 0 0,1 3 0 16,0-2-1-16,-1 0 0 15,-2 1 0-15,4 0 1 16,-2-1-1-16,-1 2 0 16,2-2 0-16,-1 0 1 15,-2 1-2-15,1-2 1 16,1 2 0-16,-2-2 0 0,2 1 0 16,0 1 0-16,0-1 0 15,0 1 0-15,0-2 0 16,2 3-1-16,-2-2-1 15,0 0-4-15,2-1 1 0,-2 2 3 16,0-2 1-16,2 1 1 16,-2-1-3-16,0 1 4 15,3-3-1-15,-1 2-1 16,1 0 1-16,2-1 0 16,1-1 0-16,-1 0-1 15,0-2 1-15,2 0-1 0,1 0-1 16,-1 0 2-16,-3 2-1 15,3-2 1-15,-3 1 0 16,-1-1 0-16,1 2 0 16,-2-1 1-16,3-1-1 0,-3 0 0 15,3 0 0-15,-1 0 0 16,2 0-1-16,0 0 0 16,2 0 0-16,-2-4-1 15,1 0-2-15,-1-2 0 16,2-1-1-16,2 1 1 15,-1 0 4-15,-3-3-1 0,4 1 2 16,1 0-2-16,-5-1 2 16,3 2-1-16,-5-1 1 15,1 1-1-15,-5 1 0 16,2 0 0-16,-3-1 0 16,2 0-1-16,-1 0-4 0,-1 0 5 15,4 0 1-15,-1 0-1 16,-2 0 0-16,2 1 1 15,1-3-1-15,1 2 0 16,-2 0 0-16,0-3 0 16,0 2 0-16,1-4 2 15,-1 2-2-15,2-1 0 0,-2-2 0 16,0 0 0-16,1-2 0 16,-3 1 0-16,4-2 0 15,-2-4 0-15,0 2 0 16,1-1 0-16,-2-1 0 0,0 0 0 15,1-1 1-15,-4 1-1 16,1-3 0-16,-3 1 0 16,4-4 1-16,-2 2 0 15,1 0 1-15,1-2-1 16,0 2 1-16,0 0 0 0,-2-1 0 16,-1 3-1-16,0 0 3 15,-2 2 1-15,-2-1 1 16,0 0 1-16,-2 0-1 15,0 1-1-15,0 0-3 16,0-4-1-16,0 3 0 16,-2-2 0-16,-2-1 0 0,-1 3 0 15,-4-2 0-15,2 3 2 16,-4 0-2-16,0 1 1 16,0 1 0-16,0 4 0 15,-1-3 0-15,-1 4 2 16,0 0 2-16,2 0-5 0,-2 1-1 15,-1-1 1-15,1-1-1 16,0 2 1-16,1-1-1 16,-2 0 0-16,1 1 0 15,0-2 1-15,-1 1-1 16,1 0 0-16,-1 1 0 0,-1-1-1 16,-3 0-2-16,2 2 3 15,-2 2-2-15,3-1 6 16,-3 2-2-16,2 1 0 15,0-2-1-15,3 4-1 16,-3-1 0-16,-2-1 1 0,5 1-1 16,-3 0 1-16,3 2-1 15,-2 1 1-15,0-1-2 16,3 1 1-16,-2-1 1 16,-1 1-2-16,0 0 2 15,3 2-2-15,1-1 2 0,-3-2-1 16,3 3 0-16,1-4 1 15,-1 3 0-15,1-3 1 16,0 2 0-16,-1-1-1 16,1 1 0-16,0-1 1 15,-1 3-1-15,0-1-1 0,-1 2 2 16,0-2-2-16,3 2 0 16,-5-1 0-16,3 1 0 15,-3 0 0-15,3 0 0 16,-2 0 0-16,-3 0 1 15,1 0 2-15,-4 0 0 0,2 0 2 16,-1 0-2-16,-2 0 0 16,-1 0-2-16,2 5 0 15,0 5-2-15,-2 5 0 16,-2-8-36-16,-1-7-145 16</inkml:trace>
  <inkml:trace contextRef="#ctx0" brushRef="#br0" timeOffset="67322.23">17299 3540 71 0,'1'0'4'0,"-1"0"-2"0,0 2-1 0,0-2-1 16,1 0 1-16,-1 1 2 16,1-1 2-16,0 0 0 15,0 3 3-15,1-3 3 16,-2 3 4-16,2 0-3 0,-1-1-1 15,1 3-1-15,2-2 3 16,0 1-1-16,2 0 2 16,2 3-4-16,-4-3-6 15,3 2-1-15,2 0 0 16,0 1 0-16,-1 0 0 16,2 0 2-16,3-1 0 0,0 1-2 15,1 0 1-15,-1 0-1 16,1 0-2-16,-3 0 1 15,-2-1-2-15,1 1 0 16,0 0-3-16,-6-3-41 0,-1-4-53 16</inkml:trace>
  <inkml:trace contextRef="#ctx0" brushRef="#br0" timeOffset="67828.73">17512 3469 100 0,'0'0'10'0,"0"0"-4"0,0 0-2 15,0 0-3-15,0 0 1 0,0 0-1 16,0 0 2-16,0 0 2 15,-37 30-1-15,31-20 4 16,-2-1-1-16,1 1 0 16,-2 1 0-16,0 0 1 15,-1 1 2-15,0-3-2 0,-1 1 0 16,0 0-1-16,2-1 2 16,-1-2-3-16,0 0-1 15,3-1-2-15,0-1 3 16,-2 0-1-16,4-1-2 15,1 0-2-15,-1 2-1 0,2-2 0 16,2 1-4-16,1-3-40 16,0-2-42-16</inkml:trace>
  <inkml:trace contextRef="#ctx0" brushRef="#br0" timeOffset="68682.77">17625 3661 61 0,'0'0'5'0,"0"0"0"0,0 0-2 0,0 0 1 16,0 0 6-16,0 0 1 15,0 0-2-15,0 0 0 0,0 0-2 16,0 0 1-16,0 0-2 16,4 5 5-16,-4-4 1 15,2 2-1-15,-1 1-4 16,2 1 1-16,-3 0-4 15,2 3 0-15,0-1-1 16,-2 2 0-16,0-1-2 0,1 1 1 16,0 1-1-16,0 1 0 15,0-1 2-15,0 0-1 16,1-1-1-16,0 0 1 16,0 0 0-16,0 0 1 15,-1-2 3-15,0 0-2 0,0-3 1 16,-1 3-2-16,0-4-1 15,1 3 0-15,-1-3 0 16,0 1 0-16,0-2 2 16,0 1-3-16,0-1 2 15,0-2 1-15,0 0 4 16,0 0-1-16,0 0 2 0,0 0 3 16,0 0 1-16,0 1-1 15,0-1-6-15,0 0-4 16,0 0-1-16,1 2-2 15,-1-2-27-15,3 0-81 0,-1-10-80 16</inkml:trace>
  <inkml:trace contextRef="#ctx0" brushRef="#br0" timeOffset="70519.21">18386 3216 83 0,'2'0'5'0,"-1"0"9"0,2 0-6 0,-1-4-3 0,-2 3 3 15,2-1 1-15,-2-1 4 16,2 2 1-16,-2 0 4 16,0-2 3-16,0 3-11 0,0 0-3 15,0-1-1-15,0 1-2 16,0 0-1-16,0 0-4 15,0 0 0-15,0 0-2 16,0 0 3-16,-4 1-1 16,2 4 2-16,-3 1-1 0,1 0 0 15,0-1-1-15,-1 0 0 16,1 2 2-16,-1 0 0 16,1 0-1-16,2 0 0 15,0 0 1-15,2 0-1 16,0 0 0-16,0 0 1 0,0-2 1 15,2 1 0-15,4-1-2 16,-1-2 0-16,1 1 0 16,0-1 0-16,0-1-1 15,2-1 1-15,-1-1 0 0,1 0 0 16,0 0 3-16,-3 0-2 16,4-2-1-16,-3-2 3 15,0-1-1-15,0-1 0 16,-1 2 0-16,1-1 0 15,-3-2 3-15,-2 2 2 16,-1-3 2-16,0 1-4 0,0 0 1 16,0-1 0-16,-2 1-4 15,-5-3-2-15,2 4 1 16,1 0-1-16,-2-1 0 16,1 2 0-16,-1 2-9 15,-2 3-38-15,-4-1-66 0</inkml:trace>
  <inkml:trace contextRef="#ctx0" brushRef="#br0" timeOffset="71160.16">18517 3692 97 0,'0'0'9'0,"0"0"2"0,0 0-4 0,0 0-6 0,0 0 0 16,0 0-1-16,-39 27 1 16,36-17-1-16,3 2 1 15,-2-1 0-15,2 0 0 16,0-1 4-16,0-1-1 16,4-1 3-16,0-2-1 0,3 0 1 15,1-2 5-15,2-3 0 16,-3 1-3-16,4-2 0 15,-1 0 5-15,2-2-7 16,-2-5-2-16,-1-1 2 16,1-4 2-16,-6 0 5 0,2-1 5 15,-4 0-4-15,-2-3-2 16,0 3-7-16,-2 1-1 16,-8-1-5-16,0 6 3 15,-3 1-8-15,-4 6-19 16,-1 0-13-16,-4 0-49 15</inkml:trace>
  <inkml:trace contextRef="#ctx0" brushRef="#br0" timeOffset="71778.42">18523 4124 78 0,'0'0'18'0,"0"0"-15"0,0 0-3 0,0 0 1 16,0 0 3-16,0 0-1 16,0 0-1-16,0 0-1 15,-19 40 0-15,19-32 3 16,0-3 4-16,4-1 7 16,3-1-1-16,2-2 6 0,1-1 4 15,2 0-8-15,0 0-11 16,1 0 2-16,-3-6-3 15,3-2 5-15,-3-1 2 16,0-1 2-16,-5-1 5 16,-1 1 0-16,0-3-2 15,-4 2-3-15,0 0-5 0,-2 2-7 16,-4 3-2-16,-5 1 3 16,-3 3-12-16,-2 2-19 15,-2 3-4-15,-2 4-44 16,2 0-52-16</inkml:trace>
  <inkml:trace contextRef="#ctx0" brushRef="#br0" timeOffset="72490.48">18573 4449 107 0,'0'0'7'0,"0"0"-2"16,0 0 3-16,0 0-1 0,0 0-5 15,0 0 0-15,0 0-1 16,0 0-2-16,0 0 2 0,-38 35-1 16,32-27 0-16,1 2 0 15,0-2 0-15,3 1 1 16,0 1-1-16,2-2 1 16,0 1 0-16,0-1 1 15,0-2 0-15,0 1-1 16,2 0 0-16,1-1 1 0,4-4-2 15,0 0 17-15,-1-1 8 16,2-1-12-16,2 0-6 16,-3 0-5-16,1-1 1 15,-1-5-2-15,3-1 2 16,-2 0-1-16,-3-1 4 0,0-2 5 16,1 0-1-16,-3-1-1 15,1 0 1-15,-2 2-4 16,-2-1-1-16,0 1-1 15,0 2 3-15,0 1-4 16,-3 1 0-16,-3 3 1 0,-6 2-12 16,1 0-14-16,-3 0 5 15,0 2-9-15,-1 6-10 16,3-2-5-16,1 1-11 16</inkml:trace>
  <inkml:trace contextRef="#ctx0" brushRef="#br0" timeOffset="73864.92">19659 2966 125 0,'-2'0'3'0,"-2"0"-1"0,3 0 1 16,-1 0-2-16,0 0-2 15,0 0 1-15,0 0 0 16,-2 5 0-16,0 2 0 16,2 4 0-16,-1 1 0 0,-1 3 0 15,2-1 0-15,0 0 1 16,2-1-1-16,0 0 1 15,0-1 0-15,1-1 3 16,6-4 3-16,-2 0-2 16,3-3 0-16,-1-1 3 0,4 0 5 15,-2-3 0-15,1 0-3 16,3 0 1-16,-2 0-5 16,-1-3-1-16,2-2-3 15,-6-3 4-15,1 1 4 16,-5-4 3-16,0 1 0 15,-2-3-3-15,0-1-3 0,0 0-2 16,-2-2-3-16,-5 2 4 16,1 3-6-16,-3 2 0 15,2 3-4-15,-2 5-23 16,-1 1-41-16,2 0-47 16</inkml:trace>
  <inkml:trace contextRef="#ctx0" brushRef="#br0" timeOffset="74490.49">19733 3627 71 0,'0'0'6'0,"0"0"0"15,0 0 1-15,0 0 9 0,0 0 8 0,0 0-2 16,0 0-7-16,0 0-8 16,0 0-6-16,0 0-1 15,0 0 2-15,-26 40-3 0,19-28 2 16,2 1-1-16,2 0 0 15,0 0 1-15,3-2 0 16,0 1 2-16,0-3 0 16,5 0 0-16,3-2-1 15,-1-3-3-15,2 1 1 0,2-3 2 16,2-2 2-16,-3 0-3 16,2 0 5-16,-1-1-2 15,0-6 4-15,-4 0 9 16,-1-3 5-16,-2 0-1 15,-2-1-3-15,-2 1-2 16,0-2-5-16,0 1-8 0,-1 0-4 16,-5 1 4-16,-3 1-2 15,-4 7-8-15,-2 0-19 16,-4 2-29-16,0 0-74 16</inkml:trace>
  <inkml:trace contextRef="#ctx0" brushRef="#br0" timeOffset="75159.85">19782 4246 0 0,'0'0'132'0,"0"0"-114"0,0 0 7 0,0 0-18 15,0 0-3-15,0 0-3 16,0 0-2-16,0 0 1 0,-46-16 1 15,37 21-2-15,-3 2 1 16,0 3-1-16,3 1 0 16,1 0 0-16,1 1 0 15,3-2-1-15,2 1 2 16,2-1 0-16,0 0-3 16,0-3 1-16,5-4 4 0,5 1-2 15,0-1 1-15,3-1 4 16,0-2 1-16,1 0-4 15,-1 0 0-15,1 0 1 16,-1-5-1-16,-3 0 1 0,0-4 11 16,-5 1 8-16,1-2 2 15,-4 0-6-15,-2-3-2 16,0 2-2-16,0-1-4 16,-2 1-11-16,-6 1 0 15,1 3-1-15,-5 4-8 0,-1 3-28 16,0 0-52-16</inkml:trace>
  <inkml:trace contextRef="#ctx0" brushRef="#br0" timeOffset="75727.8">19751 4660 49 0,'0'0'5'0,"0"0"-1"0,0 0 0 16,0 0 1-16,0 0-2 0,-32 42 1 16,28-35 1-16,-2 4 3 15,4-4 2-15,1 2-4 16,1 0 2-16,0-1 1 15,0-1 0-15,2 0-1 0,5-1 3 16,-2 0 3-16,6-1 1 16,-2 0 6-16,0-3-11 15,2-1-5-15,0-1-1 16,0 0 2-16,-1 0-2 16,-2-3 4-16,-1-4 8 0,-1 0 1 15,0-1-1-15,-2-2 2 16,-4 0-3-16,0 1-5 15,0 0-3-15,0 0-4 16,-4 0-5-16,-4 3 1 16,-4 3 2-16,-2 0-18 0,-7 3-22 15,1 0-24-15,-3 0-100 16</inkml:trace>
  <inkml:trace contextRef="#ctx0" brushRef="#br0" timeOffset="76452.98">20434 3348 51 0,'0'0'2'0,"0"0"3"0,-46 19 7 16,29-11 5-16,1 4 2 15,2-1-5-15,2 3-5 0,4-1-5 16,1 0-2-16,4 0 0 15,3-2 1-15,0-1 3 16,0-2 0-16,4-2 2 16,7-3 4-16,0-3 12 15,3 0 4-15,1 0-10 0,2-4-11 16,0-6-1-16,-2-1 3 16,-5-2 2-16,1 0 2 15,-5-1 3-15,-2 1-4 16,-4 0-6-16,0 2-5 0,0 4-3 15,-10 1-1-15,-4 6-26 16,-3 0-9-16,-2 7-35 16,-3 3-6-16</inkml:trace>
  <inkml:trace contextRef="#ctx0" brushRef="#br0" timeOffset="76954.78">20465 3868 155 0,'0'0'10'0,"0"0"-8"0,0 0-2 0,0 0-2 16,0 0 0-16,0 0 1 0,0 0 1 15,0 0 0-15,0 0 0 16,0 0 0-16,0 41 1 15,0-36-1-15,6 2 0 16,0-4 2-16,3 0 0 16,-1-1 6-16,1-2 15 0,1 0-10 15,2 0-7-15,-3-4 2 16,0 0-2-16,-1-3 1 16,-2 0 4-16,-2-2 4 15,-2-1 1-15,-2-1-4 16,0 0-7-16,-2-1-5 15,-5 3 5-15,-7 3-13 0,-5 4-19 16,0 2-4-16,-3 0-22 16,1 4-21-16</inkml:trace>
  <inkml:trace contextRef="#ctx0" brushRef="#br0" timeOffset="77408.08">20501 4249 173 0,'0'0'3'0,"0"0"-3"0,0 0 1 15,0 0-1-15,0 0 1 16,0 0 0-16,-17 44-1 0,17-37 1 16,0 2-1-16,0-1 2 15,3-2 0-15,6-3 2 16,0-2 12-16,2 0 7 15,3-1-10-15,1 0-6 0,2-1-1 16,-3-7 0-16,1-2 1 16,-3-3 4-16,-1 2 6 15,-2-5 2-15,-5 0 1 16,-2 2-8-16,-2-2-5 16,0-1-5-16,-4 3-4 15,-9 3-9-15,0 1-17 0,-3 0-35 16,3 1-80-16</inkml:trace>
  <inkml:trace contextRef="#ctx0" brushRef="#br0" timeOffset="77993.12">21009 3312 74 0,'0'0'4'0,"0"0"-1"0,0 0 2 15,0 0 4-15,-39 22 2 0,36-12-5 16,-1-1-1-16,2-1 1 16,2 1 1-16,0-1 2 15,1-2 0-15,6-2 2 16,1-1 4-16,4-2 11 16,1-1-4-16,2 0-6 0,-1 0-9 15,3-5-3-15,-6-2-1 16,0-2 2-16,-1 1 3 15,-4-2 2-15,-2 1-2 16,-2-1 1-16,-2 3-4 16,0 0-5-16,-2 3 1 0,-8 1-6 15,-2 3-9-15,-1 0-10 16,-2 6-23-16,0 3-32 16</inkml:trace>
  <inkml:trace contextRef="#ctx0" brushRef="#br0" timeOffset="78493.5">21070 3735 157 0,'0'0'4'0,"0"0"18"0,0 0-6 16,0 0-10-16,0 0-5 15,0 0-1-15,0 0 0 0,0 0 0 16,0 0 0-16,0 0 2 15,-29 11-1-15,28-6 0 16,0 0 1-16,1 1-1 16,0-2 0-16,1-1 1 15,7 0 7-15,0-2 9 0,3-1 7 16,2 0-13-16,0 0-4 16,0-5-2-16,0-1 2 15,0-3 5-15,-4 1 2 16,-2-2-1-16,-4 0-2 15,-1 1-3-15,-2 0-4 16,0 1-4-16,-2 1-2 0,-5 0 0 16,-5 6-9-16,-1 1-12 15,-3 0 1-15,-1 8-13 16,-1 2-24-16,2 0-38 16</inkml:trace>
  <inkml:trace contextRef="#ctx0" brushRef="#br0" timeOffset="78809.75">21031 4024 88 0,'0'0'7'0,"0"0"11"0,0 0 5 0,0 0 8 15,0 0 0-15,45 13-8 16,-34-13 5-16,-1-7-1 16,0 0-2-16,0 0 0 0,-4-2-6 15,1 1-1-15,-5 2-1 16,-2-1-6-16,0 3-10 15,-2 1-8-15,-11-1-45 16,-8 2-72-16</inkml:trace>
  <inkml:trace contextRef="#ctx0" brushRef="#br0" timeOffset="79594.17">18359 3225 123 0,'0'0'3'0,"0"0"21"0,0 0 8 0,0 0-9 0,0 0-6 15,0 0-12-15,0 0 4 16,0 0-4-16,0 0 1 16,0 0 0-16,45-33-5 15,-25 29-1-15,7 1 0 0,6 0 1 16,6-1 0-16,5-3 0 16,6 0 0-16,4-2 0 15,4-2 1-15,7-2-2 16,3 0 1-16,3 0-1 15,1-1-1-15,2 0 4 16,-3 3-3-16,-7 1 0 0,-5 4-11 16,-9 2-21-16,-12 4-9 15,-11 0-29-15</inkml:trace>
  <inkml:trace contextRef="#ctx0" brushRef="#br0" timeOffset="79984.71">18453 3300 186 0,'0'0'2'0,"0"0"0"0,0 0-1 0,0 0-9 0,0 0 0 15,0 0 12-15,0 0 3 16,58 23-4-16,-31-12-1 16,4 1-2-16,3 3 1 0,3-1-2 15,6 2 0-15,3 2 0 16,7-2 10-16,5 2-2 15,6-2-3-15,0 0-1 16,2-2-1-16,-1 2 0 16,-6-5-1-16,-4-1-1 0,-5 0 2 15,-11-1-15-15,-8-1-5 16,-10 0-37-16</inkml:trace>
  <inkml:trace contextRef="#ctx0" brushRef="#br0" timeOffset="80298.39">18531 3763 278 0,'0'0'-8'15,"0"0"5"-15,0 0 6 16,33-47-6-16,1 23 5 16,8-6-1-16,8-7-1 0,5-4 6 15,6-4-6-15,3-3 0 16,3-1 1-16,1-2 0 16,3 1-1-16,0 2 0 15,-1 1 1-15,-3 5-1 16,-3 2-3-16,-7 7-29 0,-7 6-47 15,-13 10-61-15</inkml:trace>
  <inkml:trace contextRef="#ctx0" brushRef="#br0" timeOffset="80605.78">18662 3973 305 0,'0'0'-3'16,"15"-38"4"-16,9 11 1 15,12-7 4-15,8-6 1 0,8-3-3 16,8-3 1-16,7-3-1 15,2 1-2-15,2 0-1 16,6 1 0-16,-5 3-1 16,3 1-4-16,-5 4-16 15,-4 7-13-15,-10 7-60 0,-15 9-81 16</inkml:trace>
  <inkml:trace contextRef="#ctx0" brushRef="#br0" timeOffset="80902.8">18491 4199 292 0,'0'0'3'15,"0"0"-7"-15,0 0 6 16,67-28-1-16,-23 9-1 16,12-4-2-16,9-4-1 0,11-1 3 15,5-4 2-15,10 0-2 16,5 1 3-16,3-3-2 16,-1 1-1-16,-9 5 0 15,-8 5-27-15,-14 3-55 16,-15 6-96-16</inkml:trace>
  <inkml:trace contextRef="#ctx0" brushRef="#br0" timeOffset="81174.71">18696 4675 217 0,'0'0'-5'0,"0"0"5"0,67-3 2 15,-24-10 13-15,11-4 1 16,4-4-3-16,12-2-2 16,5-2-4-16,6 0-4 15,2 0-2-15,-1 2 0 16,-2 3 0-16,-4 1-3 0,-11-1-35 15,-7 0-82-15</inkml:trace>
  <inkml:trace contextRef="#ctx0" brushRef="#br0" timeOffset="81571.69">19596 3151 219 0,'0'0'5'0,"0"0"-7"15,0 0-6-15,0 0 9 16,35 44 2-16,-13-23-2 16,7-1-1-16,5 3 3 15,6 3 1-15,4 1 7 0,4-2-4 16,7 2 2-16,5-3-5 16,-2 1 0-16,3-3 0 15,-3 2-3-15,-4-5-1 16,-10 1 1-16,-8-2 0 15,-8 0-1-15,-9-2-4 16,-12 0-19-16,-7-2-32 0,-7-3-37 16</inkml:trace>
  <inkml:trace contextRef="#ctx0" brushRef="#br0" timeOffset="81843.44">19750 3780 305 0,'0'0'-12'0,"0"0"1"15,0 0 4-15,0 0 9 16,48-24-1-16,-19 10-1 16,5-5 0-16,7-2 6 15,8 0-1-15,2-2-1 16,4-1-3-16,1 0 2 15,-2-2-3-15,-3 4 1 0,-4 0 0 16,-2 3-3-16,-7 4-16 16,-5 5-23-16,-10 9-34 15,-10 1-60-15</inkml:trace>
  <inkml:trace contextRef="#ctx0" brushRef="#br0" timeOffset="82184.74">19700 4414 193 0,'0'0'2'15,"0"0"2"-15,0 0 2 16,0 0 39-16,0 0-16 0,0 0-6 15,45-40-12-15,-15 12-3 16,6-5-2-16,5-7-1 16,3-4 1-16,6-3-2 15,0-4 1-15,3 1-2 16,0-2 0-16,1-3-1 0,-1-1-2 16,-3 2 1-16,2 2-2 15,-2 2 1-15,-2 4-3 16,-4 11-10-16,-6 8-10 15,-6 10-4-15,-12 11-19 16,-9 6-49-16</inkml:trace>
  <inkml:trace contextRef="#ctx0" brushRef="#br0" timeOffset="82455.14">19930 4429 209 0,'0'0'2'0,"47"-44"12"16,-18 19 10-16,5-4-9 15,1-2-4-15,5-3-4 16,1-3-3-16,1 0 0 15,-2-1-4-15,-4-2 1 16,3 4-4-16,-6-2-24 0,-4 0-49 16,-2-2-64-16</inkml:trace>
  <inkml:trace contextRef="#ctx0" brushRef="#br0" timeOffset="82789.61">20227 3296 235 0,'0'0'-37'15,"0"0"49"-15,0 0-10 16,44-3-3-16,-14 3 2 15,6 6 5-15,8 1-1 0,3 1 0 16,5 2 7-16,5-2-7 16,2 1 2-16,0 0-4 15,0 0-1-15,-3-1-1 16,-4-1 0-16,-3 0 1 16,-6 0-2-16,-6 0 0 15,-5 2 1-15,-5 1-1 0,-5 1-5 16,-6-1-43-16,-11 0-50 15</inkml:trace>
  <inkml:trace contextRef="#ctx0" brushRef="#br0" timeOffset="83066.73">20459 3746 222 0,'0'0'16'16,"0"0"-4"-16,37-35 5 16,-13 16-6-16,10-5 2 0,0 4-1 15,8-4-7-15,5 4-1 16,2 3-4-16,2 0 0 15,0 8-3-15,-5 1-21 16,-9 8-57-16,-13 0-79 16</inkml:trace>
  <inkml:trace contextRef="#ctx0" brushRef="#br0" timeOffset="83316.92">20514 4095 244 0,'0'0'12'16,"0"0"12"-16,0 0 6 15,0 0-13-15,0 0-5 16,0 0-7-16,7-49 2 0,15 32 5 16,2-5-4-16,5 1-3 15,5 1-4-15,3 0-1 16,5 2 1-16,0 1-2 15,1 1-21-15,-1 2-23 16,-3 2-3-16,-7 4-68 0</inkml:trace>
  <inkml:trace contextRef="#ctx0" brushRef="#br0" timeOffset="83544.1">20569 4208 321 0,'0'0'5'15,"0"0"-1"-15,0 0-7 16,0 0 6-16,43-40 2 0,-15 24 1 16,4-1-3-16,7 0-3 15,3 2 1-15,7-1-1 16,-5 2-8-16,-1-2-52 15,-5 5-96-15</inkml:trace>
  <inkml:trace contextRef="#ctx0" brushRef="#br0" timeOffset="83780">20561 4361 305 0,'0'0'7'0,"0"0"0"16,0 0-5-16,0 0-4 15,48-34 5-15,-16 14 0 0,9-1-2 16,4 1 0-16,3-4 2 16,0 1-18-16,0 3-3 15,-6 0-18-15,-4 2-24 16,-9 0-9-16</inkml:trace>
  <inkml:trace contextRef="#ctx0" brushRef="#br0" timeOffset="83964.18">20804 4212 290 0,'0'0'9'0,"0"0"-7"15,0 0-8-15,0 0 5 16,61-25 8-16,-23 12-6 16,4-6 0-16,4 1-34 15,-3-5-137-15</inkml:trace>
  <inkml:trace contextRef="#ctx0" brushRef="#br0" timeOffset="85778.98">21288 3638 67 0,'0'0'15'0,"0"0"-7"0,0 0-6 0,0 0 0 0,0 0-2 15,0 0-2-15,0 0 1 16,0 0 1-16,0 0 1 16,0 0 1-16,0 0-1 15,0 0 0-15,-10 0 3 0,10 0 7 16,0 0 1-16,0 0-6 15,0 0-5-15,0 0 1 16,0 0 0-16,0 0-1 16,0 0 0-16,0 0 0 15,0 0 2-15,0 0 7 0,0 0 2 16,0 0 4-16,0 0-6 16,0 0 0-16,0 0-4 15,0 0-1-15,6 0-5 16,1 0 1-16,4 0 0 15,3 0 0-15,3-1-1 16,3-1 0-16,7 1 0 0,1-3 0 16,5 1-3-16,5-3 5 15,0 2 0-15,2-2-1 16,-3 1-3-16,3-1 4 16,-3 0 0-16,1 0-1 0,-4 2 3 15,1 0-3-15,-1-1 1 16,-1 3-1-16,-4-2 0 15,-5 2 0-15,-1-1 1 16,-4 2 0-16,-2-1-1 16,-8 1 2-16,1 0 0 15,-2-1-1-15,-5 1 2 0,-3-1 0 16,2 2-3-16,-2 0 0 16,0 0 0-16,0 0-2 15,-3 0-28-15,-6 0-47 16,-2 0-16-16</inkml:trace>
  <inkml:trace contextRef="#ctx0" brushRef="#br0" timeOffset="86319.34">21917 3443 64 0,'0'0'12'0,"0"0"3"0,0 0-7 0,0 0-5 0,0 0 4 16,0 0-1-16,0 0 3 15,0 0-3-15,0 0 1 16,0 0 2-16,0 0-2 0,0 0 3 16,1 19-2-16,3-15-1 15,2 1 2-15,-1-1-4 16,4 2 1-16,-2-1-2 15,3 2 2-15,2-4-2 16,-3 4 1-16,3-2 0 16,1 0-2-16,-1-1-1 0,0 2 0 15,1-1 0-15,-5 1-2 16,1-3 0-16,-1 3 1 16,-5 0 1-16,-1-2-1 15,-1 2 1-15,-1 1 2 0,0 1 6 16,-6 5 6-16,-8 4-14 15,-9 6 4-15,-7 7-6 16,-8 4 1-16,-4-1-68 16</inkml:trace>
  <inkml:trace contextRef="#ctx0" brushRef="#br0" timeOffset="87546.26">22607 3367 99 0,'0'0'3'0,"0"0"2"0,0 0-4 0,0 0-1 0,0 0 0 16,0 0 1-16,0 0 3 16,0 0 4-16,0 0-1 0,0 0 3 15,0 0-1-15,0 0-5 16,0 0-2-16,0 0 2 16,-20 27 0-16,15-21-2 15,1 1 1-15,0 0-2 16,0 0 0-16,0 0 1 15,-1 3-1-15,1-2 0 0,0 1 0 16,3 2-1-16,1-4 3 16,0 2-1-16,0-2 0 15,0 3-2-15,5-3 3 16,1 3 1-16,1-4 7 16,2 0-4-16,2 0-3 0,-2-1-2 15,2-1 0-15,2-4 0 16,-1 2 2-16,3-2 0 15,-2 0-1-15,0 0 2 16,1 0-2-16,-2-2-1 0,1-2 4 16,-6-1 3-16,1-2-1 15,0-1 2-15,-1 2-3 16,-1-1-3-16,-2 0-1 16,-1 0 0-16,0-3 2 15,-2 3-1-15,1 0 3 16,-2-2-3-16,0 1 0 0,0 1-1 15,0 0-1-15,-4-2-2 16,-1 5 6-16,-4-3-8 16,0 2 3-16,0-2-3 15,0 2 3-15,1 1 0 0,-1 0 0 16,2 2-1-16,2 0 0 16,-2 1 0-16,0 1-1 15,-1 0-6-15,1 0-17 16,-3 4-9-16,-1 1-25 15,4 0-21-15</inkml:trace>
  <inkml:trace contextRef="#ctx0" brushRef="#br0" timeOffset="88155.89">22964 3449 101 0,'0'0'14'0,"0"0"-5"0,0 0 2 0,0 0 16 0,0 0 3 16,0 0-8-16,0 0-10 15,0 0-3-15,0 0-5 16,0 0-6-16,0 0 5 15,0 0-1-15,2 6-1 16,-1-3-1-16,0 1 1 16,0 2-1-16,0 1 1 0,0 0-1 15,0 2 0-15,1 0 0 16,-2 1 4-16,0-1-4 16,0 2 2-16,0 1 1 15,0-1-2-15,0-1 0 16,0 0 0-16,0-2 0 0,0 0 0 15,0-1 1-15,0 1-2 16,0-1 0-16,0-4 1 16,0 1 1-16,0-1-2 15,2 0 0-15,-2-3 1 16,0 1 0-16,0-1 1 0,0 0 0 16,0 0-2-16,0 0 1 15,0 0-1-15,0 0-31 16,0 0-62-16</inkml:trace>
  <inkml:trace contextRef="#ctx0" brushRef="#br0" timeOffset="88588.79">22984 3493 91 0,'0'0'12'0,"0"0"-9"0,0 0-3 0,0 0 2 16,0 0 0-16,0 0 0 15,0 0 1-15,0 0 2 16,0 0 0-16,0 0 5 15,0 41 0-15,0-32 2 16,0-2 2-16,1 4-6 0,-1-3 0 16,5 1-2-16,-5 0-1 15,0 0 0-15,1 0 0 16,-1-1 0-16,0-1 1 16,0 0 2-16,0-3 2 15,0 2-2-15,1-5 2 0,-1 2 0 16,1-2 3-16,-1 1-2 15,0-1 2-15,0-1 3 16,0 0-3-16,0 3-6 16,0-1-5-16,-3-2-12 15,-8-9-107-15</inkml:trace>
  <inkml:trace contextRef="#ctx0" brushRef="#br0" timeOffset="91472.19">8395 9000 66 0,'0'0'43'0,"0"0"-35"0,0 0 17 0,0 0-2 16,0 0-12-16,0 0 6 16,0 0-2-16,-29-37-5 15,25 31 4-15,-1 3-6 0,3-1-5 16,-1 1-3-16,1 0 1 15,0 2-1-15,-2-2 0 16,0 0 0-16,1 0 1 16,-1 1 2-16,-4-3-2 15,4 2 1-15,-4-2 5 16,3-1-1-16,-4 3-3 0,0-3 0 16,0 2-1-16,0 0 1 15,-2 1-1-15,0 0-1 16,0 1 2-16,-1-1-1 15,-1 1 0-15,1-1 1 0,-1 2 0 16,1 1-1-16,-2 0-2 16,2 0 1-16,-1 0-2 15,0 6 0-15,0 1 0 16,-1 0 0-16,-3 2 0 16,1 2 1-16,-1-1-1 15,2 1 1-15,-3 0-2 0,1 1 4 16,0-1-4-16,2 5 2 15,-1-1 0-15,1 1 0 16,-1 2 0-16,-2 1-1 16,2 1 1-16,-1-2-3 15,1 1 2-15,-1-1 1 0,0-1-1 16,1 0 2-16,1-1-1 16,2-2 0-16,-3 3 0 15,3 0 1-15,-1-1-1 16,1 1 0-16,-1 0 1 15,1 1-2-15,-1 1 2 0,1 1-1 16,2 2 0-16,-2 0 1 16,4 3-1-16,-2 1 0 15,1 2 1-15,4-1-1 16,-3-2 0-16,5 0 0 16,-2-2 1-16,4-2-1 0,2 2 0 15,0-2 2-15,0 3-2 16,0 0 0-16,0-1 1 15,1 2-1-15,6 1 0 16,-3 0 0-16,2-1 0 16,1 1 0-16,-1-1 1 0,2-2-1 15,1 0 0-15,-3-3 1 16,1-2-1-16,2-1 1 16,-2-1 0-16,-1-1 0 15,1 0-1-15,-1-1 1 16,2 3-1-16,-1-3 2 0,3 0-2 15,0 3 0-15,-2-1 0 16,3 1 0-16,-1-1 1 16,-1-2-1-16,1 0 0 15,-1-2 0-15,0 0 1 16,1 0-1-16,0-4 0 0,0 3 0 16,3-1 0-16,-1 0 0 15,-1-2 0-15,2 1-1 16,1-1 1-16,-1-1 0 15,1 1 0-15,0-2-1 16,2-2 2-16,-2 2-2 0,2-3 1 16,1 0 0-16,1-1-2 15,0 1 1-15,2-3 1 16,1 0 0-16,2 0-2 16,0 0 3-16,-2 0-3 15,1 0 2-15,-2 0 0 0,2-3 0 16,-2-1 1-16,0-2 0 15,1 0 0-15,1 0 0 16,-2-3-1-16,2 1 2 16,-1-2-2-16,0 1 0 15,-1-1 0-15,1-3 0 16,-2 2 0-16,4-2 1 0,-2 0-2 16,-2-2 1-16,2-1 0 15,1-1 1-15,0-1-1 16,-2-1 0-16,1-1 0 15,0 3 0-15,0-1 0 16,-1 0-1-16,0 2-5 0,1 0 1 16,-1 2-2-16,-1-2-2 15,-1 2 5-15,1 0 2 16,-2-1-3-16,-1 0 5 16,-1 1 0-16,0-2 0 15,-1-1 2-15,1 0-4 0,-1-1 4 16,-2-1-2-16,1-1 0 15,-2 1 0-15,-2-3 0 16,-1 2 0-16,0-1 0 16,-3 1 0-16,1-1 1 15,-2-3-1-15,-1 2 0 0,-3-3 0 16,0-1 0-16,0-1 0 16,0 0 0-16,0 1 0 15,-10-1 0-15,2 2 2 16,-3 1-2-16,-3 3 0 15,-1 1 1-15,-1 0 1 0,1 0 1 16,-3 4 1-16,3-2-2 16,-2 1-2-16,2 0 1 15,-1 0-1-15,1 0-1 16,-1-1 1-16,1 0 0 16,-1 1 0-16,1-1 0 15,0-2 0-15,0 1 0 0,-3 1 0 16,5 1 1-16,-3 3-2 15,1 2 4-15,-2 1 4 16,2 1 4-16,1 4-10 16,-3-1-2-16,1 0 2 15,-2 3 0-15,1-1-1 0,0 0-1 16,0-1 1-16,-3-1 0 16,2 4 0-16,-3-1 0 15,3 1 0-15,-3 0-3 16,0 2 0-16,1 1 0 15,0 0 0-15,0-3 2 0,-1 3 0 16,0 0 2-16,0 0 0 16,-4-3-1-16,1 3 0 15,-3-1 2-15,3-1-4 16,-5 2 4-16,2 0-2 0,0 0-3 16,0 3 2-16,0 4 0 15,0 0 0-15,3 1 0 16,-2 1 1-16,3-1 0 15,0 0 1-15,2-1-1 16,0 2 1-16,-2-1 0 16,3 2 0-16,-2 0-1 0,2 2 1 15,-1 0-3-15,4 3 3 16,-1-4 0-16,0 4 1 16,3-3-2-16,2 2 0 15,-1-1 0-15,3 1 1 16,0 2-1-16,-1-1 0 0,1 4 0 15,1 1 0-15,2 0 0 16,2 2 0-16,4 1 0 16,2 1 0-16,4-7-1 15,12-7-39-15,5-10-114 16</inkml:trace>
  <inkml:trace contextRef="#ctx0" brushRef="#br0" timeOffset="95159.3">19720 2883 20 0,'0'0'2'0,"0"0"12"0,0 0 2 0,0 0-7 15,-38-27-1-15,33 21 6 16,1 0-5-16,-1 2 0 15,0-3 1-15,1 1-2 16,-1-1-1-16,2 1 0 16,-2 1-1-16,-1-2 0 15,1 1-3-15,-2 0 4 0,0 1-1 16,0 0-2-16,-1 1-1 16,-1 1 0-16,0 3-2 15,0-2 0-15,-1 2 0 16,-2 0-1-16,5 0 1 15,-3 0-1-15,0 2 0 0,3 1 0 16,-3 3 0-16,0 1 0 16,1 0 0-16,-2-1 0 15,-2 2 0-15,1-1 0 16,0 0 1-16,-2 2-1 0,0 1 0 16,0 0 0-16,0 0 1 15,-1 1-1-15,1 3 0 16,0-1 1-16,-1 0-1 15,2 4 0-15,1-3 0 16,-1 3 1-16,0-1-1 0,1 2 1 16,-2 2-1-16,3 0 2 15,0 1-2-15,-1 2 1 16,1 0-1-16,1 0 1 16,2-3 0-16,-2 1 0 15,1-3-1-15,1-1 1 16,2 2-1-16,0-2 0 0,0 0 1 15,1 1 0-15,-1 1 0 16,2 0 0-16,-1 1 0 16,3 0 0-16,-2 3 1 15,-2-2 1-15,3 2-2 16,-1 1 2-16,-1 0 1 0,1-1 1 16,1 4-1-16,-2-4-1 15,1 2 0-15,0 0-2 16,2 2 0-16,-3-2 1 15,1 1-2-15,3 1 0 16,0-2 1-16,0-1 0 0,1 0 0 16,0 0-1-16,0-2 1 15,0 2 1-15,0-4-2 16,0 1 0-16,0-1 1 16,0 0-1-16,0 0 2 15,0 0-2-15,0 0 1 0,0-2-1 16,3 3 1-16,-3-1-1 15,2 0 1-15,1 0-1 16,1 1 0-16,-2-1 1 16,1-1-1-16,1 1 1 15,0 1 0-15,-1-1 0 0,2 0-1 16,1-2 1-16,-2 2-1 16,-1 0 1-16,3-3 0 15,-2 3 0-15,1-3-2 16,1-1 1-16,1-1 1 15,0 2-2-15,0-3 2 0,1 1 2 16,1-1-2-16,0 0 1 16,0 3 1-16,0-3-2 15,0 2 0-15,0-1 0 16,-1 1-1-16,3 1 0 16,-1-3 1-16,1 2-1 15,0-2-2-15,1-1-1 0,2 2 4 16,0-3-2-16,0 1 3 15,-1-2 0-15,1 3 2 16,0-2-3-16,-1-1 1 16,0 0-2-16,-1 2 0 0,2-3 0 15,-1 2 0-15,0-1 0 16,1 2 0-16,-1-2 1 16,3 0-2-16,-1-1 2 15,1 0-4-15,3 0 2 16,-2-3 4-16,2 0 1 15,1-1-1-15,1 1 1 0,0 0-4 16,0-1 2-16,0 1-2 16,1 1 1-16,-2-2-1 15,2 0 2-15,-3 1-1 16,0 1 1-16,1-2 0 0,-1 1-1 16,-1-1-1-16,2-2 3 15,-1 3-3-15,2-2 1 16,0-1 1-16,-1 0-1 15,2-1 1-15,-1 1 6 16,2-1-1-16,-4-1-2 16,4-1-3-16,-2 0 0 0,0 1-1 15,2-1 0-15,-2-1 0 16,0 0 1-16,0 2 0 16,3-1-1-16,-4-1 2 15,2 0-2-15,1 0-1 16,1 0 1-16,0 0-2 0,1 0 2 15,-2 0-1-15,2 0 0 16,0 0 1-16,-1 0-1 16,-2 0 0-16,1 0 0 15,-1 0 2-15,-1-3-3 16,2 0 2-16,-2 1 0 16,-1-1 0-16,2-3-1 0,1 2 1 15,1 0-1-15,-4-1 0 16,3 0 1-16,-1 0-1 15,-2-2 0-15,-2 0 1 16,2 0-1-16,-6 0 1 0,2 0-1 16,-2-2 0-16,2 1 1 15,-1-1 1-15,1-2-1 16,2 1 0-16,-1-1-1 16,0-1 1-16,0-1 0 15,-1-1 1-15,2 1-1 0,-2-1 2 16,-2 1-1-16,-1-3 2 15,-1 1-1-15,-2-3-1 16,-1 1-1-16,0-3 0 16,-1-1 0-16,1 0-1 15,1-1 1-15,-3 1 0 0,1-2-1 16,1 4 1-16,-3-1 6 16,-1 0 4-16,1 1-2 15,0-1 1-15,0 0-4 16,-1 0-1-16,2 0 0 15,-2 0-3-15,-1-1-3 16,2 1 2-16,-3-1-1 0,-1-1 1 16,0 0-2-16,0-1 4 15,1 2-3-15,1-1 4 16,-3 0-2-16,3 4 0 16,2 0 0-16,-3-2-2 0,2 3 2 15,3-1-2-15,-3-1 0 16,1 2 0-16,-1-3 1 15,3 2-1-15,-4-2 0 16,2 0-1-16,0-2 1 16,-1-3 0-16,0 1-2 0,0-2 4 15,-1 0-4-15,2-3 2 16,-2 2 0-16,-2 0-3 16,1 2 2-16,-1-1-1 15,0 3-1-15,0-1 7 16,-2 3-4-16,0-2 0 15,2-1 2-15,-2 0 0 0,0 0-1 16,1-2-1-16,1 1 0 16,-2-1 0-16,0-1 0 15,0 4-8-15,0-2 2 16,-2 1 4-16,-5 2-3 16,0-2 2-16,-3 3 6 0,0 1-3 15,-1 0-1-15,0 2 0 16,-2 1 2-16,1 1-1 15,-1 0-2-15,1 2 1 16,-1-2-2-16,-1 1 0 16,-1 1-2-16,0-2 3 0,-1 0-1 15,0 0-1-15,-2 1 4 16,2 0-2-16,-1 1 3 16,1 1-1-16,0 1 0 15,-1 1 0-15,1 2-1 16,1-2 0-16,-1 4 1 0,1-1-2 15,0 0-3-15,-2 0 2 16,-2 2 0-16,0-1 2 16,0 0 0-16,-2-3 1 15,0 3 1-15,0 1-2 16,-1-1 1-16,0 4 0 0,-1-4 0 16,-2 3 0-16,1 0 0 15,0-2-1-15,-2 3 2 16,2 0-2-16,-2 0 2 15,0 2-2-15,-2-2 2 16,-1 2-1-16,-2-2 0 0,0 3 0 16,-3 0 0-16,-1 0-1 15,-3 0 3-15,0 0-3 16,1 0 1-16,2 0 1 16,-6 7-1-16,1 3 0 15,-2 4-1-15,0 3-9 0,-7 0-71 16,5-4-69-16</inkml:trace>
  <inkml:trace contextRef="#ctx0" brushRef="#br0" timeOffset="96982.46">20426 5176 128 0,'0'0'23'0,"0"0"5"0,0 0-8 15,0 0-8-15,-1-1-5 0,0-1 1 16,0 1 2-16,0 1-2 15,0-1-2-15,-1 0-1 16,1 1-1-16,0 0 1 16,-1 0-4-16,0-2 1 15,1 2-1-15,1 0-2 0,-1 0 2 16,1 3-1-16,-1 2 1 16,1 3-1-16,0-1 2 15,0 1-2-15,0-1 1 16,0 4 1-16,0-2-1 15,0 1-1-15,0 0 1 16,1-1-1-16,1 2 1 0,0-3 0 16,-2 0-1-16,2 2 1 15,-2-2-1-15,1 2 0 16,-1-2 0-16,0 1 0 16,0-1 1-16,0-1-1 15,0-1 0-15,0 0 0 16,0-1 0-16,0 0 0 0,0-1 0 15,0-1 1-15,0 0-1 16,0-2 0-16,0 2 1 16,0-2-1-16,0 1 0 15,0-2 0-15,0 0 0 16,1 0 0-16,-1 0 1 0,0 0 0 16,0 0-1-16,0 0 1 15,0 0-1-15,0 0 1 16,0 0-1-16,0 0 2 15,0 0-1-15,0 0 1 16,0 0 2-16,0 0-2 0,0 0-2 16,0 0 1-16,0-3-1 15,0 0 0-15,0-1 0 16,0 1 0-16,0 0 0 16,0-1 0-16,0 0-3 15,0-1 2-15,0 1 0 0,3 0 0 16,3-2 0-16,2 2-1 15,0-1 6-15,-2 0-6 16,1 1 3-16,0 0 1 16,-2-1-2-16,0 1 1 15,-1 0-1-15,2-1 0 0,-3 1 2 16,4 1-4-16,-1-1 2 16,0 1-1-16,1 1 0 15,-2 0 2-15,2-1-1 16,-2 3 0-16,0-1 1 15,0 0-1-15,-2 0 0 0,1 1 0 16,3 0 0-16,-4 0 0 16,2 0 0-16,0 0 0 15,2 0 0-15,-1 0 0 16,2 0-1-16,-2 0 1 16,-1 0 0-16,-1 0 0 15,0 2 1-15,-2-1-2 0,-2 1 1 16,1 1 0-16,0-1 1 15,-1 1-1-15,1 1 2 16,-1 1 0-16,0-2 0 16,0 1-1-16,0 0-1 0,1 2 1 15,0-2-2-15,-1 0 2 16,0 2-1-16,3-2 0 16,-3 2 0-16,1-1 1 15,-1 1-1-15,0-1 0 16,0 1 0-16,0 0 0 15,0 0-1-15,0 0 0 0,0 1 1 16,0 0 0-16,0-2-1 16,-1 3 1-16,-3-1-2 15,3 0-20-15,-2-4-33 16,3-2-65-16</inkml:trace>
  <inkml:trace contextRef="#ctx0" brushRef="#br0" timeOffset="97522.88">20750 5307 61 0,'0'0'20'0,"0"0"-7"0,0 0-5 16,0 0 1-16,0 0-4 16,-2 4 6-16,2-1 1 0,-2 0-1 15,0 1-2-15,0 2-6 16,2 1 3-16,-1-1 4 16,0 1-4-16,1 0-3 15,0 0 1-15,0 3 1 16,0-2-1-16,0 1-1 0,0 1-1 15,0-1 1-15,0 0-1 16,0-2 0-16,2-1 0 16,0 1-1-16,0-1 1 15,0-1-2-15,-2 0 1 0,0-2-1 16,1 1 0 0,-1 0 1-16,0-2-6 0,0-1-34 15,0-1-16-15,1 0-40 16</inkml:trace>
  <inkml:trace contextRef="#ctx0" brushRef="#br0" timeOffset="98001.21">20783 5313 28 0,'0'0'7'0,"0"0"-3"0,0 0 5 0,0 0-3 0,0 0 1 16,0 0 5-16,3 39-1 15,-3-30 0-15,0 1-3 16,0-2 1-16,0 1 2 0,0 1 1 16,0-3-1-16,0 3-3 15,0-1-1-15,2-1-3 16,-1-1-2-16,1 3 1 16,0-1-1-16,0-2-2 0,0-1 2 15,-1 0 0-15,3-1 1 16,-4-1 4-16,2 0 2 15,-2-1-4-15,1 0-1 16,-1-2 0-16,0 1-3 16,0-2 0-16,0 1 0 15,0 1-1-15,0-2-2 0,0 0-11 16,0 0-26-16,0 0-3 16,0-2-65-16</inkml:trace>
  <inkml:trace contextRef="#ctx0" brushRef="#br0" timeOffset="98421.4">20811 5337 52 0,'0'0'6'0,"0"0"3"0,0 0 3 0,0 0 5 16,0 0-10-16,0 0 0 16,0 0 3-16,0 0-1 15,7 38 1-15,-7-28 0 16,0 0-1-16,0-1 4 15,0 0-2-15,0 0-3 0,0-2 0 16,0 3-3-16,0-3-2 16,2 2-1-16,0-1 0 15,-2-1-1-15,1-2 0 16,0 2 0-16,0-3 0 16,0 2 0-16,1-2 0 0,1 0-1 15,-2-1 0-15,1 1-1 16,-1-1-14-16,0-3-35 15,-1 0-6-15</inkml:trace>
  <inkml:trace contextRef="#ctx0" brushRef="#br0" timeOffset="98798.39">20838 5371 59 0,'0'0'11'0,"0"0"-8"16,0 0 3-16,0 0 2 15,0 0-1-15,0 0-2 16,0 0 3-16,13 37 0 15,-12-29 0-15,0 1 1 16,-1-2 0-16,0 3 4 16,2-2-5-16,-2 1 1 0,0-3-2 15,2 0-1-15,-2-1-3 16,1-1-1-16,0 1-1 16,0-1 0-16,-1-1 0 15,2-2-1-15,-1 3 1 16,-1-4-3-16,0 0-11 0,0 0-31 15,0 0-28-15</inkml:trace>
  <inkml:trace contextRef="#ctx0" brushRef="#br0" timeOffset="99090.22">20835 5384 104 0,'0'0'3'0,"0"0"3"16,0 0 7-16,0 0 2 16,0 0-4-16,1 41-3 15,-1-30-2-15,0-1-1 0,0 0-3 16,0-1-1-16,0-1 1 15,0-1-1-15,2 1 1 16,0-3-1-16,2 2 1 16,-3 0-4-16,1-4-12 15,-2-3-52-15</inkml:trace>
  <inkml:trace contextRef="#ctx0" brushRef="#br0" timeOffset="100970.6">19735 3013 160 0,'0'0'-49'0,"0"0"55"0,0 0-3 0,24-38-2 16,-18 34-9-16,1-1-6 16,-4 1-2-16,0 1-4 0,-1 0 1 15,3-1-25-15</inkml:trace>
  <inkml:trace contextRef="#ctx0" brushRef="#br0" timeOffset="101440.83">19612 2878 109 0,'0'0'10'16,"0"0"0"-16,0 0-2 16,0 0-4-16,0 0 1 0,-4-35 1 15,4 29 3-15,0 0 0 16,0 2 0-16,0 0-3 16,0 1-3-16,0 2-2 15,6-1-4-15,2 1 4 16,4-1-3-16,2 1 2 0,1 0 0 15,2-1 1-15,5 2-1 16,-1-3-2-16,1 1 0 16,5-1 3-16,2 0-4 15,3-1 5-15,2-1-6 0,2 1 2 16,3-2 2 0,1 1-3-16,2-1 5 0,1 0-3 15,3-1 1-15,-3 2-1 16,3 0 0-16,2 2 2 15,1 3-1-15,4 0 1 16,2 0-21-16,-3 0-49 16</inkml:trace>
  <inkml:trace contextRef="#ctx0" brushRef="#br0" timeOffset="105305.04">19523 2896 7 0,'0'0'5'0,"0"0"-3"0,0 0 0 0,0 0 1 0,0 0 1 16,-39 9 4-16,34-9 2 15,-2 0 3-15,2 0 0 16,0 0-3-16,0 0-2 16,2 0-4-16,-1 0-2 0,0 0-1 15,0 0-1-15,2 2 0 16,-2-1 0-16,0 3 0 16,0 1 0-16,-2-1 0 15,1 3 0-15,-3 2 0 0,-1 2 2 16,-2 0-2-16,-2 2 0 15,2 4 0-15,-3 3 0 16,0 3 0-16,2 2 0 16,2 2 0-16,-1 2 0 15,1 2 0-15,2-1 0 16,-1-3 0-16,2 3 0 0,1-2 0 16,1 1 0-16,0 0 0 15,3 0 0-15,1 3 0 16,-1 3 0-16,1 1 0 15,-1 3 0-15,-1 0 0 16,-1 3 0-16,0 2 0 16,-1 0 0-16,-1 1 0 0,4 2 0 15,-1 3 0-15,3-3 0 16,0 2-2-16,0-2-1 16,0 0-3-16,0 1 0 15,0-1 2-15,0 0-3 0,0-3 4 16,2 0 2-16,-1-4 1 15,1-5-1-15,-1-2 1 16,1-2 0-16,4-2 0 16,-3-2 1-16,3 3-1 15,4-1 0-15,4 4 1 0,0 0 0 16,2 1 1-16,0-2-2 16,3 0 1-16,-4-2 1 15,1-1-1-15,-2-2-1 16,1 0 1-16,-1-1 0 15,1 0 1-15,0-1-1 0,2 0 1 16,0 0 0-16,2 0 1 16,1-4-2-16,0 2 3 15,2-3-3-15,0 0 0 16,0-1 0-16,3 0 0 16,-2-2 2-16,2-1-2 15,3-2 0-15,0-1-1 0,-1 0 1 16,3-6-1-16,-1 2 2 15,0-4-2-15,0 1 0 16,-1-2 0-16,1-1 2 16,2 0-1-16,-2 0 0 15,2 1 2-15,0 0-2 0,-3 0 1 16,0-1-1-16,-1 0 0 16,-6-1 3-16,2-1 6 15,0-1 1-15,-5 0 0 16,4 0 0-16,-1-3-3 15,3 0 1-15,-4-4-1 0,5 0-4 16,-1 1 0-16,3-2 0 16,-2-2-1-16,-1 3-3 15,1 0 0-15,-2 0 0 16,1 0 0-16,-6 2 0 16,-1-2-2-16,-1 0-7 0,0 3 5 15,-1-3-1-15,1 1 4 16,0-1-2-16,4 1-9 15,1-1 1-15,0 1 7 16,1-2 3-16,1-1 0 16,-5 1 2-16,0-3-1 15,0 0 1-15,-5-2 6 0,-2 1 9 16,1-3-3-16,-2-1-7 16,3-1-4-16,-1-2-1 15,1-2-1-15,2-2 1 16,-1-1-1-16,0 1 0 0,-1-1 0 15,1-3 0-15,-3 2 2 16,-1-1 1-16,2-2 9 16,-2-1 5-16,0 1-5 15,-1-2-4-15,0 0-3 16,2 1-1-16,-2 0 1 0,1-1-2 16,2 2-1-16,1-1 1 15,-1-2 0-15,2 1 0 16,-3 0-1-16,-1-1-1 15,0 1-1-15,-1 3 4 16,-5 0 0-16,1 3-1 0,-1 0-1 16,-3 4 1-16,0-1 0 15,-1 1-1-15,1 0 0 16,0 2-1-16,2-1 0 16,-1-2 0-16,3 1-1 15,0-1 0-15,0-2 0 16,1-1 0-16,0-2 0 0,1-1 0 15,-4 0 0-15,1-1 0 16,0 2 0-16,-2-2 0 16,-1 4-1-16,3 0 1 15,-2 1-1-15,2 1 0 16,0 0-2-16,0-1 0 0,2 2 3 16,-4-2-2-16,-2 0 1 15,0-1 0-15,0-1 0 16,0-2 2-16,-7 0 0 15,1 1 0-15,-1 1-2 16,0 3 2-16,-1 0-2 0,1 3 0 16,-3 1-1-16,2 1-1 15,1 2 7-15,-4-1-5 16,4 1-2-16,-4-2 2 16,-1 2-1-16,0-2 3 15,0 1-2-15,-2 0 2 0,0-2-2 16,-3 2 1-16,2-1 0 15,-3 2 0-15,1 0-1 16,-2-2 1-16,-1 1 1 16,1 1-2-16,0-3 2 15,-2 0-1-15,3 1 0 16,-3-1 1-16,2 2-1 0,-3 1 1 16,1-1-2-16,-2 4 2 15,3 1-1-15,-4 1 0 16,-1 3 0-16,0-1-1 15,3 2-1-15,-5 0 2 0,1 2-1 16,0-1 1-16,0 0-1 16,-1 1 0-16,0 2-1 15,2-2 2-15,-1 0-2 16,1 1 3-16,0 2-2 16,-2-2 2-16,1 0-1 0,2 1 0 15,0 1 2-15,0 1-2 16,-1 0-1-16,3 0 2 15,0 0-1-15,-3 0 0 16,0 0 0-16,0 0 0 16,0 0 0-16,-3 3 0 0,1-2 0 15,-2 3 0-15,2-2 0 16,0 1 0-16,0 1 0 16,4-2 0-16,-3 1 0 15,3 1 0-15,-2 0 0 16,2-1 0-16,-1 4 0 0,-2-1 0 15,0 1 0-15,-1 1 0 16,-1-1 0-16,1 1-1 16,0-1 1-16,5 1-1 15,-3 1 2-15,1 1-1 16,3-2 0-16,2 2 0 0,0 1-1 16,2 1 1-16,0-1 0 15,1 2 0-15,-2 1-1 16,1 2 1-16,-2-2 0 15,-2 4 0-15,-1 1-1 16,2 1 1-16,0 1 1 16,1-4-2-16,4 3 1 0,-1 0 0 15,1-2 0-15,1 2-2 16,1 0 2-16,2 0 0 16,-1 5-1-16,-1-2 1 15,2 4 0-15,0 0 0 16,2 2 0-16,1 2 0 0,0 0 0 15,2 3 0-15,1-1-1 16,-1 1 2-16,1-3-1 16,3 3-1-16,-3-1 1 15,3 1 0-15,1 2 0 16,0-1 0-16,1-1-1 0,0-1 1 16,0-2 0-16,0 0 0 15,0-2 0-15,0-1 0 16,2-2 0-16,0 2-1 15,1-1 1-15,1 0 1 16,-2 0-1-16,1 1 0 0,1-1-1 16,0 2 1-16,-1-3 0 15,1 1 1-15,3-1-1 16,-4 0 0-16,2-2 0 16,1 0 0-16,-2-1 0 15,4 1-1-15,-1-1 2 0,1 2-1 16,0 0 0-16,0 2 0 15,2-2 0-15,-5 2 0 16,1-3 0-16,-2 2 0 16,-1-5 0-16,1 1 0 15,1-3 0-15,-3 1 1 16,2-3-1-16,3 0 0 0,-2 0-1 16,3 0 1-16,2-1-1 15,0-2 1-15,-1 2 0 16,3-2 0-16,-3 0-1 15,1-1 0-15,2 1 1 0,-1-1 0 16,1 1 0-16,0-1-1 16,0 0 2-16,1 1-2 15,-1 0 1-15,2-2-1 16,-1-1 1-16,1 2-3 16,1-3 0-16,-1-2 2 15,2 1 0-15,-1-1 2 0,4-1-1 16,-4-1-1-16,0 1 0 15,1-1 2-15,-1-1 0 16,2 1 0-16,-1 1-1 16,0-1 0-16,0-2 0 0,0 3 0 15,-1 0-1-15,3-2 2 16,-1 0-2-16,-1 1 2 16,-2 0-2-16,2-2 0 15,-1 0 2-15,1 2-1 16,-2-2 1-16,3 0-2 15,-2 0 2-15,1 1-2 0,-2-1 1 16,2-1-1-16,-1 0 0 16,1 0 1-16,-1 0-1 15,3-2 1-15,-3 3 1 16,2-2 0-16,0-1 0 16,1 1-1-16,1-1 1 0,-2-1-1 15,0 0 0-15,-1 3 0 16,2-3 0-16,-4 1 1 15,1-1-1-15,-1 0 0 16,0 0 0-16,-2 2 0 16,-1-2 2-16,3 0-2 0,-1 0 0 15,1 0 0-15,-1 0 0 16,3 0 0-16,-1 0 0 16,2 0 0-16,-2 0 0 15,2 0 0-15,1-2 0 16,-2-2 0-16,-1 3-2 15,2-1 4-15,1-2-2 0,-1 1 1 16,1-1-1-16,0-1 0 16,2 0 2-16,-3-1-2 15,0 0 0-15,1-2 0 16,-1 1 0-16,-2-2 0 0,-2 1 0 16,0-2 0-16,0 0 1 15,0 0-1-15,1-1 3 16,-4 1 3-16,2 0-3 15,0-2-3-15,1 2 1 16,1-1-1-16,-3 0 0 0,3 1-3 16,-4-3-4-16,0 0-2 15,-2 3 3-15,1-4 2 16,-3 0 3-16,1-1 0 16,-2-2 2-16,4-1-2 15,-1-2 2-15,3-1-2 16,3-2-18-16,1-1-8 0,3-2-21 15,0 1-4-15,-3-1-43 16</inkml:trace>
  <inkml:trace contextRef="#ctx0" brushRef="#br0" timeOffset="112547.08">10557 13315 46 0,'-3'1'4'0,"1"-1"13"0,0 0 0 16,0 0 0-16,0 0-2 0,-1 0-3 16,0 0-2-16,1 0 0 15,0 0-1-15,0 0-3 16,-2 0-1-16,2 0-2 15,1 0-2-15,-1 0 0 16,0 0 0-16,0 0 0 0,0 0 0 16,0 0 2-16,-1 0 2 15,0 0 0-15,1 0-1 16,0 0 4-16,-2 0 0 16,1 0-2-16,1 0 0 15,0 0-1-15,0 0-3 0,-2 0 1 16,1 0-3-16,1 0 1 15,-1 0 1-15,-2 0-2 16,1 0 0-16,0 3 0 16,0-1 0-16,0 0 0 0,1 1 3 15,-1-2 0-15,1 2 0 16,-3-1-1-16,3 0 2 16,-1 1-3-16,-2 0 0 15,3 1 0-15,-3-1 0 16,0 3-1-16,0-2 0 15,-1 3 0-15,1 0 0 0,-1-1 0 16,-2 0 1-16,3-2-2 16,-1 3 2-16,1-3 1 15,0 2 0-15,0 1 1 16,1-2 0-16,-1 2-3 16,1 0 0-16,-2 1 0 0,0 0 1 15,1-1-1-15,1 2 0 16,1-2 1-16,0 0-1 15,-2 0 0-15,2 1 0 16,2-1 0-16,-2 0 1 16,-1 0-1-16,3 0 0 15,-2 0 1-15,2 2-1 0,-1-1 0 16,2 2 0-16,-2 2 0 16,2 0 0-16,-1 1 0 15,0-1 0-15,0 0 0 16,-1-1 0-16,2 1 0 15,0-2 0-15,1 0 0 0,0-2 1 16,0 2-1-16,0 0-2 16,0 3 4-16,0-3 0 15,0 3-1-15,0-1 1 16,0 1-2-16,1-2 0 0,3 1 1 16,-2-1-1-16,0 2-4 15,1-3 7-15,1 3-2 16,1-2-1-16,-1 1 2 15,-2-1-1-15,1-3 0 16,1 2 0-16,0-3 0 0,-3 2 0 16,3-2 0-16,1 0-1 15,-1 2 0-15,0-1 1 16,3-1-1-16,-3 0 1 16,3 2-1-16,-2-2 0 15,1 0 0-15,1 2-1 0,-2-2 2 16,1 0-1-16,0 1 0 15,2-1 1-15,-4-1-1 16,2 1 0-16,1-1 0 16,-1 1 0-16,0 0 0 15,0 2 0-15,1-2 2 0,0 0-2 16,2 0-2-16,-4-1 2 16,3 1-3-16,-2-2 2 15,4 1 2-15,-3 0-2 16,0-2 0-16,3 2 1 15,-2-2 0-15,2 0-1 0,1 1 1 16,-1-2-1-16,-1 1 1 16,2-2 0-16,0 1 0 15,-3 0 0-15,2 0 0 16,1 0 0-16,0-2 0 16,0 3 0-16,-1-2 1 15,0 1 0-15,1 0-1 0,-1 1 1 16,-1-1-2-16,1-2 2 15,0 3 0-15,-2-1-2 16,3 0 2-16,1 1-1 16,-1-1 0-16,0 1 0 15,1-2 1-15,1 2-2 0,1-1 1 16,-1-1-2-16,-1 0 1 16,2 0-1-16,-2 0 3 15,1-2-1-15,0 1 1 16,-1 0-2-16,1 0 0 15,0-1 0-15,1 0 0 16,-1 0 2-16,3 0-1 0,-1 0-2 16,-1 0 4-16,1 0-3 15,1 0 4-15,-1 0-2 16,1 0-3-16,0 0 3 16,-2 0-1-16,-1 0 1 0,3 0-4 15,-5 0 4-15,1-2-1 16,2 1 2-16,-2 1-2 15,3 0 1-15,-3 0 0 16,0 0-1-16,1 0 2 16,0 0-1-16,0 0-1 15,2 0 0-15,0 0 1 0,4-2-2 16,-1 0 4-16,1-1-3 16,4-1 0-16,-4-1 0 15,3-1-6-15,-4 0 5 16,4-2 1-16,-3-1-1 0,2 2-1 15,0-2 4-15,1-2 2 16,-1 0-5-16,2-1 3 16,0 0-1-16,0-1-1 15,-2-1 2-15,2 1-1 16,-2-3-1-16,2 1 1 16,-2-1-1-16,1-3 1 0,-1 1-1 15,0 0 0-15,-2-1-2 16,0-1 4-16,-1-1-2 15,-2 2 1-15,0 1-2 16,-3-1 1-16,1 0-1 16,-2 0 1-16,0 1 1 0,-3-1-1 15,-2-1 1-15,2 2 1 16,-5-1-1-16,-3 1-1 16,-1-2 2-16,0-1-1 15,0 1 0-15,-8-3 3 16,-3 4-1-16,0-3 2 15,-2-1-1-15,1 5-2 0,-2-2-1 16,0 4 1-16,0 0-1 16,-1 3 1-16,-1 1 0 15,0 2 0-15,-4 0-2 16,2 2 3-16,-4-1-1 0,3 2 0 16,0 0 0-16,-1-2-1 15,2 1 0-15,0-2-1 16,-2 0 1-16,2 0-1 15,-4 2 0-15,1-2 1 16,-1 1-2-16,-4 3 1 16,-1 0-4-16,2 1 5 0,0 1 0 15,-2 0 1-15,3-1-1 16,0 1 0-16,3 0-1 16,1-3 0-16,2 2 1 15,0-2-1-15,0 3 2 0,0-1-4 16,3 0 4-16,-5 2-2 15,3 2-3-15,0 1 3 16,-4-2 0-16,4 2 1 16,-1 0-1-16,1-1 2 15,-1 1-1-15,1-1-1 16,2-1 1-16,-1 1-1 0,1-1 0 16,-4-2 0-16,2 1 1 15,1 2-1-15,-1-1 0 16,1 0 0-16,-1 0 0 15,0-1 0-15,2 1 1 16,-1 0-1-16,1-1 0 0,-3 0 1 16,-1 2-1-16,0 0 1 15,-4 0-1-15,0 1 0 16,0 0-1-16,-2 0 0 16,0 5 0-16,-2 2-1 0,1 3 3 15,1 4-2-15,3 2-10 16,-3 4-13-16,0-1-17 15,-4-2-74-15</inkml:trace>
  <inkml:trace contextRef="#ctx0" brushRef="#br0" timeOffset="113962.25">17984 6778 50 0,'0'0'11'0,"0"0"20"0,0 0-11 0,0 0-2 16,0 0-1-16,0 0-3 16,0 0-1-16,0 0 2 15,0 0 0-15,0 0 6 16,0 0-3-16,0 0-2 0,-19-7-7 15,19 7-3-15,0 0-5 16,0 0-2-16,0 0 1 16,0 6 0-16,0 1-2 15,0 4 4-15,5-2-5 16,0 2 2-16,3 1-1 0,-2-1 0 16,3 0 0-16,-1-1 2 15,0-1-2-15,1 2 4 16,0-1-2-16,0-1 1 15,0-1-1-15,-2 1 0 16,2-1-1-16,0 2-20 16,-2-4-26-16,2-2-14 0,-3-1-18 15</inkml:trace>
  <inkml:trace contextRef="#ctx0" brushRef="#br0" timeOffset="114424.92">18121 6734 85 0,'0'0'3'0,"0"0"-2"0,0 0 0 0,0 0 3 16,0 0 5-16,0 0 1 0,0 0-8 15,0 0 9-15,0 0-5 16,0 0 1-16,-12 8 2 15,7-3 2-15,-1 4-2 16,1 1-1-16,-5 2-2 16,2 1-3-16,-1 3 0 0,-1 0-2 15,2 2-1-15,-3-1 1 16,1-1 0-16,0-1-1 16,3 2 1-16,-1-3 0 15,0-1-2-15,2 0 2 16,2 0-1-16,1-2-2 15,1-2-35-15,2-4-23 0</inkml:trace>
  <inkml:trace contextRef="#ctx0" brushRef="#br0" timeOffset="115164.98">18216 6962 15 0,'0'0'42'0,"0"0"-11"0,0 0-7 15,0 0-2-15,0 0-4 16,0 0-4-16,0 0-3 0,0 0-1 16,0 0-5-16,40-40-1 15,-31 36-2-15,1 1 1 16,0 1-2-16,-1 2-1 15,-2 0 1-15,2 0-1 16,-3 0 1-16,1 0 0 0,-3 5 0 16,-1-1 2-16,1 1-2 15,-1 1 0-15,-1 1-1 16,0-1 1-16,-2 1-1 16,0 2 1-16,0-1 1 0,0 3-2 15,-4-2 2 1,-3 4-2-16,0-2 1 0,0 1-1 15,1-2 0-15,-4 2 0 16,3-2-1-16,0 0-1 16,0-1-2-16,1-1 1 15,2-4-1-15,1-1 3 16,2 0 1-16,1-1 1 0,0-2-1 16,0 0-1-16,0 0-3 15,0 0 6-15,4 0-3 16,4 0 0-16,1-5 1 15,1 1-1-15,4 0 1 16,-1 0 0-16,1-1-2 0,1 0 5 16,1 0 1-16,-2 1 3 15,4 1-1-15,-1-1 1 16,1 2 1-16,-2 0-1 16,1-1-3-16,-3 3-2 15,2 0-1-15,-3 0 2 0,-1 0-3 16,-4 0-33-16,-6-1-62 15</inkml:trace>
  <inkml:trace contextRef="#ctx0" brushRef="#br0" timeOffset="116189.81">18994 6271 116 0,'-1'0'8'0,"-3"-4"17"0,0 2-6 0,-5 0-10 15,4-1-2-15,-1 2-5 16,1-1 3-16,-2 2 6 0,0 0 2 16,3 0-7-16,-4 3-5 15,3 5-2-15,-2 4 1 16,0 1-2-16,2 1 2 16,1 0-1-16,2-1 1 15,0-2-2-15,2-2-1 0,0-1-1 16,0-2 5-16,3-2-1 15,3-4 1-15,1 2 3 16,2-2 4-16,0 0 4 16,1-2-4-16,2-5 2 15,-3-2 1-15,2-2-4 0,1 1 1 16,-4 0-2-16,-3 0 1 16,-1-1-2-16,0 2-1 15,-4 2 2-15,0-1-3 16,0 1-1-16,-8 4-4 15,-1 3-9-15,0 0-21 16,-8 0-22-16,3 7-43 0</inkml:trace>
  <inkml:trace contextRef="#ctx0" brushRef="#br0" timeOffset="116746.2">19069 6699 94 0,'0'0'17'0,"0"0"-4"0,0 0-14 0,0 0-6 15,0 0 7-15,0 0 6 16,0 0-5-16,-8 41 2 16,6-30 0-16,0-1 2 0,2 0 1 15,0-3-1-15,0-1-1 16,0 1-3-16,6-3 0 16,1-2 3-16,4-2 6 15,-1 0 1-15,3 0-1 16,1-4 0-16,-1-5 0 15,2-2 2-15,-4 1 2 0,-2-2-3 16,-2-1 1-16,-1 2-2 16,-6 2-1-16,0 1-5 15,0 1-4-15,-6 6-4 16,-6 1-18-16,-3 0-29 0,-3 4-31 16</inkml:trace>
  <inkml:trace contextRef="#ctx0" brushRef="#br0" timeOffset="117258.03">19159 7075 86 0,'0'0'11'0,"0"0"-5"0,0 0 8 16,0 0-4-16,0 0-2 0,0 0-4 16,-36 40-2-16,34-27 1 15,2-3-3-15,0 1-2 16,0-1 4-16,0-1-2 16,7-1 0-16,4-4-3 15,-3 0 1-15,3-3 4 0,2-1 6 16,0 0 5-16,-1-5 7 15,1-3 2-15,-1-5 0 16,-3 3-4-16,-1-3-4 16,-2 1-2-16,-2-1-3 15,-3 1-3-15,-1 1-2 16,0 3-3-16,-1 2-6 0,-8 3-18 16,-4 3-46-16,-2 0-35 15</inkml:trace>
  <inkml:trace contextRef="#ctx0" brushRef="#br0" timeOffset="117842.33">19134 7545 103 0,'0'0'3'0,"0"0"0"0,0 0-2 0,-19 47-1 16,19-32-1-16,0-3 2 15,0 0-2-15,3-2-2 16,5-2-3-16,2-4 5 16,-1-1-6-16,3-3 11 15,1 0 12-15,1-3 9 0,-2-4-2 16,1-3-6-16,-1 0-7 16,-3-2-1-16,-2 0-2 15,-3-1-2-15,-2 1 1 16,-2 0 3-16,0 1-3 15,-4 0-1-15,-2 3-2 0,-6 1-5 16,1 4 4-16,-2 3-13 16,0 0-23-16,-3 5-4 15,0 3-22-15</inkml:trace>
  <inkml:trace contextRef="#ctx0" brushRef="#br0" timeOffset="118410.63">19217 7852 77 0,'0'0'7'0,"0"0"8"0,0 0-7 0,0 0-4 0,0 0-4 16,0 0 0-16,0 0 0 15,0 0-1-15,0 0 1 16,0 0-1-16,-11 24-2 16,16-18 5-16,3-2 1 15,0 2-1-15,3-6-2 0,-1 1 1 16,1-1 5-16,3 0-2 15,-6-1 5-15,1-6 12 16,-1-2-3-16,-2-2 2 16,-1 2 9-16,-3-2-6 15,-1-2-9-15,-1 2 0 0,0 1-4 16,-2 1-4-16,-6 1-6 16,-2 4 1-16,-2 2 1 15,-1 2-9-15,-3 0-23 16,1 2-41-16,0 3-26 15</inkml:trace>
  <inkml:trace contextRef="#ctx0" brushRef="#br0" timeOffset="119452.95">18888 6318 114 0,'-5'0'7'0,"1"0"10"0,2 0-4 0,2 0-7 16,-2 2-3-16,2-2-1 15,0 0-4-15,0 0 5 16,0 0 11-16,0 0 11 0,3-6-5 16,1-2-7-16,2-1-3 15,-2 1 0-15,0-1-1 16,0 1-2-16,-2 1 2 16,0 1-3-16,-2 1-1 15,0 3-1-15,0 0-2 0,0 2-5 16,0 0-3-16,-2 2-2 15,-3 6-6-15,2 3-4 16,1 2-26-16,1 0-12 16,-2-2-19-16</inkml:trace>
  <inkml:trace contextRef="#ctx0" brushRef="#br0" timeOffset="119892.68">19096 6794 108 0,'0'0'7'15,"0"0"-3"-15,0 0 7 16,0 0 9-16,0 0 3 16,0 0-8-16,0 0-4 0,0 0-4 15,0 0-1-15,9-31-2 16,-9 24 2-16,0 0-2 16,-1 1 1-16,-2 1-4 15,-1 1 5-15,-3 3 4 16,2 1-8-16,1 0-2 0,-5 0 1 15,4 5-3-15,-1 1 3 16,1 3-2-16,3-2 1 16,-2 0 0-16,4-1-1 15,0-1 1-15,0-2-3 16,0 0-1-16,6 1 1 16,2-2 4-16,0-2-1 0,3 0-47 15,-4-2-134-15</inkml:trace>
  <inkml:trace contextRef="#ctx0" brushRef="#br0" timeOffset="120263.11">19253 7159 147 0,'0'0'19'0,"0"0"11"0,0 0-14 0,0 0-9 16,0 0-3-16,0 0-3 16,0 0-1-16,0 0-33 15,0 0-79-15</inkml:trace>
  <inkml:trace contextRef="#ctx0" brushRef="#br0" timeOffset="120626.11">19200 7819 174 0,'0'0'41'0,"0"0"-2"16,0 0-14-16,0 0-12 15,0 0-7-15,0 0-3 0,0 0-3 16,0 0-17-16,0 0-62 16,8-20-97-16</inkml:trace>
  <inkml:trace contextRef="#ctx0" brushRef="#br0" timeOffset="124349.56">23113 5506 99 0,'0'-3'25'0,"0"-1"10"0,0 2-12 0,0-2-2 16,0 1-11-16,0 1-5 15,0 0-2-15,0 0-1 16,0 0 0-16,0 2 0 0,0 0 0 15,0 0 0-15,-5 0 2 16,3 0-3-16,-1 0 0 16,-1 2-2-16,-2 3 2 15,1 2 0-15,-1 0-1 16,-1 3-1-16,2-3 1 0,2 3 1 16,1 0-3-16,2 0-3 15,0 1 1-15,0-1 3 16,1 0 0-16,5-1 0 15,2-1-1-15,-1-2 1 16,0-1 1-16,1 0 3 0,3-4 0 16,-4 1 2-16,1-2 5 15,0 0-4-15,0 0 1 16,-1-2 2-16,-1-5-1 16,-1 1 2-16,1-3-2 15,-2 0-1-15,-2-2-2 16,-1-1 1-16,-1 1-2 0,0-1 0 15,0-2-2-15,0 3 0 16,-3 1-1-16,-3 4-3 16,0 2-10-16,-5 4-20 15,-2 0-42-15,-1 0-33 0</inkml:trace>
  <inkml:trace contextRef="#ctx0" brushRef="#br0" timeOffset="124911.93">23177 6115 92 0,'0'0'22'0,"0"0"11"0,0 0-4 15,0 0-6-15,0 0-6 16,0 0-11-16,0 0-9 0,0 0 0 16,0 0 2-16,0 0 0 15,-27 38 1-15,24-25 0 16,1-1-1-16,2-1-3 16,0-1-2-16,0-2 3 15,0 1 1-15,6-5 2 0,1 1 0 16,1-3 2-16,2-2 4 15,1 0 5-15,1 0-1 16,1 0 1-16,0-5-2 16,0-4-3-16,0-1 5 15,-6 2-3-15,1-4 3 16,-3 1-1-16,-3 0-2 0,-2-1-2 16,0 1-2-16,0 1-4 15,-8 4-6-15,-6 2-23 16,-5 3-23-16,1 1-63 15</inkml:trace>
  <inkml:trace contextRef="#ctx0" brushRef="#br0" timeOffset="125508.03">23265 6610 51 0,'0'0'9'0,"0"0"1"0,0 0-6 0,0 0 0 15,0 0 1-15,-20 37-3 16,15-25-1-16,1 1 2 16,0 0 2-16,3-2 3 0,0-1 1 15,1-3-3-15,0 0 1 16,0 0-2-16,8-4 3 16,-2 0 6-16,4-3 0 15,2 0 1-15,2 0 1 16,1-3-4-16,-1-5-2 0,0-1 4 15,1-2 3-15,-4-2-5 16,-2 0 2-16,-3 0-5 16,-3-1-2-16,-1 0-1 15,-2 1-4-15,0 3 1 16,-4 2-7-16,-7 3-10 0,-2 4-13 16,-4 1-45-16,0 0-21 15</inkml:trace>
  <inkml:trace contextRef="#ctx0" brushRef="#br0" timeOffset="126116.08">23312 7061 96 0,'0'0'23'0,"0"0"5"0,0 0-21 0,0 0-7 15,0 0-1-15,0 0 1 0,0 0-1 16,0 0 1-16,-40 48-1 15,36-33 0-15,2-1 0 16,2-3-1-16,0 1 3 16,1-1 1-16,6-4-2 15,0-1 3-15,3-3 9 0,0-3 2 16,1 0 8-16,1 0 1 16,3-9-4-16,-3 0 2 15,1-3-7-15,-3-1-2 16,-2 0-1-16,0-2-3 15,-5 2 2-15,-1 0-4 0,-2 0 0 16,0 3-2-16,0 2-5 16,-3 2-1-16,-4 4-18 15,-2 2-1-15,-3 0-17 16,-2 9-42-16,1 0-10 16</inkml:trace>
  <inkml:trace contextRef="#ctx0" brushRef="#br0" timeOffset="126699.51">23461 7553 125 0,'0'0'25'0,"0"0"11"0,0 0-13 0,0 0-6 16,0 0-6-16,0 0-4 16,0 0-1-16,0 0-4 0,0 0-4 15,0 0 4-15,-34-22 4 16,29 22-3-16,-1 0-2 16,-2 3-2-16,3 4 1 15,-3 4 0-15,3-1-2 0,-4 2 0 16,5-1-2-16,3 2-4 15,1-4 1-15,0-1 3 16,0-1-5-16,0-3 0 16,7-1 3-16,3-3 7 15,2 0 1-15,3 0 1 16,0-4 0-16,1-6 2 0,-3 1 2 16,1-5 3-16,-3 3 1 15,-1-2 1-15,-5 1 1 16,-1-1-5-16,-3 3 0 15,-1 1-4-15,0 3-3 16,-4 2-10-16,-8 3-21 0,-3-1-54 16</inkml:trace>
  <inkml:trace contextRef="#ctx0" brushRef="#br0" timeOffset="128456.51">18888 6342 63 0,'4'0'10'0,"1"0"-5"0,0 0-1 0,2 0-2 0,2-4-1 16,4 1-1-16,0 0 1 15,1-1 3-15,2 3-2 16,1-3 1-16,3-1 1 15,1 2-4-15,3-2 0 0,3-1 1 16,2 0-1-16,1 1 2 16,5-2-1-16,3-1 8 15,2 1-2-15,5-1 0 16,-1-1 0-16,3 2-3 16,0-1-1-16,1-1-1 15,2-1 1-15,1 2-2 0,6-2 0 16,-1 0-1-16,2-3 0 15,3 2 1-15,4-2-1 16,1 0 1-16,1-1-1 16,2-2 0-16,1 2 1 0,2-3 2 15,5 1 3-15,2-2 1 16,6 2 1-16,6-4-2 16,4 2-1-16,3-2 0 15,1 2-4-15,4-1 1 16,-1 1 0-16,0 0-1 15,-1 0 1-15,4 1-4 0,-4-1 4 16,0-1-5-16,4 1 4 16,1-3 1-16,4-1 1 15,-3 2 5-15,3-2-1 16,-4 2-2-16,-2 0-3 16,-5 1-2-16,-4 2 1 0,-7 0 1 15,-3 0 3-15,-7 2 0 16,-3 3-1-16,-11 1 1 15,-7 1-2-15,-10 6-1 16,-11 2-1-16,-11 2-16 0,-12 0-37 16,-13 0-46-16</inkml:trace>
  <inkml:trace contextRef="#ctx0" brushRef="#br0" timeOffset="129260.85">19040 6345 85 0,'0'0'14'0,"0"0"14"0,0 0-14 0,0 0-5 15,0 0-2-15,0 0-7 16,0 0 1-16,21-41 0 15,-4 34 0-15,4 1 2 0,6 1 6 16,8 0-4-16,8 0 2 16,6 0-6-16,4 1 1 15,4-2-1-15,5 2-1 16,2 0-1-16,8 0-1 16,2-2 1-16,7 2 0 0,7-2 1 15,6-2 0-15,1 1 0 16,4 1 0-16,7 0-1 15,1 2 1-15,3-2 2 16,5 3 0-16,5-1 1 16,-2 1-1-16,5 0-1 15,3-1 0-15,1 0-1 0,-2 0 2 16,-2 1-1-16,-4-2-1 16,-2 1-1-16,-3 0 4 15,-4 1 1-15,-5 0 9 16,-2-1 3-16,-3 3-7 15,-6-2-2-15,-4 0-5 0,-8 0 0 16,-5 2-1-16,-4-2 2 16,-10 0-2-16,-3 3 0 15,-6 0 1-15,-9 0 0 16,-5 0-1-16,-10 0-5 16,-7 0-15-16,-10 5-27 0,-10 0-31 15</inkml:trace>
  <inkml:trace contextRef="#ctx0" brushRef="#br0" timeOffset="129965.02">19110 6702 101 0,'0'0'7'0,"0"0"20"0,0 0-5 0,0 0-2 0,0 0-5 16,0 0-2-16,0 0-14 16,0 0-5-16,0 0 6 15,0 0 3-15,0 0-2 16,34-10-1-16,-10 4 1 0,4 1-1 15,9-3 1-15,6 1 0 16,6-3-1-16,6-1 1 16,6-2 1-16,6-2-2 15,4 0-2-15,3-2 2 16,7 0-1-16,8 1-3 0,0-2-1 16,5-2 2-16,5-1 1 15,7 0 1-15,5-5 1 16,6 2-1-16,7-2 1 15,0-2 1-15,4 0 1 16,-3-1 8-16,1-1 4 0,-3-1-1 16,0-1 3-16,-3 0-5 15,-3-1 1-15,-1-2-4 16,-3 2-3-16,-1-2-2 16,-7-1-1-16,-1 2 0 15,-6 3-2-15,-11 2 1 0,-9 4-1 16,-9 5-1-16,-11 3-3 15,-8 4 1-15,-9 6 0 16,-8 5-8-16,-5 2-14 16,-7 2-19-16,-9 5-19 15,-7 6-21-15</inkml:trace>
  <inkml:trace contextRef="#ctx0" brushRef="#br0" timeOffset="130662.78">19056 6967 133 0,'0'0'16'0,"0"0"5"0,0 0-4 0,0 0-15 15,0 0-1-15,52-16 1 16,-14 8 9-16,16-2-9 16,9-3 1-16,9-1-1 15,11-7 1-15,10-3-4 0,9-2 1 16,8-5 1-16,8 0 0 16,10-2 4-16,9 0 7 15,9 1-3-15,10-1-4 16,6 0 2-16,9-2-3 15,7-1 1-15,6-2-1 0,0-2-1 16,3-2 1-16,2 3 2 16,-2 1-5-16,-8 0 2 15,-11 3-1-15,-8 5-1 16,-20 2-1-16,-18 7 1 0,-25 3 1 16,-18 6-2-16,-20 5-3 15,-24 5-8-15,-20 2-26 16,-15 5-40-16,-26 8-11 15</inkml:trace>
  <inkml:trace contextRef="#ctx0" brushRef="#br0" timeOffset="131104.81">19398 7314 87 0,'49'-24'3'0,"12"-2"16"0,10-4 6 0,9-4 0 16,15-5-6-16,12-4-1 16,9 0-5-16,7-3 1 15,8-3-2-15,13 1-5 16,4-3 3-16,8 1-6 16,5 0-1-16,2 3 0 15,1 2-1-15,-4 4-7 0,-9 2 3 16,-6 1 0-16,-6 2 1 15,-8 4 1-15,-11 1 1 16,-8 4 0-16,-13 7-1 16,-19 6 0-16,-13 9-7 15,-27 5-29-15,-22 3-25 0,-18 14-3 16</inkml:trace>
  <inkml:trace contextRef="#ctx0" brushRef="#br0" timeOffset="131553">19032 7967 258 0,'0'0'-35'0,"0"0"31"0,83-31 10 15,-18 2 5-15,14-7 1 16,20-10-4-16,13-5 1 16,18-6-3-16,12-7 1 15,5-1-5-15,15-3 1 16,10-1-1-16,9-3 3 0,3 1 2 15,8 2-2-15,10 0 1 16,2 0-3-16,2 1 2 16,-3 0-1-16,7 4-2 15,-12 3 2-15,-8 4 1 16,-11 4-3-16,-15 8 0 16,-18 6-1-16,-21 7 1 0,-19 6-1 15,-21 9-1-15,-23 6-6 16,-22 8-18-16,-22 3-24 15,-18 3-48-15,-27 8-33 16</inkml:trace>
  <inkml:trace contextRef="#ctx0" brushRef="#br0" timeOffset="131993.62">19751 8145 129 0,'0'0'4'0,"72"-17"11"0,-20-3 0 16,15-7-1-16,10-6 5 0,13-8-3 16,15-7 3-16,18-8-2 15,18-2-7-15,10-7 3 16,15-1-1-16,11 0-4 16,6 0 2-16,3 5-3 15,-2 3-4-15,2 4 1 0,-3 7-3 16,-8 3 0-16,-9 7-1 15,-4 2 1-15,-13 4-2 16,-9 5 2-16,-15 5 0 16,-15 6 0-16,-20 7 0 15,-21 5-2-15,-23 3-12 16,-23 6-22-16,-23 7-38 0,-18 4-25 16</inkml:trace>
  <inkml:trace contextRef="#ctx0" brushRef="#br0" timeOffset="132535.12">19646 7541 128 0,'0'0'6'0,"67"-42"6"0,-21 20 1 0,10-1 0 0,13 1-5 16,6 3 1-16,12 1 2 15,9 1 3-15,14 3-1 16,9 2-1-16,10 5-7 16,5 4-1-16,5 3-2 0,1 0 0 15,2 5-2-15,2 4 0 16,-1 0 1-16,6 1-1 15,5-3 0-15,0-1 0 16,6-1 2-16,-9 0 2 16,1-1 2-16,-8 0 0 0,-11-1 0 15,-11 1-3-15,-15-1-1 16,-8 1-2-16,-16 0 1 16,-14 0 0-16,-13 1-1 15,-12-2-2-15,-10 4-21 16,-14-3-31-16,-11-1-32 15</inkml:trace>
  <inkml:trace contextRef="#ctx0" brushRef="#br0" timeOffset="132918.78">19942 7067 177 0,'46'8'-11'0,"10"-2"28"0,13-2 13 16,14-1-9-16,9 3-2 15,10-1-8-15,8 2-6 0,7-1 0 16,7 0-2-16,4 4 1 16,4-3 0-16,2 0-3 15,0 0 1-15,-5 0-6 16,-6-4-16-16,-8-3-35 15,-12-3-79-15</inkml:trace>
  <inkml:trace contextRef="#ctx0" brushRef="#br0" timeOffset="134850.1">23273 5476 62 0,'0'0'4'0,"0"0"15"0,0 0 4 0,0 0-3 15,0 0-4-15,5 0-13 16,4 0 2-16,6 1 0 16,5 1 1-16,6 1-3 15,4 1-2-15,6 0 0 0,3 1 1 16,7 0-1-16,3 2-1 16,7-2-3-16,6 0 3 15,4 2 0-15,-1-1 3 16,2 0-2-16,0-1 1 0,-3 3-1 15,-3-3 0-15,-4 1-1 16,-6-1 1-16,-7 0-1 16,-8 0-3-16,-7 0-14 15,-10-1-26-15,-8 0-42 16</inkml:trace>
  <inkml:trace contextRef="#ctx0" brushRef="#br0" timeOffset="135381.07">24038 5732 130 0,'0'0'-7'0,"0"0"11"0,-40 0-2 16,24 2 1-16,-2 7-1 0,3 1 3 16,0 1 3-16,7 1-4 15,4 0-3-15,4-3-3 16,0-2 0-16,4 0 0 16,10-3 4-16,4-2 8 15,4-2-1-15,5 0 0 0,0-3-2 16,2-7-2-16,2-1 5 15,-2-3-2-15,-2-2 9 16,-3 0 2-16,-5-2-2 16,-6 4-6-16,-5-1-2 15,-7 4-4-15,-1 1-3 0,-10 6-12 16,-12 4-25-16,-7 0-38 16,-3 11 13-16,-1 3-33 15</inkml:trace>
  <inkml:trace contextRef="#ctx0" brushRef="#br0" timeOffset="135710.29">24072 6050 158 0,'0'0'-26'0,"0"0"28"15,42 28 2-15,-34-18-3 16,-2 0 0-16,-1 1 1 16,1-3 2-16,2-1-4 0,5-3-1 15,2 0 8-15,2-4 2 16,-1 0 1-16,0 0 1 16,-1-4 2-16,-3-6 4 15,-5-1 6-15,-4-2 1 16,-3-1-7-16,0-2-10 15,-5-1-6-15,-8 3 3 0,-2 1-2 16,-6 6-7-16,-5 4-21 16,-3 3-34-16,0 3-40 15</inkml:trace>
  <inkml:trace contextRef="#ctx0" brushRef="#br0" timeOffset="136059.82">24141 6425 185 0,'0'0'21'0,"0"0"-24"16,0 0 2-16,0 0 2 15,0 0-2-15,0 0-8 16,0 0 6-16,0 0 2 15,42 10 0-15,-32-10 2 0,1 0 2 16,2 0 3-16,-1-4 1 16,0-1-1-16,-2 1-2 15,0-2 3-15,-3-1 9 16,-3-3 3-16,-2 2 0 0,-2-2-3 16,0 1-5-16,-2-1-9 15,-7 2-2-15,-3 2-1 16,-4 5-15-16,-2 1-7 15,0 3-11-15,-4 9-34 16,4 4-22-16</inkml:trace>
  <inkml:trace contextRef="#ctx0" brushRef="#br0" timeOffset="136371.57">24178 6740 174 0,'0'0'30'0,"0"0"-30"16,0 0 5-16,0 0 1 15,0 0-4-15,0 0-1 0,0 0 0 16,0 0 6-16,0 0-5 16,13 11-3-16,-9-9-3 15,2-2 5-15,0 0 10 16,2 0 6-16,2 0-5 15,0 0-7-15,1-2 0 16,1-5 0-16,-5 2-1 0,-1-1 3 16,-2 0 0-16,-2 1 1 15,-2-1-3-15,0 2-7 16,-2-1-21-16,-8 1-37 16,-3 0-55-16</inkml:trace>
  <inkml:trace contextRef="#ctx0" brushRef="#br0" timeOffset="136734.89">23348 5736 229 0,'0'0'6'0,"0"0"2"0,0 0-16 0,45 11 8 16,-10 4 3-16,7 2-2 15,5 4 2-15,5 0-2 16,7 3 1-16,4 2 0 0,-2 2 0 16,1 2-2-16,-3 1-20 15,-1 0-32-15,-9-2 0 16,-7-2-4-16</inkml:trace>
  <inkml:trace contextRef="#ctx0" brushRef="#br0" timeOffset="137012.79">23257 6182 298 0,'0'0'-1'15,"53"-26"1"-15,-9 16 4 16,10 0-4-16,10 1 1 0,7 0 1 16,4 2-1-16,4 4 0 15,1 2 0-15,2 1-1 16,-2 2-5-16,-6 10-22 16,-8 2-36-16,-10 4-14 15,-14 4-22-15</inkml:trace>
  <inkml:trace contextRef="#ctx0" brushRef="#br0" timeOffset="137262.04">23506 6726 318 0,'0'0'-21'15,"52"-33"29"-15,-10 11 2 16,12 0-4-16,10 1 0 16,-2-1-3-16,2 0-1 0,-4 1-2 15,-1 2 2-15,-5 2-2 16,-8 5-4-16,-3 4-14 16,-10 4-16-16,-10 4-57 15,-11 0-37-15</inkml:trace>
  <inkml:trace contextRef="#ctx0" brushRef="#br0" timeOffset="137510.96">23457 7078 298 0,'0'0'-27'0,"59"-44"31"0,-15 17 3 16,14-3 0-16,8-1-1 16,2-2 0-16,4 3-2 15,1-1 0-15,-4 4-1 16,-5 4-2-16,-5 6-6 16,-11 9-18-16,-10 5-40 0,-16 3-60 15</inkml:trace>
  <inkml:trace contextRef="#ctx0" brushRef="#br0" timeOffset="137753.14">23623 7497 290 0,'0'0'-20'16,"15"-41"28"-16,9 11-2 0,12-4-5 15,6-2 9-15,6-3-6 16,1-3 0-16,3 1-2 16,2-3 0-16,-1 2-1 15,5 1-1-15,0 4-5 16,-3 3-6-16,-3 5-15 0,-9 8-37 16,-10 3-7-16</inkml:trace>
  <inkml:trace contextRef="#ctx0" brushRef="#br0" timeOffset="146696.09">17025 4284 109 0,'0'0'3'0,"0"0"2"0,0 0 4 0,-2-2-6 0,0 0 0 15,1-1-1-15,-3 2 0 16,2-1 2-16,-1 1 4 16,2 1-2-16,0 0-2 15,1 0-4-15,0 0-1 16,0 0-1-16,0 0 2 15,0 0-1-15,0 0-3 0,0 4-1 16,0 1-13-16,0-3-24 16</inkml:trace>
  <inkml:trace contextRef="#ctx0" brushRef="#br0" timeOffset="147577.29">18045 7569 66 0,'0'0'15'0,"0"0"4"0,0 0 14 16,0 0 1-16,0 0-8 15,0 0-7-15,0 0-6 0,0 0-2 16,0 0-7-16,0 0-3 16,0 0-2-16,0 0 0 15,0 0 1-15,3 0-1 16,-1 1 1-16,0 1 0 15,0 0-1-15,1-1-1 0,4 2-10 16,-4 0-13-16,3-3-19 16,0 0-11-16</inkml:trace>
  <inkml:trace contextRef="#ctx0" brushRef="#br0" timeOffset="151192.92">20118 15328 123 0,'0'0'1'0,"0"0"36"0,0 0-3 0,0 0-14 0,-38 0-1 15,36 0-6-15,1 0-1 16,0 0-4-16,1 0-5 16,0-2-3-16,2-4 0 0,6-1-3 15,4-6 2-15,5-3 1 16,2-5 0-16,6-5 1 15,6-6 0-15,9-8 0 16,4-5-6-16,6-7-81 16</inkml:trace>
  <inkml:trace contextRef="#ctx0" brushRef="#br0" timeOffset="151799.6">21381 15459 0 0,'0'0'108'0,"0"0"-104"0,0 0-1 0,0 0-3 0,0 0 1 16,0 0 0-16,0 0 1 15,0 0-2-15,0 0 2 16,0 0 12-16,13 24-1 15,-12-23-1-15,1 1-1 16,2-2-3-16,2 0 1 0,1 0-4 16,2 0 2-16,2-6 2 15,0-6 1-15,5-6-5 16,1-3 6-16,2-6 1 16,5-3-4-16,3-4-4 15,0 0 1-15,1-4-5 0,2 5 0 16,-2-1-5-16,-2 4-45 15,-1 2-60-15</inkml:trace>
  <inkml:trace contextRef="#ctx0" brushRef="#br0" timeOffset="157359.97">21125 3401 23 0,'0'-1'18'0,"0"1"-3"0,0-2-5 0,0 2-4 15,0 0-3-15,0 0 1 16,0 0 0-16,0 0-4 16,0 0 1-16,0 0 0 15,0 0 0-15,0 0-1 0,-1 0-2 16,-1 0-30-16</inkml:trace>
  <inkml:trace contextRef="#ctx0" brushRef="#br0" timeOffset="159595.94">21053 3427 35 0,'0'0'5'0,"0"0"-1"0,0 0 1 16,0 0 3-16,0 0-1 16,0 0 4-16,0 0 1 15,0 0-3-15,0 0-2 0,0 0 0 16,0 0-3-16,0 0 1 16,0 0-2-16,19-29 0 15,-19 29 4-15,0 0 0 16,0 0 2-16,0 0-4 0,0 0-1 15,0 0-3-15,0 0-1 16,4 0 1-16,-1 0 0 16,-2 0 1-16,2 0-1 15,0 0 1-15,1 0-1 16,-2 3 0-16,1 3 2 0,3-1-1 16,-1 0-1-16,0 0 0 15,3 1 0-15,-2 1-1 16,1 2 0-16,-3-1 0 15,4 2 1-15,-3-1-2 16,1-2 1-16,0 4 1 16,-2-1-1-16,2 0 0 0,-1 0 0 15,1 1 0-15,0 1 1 16,1-1-1-16,1-1 1 16,-1 1-1-16,0-1 0 15,0 0 0-15,1 3 0 0,-1-3 1 16,-1 1-2-16,0 1 1 15,1-1 1-15,-1 4-2 16,1-2 0-16,-3 0 2 16,3 0-1-16,-2 1 0 15,4-1 0-15,-3 1 0 16,1 0 1-16,-2-1-1 0,3 1 0 16,0-2 1-16,0 0-1 15,-1 0 0-15,3 1 0 16,0-1 2-16,-2 0-2 15,2-2 0-15,1 1 1 16,-4 0-1-16,1-2 0 0,1 2 0 16,-2-1 0-16,2 0 0 15,-4 0 0-15,4 0 0 16,-3 1 0-16,1-1 0 16,1 1 0-16,1-2 0 15,1 1 1-15,-3 0-2 0,4 1 1 16,0-1 1-16,-2-1-1 15,2 2 0-15,1-1 0 16,-2 2 0-16,-1-2 0 16,1 0 0-16,1 0 1 15,-1-2-1-15,1 6 0 0,-1-4 0 16,-1 2 1-16,2 0-1 16,-2 0 0-16,-2-1 0 15,2 0 0-15,-1 0 0 16,1 1 0-16,-2-2 0 15,3 0 0-15,-2 1 0 16,2 2 0-16,1-3 0 0,0 3 0 16,1-3 0-16,-2 3 0 15,1-2 1-15,0 0-1 16,1-1 0-16,0 2 0 16,0-1 0-16,-2 2 0 0,0-2 0 15,2 3 1-15,0-2-2 16,-1 3 1-16,3 1 1 15,-1 1-1-15,1 1-1 16,1-1 2-16,0 2-1 16,-1-1 0-16,2-2 0 0,-1 3 0 15,1-4 0-15,-2 3 0 16,2-3 0-16,1 0 1 16,0 1 0-16,-2 0-1 15,2-1 1-15,-1-2-1 16,2 3 1-16,-1-2-1 0,0 0 1 15,1 2-1-15,-1-2 0 16,0 0 0-16,1 2 2 16,1-2-1-16,-2 3-1 15,2 0 2-15,1 0-2 16,-2 3 0-16,0-1 0 16,2 1 1-16,-3 1-1 0,2 0 0 15,0-1 1-15,-1 3-1 16,0-2 0-16,3-1 0 15,-1-2 1-15,2 2-1 16,-1-4 0-16,3 1 1 16,1 1 0-16,1-1 0 0,-1 3 1 15,3-1 0-15,-1-1-1 16,-3 2-1-16,1 0 1 16,-3 1-1-16,-3-4 1 15,1 3 0-15,-2 0-1 16,-1-2 1-16,-2 0 0 0,2 0 1 15,-4-1-2-15,3 0 1 16,-3-1 0-16,-1 0-1 16,0 0 3-16,0-1-1 15,-1 0 0-15,-1-1 0 0,3 0 0 16,-6-1 0-16,2 0-1 16,1-3 2-16,-2 0 0 15,0-2 0-15,1 1 0 16,0-2 0-16,0-1 0 15,-2-1-2-15,0 0 0 16,0-1 0-16,-1 0-1 0,-1 1 0 16,-4-1 0-16,-1-4-41 15,0 0-127-15</inkml:trace>
  <inkml:trace contextRef="#ctx0" brushRef="#br0" timeOffset="161046.09">21036 3824 33 0,'0'0'2'0,"0"0"-4"0,0 0-22 0</inkml:trace>
  <inkml:trace contextRef="#ctx0" brushRef="#br0" timeOffset="162228.26">21036 3824 14 0,'0'0'17'0,"-12"0"8"16,11-3-5-16,1 1-4 15,-2 0-1-15,2 1-6 16,0-1 0-16,0 1 1 0,0 1-4 15,0 0-6-15,0 0 1 16,0 0 1-16,2 0-2 16,-1 0-2-16,2 0 2 15,-1 3-1-15,0 0 0 16,1 2 1-16,0 0 0 16,0 0 0-16,0 2 1 0,2 0 0 15,-2-1-1-15,2 1 0 16,0 1 2-16,0 0-2 15,1 0 0-15,1 0 0 16,-2 0 0-16,1 2 0 16,-3-3 0-16,1 3 0 0,2 0 0 15,0 0 1-15,-2 0-1 16,4 0 0-16,1 1 0 16,-2 2 0-16,2-2 1 15,0 2-1-15,0 1 0 16,2-1 0-16,-2 1 0 0,0-1 0 15,1 3 0-15,0-2 0 16,0 0 0-16,1 2 0 16,-1-1 0-16,1-1 0 15,-1 2 0-15,1 0 0 16,0-2 1-16,4 0-1 16,0 2 1-16,0-2 0 0,1 0-1 15,3 2 0-15,-4-2 0 16,2 0 0-16,-2-1 1 15,0 1-1-15,-1-2 0 16,2 3 0-16,-1-2 0 0,-1 0 0 16,1 2 0-16,1-3 0 15,0 5 0-15,1-3 0 16,2 2 0-16,-2-1 0 16,0-1 0-16,-1 2 1 15,1 1-1-15,-2-1 0 0,1-1 0 16,-3 2 0-16,3-1 1 15,-3 1 0-15,2-1-1 16,-1-1 0-16,1 2-1 16,-2-2 2-16,2 0-1 15,-1-1 0-15,1 0 0 0,1-1 1 16,-1 2-1-16,1 0 0 16,1-1 0-16,0 1 0 15,-1 1 0-15,-1 0 0 16,-1 0 1-16,0 1-1 15,-2-3 0-15,1 5 0 0,-1-1 0 16,-1-2 2-16,2 4 0 16,0-2-1-16,1 0 1 15,-1 1-1-15,4-1 1 16,-2 2-1-16,1-4 0 16,0 2-1-16,1-1 3 0,0 0-2 15,-1-2 2-15,0 0 0 16,2 1 2-16,0-2-2 15,-2 4-2-15,2-2 0 16,-2 0 0-16,3 2-1 16,-4-2 0-16,3 1 1 0,1 1 0 15,-2 1-1-15,0 1 2 16,0-2-2-16,3 1 1 16,-5 2-1-16,2-1 0 15,0 0 2-15,-1-2-2 16,4-1 1-16,-4 0-2 15,0 2 1-15,0-2 1 16,0 1-1-16,2-1 0 0,-4 3 2 16,0-3-2-16,1 3 0 15,-1-1 0-15,3-1 0 16,-2 0 1-16,2 1 0 16,0-2 1-16,-1 0 0 0,1 0 0 15,-1-1 1-15,-1 1-2 16,0-2 0-16,0 1 0 15,-2-2 0-15,0-1 0 16,0-3-1-16,-3 0 0 16,-1-2 1-16,-4-2-1 0,-5-3-1 15,0-3-53-15,-4-3-99 16</inkml:trace>
  <inkml:trace contextRef="#ctx0" brushRef="#br0" timeOffset="163203.57">21068 4334 47 0,'2'-3'26'0,"-1"3"-10"0,1-1-6 0,4-1-6 15,-3 2-3-15,5 0-1 16,-1 0 2-16,3 0-2 0,2 0 0 16,1 3 0-16,-1 3 0 15,1 3-2-15,1 2 2 16,-1 5 0-16,2 2 2 16,1 2-2-16,-2 4 0 15,4 2 0-15,1 2 0 0,1 2 1 16,5 3-1-16,-2-1 1 15,5-2-1-15,2 4 0 16,1-1 1-16,0 0-1 16,3 2 1-16,0 0 0 15,3 4 1-15,-3-1-1 0,2 5 1 16,4-1 2-16,0 0-2 16,0-1 2-16,5-2 2 15,2 1 2-15,2 0 1 16,-4 0-3-16,4 1-1 15,-4 3 0-15,0-2-2 0,-1 1 1 16,3-2-1-16,-1-1 1 16,5 0 2-16,-2-2 0 15,1 2 1-15,3-3-3 16,1 1-2-16,0 3 2 16,2-2-3-16,-1-1 1 0,0 0-1 15,-4-3-2-15,-3 0 2 16,-4-1 0-16,-3-2-1 15,-3 0 0-15,-4 2 0 16,-1-2 1-16,-1 0-1 16,-2 2 2-16,-3-4 3 15,-1 1 0-15,-2-2-2 0,-4-1 0 16,-1-1-1-16,-2-3-1 16,-3 0 0-16,-2-1 0 15,1-2 0-15,-4-1 0 16,-1 0-1-16,2-3 1 15,-4 0-1-15,1 2 1 0,-5-1-2 16,-2 5 1-16,0-5-12 16,-8-2-74-16</inkml:trace>
  <inkml:trace contextRef="#ctx0" brushRef="#br0" timeOffset="163681.72">22207 6039 66 0,'0'0'8'0,"0"0"-6"0,0 0 4 0,25 36 2 16,-7-16 2-16,6 3-1 15,5 4-1-15,1 1-2 16,5 1-4-16,2 2-1 15,1-1 0-15,2 0 0 0,0 2 0 16,6 2-1-16,-1-2 0 16,3 2 4-16,-4 0 2 15,5-3 1-15,-7 0 0 16,1-2-1-16,-3 2-2 16,0-2-2-16,-4-1-1 15,-2 2-1-15,-4-2 1 0,-4 1-1 16,-4 0-1-16,-4-3-15 15,-7-3-10-15,-6-5-16 16</inkml:trace>
  <inkml:trace contextRef="#ctx0" brushRef="#br0" timeOffset="164555.96">21335 5086 56 0,'0'0'-3'0,"67"62"9"0,-28-32 4 0,3 1-1 0,0 3-1 16,4 4-2-16,-4 1-1 15,2 2-2-15,0 0-1 16,0 5 0-16,3 2 1 16,-2 2-1-16,2 4-1 0,-1 4 0 15,0 0-1-15,-4 3 1 16,1 0-1-16,-1 1 1 16,-1 1 0-16,1-3 0 15,1 1 0-15,2-3 3 16,-2 0 2-16,0 1 2 0,0-1-2 15,-3 0-2-15,2 3-1 16,-1-1-1-16,1 1-1 16,1-3-1-16,3 2 1 15,-1-2-1-15,2 0 1 16,1-2-1-16,-2-1 0 16,-1-4 0-16,1-3 0 0,-2-2 0 15,0-3 0-15,-6-4 1 16,-3-2-1-16,-2-3 0 15,-5-3 0-15,-5-5 0 16,-4-3 1-16,-1-6-1 0,-5-1 1 16,-1-5 2-16,-2-3 1 15,-5-1-1-15,-1-1 2 16,1 0-3-16,-3-5-1 16,-1 3 0-16,-1-2 1 15,0-1-2-15,0 1 1 0,0-1 5 16,-6 1-5-16,-1-1 0 15,-3 2-14-15,-1-3-42 16</inkml:trace>
  <inkml:trace contextRef="#ctx0" brushRef="#br0" timeOffset="174170.96">10957 8964 74 0,'0'0'10'0,"0"0"-2"0,0 0 3 15,0 0-4-15,0 0-3 0,0 0-2 16,0 0 4-16,0 0-1 16,1-37 5-16,-1 34 5 15,0 1 6-15,0-1-9 16,0 1-7-16,-1 1-4 16,0 0 0-16,0 0-1 0,0 0-1 15,1 1 0-15,-2-1 1 16,-2-1 0-16,-1 0 3 15,2 0 6-15,-1-1-1 16,-1 2-2-16,1-1-1 16,0 1-3-16,-3-1-1 15,2 1 0-15,-1 0-1 0,-1 1 1 16,1-2-1-16,-1 2 0 16,-2 0 0-16,2 0 0 15,0 0 0-15,-1 0 1 16,-1 0-1-16,2 2 0 15,-2 2 0-15,-2 0 0 0,2 3 1 16,0-4-1-16,-3 3 0 16,1-1 0-16,1 1 0 15,0-2 1-15,-1 2 1 16,1-2-2-16,0 2 0 0,-1-2 0 16,2 2 0-16,-4 0 1 15,3-1 1-15,0 1-2 16,-2 2 0-16,2 0 1 15,-1 0-1-15,-1 1 0 16,1 1 1-16,-1 1-1 16,3 0 0-16,-2-2 0 0,3 1 0 15,0 0 1-15,-2-2-1 16,3 2 0-16,-2-1 0 16,0-1 0-16,2 2 0 15,-3 0 1-15,2-1-1 16,0-1 0-16,1 4 1 0,1-2-1 15,0 2 1-15,-2-1-1 16,3 2 0-16,1 2 1 16,-1-1-1-16,1 0 1 15,-1 2-1-15,0-1 0 16,3 2 1-16,-2 3-1 0,2-1 1 16,-1 0-1-16,1 3 1 15,1-1-1-15,0 2 2 16,-3-2-2-16,2 2 1 15,-4-2-1-15,2 1 0 0,-2-3 1 16,1-1-1-16,1 0 1 16,-2-2 0-16,3-1 2 15,-2 2 0-15,-1-3-1 16,4 2 3-16,0-2-4 16,1-1 2-16,1 0-1 15,0 1 0-15,0 0 1 0,0-1-1 16,1 1-1-16,3-1 0 15,0 1 0-15,-2 0-1 16,0-1 0-16,1 1 1 16,-1-1-2-16,0-1 2 15,1 0-1-15,-1-2 0 0,-2 4 1 16,2-5 0-16,0 2-2 16,-1 2 2-16,0-3-1 15,1 0 1-15,1 1-1 16,-1-1 0-16,0 0 1 15,0-1-2-15,0-1 2 0,2-1 0 16,0 0 1-16,-2 0-1 16,0 1 0-16,0-1-1 15,1 0 1-15,-1 0-1 16,0 0 1-16,0 0 0 16,1 3-1-16,-1-3 0 15,2 2 0-15,-1 1 0 0,1-2 0 16,-2 2 1-16,3-3-1 15,-3 3 1-15,2-3 1 16,1 2-2-16,-1-1 1 16,3 1-1-16,-4-1 1 0,3 1-1 15,-1-1 0-15,3-1-1 16,-2 1 1-16,2-1 1 16,-3 0-1-16,3 0 2 15,-2-3-1-15,2 3 0 16,-3-1-1-16,3-2-1 15,-2 3 0-15,2-2 1 0,-2 0 1 16,1-2-1-16,0 3 2 16,-1 0-2-16,2-1 0 15,0 2 0-15,-1-1 0 16,1 0 0-16,0-1 1 16,1 1-1-16,-1 0 0 0,2-1 0 15,0 2-1-15,1-1 2 16,1 0-1-16,-3 1 0 15,2-3 0-15,1 3 0 16,-2-2 1-16,1 0-2 16,0 1 1-16,1-2 0 0,-1 0 0 15,2-1-4-15,-2 1 5 16,-2-1-1-16,0 0 2 16,0-1-2-16,0 0 1 15,1 1 0-15,0-1-1 16,1 0 1-16,1-1-1 0,1 0-2 15,-1-1 2-15,1 0-1 16,0 0 2-16,1 0 0 16,1 0-1-16,1 0 0 15,-4 0 0-15,3 0 1 16,-2 0-1-16,3 0 0 16,-3 0-1-16,1 0 0 0,-2 0 1 15,1 0 1-15,0 0-1 16,0 0 1-16,1 0-1 15,-2-2 0-15,1 1 0 16,-1-2 0-16,1 2-1 0,3-1 1 16,-3-2-1-16,1 1 2 15,0 0-1-15,1 1 0 16,-1-2 0-16,0 1 0 16,1-2 1-16,3 0-4 15,-1-2 0-15,0 1 1 0,0 0 7 16,3 1-4-16,-2-1-1 15,-3 0 0-15,1 2 1 16,-1-2-2-16,0 2 1 16,-2-2-1-16,-1-1 2 15,1 0-2-15,0-1 1 0,-1-2-2 16,0-2 1-16,-1 0-3 16,3-1 6-16,-5-2 0 15,1 1-1-15,2-1 0 16,-3 0 0-16,0-2 0 15,1 2-1-15,0-2 0 16,-2 1 1-16,0-1-1 0,-3 1 0 16,1 0 0-16,-2 0 1 15,-2 0-1-15,-1 0 1 16,3-1-1-16,-2 2 1 16,0-2 0-16,-2-2 0 0,0 2 0 15,2-1 0-15,-2-3 1 16,0-1-1-16,0 0 0 15,-2 0 1-15,-2-2-1 16,-2-1-1-16,3 0 1 16,-1 0-1-16,0-2 0 15,1 1 1-15,-2 2-1 0,0 0-1 16,2 1 1-16,-2-1 1 16,0 1-1-16,0-1 0 15,0 3 0-15,-4-2 1 16,2 2 2-16,-2-1 4 15,-5 1-3-15,1 0 1 0,-3-2 0 16,-2-1-1-16,-2-2 1 16,0 1 2-16,0-3-2 15,-3 0 5-15,3 0-2 16,-1 1-1-16,2 2-3 16,-1-1-2-16,3 6-2 15,0 2-1-15,3 4-6 0,-1 7-8 16,0 5-29-16,-7 1-31 15,-1 0-154-15</inkml:trace>
  <inkml:trace contextRef="#ctx0" brushRef="#br0" timeOffset="175609.26">8992 9619 6 0,'-4'0'17'0,"1"0"-2"0,-1 0-6 0,2 3-6 15,-2-3-2-15,0 3-1 16,0-2 0-16,2-1 0 16,-2 2 0-16,1-1 1 0,1-1 5 15,-2 0 9-15,2 0 0 16,0 0-4-16,-1 0-4 15,0 0 0-15,1 0 2 16,0 0-2-16,-2 0 5 16,1 0 4-16,1 0-6 0,0-1 2 15,0-1-3-15,2 2-5 16,-3 0 3-16,2 0-4 16,1 0-1-16,0 0 2 15,-1 0 0-15,0 0-2 16,1 0 0-16,-1 0-1 0,1 0 1 15,0 0 1-15,-2 0 0 16,2 0 0-16,0 0 0 16,0 0 0-16,0 0-2 15,0 0 2-15,0-1 0 16,0 1-1-16,0 0-2 0,0 0 1 16,0 0-2-16,0 0 1 15,0 0 0-15,0 0 1 16,0 0-1-16,0 0 0 15,0 0 0-15,0 0 0 16,0 0 0-16,0 0 0 0,0 1 0 16,2 1 0-16,2 0 0 15,3 1-2-15,-1-3-29 16,4 0-47-16</inkml:trace>
  <inkml:trace contextRef="#ctx0" brushRef="#br0" timeOffset="176815.1">21341 4016 85 0,'0'0'1'0,"0"0"5"0,0 0 1 0,0 0 3 16,0 0 1-16,0 0-1 15,0 0-1-15,0 0-2 16,0 0-3-16,0 0-3 16,0 0-1-16,17-24 0 15,-12 28 0-15,0 3 1 16,3 3-1-16,2 2 1 0,1 3-1 15,2 2 0-15,1 4 1 16,3 3-1-16,3 2 0 16,3 3 0-16,3 3 0 15,2 2 1-15,7-1-1 16,-1 1 2-16,3-1-2 0,1-1 0 16,0 0 1-16,1-1-1 15,-1 3 0-15,2-1 0 16,1 0 0-16,-1-1 0 15,-4-1 0-15,-3-1-4 16,-6-6-22-16,-11-3-12 0</inkml:trace>
  <inkml:trace contextRef="#ctx0" brushRef="#br0" timeOffset="177228.93">21119 4445 188 0,'0'0'-27'0,"0"0"52"0,0 0-10 0,0 0-13 0,0 0-3 16,0 0 3-16,43-3-3 16,-23 16 3-16,5 0-2 15,2 3 1-15,2 3-1 16,4 5 2-16,1 3-2 16,3 0 1-16,3 3-1 0,1 0 0 15,2-3 0-15,1 3 1 16,5-5-3-16,0 1 3 15,0-1-1-15,1 1 1 16,-4-2-1-16,-2 2-1 16,-5-5-10-16,-8 1-21 15,-8-3 7-15,-14-3-8 0,-5-5-31 16</inkml:trace>
  <inkml:trace contextRef="#ctx0" brushRef="#br0" timeOffset="177599.63">20976 4948 161 0,'0'0'4'0,"40"7"9"0,-8-1-2 16,2 3-7-16,7 0 1 15,4 1-4-15,2 1 0 16,1 2 0-16,3 1-1 16,0 2 1-16,-1-2-1 15,3 6 0-15,-2-3-1 16,1 0 1-16,-5 3 0 0,2-1 0 15,-5 1-1-15,-4-4 1 16,-2 1-2-16,-3 0-5 16,-5-2-7-16,-4-1-12 15,-3-4-11-15,-7-3-44 0</inkml:trace>
  <inkml:trace contextRef="#ctx0" brushRef="#br0" timeOffset="177755.07">21933 5255 137 0,'0'0'47'0,"0"0"-30"15,0 0-7-15,0 0-9 16,0 0 0-16,43-2-2 16,-32 2-44-16,-5 0-44 15</inkml:trace>
  <inkml:trace contextRef="#ctx0" brushRef="#br0" timeOffset="178631.12">21105 3956 127 0,'0'0'13'0,"0"0"13"0,0 0-9 0,0 0-7 16,0 0-5-16,0 0-5 15,0 0 0-15,0 0-3 16,0 0-30-16,0 0-2 16,0 0-8-16,0 0-41 15</inkml:trace>
  <inkml:trace contextRef="#ctx0" brushRef="#br0" timeOffset="178814.88">21105 3956 138 0,'46'-31'21'0,"-46"30"16"15,0-1-19-15,0 2-11 16,0 0-9-16,0 0-3 15,1 3 1-15,4 4-30 0,1 0-18 16,2-1-35-16</inkml:trace>
  <inkml:trace contextRef="#ctx0" brushRef="#br0" timeOffset="179221.22">21153 3881 99 0,'0'0'12'0,"0"0"16"16,0 0-2-16,0 0 0 0,0 0-14 15,0 0-5-15,0 0-4 16,0 0-1-16,0 0 0 15,-4-21-2-15,4 21 0 16,0 0-1-16,0 0-4 16,0 0-15-16,-1 1-10 0,-1 1-3 15,-4-2-28-15</inkml:trace>
  <inkml:trace contextRef="#ctx0" brushRef="#br0" timeOffset="179427.51">21036 3834 177 0,'0'0'18'0,"0"0"-9"16,0 0-3-16,0 0-4 15,0 0-1-15,0 0-2 16,0 0 0-16,0 0-12 15,0 11-25-15,0-8-10 16</inkml:trace>
  <inkml:trace contextRef="#ctx0" brushRef="#br0" timeOffset="183626.13">9171 9639 64 0,'-2'0'3'0,"-3"0"-1"0,1 0-1 0,-4-6 1 16,2 3 0-16,0-2 12 15,1-1-1-15,-4 2 2 16,4-1 3-16,1 1-7 16,-1 1-8-16,1 0 0 0,2 2 0 15,0-2 2-15,-2 2 1 16,3 1 3-16,0-1 0 15,1 1 0-15,0 0-3 16,0 0-6-16,0 0-5 16,0 0 4-16,6 0 0 0,0 5-3 15,1-2-1-15,0 1 0 16,2 0 4-16,-2-2 1 16,5 1 0-16,0 1-1 15,3-1 2-15,6 0 0 16,1-2 0-16,4 2-1 15,1-2 0-15,3 1 0 0,3-1 0 16,0-1 0-16,2 0 0 16,-4 0 0-16,3 0 0 15,-1 0-1-15,-2 0 1 16,1 2 0-16,-1-1 1 16,2 0 0-16,-3 1 0 0,1-1 2 15,2-1-2-15,-2 3 0 16,0-3 0-16,1 0-1 15,-1 0 1-15,1 0-1 16,-2 0 2-16,2 0 0 0,-1 0-1 16,-2 0 2-16,-1 0-2 15,0 0 1-15,-3 0-2 16,-3-1 3-16,0-2 0 16,-1 1 1-16,-4-2-1 15,-1 1 0-15,-3 1-1 0,1 0 1 16,-5 2 1-16,-3 0-3 15,-3 0 0-15,1 0 0 16,-2 0-1-16,-2 0-1 16,0 0 2-16,0 0-1 15,0 0 3-15,0 0-3 16,0 0-2-16,0 0-33 0,-4 0-15 16,-3 0-26-16</inkml:trace>
  <inkml:trace contextRef="#ctx0" brushRef="#br0" timeOffset="184175.88">10125 9511 67 0,'0'0'3'0,"0"0"1"0,0 0 4 0,0 0 1 0,0 0-1 15,0 0 0-15,0 0-2 16,0 0-4-16,0 0-1 15,44 34 0-15,-34-27 1 0,1 1-1 16,0-3 1-16,-1 1 2 16,0-1-1-16,-2 1 1 15,2-2-2-15,-3-1 0 16,-1 2-1-16,-2 0 0 16,1-1 0-16,-3 1-1 0,0 0 0 15,-2 1 2-15,0 1-2 16,0 3 2-16,0 1 0 15,-6 2 1-15,-1-1 0 16,-3 3 0-16,2 3 1 16,-3-1-1-16,1 3-2 0,0-2 1 15,1 0-1-15,-2 3 0 16,1-2 2-16,0-1-2 16,1 1 1-16,0-2 0 15,2-3 0-15,2-1-1 16,2-5-1-16,3-5-3 15,0-3-39-15,8-6-91 0</inkml:trace>
  <inkml:trace contextRef="#ctx0" brushRef="#br0" timeOffset="185954.85">10915 8926 77 0,'0'0'13'0,"0"0"-6"0,0 0 3 0,0 0-4 16,0 0-4-16,0 0 5 15,-44-12 4-15,35 10-4 16,1 0 7-16,-1-1 2 0,0 2-4 16,2-2-5-16,-4 3 0 15,4 0-5-15,-2 0-2 16,0 0 0-16,0 0 0 16,1 4 0-16,1 1 0 15,-3 0 0-15,0 3 0 0,0 0 0 16,-1 3 0-16,-2 2 0 15,0 2 0-15,-3 5 0 16,-1-1 0-16,0 5 0 16,-1-1 0-16,1 4 0 15,-3-1 0-15,4 1 0 0,-2-1 0 16,-2 0 1-16,4-2-1 16,-2 0 0-16,3-1 1 15,1 1-1-15,5-2 1 16,0 0-1-16,5 2 2 15,0-1-1-15,1 3 1 16,-1 1 0-16,3 1-1 0,-1 0-1 16,0-2 0-16,0 2 1 15,0-2 0-15,-1-2 0 16,2 3 2-16,0-3-2 16,0 3 2-16,1-1-1 0,0-1 0 15,0 1-1-15,2-2 1 16,2 0 1-16,2-1-1 15,-3 0 2-15,4-1 0 16,-1-3 0-16,1 1 2 16,-1-2-2-16,3 2 0 15,-1 0 0-15,2 1 0 0,1-2-2 16,1 2 0-16,-1 0-1 16,3-2 0-16,-3 2 0 15,0-1 1-15,3-2-1 16,-2 1-1-16,2-3 0 15,-1 1 3-15,0-3 2 0,3 1 0 16,0 2-3-16,0-1 1 16,2-1-2-16,0 0 0 15,0-1-2-15,1-2 2 16,0-2-3-16,1-1 2 16,-3 0 0-16,0-1 4 0,-1-2-2 15,0 0 2-15,0 1-1 16,2-3 0-16,-1 1-2 15,2 0 2-15,3 1 0 16,1-1-2-16,0 1 0 16,3-1 0-16,1 0-1 0,0 1 1 15,1-3-1-15,0-2-1 16,-1 2 2-16,-1-3-2 16,1 0 1-16,0 0-1 15,0-3 1-15,2-3 0 16,0-1 1-16,0 0 0 0,2-3-1 15,-2 0 1-15,-2-1-1 16,0 0 1-16,-5-1-1 16,2-1 0-16,-3-1 2 15,0 0-1-15,0-4 1 16,-1 0-2-16,0-3 3 16,0 0-3-16,-1 0 0 0,-2-1 0 15,-3 2 0-15,-3 0 0 16,-2 1 0-16,0-1 1 15,-3 0-1-15,1 0 1 16,-3-1 0-16,-1-1 1 0,4-2-1 16,-3 3-1-16,-2-5 0 15,-1 2 0-15,-1-3-1 16,0-1 1-16,0-2 0 16,-1 2 1-16,-5-2-1 15,-2 1 0-15,2 1 1 0,-1 2-1 16,1 1 0-16,-1-2 0 15,4 6-1-15,-1-1 0 16,-2 0-1-16,3 0-1 16,-3-1 3-16,-2 1-4 15,-2 2 5-15,1-3-1 0,0 4-1 16,-3-2 2-16,2 1 2 16,3 0-2-16,-2 1 0 15,2-1-1-15,0 0 0 16,1 2-1-16,-4 0 1 15,0 1 0-15,3 0-1 0,-5 1-4 16,1 1 4-16,-1 1 1 16,1 0 2-16,3 0-1 15,-3-1 2-15,2 2-3 16,2-2 0-16,-1-1 1 16,-1 2-1-16,1-3 0 0,-2 3 0 15,1 0 1-15,-3-1-1 16,1 3-2-16,1 0 3 15,-2 2 4-15,1 2-2 16,0 1-2-16,-1 1-1 16,-1 0-1-16,0 2 0 15,-1 1 0-15,-2-1 0 0,-1 1 2 16,-3 0-1-16,-1-1-1 16,-3 1 2-16,-5 1-1 15,0-1 2-15,-6 0 0 16,-3 1-1-16,-1-2 3 15,-4 4-2-15,-4 0-3 0,-5 6 1 16,-9 8-5-16,-11 0-49 16,-8-5-114-16</inkml:trace>
  <inkml:trace contextRef="#ctx0" brushRef="#br0" timeOffset="187852.91">18702 9534 83 0,'0'0'16'0,"0"0"-5"0,0 0 0 0,0 0 9 15,0 0 4-15,0 0-2 16,0 0-4-16,0 0-4 16,0 0-5-16,42 38-2 0,-30-31-4 15,2 2-1-15,-2 1-2 16,0 0 1-16,2-1 0 15,-3 0-1-15,-2 2 1 16,3 1-1-16,-2-4 1 16,-3 4-1-16,1-3-1 0,-4-1-16 15,-3-4-35-15,-1-1-60 16</inkml:trace>
  <inkml:trace contextRef="#ctx0" brushRef="#br0" timeOffset="188094.91">18840 9528 188 0,'0'0'-26'0,"0"0"62"16,0 0-7-16,0 0-14 0,0 0-6 16,-43-16-3-16,35 22-2 15,0 8-3-15,-2 3 1 16,0 5-1-16,-1-1-1 15,1 4 1-15,0 1-1 16,3 0 1-16,-1-1 0 0,5-1-2 16,1-2-11-16,2-4-32 15,0-6-40-15</inkml:trace>
  <inkml:trace contextRef="#ctx0" brushRef="#br0" timeOffset="188608.63">18925 9618 187 0,'0'0'11'0,"0"0"9"0,0 0-17 16,0 0 0-16,0 0-3 15,0 0 2-15,0 0-2 16,0 0 3-16,36-19 0 15,-24 18 1-15,0 1-4 0,1 0 1 16,-2 2-2-16,1 6-1 16,-3 3-13-16,-4 0-6 15,-2 4 3-15,-3 0 8 16,0-1 5-16,-2-1 2 16,-5 1 4-16,-3-4 2 15,5 0 4-15,-4-3 3 0,5-1-3 16,3-2-1-16,1-2-2 15,0 0 1-15,2-2-5 16,7 0 5-16,2 0-1 16,1 0 1-16,0 0-1 15,1 0-2-15,0 2-2 0,-1 3 1 16,0 1-1-16,-4 2 1 16,0 1-2-16,-5 0 0 15,-3 2 4-15,0-2-3 16,-3 1 1-16,-12 1 1 15,-1-1 3-15,-8 1-1 16,-3-1 0-16,-2 0-1 0,1 0-2 16,1-3 0-16,-1 2 0 15,8-5-2-15,2-4-26 16,2 0-89-16</inkml:trace>
  <inkml:trace contextRef="#ctx0" brushRef="#br0" timeOffset="189390.13">19552 9220 165 0,'0'0'10'0,"0"0"30"0,0 0-13 16,0 0 3-16,0 0-10 0,0 0-14 16,0 0-6-16,-42 18 1 15,33 2-2-15,4 7 2 16,3 2 1-16,2-4-1 16,0-1 1-16,5-5-3 15,7-5-1-15,1-4-2 0,3-6-2 16,-2-4-2-16,2 0 5 15,-2-7 6-15,-2-6-2 16,-2-5 0-16,-5-1 2 16,-3-2 0-16,-2-3 0 15,0 3 2-15,-4-1-1 0,-1 4-3 16,-7 2-1-16,2 6 0 16,-1 7-15-16,-3 3-25 15,-1 2-73-15</inkml:trace>
  <inkml:trace contextRef="#ctx0" brushRef="#br0" timeOffset="189804.02">19423 9932 114 0,'0'0'-18'0,"0"0"29"16,0 0-2-16,0 0 0 16,0 0-4-16,38 11 10 15,-34-10 5-15,0 2 3 0,-1-3-2 16,1 3-8-16,1-2-8 16,-3 1-1-16,2 0-1 15,3-1 0-15,-2-1-1 16,4 0 0-16,0 0-1 15,1 0 0-15,1-1 0 0,-1-3 0 16,-2 0-1-16,1 1 2 16,-2-1-2-16,0 0 1 15,-3 0-1-15,-1 0 3 16,1-1 4-16,-2-1 3 16,-2-1-4-16,0 0-4 15,0 1-1-15,-8 2-2 0,-2 3-8 16,-3 1-31-16,0 2-28 15,-5 11 10-15,1 3-43 16</inkml:trace>
  <inkml:trace contextRef="#ctx0" brushRef="#br0" timeOffset="190151.97">19548 10342 99 0,'0'0'-4'16,"0"0"5"-16,0 0 0 15,0 0 3-15,0 0 1 16,0 0 19-16,0 0 0 0,0 0-13 16,0 0 0-16,13 21-4 15,-13-15-3-15,0 0-2 16,0-1 2-16,0-2 1 15,0-3-2-15,2 0 2 16,0 0 16-16,2 0 1 0,0-7-2 16,0-2-4-16,-1-3-4 15,0 0-5-15,-1 0-3 16,-1 0-1-16,-1 5-2 16,0 1-2-16,0 6-8 15,-2 0-26-15,-5 9-41 16,-4 5-12-16</inkml:trace>
  <inkml:trace contextRef="#ctx0" brushRef="#br0" timeOffset="190323.01">19523 10674 160 0,'0'0'14'0,"0"0"4"16,0 0-7-16,0 0-5 15,0 0-6-15,0 0 0 0,0 0-11 16,0 0-37-16,0 0-41 16</inkml:trace>
  <inkml:trace contextRef="#ctx0" brushRef="#br0" timeOffset="191347.33">24060 5907 180 0,'0'0'2'0,"0"-2"14"0,0 1 14 16,3 1-30-16,4 0-1 15,-1 0-44-15,0 0-28 0</inkml:trace>
  <inkml:trace contextRef="#ctx0" brushRef="#br0" timeOffset="191504.11">24160 5915 161 0,'0'0'-9'15,"0"0"36"-15,0 0-7 16,0 0-21-16,0 0-5 16,0 0-52-16,42 5-42 15</inkml:trace>
  <inkml:trace contextRef="#ctx0" brushRef="#br0" timeOffset="191660.11">24248 6017 149 0,'0'0'19'0,"0"0"6"16,0 0-17-16,0 0-4 15,0 0-5-15,0 0-23 16,44 14-41-16,-32-11-50 15</inkml:trace>
  <inkml:trace contextRef="#ctx0" brushRef="#br0" timeOffset="191825.17">24303 6095 148 0,'0'0'13'15,"0"0"14"-15,0 0-17 16,0 0-9-16,0 0-48 16,0 0-14-16</inkml:trace>
  <inkml:trace contextRef="#ctx0" brushRef="#br0" timeOffset="192117.14">24195 5879 85 0,'0'0'15'0,"0"0"-9"15,0 0 0-15,0 0-4 16,0 0 0-16,0 0 5 0,0 0-1 16,0 0-3-16,15-6-2 15,-8 6 0-15,2 2-1 16,-2 1-5-16,2-2-62 16</inkml:trace>
  <inkml:trace contextRef="#ctx0" brushRef="#br0" timeOffset="193148.1">24454 8327 76 0,'0'0'2'0,"0"0"15"0,0 0 2 16,0 0-8-16,0 0-4 16,-4-42-4-16,-4 39-3 0,-1 2 0 15,-1-2 1-15,1 3-1 16,-3 0 1-16,3 0 0 15,-2 0 1-15,0 3-1 16,4 3 3-16,-3 2-2 0,2 1-1 16,-1 6 0-16,-1 0-1 15,2 2 0-15,1 2 0 16,-1 0 1-16,2-1-1 16,5-3 1-16,-1 2-1 15,2-6 0-15,0-1 1 0,2-3-1 16,7-2 0-16,3-1 1 15,1-4 1-15,5 0 0 16,-1 0-1-16,1-2 0 16,-2-8-1-16,0 0 1 15,-3-4-1-15,-3 0 0 16,-4 1 0-16,-2-4 0 0,-4 2 1 16,0 0-2-16,0 1-6 15,-10 4-18-15,0 0-31 16</inkml:trace>
  <inkml:trace contextRef="#ctx0" brushRef="#br0" timeOffset="193717.19">24410 9001 22 0,'0'0'2'0,"0"0"0"0,0 0 0 0,0 0 7 0,0 0 2 15,-27 44-5-15,26-35 0 16,0-1-3-16,1 2 1 16,0 0-1-16,0 0-2 15,2-4-1-15,3-1 3 16,1-2 1-16,2-3 8 0,0 0 6 15,0 0 2-15,1-4-1 16,0-3-12-16,-2-2-4 16,-1-1-3-16,-3-1-22 15,-3 1-39-15</inkml:trace>
  <inkml:trace contextRef="#ctx0" brushRef="#br0" timeOffset="195167.35">24164 5682 72 0,'2'0'3'0,"0"0"0"0,-1 0 8 16,0 0-1-16,1-3-1 16,0 3-7-16,-1-1-1 15,0 1-2-15,1-2-1 16,1 1-14-16,-1 1-12 15,3-2-23-15</inkml:trace>
  <inkml:trace contextRef="#ctx0" brushRef="#br0" timeOffset="195865.84">24231 5623 104 0,'0'0'6'0,"0"0"14"16,0 0 5-16,0 0-7 16,0 0-8-16,0 0-10 0,0 0 0 15,0 0 0-15,-22 22 0 16,19-13-3-16,3 0-3 16,0-1-8-16,0-3 2 15,0 1 3-15,5-3 6 16,4-3 3-16,-1 0 0 0,0 0 4 15,1 0 3-15,1-4 3 16,-3-3-2-16,-1-1 0 16,-2 0-1-16,-2-1 0 15,-1-2-3-15,-1 1 0 16,0 2 0-16,0-1-2 16,0 2 0-16,0 1-1 0,-4 0-1 15,-2 4-1-15,-1 0 0 16,-1 2-1-16,-1 0 0 15,-3 0 2-15,0 7 0 16,1 1 0-16,0 1 0 16,1 3 0-16,-1-1 0 0,-1 3 0 15,4 2 0-15,0-2 0 16,2 4 0-16,1-2 0 16,3 0 0-16,1 2 0 15,1-3 0-15,0-1 0 16,0-1-2-16,1-2 1 0,4-4-2 15,-1 1 2-15,3-5-2 16,0-1 1-16,2-2 2 16,1 0 0-16,3 0-1 15,-2-2 2-15,0-5-1 16,1 0 0-16,-2-3 0 16,-1 0-1-16,-5-1-5 0,-1-2-2 15,-3 3 2-15,0-4 6 16,0 3 0-16,0-1 1 15,0 2 0-15,-3 2 4 16,0-2-3-16,2 4-1 0,-3 2-1 16,0 0-1-16,-1 3-3 15,-2 1-11-15,0 0-3 16,-3 0-5-16,1 3-16 16</inkml:trace>
  <inkml:trace contextRef="#ctx0" brushRef="#br0" timeOffset="196066.02">24167 5878 126 0,'0'0'1'0,"0"0"0"0,0 0 0 15,0 0-1-15,0 0 1 16,38 42-16-16,-28-40-65 0</inkml:trace>
  <inkml:trace contextRef="#ctx0" brushRef="#br0" timeOffset="196280.02">24261 6061 153 0,'0'0'13'0,"0"0"27"0,0 0-3 16,0 0-25-16,0 0-9 16,0 0-2-16,0 0-2 15,0 0-23-15,7 2-63 16,-3-2-60-16</inkml:trace>
  <inkml:trace contextRef="#ctx0" brushRef="#br0" timeOffset="196415.16">24271 6183 177 0,'0'0'-10'15,"0"0"19"-15,0 0-6 16,0 0-4-16,0 0-64 15</inkml:trace>
  <inkml:trace contextRef="#ctx0" brushRef="#br0" timeOffset="197395.82">24145 5990 89 0,'0'0'3'0,"0"0"2"16,0 0-1-16,0 0-2 15,0 0 1-15,0 0-1 16,37-34-1-16,-31 34-1 15,-3 3-1-15,2 8 2 16,1 1-1-16,0 3 0 0,2 5 1 16,1 4 0-16,1 2-1 15,1 4 1-15,5 4-1 16,-2 3 1-16,1 1-1 16,0 8 0-16,-1 5 0 15,-4 5 0-15,-3 5 1 0,-1 7-1 16,-6 5 1-16,0 5-1 15,-10 6 0-15,-3 3 1 16,-4 4 0-16,-1 1 2 16,1-1 1-16,-1-7 4 15,-1-5 2-15,3-1 0 0,-3-7-3 16,0-2-3-16,-4-6 0 16,1 0 2-16,1-2-3 15,1-4 0-15,1-2-2 16,3-4 1-16,3-1-1 15,4-2 0-15,-2-7 3 16,8-3-1-16,-3-9 4 0,4-5 3 16,2-5 3-16,0-6-5 15,0-5-2-15,0-1-3 16,0-3-1-16,0-1-1 16,0-1-1-16,0-1 1 0,0 1 0 15,0 0 0-15,0-2-3 16,2 2 4-16,-2-1 1 15,1 1-2-15,-1-2 0 16,1 1-1-16,0 0 0 16,-1-1 0-16,0 1 1 0,0-1-2 15,0 1 2-15,0-1 0 16,0 0 3-16,0 0 7 16,0 0 4-16,0 0 1 15,0 0-8-15,0 0-5 16,0 0-2-16,0 0 0 15,0 0 0-15,0 0 0 0,0 0-1 16,0 0 0-16,0 0 0 16,0 0 1-16,0 0-1 15,0 0 2-15,0 0 0 16,0-1 4-16,0 0 1 16,0 1-5-16,0-1-1 0,0 0 1 15,0-1-1-15,0 1 1 16,0-1 0-16,0 0 2 15,0 2 1-15,0-2-1 16,1 2 0-16,1-1 2 16,-2-1-2-16,0 2-1 0,0 0-1 15,0 0 1-15,0 0-1 16,0 0-2-16,2 0-3 16,-2 0-19-16,1 3 0 15,-1 3-20-15,0-1-64 16</inkml:trace>
  <inkml:trace contextRef="#ctx0" brushRef="#br0" timeOffset="199015.24">13991 9068 66 0,'0'0'9'0,"0"0"10"0,0 0-7 0,0 0-3 16,0 0-1-16,-11-44 1 0,3 37-1 15,1-2 0-15,-2 1-1 16,2 0 1-16,-3 0-1 15,0 0-4-15,1 1 1 16,0 1-2-16,1 0-1 16,0-1 1-16,0 2-1 0,1 0-1 15,-2 2 0-15,-1-2-1 16,2 0 1-16,-3 2 3 16,-2-1-2-16,0 3-1 15,0-1 3-15,0 2 0 16,-2 0-3-16,0 0 4 0,-2 3-2 15,-2 6-2-15,0 1 0 16,-3 4 0-16,2 0-2 16,-5 2 2-16,3 2 2 15,0 2-2-15,-4 1 0 0,1 2 1 16,2 1-1-16,-2 0 1 16,2 3 0-16,0-1 0 15,2 2 0-15,-2 2 1 16,4 0-1-16,-1 1 2 15,3 3-2-15,2 0 1 16,0 0 0-16,1 1 0 0,2 1 0 16,1-1 2-16,3 0-1 15,0 2 0-15,3-1 0 16,1 0 1-16,0 1-3 16,3 0 1-16,1 3-2 15,0-1 2-15,0-1-1 0,9-1 1 16,-2-2-1-16,3-1 0 15,4-1 2-15,0 1-1 16,4 0-1-16,1 3 0 16,2-1 0-16,3 0 0 15,-1 1-1-15,0-4-1 16,2-1 2-16,1-5-2 0,2-3 2 16,-1-2-1-16,1-2 0 15,4-1 1-15,0-1-1 16,1-4 1-16,3-1-2 15,-2-5 0-15,3-2 0 0,-3-2 0 16,2-4 1-16,0 0-4 16,-2-5 8-16,1-7-4 15,-1 0-1-15,1-1 2 16,-2-3-2-16,-1 1 1 16,1-1 0-16,-4 0 0 0,0-1 0 15,-2-1-1-15,-2-2 2 16,-2-1-1-16,-1 1 0 15,-4-3 1-15,0 2 1 16,-5-1 6-16,-5 1 1 16,0 1 0-16,-6 1 1 15,-2 0-2-15,0-1-1 0,0 0-5 16,0-1-2-16,0 0-1 16,-2-1-21-16,2-3-35 15,0-4-95-15</inkml:trace>
  <inkml:trace contextRef="#ctx0" brushRef="#br0" timeOffset="200850.73">21347 4080 47 0,'18'1'3'0,"0"2"-2"0,2 4-1 15,2 0 0-15,1 2-20 16</inkml:trace>
  <inkml:trace contextRef="#ctx0" brushRef="#br0" timeOffset="-207386.89">8237 9037 17 0,'0'0'21'0,"0"0"-3"0,0 0-2 0,0 0 0 16,0 0-2-16,0 0 3 15,0 0-2-15,0 0-2 16,-20-39-3-16,19 35-2 0,-3 2-3 16,2-2-3-16,-5 1-1 15,4 1 0-15,-1 0 0 16,-2 0-1-16,1 0 0 16,-1-1 0-16,-2 1 0 15,0 1 0-15,1-3 1 0,0 3-1 16,1-1 0-16,-1-1 0 15,2 2 0-15,-2 1 0 16,1 0 0-16,-3 0-4 16,2 0-2-16,-4 0 5 15,-1 4-2-15,-2 1 1 0,0 3 2 16,-2 3 0-16,-2 1-1 16,-1 2 0-16,0 0 2 15,2 3-1-15,-4 0 1 16,-1 0-1-16,2-1 1 15,-3 1-1-15,1-3-1 0,1-1 0 16,2-2 0-16,1 2 0 16,1 1 2-16,0 2-2 15,0 1 2-15,1 4 0 16,-1 2 0-16,-1 1 0 16,3 2-1-16,0-1 0 0,-1 2 0 15,1 0-1-15,2 0 1 16,-1 3-1-16,-1-1 0 15,-1 0 1-15,3 1 0 16,-1 2 0-16,3-3 1 16,-1 1 0-16,3 1 0 15,3-1-1-15,0 1 0 0,3-2 0 16,1 1 1-16,2-2-1 16,0-3 0-16,0 0 1 15,2-3-1-15,3 1 2 16,3 1-2-16,1-1 0 0,1 0 1 15,1 2-1-15,1 0 1 16,2 2-1-16,1-1 1 16,4 1-1-16,-1-2-1 15,-1-1 0-15,4-3-2 16,1-3 2-16,0-2 4 16,3-5-3-16,2-1 2 15,-2 0-2-15,4-7 0 0,0 3 1 16,2-5 1-16,2 1-1 15,3-2 0-15,2 0-1 16,2 0 1-16,3-3 0 16,-1-6-1-16,3-1 0 0,-2-2-1 15,2 0-10-15,-5-1-23 16,-3-2-34-16</inkml:trace>
  <inkml:trace contextRef="#ctx0" brushRef="#br0" timeOffset="-190780.41">17852 2796 51 0,'-19'-7'-9'0,"-3"0"15"0,2 1-4 16,2 1-1-16,-3 0 1 15,2 3-1-15,-1 0-1 16,3 2 0-16,-2 0-1 16,1 0 1-16,-1 0 0 0,0 0-1 15,1 2 1-15,0 3 0 16,1 3 1-16,-3 1 2 16,1 1-2-16,-2 1-2 15,1 2 1-15,-1-1 1 16,1 2 0-16,2 0 2 15,-2 0 2-15,2 3 0 0,0 2-2 16,-1 2-2-16,0 3 2 16,0 3-2-16,0 1 1 15,1 5-2-15,-2 1 1 16,2-2-1-16,0 0 1 0,-1 1-1 16,2-3 0-16,2-2 0 15,-1 3 0-15,-2-1-1 16,3 1 0-16,1 2 2 15,0 1-2-15,4 2-1 16,-1 1 2-16,0 1 0 16,2 0-1-16,2 2 1 0,-2-1 0 15,2 3 0-15,1-2 1 16,1 2-1-16,1 2 0 16,1-2 0-16,0-1 2 15,2 0-2-15,0 0 1 0,0-2 0 16,1 2-1-16,0 1 1 15,0 1-1-15,0 2 0 16,0 2 1-16,0-3-1 16,2-1 1-16,5 0-1 15,-2-1 2-15,3-2 0 16,-2 0-1-16,2 1 0 0,-1-1 1 16,1-1-2-16,-1-2 0 15,2-3 0-15,-2-2-2 16,1-2 2-16,-3-2 0 15,1-2 0-15,1 0 0 16,0 3 2-16,-2-2-1 0,-1 2-1 16,2 1 1-16,1 3 2 15,0-2-3-15,-1 1 0 16,1-3 1-16,-2 1 0 16,4-3 0-16,-3-1 0 15,3-2-1-15,0-3 0 0,1 2-3 16,1-3 3-16,4 4 2 15,-2-1-1-15,1 2 2 16,3-2-2-16,2 1 0 16,-2 0-1-16,6-2-1 15,0-3 0-15,4 0 1 0,3-2 0 16,2-3 0-16,1 2 0 16,1-1-7-16,0-3 9 15,3-1 0-15,-3 0 2 16,1-2-5-16,4-2 3 15,-3 0-2-15,2-2 1 16,1-3-2-16,2 2 2 0,-3-2-1 16,-1-1 0-16,0-1 2 15,4 0-2-15,-4 0 0 16,3 0 1-16,2 0-1 16,1 0 0-16,-1 0 1 15,1 0 0-15,-2-1 0 0,-2-1-1 16,1 0 1-16,-3 0-1 15,3 0 1-15,-2 1-1 16,2-1 0-16,0-1 2 16,-2 0-2-16,-2 0 0 0,1 0-2 15,-5-1 2-15,4 1 0 16,-4 2 2-16,3-3 1 16,1 1 1-16,4-2 2 15,2 1 1-15,-1 0 1 16,3-3-3-16,1 4 0 15,-2-1 0-15,0-1-2 0,1 1-1 16,-2 0 1-16,5 1-1 16,-5-1-1-16,1 2 0 15,-3-2 0-15,2 3-1 16,-1-1 1-16,1-2-1 16,1 3 0-16,4-2 0 0,2 0 1 15,2 0-1-15,-2-1 0 16,4 0 0-16,-1-2 1 15,2 0-1-15,3-1 1 16,-1 0-1-16,-1 0 0 16,1-3 1-16,0 0-1 0,1 0 0 15,0-3 2-15,5 1-1 16,-2-1 0-16,4-1-1 16,2 1 0-16,-2-2 0 15,3 1 1-15,-1 0-2 16,2 0 0-16,-2-2-3 15,1-1-1-15,-1 3 3 0,1-3 1 16,2-1 2-16,4 2-1 16,-1-3 1-16,4 1-1 15,-3 1 1-15,0-2 0 16,2 1 1-16,0 0-1 0,0-1 0 16,0 1-1-16,-3-1 0 15,4 1 0-15,-2-1 1 16,1 1-2-16,-1 1 1 15,-3 0 0-15,1-2 0 16,-2 3 1-16,-2 0-2 16,-1 0 1-16,-1 0-1 0,-5 1 1 15,-2-1 0-15,-3 2 0 16,-2-2 0-16,-2-1 1 16,0-1-1-16,1-2 3 15,1 0 0-15,1-3 0 16,-2-1-2-16,1 1 0 0,-3-2 0 15,0-2-1-15,2 0 0 16,-3-2 1-16,-3 2 0 16,0-2-1-16,-4 2 0 15,-2-2 0-15,-3-1 2 16,-1 1-2-16,-5-4 1 0,1 0-1 16,-2-1 2-16,-3-3-1 15,-1 0 5-15,-3 0 1 16,-2 2 3-16,-2-3 0 15,-4 2 1-15,-1-2-3 16,-3 1 0-16,1 0 1 0,-6-2-1 16,0 1-3-16,-1 0-1 15,-3 1-3-15,-2 1 1 16,-1 3-4-16,0-2 1 16,-4 0-2-16,-3-1-2 15,-3-1 4-15,1-1 3 0,-1-2-1 16,0 2 0-16,-1-2 0 15,-1 3-1-15,0 0-1 16,-3 0-1-16,0 0 0 16,-3 0 3-16,-2-1 0 15,-1-2-1-15,-1-1-1 0,0 1 0 16,-2 1 3-16,-1 0 0 16,0 2-1-16,0 0 0 15,1 3-1-15,-3 0-2 16,-4 1-2-16,-2 4 3 15,-4 0-7-15,-1 4-1 16,-7 4 2-16,-2 3-2 0,-2 0 10 16,0 2-1-16,-2 3-2 15,-1 1 4-15,-1 0-3 16,1 4-5-16,-1-2 2 16,-2 0-2-16,0 0 5 0,1 2-1 15,-1-2 3-15,1 1-2 16,-2-1 2-16,-1 0 1 15,2 0-1-15,-1 0 0 16,2 0 2-16,0 3-3 16,-3-3 1-16,1 5 1 15,-4-2-2-15,0 2 0 0,-3 0-2 16,1 0 4-16,-1 0-2 16,0-1 0-16,-1 0-2 15,3-1 4-15,1 1-2 16,0-1 1-16,-1 3-1 0,1-2 1 15,-1 4-1-15,-2 0 0 16,-2 0 0-16,2 2 0 16,-3 0-1-16,0 0 2 15,-1 0-2-15,4 5 1 16,-5 0 1-16,-1 1-3 16,3 0 2-16,-1 0 0 0,2-3 1 15,0-1-4-15,-2-2 5 16,2 2-2-16,2-2 0 15,0 1 1-15,-1-1-1 16,1 3 0-16,-3 0 0 16,1 0 1-16,-2 1-2 0,2-1 1 15,-3 0 0-15,1-2 0 16,2 2 1-16,0-2-1 16,1 1 0-16,1 1 0 15,1 0 0-15,-1 1 0 0,0 0-1 16,1 0 3-16,2 0-3 15,-2 2 2-15,1-2-1 16,1 1-1-16,2 0 1 16,0 1 0-16,3 0-1 15,1 1 2-15,1-1-1 16,2 2 0-16,2-2-1 16,-2 2 2-16,-1-1-1 0,1 0 2 15,-1 1-4-15,-1 0 2 16,3 2-1-16,1 0 2 15,5-3-1-15,-3 3 0 16,5 0 0-16,1 0-4 0,2 1 7 16,2 0-3-16,0 1 0 15,0-1-3-15,4 1 3 16,1 3 2-16,-2 1-2 16,1 2-3-16,-2 0 3 15,3 3 0-15,-3 0 1 0,3-1-4 16,1 1 5-16,2 0-2 15,2 1-2-15,0-1-1 16,0 3 2-16,2-1 0 16,1 4 0-16,0-3-1 15,1 3-1-15,-1 1 3 16,1 1-1-16,1 1 1 0,-2-2 0 16,1 4-1-16,3-3 1 15,1 2-2-15,2 1 2 16,2-1 0-16,2 0-1 15,0 3-2-15,3 2 4 16,1 1-1-16,-2 1-1 0,2 1 1 16,2 0-2-16,-2 1 2 15,4 0-2-15,-3 1 2 16,3 0 0-16,-1 3 0 16,0 0 0-16,2 2 0 0,-2-1 0 15,3-1 0-15,1 0 2 16,-2 0-4-16,0 0 2 15,2 2 2-15,1 0-2 16,1 1-2-16,0-1 2 16,0 1 0-16,1-2-1 15,5-2 2-15,1-1-1 0,1 0 0 16,1-1 0-16,1-1 0 16,0-1 0-16,0 0 0 15,-2-4 0-15,1 0 0 16,2-2 0-16,-2 0 0 15,1-2 0-15,3-1-1 16,0 1 1-16,-2-1 0 0,5 2 0 16,-3-3 3-16,3 1-3 15,-2 0 0-15,2-2 0 16,-1 1 1-16,2-2-1 16,1 0 1-16,-1-2 0 0,-1-1-1 15,3 0 0-15,1-1-2 16,2 0 3-16,1-3-2 15,3 3 3-15,2-2-2 16,3-1-1-16,2-1 0 16,1 0 2-16,3-3-3 0,2 1-1 15,-4-3 6-15,2-3-3 16,2 1 1-16,-1-1 0 16,-1-2-1-16,3-1 0 15,4-1 0-15,3 1 2 16,-2-1-2-16,6-1 0 0,1 0 1 15,1-2 0-15,5-2 0 16,4-1-1-16,5-1 0 16,6 0 1-16,3-3-11 15,6-13-71-15</inkml:trace>
  <inkml:trace contextRef="#ctx0" brushRef="#br0" timeOffset="-182519.3">7014 10826 46 0,'-8'0'6'0,"-2"0"5"0,3 0 0 16,-3-3-1-16,2 1-4 0,1-1 3 15,-1 0-5-15,1 0 0 16,1-1-2-16,0 2 0 16,0 0 0-16,0 0 0 15,1-1 0-15,-2 0 1 0,0 0-2 16,-2 1 1-16,3-1-1 15,-3 0 0-15,0-1 2 16,0 1 3-16,1 0-2 16,-2-1-1-16,3 1 5 15,-1-2 1-15,1 0 0 16,-2 2-1-16,2-1-4 0,-1 1 0 16,1 1-3-16,-3 0 2 15,0 0-2-15,1 2 0 16,-3 0-1-16,1 0 0 15,-2 2 0-15,1 3-1 16,-3 1 1-16,1 2 0 0,1 2-1 16,-3-1 1-16,1 2 0 15,1 1-1-15,-1-2 1 16,1 1-2-16,1 2 2 16,-2 0-1-16,1 1-2 0,-2 0 3 15,3 3-2-15,-2 3 0 16,0-2 3-16,2 1-1 15,-1 1 0-15,4-2 1 16,-1 1-2-16,-1-1 1 16,3-1 0-16,3-2 0 0,-3 0 0 15,4-1-1-15,1 0 0 16,0 1 0-16,1 2 0 16,1 0 0-16,2 1 0 15,-2 1 1-15,0 1 0 16,2 1-1-16,0 0 1 15,0 2-2-15,0-2 1 0,0-2 0 16,0-1 0-16,0-1 1 16,4 0 0-16,0-4-2 15,3 3 1-15,-1-4 1 16,2 1 0-16,-2 0-1 16,3-3 1-16,-2 4 0 0,4-2-1 15,0-1 0-15,3 2 1 16,-1 0-1-16,2-1 1 15,1-2-1-15,3 3 1 16,-2 0-2-16,4-3 5 16,1 1-1-16,-2 0-1 0,2 1-1 15,3-1 0-15,-4 1-1 16,2-1 2-16,2 0 0 16,-4 2-1-16,2-3 0 15,0 1 0-15,4-2 0 16,0 1 0-16,0-3 3 0,4 0-5 15,0-3 4-15,0-1-2 16,1 0 2-16,1-3-1 16,-3 1 2-16,1-1-1 15,0 0-1-15,0 0 1 16,-2 0 0-16,1 0-1 0,3 0 2 16,-2-2-1-16,1-3 0 15,3-1-1-15,-2-2 1 16,1 1-1-16,1-3 0 15,-1 0 1-15,1 0 1 16,0-3-3-16,0-1 0 16,1 3 2-16,-2-3-2 0,-1 1 1 15,-2-3 0-15,-2 2 0 16,-2-2-1-16,-2-1 2 16,0 0 1-16,-4-1 3 15,2-1 0-15,-4 2-1 16,0-1-1-16,-3 1 0 0,-3 1 1 15,1-4-1-15,-3-1 18 16,0 1-20-16,0-4 1 16,-2-2-2-16,0-1 0 15,0-1 1-15,-2 2-1 0,-1-2-1 16,-2 3 2-16,1-1-2 16,0-1 0-16,-4 3 0 15,-1-2 0-15,0 2 0 16,0-3 0-16,0 1 0 15,-6-2 0-15,-3 2-2 16,-2-2 4-16,0 0-1 0,0 2-1 16,-2-1 1-16,-1 2 1 15,-1-1-1-15,1 2 1 16,-1 1-2-16,1 3 1 16,-3-1-2-16,0 5 3 15,2-2-2-15,-6 1 1 0,1 1-2 16,-3-1 3-16,0 0-2 15,-2 3 0-15,-2-3-1 16,0 3 1-16,0 1 1 16,1 0 0-16,-1 0 1 15,1 3-1-15,1 1-1 0,0 1 0 16,2 1-1-16,-1 3 1 16,-3 1 0-16,2 0 1 15,-1 2-2-15,-1 1-1 16,0 0 2-16,1 0 0 15,-3 0-1-15,4 0 2 0,-2 3-1 16,2 0 0-16,1 1 0 16,2 0 0-16,-1 0 0 15,0 1 2-15,3 0-2 16,-2 0 0-16,-3 2 0 16,1 0 0-16,-1 0 0 15,2-1 0-15,-2 0 0 0,4 0 0 16,-1-3 0-16,6 3 0 15,-2-2 0-15,5 0 1 16,2-1-1-16,4 2 0 16,0-1 0-16,7 4 0 0,0-1-24 15,0-4-51-15,2-3-19 16</inkml:trace>
  <inkml:trace contextRef="#ctx0" brushRef="#br0" timeOffset="-181132.28">8270 9838 198 0,'0'0'-57'0,"0"0"76"0,0 0-17 0,0 0-13 16,0 0-7-16,0 0-16 0</inkml:trace>
  <inkml:trace contextRef="#ctx0" brushRef="#br0" timeOffset="-179417.43">7422 7749 103 0,'0'0'5'0,"0"0"-3"0,0 0 5 0,0 0 0 16,-44-28-6-16,30 24 0 15,1 1-1-15,-2 2 1 16,-1-2 0-16,0 2-1 16,-1 1 0-16,-2 0-1 0,4 0 1 15,-3 0 1-15,0 0-1 16,3 0 1-16,1 0-1 15,0 0 0-15,-1 0 0 16,-1 3 0-16,1-1 0 16,-5 1 0-16,-1 0 0 0,-3 1 1 15,2 2-1-15,-3 0 2 16,-2 3-2-16,2 0 0 16,0 1 1-16,4 1-1 15,-4 2 1-15,3-2-1 16,-1 2 0-16,1 2 0 15,-3 0 0-15,3 0 0 0,-3 0 0 16,1 2-1-16,-2 0 1 16,3 1 1-16,-2 0 1 15,0 1 1-15,2 3-1 16,0-1 1-16,0 1-1 16,-1-1-2-16,4 1 1 0,-3 1 0 15,3-4-1-15,0 2 0 16,4-1 1-16,3 0-1 15,1-2 0-15,4-1 1 16,3 0-1-16,1 1 0 16,2-3 0-16,0 2 0 0,2-3 0 15,0 0 1-15,0 2-1 16,0-3 0-16,2 0 0 16,0-1 0-16,2 1 1 15,1-3-1-15,1 0 1 16,2 1-1-16,-2 1 0 0,1-2 0 15,1 0 0-15,0 1-1 16,0 0 2-16,1-1-1 16,2 2 0-16,1-1 0 15,-1-1 0-15,2 3 0 16,1-2 1-16,1 1-1 0,1-1 1 16,2-1 1-16,-3 0-1 15,2-2 0-15,2 1 0 16,-1-1 1-16,0-1 1 15,2 0-3-15,-2 0 0 16,0 1 0-16,2-1 0 0,-2 1 0 16,2 1 1-16,0 0-1 15,3 2 0-15,-2-1 1 16,2-1 0-16,0 3-1 16,2-1 3-16,1-1-3 15,0 0 0-15,1 0 1 16,0 0-1-16,0-3 0 0,-2 2 0 15,2-2 0-15,-1-2 0 16,-1 0 1-16,4-1-1 16,2 0 1-16,0-1-1 15,3-3 2-15,2 0-1 16,4 0 0-16,-4 0 1 0,1 0-2 16,-1 0 2-16,-2-3-4 15,-3-4 4-15,-2 0 0 16,2-1-1-16,-3-2 0 15,3-1-1-15,2-2 1 16,1 0 0-16,2-3 0 0,-2 0 0 16,1 1-1-16,-1-3 1 15,1-1 0-15,-4 0-1 16,-1-1 0-16,1-1 1 16,-4 1-1-16,0-1 0 15,-3 1 2-15,-2-2-1 0,1 2 1 16,-3-3-2-16,-3 1 0 15,-1-1 1-15,0-2-1 16,-2-2 2-16,-6-3-1 16,1-1 1-16,-5 0 3 15,0-2 0-15,-4 2 2 0,0-3 0 16,0 4 1-16,-6-3-2 16,-4-2 0-16,-3 0-1 15,-3-3-2-15,0-1 5 16,-4-3-5-16,-1 3 1 15,0 2-1-15,-2 4-2 0,-2 5-1 16,-6 5-9-16,-7 2-49 16,-7-1-84-16</inkml:trace>
  <inkml:trace contextRef="#ctx0" brushRef="#br0" timeOffset="-177178.89">11111 11914 95 0,'-3'0'11'0,"1"0"13"0,-2-3-3 0,2 2 0 0,-2-2-9 15,1 0-4-15,2 2-4 16,-1-1-2-16,2 0-2 15,0 0 0-15,0-1-2 16,0-4-43-16,0-4-7 16</inkml:trace>
  <inkml:trace contextRef="#ctx0" brushRef="#br0" timeOffset="-176673.58">11207 10697 62 0,'0'0'4'16,"0"0"11"-16,0 0-11 15,0 0-4-15,0 0 1 16,0 0-1-16,0 0-2 0,0 0 1 15,0 0 1-15,-1 0 0 16,1 0-1-16,0 0 1 16,0 0 0-16,0 1 0 15,0 1 1-15,0-1 0 16,0 2-1-16,0-2 1 0,0 2 0 16,0-1 0-16,0-1 0 15,0-1 2-15,0 2 5 16,-2 0 1-16,0 0-5 15,0 1-2-15,0 1-2 16,0 0 1-16,2-2-5 0,0-2-37 16</inkml:trace>
  <inkml:trace contextRef="#ctx0" brushRef="#br0" timeOffset="-171914.95">7323 11397 66 0,'-3'0'4'16,"1"0"-3"-16,-2-1 3 0,-1 1-1 0,2 0 3 16,1-2 2-16,-2 2 1 15,0-1 0-15,1 1-5 16,1 0-1-16,-2 0 1 15,2 0-2-15,0 0 0 0,2 0-1 16,0 0-1-16,0 0-1 16,0 0-1-16,4 0 2 15,4 0 0-15,1-2 3 16,3 0 1-16,-2-1-1 0,2 0-1 16,0-1 1-16,0 1 1 15,2-2 1-15,-3 1-1 16,-2 2-2-16,0 1 0 15,0-1 1-15,-4 2-3 16,1 0-7-16,-4 0-14 16,-2 0-2-16,0 0-32 0</inkml:trace>
  <inkml:trace contextRef="#ctx0" brushRef="#br0" timeOffset="-171509.21">7287 11418 88 0,'0'0'6'0,"0"0"-4"0,0 0-2 15,0 0 1-15,0 0-1 16,0 0 0-16,0 0 0 16,0 0 0-16,0 0 0 15,42 0 2-15,-35-1 6 0,6-5 4 16,-2-1 1-16,3 2-3 15,-3-1 0-15,2 0-5 16,-3 2-3-16,0 1-1 16,-5-1 0-16,-1 4 0 15,-2 0 0-15,0 0-16 16,-2 0-20-16,0 0-22 0</inkml:trace>
  <inkml:trace contextRef="#ctx0" brushRef="#br0" timeOffset="-171130.41">7289 11430 54 0,'0'0'2'0,"0"0"0"0,0 0 2 15,0 0 0-15,0 0-1 16,0 0 1-16,42 0 4 15,-34 0-2-15,2-2-1 0,-1-2 0 16,2 0-3-16,-2 0 1 16,0-1-2-16,0 1 0 15,1 1 1-15,0 0-2 16,-1-1-12-16,-3 1-33 16</inkml:trace>
  <inkml:trace contextRef="#ctx0" brushRef="#br0" timeOffset="-170789.56">7273 11451 95 0,'0'0'5'0,"0"0"-1"0,0 0-5 16,0 0 0-16,0 0 1 15,0 0 0-15,0 0 1 16,0 0 4-16,27 0-1 16,-16 0 1-16,2-2 0 0,1-3-2 15,0 3-1-15,1-2-1 16,-1 0 0-16,-1 0 0 15,1 0 1-15,-2 1 0 16,-1 0-1-16,-1 0-1 16,-3 0-11-16,-1-1-22 0</inkml:trace>
  <inkml:trace contextRef="#ctx0" brushRef="#br0" timeOffset="-170418.54">7268 11453 46 0,'0'0'10'16,"0"0"-9"-16,0 0 2 0,0 0 4 16,0 0 2-16,0 0-1 15,0 0-4-15,0 0 0 16,46 1 0-16,-37-1 0 16,1-3-1-16,2 0 0 15,1-1 0-15,-2 2-2 0,1-2 0 16,-2 2 0-16,1 0 0 15,1-1-1-15,-5 0 0 16,1 1-6-16,-1 0-13 16,0-1-56-16</inkml:trace>
  <inkml:trace contextRef="#ctx0" brushRef="#br0" timeOffset="-170071.79">7318 11459 67 0,'0'0'6'0,"0"0"-6"16,0 0 2-16,0 0 0 15,0 0 2-15,0 0-2 16,0 0 0-16,38 2 0 16,-28-2 0-16,3-3 3 15,0-2 0-15,2 0-2 0,1 1 1 16,0 0-2-16,1-1 0 16,-1 0-1-16,-3 0 0 15,1 1 0-15,-3 1-2 16,0 2-8-16,-3-2-4 15,-2 3-19-15,-2-2-26 16</inkml:trace>
  <inkml:trace contextRef="#ctx0" brushRef="#br0" timeOffset="-169684.5">7360 11441 23 0,'0'0'5'0,"0"0"-4"0,0 0 1 0,0 0 2 16,0 0 2-16,42-3 5 15,-30 0 0-15,-1-1-1 16,3-1-2-16,-1 2-2 16,1-2 1-16,-1-1-2 15,2 1-4-15,-1-1-1 0,-1 1 2 16,3 0-2-16,-5 0 1 15,3 2-5-15,-6-1-10 16,-1 1-15-16</inkml:trace>
  <inkml:trace contextRef="#ctx0" brushRef="#br0" timeOffset="-169250.6">7331 11414 62 0,'0'0'11'16,"0"0"3"-16,0 0-13 0,0 0 0 16,0 0 0-16,0 0 4 15,0 0-1-15,0 0-3 16,0 0 1-16,31 0 0 16,-24-3 1-16,3 0 0 15,0 2 1-15,1-3 2 16,1-2 0-16,-3 3 1 0,3-2-2 15,1 0-3-15,1 1-1 16,-2-2 2-16,-1 2-2 16,-2 1 1-16,0 0-2 15,-2-1-1-15,-1 4-5 16,-3-1-1-16,1-1-11 0,-4 1-10 16</inkml:trace>
  <inkml:trace contextRef="#ctx0" brushRef="#br0" timeOffset="-168931.56">7383 11416 49 0,'0'0'11'16,"0"0"-8"-16,0 0 6 15,0 0 0-15,0 0-4 0,38-6-2 16,-27 3 0-16,3-3-1 16,-2 2 0-16,2-2 1 15,-1 2-2-15,1 0-1 16,-3 0 1-16,0 1 0 15,1-1-1-15,-1 1 1 0,-1 1-9 16,0-1-39-16</inkml:trace>
  <inkml:trace contextRef="#ctx0" brushRef="#br0" timeOffset="-168460.58">7326 11414 60 0,'0'0'6'0,"0"0"-3"0,0 0 6 0,0 0 0 15,0 0 0-15,0 0-2 16,43-10 1-16,-31 5 1 16,3 0-4-16,1 0-1 0,-1-1-1 15,1-1-1-15,-1 1 0 16,1 0-2-16,-2 1 1 16,1-1 0-16,-3 2 0 15,1 1-5-15,-4 0-8 16,-4 2-4-16,-2-4-20 0</inkml:trace>
  <inkml:trace contextRef="#ctx0" brushRef="#br0" timeOffset="-168034.5">7296 11430 87 0,'0'0'9'0,"0"0"4"15,0 0-2-15,0 0-7 16,0 0-5-16,0 0 1 16,0 0-1-16,0 0 1 15,0 0 2-15,6 0 3 16,0 0 1-16,6-2-2 0,-1-1-2 16,3-1-1-16,-1 0 2 15,3-2-2-15,-1 2 0 16,1-4-1-16,-1 3 2 15,0-2-1-15,-3 0 0 16,1 3 0-16,-3-3 1 0,1 3-2 16,-5-1-20-16,1 0-15 15</inkml:trace>
  <inkml:trace contextRef="#ctx0" brushRef="#br0" timeOffset="-166838.75">9871 11384 83 0,'0'0'2'0,"0"0"-1"0,0 0 0 0,0 0 0 16,0 0-1-16,0 0 0 0,0 0 4 15,0 0 6-15,0 0 2 16,0-1-2-16,0 1-5 16,0 0-4-16,0 0-1 15,0 0 0-15,4 0 0 16,0 0 2-16,1-1-2 0,3-1-2 16,2 2 4-16,-1-4-4 15,3 2 4-15,3 0-2 16,2-1 0-16,3-2 0 15,-1 1 0-15,0-1 1 16,2 0-1-16,1 1 0 16,-5 0 1-16,1-2-1 0,0 2 0 15,-2 0 0-15,-3-1 0 16,1 1 0-16,-3 1 0 16,3 2 0-16,-7 0-1 15,3-1-9-15,-3 2-3 16,2-1-3-16,-4-1-17 0</inkml:trace>
  <inkml:trace contextRef="#ctx0" brushRef="#br0" timeOffset="-166260.41">9888 11397 62 0,'0'0'4'0,"0"0"-4"0,0 0 1 0,0 0-1 16,0 0 3-16,0 0 2 15,0 0-4-15,0 0 0 16,0 0 0-16,0 0 2 15,0 0-1-15,21 0 0 16,-11-1 0-16,2-2-1 0,1 0-1 16,0 0 1-16,3-1-1 15,-1 0 0-15,1-2 1 16,2 3-1-16,0-2 0 16,0 0 0-16,-3-2 0 15,3 1 1-15,-2-1-1 0,2 0 0 16,-3 0 0-16,1 3 0 15,-3-2 0-15,-1 1 1 16,-1 0-1-16,-2 2 0 16,0-1 0-16,-4 4 0 0,1-1 0 15,-4 1 0-15,-2 0-6 16,0 0-22-16</inkml:trace>
  <inkml:trace contextRef="#ctx0" brushRef="#br0" timeOffset="-165826.6">9888 11403 63 0,'0'0'7'0,"0"0"-5"0,0 0 4 0,0 0 2 15,0 0-4-15,0 0 0 16,0 0 1-16,47-13-2 0,-32 9 3 15,0-2-2-15,4 2-1 16,1-2-2-16,3 1 0 16,-3-1 1-16,4-1-1 15,-1 1-1-15,0-1 1 16,-2 1-1-16,0-1 0 0,1 0 0 16,-5 3 0-16,2-1 0 15,-2 0 0-15,-3 3-4 16,-3-2-5-16,-4 3-15 15,0-3-56-15</inkml:trace>
  <inkml:trace contextRef="#ctx0" brushRef="#br0" timeOffset="-165433.89">9885 11393 74 0,'0'0'11'0,"0"0"7"0,0 0-10 15,0 0-3-15,0 0 0 16,0 0-4-16,0 0 0 15,0 0 1-15,0 0 0 16,23-4 0-16,-10 2-2 0,1-2 0 16,2 1 1-16,4-1-1 15,0 0 2-15,0-1-2 16,3 0 0-16,1-2 1 16,-2 0 0-16,0 1-1 15,1-1 0-15,-3 0 0 0,0 1 0 16,-4 0 0-16,-1 2-2 15,-1 1-10-15,-5-1-14 16,-5 1-28-16</inkml:trace>
  <inkml:trace contextRef="#ctx0" brushRef="#br0" timeOffset="-165056.33">9904 11393 34 0,'0'0'12'15,"0"0"-5"-15,0 0 6 16,0 0-2-16,0 0-4 15,36-2 1-15,-23-2 1 16,0 0-1-16,-1 0 0 16,3 1 0-16,-1-2-1 15,-1 1-2-15,3 1-2 0,-2-1-2 16,1 1 0-16,-2-1 1 16,-1 1-1-16,0 2-1 15,0-2 0-15,-1 0 1 16,-4 3-1-16,1-1 2 15,-1 1-3-15,-2 0-10 0,-1-2-13 16,-4 2-21-16</inkml:trace>
  <inkml:trace contextRef="#ctx0" brushRef="#br0" timeOffset="-164715.4">9894 11411 81 0,'0'0'9'0,"0"0"8"16,0 0-8-16,0 0 0 15,0 0-2-15,0 0-6 16,0 0-1-16,0 0 1 0,0 0 0 15,16 0-1 1,-5-1 1-16,3-2 0 0,-1-1-1 16,3 0 0-16,-2 1 2 15,3-2-2-15,1 1 1 16,-2 1-1-16,1-1 1 16,0 0 0-16,-2 1-1 0,1 1-7 15,-6 0-13-15,1-1-14 16,-3-1-47-16</inkml:trace>
  <inkml:trace contextRef="#ctx0" brushRef="#br0" timeOffset="-164402.49">9931 11424 52 0,'0'0'6'16,"0"0"-1"-16,0 0 8 15,36-4 0-15,-23 0-2 16,0-1-1-16,1-2 2 15,2 3-1-15,-1 0 2 16,1-1-6-16,-1 1-5 0,-1 3 0 16,1-2-2-16,-4-1-25 15,0-3-41-15</inkml:trace>
  <inkml:trace contextRef="#ctx0" brushRef="#br0" timeOffset="-163032.36">7135 8431 25 0,'0'0'53'0,"0"0"-48"0,0 0 3 0,0 0 0 16,0 0 0-16,0 0-3 0,0 0-1 15,0 0-3-15,0 0-1 16,0 0 0-16,0 0 2 16,29-16 0-16,-18 10 0 15,5 1 1-15,-1 0 1 16,3-1-2-16,0 2 0 16,2-3-1-16,1 1 0 0,0 1 0 15,-2-1-1-15,3 0 1 16,-4 0-1-16,0 2 1 15,-1 1 0-15,-1-1 0 16,-1 1-1-16,-1 3-7 16,-3-1-6-16,-4 1-7 0,2-2-32 15</inkml:trace>
  <inkml:trace contextRef="#ctx0" brushRef="#br0" timeOffset="-162682.65">7145 8481 75 0,'0'0'4'0,"0"0"3"0,0 0-2 0,0 0 1 0,0 0 7 15,0 0 0-15,0 0-2 16,0 0-6-16,0 0-2 16,-1 0 2-16,9-4 1 15,4-1-1-15,1 2 0 16,3-3-1-16,3 0 0 0,6 2-2 15,2-2 0-15,2 1-16 16,-2-6-56-16</inkml:trace>
  <inkml:trace contextRef="#ctx0" brushRef="#br0" timeOffset="-161338.05">9933 8409 36 0,'0'0'3'0,"0"-1"5"0,0 0 1 0,0 0 1 16,-2 1 0-16,0-2 0 16,-2 2-5-16,1 0-1 15,2 0-2-15,-1 0 1 16,0 0 1-16,0 0-1 0,2 0-2 15,-2 0 0-15,1 0 0 16,1 0 1-16,0 0 0 16,0 0 0-16,0 0-1 15,0 0-1-15,0 0 0 16,0 0 2-16,5 0-1 16,0 0 1-16,6 0 0 0,0 0-1 15,2-1-1-15,1 1 1 16,1-1 0-16,3-1 0 15,1 1-1-15,0-2 1 16,2 2 0-16,-1-1 1 16,-1-1-1-16,2 2 1 0,-4 1-1 15,0-1-1-15,-1 0 1 16,1 1 0-16,-1 0 0 16,-3 0 0-16,0 0-6 15,-2 0-7-15,0 0-4 16,0-1-12-16,-1 0-50 0</inkml:trace>
  <inkml:trace contextRef="#ctx0" brushRef="#br0" timeOffset="-160887.34">9986 8437 82 0,'0'0'13'0,"0"0"3"0,0 0-8 0,0 0-3 15,0 0-3-15,0 0 2 16,0 0 5-16,0 0-7 16,0 0 1-16,0 0-2 15,9 0 0-15,7 0-1 0,0-4 1 16,3 3-1-16,-1-2 1 16,3 0-1-16,-3-1 1 15,6 1 2-15,-4-1-1 16,2-2-1-16,1 3 2 15,-2-2-2-15,3 2 0 16,-6-2 1-16,2 4-2 0,-3-2-5 16,-1 1-12-16,-2 1-2 15,-1-2-1-15,-4 2-11 16,-5-2-22-16</inkml:trace>
  <inkml:trace contextRef="#ctx0" brushRef="#br0" timeOffset="-160482.74">10031 8433 77 0,'0'0'5'0,"0"0"10"0,0 0-6 0,0 0-5 15,0 0 0-15,0 0 2 16,0 0-1-16,0 0-2 16,0 0-2-16,43 0 0 0,-28 0 1 15,1-2-1-15,2 0 0 16,-1-1-1-16,0-1 2 15,-1 2 0-15,1-1 0 16,-1-1 0-16,-3 1 0 16,-4 2 0-16,2-1-1 0,-4 1 0 15,-1 1 0-15,-3 0 0 16,1 0-1-16,-2 0-3 16,-2 1-12-16,0 2-6 15,0 0-17-15</inkml:trace>
  <inkml:trace contextRef="#ctx0" brushRef="#br0" timeOffset="-151103.53">12522 11382 3 0,'-3'1'13'0,"3"-1"11"0,0 0-13 0,-2 0-2 15,2 0-3-15,0 0 1 16,0 0-3-16,0 0-2 0,0 0 1 16,0 0-1-16,0 0 4 15,0 0-4-15,0 0 1 16,0 0 1-16,0 0 1 15,0 0 0-15,0 0-2 16,0 0 0-16,0 0-3 16,2 0 1-16,0 0-1 0,0 0 0 15,1 0 1-15,3 0-1 16,-2 0 0-16,3 0 0 16,-2 0 0-16,0 0 0 15,3 0 0-15,-1 0 0 16,4 0 2-16,0 0-2 0,0 0 1 15,3-3 0-15,-1 2-1 16,1-2 1-16,-1 0-1 16,0 2 0-16,-2-1 1 15,-1 1-1-15,0-1 0 16,2 2 0-16,-5 0 0 0,3-1 0 16,2 1 0-16,-1-1 0 15,-2 1 1-15,3 0-1 16,-1 0 0-16,2 0 0 15,-2 0 0-15,0 0 0 16,3 0 0-16,1 0 0 0,-1 0 0 16,-1 0 1-16,1-1 0 15,-1 1 1-15,0 0 0 16,-1 0 2-16,0 0 1 16,0 0 3-16,-1 0-4 15,0 0 2-15,1 0-2 0,-1 0-3 16,3 0 2-16,-2 0-3 15,1 0 0-15,2 0 1 16,-2-2 0-16,1 0 3 16,0 1 3-16,1-2 2 15,0 0-3-15,-1 2-1 0,1-2 0 16,1 1-2-16,-3 1 0 16,0-2 0-16,3 2 0 15,-3-1 1-15,-1-1 0 16,1 2 1-16,1 0-1 15,-5 1-2-15,1-2-1 16,-2 1 0-16,-1 1 0 0,1-1-1 16,-3 0 0-16,1 0 1 15,1 1-1-15,-3 0 1 16,1-1-1-16,-1 1-1 16,1 0-12-16,-1 0-25 15,-2 0-15-15,-2-2-15 0</inkml:trace>
  <inkml:trace contextRef="#ctx0" brushRef="#br0" timeOffset="-150291.04">12668 11412 42 0,'0'0'35'0,"3"0"-30"0,-3 0-3 16,3 0-1-16,-1 0 0 16,2 0 0-16,2 0-1 0,-2 0 1 15,3 0 0-15,-1 0 2 16,2 0 0-16,-1 0-1 15,3 0 0-15,0 0-1 16,-1 0 0-16,2 0 0 16,1 0 0-16,0 0 0 0,0 0 2 15,-1 0 1-15,2 2 1 16,1-2 0-16,-2 0-1 16,5 0-2-16,-2 0-1 15,1 2 1-15,0-2 0 0,2 0 0 16,-1 1-1-16,1-1 3 15,0 0-1-15,0 0 2 16,2 0-1-16,-4 0 0 16,4 0 2-16,0 0-2 15,-3 0-2-15,2 0 3 16,-4-1-2-16,1-1-1 16,-3 0 3-16,1 1 0 0,-3 0 0 15,-3-2 1-15,2 3-2 16,-1 0-1-16,-5-3 1 15,1 3-3-15,1 0 0 16,-2 0-1-16,-1 0 0 0,0 0-19 16,-1 0-53-16</inkml:trace>
  <inkml:trace contextRef="#ctx0" brushRef="#br0" timeOffset="-149237.2">15355 11399 59 0,'0'0'8'0,"0"0"8"0,0 0-2 0,0 0-2 16,0 0-6-16,0 0 2 15,0 0 2-15,0 0 1 16,0 0-6-16,0 0-4 16,0 0-1-16,0 0-2 0,0 0 2 15,-14 2-1-15,14 0 1 16,5-1 0-16,4-1 2 16,-3 3 3-16,3-3 1 15,3 0-1-15,-1 0 4 16,-1 0 0-16,2 0-3 0,0 0-2 15,1 0 1-15,3-3-2 16,-3 3 1-16,3-1 2 16,1-1-2-16,-1 2 0 15,3-2 1-15,-1 2-2 16,3-2-2-16,2 2 0 0,-3-1-1 16,2-1 2-16,-1 2-2 15,0-1 0-15,-3-1 1 16,5 2-1-16,-5-4 3 15,4 4 2-15,-1-3-1 16,2-1 1-16,-2 3-1 16,3-2-1-16,1 0 0 0,-1-1 0 15,-3 2-1-15,4-1-2 16,-1 1 0-16,-4 0 1 16,2-1-1-16,-4 1 0 15,0 0 0-15,0 1 0 16,-5-1 0-16,3 1 1 0,-5 0-1 15,1 0 0-15,0 0 1 16,-1 1-1-16,0 0 0 16,-1 0 0-16,-3 0 0 15,1 0-1-15,-2 0-1 16,0 0-18-16,-2 0-6 0,-1 0-16 16,-2 0-10-16,-1 0-43 15</inkml:trace>
  <inkml:trace contextRef="#ctx0" brushRef="#br0" timeOffset="-148803.64">15677 11448 81 0,'0'0'6'0,"0"0"2"0,0 0-1 16,0 0 4-16,0 0-1 15,0 0-5-15,0 0 2 0,0 0 3 16,0 0-4-16,0 0 0 16,38 0-2-16,-25-1 1 15,1-2 4-15,3 2-1 16,1-1 1-16,0-1 2 16,2 0 2-16,0-1-2 0,1 1-1 15,1 1-5-15,-2 1-4 16,2 0 0-16,-3 1-1 15,0 0 0-15,-1 0-8 16,-4 0-40-16,-1 0-32 16</inkml:trace>
  <inkml:trace contextRef="#ctx0" brushRef="#br0" timeOffset="-147274.78">12678 8403 48 0,'0'0'33'0,"0"0"-15"0,0 0 2 0,0 0-10 15,0 0 0-15,0 0-2 0,0 0-3 16,0 0-2-16,0 0-3 16,0 0 0-16,0 0-1 15,-4-25 2-15,12 25 1 16,1 0-2-16,3 0-2 15,2 0 1-15,5 0 4 0,0 0-3 16,4-2 0-16,0 1 1 16,6 0-1-16,2-2 0 15,2 0 2-15,5 0 3 16,-3-1 0-16,2-1-2 16,1 1-1-16,-6 3-1 15,-2-1-1-15,-6 0 1 0,-3 1-1 16,-1 1 0-16,-5 0 0 15,-2 0 1-15,-3 0-1 16,-3 0 0-16,-1 0-1 16,-4 0-3-16,-2 0-29 0,0 3 0 15,-8-1-8-15</inkml:trace>
  <inkml:trace contextRef="#ctx0" brushRef="#br0" timeOffset="-147011.14">12788 8460 46 0,'0'0'4'0,"0"0"9"0,0 0 5 0,55 3-4 16,-32-3 0-16,8 0-4 0,6-4-7 15,7-1-2-15,4-3 0 16,2-1-15-16</inkml:trace>
  <inkml:trace contextRef="#ctx0" brushRef="#br0" timeOffset="-146256">15525 8349 26 0,'0'0'1'0,"0"0"3"0,0 0 7 0,0 0 8 16,0 0 1-16,0 0-2 0,-36-11 2 16,30 8-5-16,3 0-1 15,1 3-10-15,0-1-3 16,-1 1 0-16,1 0-1 16,2 0 0-16,0 0 1 15,0 0-3-15,0 0-1 0,0 0 2 16,9 0 2-16,2 0-1 15,5 0-1-15,-1 0 6 16,8 0-1-16,1 0 0 16,4 0-3-16,0-2 1 15,3-2-2-15,1 0 0 0,0 0 0 16,1-1 0-16,-3 1 0 16,2 0 1-16,2 0 4 15,-3 1-1-15,-1 1-1 16,-1-1-1-16,0 1 0 15,-5 2-1-15,-2 0-1 16,-3-2 0-16,-4 2 1 0,-1 0-1 16,-3 0-1-16,-3 0 1 15,-3 0-12-15,0 4-14 16,-5-2-8-16,0-1-19 16</inkml:trace>
  <inkml:trace contextRef="#ctx0" brushRef="#br0" timeOffset="-145664.58">15537 8379 23 0,'0'0'4'0,"0"0"6"0,0 0 5 16,0 0-1-16,0 0 3 0,0 0 0 15,0 0 2-15,0 0-8 16,0 0-11-16,0 0 4 15,-13 0 1-15,27 0-2 16,1 0-3-16,6 0 2 16,-2-1-1-16,4-1-4 0,4 1 6 15,-2-2 0-15,4 1-1 16,-2 0 1-16,2-1-1 16,1 0 0-16,1 0-1 15,-2 0 0-15,2 1-1 16,-3 0 0-16,-1 1 0 0,-2-1 1 15,0 1 0-15,-1-1 3 16,-5 1 1-16,2-2-1 16,-4 0-1-16,-2 0-1 15,-1 2-1-15,-2-2 4 16,-3 2 0-16,-4-1 1 0,0 1-2 16,-1 1-2-16,-4-1 0 15,0 1 2-15,0 0 4 16,0 0 2-16,0 0 2 15,0 0 1-15,0 0-9 16,2 0-3-16,-2 0-19 16,0 0-34-16,0 0-25 0</inkml:trace>
  <inkml:trace contextRef="#ctx0" brushRef="#br0" timeOffset="-136190.64">9289 9038 66 0,'-2'0'3'0,"-2"0"2"0,-1 0-3 0,3 0-2 15,-1 0 1-15,-1-3-1 16,1 2 0-16,1-1 0 16,0 0 1-16,0-1-1 15,-2 0 0-15,-3 1 0 16,4 1 0-16,-3 0 3 16,1-1 1-16,1 2-2 0,0-1 1 15,-1-1-1-15,0 0 1 16,-2 0-1-16,1-1 3 15,-1 2 3-15,-2-1-2 16,0 0-1-16,-1 2-2 16,1 0-1-16,-3 0 0 0,1 0-2 15,-3 0 1-15,2 1-1 16,-1 2 0-16,1-2 1 16,3 4-1-16,-3-1 2 15,3 0-2-15,1-1 1 16,1 1-1-16,-3 0 1 0,4 1-1 15,0 0 1-15,1-2-1 16,-1 2 0-16,0 0 0 16,2 1 1-16,2 0-2 15,-4 2 1-15,3-1 0 16,-1 3 0-16,2-3 0 16,-3 2 1-16,0-2-1 0,3 0 0 15,-2 0 0-15,0 1 0 16,2-2 0-16,1 1 0 15,-1-1 0-15,2 1 1 16,0 0-1-16,0 0 0 0,0 2 1 16,0-2-1-16,0 0 0 15,0 3 0-15,0-3 0 16,0 0 0-16,2 2 0 16,-2-2 0-16,1 1 1 15,-1-1-1-15,2 2 0 0,-2-2 0 16,2 0 0-16,0 0 0 15,-2 0 0-15,0 2 0 16,2-2 0-16,-2 1 0 16,0 1 1-16,2-1-1 15,-2 1 0-15,2-2 0 0,-2 4 0 16,3-3 0-16,-1 0 1 16,1 2-1-16,1-1 0 15,-2-1 0-15,1 2 1 16,1-3-1-16,0 2 2 15,0-1-2-15,-2-2 0 16,4 2 1-16,-4-1-1 0,2 2 1 16,0-2-1-16,1 0 0 15,0 0 1-15,1-1-1 16,1 3 1-16,0-4 0 16,-1 2 0-16,3-1-1 15,-1-2 1-15,4 2 0 0,-3-3-1 16,3 1 1-16,-1-2-1 15,0 0 0-15,2 1 1 16,0-3-1-16,1 0 0 16,-1 0 0-16,2 0 3 15,0 0-1-15,0 0 0 0,1 0-1 16,-2 0 0-16,-1 0-1 16,0 0 2-16,0 0-2 15,-3 0 0-15,3 0 0 16,-4 0 0-16,0 0 0 0,2 0 0 15,-2 0 0 1,2 2 0-16,-1-1 0 0,0 0 0 16,1 1 0-16,1-1 0 15,-1 2 0-15,-2-2 0 16,2 0 0-16,0 2 0 16,0-2 0-16,-1 0 0 0,0 1 0 15,-1-1 0-15,3 2 0 16,-1-2 0-16,1 1 0 15,1-1 0-15,0 1 0 16,1-1 1-16,1 0-2 16,-1 1 2-16,0-1-1 0,2 1 0 15,0-1-1-15,0-1 2 16,-1 3-1-16,-1-3 0 16,1 1 0-16,1-1 0 15,-2 1 0-15,0-1 0 16,0 0 1-16,0 1-1 0,1-1 0 15,0 0-1-15,2 0 2 16,-2 0-1-16,1 0 0 16,2 0 0-16,-4 0 0 15,3 0 0-15,1 0 0 16,0-2 1-16,-2-2-1 0,4 1 0 16,-3-1 0-16,2 0 2 15,1-2-2-15,-3 2 0 16,1-1 0-16,0-2 1 15,-2 2-2-15,-1-1 2 16,1-1-1-16,-3 0 1 0,1 0-2 16,-1-2 2-16,1 2-1 15,-1 0 0-15,3 0 1 16,-3 0 0-16,-2 1 0 16,3-1 0-16,-3 1-1 15,-4 1 2-15,2-1 0 16,-2 0 5-16,-1 0-1 0,-1 1 4 15,-2 0 0-15,3-3-4 16,-2 1-2-16,-2 1-2 16,2-2-1-16,1-1 0 15,-1-1-1-15,-1-1 1 16,1 2-1-16,1-6 0 0,-3 5 1 16,-2-3-1-16,0 1 2 15,0 0 2-15,0-1-1 16,0 2-1-16,0-3 0 15,-2 2 0-15,-3-1-2 0,0 2 1 16,1-3 1-16,-2 3-2 16,-1-1 1-16,-2-1 0 15,0 2 2-15,-2-2 0 16,-3 3 0-16,1-1 3 16,-3 1-5-16,3 1 1 0,-2-2-2 15,-1 4 1-15,0-3-2 16,2 0 2-16,0 2-1 15,-1-1 0-15,1 1 0 16,-1-1 0-16,1 1 0 16,-1-1 1-16,2 2-1 15,-3 0 0-15,3 0 0 0,-3 1 0 16,1 2-2-16,-1-2 1 16,0 3 1-16,-1-1-1 15,-1 1 1-15,0 0 0 16,-1 2 0-16,2 0-1 15,-1-1 2-15,0 2-1 0,1-1 0 16,3 1 1-16,0-2-1 16,-1 2 0-16,1 0 0 15,2 0 0-15,-1 0 0 16,-2 0 0-16,2 0-1 16,-5 2 1-16,0 0 1 0,-1 1-2 15,2 0 2-15,-2 0-1 16,0 1 0-16,4-2 1 15,-1 0-1-15,3 0 0 16,1-1-1-16,-1-1 2 16,1 2-1-16,0-2 0 15,3 2 0-15,-3-1 0 0,1 0 0 16,1 1 0-16,0 0 0 16,-1 1 0-16,0 1 0 15,0-2 0-15,4 2 0 16,-2-1 0-16,3 0 0 0,-2-2 0 15,2 2 0-15,0-3 0 16,3 3 0-16,-4-2 1 16,2-1-1-16,-1 2 0 15,0-1 0-15,-1 1 0 16,1-2 0-16,0 1 0 0,-2-1 1 16,3 0-1-16,1 0 1 15,-2 0 0-15,0 0 0 16,2 0 1-16,0 0-2 15,3 0 1-15,-1 0-1 16,0 0 1-16,0 1-1 16,0-1 0-16,1 0 0 0,0 0 0 15,0 0 0-15,0 0 0 16,0 0 1-16,-1 0-1 16,0 1 0-16,0 0 1 15,-2 0-1-15,3 2 0 16,0 1-1-16,1 3 0 0,0-1-8 15,1-3-48-15,10-3-39 16</inkml:trace>
  <inkml:trace contextRef="#ctx0" brushRef="#br0" timeOffset="-133907.33">12574 8926 54 0,'4'-4'10'0,"-2"2"7"0,0-1 2 0,-2 1 1 15,0 0 0-15,0-1-3 16,0 1-6-16,0 0-1 0,0-1-2 16,0 0-3-16,0 2-4 15,-3-2 2-15,-2 0-2 16,-2 2 1-16,1-2-1 15,-2 1-2-15,-2 0 2 16,-1-3 1-16,0 4-2 0,-3-2 1 16,2-1-1-16,-2 4 1 15,1-3 0-15,1 0-1 16,-1 2 1-16,2-1 0 16,-1 2 1-16,1 0-2 0,-2 0 0 15,2 0-2 1,-1 0 4-16,1 0-2 0,0 0-2 15,0 0 4-15,-3 0-2 16,3 3 0-16,-2 0 0 16,0 0-2-16,-1 0 2 15,0 1 0-15,-1 0-2 16,-3 1 2-16,0-1 0 0,1-1 0 16,1 1 0-16,0-1 1 15,-4 1-1-15,3 0 1 16,0-1 1-16,2 1-2 15,-1-1 1-15,-2 2-5 0,3 0 16 16,0 1-6-16,1-2-5 16,0 2 0-16,1-1 0 15,0 1 0-15,3 0-1 16,-1 0 1-16,2 1-1 16,-3 1 0-16,0 1 0 0,1-1 0 15,2 1 0 1,-3 1 0-16,1 1 0 0,3 0 0 15,0-1 0-15,-1 2 0 16,3-1-1-16,-3 0 2 16,4-2-1-16,-3 2 0 15,3-4 0-15,1 2 0 0,-5-1 0 16,6 1 0-16,-3-2 0 16,2 2 0-16,1-1 0 15,1 0 0-15,0 0 0 16,0 0 0-16,1 2 0 15,1-2 0-15,0 1 0 0,0 1 1 16,0-1-1-16,0-2 0 16,0 4 0-16,0-1 2 15,3 1-2-15,1-1 0 16,-2 2 0-16,2-1 0 16,1-1 0-16,-1 3 1 0,0-2-1 15,2-1 2-15,-2 1-2 16,0-2 0-16,1 1-2 15,-1-2 4-15,1 0-2 16,2 0 0-16,-2-1 0 16,1 0 0-16,1 0 0 15,4 0 1-15,-2-1-1 0,1 0 0 16,3 1 2-16,-1 0-3 16,2-1 2-16,-3-1 1 15,0 1-2-15,1-2 1 16,-1 1-1-16,0-1 0 0,2-1 0 15,0 2 0-15,1 0 1 16,-1 0 0-16,1 1-1 16,2-2 1-16,1 1-1 15,1-1 0-15,0 0 0 16,-3 0 0-16,4-1 0 16,-2 1 0-16,2-1 1 0,1 0-1 15,-1 3 1-15,4-2-1 16,-3-1 0-16,0 0 0 15,1 0 0-15,3-1 0 16,-6 1 0-16,4 0 2 0,-3-1-2 16,4 0-2-16,-3 0 2 15,3-1 2-15,-1-1-2 16,1 0 1-16,3 0-1 16,-1 0 0-16,2 0 0 15,-2 0 0-15,2 0 0 16,-4 0 1-16,2 0-1 0,0 0 1 15,-2-3-2-15,-1-1 2 16,2 1-1-16,-1-1 0 16,1-1 0-16,-1 1 0 15,3-1 1-15,-3-1-1 16,0 1 0-16,1 0 1 0,-4-1-1 16,2 2 0-16,-3-3 0 15,-2 2 0-15,1-1 0 16,-5-1 0-16,3-3 0 15,-3 3 1-15,0-2-1 16,-1 1 0-16,-1-2 0 0,-1-1 0 16,-2 0 1-16,-2 1 0 15,-1-2-1-15,-1-3 2 16,-3 1 2-16,-1 0-1 16,0-2 1-16,0 1-2 15,0-1 0-15,0-1 1 0,0 0-2 16,0 1-1-16,0-1 0 15,-1 0 1-15,-1 0-1 16,-2 0-1-16,-4 0 1 16,3 1 0-16,-4-2 1 15,4 2 0-15,-4-2 2 0,1 1-1 16,0 0-2-16,-3 0 2 16,0 0-1-16,-2 1-1 15,1-1 0-15,-1 4 2 16,-1 0-4-16,1 1 1 15,-4-1 2-15,4 3-1 16,-3 0-1-16,3 0 2 0,-3 0-1 16,2 0 0-16,-2 3 2 15,1 0-2-15,-1 0 0 16,-1 0 1-16,-1 1-1 16,1-1 0-16,0 2 1 0,-3-1-1 15,2 1 1-15,-3 1 0 16,-1-1 0-16,0 2 0 15,-3 0 0-15,-1 2-2 16,1 1 0-16,-2 0 0 16,0 5-3-16,0 2-15 0,4-3-51 15</inkml:trace>
  <inkml:trace contextRef="#ctx0" brushRef="#br0" timeOffset="-131914.3">15353 8967 111 0,'2'0'3'0,"-2"0"0"0,0 0 4 0,1 0 2 16,-1 0-2-16,0-1 5 16,0-2 1-16,0 0 2 15,0-3-2-15,0 3 0 16,0-1-3-16,0 1-3 0,0 1-5 15,0-1 0-15,-3 1 0 16,-6-2-2-16,0 1 0 16,0 0 0-16,-5 1 2 15,-1-1-2-15,-3 3 0 0,1-2 0 16,-2 2 0 0,-3 0 0-16,2 0 0 0,-4 0 0 15,1 0 0-15,3 4 0 16,-4 1 1-16,3-1-1 15,-2 3 0-15,2-1 0 16,0 1 0-16,0 1 0 0,2 2 0 16,-4 0 0-16,1 2 0 15,-2 0 2-15,2 1-4 16,-1 0 2-16,0 0 0 16,2 1 2-16,2-1-2 0,3 1 0 15,1 0-2-15,-1 0 4 16,5-1-4-16,-1 1 2 15,0 1 0-15,5 0 0 16,-2-1 0-16,1 1 0 16,3 0 0-16,2-2 0 0,-2 0 0 15,2 0 0-15,3-1 0 16,-1 1 0-16,1-1 0 16,0 0 0-16,0 1 2 15,1 0-2-15,5-1 0 16,-1 1 0-16,-1-1 0 15,5-1 0-15,-5 0 0 0,1-1 0 16,0 0 0-16,3-1 0 16,-2-1 0-16,0 2 1 15,2 0 0-15,-1 1-1 16,1-2 0-16,2 1 0 16,-1 1 0-16,3-2 0 0,-1 2 1 15,1-1-2-15,2-1 3 16,1-1-2-16,2 0-1 15,0-3 1-15,-1 2 1 16,-1-1 1-16,-1-2 0 16,1 2-1-16,-1-2 1 0,-1 0 1 15,2 2-2-15,-1-2-1 16,3 2 1-16,2-2 1 16,0 1-3-16,3-1 2 15,-2-1-1-15,4 0 1 0,-3-1 0 16,1 1 0-16,2-1-1 15,-2-1 0-15,1 2 0 16,-1-3 1-16,1 0-1 16,1 0 0-16,-1 3 1 15,-3-2-1-15,2-1 0 16,-1 3 0-16,-2-2 0 0,0 1 0 16,0-1 1-16,1 2-1 15,-1-2 0-15,3 2 0 16,-4 0 0-16,4 1 0 15,-2-1 0-15,0 0 0 16,0 1 0-16,0-1 0 0,-2-3 0 16,-1 0 0-16,-2 0 1 15,2 0-1-15,-1 0 0 16,2 0 2-16,-2 0-4 16,4-4 2-16,0 1 5 15,-2-1-5-15,4-2 0 16,-4 0 0-16,2 1 0 0,-2-1 1 15,0 0-1-15,2 1 0 16,-3 0 0-16,2-2 0 16,1-1 1-16,-4 2-1 15,2-1 1-15,-4 0 0 16,0 0 0-16,-3 0 1 0,-2 0 1 16,0-2 0-16,-2 1 1 15,-2-1 0-15,-1-1 3 16,0 0-1-16,-1-4 1 15,-2 3-2-15,1-2-2 16,-2-1 2-16,0-2 1 0,0 5 0 16,0-5-2-16,0 3-2 15,0 0 1-15,-4-2-2 16,-3 1 1-16,0-1-2 16,0 1-1-16,-1 0 5 15,-2-2-2-15,3 2 0 0,-2 0-1 16,-2 0-1-16,1 0 1 15,2 0-1-15,-5 2-1 16,2-2-2-16,0 3 2 16,-3 0 1-16,1-1 0 15,-2 3 0-15,1-1 2 0,-2 0-2 16,2 2 0-16,-2 1 0 16,3-2 0-16,-3 1 0 15,3 1 1-15,-1-2-1 16,-1 2 0-16,-1-1 0 15,3 0 0-15,-4 0 0 0,3 2 0 16,-2-2 0-16,1 0-1 16,1 1 2-16,-2-1 0 15,0-1-1-15,-1 1 0 16,-3-1 0-16,4 1 1 16,-4-1-1-16,2 0 1 15,0 1 0-15,-3 1 1 0,3 0-2 16,-1 0 1-16,-3 1 2 15,-1 0-5-15,-1 5 1 16,-10 1-1-16,-11 7-2 16,-18 6-16-16,-14-9-83 15</inkml:trace>
  <inkml:trace contextRef="#ctx0" brushRef="#br0" timeOffset="-119614.28">2351 14671 110 0,'-2'-1'2'0,"-4"-4"0"0,3 1-2 0,-3-2 2 15,-1 2-2-15,-2 0 1 16,2-2 2-16,-2 2 1 16,1-1 5-16,-2 0-2 15,-1-1 2-15,3 3 1 16,-4-2 2-16,1 0-3 0,0-2 2 16,-3 3-2-16,1-2-3 15,-1 2 1-15,1 0-3 16,-1-2-2-16,-1 3 0 15,-1 2-1-15,1-2-1 16,-3 1 0-16,0 0 0 0,-4 2 0 16,1 0 0-16,-5 0 1 15,0 0-1-15,-1 0 0 16,2 4 0-16,-2 3 0 16,-2 0 0-16,2 3 0 15,2 0 0-15,-1 1-2 0,1 0 2 16,1 0-2-16,3 2 0 15,1-1 1-15,0 1 1 16,4 0 0-16,-2 0 0 16,3-1 0-16,2 1 0 15,2-1 0-15,1 0 0 0,1-2-1 16,3 0 2-16,0 0-1 16,3-1 0-16,-2-1 0 15,0 2 0-15,3-3 0 16,-4 2 0-16,1-1 0 15,1 1 1-15,-3 1-1 0,0-2 0 16,-1 4 0-16,1 1 0 16,0-1 0-16,0 4 0 15,1-1 0-15,-1 3 1 16,3 1-1-16,-3 0 0 16,6-1 0-16,-1 2 0 0,0 3 0 15,2-3 0-15,0 1 0 16,0 0 1-16,0 1-2 15,0-2 2-15,0 2-1 16,-2-2-1-16,0 0 1 16,2 1-1-16,0-1 0 0,0-4-4 15,0 2-1-15,4-2 3 16,1 0 0-16,4-2 0 16,0 0-3-16,-1-1-2 15,0 0 1-15,0-1 0 16,1 0 4-16,0 1 1 15,1-2 2-15,2-1-1 0,2 0 1 16,-1-2-1-16,4 2-1 16,0-1 0-16,-1-2 2 15,3 1 0-15,-3-1-2 16,2 1 2-16,0-3 0 0,1 2 0 16,0-1 2-16,1 0-4 15,0-1 1-15,2-2 1 16,1 2 0-16,-2-1 0 15,2-3 1-15,0 3-1 16,-1-1 0-16,3 2 0 16,-3 0 0-16,5-2 0 15,-2 1 0-15,0-2 0 0,2 1 0 16,1 0 0-16,0 0 0 16,3-2-1-16,-5 1 1 15,3 0 1-15,0-1-1 16,0 2 0-16,0-3 2 0,0 1-4 15,0 0 2-15,3 0 0 16,1-1 2-16,-1 2-2 16,5-1-2-16,-4 1 5 15,4 0-3-15,-3 1 0 16,1 0-1-16,1 0 2 0,-1-2-1 16,3 2 0-16,1 0-1 15,1-2 2-15,0 2-1 16,1-2 0-16,-1 1 1 15,0-1-2-15,0 0 1 16,0 1 1-16,-2 0-1 0,2 0 0 16,1 0 0-16,1 1 1 15,0 1-1-15,1-1 0 16,-1 3 1-16,2 1-1 16,2-2 0-16,-1 1 0 15,4 0 0-15,2-2 0 0,0 0 1 16,1 0-2-16,0-1 1 15,0-1-1-15,-2-1 2 16,2 0-1-16,2-1 1 16,-3 0 2-16,3 0-3 15,1 0 1-15,-1 0 1 16,-1-4 1-16,3 1-2 0,0-1 0 16,-2-2 2-16,-1 1-2 15,1-1 2-15,-2 0 1 16,0-1-1-16,0-1 2 15,2 5-1-15,0-4-2 0,-1 1-2 16,1 0 0-16,0 1 0 16,0-2 2-16,-1 1-2 15,3-1 1-15,0 2 0 16,-2 0-1-16,2 2 0 16,-3 1 1-16,1 0-2 15,2 1 1-15,2 1 1 0,-2 0-1 16,-1 0 0-16,3 0 1 15,0 0-1-15,3 4 0 16,-1 0 0-16,-2 2 0 16,1 0 1-16,1 3-1 15,1-2 0-15,-1 0 1 0,2 1-1 16,-1-1 0-16,1-2 0 16,-2 0 2-16,3-1 1 15,0-3 3-15,-1 2 2 16,-1-1-4-16,3-1-1 15,-1-1-1-15,2 0-1 0,0 0 17 16,3 0-9-16,0-3-7 16,-1 0-2-16,0-1 0 15,2 0 0-15,-2 2 0 16,1-3 0-16,-1 1 0 16,-2-1 0-16,1 2 1 0,-3 0-2 15,-1-1 2-15,1 3-1 16,-2-1 0-16,1 1 0 15,0-2 1-15,-1 1-1 16,-1 0 0-16,-2 0 0 16,1 1 0-16,-1 1-1 15,0 0 1-15,-1 0 0 0,2 0 0 16,1 0 1-16,0 0-1 16,3 0-1-16,0-1 2 15,1-1-1-15,-3 2 0 16,4-1 0-16,-6 0 0 15,4 1 0-15,-4 0 0 0,3 0-1 16,-2 0 1-16,0 0 1 16,3 0-1-16,0 0 0 15,-1 0 0-15,-2 0 0 16,3 2 0-16,0 1 0 0,-1 1 0 16,2-1 0-16,-2 1 0 15,1-1 1-15,0 2-2 16,2 0 2-16,1-1-1 15,1 1 0-15,0-1 0 16,5-3 0-16,-5 1 0 16,2 1 0-16,-2-2-1 0,0-1 2 15,0 0-1-15,-2 0-1 16,0 0 2-16,2 0-1 16,-2 0 1-16,1-2 0 15,2 0 0-15,2 0-1 16,-2 2 1-16,1-3-1 15,-1 1 0-15,3 0 0 0,-1 1-1 16,1-1 2-16,1 0-1 16,1 2 0-16,0-2 1 15,4 2-1-15,-3 0 0 16,2 0 0-16,2 0 0 0,1-2 0 16,0 2 0-16,2-1 0 15,0 1 0-15,-1 0 0 16,1 0 0-16,-1 0 2 15,1 0-4-15,0 0 4 16,1 0-4-16,2 1 2 0,0 1 2 16,1 2-2-16,-1-2 0 15,1 1 0-15,0-1-2 16,-5 1 4-16,-2-1-2 16,0 2 0-16,1 0 0 15,-5-1 0-15,2 3 0 0,-2-2 0 16,4 0 1-16,-5-1-2 15,1 1 1-15,-2-1 1 16,-1 0-2-16,1-3 1 16,-1 3 0-16,-1-2 0 15,4 2 0-15,-1-1 0 16,-1-1-2-16,4 0 5 16,-1 0-3-16,2 1 0 0,-3-2 0 15,2 0 1-15,-2 0-1 16,-1 0 0-16,1 0 0 15,-3 0 0-15,-1 0 1 16,2 0-1-16,-1-2 1 0,-2 0-1 16,-1-1 1-16,1 3 0 15,-2-2-1-15,1 1 0 16,-1 0 0-16,0 1 0 16,1 0 0-16,1 0 1 15,-2 0-2-15,0 0 1 0,2 0 0 16,-3 0 1-16,1 0-1 15,-1 0 0-15,1 0-1 16,-2 0 1-16,2 0 1 16,1 0-1-16,-1 1 0 15,0 0 0-15,0 1 0 0,0-2 0 16,1 2 0-16,2-2 0 16,-3 1 0-16,2-1 0 15,0 0 0-15,1 0 0 16,0 0 0-16,0 0 0 15,-1 0 1-15,0 0-2 0,-2 0 1 16,-1 0 1-16,-2 0-1 16,0 0 2-16,2-1-1 15,-1-2 2-15,1-1-2 16,-1-1-1-16,-1 1 0 16,-3-2 1-16,1-1-1 0,-6 0 1 15,-1 0 2-15,-1-2 0 16,-4-2 1-16,0 0 0 15,0-1-2-15,-4 0 0 16,4-1-2-16,-4-3 1 16,-1 1 0-16,-2-4-1 0,-3-1 0 15,-3-1 0-15,-4-4 1 16,0-3 0-16,-4-1-1 16,-2 0 2-16,-4-2 1 15,-3 0 0-15,-1 1-2 16,-5-1-1-16,0 1 0 15,-5 1-1-15,-4-2 2 0,0 3-2 16,-5-1 3-16,0 0-2 16,0 0 1-16,0 1 5 15,-4-1-4-15,-4 2 3 16,-1 2-2-16,-4-1-1 0,0 3-2 16,-2 1 0-16,-1 1-2 15,-2 1 2-15,-1 2 0 16,-2 1-2-16,-3-1 1 15,-1 4 0-15,-1-2 2 16,-3 2 0-16,-2 1-2 0,-1 0 1 16,-6 4 1-16,-2 1 0 15,1 3-1-15,-5 0-1 16,2 1-1-16,-1 3-3 16,-2 1-2-16,-1-2 4 15,0 2 1-15,-1 0 2 16,-1 0 0-16,-1 0-1 15,1 0 2-15,-3 0-1 16,2 0 0-16,-1 2 0 0,0-1 0 16,2-1 0-16,-2 3 0 15,2-2 0-15,-1 1 0 16,2-1-1-16,-4 1 1 0,1-1 1 16,1 0-1-16,-4 0 0 15,-1 0 0-15,3 0 0 16,-3-1 0-16,-2 2 0 15,0-2 0-15,0 0 0 16,1 1 1-16,-1-1-2 0,-1 0-1 16,0 0 2-16,2 0 0 15,-5 2 0-15,0-2 0 16,1 2 0-16,0-2 0 16,-5 0 0-16,5 0 0 15,-3 1 0-15,1-1 0 16,0 0 0-16,2 1 0 0,2-1 0 15,-1 0 0-15,-2 1 0 16,3-1 1-16,-1 0-1 16,-2 0-1-16,0 2 2 15,1 0 0-15,-1-1-1 0,1 0 0 16,0-1 0-16,1 0-1 16,0 1 2-16,1-1-1 15,0 0 0-15,3 2 1 16,-1-2-1-16,-2 0-5 15,2 3 7-15,-1-2-2 0,1 2 0 16,1 0 0-16,-2 0 1 16,0 1-1-16,1 0 1 15,0 0-2-15,0-1 0 16,1 3 2-16,-2-2-1 16,0-1 1-16,1 1-1 15,0 0 0-15,-1-1 0 0,0-1 0 16,0 1 0-16,0-1 1 15,1 1-1-15,-3 0 0 16,-1-2 0-16,3 1 1 16,-2-2-1-16,0 3 0 0,0-2 0 15,-4-1 1-15,3 1-1 16,-4-1 0-16,1 0 0 16,-1 0 1-16,1 0-1 15,1 0 1-15,1 0-1 16,-4 0 0-16,3 0 0 0,-4-1 0 15,1-3 0-15,1 2 0 16,-4-2 0-16,0 1 0 16,0-2 1-16,-1 0-1 15,1 1 0-15,1-1 1 16,-1 0-1-16,0 0 0 16,-1 0 0-16,1 1 0 0,-2 0 0 15,0-2 0-15,-3 3 0 16,-1-1 1-16,-1 0-1 15,0 1 3-15,-2-1-3 16,2 0 0-16,-2 1 0 0,5 1 0 16,-3-1 1-16,1 0-2 15,-1 1 2-15,2-1-2 16,1 1 2-16,0-1-1 16,3 2-1-16,-1-2 2 15,2-1-1-15,-2 1 0 16,1 2 0-16,1-2 0 0,-2 0 0 15,-2 2 0-15,-1-4 0 16,1 4 0-16,1-1 3 16,0 0-3-16,1-1 0 15,-2 1-1-15,2-2 2 16,0 2 0-16,1-3-2 0,-1 4 2 16,-2-3-1-16,-1 2 0 15,3-1 1-15,-4 2-1 16,4-1 1-16,-4 2-1 15,0 0 0-15,-1 0 0 16,2 0 1-16,-1 0-1 0,-3 0-1 16,2 0 1-16,-2 0 1 15,2 0-2-15,-4 0 2 16,2-1-1-16,0-1 1 16,-2 1-1-16,2-2-1 15,-2 0 1-15,-1-1 0 0,3 0 1 16,-4-2 0-16,6 3-1 15,-4-2 2-15,4-1 2 16,-2 0-2-16,2 2 1 16,1 0-3-16,-4 0 1 15,2-1-1-15,-2 3 1 16,0 0-1-16,0-1 0 0,0 0 0 16,-2 2 1-16,3-2-2 15,0 3 2-15,0 0 0 16,-2 0-2-16,2 0 1 15,-1 0 0-15,4 0 0 16,-2 0 0-16,-2 0 0 0,3 0 0 16,0 0 0-16,1-2 1 15,-1 0-1-15,3-4 0 16,3 3 0-16,-1-3 1 16,1 0 0-16,4-2-1 15,-1 1 2-15,1-2-2 0,3 0 1 16,-2 0 0-16,-1-1 1 15,3-1-1-15,-3 2 0 16,1-1 0-16,1 2 0 16,1-2 1-16,-3-1-1 15,3 2 0-15,1-1-1 0,-1 2 0 16,-1-1 0-16,-1-1 0 16,1 0 1-16,1 0-2 15,-1 2 2-15,-1-1-2 16,0-2 2-16,1 2-1 15,-2 1 0-15,3 1 0 0,-4-1 0 16,0 1 0-16,1 0-2 16,-2 1 4-16,1 0-2 15,-2 1 0-15,1-1 0 16,1 1 0-16,0 1 2 16,-1-2-2-16,3 1-3 0,2 0 4 15,1-2 1-15,0 3-2 16,1-2 0-16,1 0 0 15,2 0-2-15,-2 1 2 16,2 1 2-16,3-2-4 16,-1 3 2-16,0 1 0 15,0 0 0-15,2 2 0 0,0 0 0 16,0 0 0-16,3 0 0 16,0 0 0-16,0 0 0 15,2 6 0-15,-1-2 0 16,4 2 0-16,0-1 0 0,1 2 0 15,3-1 0-15,2 0 0 16,1 1 0-16,0 0 0 16,1 0 0-16,0 0 2 15,3 0-4-15,-3 0 4 16,3-1-2-16,2 1-2 0,-1 0 2 16,3 1 2-16,0-1-2 15,2-2 1-15,-2 4-2 16,-4-3 1-16,0 2 0 15,-1 2 1-15,-7 0-1 16,1 0 0-16,-2 1 0 16,-3 3 0-16,-2 2 1 0,-6 1-1 15,-2 7 0-15,-3 3-1 16,-4 11 1-16,-14 9-9 16,-18 3-27-16,-22 1-211 15</inkml:trace>
  <inkml:trace contextRef="#ctx0" brushRef="#br0" timeOffset="-110929.77">23681 3475 2 0,'0'0'88'0,"0"0"-65"0,0 0 9 0,0 0 7 0,25-43-14 15,-13 25-10-15,5-4-8 16,5 0-3-16,3-2-2 15,7-1-1-15,1 0-1 16,5 2-6-16,-1-4-72 16</inkml:trace>
  <inkml:trace contextRef="#ctx0" brushRef="#br0" timeOffset="-59684">9027 9663 50 0,'0'0'11'0,"0"0"-3"0,0 0 0 0,0 0-2 0,0 0-2 15,0 0 0-15,0 0-1 16,-42-1-1-16,33 1 1 15,2 0-3-15,3 0 3 16,-2 0-1-16,3-2 2 16,-1-1-1-16,0 0 2 0,1-1 8 15,0 3 0-15,-1-3 7 16,0 1-6-16,1 1-3 16,1 1-3-16,0-1-4 15,0 2-2-15,0 0-1 16,1 0 0-16,1 0-2 0,-1 0-1 15,1 0 1-15,0 0 0 16,0 0-2-16,6 2 0 16,2-1 0-16,3-1 2 15,2 0 3-15,2 0 0 16,1 0-1-16,2 0 1 0,1 0-1 16,2 0 1-16,1 0-2 15,2-1 0-15,1-1 1 16,0 1-1-16,4-2 1 15,0 3-2-15,2-1 3 16,-2-1-2-16,2 2 0 0,-1 0 1 16,-3-1-2-16,2 1 1 15,-2 0 1-15,-4 0-1 16,5 0 0-16,-1 0 0 16,0 0 1-16,2 0-1 15,-1 0 0-15,0-1 0 0,1-1 0 16,0 2 0-16,-3-1 0 15,3-2 1-15,0 1-1 16,0 0 0-16,2-1 1 16,-3 0-1-16,2 1 0 15,2-2 1-15,-5 3-1 16,0-1 0-16,-2 2 0 0,0 0 0 16,-2 0 0-16,-2 0 0 15,1 0 2-15,-2 0-2 16,0 2-2-16,-2-1 2 15,2-1 2-15,-2 2-1 0,-2-2-1 16,1 2 1-16,2-2 0 16,-4 0 0-16,1 0 1 15,-3 0 0-15,2 0 0 16,-3 0-1-16,1 0 1 16,-4 0-2-16,0 0 1 15,-2 0-1-15,-1 0 0 0,-1 0 1 16,2 0-1-16,-2 1-1 15,1 1-12-15,-2 1-36 16,-2-3-14-16</inkml:trace>
  <inkml:trace contextRef="#ctx0" brushRef="#br0" timeOffset="-59357.5">10246 9525 94 0,'0'0'5'0,"0"0"-5"0,0 0 4 0,-7 37 6 0,2-14-2 16,-3 5-5-16,-3 12-1 16,-10 11 0-16,-8 10 0 15,-9 12-15-15</inkml:trace>
  <inkml:trace contextRef="#ctx0" brushRef="#br0" timeOffset="-57147.05">21340 3955 42 0,'0'0'18'0,"0"0"-4"0,0 0 3 0,0 0-2 16,0 0-14-16,0 0 0 15,0 0-1-15,0 0 0 16,0 0 0-16,0 0 0 16,0 0 0-16,0 0 0 15,0 0 0-15,34 0 0 0,-25 4 0 16,2-1 0-16,0 1 0 16,1 1-2-16,-1 0 2 15,1 1 1-15,-1 1-1 16,-1 0-1-16,-1 0 1 15,1 3 0-15,1 0 0 16,1 1 0-16,2 1 0 0,-1-1 0 16,5 2 1-16,-1 3 0 15,1 0-1-15,1 0 0 16,-5 1 0-16,2 2 0 16,-2-1 0-16,0 2 0 15,2-3 0-15,-1 3 0 0,5 0 0 16,-2-1 0-16,2-1 0 15,1-1 1-15,3 0-1 16,1 0-1-16,-2 0 1 16,3 0-1-16,3-1 1 0,-2-1 0 15,-1 2 0-15,0 0 1 16,-5 0-1-16,0-1-1 16,-1 1 2-16,-1 2-1 15,0-1 1-15,1-1-1 16,-2 3-1-16,0 1 1 15,1 0 0-15,-4 1 0 0,1-1 0 16,0 1 0-16,0-3 0 16,2 1 0-16,-1-1 1 15,0-1-1-15,1 2 0 16,-1-1 0-16,2 3 0 16,-3-2 0-16,3 3 0 0,-3-3 0 15,-2 0 0-15,4-2 0 16,-3 2 0-16,1-3 0 15,1 1 1-15,0 1-2 16,0-3 2-16,0 1-1 16,1 1 0-16,1-1 0 0,1 2 0 15,0-1 0-15,4 2 0 16,-1 0 0-16,2-2 0 16,-2 2 0-16,2 0 0 15,0 1 0-15,0-2 0 16,2-1 0-16,0 1 0 15,-1-1-1-15,2 2 2 0,-1 0 0 16,-1 0-1-16,-2-2 0 16,-6 2 1-16,-4-4-3 15,-6-3-14-15,-6-2-65 16</inkml:trace>
  <inkml:trace contextRef="#ctx0" brushRef="#br0" timeOffset="-56222.11">21110 4493 35 0,'12'-4'1'0,"0"4"1"0,2-1-2 16,-1 1 1-16,-1 0 0 15,1 4 0-15,0 3 0 0,4 4 1 16,1-1-1-16,3 5 0 16,0 0-1-16,5 4 1 15,0-1-1-15,3 3 0 16,0 2 0-16,0 0 1 16,4-2-2-16,-1 6 0 0,-1-4 0 15,2 2 0-15,-1 0 1 16,-1 0 0-16,2 2 0 15,-4-1 0-15,1 0 0 16,-1 0 0-16,1 3 0 16,0-2 0-16,1 1 1 0,-2-1-1 15,1-1 2-15,1-4 0 16,-2 1-1-16,4-6 1 16,-4 3 0-16,3-5 1 15,0 1-2-15,0 2 0 16,-3-2 0-16,2 1-1 15,-1 2 1-15,-2-4-1 0,-1 1 1 16,0 1 0-16,-2-4 2 16,0-1 3-16,-1 1 0 15,-6-3-1-15,2 3-2 16,-1 0-2-16,-3-2 0 0,-4 2-1 16,-1 1 0-16,-4-1-3 15,-5-2-7-15,-2 0-29 16</inkml:trace>
  <inkml:trace contextRef="#ctx0" brushRef="#br0" timeOffset="-55375.99">21634 5381 4 0,'44'21'6'0,"3"3"-2"0,-4-1-2 15,1 4-2-15,3-1 1 0,-3-1 2 16,0 4 3-16,-1-1 3 16,-1-1-3-16,-2 1-2 15,-2 1-1-15,1-2 1 16,-5 0 1-16,2-2-4 15,-4-2 1-15,-1 0-2 0,-2-3 1 16,-4-2 0-16,0 0 3 16,-1-2-4-16,-1 1 3 15,-2-3 2-15,3 1-1 16,-3-1-3-16,1 0 1 16,-2-1-1-16,0-2-1 0,-4-2 0 15,1-1 1-15,-4 0-1 16,0-3 1-16,-3 1 2 15,-3-3 2-15,1-1 0 16,-4 1-2-16,-2-3-1 16,-1 0-1-16,-1 0 7 0,0 0 17 15,0 0-11-15,0 0-12 16,-3 0 0-16,-1 0-1 16,0 0 1-16,1 0 0 15,1 0-1-15,1 2 1 16,1-2-2-16,0 1 0 15,0-1 0-15,0 0 1 0,0 0-1 16,0 1 2-16,0 1-2 16,0 1 0-16,0-2 0 15,2 2 0-15,2 0-4 16,0 2-12-16,-3-2-17 16,-1-3-73-16</inkml:trace>
  <inkml:trace contextRef="#ctx0" brushRef="#br0" timeOffset="-50884.48">19038 6171 28 0,'0'0'-1'0,"0"0"-5"0,0-3-5 0,2 3 1 0</inkml:trace>
  <inkml:trace contextRef="#ctx0" brushRef="#br0" timeOffset="-50030.21">10974 13452 146 0,'0'0'1'0,"0"0"-1"0,0 0-38 0</inkml:trace>
  <inkml:trace contextRef="#ctx0" brushRef="#br0" timeOffset="-43228.58">21321 15490 11 0,'0'0'1'0,"0"0"-1"0,0 0 7 0,0 0 10 16,0 0 6-16,0 2 5 15,0-2-7-15,0 0-14 16,0 0 1-16,-1 0 1 0,-1 0 0 15,2 0 0-15,-1 0-4 16,1 0-2-16,0 0-1 16,-1 0-1-16,1 0 3 15,0 0-3-15,0 0 0 16,0 0 2-16,0 0-1 0,0 0 2 16,0 0 0-16,0 0 0 15,0 0-3-15,0 0-1 16,0 0 1-16,0 1-4 15,0-1 4-15,0 3-2 16,0 0 1-16,0 2-1 16,0-2 1-16,0 0 0 0,0 0 1 15,0 3-1-15,0-3 0 16,0 1 0-16,2-3 0 16,-1 3 1-16,1-1 0 15,2-1-1-15,-4-1 0 0,2 1 0 16,-1-2-1-16,1 0 0 15,-1 0 5-15,2 0 10 16,3-3 1-16,0-7-6 16,5-3-5-16,2-5 3 15,5-2-4-15,2-5-2 16,3-3 1-16,3-2 0 0,5-1-1 16,0-3 2-16,1 0-2 15,3-2 1-15,-3 2 1 16,-1 2 1-16,-4 2 2 15,-3 5-2-15,-6 0-1 16,-2 5 2-16,-7 5-1 0,-1 2 0 16,-4 4 0-16,-2 2-1 15,0 3-2-15,-2 3-1 16,0 1-1-16,0 0-5 16,0 3-34-16,-7 6 3 15,-2 3-19-15,-4 2-29 0</inkml:trace>
  <inkml:trace contextRef="#ctx0" brushRef="#br0" timeOffset="-42986.87">21299 15459 124 0,'0'0'-3'0,"0"0"3"0,0 0-1 0,31-37-13 0,-20 26-15 15</inkml:trace>
  <inkml:trace contextRef="#ctx0" brushRef="#br0" timeOffset="-41690.47">19813 15443 21 0,'0'0'10'0,"0"0"13"0,0 0-14 0,0 0-5 15,0 0 3-15,0 0-3 16,0 0 2-16,0 0-3 16,0 0 0-16,0 0-3 0,0 0 1 15,0 0 0-15,0-9-1 16,0 9 3-16,0 0-2 15,0 0 4-15,0 0 4 16,0 0-7-16,0 0-2 16,0 0 1-16,0 0 0 0,0 2 0 15,0 3-1-15,2-1 0 16,-2 1 0-16,2 1 0 16,-2 0 0-16,1 1-1 15,-1 0 2-15,0-1-1 16,0 0 2-16,0-1 3 15,0 1 0-15,1-1 0 0,3 0-3 16,-4-1-1-16,4-1 0 16,-3 1-1-16,2-1 1 15,0-2 0-15,-2-1 0 16,2 0 1-16,1 0 9 16,2 0 11-16,1-8-9 0,3-1-9 15,6-3-3-15,-1-4 0 16,5-4-1-16,5-1 0 15,1-5 0-15,4-2 0 16,6-2 0-16,-4-3 0 16,5-1 2-16,-3-3-1 0,3 2 1 15,-1-1 3-15,-1 1 4 16,2 2-6-16,-7 3-1 16,-2 3-2-16,-4 4 0 15,-7 5 0-15,-5 7 0 16,-2 4-1-16,-7 5-7 0,-3 2-47 15,0 0 5-15,-1 9-31 16</inkml:trace>
  <inkml:trace contextRef="#ctx0" brushRef="#br0" timeOffset="-41000.19">19940 15424 114 0,'0'0'7'0,"0"0"10"0,0 0-9 16,0 0-8-16,0 0 0 15,0 0 0-15,0 0 0 0,0 0 0 16,0 0-1-16,0 0 2 15,0 0 2-15,0 0-1 16,0 0-1-16,21 15-1 16,-7-15 2-16,-1-1-1 15,5-8-3-15,2-2 3 0,5-3-2 16,2-6 6-16,1 1 3 16,3-2 1-16,1-3-1 15,1-2-1-15,1-2 1 16,-1 3-4-16,3-1 2 15,-6 0-2-15,1 2-2 0,-5 4-2 16,-3 4 0-16,-6 3 1 16,-3 4-1-16,-3 3-1 15,-4 5-1-15,0 1-24 16,-5 0-15-16,-2 0 0 16,0 4-15-16</inkml:trace>
  <inkml:trace contextRef="#ctx0" brushRef="#br0" timeOffset="-40161.21">21448 16513 54 0,'0'0'9'0,"0"0"13"0,0 0-5 0,0 0-10 16,0 0-1-16,0 0 2 15,0 0 2-15,0 0 6 0,0 0 3 16,0 0 4-16,0 0-10 15,0 0-9-15,-10-38-8 16,23 33 5-16,4-2 0 16,5 0-1-16,1 0-1 15,1-2-1-15,3 1 2 0,0-1 0 16,-2 2 0-16,1-1 3 16,-3 1-1-16,-2 0 5 15,2 1-1-15,-2 2-3 16,-2 1-3-16,0 0 0 15,-4 0 1-15,-1 3-2 0,-3 0-1 16,-2 0-10-16,-4 0-15 16,-5 0-20-16,0 0-26 15</inkml:trace>
  <inkml:trace contextRef="#ctx0" brushRef="#br0" timeOffset="-39840.4">21325 16375 79 0,'0'0'7'0,"0"0"1"15,0 0-7-15,0 0 5 16,40-14 8-16,-19 10 5 0,3-1-4 15,5 2-1-15,2-1-2 16,2 0 0-16,0 1 3 16,4-1 2-16,-5 0-1 15,3 0-2-15,-4 0-6 16,0 0-4-16,-1 3-4 16,-3-2 1-16,-3 2 1 0,-2 1-5 15,-6 0-16-15,-10 0-36 16,-6 0-30-16</inkml:trace>
  <inkml:trace contextRef="#ctx0" brushRef="#br0" timeOffset="-32012.99">8185 11938 29 0,'2'-1'18'0,"-2"1"-15"0,0 0-14 0</inkml:trace>
  <inkml:trace contextRef="#ctx0" brushRef="#br0" timeOffset="-31280.16">8221 10613 71 0,'0'0'6'0,"0"0"5"0,0 0-5 0,0 0-1 16,0 0 0-16,0 0 0 0,0 0-1 15,0 0-2-15,0 0 0 16,0 0 2-16,0 0-2 16,8-37 1-16,-7 34 0 15,-1 1 2-15,1 0 1 16,0 1 5-16,-1-1-4 15,0 2 0-15,0 0-6 0,1 0 1 16,3 0-4-16,-2 0 1 16,0 3-10-16,0-3-15 15,1 0-29-15</inkml:trace>
  <inkml:trace contextRef="#ctx0" brushRef="#br0" timeOffset="-29920.45">8962 9481 1 0,'0'0'3'0,"0"3"-3"0,0-2 0 16,0 1-1-16</inkml:trace>
  <inkml:trace contextRef="#ctx0" brushRef="#br0" timeOffset="-29186.29">8865 9528 33 0,'0'0'4'0,"0"0"-3"0,0 0 0 15,0 0-2-15,22-41-12 16,-15 29-12-16</inkml:trace>
  <inkml:trace contextRef="#ctx0" brushRef="#br0" timeOffset="-27891.37">8192 7424 49 0,'0'0'11'0,"0"0"-1"0,0 0-2 0,0 0-2 16,0 0-3-16,0 0-1 15,0 0 0-15,0 0-1 16,0 0 2-16,0 0-3 0,0 0 4 15,0 0 3-15,0 0-1 16,-2 43-5-16,-3-21 1 16,-3 6-1-16,-2 5-1 15,1 2 1-15,1 6-2 16,1 3 0-16,-1 3 1 0,4 0 1 16,4 4-1-16,0 3 1 15,0-3 1-15,4 3-2 16,6-4 1-16,-5 1-1 15,3 1 0-15,-4 0 0 16,3 0 0-16,0 2 0 0,-2 3 1 16,1-3-1-16,1 0 0 15,-1 3 1-15,1-3-1 16,0 1 1-16,0-1-1 16,1-3 1-16,-2-4-1 15,0-4 0-15,-3-5 0 0,-1-7 1 16,0-1-1-16,0-8 0 15,-2-4 7-15,0-1 0 16,0-4-1-16,0-3-5 16,2-3 1-16,-2-3-2 15,2-4 0-15,0 0-21 16,-2-9-37-16</inkml:trace>
  <inkml:trace contextRef="#ctx0" brushRef="#br0" timeOffset="-27037.42">8189 7456 48 0,'-4'7'8'0,"-3"2"-3"0,-2 3 1 0,-2 5 2 0,-2 3-2 15,-5 0-1-15,-2 6-1 16,2-2 0-16,-6 4-3 16,3-2 0-16,-3-5-15 15</inkml:trace>
  <inkml:trace contextRef="#ctx0" brushRef="#br0" timeOffset="-20450.22">8396 6460 24 0,'0'0'27'0,"0"0"-16"0,0 0-1 16,0 0-3-16,0 0 2 15,0 0-1-15,0 0-5 0,0 0-1 16,0 0 0-16,0 0-1 16,0 0 1-16,0 0-1 15,0 0 3-15,-3-38 0 16,1 34 1-16,2 2 1 15,0-1-3-15,0-1-2 0,0 1 1 16,0-1-2-16,0 1 1 16,0 0-1-16,0 1 3 15,0-1-1-15,0 1 0 16,0-1 2-16,0 2-2 16,0-1 1-16,0 1 3 0,0 1 4 15,0 0-5-15,0 0-3 16,2 0-7-16,2 0-7 15,-1 0-28-15</inkml:trace>
  <inkml:trace contextRef="#ctx0" brushRef="#br0" timeOffset="-19811.1">9316 9663 130 0,'0'0'-14'0,"0"0"20"0,0 0-2 16,0 0-3-16,0 0-1 15,0 0-4-15,51-35-13 16,-30 29-14-16</inkml:trace>
  <inkml:trace contextRef="#ctx0" brushRef="#br0" timeOffset="-19575.22">10321 9690 92 0,'0'0'-13'15,"0"0"-2"-15</inkml:trace>
  <inkml:trace contextRef="#ctx0" brushRef="#br0" timeOffset="-18521.86">8335 6600 40 0,'0'0'7'0,"0"0"-4"0,0 0-1 0,0 0-3 0,0 0-13 16</inkml:trace>
  <inkml:trace contextRef="#ctx0" brushRef="#br0" timeOffset="-18236.61">8377 6548 96 0,'0'0'1'16,"0"0"-4"-16,0 0-13 0,0 0-22 15</inkml:trace>
  <inkml:trace contextRef="#ctx0" brushRef="#br0" timeOffset="-18065.73">8448 6517 127 0,'0'0'2'0,"0"0"-2"0,0 0-1 15,0 0-16-15,0 0-21 16</inkml:trace>
  <inkml:trace contextRef="#ctx0" brushRef="#br0" timeOffset="-17893.53">8460 6493 121 0,'0'0'2'0,"0"0"-2"0,0 0-1 15,0 0-17-15,0 0-19 16</inkml:trace>
  <inkml:trace contextRef="#ctx0" brushRef="#br0" timeOffset="-17730.78">8460 6493 122 0,'-45'24'-1'0,"39"-21"1"16,3 0-6-16,-1 0-23 15,1-3-43-15</inkml:trace>
  <inkml:trace contextRef="#ctx0" brushRef="#br0" timeOffset="-17574.57">8437 6473 89 0,'0'0'43'15,"0"0"-41"-15,0 0 2 0,0 0-4 16,0 0 0-16,0 0-14 15,0 0-34-15</inkml:trace>
  <inkml:trace contextRef="#ctx0" brushRef="#br0" timeOffset="-17431.41">8437 6473 144 0,'-10'-7'-2'15,"5"8"4"-15,3 2-5 0,-3 0-25 16,2-1-27-16</inkml:trace>
  <inkml:trace contextRef="#ctx0" brushRef="#br0" timeOffset="-17267.05">8404 6470 136 0,'0'0'4'0,"0"0"0"16,0 0-3-16,0 0-1 0,0 0-3 15,0 0-16-15,0 0-45 16</inkml:trace>
  <inkml:trace contextRef="#ctx0" brushRef="#br0" timeOffset="-16385.57">9294 9745 58 0,'0'0'2'16,"0"0"0"-16,0 0-1 0,0 0 0 0,0 0 1 15,0 0-1-15,0 0 1 16,0 0-1-16,0 0 0 16,0 0-1-16,38-10 1 15,-34 10 0-15,2 0-2 0,-1 0 1 16,2 0-72-16</inkml:trace>
  <inkml:trace contextRef="#ctx0" brushRef="#br0" timeOffset="-15950.53">10366 9763 78 0,'0'0'6'0,"0"0"-5"16,0 0 0-16,0 0 0 0,0 0 0 15,0 0-1-15,0 0 0 16,0 0 0-16,38 11-3 15,-36-11-38-15</inkml:trace>
  <inkml:trace contextRef="#ctx0" brushRef="#br0" timeOffset="-15201.84">10150 9558 1 0,'0'0'9'0,"0"0"5"0,0 0 2 0,0 0-10 16,0 0-4-16,0 0 0 16,0 0 1-16,0 0 1 15,35 13 0-15,-28-12-2 0,-3 1 1 16,-1 0 0-16,4 0-2 16,-3 2 0-16,-1-1 0 15,3 1 1-15,-4 3-2 16,2 0 0-16,-3 3-1 15,2-1 1-15,0 5 1 0,-3-1 0 16,0 0 0-16,0 3 0 16,0-1 0-16,0 0 0 15,0 1 3-15,-4 0-2 16,1-2 3-16,-3-1 0 16,0-2-1-16,3 3-3 15,-1-5 0-15,-3 0-1 0,4-3 1 16,-1 2 0-16,0-3 0 15,0 1 2-15,1-2-1 16,1 0 0-16,0-2 1 16,-2-1 0-16,4 2 6 15,-1-2 4-15,1-1 3 0,-1 0 4 16,1 0-6-16,0 0-3 16,-1 0-7-16,1 0-4 15,0 1 0-15,0 0-6 16,0-1-20-16,0 0-13 15,7 0-21-15</inkml:trace>
  <inkml:trace contextRef="#ctx0" brushRef="#br0" timeOffset="-14482.55">10119 9544 58 0,'0'0'8'0,"0"0"8"0,0 0-6 0,0 0-3 16,0 0-7-16,0 0 0 16,0 0 2-16,0 0-1 15,0 0 0-15,0 0 0 0,0 0-1 16,40 21 2-16,-30-15-2 16,0-1 1-16,1 1 0 15,2 1-2-15,-1-1 2 16,-1-1-1-16,2 1-1 0,-4-2 2 15,-1-1 0-15,-1 0 0 16,-4-1 0-16,0 0-1 16,-1 0 1-16,-2 2-1 15,0 0 3-15,-1 2 3 16,-6 1-4-16,-3 0-1 16,-1 5-1-16,1 0 2 0,-1 1-2 15,-2 4 0-15,1 0 1 16,1 0-1-16,3 0 0 15,-2 0 0-15,3 0 0 16,3-1 0-16,0-3 0 16,0-3 0-16,2 0 0 0,-1-2 0 15,2-2 0-15,-1-2 0 16,0 0 1-16,2-1-1 16,-2-1-1-16,0-2-12 15,1 0-53-15</inkml:trace>
  <inkml:trace contextRef="#ctx0" brushRef="#br0" timeOffset="-13927.27">10157 9549 20 0,'0'0'20'0,"0"0"-19"0,0 0 2 0,0 0 0 16,0 0 3-16,0 0 2 15,0 0 4-15,0 0 2 16,0 0-4-16,41 26-3 0,-27-22-2 15,0-1-3-15,0 0 1 16,1 0-1-16,0-1-2 16,-2 1 3-16,1-1-1 15,-2-1 0-15,-4 1 1 16,-2-1 1-16,-1-1 2 0,-2 0-1 16,-3 1-1-16,0 1-2 15,0 1 3-15,0 2-2 16,-7 0 3-16,0 2-4 15,-2 4 0-15,-2 1-2 16,2 0 1-16,0 2-1 0,-1 1 1 16,4-1-1-16,-1 0 1 15,3 0-2-15,0 0 1 16,2-1 3-16,-1-3-5 16,0 0 4-16,2 0-2 15,-1-1 1-15,-1-2-2 0,1 2 2 16,2-4-1-16,0 3-1 15,0-3 1-15,0-1-7 16,0 0-24-16,0-4-32 16</inkml:trace>
  <inkml:trace contextRef="#ctx0" brushRef="#br0" timeOffset="-13535.32">10136 9561 82 0,'0'0'0'0,"0"0"1"0,0 0-1 0,0 0 2 15,0 0 0-15,43 38 1 16,-28-27 2-16,1-4-1 16,0 2-1-16,0-2-1 0,1-1 3 15,-3 0-2-15,1-1 5 16,-4-2 2-16,-2-2 0 16,-2 2-5-16,-5-3-1 15,-2 5-1-15,0 0 10 16,-13 6 11-16,-12 7-11 15,-8 8-11-15,-13 13-1 0,-8 12-1 16,-9 12 1-16,-7 12-1 16,-8 6-18-16,-2-4-159 15</inkml:trace>
  <inkml:trace contextRef="#ctx0" brushRef="#br0" timeOffset="1053.62">7720 14421 19 0,'0'0'121'0,"0"0"-102"0,0 0 4 15,0 0-6-15,0 0-7 0,0 0-7 16,0 0-4-16,0 0 3 16,0 0 3-16,0 0 1 15,0 0-2-15,45-19-3 16,-23 11 1-16,-1-2-2 0,0-3-43 15,-1-1-60-15</inkml:trace>
  <inkml:trace contextRef="#ctx0" brushRef="#br0" timeOffset="1672.6">8258 14405 78 0,'0'0'21'0,"0"0"-9"0,0 0 0 0,0 0 2 0,0 0-1 16,0 0-1-16,0 0 0 15,0 0 5-15,0 0-15 16,-41-22 3-16,34 26-2 0,-3 6-1 16,4 1-2-16,-1 2 1 15,1 2-1-15,2 0 1 16,3 0-1-16,1 1 1 16,0-3 1-16,0 1-1 15,5-3 1-15,1-1-1 16,1-3 0-16,1 0 1 0,2-1-2 15,-4-3 2-15,1-3-1 16,0 0 0-16,2 0 1 16,-3 0 0-16,1-1 0 15,-1-5 0-15,2-1 2 16,-3 0-4-16,1 0 3 0,-2 0-3 16,-1 1 1-16,1-1-1 15,0 0 0-15,1 2-1 16,-2 1-10-16,1-2-30 15,0-1-28-15</inkml:trace>
  <inkml:trace contextRef="#ctx0" brushRef="#br0" timeOffset="2150.44">8245 14482 22 0,'0'0'36'0,"0"0"-23"0,0 0 2 0,0 0 1 0,0 0 2 16,0 0 3-16,0 0-2 16,-8-38-4-16,3 36-10 15,2 2-6-15,-1 0-39 16</inkml:trace>
  <inkml:trace contextRef="#ctx0" brushRef="#br0" timeOffset="4086.01">8191 6029 56 0,'0'0'20'0,"0"0"-4"0,-1 0 2 0,0 0-2 0,-1 0-4 16,2 0-2-16,-2 0 7 15,0 0-2-15,2 0 1 16,0-2-9-16,0-1 0 0,0 0-6 16,0-1 0-16,0 1 0 15,0-1 0-15,0-1-1 16,0 0 0-16,0-2 0 15,0 0-1-15,0-1-1 16,0-3 2-16,0 0 0 0,0 0 2 16,0-2 3-16,0 1-1 15,0 0-3-15,0-1 3 16,0 0-3-16,0 1 0 16,0 0 2-16,0 1 0 15,0 2-1-15,0-2 0 0,2 2-2 16,-2 1 0-16,2 1 0 15,0 1-1-15,0 0-6 16,1 3-14-16,-3 1-19 16,2 0-14-16,-2 2-34 15</inkml:trace>
  <inkml:trace contextRef="#ctx0" brushRef="#br0" timeOffset="4364.3">8120 5746 136 0,'0'0'4'0,"0"0"-2"15,0 0 5-15,0 0-3 0,0 0 1 16,0 0 2-16,30-37 1 15,-19 31 3-15,4 5-5 16,-2 1-4-16,-2 0-1 16,3 1-1-16,-5 9 2 0,-2 6-7 15,0 2-11-15,-5-1-17 16,-2 1-12-16</inkml:trace>
  <inkml:trace contextRef="#ctx0" brushRef="#br0" timeOffset="5083.77">7914 4527 49 0,'0'0'12'0,"0"0"13"0,0 0-4 16,0 0-4-16,0 0-2 0,0 0-2 16,0 0-3-16,0 0-9 15,-33-41 3-15,33 34 2 16,0-3-1-16,2 0-3 16,3 3 3-16,1-3-3 15,0 3 0-15,0 1 1 0,2 1 0 16,-1-1 0-16,1 2-3 15,0 4 1-15,-1-2-1 16,3 2 0-16,-2 0 1 16,0 0 0-16,-1 5-1 15,-1 2 3-15,0 1-2 0,-2 2 0 16,-2 0-2-16,-2 4 1 16,2 0-1-16,-2 1 0 15,0 3 3-15,0 0-2 16,0 3 0-16,0 1-2 15,0 1-13-15,3-2 0 16,1 2-12-16,2-2 0 0,-3-2-9 16,4-2-32-16</inkml:trace>
  <inkml:trace contextRef="#ctx0" brushRef="#br0" timeOffset="5274.41">8091 4814 67 0,'0'0'11'16,"0"0"10"-16,0 0-7 0,0 0-5 15,0 0-2-15,0 0 0 16,0 0-2-16,0 0 0 16,0 0-3-16,7 3-2 15,-5-10-9-15,-2-3-39 16</inkml:trace>
  <inkml:trace contextRef="#ctx0" brushRef="#br0" timeOffset="5409.36">8098 4760 33 0,'0'0'160'0,"0"0"-148"16,0 0-7-16,0 0-5 0,0 0-6 15,0 0-12-15,0 0-28 16,0 0-44-16</inkml:trace>
  <inkml:trace contextRef="#ctx0" brushRef="#br0" timeOffset="6641.51">7979 4091 16 0,'0'0'17'16,"0"0"13"-16,-40 4-10 0,29-3-11 16,-3 2 2-16,2-2-1 15,2 2-2-15,-1-1-5 16,0 0 0-16,-1 3-1 16,-1 0-1-16,0 2 1 15,-1 0-2-15,2-1 1 0,-2 2 1 16,1 1 0-16,-1-1 2 15,3 2-1-15,-3 0-2 16,3 2-1-16,-2 0 1 16,1 3-1-16,-1 0 2 15,1 2 0-15,2 0 0 16,1 2 0-16,2 1 2 0,0 1-2 16,1-1-1-16,3 3-1 15,-1-1 1-15,2 1-1 16,2 1 1-16,0 0-1 15,0 0 0-15,0 2 0 16,0-2 2-16,0 0-2 16,2-1 0-16,4 1 0 0,-1 0 1 15,2 0-1-15,2-1 1 16,1 0-1-16,1-2 0 16,1 2 0-16,-1-2 0 0,3-1 1 15,-3-3-1-15,5 2 0 16,-3-2 2-16,0-2-2 15,1-1 1-15,-1 1 0 16,1-3 0-16,-1 0 2 16,1-1 1-16,-3 1 1 0,1-4 1 15,2 2-1-15,-1-3-1 16,2-2 1-16,0 1-1 16,1-1-1-16,-1-1-2 15,1-1-2-15,-1 0 4 16,1-2-3-16,-1-1 0 15,1 0 3-15,0 0 0 0,-2-4 1 16,1-2 0-16,1-2 2 16,-1-1-2-16,1 2 0 15,-2-3-2-15,1 0 0 16,-2-1 0-16,2 1-1 0,-3-1 1 16,1-1-2-16,-1 1 1 15,-1-2 0-15,1 2-1 16,-3-1 1-16,1-2 0 15,0 3 0-15,-2-2 0 16,1 1 2-16,-2-2-2 16,2 3 1-16,-2-2-2 0,-1 2 0 15,-1-1 1-15,1 2 1 16,-4-2-2-16,2 2 2 16,-3-3 1-16,2 3 3 15,-3-3-2-15,0 3-2 16,0-5 0-16,0 2 1 0,-4 0-2 15,0-1 1-15,0-2-1 16,-2 4 1-16,3-1 1 16,-1-1 4-16,-2 2-3 15,3 0-1-15,-2 0 0 16,-1-2-1-16,1 1 0 0,1-2-3 16,-2 0 2-16,1-2-1 15,-4-1 0-15,2-1 0 16,-1-2 1-16,-1-1 0 15,-3-2 0-15,-1-2 4 16,-3-1 0-16,-2-2 0 0,-2 1-1 16,-5-1 0-16,0 1-2 15,-2 1-3-15,-1 0 0 16,-6 6-2-16,-1 2-4 16,-5 8-8-16,-10 5-19 15,-13 6-40-15</inkml:trace>
  <inkml:trace contextRef="#ctx0" brushRef="#br0" timeOffset="8723.81">10948 14411 126 0,'0'0'3'0,"0"0"-3"0,0 0 1 0,0 0 1 15,0 0 2-15,0 0 10 16,0 0 15-16,0 0 5 0,0 0-12 16,0 0-16-16,0-6 0 15,0 2-5-15,0-2 1 16,-5 2-2-16,3 0 1 16,-1 0 0-16,-1 2 0 15,0 1-2-15,-1 1 1 0,1 0 0 16,-2 0-5-16,0 7-1 15,0 1 0-15,2 5 2 16,3 0 4-16,-1 2 0 16,2 0 0-16,0-1 1 15,0 0-1-15,2-1 2 0,1 0-1 16,3-4-1-16,0-1-1 16,2-1-1-16,-2-3-1 15,1-1-1-15,-1-3-5 16,2 0 1-16,-1-2 0 15,1-6 4-15,3-3-2 16,-3-3 2-16,2-1 2 0,-4 0-2 16,1-1 4-16,-1 0 2 15,-2 4-2-15,0 0 8 16,-2 4-2-16,-2 1-4 16,0 2 0-16,0 3 0 0,0 2 4 15,0 0-2-15,0 0-3 16,0 7-3-16,0 4-1 15,0-1 4-15,0 5-1 16,0-3 0-16,0 2-3 16,2-3-14-16,1-1-19 15,3-3-6-15,-2-4-69 0</inkml:trace>
  <inkml:trace contextRef="#ctx0" brushRef="#br0" timeOffset="9458.62">11133 14361 109 0,'0'0'-3'0,"0"0"-1"0,0 0 3 0,0 0-8 15,0 0-1-15,0 0 12 16,0 0 2-16,0 0 2 15,26 36-1-15,-24-29-3 16,-1 1 5-16,0-1-1 16,-1 0-1-16,0-1-3 0,0 1-1 15,0-3-1-15,0-2 1 16,0 1-3-16,0-3 3 16,0 0-2-16,0 0 3 15,0 0 0-15,0-1-1 16,0-7 0-16,1-2-4 0,4-1-4 15,0-4 4-15,1 2 2 16,0 0 1-16,1 4 0 16,0-3 2-16,-1 3 7 15,1 1-1-15,3 2-4 16,-4 0-2-16,3 2-1 0,-3 3-1 16,4 1-1-16,-3 0 4 15,1 0-2-15,-1 1-1 16,-1 3-1-16,0 3 4 15,-2 0-2-15,-2 0 1 16,-2 2 2-16,0 0-3 0,0 0 0 16,0-1-1-1,0 0-3-15,-2-1-3 0,-4-2 0 16,2-1 3-16,0-3 3 16,0-1 1-16,2 0 1 15,0 0-1-15,1-6 4 16,1-3-2-16,0-1-1 0,0-2-2 15,0-1-2-15,2-1 4 16,3 3-1-16,1 0-1 16,-1 0 2-16,2 2 5 15,-2 1 7-15,3 3 0 16,0-1-8-16,2 3-3 0,-1 3-1 16,0 0-2-16,2 0 1 15,-2 6 3-15,-1 3-5 16,0 3-3-16,-3 1-2 15,1 3-1-15,-6 1-5 16,0 6 4-16,0-1-17 16,-6 1-37-16,-4-2 12 0</inkml:trace>
  <inkml:trace contextRef="#ctx0" brushRef="#br0" timeOffset="11391.51">10929 4314 62 0,'0'0'23'0,"0"0"-12"0,0 0-3 0,0 0-2 16,0 2-4-16,-1 1 5 15,-2 1 0-15,1-1 7 0,-2-1-3 16,0 1 0-16,0 0-2 16,0-1-1-16,-2-1-5 15,3 1-2-15,-1-1-1 16,-1-1 1-16,2 0 1 15,-1 0 0-15,2 0 1 0,0-1-2 16,0-4 8-16,2-2-1 16,0 0-8-16,0-2 0 15,0-2 0-15,6 3-5 16,1 0 5-16,0-1 1 16,0 3 0-16,1 0 1 0,2 3-2 15,-3 0-2-15,3 3 2 16,0 0-1-16,-2 0-1 15,3 3 0-15,-1 6 1 16,-2 2-1-16,1 0 2 16,0 2-2-16,-1 3-2 15,0 0-1-15,-3 1-3 0,1 1 4 16,0-2 2-16,-1 2 1 16,2 0 0-16,-4-2-29 15,0 1-10-15</inkml:trace>
  <inkml:trace contextRef="#ctx0" brushRef="#br0" timeOffset="11558.72">11091 4602 127 0,'0'0'8'0,"0"0"-7"0,0 0 0 15,0 0 0-15,0 0 0 16,0 0-1-16,0 0-1 15,0 0-34-15,0 0-68 16</inkml:trace>
  <inkml:trace contextRef="#ctx0" brushRef="#br0" timeOffset="12788.46">11023 4006 39 0,'0'0'12'0,"0"0"15"16,0 0-15-16,0 0-3 15,0 0-5-15,0 0 0 16,0 0-1-16,0 0 2 16,-38-27 3-16,34 21-2 15,-3 2 1-15,1 1-3 0,-1-1 5 16,0 0-5-16,-1 1 1 15,-2 0-2-15,-1 0 1 16,-1 3 2-16,0-1 3 16,-1 1-5-16,-1 0 4 15,1 0-2-15,3 0-2 0,-3 0-1 16,2 5-2-16,-1 3-1 16,0 0 0-16,-2 3-1 15,3 1 0-15,-1-1 1 16,1-1 1-16,0 2-1 15,1-2-1-15,0 1 2 0,3-1-1 16,-3 1 0-16,3 3 0 16,-1 1 0-16,2 3 0 15,-3 3 0-15,1 2-1 16,0 3 1-16,1 2 0 16,1 0 0-16,-2 2 0 0,2 0 0 15,2-2 0-15,1 0 0 16,2-3 0-16,1 2 0 15,0-3 0-15,0 0-1 16,0 0 1-16,6 1-1 16,0-3 0-16,2 3 0 0,-1-1 0 15,1 0 1-15,2-1 0 16,-1-1 0-16,1 1 0 16,2-2 1-16,1-1-2 15,0 0 0-15,1-2-1 16,-1 1-1-16,1-3-1 0,-3 2 0 15,1-4 1-15,0 3 1 16,-1-1 1-16,1-3 0 16,-3-2-1-16,0 0 0 15,4-1 0-15,-2-2 1 16,0-1-2-16,3 0 1 16,-1 0 3-16,-1-2-1 0,1 3 0 15,1-3-1-15,-1 1 0 16,2-2-3-16,-1-1 0 15,-2 0-3-15,2-3-3 16,-2 0 5-16,2 0 4 16,-1 0 0-16,0 0 0 0,-1 0 1 15,0-3-2-15,0 0 2 16,-1-3-1-16,-1 2 0 16,2-1 1-16,-1-4-1 15,0 2 0-15,-1 0 2 16,-1-2 1-16,1-1 1 0,2-1-3 15,-4-2 1-15,2 3 0 16,1-1-1-16,0-2 0 16,-4 0 0-16,4-1 1 15,0 0-1-15,0 0 3 16,-1-1 0-16,1 1 1 0,1 0-2 16,0 1-1-16,-3 0-1 15,0 2-1-15,2-3 1 16,-4 3 1-16,0-2-1 15,1 0-1-15,-3 0 2 16,-2-1 0-16,1-2 3 0,0-2 5 16,-4 1 4-16,0-4-1 15,0-2 2-15,-5-3 8 16,-3-1-8-16,-3-1 5 16,-2-3-8-16,-1 1-6 15,0-2-2-15,-2-3-4 0,-3 2-31 16,-4-3-90-16</inkml:trace>
  <inkml:trace contextRef="#ctx0" brushRef="#br0" timeOffset="17792.67">8300 6271 2 0,'0'0'2'0,"0"0"4"0,0 0-3 0,0 0-2 0,0 0 0 16,0 0 8-16,0 0 0 15,0 0-9-15,0 0 0 16,0 0-4-16,0 0 2 16,-3 25 2-16,0-23 0 15,3 0 0-15,-2 1 0 0,2 0 0 16,0-1 0-16,0 1-8 15</inkml:trace>
  <inkml:trace contextRef="#ctx0" brushRef="#br0" timeOffset="18498.38">8162 6121 82 0,'0'0'2'0,"0"0"-2"0,0 0 0 0,0 0-6 0,0 0 2 16,0 0 1-16,0 0-1 15,0 0-5-15,0 0 2 0,0 0 2 16,0 0-1-16,0 0-9 16</inkml:trace>
  <inkml:trace contextRef="#ctx0" brushRef="#br0" timeOffset="18921.5">8176 6236 20 0</inkml:trace>
  <inkml:trace contextRef="#ctx0" brushRef="#br0" timeOffset="49645.93">20930 4675 53 0,'0'-3'29'0,"0"2"-16"0,1-2-4 16,-1 1-4-16,1 0-3 16,0 0-1-16,1 1 0 15,1-1-1-15,-1 0 1 16,0 0 0-16,1 2-1 16,1 0 0-16,0 0 0 15,1 0 0-15,-1 0 0 0,1 0-1 16,-1 0 0-16,0 3-1 15,1 1-1-15,-2 2-1 16,3 1 4-16,-1 0 0 16,0-1 0-16,1 2 0 15,1-2 0-15,2 0 0 0,-2-1 0 16,2 2 0-16,4-2 0 16,-4 2 0-16,2-1 0 15,1 1-1-15,0 0-2 16,0 0 2-16,1 0 1 15,0 0 0-15,-1 1-2 0,-1 2-1 16,2-1-10-16,0 1-6 16,-1 0 8-16,2-2 1 15,-1 3 2-15,0-2 6 16,-1 0 4-16,-2-2-2 16,1 3 0-16,-1-2 1 0,-2 2-1 15,1 0 1-15,-2 0-1 16,0 1-2-16,-1 1 0 15,0 0 2-15,2 0-3 16,-1-1 1-16,1-2-1 16,1 1 2-16,2 0 0 0,-1-2 1 15,1 2 0-15,2 0 0 16,-2-1 1-16,1 2-2 16,-2-2 2-16,1-1 0 15,2 2 0-15,-1 0 0 16,1-3 0-16,0 0-1 0,-1-1 1 15,2 1 0-15,-5 3-1 16,1-3 0-16,0 0 0 16,-2 0 0-16,0 1 0 15,1 1 0-15,-3 0 0 16,3 1-2-16,-1-1-1 16,1 1 2-16,1-1-2 0,-3 3-9 15,-1-1 5-15</inkml:trace>
  <inkml:trace contextRef="#ctx0" brushRef="#br0" timeOffset="50337.06">22378 6277 8 0,'21'17'17'0,"-4"0"-9"0,1 0-2 0,-1 0 0 16,1 0-5-16,0 0-1 15,-1 1 1-15,1 1-1 0,-1-2 0 16,1 0 1-16,1 1-1 16,-2 0 0-16,1-1 0 15,1 0 2-15,-3-3 1 16,3 2 0-16,-2-1 0 16,-2 0 2-16,1-2 1 0,-1 2-4 15,-1-1 0-15,1-1-1 16,-4 1 0-16,1-1 0 15,-2-2-1-15,-1 1 0 16,-1-1 0-16,-3-1 0 16,-3-3 0-16,-2-3-11 0</inkml:trace>
  <inkml:trace contextRef="#ctx0" brushRef="#br0" timeOffset="51125.01">21072 4368 85 0,'0'0'5'0,"0"0"-6"0,0 0-14 16,0 0 14-16,0 0-3 15,0 0-5-15,0 0 6 16,0 0 2-16,0 0-2 0,37 24 6 16,-29-20 0-16,1 2-2 15,0 1-1-15,2-2 0 16,2 3-1-16,1 1-14 16,-1 1-13-16</inkml:trace>
  <inkml:trace contextRef="#ctx0" brushRef="#br0" timeOffset="51744.79">22907 6557 37 0,'0'0'3'0,"43"40"4"0,-21-22-2 0,0 0-3 15,-3-1-2-15,1-1 2 16,0 0-2-16,-3-2 0 0,0-4 0 16,-4 1 1-16,0-5-1 15,-5 4 0-15,-3-4 0 16,-2-2-1-16,-3-1-55 16</inkml:trace>
  <inkml:trace contextRef="#ctx0" brushRef="#br0" timeOffset="52804.99">21251 3702 94 0,'0'0'14'0,"0"0"-8"0,0 0 1 15,0 0 2-15,0 0-2 16,0 0-4-16,0 0-1 0,0 0 0 16,0 0-2-16,0 0 0 15,0 0-2-15,0 0 0 16,0 0-9-16,39 30-12 15,-30-19-5-15,-1 2-12 16</inkml:trace>
  <inkml:trace contextRef="#ctx0" brushRef="#br0" timeOffset="53572.72">23039 5604 11 0,'0'0'16'0,"0"0"-1"0,0 0-7 0,0 0-2 0,0 0 0 15,0 0-2-15,0 0-3 16,0 0 3-16,0 0 2 16,0 0 4-16,0 0 0 0,16 17-7 15,-14-17-2-15,-2 0 0 16,0 0 0-16,0 0 0 15,0 0 1-15,0 0 0 16,0 0 0-16,0 0 2 16,0 0 2-16,2 0-4 0,-2 0 0 15,0 0-2-15,1 0 0 16,0 0 1-16,0 0-1 16,1 0 0-16,0 0 0 15,2 0 0-15,-2 0 0 16,0 0 0-16,0 0-1 15,2 0 1-15,-2 0 0 0,2 0-4 16,-2 2-10-16,-1-2-26 16</inkml:trace>
  <inkml:trace contextRef="#ctx0" brushRef="#br0" timeOffset="57161.74">22559 5154 67 0,'1'0'-3'0,"2"0"6"0,-2 0 1 0,3 0-6 0,0 0-4 16,2 0-30-16</inkml:trace>
  <inkml:trace contextRef="#ctx0" brushRef="#br0" timeOffset="58684.2">23631 7477 6 0,'0'0'14'0,"0"0"8"0,0 0-2 16,0 0-5-16,0 0-3 15,0 0-7-15,0 0-5 0,0 0-3 16,0 0 0-16,0 0-1 16,0 0 3-16,0 0 1 15,0 0 1-15,1 0 0 16,1 0 1-16,0 0 1 0,0 0 1 16,-1 0-3-16,1 0 0 15,0 0 0-15,0 0-1 16,0 0 0-16,0 0 0 15,0 0 0-15,-2 0 2 16,0 0-2-16,1 0 0 16,-1 0 0-16,0 0 0 0,0 0 0 15,1 0 0-15,0 0 0 16,1 0 0-16,0 0 0 16,0 0-3-16,0 0 1 15,2 2-2-15,-4-2 1 16,2 0 2-16,0 0 0 0,0 0-1 15,-1 0-9-15,2 0-28 16</inkml:trace>
  <inkml:trace contextRef="#ctx0" brushRef="#br0" timeOffset="60962.72">8704 9860 49 0,'0'0'3'15,"0"0"3"-15,0 0-2 0,0 0 3 0,0 0-3 0,0 0-2 16,0 0-1-16,0 0-1 15,0 0 0-15,0 0 0 16,0 0 0-16,-20 22 1 16,19-18-3-16,-1-3-34 15</inkml:trace>
  <inkml:trace contextRef="#ctx0" brushRef="#br0" timeOffset="61127.51">8704 9860 91 0,'-19'9'0'0,"17"-6"-1"16,2 0 0-16,0 1-1 16,0-1-28-16</inkml:trace>
  <inkml:trace contextRef="#ctx0" brushRef="#br0" timeOffset="61290.02">8771 9848 96 0,'0'0'10'0,"0"0"-10"15,0 0 0-15,0 0 0 16,0 0-4-16,0 0-38 15</inkml:trace>
  <inkml:trace contextRef="#ctx0" brushRef="#br0" timeOffset="61952.62">10350 9807 34 0,'0'0'3'0,"0"0"-5"0,0 0-5 16,0 0-14-16</inkml:trace>
  <inkml:trace contextRef="#ctx0" brushRef="#br0" timeOffset="62158.65">10350 9807 75 0,'-17'43'2'0,"12"-37"-1"15,-1-1-1-15,5 1-8 16,-1-4-58-16</inkml:trace>
  <inkml:trace contextRef="#ctx0" brushRef="#br0" timeOffset="62323.38">10328 9869 41 0,'0'0'1'0,"0"0"1"16,0 0-6-16,0 0-21 16</inkml:trace>
  <inkml:trace contextRef="#ctx0" brushRef="#br0" timeOffset="62515.32">10328 9869 70 0,'21'-7'3'15,"-22"7"-1"-15,-1 0-2 16,0 1 1-16,2-1-1 16,0 2 0-16,0-2-25 0,0 0-26 15</inkml:trace>
  <inkml:trace contextRef="#ctx0" brushRef="#br0" timeOffset="62643.79">10384 9850 85 0,'0'0'5'16,"0"0"4"-16,0 0-7 16,0 0-2-16,0 0-2 15,0 0-37-15</inkml:trace>
  <inkml:trace contextRef="#ctx0" brushRef="#br0" timeOffset="65290.62">22838 5548 10 0,'-8'-2'13'0,"2"0"3"0,-2 1-4 0,3 1-7 0,-2 0-3 16,1 0-1-16,1 0-1 15,3 0 0-15,0 0-3 16,2 0-13-16,0 0-24 15</inkml:trace>
  <inkml:trace contextRef="#ctx0" brushRef="#br0" timeOffset="66437.86">22245 4211 17 0,'0'0'9'0,"0"0"3"0,0 0-1 15,0 0 0-15,0 0 0 16,0 0-3-16,0 0 1 16,0 0-3-16,0 0-3 0,0 0 1 15,-13-36-2-15,10 33 1 16,2 2 2-16,-1-2-1 15,1 1 2-15,1 0-3 16,-1 2 0-16,1 0-3 16,0 0 0-16,0 0-1 0,0 8 1 15,-1-1 0-15,0 5 0 16,1-1 0-16,0 3-1 16,-1-1 1-16,1 3 0 15,0-2 0-15,0 0 0 16,0 0 0-16,0 1 0 15,5-3 0-15,-1 1-1 0,0-3 2 16,0-2-2-16,0-1 1 16,2-2 0-16,-5-1 0 15,2-1 0-15,0-3-1 16,-1 0 2-16,2 0 0 0,0 0 0 16,1 0 2-16,0-3-2 15,2-3-1-15,0-1 2 16,-1 0-1-16,0 0 0 15,-1 1-1-15,1 1 0 16,-1 1 1-16,-2 1-1 0,1 1 0 16,0 2 0-16,0 0-2 15,1 0 1-15,2 2-3 16,-2 5-5-16,1 0 1 16,-1 0 5-16,3 0 1 15,-2 2 0-15,1-2 2 16,0-3 0-16,2 0 0 0,-1-1 0 15,1-3-2-15,1 0 6 16,0 0 17-16,1-7-11 16,1 0-6-16,-1-2 0 15,1-3-2-15,-5 0 2 16,2-5 0-16,-4 3 1 0,-2-2 0 16,0 2 0-16,-1 0-3 15,-2 4-2-15,0 3-1 16,0 4 0-16,0 2-4 15,0 1-22-15,0 0-41 0,1 0 1 16</inkml:trace>
  <inkml:trace contextRef="#ctx0" brushRef="#br0" timeOffset="66700.27">22628 4348 42 0,'0'0'0'0,"0"0"0"0,0 0 0 0,0 0 2 16,-14 39-2-16,11-28-11 16</inkml:trace>
  <inkml:trace contextRef="#ctx0" brushRef="#br0" timeOffset="69794.53">22380 4868 27 0,'0'3'-27'0</inkml:trace>
  <inkml:trace contextRef="#ctx0" brushRef="#br0" timeOffset="69988.33">22397 4798 155 0,'0'0'-11'16,"0"0"20"-16,0 0 10 16,0 0-15-16,0 0-3 0,0 0-2 15,0 0-2-15,-31-26-34 16,31 26-13-16</inkml:trace>
  <inkml:trace contextRef="#ctx0" brushRef="#br0" timeOffset="70144.74">22403 4753 97 0,'0'0'63'15,"0"0"-51"-15,0 0 3 16,0 0-12-16,0 0-3 0,0 0-4 16,0 0-20-16,-22 3-8 15,25 0-29-15</inkml:trace>
  <inkml:trace contextRef="#ctx0" brushRef="#br0" timeOffset="70302.31">22403 4753 203 0,'-44'27'-8'15,"44"-27"13"-15,0 0 4 0,3 0-15 16,8 0-24-16,1 0-17 15,2-3-30-15</inkml:trace>
  <inkml:trace contextRef="#ctx0" brushRef="#br0" timeOffset="70422.63">22426 4766 139 0,'0'0'7'16,"0"0"13"-16,0 0 13 15,0 0-23-15,0 0-14 16,0 0-15-16,0 0-31 15,21 16-59-15</inkml:trace>
  <inkml:trace contextRef="#ctx0" brushRef="#br0" timeOffset="71005.07">23940 7808 31 0,'0'0'0'0,"0"0"6"0,0 0 14 16,0 0-4-16,0 0-11 15,0 0-1-15,0 0-12 16,0 0 8-16,0 0 1 0,0 0 0 15,55 31 0-15,-25-14 0 16,4 3-1-16,6 3 3 16,0 3-2-16,3 2-1 15,3 2 0-15,-3 0 0 16,3-1 0-16,-1 0-4 0,0-1-10 16,-2-1-10-16</inkml:trace>
  <inkml:trace contextRef="#ctx0" brushRef="#br0" timeOffset="71739.82">23977 8469 53 0,'0'0'38'0,"0"0"-33"0,0 0-4 16,57 12-1-16,-25 0 2 15,8 2 3-15,4 3 2 0,8 1-1 16,2 4 2-16,6 2-4 15,4-1 2-15,0 1-5 16,2 1-1-16,1-2 1 16,0 1-1-16,-3 0-1 0,-5 2 1 15,-6-1-4-15,-9 1-15 16,-10-2-17-16</inkml:trace>
  <inkml:trace contextRef="#ctx0" brushRef="#br0" timeOffset="71946.16">24325 9137 101 0,'0'0'-11'16,"46"19"21"-16,-17-10-6 15,4 1-2-15,-3-4-2 16,-1-6-7-16,-4 0-92 16</inkml:trace>
  <inkml:trace contextRef="#ctx0" brushRef="#br0" timeOffset="72836.03">22152 4589 94 0,'0'0'-3'0,"0"0"16"16,0-40 9-16,5 28-3 0,-2 4 1 15,2 1-3-15,-4 1-10 16,1 3-4-16,1 3-3 15,2 0-1-15,-2 0 1 16,4 3-3-16,1 5-26 16,3 2-14-16,-2-1-13 0</inkml:trace>
  <inkml:trace contextRef="#ctx0" brushRef="#br0" timeOffset="74443.73">24656 8940 71 0,'0'0'-14'0,"0"0"15"0,0 0 0 16,0 0-1-16,0 0 1 0,0 0 15 16,0 0 0-16,0 0 5 15,0 0-2-15,0 0 1 16,5 4-15-16,-4-4-9 16,1 0 6-16,2 0 0 15,-3 1-1-15,1 1 0 0,0-2-1 16,0 0 0-16,-1 2 1 15,0-1-1-15,0-1 1 16,3 1-1-16,-3 1 0 16,1-1 0-16,0 2 0 15,-1 0 0-15,0-3 0 0,1 1 1 16,-1-1-1-16,2 2 0 16,-2-2 0-16,0 0 1 15,2 0 1-15,-1 0 0 16,0 0 1-16,2 0-2 15,-4 0-1-15,4 0 2 0,-3 0 0 16,0 0 1-16,-1 0 2 16,1 0 1-16,0 0 1 15,-1 0 1-15,0 0-2 16,0 0-2-16,2 0 0 16,-2 0 1-16,0-2 1 0,0 2-3 15,0-1-1-15,0 1-1 16,0 0 0-16,0 0 1 15,0 0 0-15,0 0-2 16,0 0 0-16,0 0 0 16,1 0-1-16,2 0 1 0,-3 0 0 15,2 0 1-15,1 0-1 16,-2 0 0-16,1 0 0 16,-1 0 0-16,0-3 0 15,0 3 1-15,0 0-1 16,2 0 0-16,-3-1 0 15,1 1 0-15,0-2 1 0,0 2-1 16,-1 0 1-16,3-1 0 16,-3-1 8-16,1 1 0 15,0 1-4-15,-1 0-3 16,1-1-1-16,-1 1-1 0,0 0 0 16,1-2 1-16,-1 2-1 15,1 0 0-15,2 0-1 16,-2 0 2-16,1 0-2 15,0 0 2-15,-1 0-1 16,0 0 0-16,1 0 0 16,2 0 0-16,-4 0 0 0,1 0 1 15,1 0-1-15,0 0-1 16,0 0 2-16,1 0-1 16,1 0 0-16,-1 0 0 15,-1 0-1-15,0 0 0 16,0 0 2-16,0 0-1 0,-2 0 0 15,2 0 0-15,-2 0 0 16,0 0 0-16,0 0 0 16,0 0 1-16,0 0-1 15,0 0 0-15,2 0 0 16,-2 0 2-16,0 0-2 0,0 0 0 16,0-3 0-16,0 2 1 15,0 0-1-15,0-1 0 16,0 1 0-16,0 1 0 15,0-2 0-15,0 2 0 16,1 0 0-16,-1 0 1 0,0 0-1 16,0-1-1-16,0-1 2 15,0 1-1-15,0 1 0 16,0-1 1-16,0 0-1 16,0 1 1-16,0-1-1 15,0 1 0-15,0 0-1 0,0 0 2 16,0 0-1-16,0 0 0 15,0 0 0-15,0 0 0 16,0 0 0-16,0 0 1 16,0 0-1-16,0 0 0 15,0 0 1-15,1-1 0 0,-1 1-1 16,0 0 0-16,0 0 1 16,0 0-1-16,0 0 0 15,0 0 0-15,1 0 0 16,-1 0 0-16,3 0-2 15,3 0 0-15,-4 4-10 16,1-4-39-16,-1 0-64 0</inkml:trace>
  <inkml:trace contextRef="#ctx0" brushRef="#br0" timeOffset="76301.83">20576 6093 123 0,'-2'0'-19'0,"2"0"27"0,0-2 1 0,0 2-6 0,0 0-5 16,4 0 2-16,1 3-12 15,2 1-29-15</inkml:trace>
  <inkml:trace contextRef="#ctx0" brushRef="#br0" timeOffset="76892.33">20770 7845 69 0,'0'0'8'0,"0"0"-2"0,0 0-5 0,0 0-1 15,0 0 3-15,0 0 12 16,0 0-2-16,0 0 2 16,0 0-4-16,0 0-6 15,3 0-6-15,-3 1-3 0,0 2 2 16,0 1-8-16,0 1-2 16,2-2-3-16,-2 1-2 15,0-4-6-15</inkml:trace>
  <inkml:trace contextRef="#ctx0" brushRef="#br0" timeOffset="77504.86">20564 6060 89 0,'0'0'2'0,"0"0"1"0,0 0-3 0,0 0 1 16,0 0-1-16,0 0 0 0,43 28-1 16,-38-21-26-16</inkml:trace>
  <inkml:trace contextRef="#ctx0" brushRef="#br0" timeOffset="78407.43">19633 3434 41 0,'0'0'5'0,"0"0"6"0,0 0 2 0,0 0 0 16,0 0-2-16,-14-38-1 16,12 33 0-16,0-1 3 15,0 2 2-15,2 1 4 16,-1-1-6-16,1 4-5 0,0 0-10 16,0 0-6-16,1 4-2 15,6 5-16-15,-1-1-7 16,3-2-32-16</inkml:trace>
  <inkml:trace contextRef="#ctx0" brushRef="#br0" timeOffset="78601.75">19631 3606 127 0,'0'0'18'0,"0"0"-11"16,0 0-1-16,0 0-13 16,0 0 2-16,0 0-5 0,0 0-20 15,0 0-17-15</inkml:trace>
  <inkml:trace contextRef="#ctx0" brushRef="#br0" timeOffset="78779.69">19627 3723 217 0,'0'0'-67'16,"0"0"70"-16,0 0 1 16,0 0-4-16,0 0-6 0,0 0-8 15,0 0-4-15,0 0-22 16</inkml:trace>
  <inkml:trace contextRef="#ctx0" brushRef="#br0" timeOffset="78949.82">19678 3739 124 0,'0'0'41'0,"0"0"-28"16,0 0 4-16,0 0-13 0,0 0-16 15,0 0 7-15,0 0-15 16,0 0-23-16,41 7-40 16</inkml:trace>
  <inkml:trace contextRef="#ctx0" brushRef="#br0" timeOffset="79091.49">19761 3768 126 0,'0'0'39'0,"0"0"-31"16,0 0-3-16,0 0-22 16,0 0-3-16,0 0-12 0,40 12-68 15</inkml:trace>
  <inkml:trace contextRef="#ctx0" brushRef="#br0" timeOffset="79242.26">19827 3921 234 0,'0'0'-104'0,"0"0"33"16,0 0 59-16</inkml:trace>
  <inkml:trace contextRef="#ctx0" brushRef="#br0" timeOffset="80230.18">20583 6171 23 0,'0'0'4'0,"0"0"0"0,0 0 2 0,0 0-1 16,0 0 0-16,0 0-2 15,0 0-2-15,0 0-1 16,0 0 0-16,0 0 1 0,0 0-1 16,0 0 0-16,-6 0 1 15,6 0 0-15,0 0-1 16,0 0 2-16,0 0 0 15,0 0 0-15,0 0 0 16,0 0 2-16,0 0-1 0,1 0-3 16,3 1 1-16,0 3-1 15,2-4-1-15,0 0-40 16</inkml:trace>
  <inkml:trace contextRef="#ctx0" brushRef="#br0" timeOffset="81516.47">7827 11491 48 0,'0'0'9'0,"0"0"0"0,0 0-5 16,0 0-2-16,0 0 0 16,0 0 0-16,0 0 4 15,0 0 2-15,0 0 1 16,0 0-2-16,0 0-4 0,-6-13-1 15,6 13 0-15,0 0-2 16,0 0 0-16,0 0 0 16,0-2 0-16,0 2 0 15,2-1 0-15,-2 1 0 16,2 0 1-16,-2 0-1 0,0 0 1 16,0 0 0-16,0 0 0 15,0 0-1-15,0 0 0 16,0 0 0-16,0 0 0 15,0 1 0-15,0 1 0 16,0-2-1-16,0 2 1 0,0-2 0 16,0 1 0-16,2-1 0 15,-2 0 1-15,2 0-1 16,0 0 0-16,0 0 0 16,2 1-3-16,0-1-22 15,-4 0-53-15</inkml:trace>
  <inkml:trace contextRef="#ctx0" brushRef="#br0" timeOffset="82761.65">7456 11789 6 0,'4'7'4'0,"2"-2"-2"0,0-1 1 0,1-3-3 0,2-1-3 16,4 0 5-16,-4 0 4 15,4-7 2-15,3-6 0 16,-1-4 2-16,2-4-4 0,5-2 0 15,-3-1 0-15,4-6 0 16,0 2-1-16,2-1-1 16,1-2 3-16,0 1 1 15,1 2-2-15,-2-1 3 16,0 4-3-16,-5-2-2 0,2 6 0 16,-4 1-2-16,-2 3-1 15,2 1-1-15,-5 6 1 16,-2-1-1-16,0 4 0 15,-4 2 0-15,-3 3 0 16,-2 0 1-16,0 2-1 0,0 0-1 16,-2 0 2-16,0 0 5 15,0 0 13-15,0 0-10 16,0 0-4-16,0 0 1 16,0-1-3-16,0 1-1 15,0 0 0-15,0 0 0 0,0-1-1 16,0 1 1-16,0 0 2 15,-3 0 0-15,2 0 2 16,-1 0-2-16,0 0 1 16,0 0 0-16,0 0-2 15,1 0-3-15,0 2-2 0,1 4 2 16,0 2 1-16,0-2-8 16,2-2-72-16,0-4 21 15</inkml:trace>
  <inkml:trace contextRef="#ctx0" brushRef="#br0" timeOffset="83672.68">7398 8453 4 0,'-2'0'6'0,"2"0"10"0,-3 1-5 0,1 1-7 15,2-1 0-15,-2 2 1 16,2 1-2-16,0 2 0 16,0-2-1-16,0-1-1 15,0 3-1-15,5-1 2 16,1-3-1-16,6-2-1 0,-1 0-2 15,5-3 9-15,3-13 13 16,4-5-6-16,6-9-3 16,2-5-3-16,5-6-3 15,0-3-2-15,4-2 1 16,-2 2-1-16,0 4 1 0,-5 2 2 16,-4 3 0-16,-2 7 0 15,-2 4-4-15,-2 9-1 16,-6 3-2-16,-6 5-17 15,-3 0-116-15</inkml:trace>
  <inkml:trace contextRef="#ctx0" brushRef="#br0" timeOffset="85139.66">9300 9031 56 0,'0'0'3'0,"0"0"1"0,0 0 0 0,0 0 0 15,0 0-1-15,0 0-4 16,0 0-1-16,0 0 1 16,0 0 1-16,0 0 0 15,0 0-1-15,0 0 2 16,0 0-1-16,9 21 1 0,-7-17-1 16,1 1 0-16,0-1 1 15,0 0-1-15,0-1 0 16,1-1 1-16,0-2 1 15,1 0 0-15,1 0 2 16,4-9 2-16,-1-1 2 0,1-7-3 16,4 0-1-16,-1-4 3 15,4-3-1-15,2-2 1 16,1-2 2-16,3 1-3 16,-2-2 0-16,2 2-2 15,2 2-1-15,-4 1-1 0,-2 2 1 16,-1 4-2-16,-3 1-1 15,-1 5 1-15,-5 4-1 16,-4 2 0-16,0 2 0 16,-1 2 0-16,-4 1 0 15,0 1 0-15,0 0 0 16,0 0 1-16,0 0-1 0,0 0 1 16,0 0 0-16,0 3 2 15,-2 0-3-15,-2-2 0 16,2-1 1-16,0 3-1 15,0-3 1-15,2 1 0 0,-2-1-1 16,0 2 0-16,2-1 0 16,-2-1 0-16,1 0 2 15,1 0-2-15,0 0 0 16,0 0 1-16,0 0 0 16,0 0-1-16,0 0 1 0,0 0-1 15,0 0 0-15,0 0 0 16,0 0 0-16,-1 2 1 15,0-1-1-15,0-1 1 16,0 0-1-16,-1 3 1 16,-2-3 0-16,2 1-1 0,-1 0 2 15,0-1-2-15,3 2 3 16,-2-2-2-16,0 0 1 16,2 2 0-16,0-2-2 15,0 0 0-15,0 1 1 16,0-1-1-16,0 0 0 15,0 2 1-15,0 0-1 0,0 0-1 16,0 0 1-16,-2 3-1 16,2-1 1-16,0 2 0 15,0-2 1-15,0 3-1 16,0-1-2-16,0 1-1 16,4 0-17-16,2 0-16 0,-2-5-19 15</inkml:trace>
  <inkml:trace contextRef="#ctx0" brushRef="#br0" timeOffset="94518.66">10507 10762 94 0,'0'0'21'0,"0"0"-17"0,0 0-3 0,0 0-1 16,0 0 0-16,-7-38-1 16,5 35-6-16,0 0-9 15,-3-1-34-15</inkml:trace>
  <inkml:trace contextRef="#ctx0" brushRef="#br0" timeOffset="95693.33">10433 10670 38 0,'0'0'-16'16,"0"0"20"-16,0 0-1 0,0 0-1 15,-16-41-2-15,10 35-4 16,-1 0-3-16,-1 1-2 15,-4 0 12-15,-1 1 10 16,-3 1 9-16,-1-1-2 16,1 1-8-16,0 2-5 0,2-1-3 15,-1 2-4-15,-1 0 2 16,1 0-4-16,-1 0 2 16,-1 2-1-16,-2 2 0 15,2 1 1-15,-4-1 0 16,1 1 1-16,1-2 3 0,0 1 1 15,1-1 4-15,0 1-4 16,2 1-3-16,-1 2-2 16,-1 0 0-16,1 0 0 15,0 3 0-15,0 0 0 16,-1-1-1-16,-1-1 1 0,2 2-1 16,1-3 2-16,1 0-1 15,-2 0 0-15,7 0 0 16,-1-2 0-16,-1 2 1 15,1 2-1-15,3-1 0 16,-2 0-1-16,1 1 1 16,3 1 0-16,-4 3-4 0,4 1 6 15,-3 3-4-15,3 1 4 16,-2 1-1-16,2 2-1 16,0 2 0-16,3-1 0 15,-1 1 0-15,-1 1 0 0,1 0 0 16,1-2 0-16,-1 0 1 15,1-1-1-15,2 0 0 16,0 0 0-16,1-1 0 16,0 4 0-16,0 0 1 15,0 1-1-15,0 2 0 16,0 2 0-16,3 1 0 0,1-3 0 16,1-3 1-16,1 0-1 15,1-4 0-15,0-3 2 16,3 0-2-16,0-3 0 15,1 2 1-15,3 0-1 16,-1-1 0-16,1 1 0 0,1-2 0 16,-2 3 0-16,3-3 1 15,-1 3-1-15,2-1 0 16,3-2 0-16,-3 2 0 16,0-3 0-16,4-2 0 15,-1 0 0-15,1-2 0 0,-2-1-1 16,4-2 2-16,-3-2-1 15,-3 2 0-15,4-2 1 16,-2-2-1-16,2 1-3 16,-1-1 4-16,3 0-1 15,2 0 0-15,1-2 1 16,1 0-1-16,2 0 0 0,2 0 0 16,-2-4 0-16,1-3-1 15,-1-3 1-15,0-2 0 16,0-3 0-16,0 0 1 15,0-1-1-15,0-4 0 16,2 2 0-16,3-4 0 0,-1 1 0 16,3-2 0-16,-3 2 0 15,-1-4 0-15,-1 0 0 16,-2 1 0-16,-2-4 0 16,-4 1 1-16,1 0 1 0,-4-2 3 15,0 2 0-15,-4 0 0 16,-2 3-2-16,-1 2 0 15,-2 0-2-15,-7 2 1 16,1 1 1-16,-5-1 5 16,0-2 4-16,0-2-4 0,-2-1-2 15,-5-4 0-15,-5-2 1 16,-1-1 0-16,-3 0 0 16,-4-2-2-16,-2 1 0 15,-7 2-4-15,-7 1-1 16,-6 3 3-16,-1 3-2 15,-10 4-1-15,-2 6-12 0,-10 3-24 16,-6 1-39-16</inkml:trace>
  <inkml:trace contextRef="#ctx0" brushRef="#br0" timeOffset="100083.62">10632 7804 62 0,'-4'-7'-1'0,"0"-2"6"0,1 1 3 0,1 2-4 0,-2-1-3 16,1 0-1-16,-1 1 2 16,-1 2-1-16,-1-2 0 15,1 2 0-15,-1-2 0 16,-1 3 0-16,-2-1-1 16,2 1 0-16,-2-1 0 0,-3 1 1 15,0-1 1-15,3 0 1 16,-5 2 2-16,3-2-3 15,-3 1 0-15,1 0-1 16,-5 2 0-16,1-2-2 0,-2 3 1 16,-3 0 2-16,0 0-2 15,-3 0 3-15,0 0-4 16,-1 3 4-16,1 0-2 16,1 1-1-16,-3 0 1 15,0 1-1-15,2-1 0 0,-2 0 0 16,1 0 0-16,-1 2 0 15,0 0 0-15,-4 1 0 16,2 0-1-16,0 0 2 16,0 2-1-16,0-1 0 15,1 1 0-15,2 1 0 16,1-1-1-16,1 1-1 0,-1 0 0 16,1 0-1-16,3 2 3 15,1-2-1-15,2 1 2 16,1 0 0-16,-1 2 2 15,1-2-2-15,2 2 0 0,1 0-1 16,-1 1 1-16,3-1-1 16,-1 1 1-16,3 0-1 15,-1 0 0-15,1 0 0 16,1 1 0-16,1-3 0 16,-1 0 0-16,2 0 0 15,0-1 1-15,1 0-1 0,0 3 0 16,0-2-1-16,2 2 1 15,-1 2 0-15,3-1 0 16,0 2 1-16,2-1-1 16,0 2 0-16,0 0 1 0,0-2-1 15,2-1 1-15,2 0-2 16,3-2 1-16,0-2-2 16,2-1 1-16,2 3 4 15,1-3-3-15,1 0 1 16,0 0-1-16,3-1 0 15,-1 2 1-15,1-1-1 0,-1-2 0 16,1 1 1-16,-1-1-1 16,2-2-1-16,-1 1 1 15,-1-1 0-15,1-3 1 16,-1 4-1-16,2-3 0 16,2 2 0-16,2-2 0 0,1 0 0 15,2 1 0-15,-2-1 0 16,5-1-1-16,-2 1 1 15,-2-1-7-15,0-2 12 16,2 3-4-16,0-3-1 16,0 1-1-16,0-2 1 0,-1 2 0 15,3-1 1-15,0 1-1 16,0 0 0-16,2 1 0 16,0 1 1-16,-1-2-1 15,2 2 0-15,-1-1 0 16,0 0 0-16,0-2 0 15,-3 1 0-15,1-1-1 0,0-1 0 16,0 0 1-16,0 0-1 16,0-4 1-16,0-3 0 15,-3-1-1-15,4-1 0 16,2-1 1-16,-3-2-1 0,2-2 1 16,0-1 1-16,-2-1-1 15,-4 0 0-15,0-1 0 16,-2-3 0-16,-5-1 0 15,-1-2 1-15,-1-1-2 16,-1-3 2-16,0 4-1 0,-3-2 1 16,-2 1-2-16,-1 0 2 15,-5 2-1-15,-2 1 0 16,0 1-1-16,0 0 0 16,-11 0 2-16,-3 0-2 15,-3-1 1-15,-4 1-2 0,-3 0 3 16,-3-2 0-16,-3 3-1 15,-2 3 1-15,-4 1-1 16,4 5 0-16,-4 0-1 16,3 0-31-16</inkml:trace>
  <inkml:trace contextRef="#ctx0" brushRef="#br0" timeOffset="100663.69">9624 7899 48 0,'0'0'18'0,"0"0"0"0,0 0-6 0,0 0-1 16,0-3-2-16,0-4-2 15,1 0 0-15,5-4-2 0,3-3 0 16,5-4-1-16,3-6-2 16,10-3-1-16,4-4 0 15,11-2-1-15,8-5 0 16,6-2-2-16,2-7-36 0</inkml:trace>
  <inkml:trace contextRef="#ctx0" brushRef="#br0" timeOffset="-119829.86">6947 10653 46 0,'0'0'18'0,"0"0"-18"0,0 0-8 15</inkml:trace>
  <inkml:trace contextRef="#ctx0" brushRef="#br0" timeOffset="-117584.63">7354 10521 27 0,'0'0'11'0,"0"0"3"0,0 0-6 0,0 0-2 15,0 0-3-15,0 0 0 16,0 0-1-16,0 0 1 0,0 0 2 16,0 0-3-16,0 0 1 15,-40-17-2-15,34 17 1 16,0 0 0-16,0 0 2 15,1 0-3-15,1 0 1 16,-4 0-1-16,2 0 1 0,-1 0-1 16,-2 1 0-16,0 2 2 15,0-3 0-15,-1 3 0 16,1-3 0-16,-3 1 1 16,3 1 0-16,-4-1-2 15,4 3 0-15,-4 1-2 0,-1 0 0 16,-1 2 0-16,-2 0 0 15,2 2 1-15,-3-1 0 16,1 1 1-16,-4-2 0 16,1 3-1-16,1-3 1 15,0 3-1-15,-5-1 1 16,6-1 0-16,-5 2 0 0,1 1-1 16,2-1 1-16,-2 2 0 15,1 1-2-15,-2 1 3 16,4 0 0-16,-3 0-1 15,1 2 0-15,-1-1-1 0,0 1-1 16,-1-1 0-16,1 1 1 16,0 0 0-16,-1 0-1 15,1-1 1-15,2 2 1 16,2-2-2-16,-2 1 0 16,5 0 0-16,2 1 6 0,5 2-5 15,6-1 0-15,2-5-6 16,0-12-64-16</inkml:trace>
  <inkml:trace contextRef="#ctx0" brushRef="#br0" timeOffset="-108835.83">19069 3196 33 0,'-4'-5'2'0,"-1"-2"11"15,1 1 0-15,-1-1-4 0,0 0 3 16,1 0-4-16,2 0 3 16,0-2-2-16,2 2-4 0,0 0-1 15,0 0-3-15,-3 0 0 16,2 1-1-16,-1 2 0 16,0 0 0-16,1 1 0 15,-3 1 1-15,1-1-1 16,-1 2 0-16,0 0 0 0,-5 1-1 15,4 0 1-15,-3 0 0 16,1 0 0-16,-2 1-1 16,4 3 1-16,-5-2-3 15,3 5 5-15,-3-3-1 16,2 2-1-16,1-2 0 0,-3 3 0 16,2-1 1-16,1-2-2 15,-1 2 1-15,3-1 1 16,-4 0-1-16,4 0 0 15,-1 1 0-15,1-1 0 16,1 0 0-16,-3 2 0 0,2 0 0 16,-2-1 0-16,1 1 0 15,-3 0 0-15,3 0 0 16,1 0 0-16,-1 2 0 16,-1-1 0-16,0 2 0 15,2 0 0-15,-3 0 0 16,3 0 0-16,-1 1 0 0,2-2 0 15,0 2 0-15,-1 1 0 16,0-1 0-16,2 3 1 16,-4-2-2-16,3 2 2 15,0 0-1-15,-3 0 0 16,3 0 0-16,1-1 0 0,-2 0 0 16,2 3 0-16,1-3 0 15,2 2 1-15,0-1-1 16,0 2 1-16,0-2-1 15,0 0 0-15,0 2 0 16,0-2 0-16,0 0 0 0,0 1-3 16,1-1 3-16,-1 1 0 15,0-2 0-15,0 3 0 16,1-2 0-16,0 0 0 16,0 2 1-16,2-1-2 0,2-2 1 15,-2 3 0-15,2-2 0 16,2 0-1-16,-2 2 1 15,0-2 1-15,0 0-1 16,-2 3 0-16,-2-1 0 16,-1 2 1-16,0 1-2 15,0-2 1-15,0 0 1 0,0 1-1 16,-2-1 0-16,2 0 0 16,0-1 0-16,0 1 0 15,0 0 0-15,2-1 1 16,2-1-2-16,1 0 2 15,-2 2-1-15,1-1 0 0,0-1 0 16,-1 2 0-16,0 1 0 16,0-2 0-16,1 3 0 15,-1-1 0-15,2 0 0 16,1 1 0-16,0-2 0 16,1 0-1-16,1-1 1 15,2-1 0-15,-3 1 2 0,0-3-2 16,2-1 1-16,-4 1-1 15,1 0 0-15,1 0 0 16,-3 0 1-16,2 1-1 16,0 0 0-16,-1 0 1 15,1 0-1-15,0 3 0 0,0-2 0 16,2 2 0-16,-2 0 0 16,1 0 0-16,1 3 1 15,2-2-1-15,-2 2 0 16,2-3 0-16,1 0 0 0,-2 1 1 15,2-3-1-15,0 0-1 16,-2-1 2-16,-1-1-1 16,1-1 1-16,-3 0-1 15,0 0 0-15,0-2 0 16,-1 1 2-16,1-1-2 16,0 1 0-16,1-2 0 0,-1 2 0 15,1-2 0-15,1-2 1 16,0-3-2-16,0 3 1 15,-1-2 1-15,1 0 0 16,1-2 1-16,0 0-2 16,0 0 1-16,-2-1 1 0,2-2 1 15,-5 1 1-15,0 0-2 16,-1 0 0-16,1-1 0 16,-2 0 4-16,3 0-4 15,0 0 0-15,0 0 1 0,1 0 2 16,0 0-2-16,1-2 3 15,-1-1 3-15,0-2-2 16,1 1 1-16,-2-1 1 16,4-1-3-16,-3 0-2 15,0-1-1-15,1 0-1 16,1 0-2-16,0-3 1 0,-1 2 0 16,-1-2 1-16,1 1-1 15,4-2 2-15,-4-1-1 16,2 0 0-16,4-1-1 15,-6 1 1-15,2-2-2 16,-1 1 1-16,0-2 0 0,0 0 4 16,-4-2-1-16,1-1-3 15,1 1-1-15,-1-4 1 16,-1-1 0-16,-1 2-1 16,-1-2 0-16,-1-1 1 15,-1 2 0-15,0-1-1 0,0-1 1 16,0 2-1-16,0-3 2 15,-1 1 1-15,1-1-3 16,0 0 0-16,0 1 0 16,0-5 0-16,0 1 0 15,0-3 0-15,0 2 0 0,0-2 0 16,0 0 0-16,-2 1-2 16,-2 0 1-16,0 3-2 15,0-1 6-15,-2 2-5 16,1 2 4-16,1-1-1 15,0 0 1-15,2-2-2 0,1-2 0 16,1 1 0-16,0-4 0 16,0-1 0-16,0 1 0 15,0 1 0-15,-2 2 0 16,-2 2 0-16,-5 2-6 16,0 1 6-16,-2 2-1 0,-1 0 3 15,-1 1-2-15,0 0 2 16,0 0-1-16,2 2-1 15,-2 3 0-15,1-2 2 16,2 3-2-16,-1-1 0 16,0-1 0-16,0 5 0 15,2-2 0-15,0 0 0 0,-3 2 0 16,2 1 0-16,1-3 0 16,-3 2 0-16,0 1 0 15,1-3 0-15,0 5 1 16,3-2-1-16,-2 2 1 15,1 0-1-15,2 1 0 0,-2 0 0 16,2 2-1-16,-2 0 0 16,1-1-2-16,0 0 3 15,-2 2 0-15,0-2 0 16,1-1 1-16,-2 3 1 16,0-2-2-16,2 1 0 0,1-1 0 15,-2 2 0-15,3-2 0 16,-2 3 0-16,1-1 0 15,-2 1 0-15,0-1-2 16,0 2 1-16,-3 1-2 16,4-2 1-16,-5 3 2 0,3 0-1 15,-2 0 0-15,-3 0 2 16,5 0-2-16,-3 0 1 16,4 0 1-16,0 0-1 15,2 3 0-15,1 0 0 16,0 1 0-16,1-1 0 0,-1 3 0 15,0-2-1-15,1 3 1 16,-1 0 0-16,1 0 0 16,3 3-1-16,-5 0 0 15,3 0 2-15,2 1-2 16,-3 2 1-16,1 0 0 0,-1 0 0 16,0 0 0-16,2 1 1 15,-2 1-1-15,1 1 0 16,3 0 0-16,-2 1-1 15,2 1 0-15,2-1 1 16,0 2 0-16,0-1 0 0,0 1 0 16,0-1 0-16,0 2 0 15,0-1 0-15,0 0 0 16,0 2 0-16,0-2 1 16,1 1-2-16,2 0 1 15,-1 1 0-15,0 0 0 16,1 1-1-16,0 0 0 0,2 1 1 15,-2 1-2-15,1 0 2 16,-1 2 0-16,1-2-2 16,-2 0 2-16,-1-1 2 15,1 1-4-15,-2-2 2 16,0 0 0-16,0-1 0 0,0 2 0 16,0-2 2-16,0 2-2 15,0 0 0-15,0-2 0 16,0 1 0-16,0 2 0 15,0-2 0-15,0 0 0 0,0 5 0 16,0-4 0-16,-2 2 0 16,1 0 0-16,1-2 0 15,0 1 0-15,0-1 0 16,0-4 0-16,0 2 0 16,0-1 0-16,0 0 0 0,0 1 0 15,0 0 0-15,0 0 0 16,1 0 0-16,1-1 0 15,-2 1 0-15,0-1 0 16,0-1 0-16,0 1 1 16,0-1-2-16,0-1 1 15,2 2 0-15,2-4 1 0,0 1-4 16,-1 0 3-16,2-1 2 16,2-1-4-16,-2 2 2 15,2 0 2-15,0 2-2 16,3-2-2-16,0 1 4 15,-2-1-4-15,4 2 2 0,0 0 2 16,1-1-2-16,2-3-2 16,-1 1 2-16,1-2-1 15,0-4 1-15,1 1 0 16,0-2 0-16,2-2-1 16,-3 0 1-16,2-3 0 0,0 1-1 15,1-3 0-15,-1 1 3 16,-2-3-2-16,3 0 1 15,-3 0-1-15,3 0 1 16,-4 0-1-16,3 0 0 16,-2 0 2-16,2-4-2 15,0-2 1-15,-1 1-1 0,-1-1 1 16,-1 0-1-16,-1-1 0 16,-4 0 1-16,-1 0 0 15,0-4 1-15,-1-2 1 16,3-3 0-16,2-1-1 15,-3-3-2-15,2 0 0 0,-1 0 0 16,0-1 1-16,-2 4-1 16,-2-3 0-16,-2-1 2 15,0 1-2-15,1 0 0 16,-3-1 1-16,3-5 0 16,2-1-1-16,1-1 2 0,1-5-2 15,3-1 0-15,-2-3 0 16,0-2-1-16,2 0 1 15,-2-2-1-15,-3 0-1 16,0-2 2-16,0 3-2 16,-1-2 2-16,-5 2 0 0,1 0 0 15,-2 2 0-15,0 5 0 16,0-2-1-16,-1 2 1 16,-1 1 0-16,0 0 0 15,-1-1 1-15,2-1 1 16,0 2-2-16,1 0 0 0,-1 1 0 15,-3 2 1-15,2 3 2 16,-5 2 3-16,1 1-6 16,-3 2 0-16,-2-2-2 15,2 3 5-15,-2 0-2 16,-2 1-1-16,2 0 0 0,-3-2 1 16,1 2-1-16,-1-1-2 15,-1 2-2-15,-2-1 4 16,-2 1 0-16,-1 1 0 15,2 0 0-15,-3 0 1 16,1 0-2-16,1 1 2 16,1 0-1-16,2 2 0 0,-2 0 0 15,-2 1 0-15,4 2 0 16,0 0 0-16,1 3-1 16,-1-2 1-16,0 3-1 15,-1 0 1-15,1 2-1 16,-2-1 1-16,-3 2-1 0,0-2-2 15,-3 3 5-15,1 0-3 16,3 2 1-16,-2 0 0 16,6 0 0-16,3 1-1 15,3 0 0-15,1 0 1 0,3 1 0 16,1 4 0-16,-3 1 0 16,3 1 0-16,-2 0 0 15,1 0-2-15,3 3 2 16,-3 1-1-16,4-1 1 15,0 3 0-15,0 3 0 16,2 2-2-16,-1 3 2 0,1 2 0 16,0 4 2-16,0 3-4 15,0 1 2-15,0-1 2 16,0 3-4-16,0-2 1 16,0 3 1-16,0-3 0 0,0 2 0 15,-2 4 0-15,-5 0 0 16,2 4 0-16,-1 2 0 15,1 1 0-15,1-1 0 16,1 2 0-16,0-1 0 16,2-2-1-16,1-2 1 15,0 0 0-15,0 1 0 0,0-4 0 16,0 1 0-16,0-2 0 16,4-3 0-16,1-1 0 15,0-1 0-15,3 1 0 16,-3-1 0-16,4 3 0 15,-2-1 0-15,2 2 0 0,-1 2 0 16,0 0 1-16,2-1-1 16,1-2 0-16,-1 0 0 15,1-6-1-15,1-1 1 16,1 0 0-16,-1-4 1 16,2-2-2-16,-1-1 1 0,1 0 0 15,-1-3 1-15,1 0-2 16,1-1 2-16,-1-1-1 15,2-2 0-15,-1-3 0 16,5-1 0-16,-1 0 0 16,2-4 0-16,0-1 1 0,3-1 2 15,3-3-3-15,-6 0 2 16,3 0-2-16,0 0 1 16,-4 0 0-16,-2-7-1 15,0 0 1-15,-1-1-1 0,1 0 1 16,0-2-1-16,-2-1 1 15,0-3 0-15,2-1-2 16,0 0 2-16,-1-2 1 16,-3-1 0-16,-1-3-2 15,-2 0 0-15,-1-3 1 16,-1-2 0-16,1-3 0 0,0-3 0 16,-1-3-1-16,1-1 1 15,0-5-1-15,-2 0 0 16,1-2 0-16,-4-1 0 15,2 1 0-15,-4 0 0 16,2 0 0-16,0-3 1 16,-3 1-1-16,0-2 0 0,1 1 0 15,-1 2 0-15,-2 1 0 16,0 2 0-16,0 4 0 16,-4 1 0-16,-1 2 0 15,-5 1 3-15,0 3-3 0,1-1 1 16,0 3-2-16,-4 1 0 15,2 0 1-15,-1 3 0 16,-1-2 1-16,-1 5-2 16,-1-2 0-16,0 3-2 15,-2 2 2-15,2-1 1 16,-4 1 0-16,5-2 1 0,-1 0-1 16,3 0 1-16,2 2 0 15,-2-2-1-15,3 2 0 16,-1 2 1-16,1-1-2 15,0-2 1-15,-2 2 0 16,2 0 0-16,-4-1 0 0,1 2 0 16,-1 2-1-16,-2-2 1 15,2 2 0-15,1 1-1 16,-1-1 2-16,1 4-2 16,-1 0 2-16,4 1-3 15,-4 1 0-15,1 2 3 0,-1-1-2 16,-3 2 0-16,1 0 1 15,-4 4-3-15,0 1 2 16,-2 0 1-16,1 0-2 16,-1 0 2-16,1 0 1 15,6 3-1-15,0 1 0 16,2 0 0-16,1 3 0 0,3-1 0 16,-1 2-1-16,-4 1 1 15,3 3 0-15,-2 0 0 16,2 3 0-16,-3 0 0 15,2-1 0-15,0 3 0 0,1 0 0 16,2 2 0-16,-1 1 0 16,4 1-1-16,-2 3 1 15,2 0 1-15,0 2-2 16,-1 4 1-16,2-3 0 16,0 3 0-16,0-1 0 0,0 1 0 15,1-1 0-15,1 0 1 16,-2 3-1-16,3-1-1 15,-1 0 1-15,0 2 0 16,1-2 0-16,1-1 0 16,-2 1 1-16,0-4-1 0,2 3 0 15,0-3 0-15,0 3-1 16,0-2 0-16,0 2 0 16,0 2 1-16,0 0-1 15,4-2 1-15,-1 5-2 16,4-2 1-16,-2-2 1 0,3-1 0 15,-3 0 0-15,2-5-2 16,0 1 2-16,-1-4 0 16,2 3 0-16,2-2 2 15,-2 1-4-15,3 0 2 16,1 0 0-16,1-1 0 0,1 2 0 16,2-3 0-16,-1 2 0 15,3-3 0-15,0 0 0 16,-3-5 0-16,1 3 0 15,-2-1 0-15,-1-3 2 16,1 0-2-16,-2 0 0 0,2-1 0 16,-3 1 0-16,0-1 0 15,1 0 0-15,0-1 0 16,2-2 0-16,-2 2 0 16,2-3-2-16,-3-1 2 15,1-4 2-15,-4 1-2 16,0-2-2-16,-2-1 4 0,1-3-2 15,-2 0 1-15,2 0 1 16,-2 0-2-16,3 0 1 16,-2 0 0-16,4-6 1 15,1-2 0-15,-3-1 0 0,3-2 2 16,0-4-1-16,1 0-1 16,0-4-1-16,-1-2-1 15,1 0 1-15,3-4-1 16,-2 0 0-16,2-2 0 15,1 0 0-15,0-4 0 16,-1 1 0-16,0-1 0 0,0 1 0 16,-1-1 0-16,-1 1 0 15,-2 0 1-15,-2 2-1 16,-1 1 0-16,-1-5 0 16,0-1 0-16,-2-1 1 15,-1-2-2-15,0-2 2 0,1 1-1 16,1 0 0-16,0 0 0 15,0 1 0-15,-3 4 0 16,0 2 0-16,-2 1 0 16,-1 1-1-16,0 1 2 15,0 4-2-15,0-2 2 0,-3 1-2 16,1 1 1-16,-4 0 1 16,1 2-1-16,2-2-1 15,-3 3 1-15,0 2-2 16,-1-1 2-16,-1 1 0 15,-2 1-1-15,-1 1 1 16,-1-1 0-16,1 0 0 0,-2 3-1 16,-3-2 1-16,5 2 0 15,-3-2 1-15,4 1-1 16,1-1 0-16,1 1 1 16,0-1-1-16,1-1 0 15,-1 4 1-15,-2-4-2 0,3 0 1 16,-3 3 0-16,-2-2 0 15,3-1 0-15,-4 0 0 16,1 1 1-16,-1 2-1 16,0-3 0-16,3 2 0 15,0 2 0-15,3-1 0 0,-4 2 0 16,4-2 0-16,-4 4 0 16,0-1 0-16,1 0 0 15,-1 0-3-15,0 1 2 16,-2 2 1-16,1-2 0 15,-3 3 0-15,2-2-2 16,-3 2 2-16,-2 0 0 0,3 0-1 16,-1 0 1-16,1 3 0 15,-2-2 0-15,4 3 0 16,1 3-1-16,0 0-2 16,1 0 1-16,2 9-4 15,-3 2-2-15,1 5-3 0,-2-1-26 16,1-2-51-16</inkml:trace>
  <inkml:trace contextRef="#ctx0" brushRef="#br0" timeOffset="-107470.73">7689 10776 37 0,'0'0'5'0,"0"0"13"0,0 0 4 0,0 0-12 0,0 0 2 15,0 0-3-15,0 0-3 16,0 0-4-16,0 0-2 15,0 0 0-15,0 0 0 16,0 0 0-16,5-11 0 0,1 15 1 16,3 0-1-16,2-3 0 15,0-1 1-15,5 0 0 16,-1 0 5-16,1-7 2 16,2-5 2-16,2-1 0 15,1-4-2-15,-2-3-2 0,2-1-3 16,2-1-1-16,0-3-1 15,2 0 0-15,-2-2 0 16,3 0-1-16,-1 1 0 16,-3 4 0-16,-2 1 0 15,-2 6 0-15,-2 4 0 0,-5 4 0 16,0 4-1-16,-4 3-5 16,-5 3-28-16,-2 9 14 15,-2 3-4-15,-9 3-24 16</inkml:trace>
  <inkml:trace contextRef="#ctx0" brushRef="#br0" timeOffset="-107000.57">7740 10791 60 0,'0'0'2'0,"0"0"-1"0,0 0 0 0,0 0-1 15,0 0 2-15,0 0-1 16,0 0 3-16,0 0 2 0,0 0 1 15,0 0-1-15,34 21 0 16,-25-21 0-16,-2 0 1 16,3-4 1-16,0-5 4 15,-1-1-1-15,3-4-5 16,2 0-2-16,0-5-2 16,4-1 0-16,4-1-1 0,0-4 1 15,3 2 0-15,0-2-2 16,1 0 1-16,1 1 0 15,-5 3-1-15,-3 2 0 16,1 5 0-16,-3 3 0 16,-1 2 0-16,-3 5-1 0,-1 2 0 15,-3 2-5-15,-3 1-24 16,-4 10 4-16,-2 3-13 16</inkml:trace>
  <inkml:trace contextRef="#ctx0" brushRef="#br0" timeOffset="-106481.16">7745 10810 21 0,'0'0'3'0,"0"0"7"0,0 0-2 0,0 0-2 0,42 25-2 16,-33-24 0-16,0-1 0 15,0 0 2-15,0 0 2 16,0 0 3-16,2-3 0 16,-2-4 1-16,-1-1-4 15,4-4 1-15,1-2-1 0,1-3-3 16,2-3-2-16,4-4 2 16,0 1-3-16,4-5 1 15,1-2 1-15,2-2 4 16,-2-1 0-16,1 1-3 15,-1 0-1-15,-1 3-1 16,-5 5-1-16,0 3 0 0,-3 4-1 16,-5 6 0-16,-2 4-2 15,-2 3 1-15,-3 4-2 16,-1 0-4-16,-1 3 10 16,0 9-6-16,-2-2-14 15,-3-3-42-15</inkml:trace>
  <inkml:trace contextRef="#ctx0" brushRef="#br0" timeOffset="-103452.01">21673 3213 7 0,'0'0'1'0,"0"0"0"0,0 0-2 0,0 0-6 15</inkml:trace>
  <inkml:trace contextRef="#ctx0" brushRef="#br0" timeOffset="-101334.96">21210 3126 26 0,'0'0'7'0,"0"0"0"0,0 0-2 0,0 0-5 16,0 0 0-16,0 0-1 0,-37-30 4 15,27 28 1-15,2-2 5 16,1 1-3-16,-2-1-2 16,3 1 2-16,-1 0-1 15,1 1-2-15,0 0-2 16,-2-1 0-16,1 3-1 15,-2 0 0-15,-2 0 0 0,-3 0 0 16,2 0 0-16,-4 3-1 16,3 1 1-16,-1 2-1 15,1 4 2-15,-2 0-1 16,2 1 1-16,-1 1-2 0,0 0 2 16,1 1-1-16,0 2 0 15,1 0 1-15,-1 0-2 16,1 5 2-16,-1-1-1 15,-1 2 0-15,1 3 0 16,-1 2 1-16,1 2-1 16,-1 2 0-16,1 2 0 0,0 3 0 15,-2 2 0-15,3-2 0 16,0 1 0-16,-1-2 1 16,3 0-1-16,-2-3 0 15,5 2 0-15,-1 1 0 16,5 0 0-16,3 2 0 0,0 0 1 15,0 1-2-15,0-1 2 16,6 0-1-16,1-1 0 16,0-4 0-16,2 0 0 15,-2 1 0-15,0-4 1 16,0 0-2-16,1 1 1 0,1-2 1 16,0-2-2-16,2 1 1 15,3 0 0-15,0-1 0 16,1-4 0-16,0-2 0 15,5-1 0-15,-6-3 0 16,4-1 0-16,0-3-1 0,1-1 2 16,0 3 0-16,2-4 2 15,3 2 0-15,3-1-1 16,3 0-1-16,4-2 0 16,1-2 0-16,6-2-1 0,-3-1 1 15,2-3-2-15,-4 0-4 16,-5-6-71-16</inkml:trace>
  <inkml:trace contextRef="#ctx0" brushRef="#br0" timeOffset="-96879.18">7183 7697 51 0,'0'0'7'16,"0"0"1"-16,0 0 0 0,0 0-3 0,0 0 0 16,0 0-1-16,0 0 0 15,0 0 1-15,0 0-3 16,14-38 0-16,-7 33-1 15,1 1 0-15,2 0-1 16,-1 0 0-16,0 1 0 16,2 0 0-16,0 2 0 0,2-2 0 15,-1 0 0-15,3-1 1 16,3 0-1-16,1-2 0 16,4 0 0-16,-2 3 0 15,2-4 0-15,-2 2 0 0,0 0 0 16,-1 1 0-16,-3 1 2 15,-1 2-2-15,-1-2 0 16,1 2 0-16,2-1-2 16,0 1 2-16,-1 1 0 15,2 0 0-15,-1 0 2 0,-1 0-2 16,-3 0 0-16,0 0-2 16,0 0 2-16,-2 1 0 15,-1 2 0-15,1 1 0 16,-1 2 0-16,-2-2 0 15,4 3 0-15,-6 0 0 0,0-1 2 16,1 1-2-16,-1 0 0 16,-2 2 0-16,-1 1 1 15,0-2 0-15,1 0-1 16,-1 1 0-16,0 0 0 16,2 1 1-16,-2 0-1 0,1 0 0 15,-1 0 0-15,2 0 0 16,2 1 0-16,-4 0 0 15,3-1 0-15,-1 3 0 16,1-4 1-16,0 3-1 16,-2-3 0-16,1 2 1 15,-2 2-1-15,-1-2 0 0,0 2 1 16,2-1 0-16,-2 0-1 16,-1 4 1-16,0-4-1 15,1 4 1-15,1-1-1 16,-2 0 1-16,0-1-1 0,0 1 1 15,3 0 1-15,-5-2-2 16,2 1 1-16,0-1-1 16,-2 0 1-16,0-2 0 15,0 3 1-15,0-1 0 16,0 1 0-16,0 0-1 0,0 2 0 16,-2 1 1-16,0 0-1 15,-3 0 0-15,3 2 0 16,-2-2 2-16,-2 0 1 15,3 1 0-15,-4 1-2 16,1-1 1-16,-1 1-1 16,0 1 2-16,-4-1-2 0,4 0 0 15,-4-1 0-15,-1-1 0 16,0 0 0-16,3-1 1 16,-5 0-2-16,1-1 0 15,-1 2 0-15,1-2 0 16,-3 2-1-16,-1-2 1 0,0 1-1 15,0-2 1-15,-2 2 0 16,2-1 0-16,-1-1 0 16,0-1 2-16,-1 0-1 15,2 0 0-15,-2-2 0 16,0 2 0-16,1-2 0 0,-3 1-1 16,0-1 1-16,-2-1 1 15,0-2-2-15,0 0 2 16,-2 0-1-16,-1 1 0 15,0-4 1-15,3 1 0 16,0 0-1-16,-1-2 2 0,0 0 2 16,3-2-3-16,-2-1-1 15,-1 2 0-15,1-3-1 16,1 0-1-16,-2 0 3 16,1 0 0-16,0-3 1 15,-1-4-1-15,2 0 0 0,-3-2-2 16,0-1-1-16,0-1 1 15,2 1-1-15,-2-1 0 16,0 1 0-16,1-3 0 16,2 2 0-16,1-1 0 15,-1-2 0-15,4 0 0 0,-2-3-1 16,0-2 1-16,2-2 0 16,0 0 0-16,0 0 0 15,1-1 0-15,0-1 0 16,2-1-2-16,2 2 3 15,-1 0-1-15,3-2 0 0,0 2 0 16,4-3 1-16,0 1-5 16,5-1 2-16,2 0 2 15,0-3 0-15,0 3-2 16,1-1 3-16,5 0 1 16,1-1-2-16,2 3 0 0,-3 0 1 15,1-2-2-15,-1 2 2 16,1 0-1-16,1-2-1 15,4 1 1-15,-1-2-1 16,5 0 1-16,0 0 1 16,2 1-1-16,2 1 0 0,-2-1-1 15,2 4 2-15,0-1-1 16,-2 1 0-16,4 1 0 16,-1 3-1-16,0 1 2 15,2 2-1-15,2 0 0 16,-2 2 0-16,0 3 0 0,4-1 0 15,0 1 0-15,0 1 0 16,0-2 0-16,4 0 0 16,-1 1 0-16,1-3 0 15,2 4 0-15,-2-2 0 16,1 1 0-16,1 3 0 16,-2-3 0-16,-1 3 0 0,1 1 0 15,-2 1-1-15,-2 2 1 16,-3 3 0-16,-2 0-1 15,-1 0 1-15,-3 3-1 16,-1 4 0-16,-1 3 0 16,-2 1 0-16,4 3 0 0,-3 2 1 15,1 0 0-15,-1 0 0 16,1 4 0-16,-1-2 0 16,0-1 0-16,1 1 0 15,1 1 0-15,-2 0 1 16,1 0-1-16,-1-1 0 0,1 4 0 15,-3-1 0-15,-1 1-1 16,-1 1 1-16,-5 2 0 16,-1 0 1-16,-1 2-1 15,-2 1 0-15,0 1 0 0,-1-1 1 16,1-1-1-16,1 4 1 16,-1-5-1-16,0 1 0 15,-2 0 0-15,2 0 0 16,0 0 0-16,-2 3 0 15,0-2 1-15,0 2-1 16,0 1-1-16,-4-1 1 0,-5 1 0 16,-4 2 0-16,0-2 0 15,-4-2 1-15,-2 1-1 16,-4-1-1-16,-1-2 2 16,1 0 0-16,-4-1-1 15,3 0 1-15,-1-3-2 0,-2 0 2 16,0-2-1-16,0 1 0 15,-2-3 0-15,0-1 2 16,-2-1-2-16,0-3 0 16,-3 0 2-16,3-4-2 15,-3-1 0-15,3-2 0 16,0-3 1-16,0 0-1 0,-2-2 0 16,1-2 0-16,-1 0 1 15,1 0-1-15,-3-2 0 16,1-2 0-16,-3-3 0 15,4 1 0-15,0-1 0 16,0-3 0-16,3 0 0 0,1-1 0 16,0-5 0-16,2-1 0 15,1 0 0-15,-3-4 0 16,2-2-1-16,-2 2 1 16,2-3 1-16,2 2-2 15,1-2 2-15,6 3-1 0,-2 0 0 16,5-1-1-16,1 0 0 15,5 0-1-15,0-3 1 16,-1-2 0-16,6-3 0 16,0-3 1-16,2-1 0 15,2 0-2-15,0 0 3 0,0 0-2 16,0 0 1-16,4 4 0 16,2 0 0-16,4 1 1 15,1 1-2-15,0-1 1 16,3-1 0-16,3 1 0 15,0-3-1-15,5 2 2 0,-2 0-1 16,4 2 0-16,3-1-1 16,-2 5 1-16,2 1 0 15,-1 2 0-15,3 2 0 16,-2 1 0-16,0 1 0 16,0 3 0-16,2-2 0 0,0 1-1 15,2-1 2-15,1 0-1 16,3 2 0-16,-3-3 0 15,3 0 0-15,-3 2 0 16,1-1 0-16,0 2 0 16,-2 1 0-16,1 3 0 0,-1 0-1 15,0 3 1-15,1 0 0 16,0 0 0-16,-1 4 0 16,-3 1 0-16,1 0 0 15,-4 2-1-15,0 0 1 16,-2 0-1-16,1 0 1 0,-6 7-2 15,2 3 2-15,0 1-3 16,-2 6 1-16,0-1 1 16,-3 4 1-16,-1-1 0 15,1 4 0-15,-4-1-1 16,-1 0 1-16,1 2 0 0,-2-1 1 16,2 0-1-16,0 1 0 15,0 0 1-15,3 4-2 16,-4-3 2-16,3 3-1 15,0 2 0-15,1 1 0 16,0 2 0-16,-3-1 0 0,1 1 0 16,-4-2 0-16,1-1 0 15,-4 0 0-15,2-3 2 16,-5 1-4-16,-1 1 4 16,1 1-4-16,-2 3 2 15,0-1 0-15,0 1 0 0,0-1 2 16,-2-1-2-16,-3-1 0 15,-5 1-2-15,0-2 2 16,1 1 0-16,-5-1 2 16,1-1-2-16,-3 0 0 15,-1 1 0-15,0-1 0 16,0 0 0-16,-3-2 0 0,1 1 0 16,0-2 0-16,-4-2-2 15,-2 0 4-15,3-3-2 16,-2 1 0-16,-3-1 0 15,0 0 0-15,0 0 0 0,-2-2 0 16,-2-1 0-16,0 2 1 16,1-4-1-16,-3 0 0 15,2-1 0-15,0-3 0 16,1 0 2-16,-1-3-4 16,2-1 4-16,0-2-2 15,-4 1 0-15,1-2 0 0,-3-1 0 16,1-3 0-16,-1 0 0 15,1 0 0-15,3 0 1 16,-1-3-1-16,3-5 0 16,3-1 0-16,3-2 1 15,0-2-1-15,1 2 0 0,2-1 0 16,-3-2 0-16,1 1 0 16,2 1 0-16,-2-3 0 15,-1-2-1-15,3 0-2 16,2-3 2-16,3 1 1 15,-1-3-2-15,5-1 2 0,-1-2-1 16,4-2-1-16,-1-3-1 16,3 0-1-16,0 1 3 15,0-3-1-15,1 3 2 16,1-3 0-16,2 2 0 16,-2 1 0-16,2-3 0 0,1 1 0 15,0 0 0-15,1-2 0 16,0 0-1-16,0-1 1 15,0 2 0-15,0-1 0 16,0 3 0-16,2-1 0 16,2 1 0-16,0 1 0 0,0 1 1 15,1-2 0-15,1-1 0 16,2 0 0-16,-2 1 2 16,1 0 1-16,0 0 1 15,2 2-2-15,-1-2-1 16,3 3 1-16,3-1-2 15,0 2 1-15,3 2-1 0,3-1 0 16,1 3 0-16,3-2-1 16,1 4 0-16,7-1 0 15,5 0 0-15,3-1-2 16,5-8-42-16,2-14-136 0</inkml:trace>
  <inkml:trace contextRef="#ctx0" brushRef="#br0" timeOffset="-94414.79">9075 9708 12 0,'0'0'2'0,"0"0"0"0,0 0 2 0,0 0-3 0,0 0 1 16,0 0-2-16,0 0 2 16,0 0 2-16,0 0 3 15,0 0-2-15,0 0 0 16,25-18 0-16,-15 15 1 15,3 0 0-15,4 0 1 0,3-2 1 16,1 1-1-16,6-1-3 16,2 1 1-16,3 1 0 15,1 0-4-15,1-1 1 16,1 1 0-16,0 2-2 16,-2-1 2-16,3 0-2 0,-1-1 1 15,3 0 1-15,-2 1 0 16,1 0-1-16,-2 2 0 15,-2 0 0-15,-3 0 0 16,-2 0-1-16,-3 1 1 16,1 3-1-16,-5 2 0 15,-1-2 0-15,-4 2 0 0,1-2 0 16,-5-2 0-16,-1-1 0 16,0 2 1-16,-4-2-1 15,1-1 2-15,-5 2-2 16,4-1 1-16,-5 1-1 0,1 0 1 15,-2 2 1-15,0-1-2 16,-1 2-3-16,0-2-16 16,0-2-18-16</inkml:trace>
  <inkml:trace contextRef="#ctx0" brushRef="#br0" timeOffset="-90623.9">21973 4102 33 0,'0'0'4'0,"0"0"4"0,0 0 4 16,0 0-3-16,0 0-1 15,0 0 0-15,0 0-3 16,0 0 0-16,-2-38 0 16,-4 34 0-16,4-2 0 15,0 2 2-15,1 0-5 0,0 1-1 16,-1 2 1-16,-2-1-2 16,-1 2 1-16,-1 0 0 15,-4 0-1-15,0 0 0 16,-2 0 1-16,-3 2 0 15,0 2 0-15,0 0 0 0,-1 3-1 16,-1 0 1-16,-3 3-1 16,2 0 1-16,-4 0-1 15,1 2 0-15,2 0 1 16,-2 1-2-16,1 2 2 16,1 1-1-16,0 1 0 0,0-1 0 15,0 1 0-15,0 2 0 16,2-1 0-16,-1 2 0 15,3-2 0-15,-4 1 0 16,4 1 0-16,-1-3 0 16,0 1 1-16,-1-1-1 0,2 0 0 15,-4 2 0-15,2-1 0 16,2 2-1-16,-1-3 2 16,2 3-1-16,-2 3 0 15,1-1 0-15,-1 1 0 16,1-2 0-16,-1 3 1 0,1-2-2 15,1-1 1 1,1-2 0-16,0 2 0 0,0-1 1 16,1-2-2-16,0 2 2 15,1 1-1-15,0 2 0 16,-2-1 0-16,3 1 0 16,2 3 0-16,-3 1 2 0,3-1-4 15,2 0 4-15,0 0-2 16,2 0 0-16,1-1 0 15,0 1 1-15,1-2-1 16,0-1 1-16,2 1-1 16,-1 2 0-16,1-2 0 0,0 2 1 15,0 0-1-15,3 1 0 16,3 0 0-16,6 0 1 16,1-1 0-16,1-1-1 15,2-2 2-15,8 0-1 16,0-2 0-16,4-1 2 0,5-3 0 15,3 0 0-15,6-1-1 16,6-2 3-16,6-1-2 16,5-5 0-16,5 2 2 15,2-6-3-15,3-1-6 0,2-1 10 16,-2-2-11-16,0-9-47 16</inkml:trace>
  <inkml:trace contextRef="#ctx0" brushRef="#br0" timeOffset="-89440.18">22045 4172 83 0,'1'-13'2'0,"2"0"3"0,3 2 5 0,-3 0-3 16,2 1-4-16,1 0-1 15,-2 1 1-15,1 1-2 16,0 1 0-16,1-3 1 15,2 3-1-15,0 0 2 0,1-3-1 16,4 4 0-16,1 0-1 16,3-1 0-16,1 2-1 15,2 0 0-15,3 1 0 16,-1 3 0-16,4-1 0 16,0 1 1-16,2 1-1 0,0 0 0 15,-1 0-1-15,2 0 1 16,-3 0 1-16,1 0-1 15,2 1 0-15,-2 5 0 16,1 1 0-16,0 2 0 16,0 2-1-16,2 2 2 15,3 4-2-15,-3 0 1 0,2 3 0 16,2 1 0-16,-4 3 0 16,-3 2-1-16,-1 1 1 15,-4 1-1-15,-3 2-1 16,-3-3 1-16,-3 3 0 15,-3 0 2-15,-2 2-2 0,-2 2 2 16,-4 6 0-16,-1 1-1 16,-1 2 0-16,0 1 0 15,-3 3 0-15,-8-4 1 16,0 0-2-16,-2-4 1 16,-2 2 1-16,-1 0-1 0,-5 0 0 15,1 2 2-15,-2 2-2 16,-1-2 1-16,-4 3 0 15,0-3-1-15,-2 0 2 16,2-2-2-16,-4-1 0 16,3-3 1-16,2-1-1 0,-2-4 0 15,-1-2 0-15,0-3 0 16,-2 1 1-16,1-5 0 16,-3 1-1-16,-2-2 1 15,0 0-1-15,-1-2 0 16,1-3 0-16,1 0 0 0,-2-4 0 15,3-3 1-15,-1-3-1 16,1-1 1-16,-3-3 2 16,2 1 2-16,-3-1-3 15,1-1-1-15,0 0 1 0,-1-2 2 16,-1 1 0-16,1-1-1 16,-3 0 2-16,-3 0-1 15,-3 0-1-15,-4 0 0 16,-5 0-1-16,-10 0-2 15,-7 0-1-15,-18-9-47 16</inkml:trace>
  <inkml:trace contextRef="#ctx0" brushRef="#br0" timeOffset="-83873.51">18923 3256 48 0,'0'0'8'0,"0"0"11"0,0 0 0 15,0 0-14-15,0 0 4 16,0 0 0-16,0 0-4 16,0 0-3-16,0 0-1 15,0 0-1-15,0 0 1 16,-39-31 0-16,36 29-1 0,1 0 1 16,0-1-1-16,0 1 1 15,-2-3 0-15,1 1 1 16,0 1 0-16,0-2-2 15,1 1 3-15,-5 1-2 0,4 0-1 16,-3 2 2-16,1-2 2 16,-1 3-4-16,-1 0 0 15,2 0 1-15,-1 0-5 16,0 0 7-16,0 0-3 16,-2 3 0-16,3 0-2 15,-2 1 4-15,1 0-6 0,0 1 4 16,0 0 0-16,-2 2 0 15,3-1 0-15,-1 2-1 16,1 1 1-16,1 1 0 16,-3 3 0-16,3-2 1 15,-1 3-2-15,0-1 2 0,1 3-1 16,-2-2 0-16,1 0 0 16,2 3 0-16,-1-1 0 15,0-1 0-15,0 4 0 16,3-3-1-16,-1 2 2 15,0 3-1-15,0-2-1 0,1 1 2 16,0-2-1-16,1 2 0 16,-1-2 0-16,-1-1 0 15,0 1 0-15,1 0 0 16,-3-1 0-16,1 0 0 16,0 1 0-16,1-2 0 15,1 3 0-15,-1-1 0 0,0 2 0 16,2 1 0-16,0 1 0 15,0 2 0-15,0 0 0 16,0 0 1-16,0 1-1 16,0 0 0-16,0 0 0 0,0-1 0 15,0 2 0-15,0 0 0 16,0-1 1-16,0 1-1 16,0 2 0-16,0-4 0 15,0 3 0-15,0 0 0 16,0 2 0-16,0-1-1 0,0 2 1 15,2-2 0-15,0-2 0 16,2 2 0-16,1-3 0 16,1 0 0-16,4-1 0 15,-3 0 1-15,1 0-1 16,2 2 0-16,0-2 2 16,0 3-2-16,2-1 0 0,0-1 0 15,1 1 0-15,1-2 0 16,1 0 1-16,-1-4-1 15,0 3 0-15,2-5 0 16,-1 1 0-16,1-1 1 16,-3-1-1-16,4-1 0 0,-1 0 0 15,2-2 1-15,-4 0 0 16,2-1-1-16,-1-1 1 16,0-3 0-16,0 2 0 15,0-1 1-15,0-3-1 16,3-1 3-16,-2-2 1 0,6-1-1 15,-2 1-1-15,2-2-2 16,0-2 0-16,-1 0-1 16,-3 0 1-16,-1 0-2 15,-4-6 0-15,-2-1 1 16,-1-2 0-16,-2 0 5 16,3-1-2-16,-1-2-2 0,3-1 1 15,1-1 0-15,0 0-2 16,1 0 1-16,-1 0-1 15,-1-1 1-15,-2 1-1 16,-5 0 4-16,2-3 4 16,-5-1-5-16,-1-1 5 0,0-1-6 15,0-2 0-15,-1-3 0 16,0-2-1-16,1 0 0 16,-2-2 0-16,0-1-1 15,0-2 0-15,-8 0 0 0,0 0 0 16,-1 0 0-16,-1-4 1 15,3 1-1-15,-5-2 0 16,4-1 0-16,1-1 2 16,1-1-2-16,0 2 2 15,2 1 3-15,2-1-1 16,0 1 0-16,2 0-1 0,0 0-2 16,0 1-1-16,0 1 1 15,0 1-1-15,0 0 0 16,0 0 0-16,-2 1 0 15,0 3 1-15,-1 2 4 16,-3 1-4-16,0 0 0 0,-2 3 0 16,1 0 1-16,-2 1-1 15,-2 0-2-15,4 0 4 16,-3 1-1-16,0 2-1 16,1 0-2-16,1 2 2 15,-1-1 2-15,-1 3-5 0,0 1 1 16,-1 0 1-16,-2 3 1 15,3-1 1-15,-2 2-1 16,1 1-1-16,-1 1 0 16,0 2 2-16,1 0-2 15,-2 1 0-15,1 1-2 0,1 0 1 16,-1 1 4-16,-1 1-5 16,1 0 1-16,-2 2 1 15,2-2-2-15,-1 3 2 16,0 0 2-16,-1 0-10 15,0 0 11-15,-1 0-1 0,-1 2-3 16,1 3-1-16,-3 2 0 16,-1-1 1-16,2 2-1 15,-3-3 3-15,3 2-2 16,1 0 0-16,1 1 2 16,1 0 0-16,1 0 0 0,0 2-1 15,1-1 0-15,-1 4 0 16,0-1 0-16,0 4 0 15,-2 0 0-15,-1 2-3 16,-2 3-8-16,-2 1 4 0,1 0-3 16,-2 4 3-16,1-4 4 15,4 3 0-15,-2-4 1 16,3 2 0-16,-1-2 1 16,3 0 0-16,0 2-1 15,1 0 0-15,1 2-1 16,-1-2 0-16,2 4 1 0,1 0 0 15,1 0-1-15,2 2-3 16,2-1 0-16,2 0-4 16,1 1 1-16,1-1 3 15,0-1 2-15,0 0 0 16,3 2-1-16,1 0 0 16,2 0 0-16,-2 3 0 0,2-3-1 15,-2 5 2-15,1-3 3 16,1-1 1-16,2-2-1 15,1 2 1-15,1-3 0 16,-1 0 0-16,1 1 0 0,0 4 0 16,-4 0 0-16,2 2 0 15,-3 1 0-15,3 0 0 16,-3 0 0-16,1-2 1 16,1-4-1-16,2-1 0 15,-4-2 0-15,3-2 0 16,-4-3 0-16,2-2 0 0,0 2 1 15,-3-1-1-15,1-2 0 16,0 1 0-16,2-1 0 16,4 2 0-16,-3 0 0 15,2 0 0-15,4 1 0 16,-2-1 0-16,-2-2 1 0,3-2-1 16,-1 1 0-16,2-4 1 15,0-2 0-15,-2 1-1 16,5-1 1-16,-2-2-1 15,4-1 0-15,1 0 0 0,3-3 0 16,2-3-1 0,0-1-4-16,3-1-2 0,-5 0 2 15,1 0 3-15,1-6 0 16,-3 0 2-16,2-1 0 16,-2 0 2-16,3-4-2 15,0-2 1-15,1 0-1 16,-2-4 0-16,1 0 0 0,-2-3 0 15,-2 0 0-15,-3 0 1 16,-2-1 0-16,-3-2 1 16,-3-1-1-16,1-1 0 15,-2-1-1-15,3-1 1 0,-1 0-2 16,1 0-8-16,-3-3-27 16</inkml:trace>
  <inkml:trace contextRef="#ctx0" brushRef="#br0" timeOffset="-83276.55">19290 4194 7 0,'-4'-51'35'0,"0"1"-11"0,4-1-1 0,0-2-10 16,0 1-2-16,0-4-7 0,4-1 2 15,0 3-5-15,-4 3 0 16,2 3-1-16,-2 4 1 15,0 1-1-15,0 5 1 16,-2 1 5-16,-4 0 5 16,-2 3-4-16,0 3 1 15,-5 2 0-15,-2 2 3 0,-1 6-7 16,-2 2-2-16,-4 2 2 16,-2 3-4-16,3 4-4 15,-5-1-5-15,-1 3 5 16,2 3-2-16,0 0 1 0,3 2 0 15,-4 3 3-15,1 0 1 16,2 0-1-16,0 0-1 16,0 7-5-16,-1 3 7 15,4 1 0-15,-2 3 1 16,3 2-1-16,2 4 0 16,-1 1 0-16,2 5 1 0,0 1-5 15,2 4 5-15,0 3 0 16,1 0 0-16,2 4 0 15,2 2 1-15,-3 4-1 16,2 0 2-16,1 3-2 16,1 4 1-16,1 2-1 0,2-1 1 15,2 2-1-15,3-2 1 16,0-2 0-16,0-1-2 16,2-2 2-16,5-2-1 15,0-2 1-15,4-2 0 16,-2-3-1-16,2-2 0 0,1-5 0 15,1-1 1-15,2-2-2 16,1-2 2-16,4-2-1 16,2-1 1-16,3-6 0 15,3-13-35-15</inkml:trace>
  <inkml:trace contextRef="#ctx0" brushRef="#br0" timeOffset="-73004.5">20930 3151 2 0,'0'0'13'0,"0"0"-3"0,0 0-4 0,0 0-4 15,0 0-2-15,0 0 0 0,0 0 0 16,-36 0 0-16,28 4 1 16,0 0-1-16,1 1 0 15,-5 2 0-15,1 0 0 16,-1 3 0-16,-3 0 1 0,-1 1-1 16,-1 1 0-16,-5 1 0 15,4-1 0-15,-2 1 0 16,2 1 0-16,-2 0 0 15,2-1 0-15,1 3 0 16,0-2 1-16,2 2 0 0,-4-1-1 16,5 1 1-16,0-1 0 15,2 2-1-15,2-1 0 16,-2 0 1-16,2 0-1 16,-1-1 0-16,3 1 0 15,-1 1 2-15,3-3-2 0,-3 3 2 16,2 0-1-16,1-3 1 15,3 3-1-15,-1-2-1 16,2 0 2-16,1 1-1 16,0-1 0-16,1 2-1 15,-1 2 2-15,0-1-2 16,-2 2 0-16,0 3 0 0,0-2 2 16,1 3-2-16,-1 1 0 15,0 0 0-15,1-2 0 16,0 1 1-16,0-4-1 15,0 0 0-15,2 0 0 16,0-1 1-16,1 2-2 0,4-2 1 16,0 1 0-16,-1 0 0 15,2-2 1-15,-5 1 0 16,3-1-1-16,-1-2 0 16,3 0 1-16,-4-1-1 15,3-2-2-15,1 3 1 16,-1-4 2-16,2 4-1 0,0-2 0 15,1-1 1-15,0 1 0 16,3-1 0-16,-1 1 1 16,2 0 1-16,-1-2-3 15,4-1 1-15,-1 1 2 0,1-1 0 16,2-4-1-16,0 2-1 16,1 0 0-16,0-1 0 15,-2-3 0-15,2 1 1 16,1-2 0-16,-2-1 3 15,1-3 3-15,3 0 2 0,-2 0-2 16,-1 0-2-16,1 0-2 16,-3-2-2-16,0-3 1 15,-3 2 1-15,0-4-2 16,-4 3 2-16,0-3-1 16,-1-2 4-16,2 1-1 0,-3-4-1 15,3 1-3-15,0-6 1 16,-1 1-2-16,3-5 0 15,-1-2-1-15,1-1 1 16,2 0-1-16,-3-2 2 16,3 1-2-16,-5-2 0 0,1 1 0 15,2-1 1-15,-4 4-1 16,0-4 0-16,0 4 0 16,-4-2 0-16,1 1-1 15,-2 1 2-15,-1-2-2 16,-2-1 2-16,2-4-1 0,-2 2 1 15,1-3-1-15,0 1 0 16,0-3 0-16,0 3 0 16,-1 1 0-16,0 0 0 15,0 1 0-15,0 1-1 16,-2-2 1-16,-2 2-1 0,-4-1 2 16,-2 4-1-16,3-2 0 15,-1 2 1-15,0 0-1 16,0 3 1-16,0 1 1 15,1 1 2-15,2 2 1 16,-6 3-2-16,4 1-2 16,0 2-1-16,-2 0 1 0,0 1-2 15,0 1 1-15,-1 1 0 16,-2 1 0-16,3 1 1 16,-5 0 0-16,4-1-1 15,0 3 0-15,-1 1 0 16,0 0-2-16,2 1 2 0,-4 1 0 15,1 1-1-15,-1 0 0 16,0 0 0-16,0 0 1 16,-1 3 0-16,0 3 0 15,-3 2-1-15,1 4 2 16,0-1-3-16,-4 3-1 0,0 2 5 16,-1 0-2-16,3 2 0 15,-3-1 1-15,1 4-1 16,2-4 0-16,-2 3 0 15,2 0 0-15,2 1 1 16,0-1-1-16,2 0-1 0,2 1 1 16,0 1 0-16,0-1 0 15,1 0 0-15,2 3-1 16,1-1 1-16,-2 0-2 16,2 1 4-16,0 3-2 15,3 0-2-15,-2 0 2 0,3 0 0 16,-1 2 0-16,1-1 2 15,1-1-1-15,-1 0-1 16,0-3 0-16,0 0 1 16,1-1-1-16,-3-2 0 15,3 0 0-15,1 1 0 0,1-2 0 16,1 2 0-16,0-3-1 16,0 4 1-16,0 1 0 15,5-3 0-15,2 6 0 16,-2-4 1-16,3 2 0 15,-2-2-2-15,3 1 1 16,1-4 0-16,-1-1-2 0,4-3 2 16,-1-1-2-16,1-4 2 15,0-1 0-15,0-3 0 16,1 0-2-16,-1-2 3 16,-1-1-2-16,1 0 2 15,0-2-2-15,1 0 1 0,-1 0 0 16,3-2 1-16,0 0-1 15,2 0 1-15,2 0-1 16,0 0-1-16,2-5 4 16,-4 0-5-16,1-1 4 0,0-1-2 15,-6 1 0-15,1 1 1 16,-5-2-1-16,0 1 1 16,2-4 0-16,-4 3 0 15,2-4 1-15,1-1-1 16,-2-1 0-16,3-1-1 15,-1 0 0-15,-2-2 1 0,0-2-1 16,1-1 0-16,-4 1 0 16,0-2 0-16,2 2 0 15,-1-2 1-15,1 1-1 16,-1-1 0-16,2-1 0 16,0 0 0-16,-1-2 0 0,1 0 0 15,2-1 1-15,-1-3-1 16,1 0 0-16,-1-2 0 15,-1 1 0-15,-2-2 0 16,0-1 0-16,-3 4 0 16,-2-1 2-16,-1 4-1 0,0 1 1 15,0 2-2-15,-4-1 1 16,-5 4-2-16,3-3 2 16,-5 2 0-16,1-2-1 15,1-1 1-15,0 0-1 16,0-4 1-16,1 4-1 0,0-1 0 15,-2 2 1-15,3 1-2 16,-4 1 2-16,0 1-1 16,0 1 0-16,0 2 1 15,-3 1 0-15,1 0-1 16,-4 4 1-16,2-3-1 0,-1 3 0 16,1-1 2-16,-1 1-2 15,1 4-3-15,-1-2 2 16,-1 3-1-16,1 1 1 15,1 3 1-15,-1 1-1 16,2 0 1-16,0 0-2 0,2 0 2 16,0 7 0-16,0 0 0 15,2 3 0-15,-4-1 0 16,3 3 0-16,-2 0-2 16,2 1 4-16,-1 1-4 15,-1 3 2-15,1 1 0 0,-2 1 0 16,4-1 0-16,-3 4 0 15,2 0 0-15,0 1-1 16,2 2 1-16,-1 1 0 16,1 0 0-16,-1-1 0 15,3 2-2-15,-4-3 4 16,4-1-2-16,0 3 0 0,-2-4 0 16,3 4 0-16,-1-1 1 15,2 2-1-15,1 2 0 16,-4-2 0-16,4 3 2 15,-2-2-4-15,3-1 2 16,0 0 0-16,0 0 0 0,3-3 2 16,0 0-2-16,0-1-2 15,0 1 4-15,0-3-4 16,5 2 2-16,6-2-1 16,2 2-1-16,0-2 4 15,2 1-2-15,1-1 0 0,0-1 1 16,0-1-2-16,0-2 1 15,-1-2-2-15,-1-1 1 16,-1-2 0-16,1-1 1 16,-2-2-1-16,5-1-1 0,-2 2 0 15,2-3 1-15,0-1-1 16,3 0-1-16,-2-2-1 16,4 1 0-16,-3-3 2 15,2-2-2-15,-1 0 3 16,3 0 1-16,-2 0-2 15,3-3 0-15,3-3 2 0,-1-3 0 16,-1 0 0-16,-3-4 0 16,0 0 1-16,-4-1-1 15,-3-1 0-15,0-1 1 16,-2-3 1-16,-1 0-2 0,1-3 1 16,0-2 0-16,2-2-1 15,1 0 0-15,0-4 0 16,1-2 0-16,-3 1 0 15,-1-3-1-15,-2 2 0 16,-4-1-6-16,-2-3 4 16,-3 2 2-16,-2-3 1 15,0 3 1-15,-3 0-1 0,-5 0 3 16,-4 0 2-16,0 4-1 16,1 2 1-16,-3-2 0 15,3 3-2-15,-3 0 0 16,2 0-2-16,2 3 0 0,-4-2-1 15,1 2 1-15,-3 1-1 16,3 1 2-16,-5 0 0 16,5 1 3-16,-3 1-2 15,2 4 2-15,-2 2-3 16,1 1-2-16,-1 3 0 16,1 2 0-16,-3 4-1 0,2-1 1 15,0 4-1-15,0 1 0 16,1 0-1-16,-2 0 1 15,0 0 0-15,0 0 2 16,-1 7-2-16,-1 0 1 0,1 2-2 16,-1 2 2-16,0 3 2 15,0 2-2-15,1 0-2 16,-1 5 2-16,1-1 0 16,2 4 0-16,-3-1-1 15,1 2 2-15,2 2-1 16,-1 3 0-16,2-3-1 0,1 4 1 15,1-1 0-15,3 0 0 16,0 2 0-16,5-2 1 16,0 2-2-16,1-1 2 15,1 1-1-15,2 0 2 16,-1 0-2-16,-1 0 0 0,1-2 0 16,1 1 0-16,-2-1 0 15,1-2 0-15,1 3 0 16,-1-1 0-16,-2 3 0 15,2-2 1-15,1 0-1 16,1-2 0-16,0-2-1 0,1-3 1 16,8-2-2-16,4-2 2 15,0-1-1-15,5-3-2 16,5-1 3-16,-1-3 0 16,5 2-1-16,2-4 0 15,2 0 1-15,-1-2-1 0,1-1 0 16,2-2 0-16,-2-3-1 15,-1 0 0-15,2-2 3 16,0 0-2-16,-1 0 0 16,-1-5-1-16,-1-1 0 15,0 0 1-15,-2-2-1 0,-2-1 1 16,1-1 1-16,-2-4-1 16,-2-1 1-16,2-3 2 15,0-5-2-15,-4-3 1 16,0-3 1-16,-4-4 2 15,1-1-3-15,-3-3-1 0,-1-1-1 16,-2-2 1-16,-4 0-4 16,0 0 1-16,-4 1 0 15,-3-2 1-15,0 1-1 16,-5 0 4-16,-6 2 1 16,0-1-1-16,2 4 1 0,-1 2-2 15,-1-1 1-15,2 4 0 16,0 0-2-16,0-1 1 15,0 1 1-15,0 2-1 16,-1 0 0-16,0 2 0 16,-1 2-1-16,0 1 2 0,-2 2-1 15,1 2 0-15,-1 5 0 16,-3 0-1-16,1 1 0 16,-3 5 0-16,1 2 1 15,0 1-1-15,-2 3 0 16,0 2-1-16,1 0 2 0,0 0 0 15,0 2-1-15,1 6 1 16,-1 0-1-16,-1 5 1 16,0 1-1-16,-2 2 1 15,2 2-2-15,-3 2 2 16,2 0 2-16,1 4-4 0,0 3 1 16,1 1 1-16,2 1 0 15,0 1 0-15,1-2 0 16,-1 4 0-16,3 0 0 15,-1-1 0-15,3 2 0 16,2 3 0-16,-2 0 0 16,4 1 1-16,1 0 1 0,3 0-2 15,-2-1 0-15,4 2 0 16,1-5 0-16,0-1 0 16,4 1 0-16,4-1 1 15,3-1-2-15,2-1 2 16,-2 1-1-16,2-3 0 0,0-1 1 15,-2-3-1-15,1 0 0 16,1-5-1-16,2 2 1 16,1-4-1-16,2-5 1 15,2 2 0-15,3-6 0 16,4 1 0-16,2-5 1 16,4-1-1-16,1-3 1 0,0 0-1 15,-1 0 1-15,0-5-1 16,-3-3 0-16,-3 0 0 15,-1-2 2-15,-3 0-2 16,-3-2 0-16,-1 0 1 0,-2-4-1 16,-2-3 2-16,0-4 2 15,-1-3 4-15,1-4-6 16,-1-3-1-16,4-4-1 16,-3-3 1-16,1-2-2 15,-3 1 1-15,-2-3-1 0,-3 0-3 16,-2 4 3-16,-6-3 1 15,-2 5-2-15,-10 1 4 16,-1 2-4-16,-2 3 4 16,-3 1-1-16,2 1 0 15,1 3-1-15,0-2 1 16,1 1 0-16,0 1-1 0,0 1 1 16,-1 0-1-16,-4 3-1 15,2 3 1-15,-1 1 0 16,-2 1-1-16,1 4 1 15,-2 3 0-15,0 2-1 16,-3 1-1-16,2 4 0 0,-3 1 0 16,-1 3 2-16,-1 0-1 15,0 5 0-15,3 5 1 16,-1 2-1-16,2 2 0 16,-3 4 1-16,2 4-1 15,0 3 0-15,-2 5 0 0,1 4 2 16,-2 0-2-16,0 3 1 15,2 3 1-15,1 0-2 16,2 1 2-16,2 0-1 16,4 2 1-16,3-1-1 15,2-3 1-15,4 0-2 0,2-2 2 16,2 0-2-16,3 0 2 16,0 1-1-16,4 1 0 15,7-1 0-15,2 1 0 16,3-3 0-16,5-1 0 15,0-3 0-15,4-6-1 0,0-4 1 16,4-4 0-16,1-3 0 16,4-3-1-16,0-4 2 15,3-2 1-15,5-3-2 16,0-3 1-16,2 0 0 16,-1 0 0-16,-1-8-1 0,-3 0 1 15,0-3 2-15,-3-2-1 16,-6-3 3-16,0 1 2 15,-3-4-1-15,-3-1 2 16,-5-4 0-16,-2-1 0 16,-3-4 1-16,-3-1-6 0,-1-4 0 15,-3-2-2-15,-2-5 0 16,-2-1-1-16,-1-1 0 16,-2-2-1-16,0-5 2 15,-5 1-1-15,-6-1 1 16,-3 0 0-16,-1 2 5 0,-6 1 7 15,-1 1-3-15,1 1 0 16,0 5 1-16,-4 3-3 16,3 6-5-16,0 7-3 15,-3 8-2-15,-6 12-4 16,-16 4-20-16,-16 0-83 0</inkml:trace>
  <inkml:trace contextRef="#ctx0" brushRef="#br0" timeOffset="-68299.76">21071 4414 14 0,'0'0'6'0,"0"0"-3"0,0 0 1 0,0 0 2 16,0 0-4-16,0 0 0 15,0 0 6-15,0 0 11 16,0 0-7-16,0 0 1 15,-14-29-2-15,14 26-1 0,0 2-8 16,0 1-1-16,0-1 0 16,0 1-1-16,0 0 0 15,0 0-1-15,0 0-1 16,0 0 2-16,0 1 1 16,2 3-2-16,2 3 2 0,1-1-1 15,3 3 1-15,3 0-1 16,5 0-1-16,3 2 0 15,7 2-4-15,2 0-6 16,3 0-13-16,7 0-35 16</inkml:trace>
  <inkml:trace contextRef="#ctx0" brushRef="#br0" timeOffset="-67972.74">22926 5786 49 0,'0'0'-1'0,"0"0"3"0,26 38 2 0,-20-31 4 0,-3-2-6 15,-1-1 0-15,-1-2-2 16,0 1 0-16,0 0 0 16,-1 1-2-16,1-2-11 15,-1 1-5-15,0-2-6 16</inkml:trace>
  <inkml:trace contextRef="#ctx0" brushRef="#br0" timeOffset="-67852.47">22923 5861 1 0,'0'0'5'0,"0"0"-5"16,0 0-3-16,0 0 0 15,0 0 3-15</inkml:trace>
  <inkml:trace contextRef="#ctx0" brushRef="#br0" timeOffset="-64699.96">9427 8875 25 0,'-2'-4'3'0,"0"1"17"0,-2-2 3 0,-1 2-7 16,1-1-1-16,-3-1-2 15,2 0-4-15,-4 2 2 0,3 2-7 16,-5-2 2-16,4 3-4 16,-4 0 0-16,-1 0-2 15,3 0 1-15,1 0-1 16,-1 0 0-16,0 0 2 15,2 0-2-15,-3 0 2 0,0 3 2 16,-1-3 0-16,0 2-1 16,-1 0-3-16,-1 3 1 15,-1 0 0-15,-1 0-1 16,2 2-1-16,-1 0 2 16,3 1-1-16,-3 1 1 15,3-1-1-15,1 0 0 0,0 1 0 16,-1 0 2-16,-1 2-12 15,-1-1-1-15,2 3 32 16,0-2-18-16,0 5-3 16,0-3 1-16,0 0-1 15,4 1 1-15,-2 1-1 0,0-2 0 16,0 1 1-16,1 2-1 16,3-2-1-16,-3-1 2 15,2 1-1-15,-2-2 0 16,5 0 0-16,-3 1 0 0,2 0 0 15,1-1-1-15,0 1 0 16,1 2 2-16,0-1-1 16,-2 0 1-16,3 0 0 15,-1 2-1-15,2-1 1 16,0 1-1-16,-2-2 0 0,2 2 1 16,0-2-1-16,0 2 1 15,0-1-3-15,0-2 2 16,0 2 0-16,0-2 0 15,4 0 0-15,1 0 0 16,-1 1 1-16,2-1-2 0,0 0 1 16,-1-2 0-16,3 2 0 15,-1-2 0-15,0-1 0 16,0 0 0-16,1 0 0 16,-1-1-1-16,2-1 2 15,0 1-1-15,-1-1-1 16,4-1 0-16,-3 1 2 0,2 1 0 15,-1-3 0-15,0 0 0 16,1 4-1-16,1-2 0 16,-3 1 0-16,2-1 0 15,2 4 0-15,0-2 0 16,1 0 0-16,-1 1 2 0,4-1-2 16,-2-1 0-16,5 0-2 15,-3 0 2-15,4-2-1 16,1 0 1-16,-4 2 1 15,4-2 1-15,-3 0-2 0,4 0 1 16,-2-1-1-16,1-1 0 16,1-2 0-16,1 1 0 15,0-1 0-15,3 0 1 16,3-1 0-16,-1-1 0 16,2-1-1-16,0 0 0 15,-3 0 0-15,1 0 0 0,-2 0 0 16,-2-3-2-16,2-3 3 15,0 1 1-15,-2 0-2 16,4-2 1-16,0 0-1 16,2 0 1-16,-1-1-1 15,1-1 0-15,-4 1 0 0,-3-2 1 16,0 1-1-16,-3-2 0 16,-3 1 0-16,0-3 2 15,2 1 1-15,-1-1 0 16,-1 1-2-16,1-1-1 15,-2 1 1-15,-2 0-1 0,-1 2 0 16,-2-1 1-16,-3 1-1 16,-5 0 1-16,0 0 3 15,-1 1 4-15,-1-3 0 16,-2 0-5-16,0 0 0 16,0-3 0-16,0-3-3 15,-3-1 3-15,-1-2-2 0,-2-2-1 16,-1-1 2-16,-4 2-2 15,0-1 0-15,-3-1 1 16,-1 1 1-16,-3 0-1 16,2 3 1-16,-5-3 2 0,-1 2 0 15,1 0-2-15,0-2 1 16,-2 1 0-16,-3-1 3 16,4-1-2-16,-1 2-2 15,-4 0-1-15,1 2-1 16,-2 3 3-16,-1 0-6 15,-2 4 5-15,3 0-4 0,-6 1 5 16,4 3-2-16,-1 0-2 16,-4 2 1-16,1 2-3 15,-2 2 3-15,-2 1-3 16,1 2 5-16,-2 0-5 16,2 0 3-16,1 3 0 0,2 4 0 15,-2 0-3-15,3 3 3 16,2 0 0-16,-2 3 2 15,2-2-2-15,1 1 0 16,3 0-1-16,1 1 2 16,1 2-1-16,2 0-10 0,1 4 12 15,-2-1 3-15,3 1-5 16,-1 2 1-16,6-3-1 16,-2 3 1-16,3-1-1 15,-1 3-1-15,2 1 2 16,3 2-2-16,0-1 0 0,2 1 1 15,3 0 0-15,-1 1 1 16,4-1-1-16,1 1-1 16,2-1 2-16,0-2-1 15,0 0-1-15,5-1 1 16,4-2-2-16,0-1 2 0,2 0 0 16,2 1-1-16,1 1 2 15,1 0-2-15,1 2 1 16,0-1 1-16,1 0-1 15,1 3-1-15,3-1 2 16,-2-1-1-16,2 0 0 0,2-1 0 16,1-2 0-16,2-2-1 15,1-1 2-15,2-3-1 16,0-1 2-16,-1-3-2 16,5 0-2-16,-2-5 2 15,0 0 2-15,1-2-2 0,1-4 0 16,-1 0 0-16,3 0 0 15,1 0 1-15,2 0 0 16,-2-2 0-16,0-3-1 16,1-1 0-16,-1-1 0 15,-1-1 1-15,0-2-1 16,-2-2 0-16,1-1 0 0,-1-1 1 16,-1-1-1-16,3-2-1 15,-2-2 1-15,-1-1 0 16,-1-2 0-16,-2-1 0 15,0 2 0-15,-4-3 0 16,0 1 1-16,-6 0-2 0,-1 3 2 16,-5 0-2-16,-2-1 2 15,-3 3-2-15,-4-2 1 16,-4-3 0-16,0 0-1 16,0-2-1-16,0-4 2 0,-4-2-1 15,-4 2 1-15,3-2-2 16,-5 4 2-16,0 2 0 15,1 2-1-15,-5 3 2 16,-3 2-1-16,0-1 2 16,-5 1-2-16,-2 1 2 15,-3-2 0-15,-2 2-1 0,-4-1 0 16,1 2 0-16,-6 1-2 16,2 2 2-16,-2 3-2 15,0 3-1-15,-7 5-2 16,-2 2-17-16,-4 5-37 15,-5 6-30-15</inkml:trace>
  <inkml:trace contextRef="#ctx0" brushRef="#br0" timeOffset="-56952.01">20486 6070 52 0,'0'0'12'0,"0"0"-2"0,0 0 4 15,0 0-6-15,0 0-5 16,0 0-3-16,0 0 0 15,0 0 0-15,0 0 0 16,-33-36 0-16,26 33 1 16,1 2-1-16,-1-1 4 15,-2 1 1-15,2 1-2 0,0 0 0 16,1 0-2-16,-3 0 0 16,4 0 1-16,-1-1-1 15,1-2 6-15,1 0 5 16,-2 0-1-16,0-1 4 0,0 0-3 15,1-1-2-15,1 1-5 16,-2 1-1-16,-1-1-2 16,2 1 0-16,-1-1-2 15,-1 3 1-15,0-1-1 16,-1-1 1-16,1 2-1 0,0 0 1 16,1-1-1-16,-1 1 0 15,2-1 0-15,0 2 0 16,-3 0-1-16,3 0 2 15,-3 0-1-15,2 0 0 16,0 0 0-16,0 0 1 0,0 0-1 16,0 0 0-16,1 0 1 15,-2 0-2-15,1 4 2 16,-2-1-2-16,0 0 1 16,0 2 1-16,0 0-1 15,1-1 0-15,-3 2-1 0,3 1 1 16,-4 0 0-16,0 2 1 15,-2 1-1-15,-2 0 0 16,0 1-1-16,-1 3 1 16,1 0 0-16,-5-1 0 15,3 1 0-15,0 2 0 0,-2-2 0 16,2-1 0-16,1 0 1 16,1 2-1-16,0-2 1 15,1 3-2-15,1-1 2 16,-1 1-1-16,-1 1 0 15,-1 0 0-15,1 1 0 16,-1 2 2-16,2 0-4 0,-1 2 2 16,0 0 0-16,0 1 0 15,2 0 0-15,0 1 2 16,1 0-2-16,1-1 0 16,2 2 0-16,-2-2 0 15,2 1 0-15,0 3 0 0,-1-1 0 16,3 1 0-16,-1 1 1 15,-1 2-1-15,3-1 1 16,1 2-2-16,2 0 1 16,0-1 1-16,1 0-2 0,2 1 2 15,0-1-1-15,0 1 0 16,-2 0 0-16,2 2 0 16,-2 1 1-16,0 1-2 15,-2 0 1-15,1 1 1 16,2 0-1-16,-1-1 0 15,2-2 0-15,0-2 0 0,0-1 0 16,0 0 0-16,3-3 0 16,4 0 0-16,2 0-1 15,1 0 1-15,-2-2-1 16,3 1 1-16,-1-2 1 16,-1 3-1-16,-1-3 0 0,2 2 0 15,-2-3 0-15,3-1 1 16,0 0-2-16,0-1 0 15,2-3 0-15,0 1 1 16,3 1 0-16,-3-2 1 16,3 4 0-16,0-1 0 0,0 0-1 15,0 0 0-15,3-1 1 16,-2 0-2-16,1 0 1 16,3 0-1-16,-4-3 2 15,4 1-1-15,-2 0 0 16,2-3 2-16,1 2-3 0,2-2 1 15,1-3 1-15,2 0 0 16,0-3 0-16,3 1 0 16,-1-4 0-16,3 1 0 15,0-3 0-15,0-1 1 16,2 1-1-16,-1-1-1 16,-1-3 0-16,1 0-1 0,-5 0 2 15,-3 0-1-15,0 0-1 16,0-2 2-16,-1-5-1 15,0-2 4-15,3-4-1 16,4-1-1-16,-1-2-2 16,1-4 1-16,4-1-1 0,-5-2 0 15,1-2-3-15,-2-1-2 16,-2 0 2-16,-3 1 0 16,-1-1 1-16,-5 1 1 15,2-2 0-15,0 0-1 0,-4-3-8 16,4 3-2-16,-1-4 0 15,-4 1 4-15,-1-4 8 16,-1 0 2-16,-1-1-1 16,-6-2 2-16,2 0 5 15,-5 1 4-15,1 1 0 16,-3 1-1-16,-1-1-8 0,0 0-2 16,0-2 0-16,0-1-1 15,0-3 0-15,0-2-1 16,0 0 1-16,0 1 0 15,-2-1-1-15,-3 3 1 16,-3 2 0-16,-1-2-1 0,-2 3-2 16,-2 0 3-16,0 0 5 15,-2 3-5-15,2 0 1 16,-5 3-1-16,2 1 1 16,-2 4-1-16,1 2 0 0,-5 0 1 15,-1 2 0-15,0 2-2 16,-2 0 2-16,-1 1-1 15,1 0 1-15,1 1 0 16,1-1-2-16,-1 0 2 16,2 1-1-16,-1-1 2 15,2 2-4-15,-2 1 2 0,-1 1-3 16,1 2 3-16,-1 3 0 16,0 0-2-16,-1 3 1 15,1 0 4-15,0 1-3 16,2 1 0-16,0-1 1 15,2-1-1-15,2 1 0 0,-2-1 1 16,2 3-1-16,-1-2 0 16,0 3 0-16,2-1 0 15,-4 4-1-15,2 0-4 16,2 0 1-16,-6 0 3 16,4 6 1-16,-2 1-2 0,1 1 2 15,1-1 0-15,0-1 1 16,1 3-1-16,1-1 0 15,-1 1-1-15,3 2 1 16,0 0 0-16,0 2 0 16,-1 3 0-16,3 1-1 15,-4 1 1-15,5 4-1 0,-2 0 1 16,3 4 0-16,-2 1-1 16,1 1 2-16,1-1-1 15,-1 3 0-15,0-1 0 16,1 2 0-16,-3-1 0 0,1 2 0 15,-3 2 0-15,1 2 0 16,0-2 1-16,2 4-2 16,0-2 2-16,2 2-1 15,-2-1 0-15,-1 3 0 16,1 1 0-16,-1 0 0 0,3 0 0 16,-1 2 1-16,0-3-1 15,5-3 0-15,-1-2 1 16,3-2-1-16,3-1 1 15,0 0-2-15,2-2 2 16,0 4-1-16,0 0 0 16,0 1 1-16,0 1-1 0,0-1 0 15,0-1 0-15,2-1 0 16,2-2 1-16,2-1-2 16,2-3 1-16,3 0 0 15,2 0 0-15,2 1 1 16,1-2-1-16,1 2-1 0,0-1 2 15,1-1 1-15,-1 1-2 16,0-3 0-16,1 2 0 16,2-4 0-16,2 1 0 15,0-2 0-15,4 1 0 16,2-2 1-16,2-1-1 0,4 0 0 16,-1-1 1-16,6-1-2 15,-4-2 2-15,2-3-1 16,0 0 0-16,1-4-1 15,-2-1 1-15,0-4 0 0,0-1-1 16,1-2 1-16,2 0 0 16,2 0 1-16,0-9-2 15,0-1-2-15,1-4 4 16,-2 1 4-16,-4-4 0 16,0 0 2-16,-3 0-4 15,-2 0-1-15,-6 0-1 0,-4-4-1 16,-7-6-34-16,-6-10-60 15</inkml:trace>
  <inkml:trace contextRef="#ctx0" brushRef="#br0" timeOffset="-56048.5">18982 4493 95 0,'-4'-7'4'0,"0"0"10"0,3 0 9 0,-1-1-9 16,2 2 4-16,0 0 3 0,0 0-1 16,0 2-8-16,0 1-6 15,0 0-2-15,3 3-4 16,3 0-2-16,4 0 2 16,1 0 0-16,5 0 0 15,1 3 0-15,5-1-1 16,1-1 1-16,2-1-1 0,2 2 3 15,-1-1-2-15,-3-1-12 16,-3 0-47-16,-9 0 1 16</inkml:trace>
  <inkml:trace contextRef="#ctx0" brushRef="#br0" timeOffset="-55719.72">19156 4380 113 0,'0'0'9'0,"0"0"18"16,0 0 0-16,0 0-24 0,0 0-5 16,0 0 2-16,0 0 0 15,0 0 0-15,-20 27 0 16,16-15 1-16,2 1 0 16,2 0 0-16,0-2-5 0,0-4-28 15,0-2 2-15,0-5 3 16,2 0 6-16,-1-2 21 15,-1-6 10-15,0-2 16 16,0 1 5-16,-5 2 6 16,-2 4-6-16,-6 3-4 15,-4 0-15-15,0 12-9 0,-1 8-2 16,0 8 2-16,5 7-2 16,6 8 0-16,7 4-1 15,0 0-36-15,11-3-57 16</inkml:trace>
  <inkml:trace contextRef="#ctx0" brushRef="#br0" timeOffset="-55045.11">20037 6875 58 0,'0'0'8'0,"0"0"10"15,0 0 6-15,0 0 2 16,0 0 23-16,0 0-19 0,0 0-15 15,0 0-3-15,0 0-4 16,0 0-7-16,0 0-1 16,0 0 0-16,4 4 0 15,2 6 1-15,0 3-1 16,5 0 1-16,0 1 0 0,2 0-1 16,-1-1 0-16,-1-2 1 15,-2-1-1-15,1-1 0 16,-5-1 1-16,0 1-1 15,-2-2-1-15,0 0-9 16,-1 0-45-16,-1 0 13 0,-1-4-9 16</inkml:trace>
  <inkml:trace contextRef="#ctx0" brushRef="#br0" timeOffset="-54823.81">20149 6862 155 0,'0'0'-18'16,"0"0"27"-16,0 0 6 16,0 0-15-16,0 0 0 15,0 0 1-15,-19 53 2 0,16-35-1 16,-4 2 1-16,3-1-3 16,-2-1 1-16,-2 2 0 15,-2-1-1-15,-3-1-1 16,-1-1-21-16,-2-4-12 15,0-5-20-15</inkml:trace>
  <inkml:trace contextRef="#ctx0" brushRef="#br0" timeOffset="-54539.87">19978 7007 141 0,'0'0'19'0,"0"0"-16"15,0 0-1-15,0 0 3 16,0 0 4-16,49 0-4 15,-30 0-3-15,-1 0-1 16,-1 0-1-16,2 0 0 16,-4 0-33-16,-3-6 1 15,-3-2-7-15,-3-2 3 0,-4-3 22 16,-2 2 16-16,0 1 12 16,0 0 19-16,-1 4-2 15,-4 2 23-15,-1 4-19 16,1 1-20-16,-4 15-10 15,2 8-4-15,3 10 1 0,4 7-1 16,3 5 1-16,14-2-27 16,6-9-120-16</inkml:trace>
  <inkml:trace contextRef="#ctx0" brushRef="#br0" timeOffset="-53856.35">20842 3945 227 0,'0'0'-38'0,"0"0"41"0,0 0 13 0,0 0-14 16,0 0-22-16,0 0-20 15,42 4-3-15</inkml:trace>
  <inkml:trace contextRef="#ctx0" brushRef="#br0" timeOffset="-52866.91">23460 6450 66 0,'-7'67'-2'0,"7"-6"2"0,4-4 0 0,11-6 2 16,6-4-4-16,5-10 2 16,4-6-3-16,5-14 3 15,3-7 9-15,-2-7 8 16,5-3-5-16,-1-13 2 0,0-4 1 15,-3-5-7-15,-2-3-5 16,-6-2-3-16,-3-3 0 16,-3-1-7-16,-4 0-6 15,-5-2 0-15,-1-4 10 16,-4-1 4-16,-2-1 1 0,-3 1-2 16,-3 4 3-16,-1 6 4 15,0 7 3-15,-9 6 2 16,-2 6 3-16,-4 7-13 15,0 2-4-15,-1 4 2 16,0 13 0-16,-5 5 0 0,2 7 0 16,0 4 0-16,-1 5 0 15,2 2 1-15,5 1 2 16,7-2 1-16,6-5 0 16,0-4-2-16,13-2-2 15,7-6 3-15,4-4-1 16,1-5 0-16,6-8-1 0,-5-5 3 15,3-3 4-15,-2-14 3 16,-4-7-1-16,-3-7 1 16,-7-7-6-16,-5-6-3 15,-6-8 0-15,-2-3-3 16,-5-2-2-16,-11-1-25 0,-8 0 0 16,-8 1-32-16</inkml:trace>
  <inkml:trace contextRef="#ctx0" brushRef="#br0" timeOffset="-51827.96">23624 7842 128 0,'-6'-15'-2'0,"2"0"28"0,4 2-23 0,0 2 7 15,0 0-2-15,4 2-3 16,5 1-1-16,4 1-4 0,3 0 1 16,6 1 0-16,6 4 1 15,7 2-2-15,5 2 1 16,5 15-2-16,4 7 1 15,4 12-2-15,1 8 1 0,1 6-2 16,1 4 3 0,1 5 2-16,2-2-1 0,0 1 0 15,-1-1 0-15,1-2-1 16,-1 1 1-16,-2-5-1 16,-3-2 1-16,1-4-1 15,-5-4 0-15,-6-4 0 0,-4-6-1 16,-7-4-37-16,-8-7-11 15</inkml:trace>
  <inkml:trace contextRef="#ctx0" brushRef="#br0" timeOffset="-51378.75">23699 8295 132 0,'62'22'-3'0,"5"-4"27"0,6 1 6 0,6 3-8 16,1-2 0-16,5 1-5 16,1-1-6-16,1 0 0 15,0-1-3-15,-7 2-2 16,-2-1-2-16,-6 0 0 15,-5 1-3-15,-9-2-1 0,-8-1 1 16,-9 0-1-16,-11-5-2 16,-10 0-7-16,-13-2-12 15,-7-1-12-15,-11 0-14 16,-18-3 10-16,-12-2-79 16</inkml:trace>
  <inkml:trace contextRef="#ctx0" brushRef="#br0" timeOffset="-51058.66">23603 8649 219 0,'0'0'5'0,"0"0"30"16,0 0-37-16,0 0 4 0,43 14 1 15,-4-1 1-15,8 4 1 16,9 3 0-16,3 0 1 16,8 4-2-16,4-1 0 15,2-1-1-15,5 1 1 16,1-3-3-16,4 0 0 0,3-2 2 16,-1-1-3-16,-1 0 1 15,-2 3 0-15,-4-3-1 16,-9 3-1-16,-12 0-17 15,-7 0-11-15,-16-2-14 16,-13-2-19-16</inkml:trace>
  <inkml:trace contextRef="#ctx0" brushRef="#br0" timeOffset="-50694.25">23830 9082 180 0,'0'0'-28'0,"47"24"64"15,-11-8-8-15,7 1-3 0,10 1-10 16,5 4-1-16,8-2-5 16,5 1-3-16,4-1-2 15,1-2-3-15,-1-1 0 16,-4-2-1-16,-6 1 0 16,-3-1-1-16,-8-4-9 15,-11 2-13-15,-8 2-3 0,-6-6-1 16,-8 1-6-16,-11-4-10 15,-10-5-25-15</inkml:trace>
  <inkml:trace contextRef="#ctx0" brushRef="#br0" timeOffset="-49464.59">21476 4492 33 0,'0'0'0'0,"-63"31"5"0,36-15 9 0,0 4 0 16,2 1-8-16,0 1-3 15,0 4 1-15,0 2-1 0,2 3 0 16,2 2-2-16,1 3-1 15,7 1 1-15,4 4 0 16,4 0-2-16,5 0 1 16,0 2 0-16,12-3-1 15,1-5 2-15,7 1-1 16,-1-4 1-16,2-2 0 0,2-3-1 16,5 0 2-16,2-2 2 15,4-1 0-15,6-2 4 16,5 0 0-16,7-4 4 15,2-1-1-15,5-3-1 0,5-5-3 16,3-3 3-16,5-5-2 16,-1-1-3-16,5-4 0 15,5-9-2-15,2-4 1 16,-1-3-2-16,-1-3 1 16,0-1-2-16,-3-2 1 0,-4-2-2 15,-5-2 0-15,-5-4 1 16,-9-1-1-16,-5-5 1 15,-9-4 0-15,-7-3 1 16,-8-3 0-16,-8-2-1 16,-6-1 4-16,-6-2 1 15,-6-2 4-15,-4 0 1 0,-14 0 4 16,-7 3-6-16,-7 5-7 16,-10 6-2-16,-7 13 0 15,-7 13-8-15,-2 9-30 16,-7 5-64-16</inkml:trace>
  <inkml:trace contextRef="#ctx0" brushRef="#br0" timeOffset="-48687.99">24655 8629 253 0,'0'0'-15'0,"0"0"43"0,-25-47-19 0,15 32-6 15,0 0-2-15,0 1 1 16,-5 0-1-16,2-3-1 0,-5-1 0 16,1-1 1-16,-3-4-3 15,0 2 2-15,0-2-1 16,0 2 1-16,1 0 1 16,1 2 0-16,-2 2-1 15,2 4 0-15,0 3-3 0,-4 8-7 16,-1 2-1-16,-1 0 4 15,-3 12 1-15,-4 7 5 16,0 6 1-16,-3 6 0 16,-3 4-1-16,5 10 2 15,-3 2-1-15,4 6 1 16,6 2 1-16,2 5-1 0,5 0 0 16,5-1 1-16,4 0 0 15,4 0 0-15,4-1 0 16,1 2 0-16,4-2 0 15,9-1-1-15,7-2-1 0,1-4-3 16,9-7-1-16,7-7-6 16,5-7 4-16,7-12 3 15,2-12 8-15,5-6 4 16,3-6 7-16,0-16 2 16,-1-11 1-16,-3-7-9 15,-4-12 3-15,-3-12-2 0,-5-13-4 16,-8-11-6-16,-6-13-12 15,-13-12-38-15,-16-8-107 16</inkml:trace>
  <inkml:trace contextRef="#ctx0" brushRef="#br0" timeOffset="-46871.9">6412 15902 78 0,'-11'0'1'0,"-2"0"4"0,4 0 1 0,2-1-2 15,1-3-2-15,1-2 1 0,3-1 7 16,-3-2-7-16,3 2-1 16,0-3 0-16,-2 3 1 15,1 1-3-15,1 2 1 16,0 1 0-16,2 2-1 16,0 0 0-16,0-1 1 0,0 2 0 15,0 0-1-15,0 0-1 16,0 0 1-16,0 3-1 15,4 5 2-15,3 1-1 16,2 2 1-16,2 1 0 16,0 2-1-16,5 0 1 0,-3 0 0 15,3-1-1-15,-1-1 1 16,2-1 1-16,0-1-1 16,1-3 3-16,0 0-1 15,-3-5 0-15,4-1 1 16,-2-1 2-16,2 0 6 15,3-9 5-15,-1-5-5 0,5-4-4 16,3-9 2-16,4-9-2 16,5-11 3-16,7-7-1 15,8-10-5-15,12-11-1 16,9-9-4-16,1-11-3 16,4-10-120-16</inkml:trace>
  <inkml:trace contextRef="#ctx0" brushRef="#br0" timeOffset="-45736.09">13941 15895 161 0,'0'0'-2'0,"0"0"8"15,0 0 2-15,0 0-6 0,0 0 0 16,0 0-2-16,0 0 2 15,0 0-1-15,13 38 2 16,1-32 0-16,3 0 0 16,9-5 0-16,8-1 3 15,6-10-2-15,14-18 6 0,13-19 1 16,22-24-2-16,21-31-2 16,20-29-5-16,17-34-43 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8-17T06:38:54.3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11468 1545 14 0,'0'0'11'16,"0"0"-10"-16,0 0-1 16,0-2 0-16,0 2 0 0,0-1 1 15,0 1 3-15,-2-2 9 16,2 2-6-16,0 0-2 16,0-2-3-16,0 2-1 15,0 0-1-15,0 0-8 16,0 0-7-16,0 0 10 15,0 0 1-15,0 0-3 0,4 0 1 16,0 0 6-16,1 0 1 16,0 0 0-16,0 0 2 15,2 0-7-15,-3 0 5 16,2 0 4-16,0 0-4 16,1-1-2-16,1 1-6 0,-4 0-6 15,4-2 12-15,-1 1 1 16,-3 1 1-16,1-3 1 15,1 1 3-15,2 0 0 16,-3 1-3-16,3-1-1 0,-2 2-1 16,1-1 0-16,1 1 0 15,-4 0 1-15,3 0 1 16,-1 0-1-16,-1 0-1 16,1 0 1-16,1 0 3 15,-1 0 0-15,-1 0 0 0,-1 1-4 16,1 1 0-16,2-1 0 15,-1-1 0-15,0 2 0 16,2-2 0-16,2 0 1 16,-1 0-2-16,2 0 2 15,-1 0 0-15,-1 0-1 16,-2 0-1-16,2 0 2 0,-1 0-2 16,-2 0 1-16,2 0 0 15,2 0 0-15,3 0 0 16,-2 0-1-16,5 0 1 15,-1 0 0-15,3 0 0 0,-1 0 0 16,1 0 0-16,1 0 0 16,0 0 0-16,-2 0 0 15,2 0 0-15,2 0 0 16,-2 0 0-16,2 0 0 16,-4 0 0-16,4 0 0 15,-1 0 0-15,2 0 0 0,-1 0-4 16,1 2 3-16,-1-1 1 15,1 1-1-15,0-2 1 16,-1 3 1-16,0-3-1 16,-1 1-28-16</inkml:trace>
  <inkml:trace contextRef="#ctx0" brushRef="#br0" timeOffset="526.91">13607 1504 0 0,'23'0'2'0,"-1"0"-1"0,-2 0 2 15,4 0-2-15,-2 0-1 16,2 0 0-16,-2 0 0 15,-1 0 0-15,3-2-1 16,-2 2 2-16,0-2-1 0,2 1 2 16,0 1 3-16,1-2-2 15,0 1-3-15,1 1-2 16</inkml:trace>
  <inkml:trace contextRef="#ctx0" brushRef="#br0" timeOffset="691.3">14430 1491 10 0,'32'0'3'0,"1"0"5"0,-2-2-5 16,0 2-3-16,-1 0 1 16,-1 0-3-16,1-1-7 15,0 1-5-15</inkml:trace>
  <inkml:trace contextRef="#ctx0" brushRef="#br0" timeOffset="1685.93">17605 1551 27 0,'32'0'8'16,"0"0"8"-16,0 0-4 15,-1 0-8-15,1 0-2 16,-5 0-4-16,1 0 4 16,-2 0-2-16,-2 0 0 0,-4 0-2 15,2 0 4-15,-3 0-2 16,1 0 1-16,-3 0-1 16,2 0 0-16,-2 0 0 15,4 0-1-15,-4 0 1 16,3 3 0-16,0-3 0 0,-2 4 0 15,1-3 0-15,0 2 0 16,0-3 0-16,-3 2 0 16,1 1 0-16,-3-3 0 15,1 0 1-15,-4 0-1 0,0 0 0 16,0 0 0-16,-2 0 1 16,2 0-1-16,1 0 0 15,-1 2-1-15,1-1 1 16,-1 1 0-16,4 1 0 15,-3-1 1-15,1 1-1 16,-2 1 0-16,0-2 1 0,-1 1 0 16,-2 0-1-16,0-1 0 15,-4 0 0-15,1-1 0 16,-2-1-1-16,2 2 1 16,1 1-1-16,-2-3-8 15,-1 0-17-15</inkml:trace>
  <inkml:trace contextRef="#ctx0" brushRef="#br0" timeOffset="2797.25">11241 3567 51 0,'-6'0'1'0,"1"0"1"0,3 0-2 16,2 0-7-16,0 0-19 15,-3 0 18-15,3 0 6 16,-1 0 3-16,-1 1-1 16,1 3 0-16</inkml:trace>
  <inkml:trace contextRef="#ctx0" brushRef="#br0" timeOffset="4222.42">11224 3461 0 0,'0'0'20'0,"0"0"-14"15,0 0 1-15,0 0-3 0,0 0-2 16,31-31 0-16,-24 27 5 16,-4-1-6-16,3 0 0 15,-1 0 0-15,0 2-1 16,1-1 1-16,0 0-1 15,2 1 0-15,-1-2 0 16,1 4 1-16,0-4-1 0,0 2 0 16,-2 1 0-16,2 1 0 15,0-2 0-15,1 1 0 16,-1 0 0-16,3 1 0 16,-3-1 0-16,3-1-2 15,-1 3-1-15,-1-3-3 0,2 1 5 16,-1-1 0-16,-2 3 0 15,1-1-2-15,1-1-4 16,-2 0 2-16,-2 2 4 16,2-1 1-16,0-1 1 15,2 1 2-15,-3 1 4 16,6-4-4-16,-3 3 0 0,2-2-1 16,1 1 0-16,3-1-1 15,-2 0-1-15,4 1 1 16,-6-1-1-16,6 1 0 15,-4-1 1-15,0 0 0 16,1 1 2-16,-3-1 2 16,4-1 0-16,-2 4 0 0,1-4-1 15,2 3-3-15,-1-2 0 16,0 3-1-16,1-2 0 16,1 0 0-16,-2 2 0 15,1-1 0-15,-1 1 0 0,-2 0-1 16,0 0 1-16,-1 0-4 15,-2 0 1-15,0 0 0 16,0 0 3-16,2 0 1 16,-2 0-2-16,0 0 1 15,2 0 0-15,-2 0 1 0,2 0-1 16,-4 0-1-16,2 0 2 16,-4 0-2-16,2 0 1 15,-2 0 0-15,-1 0-4 16,2 0-1-16,1 0 5 0,-1 0 0 15,3 0 0-15,1 0 0 16,-1 0 0-16,1 0 0 16,-2 0 0-16,3 0 0 15,-1 0 1-15,-2 0-1 16,-1 0 1-16,2 0-1 16,0 0 2-16,-1 0-2 0,1 0 0 15,2 0-3-15,-4 0-9 16,2 0-5-16,0 0 4 15,-3 0 2-15</inkml:trace>
  <inkml:trace contextRef="#ctx0" brushRef="#br0" timeOffset="19256.07">18633 893 51 0,'0'0'11'16,"0"0"4"-16,0 0-4 0,0 0 0 15,0 0 0-15,17-29 8 16,-12 23 0-16,-2 0-12 15,1 1 4-15,-3 0 0 16,1 2-2-16,-2 0-5 16,0 1-3-16,0 1-1 0,0 1 1 15,-3-2-2-15,-2 2-1 16,-2 0-1-16,0 0 2 16,-1 0 6-16,1 0 0 15,1 0-1-15,-4 5-3 16,4 1 0-16,-2 4 0 0,0 1-1 15,0 2-1-15,2-1 1 16,0 3 0-16,-2-3 0 16,1 4 0-16,4-2 1 15,2-1 0-15,1 0 2 16,0 1 0-16,0-1-1 0,3-2-1 16,3 0 1-16,0-2-2 15,1-1 7-15,2-3-7 16,-1 0 5-16,3 0-3 15,2-4 1-15,4 1 1 16,4 1-1-16,1-3-2 0,2 0-24 16,0 0-51-16</inkml:trace>
  <inkml:trace contextRef="#ctx0" brushRef="#br0" timeOffset="19902.71">18766 1207 94 0,'0'0'20'0,"0"0"19"15,0 0-14-15,0 0-13 16,0 0-4-16,0 0-4 0,0 0-2 16,0 0 0-16,22-27 2 15,-14 19-3-15,-1 0 2 16,1-3 1-16,0 2 6 16,-2-2-4-16,2 1-3 0,-2-3-2 15,-1 1 0-15,0-1-1 16,-2-1 0-16,-3-2 0 15,-2 2-1-15,2 1 1 16,0-3 1-16,-1 3 0 16,1 2 2-16,-3 2 2 15,3 1-3-15,-2 1 0 0,2 3-2 16,0 2-1-16,-2 0 1 16,1 2-2-16,-2 0-4 15,-2 0 1-15,0 2 3 16,-1 3-2-16,1 3 3 15,0 1 1-15,2 2-2 0,1-1 2 16,2 1 0-16,0 2 0 16,0-4-1-16,4 2 1 15,0-1 0-15,1-2-1 16,0 1 0-16,-2 1 1 16,2-2 0-16,-2 0 1 0,0 0-1 15,0-4 0-15,1 1 1 16,-1 0 2-16,0 0-2 15,2-2 3-15,-1 0-2 16,1-1 2-16,3 1-1 16,2-3 0-16,4 0 3 15,0 0-15-15,0 0-23 0,-1-2-51 16</inkml:trace>
  <inkml:trace contextRef="#ctx0" brushRef="#br0" timeOffset="20116.32">18782 1066 166 0,'0'0'-4'0,"0"0"51"0,0 0-7 15,0 0-10-15,0 0-18 16,0 0-13-16,38-32 3 15,-3 27 0-15,9 4 1 16,1-4-28-16,1 2-75 0</inkml:trace>
  <inkml:trace contextRef="#ctx0" brushRef="#br0" timeOffset="21553.68">18210 3684 104 0,'0'0'6'15,"0"0"25"-15,0 0-10 16,0 0 0-16,0 0-4 16,1-28-5-16,-1 25-3 0,0 1 1 15,0 0-2-15,0 2-6 16,0 0-3-16,0 0-3 16,0 0-1-16,2 5-3 15,-1 3 7-15,3 2-2 16,-3 1 2-16,2 1 1 0,0 6 0 15,1-1-2-15,-1 2 2 16,2 0 1-16,-2 2 1 16,1-2 3-16,1-2-3 15,0 2 0-15,-2-4-1 0,0-3 1 16,1-1-2-16,-3-1 0 16,1-4-3-16,-2 1 4 15,1-4-3-15,-1 2 3 16,0-4 2-16,0 2-2 15,0-3 1-15,0 0-1 16,0 2 0-16,0-2 1 0,0 0 0 16,0 0 1-16,0 0-1 15,0 0 2-15,0 0-2 16,0 0-14-16,0-3 2 16,2-4 6-16,-1 3 2 15,-1-3 2-15,2-1 4 0,1-1-4 16,0 1 0-16,1-3 0 15,0 1 0-15,-1 1-1 16,4-1-1-16,-1 1 1 16,-1 1 2-16,3 0 0 15,0 3 0-15,1 0-1 0,1 2 0 16,-1 0 0-16,-1 1 0 16,3 2 0-16,-1 0-1 15,-1 0 0-15,2 0 0 16,-3 4 1-16,0 0 1 15,0 1-1-15,-3 2 0 0,1-1-1 16,-2 2 0 0,0 1-3-16,-1 1 7 0,-1 1-5 15,0 0 5-15,-2 0 1 16,0 0-9-16,0 2-16 16,0 0-24-16,0-5-26 0</inkml:trace>
  <inkml:trace contextRef="#ctx0" brushRef="#br0" timeOffset="22202.03">18593 4025 99 0,'0'0'15'16,"0"0"25"-16,0 0-6 15,0 0-13-15,0 0-8 16,0 0 2-16,0 0-9 16,0 0-4-16,0 0 2 0,0 0 0 15,0 0 1-15,0 0 1 16,-3-28 6-16,3 21-6 15,0-1-6-15,0-1 1 16,0 1 0-16,0-3 0 16,0-2 0-16,0-1 1 0,0-4-2 15,2 1-5-15,-2 0-3 16,0-1 3-16,1 1 4 16,1 1 1-16,-2 3 5 15,0 4-5-15,-2 1-2 16,2 0 1-16,0 5 1 0,0-1 1 15,0 3-2-15,0 1-1 16,0 0-6-16,0 0-2 16,0 1 1-16,0 6 7 15,0 2-2-15,2 4 3 16,-2 0 1-16,0 2 1 0,0 0-1 16,0-3 3-16,0 1-1 15,0-3 0-15,3-1 0 16,2 1 1-16,0-2-2 15,3 1 1-15,0-1 0 16,-1 2 1-16,1-3-1 0,0 1 2 16,0 0-2-16,0-3-2 15,-1 0-6-15,-1 0 1 16,0-2-4-16,1 0 0 16,-3-1-8-16,3-2-6 15,-1 0-12-15,-1 0-23 0,-2-2-44 16</inkml:trace>
  <inkml:trace contextRef="#ctx0" brushRef="#br0" timeOffset="22495">18641 3901 70 0,'0'0'30'0,"0"0"0"16,0 0-7-16,0 0-9 16,0 0-6-16,0 0 3 15,0 0 3-15,0 0-12 0,0 0 4 16,38-9-3-16,-19 4-2 15,6 2-1-15,1-2 1 16,-2-1-31-16,1-2-67 16</inkml:trace>
  <inkml:trace contextRef="#ctx0" brushRef="#br0" timeOffset="23879.45">10299 1377 53 0,'0'0'46'0,"0"0"-36"16,0 0 5-16,0 0-6 15,0 0-4-15,2-29-1 16,-4 26-1-16,-1-2 1 0,0 1 0 16,0 0 3-16,-2 1 7 15,2 0 4-15,-2 1-6 16,-1 1-12-16,-1 1-5 16,-2 0 1-16,-2 0 1 15,1 3 1-15,1 3-1 16,-3 1 4-16,1 1-2 0,0 0-8 15,2-1 9-15,-2 3-7 16,1-1 8-16,2 3 1 16,0 0-3-16,2 1 0 15,3 1-1-15,0 1 2 16,1 0 1-16,2 0-2 0,0 1 1 16,2-2 0-16,2 0-2 15,3-1 4-15,1-1 0 16,1 1-1-16,1-2 3 15,1 0-1-15,3 0 3 16,-1-1 0-16,4 1 3 0,-1-1-31 16,0-4-66-16</inkml:trace>
  <inkml:trace contextRef="#ctx0" brushRef="#br0" timeOffset="24406.58">10342 1824 92 0,'0'0'-2'15,"0"0"3"-15,0 0 2 16,0 0-2-16,33-10 0 15,-26 4 2-15,1-2-2 0,-2-3 3 16,0 2 13-16,1-4-2 16,-1 0 0-16,-1 0-9 15,-1-1-4-15,1 0-2 16,0 0 1-16,0-1 0 16,-4 1-1-16,2 0 0 0,-3 1 1 15,0 4 3-15,0-1 10 16,0 4 7-16,0 1-8 15,0 2-13-15,0-2-2 16,0 5 2-16,0 0-2 16,0 0-8-16,0 2 2 0,0 6 1 15,0 1-1-15,2 1 5 16,-2 2-6-16,2 1 3 16,-1 1 1-16,2 1 2 15,1-1 0-15,-1-1 4 0,0-1-1 16,2-2 0-1,-1-2 1-15,3 0 1 0,-3-4 3 16,3 1 1-16,2-3 2 16,1-1 3-16,1-1-2 15,0 0-5-15,0-3-38 16,2-6-42-16</inkml:trace>
  <inkml:trace contextRef="#ctx0" brushRef="#br0" timeOffset="24647.78">10437 1696 52 0,'0'0'19'0,"0"0"0"16,0 0 8-16,0 0-10 15,0 0-3-15,0 0 4 0,0 0 1 16,0 0 0-16,0 0 3 15,0 0 4-15,0-4-14 16,10 1-12-16,1-2 1 16,6 2-1-16,-1-2-38 15,3 1-28-15,-2-3-36 16</inkml:trace>
  <inkml:trace contextRef="#ctx0" brushRef="#br0" timeOffset="24925.35">10634 1692 107 0,'0'0'18'0,"0"0"17"0,0 0 1 15,0 0-14-15,0 0-1 16,28-20-4-16,-21 15-9 16,1 2-7-16,-1 0 0 15,3 1-1-15,1 0 1 0,-1 2-3 16,2 0-29-16,-1 0-24 16,-1 0-40-16</inkml:trace>
  <inkml:trace contextRef="#ctx0" brushRef="#br0" timeOffset="25096.64">10865 1556 239 0,'0'0'22'0,"0"0"2"0,0 0-18 15,0 0-13-15,0 0-1 16,27 46 0-16,-24-14-17 15,-1 3-74-15</inkml:trace>
  <inkml:trace contextRef="#ctx0" brushRef="#br0" timeOffset="26347.04">10596 3337 63 0,'0'0'-2'15,"0"0"11"-15,0 0 4 0,0 0-1 16,0 0 0-16,0 0 2 15,0 0-11-15,0 0-7 16,0 0-2-16,0 0 2 16,0 0 3-16,0 0 3 0,0 0-1 15,6 21 3-15,-1-6 0 16,0 3-2-16,2 1-1 16,0 0 1-16,-1-2 0 15,2 2-1-15,-2-3 0 16,1-3 0-16,-2 0 1 0,-1-5-1 15,-2-1 0-15,1 0 0 16,-1-4 0-16,-1 0 2 16,1-1-2-16,-2-2 1 15,0 0 3-15,0 0 3 16,0 0 11-16,0-5-13 16,0-5-3-16,1-1-1 0,3-1 0 15,0-3-3-15,1 0-5 16,3-3 3-16,0 2 1 15,3 0 1-15,-1 2 1 16,-1 1-1-16,1 4 2 16,-1 1 5-16,1 3 6 0,-1 0 1 15,1 2-5-15,2 3-6 16,-2 0-2-16,-1 8-3 16,2 2 0-16,-1 6-2 15,-2 1 2-15,0 5 4 16,-3 2 1-16,1 6-24 0,-6 0-34 15,0 0-34-15</inkml:trace>
  <inkml:trace contextRef="#ctx0" brushRef="#br0" timeOffset="26814.38">10838 3771 60 0,'0'0'62'0,"0"0"-46"16,0 0-18-16,0 0-2 15,0 0 6-15,0 0-2 16,0 0-2-16,0 0-2 16,0 0 6-16,0 0 1 15,7 8 8-15,-3-16 2 0,4-1-7 16,0-4-2-16,2-1-1 15,-4 1-2-15,2-1 1 16,-2-2-2-16,-2 3-1 16,-1 1-3-16,-2 1 2 15,-1 3 2-15,0 1 1 0,0 3 4 16,0 0-4-16,0 3 6 16,0-1 5-16,0 2-4 15,0 0-17-15,0 3 5 16,0 2 1-16,0 3-1 15,5 2 4-15,-2-2 5 0,4 3 0 16,-1-2-2-16,3 1 2 16,1-2-2-16,-2 0 0 15,1 0 1-15,1-2 0 16,-2-1-1-16,-2-1-3 16,2-2-11-16,-3 0-22 15,0-2-26-15</inkml:trace>
  <inkml:trace contextRef="#ctx0" brushRef="#br0" timeOffset="27025.27">10857 3705 139 0,'0'0'36'0,"0"0"3"16,0 0-22-16,0 0-10 0,0 0-2 15,0 0-1-15,0 0-3 16,0 0 3-16,32-29-2 16,-19 28-1-16,3-2-6 15,-4-1-45-15,1 0-59 16</inkml:trace>
  <inkml:trace contextRef="#ctx0" brushRef="#br0" timeOffset="27295.2">11065 3676 85 0,'0'0'66'0,"0"0"-22"15,0 0-13-15,0 0-19 16,0 0-10-16,0 0-1 16,0 0-1-16,30-27 0 15,-19 24-12-15,2-2-15 16,-3 2-20-16,1-2-7 0,-2 4-18 16</inkml:trace>
  <inkml:trace contextRef="#ctx0" brushRef="#br0" timeOffset="27494.1">11198 3561 46 0,'0'0'132'16,"0"0"-92"-16,0 0-19 15,0 0-13-15,0 0-5 0,0 0-5 16,0 0 4-16,11 33-1 15,-6-11 2-15,-2 8 5 16,-1 2-33-16,-2 3-70 16</inkml:trace>
  <inkml:trace contextRef="#ctx0" brushRef="#br0" timeOffset="31441.1">11810 4292 54 0,'0'0'15'0,"0"0"13"0,0-2 4 16,0 2-2-16,0 0-9 16,0 0-9-16,0 0-9 15,0 0-3-15,4 0-2 16,2 0 2-16,4 0 0 15,-1 0 0-15,2 3-1 0,3 2-1 16,1 3-1-16,-1 0 2 16,-1 1 0-16,2 1-1 15,0-1 3-15,-3-2-1 16,3 1 1-16,-3-2 1 16,1-1-1-16,-2-2-10 0,-1-1-47 15,-2-2-6-15</inkml:trace>
  <inkml:trace contextRef="#ctx0" brushRef="#br0" timeOffset="31725.5">12001 4285 51 0,'0'0'10'0,"0"0"7"0,0 0 0 15,0 0-1-15,-29-16-2 16,24 16-1-16,2-1 1 16,0 1 4-16,0 0-8 15,0 1-8-15,0 7-8 0,-2 3 5 16,0 4-1-16,-3 1 2 16,0 3 0-16,0 1-1 15,-1 1 2-15,-2-1 1 16,-2 1-1-16,2 0 0 15,0-4-28-15,1-3-46 0</inkml:trace>
  <inkml:trace contextRef="#ctx0" brushRef="#br0" timeOffset="32559.32">12115 4517 20 0,'0'0'13'0,"0"0"-7"16,0 0 5-16,0 0-1 16,0 0-3-16,0 0-3 15,0 0 0-15,0 0 0 0,0 0 4 16,0 0 5-16,0 9 17 15,2-9 5-15,-2 0-20 16,0-4-13-16,1-1-1 16,-1-2 1-16,3-2-2 0,-1 1 0 15,-1-3 2-15,1 0-1 16,0-2-1-16,-1 0 1 16,1 1-1-16,-2-4 1 15,1 3-1-15,1 1 1 16,1-1-1-16,-1-1-1 15,-1 2 0-15,1 3-2 0,0 1 0 16,-2 2 3-16,0 3-1 16,0-1 2-16,0 4-1 15,0 0 2-15,0 0-2 16,0 0-1-16,0 0-8 0,0 4 8 16,0 2 0-16,1 3 0 15,1 1 2-15,-1-1-1 16,-1 3 0-16,0-3-1 15,2 2-1-15,1-1-2 16,-1-1 3-16,-1-1-3 16,2 0 4-16,1-2 1 0,0 2 0 15,-1-1 1-15,1-1 0 16,2-1 1-16,-1-1 1 16,0 1 0-16,1-2 0 15,0 2 0-15,1-2-2 16,0 1 0-16,-2-1-1 0,2-2 0 15,-3 1 0-15,1-1 1 16,0-1-1-16,0 0 1 16,1 0 0-16,-3 0 1 15,3 0-1-15,-2 0-11 16,0-1-19-16,-2-1-7 16,0 1 5-16,-2-1 11 0,0 1-7 15</inkml:trace>
  <inkml:trace contextRef="#ctx0" brushRef="#br0" timeOffset="33050.68">12140 4422 25 0,'0'0'15'16,"0"0"1"-16,0 0 1 15,0 0 0-15,0 0 2 16,29-24-3-16,-20 18-2 16,1-1 0-16,3 1-8 15,-2 1-6-15,1 0 1 0,4 2-1 16,0 2 1-16,0-3-7 16,0 1-38-16</inkml:trace>
  <inkml:trace contextRef="#ctx0" brushRef="#br0" timeOffset="35374.75">18735 823 56 0,'0'0'5'0,"0"0"7"16,0 0-10-16,0 0-4 0,0 0-12 15,0 0 0-15,0 0 0 16,0 0 11-16,0 0 6 15,0 0 2-15,0 0 1 16,0 0-4-16,17-16-2 16,-17 15-13-16</inkml:trace>
  <inkml:trace contextRef="#ctx0" brushRef="#br0" timeOffset="37132.21">18735 823 23 0,'7'-27'41'0,"-10"24"-35"16,2 0 0-16,-2 1 2 15,1-1 3-15,0 2 2 16,1-3-4-16,1 4-4 15,0 0-4-15,-2-1 0 0,2 1-1 16,0 0 1-16,-1 0-1 16,1 0 0-16,-2 0 0 15,2 0 0-15,-3-3 0 16,1 3 1-16,-1-3 0 0,0 1 0 16,-2 2-1-16,0-3 0 15,2 1 1-15,-3-1 4 16,1 3 1-16,0-3 4 15,1 0-2-15,-1 1-5 16,-1 2-2-16,1-3-1 16,-2 1 0-16,-1 2 1 0,1 0-2 15,-1-1 4-15,0-1-3 16,1 1 8-16,-1 1-4 16,2-4-3-16,-5 4 0 15,5-3-1-15,-2 3 0 16,0 0 0-16,0-1-1 0,-2 1 2 15,4 0 0-15,0 0-1 16,-2 0 0-16,3 0 0 16,0 0-1-16,2 0 1 15,0 4-1-15,-2-4 1 16,-1 7 0-16,-1-6 0 0,3 4 1 16,-1 0-2-16,-1-2 1 15,2 2 0-15,0 0-1 16,-3 1 1-16,3-1 0 15,-4-1 0-15,0 4 0 0,0-3 0 16,0 3 0-16,1-2 0 16,0 2 0-1,-1 2 1-15,1-2-1 0,1 3-1 16,0-3 1-16,-1 3-1 16,4-2 1-16,-2 1-1 15,2-1 1-15,-2 1-1 0,1-1 1 16,0-1-1-16,0 3 1 15,-1-1-1-15,2 1 1 16,0 0 0-16,-1-1 0 16,3 2-1-16,1-2 0 15,0 3-3-15,0-2 4 16,0-2-1-16,0 4-1 0,0-2 1 16,0-2 1-16,0 4-2 15,1-3 1-15,1 2 0 16,1-1 0-16,0-1-2 15,0 1 3-15,1-1-2 0,0-1 1 16,1-1 1-16,-2 0-1 16,4 0 1-16,-1 0 1 15,-1 0-2-15,1-2 2 16,0 2 0-16,1 0-2 16,-1 1 3-16,1-1-1 0,0 0 0 15,1-1-1-15,-1 2 0 16,-1-2 0-16,-1 0 3 15,1 0-3-15,1-1 0 16,-3 1 0-16,3-1-1 16,-1-1 2-16,2 1-1 15,0 0-1-15,1 1 2 0,1-1 0 16,-1-1 0-16,1 3 0 16,1-2 0-16,-3-1-1 15,-2 0 0-15,4-1-1 16,-2 1 0-16,-2-2 1 0,0 0 6 15,5 2 1-15,-1-2-4 16,1 0-1-16,0 2 0 16,2 0 0-16,-2-2-1 15,2 0-1-15,-4 1 1 16,4-1 0-16,-4 0-1 16,4 0 1-16,-2-1-1 15,2 1 0-15,1 2 0 0,-1-4 0 16,3 2 0-16,0 0 1 15,1-1-1-15,0 1 0 16,-1-3 2-16,2 2-1 0,-4-2-1 16,-1 0 2-16,-1 0-1 15,-2 0-3-15,1 0 6 16,0 0-3-16,-1 0 1 16,2-2-2-16,-1 1 1 15,1-3 0-15,-1 1 0 0,0-1-2 16,0-1 3-16,-2 2-2 15,2-2 2-15,-3-3-1 16,-1 3 0-16,1-3 3 16,-4 2 8-16,1-2-5 15,1 2 2-15,-2-2 2 16,-1 1-6-16,0-2 0 0,0 1 1 16,0 0-5-16,-1-2 1 15,1-1-1-15,0 2-1 16,-1-2 0-16,1 1 0 15,0-1 1-15,0 2-2 16,-1-1 2-16,0 2-2 0,-1 0 1 16,1 2 0-16,-2-2 1 15,0 0-1-15,0 0 1 16,0-1-1-16,0 1-1 16,0-2-1-16,-2 2 3 15,-1-3-1-15,0 3 0 16,0-1 2-16,1 1 1 0,-1-2-3 15,0 1 0-15,0-2 1 16,-1 3 0-16,1-2-1 16,2-1 0-16,-3 2 0 15,3-1 1-15,-2-1-1 0,-1 1 0 16,3 1 0-16,-2-2-1 16,1 3 2-16,-1-2-1 15,0 1 0-15,0 1-2 16,-1 0-2-16,0 0 3 15,2 0 2-15,-3 0-1 16,1 2-2-16,-3 0 3 0,1-1-2 16,-2-1 1-16,-2 3-2 15,3-2 4-15,-1-1-1 16,0 3-1-16,0-1 2 16,1-1 0-16,1 2 0 15,-2 1-1-15,-1-1-2 16,-2-1-3-16,-2 1 1 0,-3 2 1 15,-1 1 1-15,-4 2 0 16,-1 0-6-16,-4 0-12 16,1 3-22-16,-4 2-44 0</inkml:trace>
  <inkml:trace contextRef="#ctx0" brushRef="#br0" timeOffset="41734.71">18419 538 6 0,'0'0'28'16,"0"0"0"-16,0 0-5 16,0 0-17-16,0 0-2 15,0 0 0-15,2 0-4 0,1 0-2 16,-2 0 2-16,4 0 0 15,-2 0 2-15,2 1-2 16,0 1 0-16,-1 0 0 16,1 1 0-16,0 0 0 15,1 0 1-15,-2 0-1 0,0 0-1 16,3 1 1-16,-3-1 1 16,-2-2-2-16,1 1 1 15,-3-2 0-15,0 3 1 16,0-3 5-16,0 0-2 15,0 0-2-15,0 0-2 0,2 0 0 16,-2 0 2-16,0 0-1 16,0 0 3-16,0 0 15 15,1 0 3-15,-1-3-20 16,2 0 1-16,-1-2 2 16,3-1-2-16,-1-1 2 15,3-1 0-15,1 0-1 0,0 1-2 16,3-3-1-16,1 2-1 15,0-1 1-15,-3 1-2 16,2-2 2-16,1 2 0 16,-5-1-1-16,0-2 0 0,2 4 0 15,-1-4 0-15,1 3 0 16,-2-1 0-16,0-1 3 16,2 2 0-16,-1 0 0 15,-1 2 0-15,-1 0 1 16,-2 1-1-16,0 2-1 15,0 0-1-15,-1-1-1 16,-1 3 1-16,-1-1 0 0,2 1 2 16,-2-1 3-16,0 2 0 15,0 0 4-15,0 0-1 16,2 0-6-16,-2 0-2 16,1 0 0-16,1 0-3 0,2 0 1 15,4 5-2-15,0 3-1 16,0-2 4-16,-1 0-1 15,-3-2-12-15,-1 0-20 16,-3-2-46-16</inkml:trace>
  <inkml:trace contextRef="#ctx0" brushRef="#br0" timeOffset="47217.33">18541 3616 75 0,'0'0'17'15,"0"0"6"-15,0 0-4 0,0 0-5 16,0 0-3-16,0 0-5 15,0 0 3-15,0 0 2 16,0 0-7-16,0 0-3 16,0 0-2-16,0 0-1 15,-6-8-1-15,4 8-4 0,1-1 5 16,-1-1 2-16,0 0 1 16,-1-1 0-16,2 0 0 15,-3 1 0-15,4-2 0 16,-1 0 4-16,1 3-1 15,0-2-2-15,0 1-2 0,-2 2-1 16,-1-3-2-16,0 3-2 16,-2-2-2-16,0 1 6 15,2 1 1-15,-2-2 1 16,1-1 0-16,-1 1 0 0,2-2 1 16,-2 1-1-16,-1-1 1 15,-1 0-1-15,1 0-1 16,0 0 0-16,-1 0-1 15,-1 3 1-15,2-2-3 16,-3 0 2-16,1 1-1 16,-4-1-4-16,1 1 1 15,-1 2 5-15,1-3 0 0,-1 3 0 16,1-3 0-16,2 1 2 16,-1 1 3-16,1-2 1 15,-1-1 0-15,2 3 1 16,2-2-6-16,-2 3 0 15,0-2-1-15,2 0 0 0,-4 1 2 16,-1-1-1-16,0 1 1 16,2-1 0-16,-4 2 4 15,3 0-1-15,2 0-2 16,-1 0-1-16,1 0-3 16,2 0 2-16,-2 2-1 0,0 1-1 15,0 3 1-15,-2 1 0 16,-1-1 0-16,-1 2 0 15,-1 1-1-15,0 1 1 16,1-1 0-16,-1-1 0 0,2 2-2 16,0-2 1-16,3 0 1 15,0-2 0-15,1 0 1 16,1 1-1-16,1-1 0 16,-1 0 0-16,0 2 0 15,-1 0 0-15,3 0 0 16,-1 2 0-16,0-1-1 15,2 1 2-15,-2-1-1 0,2 4 0 16,0-2 0-16,0 0 0 16,1 0 0-16,2 0 0 15,0 0 0-15,0 1 0 16,0-1 1-16,0 0-1 0,0 0-1 16,0 0 2-16,0 2-1 15,3-2 0-15,-1 1 0 16,-1 1 0-16,1-2 0 15,1 0 1-15,-1 0-1 16,-1-3-2-16,2 2 2 16,1-2 0-16,-1 1 1 0,0-1-1 15,2 2 1-15,-1-2 0 16,0 1 0-16,0-1-2 16,0 2 1-16,2-2 0 15,-1 1 0-15,-1 1 0 16,1-2 1-16,0 1-1 0,0-1 0 15,-1 0 0-15,3 1 0 16,-1-1 0-16,1 2 0 16,2-1 1-16,-1-1-2 15,1 0 0-15,1 2 1 0,0-2 1 16,1-2 0-16,-2 0 0 16,1 2-2-16,1-3 1 15,0 3 0-15,3-2-1 16,2 1 1-16,0-1 0 15,1 2 0-15,1-2 0 0,-1-1 2 16,-1 1-2-16,1 1 0 16,-2-3 0-16,-1 1 0 15,2 0 1-15,-2-2-1 16,4 4 0-16,-3-3 0 16,3 1 2-16,-1 0-2 0,2-2 1 15,-1 2-1-15,1-4 0 16,-5 2 0-16,0 1 0 15,1-3 0-15,-6-1 1 16,-1 3-1-16,0-3 1 16,0 0 1-16,-5 0 3 15,2 0 0-15,-2 0 1 0,2 0 3 16,0 0-3-16,1 0 1 16,0 0-4-16,2 0-1 15,0 0 3-15,2-3-4 16,-2 2-1-16,1-1 1 0,2 0-1 15,-1 1-1-15,-1-1 2 16,1 2-1-16,1-1 0 16,-3 1 0-16,0 0 1 15,-2 0-1-15,2 0 0 16,-3 0 0-16,3 0 0 16,0-3 1-16,0 3-2 0,3-2 2 15,-2-1-1-15,2 0 0 16,0-1 1-16,2 0-1 15,0-1 1-15,-2 0 1 16,2 0 0-16,-2 1-1 16,0-1 2-16,0 0-3 0,-2 0 1 15,-1 2-1-15,0-2 1 16,-1 2 0-16,0-1-1 16,-2-3 1-16,0 2 2 15,1 1 5-15,-1-4-4 16,0 0-3-16,-2 0 0 0,2 2-1 15,-2-2 0-15,-1 1 1 16,1 1 0-16,-2 1-1 16,1-1 4-16,-2-1 5 15,1 1-3-15,1-2-6 16,-2 0 1-16,2-1 0 0,-2 1 0 16,0-2 4-16,0 1-3 15,0-1 0-15,0-1 2 16,0 2 1-16,0-2 10 15,-2-1-14-15,2 1 0 16,-3-1-1-16,3-1 1 0,-2 0-1 16,-2 1-1-16,2-1 0 15,-1 0 1-15,1 1 1 16,-1-3 0-16,0 1-2 16,0 4 1-16,-2-2 0 15,2 2-1-15,-2-1 1 0,2 3 2 16,0-1-2-16,-1 1 1 15,3 1 0-15,-1 1-1 16,-1 0 0-16,2-1 0 16,-1 1 0-16,2 0 1 15,-3 1-2-15,1 0 1 16,1-1 0-16,1 1 0 0,-2 0 0 16,0 2 0-16,1-2-1 15,-2 1-3-15,1 0 1 16,1 0-3-16,-3 1 0 15,1-2 0-15,0 0 1 0,-2 0 2 16,0 2 0-16,2-2 2 16,-1 1 0-16,-1-1 0 15,-2 2 1-15,3-2 0 16,-3 0 0-16,-1 2 1 16,0-2-1-16,2 0 0 15,-2 2 1-15,2-1 1 0,-2 0-2 16,2 1 3-16,-1 0-1 15,1-2-1-15,0 1-2 16,-4 0 3-16,1 0-5 16,-4-1 3-16,-1-2-2 0,-1 1 4 15,-2 0-2-15,-1-1-1 16,1 1 2-16,-5 0-6 16,-4-1-4-16,1 4 1 15,-4 2-10-15,-5 1-3 16,-3 0-26-16,-1 0-24 0,-2 0-54 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5-03-01T13:50:42.8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8146 6841 14 0,'2'-1'3'0,"-2"-3"8"16,0 3-1-16,0-1 5 15,1 1 4-15,-1-2 3 16,0 3-1-16,0-4 3 16,0 3-1-16,0 1-6 15,0 0-8-15,0 0-7 0,0 0-3 16,0 0-10-16,0 0 7 16,2 0 1-16,-1 5 2 15,3-2 1-15,-1 1-2 16,0 1 2-16,0 0 2 0,3 1-4 15,-2-1 4-15,2 0-2 16,-3-2 1-16,3-1-1 16,-1-1 1-16,2-1-1 15,-1 0 3-15,2-1 7 16,1-6 6-16,2-2-3 16,4-4-3-16,-3-1-3 0,7-2-4 15,-1-2 0-15,2 1-1 16,4 0 0-16,3-4-4 15,3 0-36-15,2-4-71 16</inkml:trace>
  <inkml:trace contextRef="#ctx0" brushRef="#br0" timeOffset="1246.56">15321 7322 1 0,'4'0'15'0,"0"1"5"0,0-1-4 15,-1 0 5-15,2-3 2 16,2-2-4-16,-1 1-5 15,3-1 8-15,-1-3-1 16,3 0-4-16,4 2-1 0,-1-4-3 16,5 1 0-1,0-1-7-15,3-3-4 0,5 1-1 16,2-2 0-16,1-2-1 16,2-2 0-16,-1 1 0 15,-1 1 0-15,1 0-1 16,-6 3-5-16,-4 2-20 0,-7 0-22 15,-5 2-37-15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Google Shape;36;p1:notes">
            <a:extLst>
              <a:ext uri="{FF2B5EF4-FFF2-40B4-BE49-F238E27FC236}">
                <a16:creationId xmlns:a16="http://schemas.microsoft.com/office/drawing/2014/main" id="{39AF2117-C1A9-42A5-B416-619D72507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SzPts val="1100"/>
            </a:pPr>
            <a:endParaRPr lang="x-none" altLang="x-none"/>
          </a:p>
        </p:txBody>
      </p:sp>
      <p:sp>
        <p:nvSpPr>
          <p:cNvPr id="54275" name="Google Shape;37;p1:notes">
            <a:extLst>
              <a:ext uri="{FF2B5EF4-FFF2-40B4-BE49-F238E27FC236}">
                <a16:creationId xmlns:a16="http://schemas.microsoft.com/office/drawing/2014/main" id="{8481DDE9-68D6-4C5D-A85A-ECC56B4984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628191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9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7" name="Google Shape;2057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p9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8" name="Google Shape;2228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p10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0" name="Google Shape;2240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p10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3" name="Google Shape;2273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10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6" name="Google Shape;2316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10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9" name="Google Shape;2359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p10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8" name="Google Shape;2398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p10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8" name="Google Shape;2418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Google Shape;2436;p10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7" name="Google Shape;2437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p10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4" name="Google Shape;2454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p10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9" name="Google Shape;2469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5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5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5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5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5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5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6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6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6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6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6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6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6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6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6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6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7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7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2" name="Google Shape;1202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7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7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7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7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" name="Google Shape;1277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7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7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7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8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8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8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8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8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8" name="Google Shape;1358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8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0" name="Google Shape;1370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9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9" name="Google Shape;1569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938615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10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2" name="Google Shape;2062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9715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3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13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13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4" name="Google Shape;54;p13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1" name="Google Shape;61;p135" descr="Picture 7.png"/>
          <p:cNvPicPr preferRelativeResize="0"/>
          <p:nvPr/>
        </p:nvPicPr>
        <p:blipFill rotWithShape="1">
          <a:blip r:embed="rId3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13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13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13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13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1" name="Google Shape;71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" name="Google Shape;72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" name="Google Shape;73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4" name="Google Shape;74;p13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5" name="Google Shape;75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" name="Google Shape;76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" name="Google Shape;77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" name="Google Shape;78;p13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136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13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3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4" name="Google Shape;84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" name="Google Shape;85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" name="Google Shape;86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7" name="Google Shape;87;p13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" name="Google Shape;88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1" name="Google Shape;91;p13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137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5" name="Google Shape;95;p13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137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7" name="Google Shape;97;p137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3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0" name="Google Shape;100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3" name="Google Shape;103;p13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" name="Google Shape;104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" name="Google Shape;105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7" name="Google Shape;107;p13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3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3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2" name="Google Shape;112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" name="Google Shape;113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4" name="Google Shape;114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5" name="Google Shape;115;p13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6" name="Google Shape;116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19" name="Google Shape;119;p13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9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" name="Google Shape;122;p139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139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4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" name="Google Shape;126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" name="Google Shape;127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" name="Google Shape;128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9" name="Google Shape;129;p14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0" name="Google Shape;130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3" name="Google Shape;133;p140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0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40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40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140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1" name="Google Shape;141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4" name="Google Shape;144;p14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5" name="Google Shape;145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48" name="Google Shape;148;p14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4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42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54" name="Google Shape;154;p142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142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142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7" name="Google Shape;157;p142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2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2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142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14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14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6" name="Google Shape;166;p14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4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43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4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3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805815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0"/>
            <a:ext cx="3843338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2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3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844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0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257175" lvl="0" indent="-12858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525" lvl="2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700" lvl="3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75" lvl="4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3050" lvl="5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86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02" y="2482116"/>
            <a:ext cx="6636349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373631" y="2575123"/>
            <a:ext cx="6500241" cy="193687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5143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30204" pitchFamily="34" charset="0"/>
                <a:ea typeface="+mj-ea"/>
                <a:cs typeface="+mj-cs"/>
              </a:rPr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303861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 algn="r">
              <a:defRPr sz="405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69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3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805815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0"/>
            <a:ext cx="3843338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2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3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844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0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257175" lvl="0" indent="-12858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525" lvl="2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700" lvl="3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75" lvl="4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3050" lvl="5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592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0"/>
          <p:cNvSpPr txBox="1"/>
          <p:nvPr/>
        </p:nvSpPr>
        <p:spPr>
          <a:xfrm>
            <a:off x="8153400" y="6550025"/>
            <a:ext cx="9906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825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825" b="0" i="0" u="none" strike="noStrike" kern="120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0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59" name="Google Shape;59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" name="Google Shape;60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" name="Google Shape;61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2" name="Google Shape;62;p1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1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4" name="Google Shape;64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" name="Google Shape;67;p11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8" name="Google Shape;68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" name="Google Shape;70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5299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2928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8;p106">
            <a:extLst>
              <a:ext uri="{FF2B5EF4-FFF2-40B4-BE49-F238E27FC236}">
                <a16:creationId xmlns:a16="http://schemas.microsoft.com/office/drawing/2014/main" id="{388B7AC2-9338-42ED-B0AC-AFF798FA35AB}"/>
              </a:ext>
            </a:extLst>
          </p:cNvPr>
          <p:cNvGrpSpPr>
            <a:grpSpLocks/>
          </p:cNvGrpSpPr>
          <p:nvPr/>
        </p:nvGrpSpPr>
        <p:grpSpPr bwMode="auto">
          <a:xfrm>
            <a:off x="1" y="2"/>
            <a:ext cx="7059613" cy="49213"/>
            <a:chOff x="0" y="0"/>
            <a:chExt cx="7060112" cy="48665"/>
          </a:xfrm>
        </p:grpSpPr>
        <p:sp>
          <p:nvSpPr>
            <p:cNvPr id="3" name="Google Shape;59;p106">
              <a:extLst>
                <a:ext uri="{FF2B5EF4-FFF2-40B4-BE49-F238E27FC236}">
                  <a16:creationId xmlns:a16="http://schemas.microsoft.com/office/drawing/2014/main" id="{2E2AE42B-B438-40E3-A12D-DECB0826E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065" y="6550871"/>
              <a:ext cx="2329027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" name="Google Shape;60;p106">
              <a:extLst>
                <a:ext uri="{FF2B5EF4-FFF2-40B4-BE49-F238E27FC236}">
                  <a16:creationId xmlns:a16="http://schemas.microsoft.com/office/drawing/2014/main" id="{CA611BA7-FBE6-4FDE-95B2-F4DBDD85F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288" y="6550871"/>
              <a:ext cx="2235358" cy="45524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5" name="Google Shape;61;p106">
              <a:extLst>
                <a:ext uri="{FF2B5EF4-FFF2-40B4-BE49-F238E27FC236}">
                  <a16:creationId xmlns:a16="http://schemas.microsoft.com/office/drawing/2014/main" id="{C5730040-5703-4D01-B41E-68DEE79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535" y="6550871"/>
              <a:ext cx="2581457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pic>
        <p:nvPicPr>
          <p:cNvPr id="6" name="Google Shape;62;p106" descr="Picture 7.png">
            <a:extLst>
              <a:ext uri="{FF2B5EF4-FFF2-40B4-BE49-F238E27FC236}">
                <a16:creationId xmlns:a16="http://schemas.microsoft.com/office/drawing/2014/main" id="{7B6FCF6E-79D1-40AF-913E-45A83B4CDB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4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oogle Shape;63;p106">
            <a:extLst>
              <a:ext uri="{FF2B5EF4-FFF2-40B4-BE49-F238E27FC236}">
                <a16:creationId xmlns:a16="http://schemas.microsoft.com/office/drawing/2014/main" id="{C7582CFB-964D-4412-A074-E14A1A93116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010400" cy="46038"/>
            <a:chOff x="0" y="0"/>
            <a:chExt cx="7010400" cy="45719"/>
          </a:xfrm>
        </p:grpSpPr>
        <p:sp>
          <p:nvSpPr>
            <p:cNvPr id="8" name="Google Shape;64;p106">
              <a:extLst>
                <a:ext uri="{FF2B5EF4-FFF2-40B4-BE49-F238E27FC236}">
                  <a16:creationId xmlns:a16="http://schemas.microsoft.com/office/drawing/2014/main" id="{25E78CE8-FE67-4F17-84C6-F00B05BB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9" name="Google Shape;65;p106">
              <a:extLst>
                <a:ext uri="{FF2B5EF4-FFF2-40B4-BE49-F238E27FC236}">
                  <a16:creationId xmlns:a16="http://schemas.microsoft.com/office/drawing/2014/main" id="{EDEAF392-8D63-4C70-89CE-1BF9B0B6A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0" name="Google Shape;66;p106">
              <a:extLst>
                <a:ext uri="{FF2B5EF4-FFF2-40B4-BE49-F238E27FC236}">
                  <a16:creationId xmlns:a16="http://schemas.microsoft.com/office/drawing/2014/main" id="{1B76DF7F-CE0E-4786-B387-FD7F2805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grpSp>
        <p:nvGrpSpPr>
          <p:cNvPr id="11" name="Google Shape;67;p106">
            <a:extLst>
              <a:ext uri="{FF2B5EF4-FFF2-40B4-BE49-F238E27FC236}">
                <a16:creationId xmlns:a16="http://schemas.microsoft.com/office/drawing/2014/main" id="{F0D82B4B-C293-468C-9CC8-E37979E1F7E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010400" cy="46038"/>
            <a:chOff x="0" y="0"/>
            <a:chExt cx="7010400" cy="45719"/>
          </a:xfrm>
        </p:grpSpPr>
        <p:sp>
          <p:nvSpPr>
            <p:cNvPr id="12" name="Google Shape;68;p106">
              <a:extLst>
                <a:ext uri="{FF2B5EF4-FFF2-40B4-BE49-F238E27FC236}">
                  <a16:creationId xmlns:a16="http://schemas.microsoft.com/office/drawing/2014/main" id="{E314DE30-AC45-4CE5-A2D0-B61F39D6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3" name="Google Shape;69;p106">
              <a:extLst>
                <a:ext uri="{FF2B5EF4-FFF2-40B4-BE49-F238E27FC236}">
                  <a16:creationId xmlns:a16="http://schemas.microsoft.com/office/drawing/2014/main" id="{7C259459-26E1-4435-9DB8-4F8CB1CB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4" name="Google Shape;70;p106">
              <a:extLst>
                <a:ext uri="{FF2B5EF4-FFF2-40B4-BE49-F238E27FC236}">
                  <a16:creationId xmlns:a16="http://schemas.microsoft.com/office/drawing/2014/main" id="{83B36E22-03F2-4FF9-8495-AE8691BCD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743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2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defTabSz="685800">
              <a:buClrTx/>
            </a:pPr>
            <a:fld id="{00000000-1234-1234-1234-123412341234}" type="slidenum">
              <a:rPr lang="en" sz="1350" kern="120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pPr algn="r" defTabSz="685800">
                <a:buClrTx/>
              </a:pPr>
              <a:t>‹#›</a:t>
            </a:fld>
            <a:endParaRPr lang="en" sz="135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837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490353" y="3071299"/>
            <a:ext cx="3908355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9984061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685800" y="2125979"/>
            <a:ext cx="7772400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3411264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24105202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8504673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6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35447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6"/>
          <p:cNvSpPr txBox="1">
            <a:spLocks noGrp="1"/>
          </p:cNvSpPr>
          <p:nvPr>
            <p:ph type="body" idx="1"/>
          </p:nvPr>
        </p:nvSpPr>
        <p:spPr>
          <a:xfrm>
            <a:off x="550775" y="1373073"/>
            <a:ext cx="7967767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6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6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6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</a:p>
        </p:txBody>
      </p:sp>
    </p:spTree>
    <p:extLst>
      <p:ext uri="{BB962C8B-B14F-4D97-AF65-F5344CB8AC3E}">
        <p14:creationId xmlns:p14="http://schemas.microsoft.com/office/powerpoint/2010/main" val="36587940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7"/>
          <p:cNvSpPr txBox="1">
            <a:spLocks noGrp="1"/>
          </p:cNvSpPr>
          <p:nvPr>
            <p:ph type="ctrTitle"/>
          </p:nvPr>
        </p:nvSpPr>
        <p:spPr>
          <a:xfrm>
            <a:off x="151137" y="231524"/>
            <a:ext cx="613393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7"/>
          <p:cNvSpPr txBox="1">
            <a:spLocks noGrp="1"/>
          </p:cNvSpPr>
          <p:nvPr>
            <p:ph type="subTitle" idx="1"/>
          </p:nvPr>
        </p:nvSpPr>
        <p:spPr>
          <a:xfrm>
            <a:off x="1022315" y="5202307"/>
            <a:ext cx="6283982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7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7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7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</a:p>
        </p:txBody>
      </p:sp>
    </p:spTree>
    <p:extLst>
      <p:ext uri="{BB962C8B-B14F-4D97-AF65-F5344CB8AC3E}">
        <p14:creationId xmlns:p14="http://schemas.microsoft.com/office/powerpoint/2010/main" val="32448925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8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35447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8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8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8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8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8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</a:p>
        </p:txBody>
      </p:sp>
    </p:spTree>
    <p:extLst>
      <p:ext uri="{BB962C8B-B14F-4D97-AF65-F5344CB8AC3E}">
        <p14:creationId xmlns:p14="http://schemas.microsoft.com/office/powerpoint/2010/main" val="23689513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9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35447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9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9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9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</a:p>
        </p:txBody>
      </p:sp>
    </p:spTree>
    <p:extLst>
      <p:ext uri="{BB962C8B-B14F-4D97-AF65-F5344CB8AC3E}">
        <p14:creationId xmlns:p14="http://schemas.microsoft.com/office/powerpoint/2010/main" val="38452915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9" y="2223657"/>
            <a:ext cx="2017786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1" cy="2852737"/>
          </a:xfrm>
        </p:spPr>
        <p:txBody>
          <a:bodyPr anchor="b">
            <a:normAutofit/>
          </a:bodyPr>
          <a:lstStyle>
            <a:lvl1pPr algn="r">
              <a:defRPr sz="3039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4"/>
            <a:ext cx="7886701" cy="207877"/>
          </a:xfrm>
        </p:spPr>
        <p:txBody>
          <a:bodyPr/>
          <a:lstStyle>
            <a:lvl1pPr marL="0" indent="0" algn="r">
              <a:buNone/>
              <a:defRPr sz="1351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257274" indent="0">
              <a:buNone/>
              <a:defRPr sz="1126">
                <a:solidFill>
                  <a:schemeClr val="tx1">
                    <a:tint val="75000"/>
                  </a:schemeClr>
                </a:solidFill>
              </a:defRPr>
            </a:lvl2pPr>
            <a:lvl3pPr marL="514548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823" indent="0">
              <a:buNone/>
              <a:defRPr sz="901">
                <a:solidFill>
                  <a:schemeClr val="tx1">
                    <a:tint val="75000"/>
                  </a:schemeClr>
                </a:solidFill>
              </a:defRPr>
            </a:lvl4pPr>
            <a:lvl5pPr marL="1029097" indent="0">
              <a:buNone/>
              <a:defRPr sz="901">
                <a:solidFill>
                  <a:schemeClr val="tx1">
                    <a:tint val="75000"/>
                  </a:schemeClr>
                </a:solidFill>
              </a:defRPr>
            </a:lvl5pPr>
            <a:lvl6pPr marL="1286371" indent="0">
              <a:buNone/>
              <a:defRPr sz="901">
                <a:solidFill>
                  <a:schemeClr val="tx1">
                    <a:tint val="75000"/>
                  </a:schemeClr>
                </a:solidFill>
              </a:defRPr>
            </a:lvl6pPr>
            <a:lvl7pPr marL="1543645" indent="0">
              <a:buNone/>
              <a:defRPr sz="901">
                <a:solidFill>
                  <a:schemeClr val="tx1">
                    <a:tint val="75000"/>
                  </a:schemeClr>
                </a:solidFill>
              </a:defRPr>
            </a:lvl7pPr>
            <a:lvl8pPr marL="1800919" indent="0">
              <a:buNone/>
              <a:defRPr sz="901">
                <a:solidFill>
                  <a:schemeClr val="tx1">
                    <a:tint val="75000"/>
                  </a:schemeClr>
                </a:solidFill>
              </a:defRPr>
            </a:lvl8pPr>
            <a:lvl9pPr marL="2058194" indent="0">
              <a:buNone/>
              <a:defRPr sz="9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1"/>
            <a:ext cx="9144000" cy="4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823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43698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7" y="231524"/>
            <a:ext cx="835447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0775" y="1373073"/>
            <a:ext cx="7967767" cy="256224"/>
          </a:xfrm>
        </p:spPr>
        <p:txBody>
          <a:bodyPr lIns="0" tIns="0" rIns="0" bIns="0"/>
          <a:lstStyle>
            <a:lvl1pPr>
              <a:defRPr sz="1665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74175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26010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70897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6212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82912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2615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8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8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065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9"/>
          <p:cNvSpPr txBox="1"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9"/>
          <p:cNvSpPr txBox="1">
            <a:spLocks noGrp="1"/>
          </p:cNvSpPr>
          <p:nvPr>
            <p:ph type="body" idx="1"/>
          </p:nvPr>
        </p:nvSpPr>
        <p:spPr>
          <a:xfrm>
            <a:off x="982033" y="2304329"/>
            <a:ext cx="7555885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9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9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72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2"/>
          <p:cNvSpPr txBox="1"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2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2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2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2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979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7452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3368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99996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01862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76316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47445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6467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08938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29106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3050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416619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8585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2033" y="2304329"/>
            <a:ext cx="7555885" cy="256224"/>
          </a:xfrm>
        </p:spPr>
        <p:txBody>
          <a:bodyPr lIns="0" tIns="0" rIns="0" bIns="0"/>
          <a:lstStyle>
            <a:lvl1pPr>
              <a:defRPr sz="1665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551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.jp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5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image" Target="../media/image16.jp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9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9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80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48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0" y="169608"/>
            <a:ext cx="9134589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90353" y="3071299"/>
            <a:ext cx="390835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  <a:endParaRPr lang="en-US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399180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54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00" y="169608"/>
            <a:ext cx="9134589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54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35447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54"/>
          <p:cNvSpPr txBox="1">
            <a:spLocks noGrp="1"/>
          </p:cNvSpPr>
          <p:nvPr>
            <p:ph type="body" idx="1"/>
          </p:nvPr>
        </p:nvSpPr>
        <p:spPr>
          <a:xfrm>
            <a:off x="550775" y="1373073"/>
            <a:ext cx="796776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4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0" name="Google Shape;10;p154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1" name="Google Shape;11;p154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  <a:endParaRPr lang="en-US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13916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97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0" y="169608"/>
            <a:ext cx="9098843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97"/>
          <p:cNvSpPr txBox="1">
            <a:spLocks noGrp="1"/>
          </p:cNvSpPr>
          <p:nvPr>
            <p:ph type="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7"/>
          <p:cNvSpPr txBox="1">
            <a:spLocks noGrp="1"/>
          </p:cNvSpPr>
          <p:nvPr>
            <p:ph type="body" idx="1"/>
          </p:nvPr>
        </p:nvSpPr>
        <p:spPr>
          <a:xfrm>
            <a:off x="982033" y="2304329"/>
            <a:ext cx="755588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7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97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222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2356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6" Type="http://schemas.openxmlformats.org/officeDocument/2006/relationships/customXml" Target="../ink/ink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9.png"/><Relationship Id="rId5" Type="http://schemas.openxmlformats.org/officeDocument/2006/relationships/image" Target="../media/image1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5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5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5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Relationship Id="rId6" Type="http://schemas.openxmlformats.org/officeDocument/2006/relationships/customXml" Target="../ink/ink19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77.png"/><Relationship Id="rId4" Type="http://schemas.openxmlformats.org/officeDocument/2006/relationships/customXml" Target="../ink/ink2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3.png"/><Relationship Id="rId7" Type="http://schemas.openxmlformats.org/officeDocument/2006/relationships/customXml" Target="../ink/ink27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6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02.png"/><Relationship Id="rId4" Type="http://schemas.openxmlformats.org/officeDocument/2006/relationships/image" Target="../media/image127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9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3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3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3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0.png"/><Relationship Id="rId3" Type="http://schemas.openxmlformats.org/officeDocument/2006/relationships/image" Target="../media/image150.png"/><Relationship Id="rId7" Type="http://schemas.openxmlformats.org/officeDocument/2006/relationships/customXml" Target="../ink/ink29.xml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3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3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3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280.png"/><Relationship Id="rId4" Type="http://schemas.openxmlformats.org/officeDocument/2006/relationships/customXml" Target="../ink/ink30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8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jp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Google Shape;39;p1">
            <a:extLst>
              <a:ext uri="{FF2B5EF4-FFF2-40B4-BE49-F238E27FC236}">
                <a16:creationId xmlns:a16="http://schemas.microsoft.com/office/drawing/2014/main" id="{99520C1E-7FDD-487A-8FAD-FD1BBC4D6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451" y="2934891"/>
            <a:ext cx="5429249" cy="1008459"/>
          </a:xfrm>
        </p:spPr>
        <p:txBody>
          <a:bodyPr spcFirstLastPara="1" vert="horz" wrap="square" lIns="51427" tIns="25706" rIns="51427" bIns="25706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x-none" sz="3000" dirty="0">
                <a:solidFill>
                  <a:srgbClr val="FFFFFF"/>
                </a:solidFill>
              </a:rPr>
              <a:t>Deep Neural Networks</a:t>
            </a:r>
            <a:br>
              <a:rPr lang="en-US" altLang="x-none" sz="3000" dirty="0">
                <a:solidFill>
                  <a:srgbClr val="FFFFFF"/>
                </a:solidFill>
              </a:rPr>
            </a:br>
            <a:r>
              <a:rPr lang="en-US" altLang="x-none" sz="2400" dirty="0">
                <a:solidFill>
                  <a:srgbClr val="FFFFFF"/>
                </a:solidFill>
              </a:rPr>
              <a:t>(AIML ZG511)</a:t>
            </a:r>
            <a:endParaRPr lang="x-none" altLang="x-none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Google Shape;39;p1">
            <a:extLst>
              <a:ext uri="{FF2B5EF4-FFF2-40B4-BE49-F238E27FC236}">
                <a16:creationId xmlns:a16="http://schemas.microsoft.com/office/drawing/2014/main" id="{99520C1E-7FDD-487A-8FAD-FD1BBC4D63F1}"/>
              </a:ext>
            </a:extLst>
          </p:cNvPr>
          <p:cNvSpPr txBox="1">
            <a:spLocks/>
          </p:cNvSpPr>
          <p:nvPr/>
        </p:nvSpPr>
        <p:spPr>
          <a:xfrm>
            <a:off x="3644206" y="5169584"/>
            <a:ext cx="5429249" cy="100845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1427" tIns="25706" rIns="51427" bIns="2570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endParaRPr lang="x-none" altLang="x-none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860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623888" y="4679004"/>
            <a:ext cx="7886700" cy="852488"/>
          </a:xfrm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Session 9</a:t>
            </a:r>
          </a:p>
          <a:p>
            <a:pPr algn="ctr">
              <a:spcBef>
                <a:spcPct val="0"/>
              </a:spcBef>
              <a:defRPr/>
            </a:pP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(5</a:t>
            </a:r>
            <a:r>
              <a:rPr lang="en-US" sz="2700" b="1" baseline="30000" dirty="0">
                <a:solidFill>
                  <a:schemeClr val="tx1"/>
                </a:solidFill>
                <a:latin typeface="Arial" charset="0"/>
                <a:cs typeface="Arial" charset="0"/>
              </a:rPr>
              <a:t>th</a:t>
            </a: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 July,2026)</a:t>
            </a:r>
          </a:p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652E8C-CBFD-4C3A-8871-27DD4200CF79}"/>
              </a:ext>
            </a:extLst>
          </p:cNvPr>
          <p:cNvSpPr/>
          <p:nvPr/>
        </p:nvSpPr>
        <p:spPr>
          <a:xfrm>
            <a:off x="953311" y="3173546"/>
            <a:ext cx="7655668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 marR="194945" lvl="0" indent="-635" algn="ctr">
              <a:lnSpc>
                <a:spcPct val="84500"/>
              </a:lnSpc>
            </a:pPr>
            <a:r>
              <a:rPr lang="en-US" sz="2800" dirty="0">
                <a:latin typeface="Cambria"/>
                <a:ea typeface="Cambria"/>
                <a:cs typeface="Cambria"/>
                <a:sym typeface="Cambria"/>
              </a:rPr>
              <a:t>MODULE # 6 :</a:t>
            </a:r>
          </a:p>
          <a:p>
            <a:pPr marL="202565" marR="194945" lvl="0" indent="-635" algn="ctr">
              <a:lnSpc>
                <a:spcPct val="84500"/>
              </a:lnSpc>
            </a:pPr>
            <a:r>
              <a:rPr lang="en-US" sz="2800" dirty="0">
                <a:latin typeface="Cambria"/>
                <a:ea typeface="Cambria"/>
                <a:cs typeface="Cambria"/>
                <a:sym typeface="Cambria"/>
              </a:rPr>
              <a:t> CNN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B67A88A-BA8D-4138-B296-7FABBF73F1E3}"/>
                  </a:ext>
                </a:extLst>
              </p14:cNvPr>
              <p14:cNvContentPartPr/>
              <p14:nvPr/>
            </p14:nvContentPartPr>
            <p14:xfrm>
              <a:off x="5051520" y="394560"/>
              <a:ext cx="3795120" cy="6293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B67A88A-BA8D-4138-B296-7FABBF73F1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42160" y="385200"/>
                <a:ext cx="3813840" cy="631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9854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93"/>
          <p:cNvSpPr txBox="1">
            <a:spLocks noGrp="1"/>
          </p:cNvSpPr>
          <p:nvPr>
            <p:ph type="title"/>
          </p:nvPr>
        </p:nvSpPr>
        <p:spPr>
          <a:xfrm>
            <a:off x="151137" y="31648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T</a:t>
            </a:r>
            <a:r>
              <a:rPr lang="en-US" cap="small" dirty="0">
                <a:solidFill>
                  <a:srgbClr val="FFFFFF"/>
                </a:solidFill>
              </a:rPr>
              <a:t>ypical</a:t>
            </a:r>
            <a:r>
              <a:rPr lang="en-US" dirty="0">
                <a:solidFill>
                  <a:srgbClr val="FFFFFF"/>
                </a:solidFill>
              </a:rPr>
              <a:t> CNN A</a:t>
            </a:r>
            <a:r>
              <a:rPr lang="en-US" cap="small" dirty="0">
                <a:solidFill>
                  <a:srgbClr val="FFFFFF"/>
                </a:solidFill>
              </a:rPr>
              <a:t>rchitecture</a:t>
            </a:r>
            <a:endParaRPr dirty="0"/>
          </a:p>
        </p:txBody>
      </p:sp>
      <p:grpSp>
        <p:nvGrpSpPr>
          <p:cNvPr id="2060" name="Google Shape;2060;p93"/>
          <p:cNvGrpSpPr/>
          <p:nvPr/>
        </p:nvGrpSpPr>
        <p:grpSpPr>
          <a:xfrm>
            <a:off x="1614177" y="2251667"/>
            <a:ext cx="457200" cy="914400"/>
            <a:chOff x="1017828" y="880051"/>
            <a:chExt cx="288290" cy="576580"/>
          </a:xfrm>
        </p:grpSpPr>
        <p:sp>
          <p:nvSpPr>
            <p:cNvPr id="2061" name="Google Shape;2061;p93"/>
            <p:cNvSpPr/>
            <p:nvPr/>
          </p:nvSpPr>
          <p:spPr>
            <a:xfrm>
              <a:off x="1017828" y="880051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 extrusionOk="0">
                  <a:moveTo>
                    <a:pt x="0" y="576009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576009"/>
                  </a:lnTo>
                  <a:lnTo>
                    <a:pt x="0" y="576009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62" name="Google Shape;2062;p93"/>
            <p:cNvSpPr/>
            <p:nvPr/>
          </p:nvSpPr>
          <p:spPr>
            <a:xfrm>
              <a:off x="1017828" y="880051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 extrusionOk="0">
                  <a:moveTo>
                    <a:pt x="0" y="576009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576009"/>
                  </a:lnTo>
                  <a:lnTo>
                    <a:pt x="0" y="57600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2063" name="Google Shape;2063;p93"/>
          <p:cNvSpPr txBox="1"/>
          <p:nvPr/>
        </p:nvSpPr>
        <p:spPr>
          <a:xfrm>
            <a:off x="1581429" y="3212391"/>
            <a:ext cx="52265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Input</a:t>
            </a:r>
            <a:endParaRPr sz="1665"/>
          </a:p>
        </p:txBody>
      </p:sp>
      <p:sp>
        <p:nvSpPr>
          <p:cNvPr id="2064" name="Google Shape;2064;p93"/>
          <p:cNvSpPr txBox="1"/>
          <p:nvPr/>
        </p:nvSpPr>
        <p:spPr>
          <a:xfrm>
            <a:off x="1465939" y="1884725"/>
            <a:ext cx="75327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32×32×3</a:t>
            </a:r>
            <a:endParaRPr sz="1427"/>
          </a:p>
        </p:txBody>
      </p:sp>
      <p:grpSp>
        <p:nvGrpSpPr>
          <p:cNvPr id="2065" name="Google Shape;2065;p93"/>
          <p:cNvGrpSpPr/>
          <p:nvPr/>
        </p:nvGrpSpPr>
        <p:grpSpPr>
          <a:xfrm>
            <a:off x="814682" y="2343016"/>
            <a:ext cx="6737665" cy="3117400"/>
            <a:chOff x="513702" y="937652"/>
            <a:chExt cx="4248472" cy="1965694"/>
          </a:xfrm>
        </p:grpSpPr>
        <p:sp>
          <p:nvSpPr>
            <p:cNvPr id="2066" name="Google Shape;2066;p93"/>
            <p:cNvSpPr/>
            <p:nvPr/>
          </p:nvSpPr>
          <p:spPr>
            <a:xfrm>
              <a:off x="1593838" y="937652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09" extrusionOk="0">
                  <a:moveTo>
                    <a:pt x="0" y="4608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460808"/>
                  </a:lnTo>
                  <a:lnTo>
                    <a:pt x="0" y="460808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67" name="Google Shape;2067;p93"/>
            <p:cNvSpPr/>
            <p:nvPr/>
          </p:nvSpPr>
          <p:spPr>
            <a:xfrm>
              <a:off x="1593838" y="937652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09" extrusionOk="0">
                  <a:moveTo>
                    <a:pt x="0" y="4608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460808"/>
                  </a:lnTo>
                  <a:lnTo>
                    <a:pt x="0" y="46080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68" name="Google Shape;2068;p93"/>
            <p:cNvSpPr/>
            <p:nvPr/>
          </p:nvSpPr>
          <p:spPr>
            <a:xfrm>
              <a:off x="2169847" y="995251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 extrusionOk="0">
                  <a:moveTo>
                    <a:pt x="0" y="3456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345608"/>
                  </a:lnTo>
                  <a:lnTo>
                    <a:pt x="0" y="345608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69" name="Google Shape;2069;p93"/>
            <p:cNvSpPr/>
            <p:nvPr/>
          </p:nvSpPr>
          <p:spPr>
            <a:xfrm>
              <a:off x="2169847" y="995251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 extrusionOk="0">
                  <a:moveTo>
                    <a:pt x="0" y="3456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345608"/>
                  </a:lnTo>
                  <a:lnTo>
                    <a:pt x="0" y="34560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0" name="Google Shape;2070;p93"/>
            <p:cNvSpPr/>
            <p:nvPr/>
          </p:nvSpPr>
          <p:spPr>
            <a:xfrm>
              <a:off x="2745856" y="102405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0" y="2880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88004"/>
                  </a:lnTo>
                  <a:lnTo>
                    <a:pt x="0" y="288004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1" name="Google Shape;2071;p93"/>
            <p:cNvSpPr/>
            <p:nvPr/>
          </p:nvSpPr>
          <p:spPr>
            <a:xfrm>
              <a:off x="2745856" y="102405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0" y="2880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88004"/>
                  </a:lnTo>
                  <a:lnTo>
                    <a:pt x="0" y="2880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2" name="Google Shape;2072;p93"/>
            <p:cNvSpPr/>
            <p:nvPr/>
          </p:nvSpPr>
          <p:spPr>
            <a:xfrm>
              <a:off x="3321866" y="1052856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 extrusionOk="0">
                  <a:moveTo>
                    <a:pt x="0" y="2304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30400"/>
                  </a:lnTo>
                  <a:lnTo>
                    <a:pt x="0" y="23040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3" name="Google Shape;2073;p93"/>
            <p:cNvSpPr/>
            <p:nvPr/>
          </p:nvSpPr>
          <p:spPr>
            <a:xfrm>
              <a:off x="3321866" y="1052856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 extrusionOk="0">
                  <a:moveTo>
                    <a:pt x="0" y="2304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30400"/>
                  </a:lnTo>
                  <a:lnTo>
                    <a:pt x="0" y="2304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4" name="Google Shape;2074;p93"/>
            <p:cNvSpPr/>
            <p:nvPr/>
          </p:nvSpPr>
          <p:spPr>
            <a:xfrm>
              <a:off x="3897875" y="1081654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 extrusionOk="0">
                  <a:moveTo>
                    <a:pt x="0" y="1728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72804"/>
                  </a:lnTo>
                  <a:lnTo>
                    <a:pt x="0" y="172804"/>
                  </a:lnTo>
                  <a:close/>
                </a:path>
              </a:pathLst>
            </a:custGeom>
            <a:solidFill>
              <a:srgbClr val="FFFC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5" name="Google Shape;2075;p93"/>
            <p:cNvSpPr/>
            <p:nvPr/>
          </p:nvSpPr>
          <p:spPr>
            <a:xfrm>
              <a:off x="3897875" y="1081654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 extrusionOk="0">
                  <a:moveTo>
                    <a:pt x="0" y="1728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72804"/>
                  </a:lnTo>
                  <a:lnTo>
                    <a:pt x="0" y="1728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6" name="Google Shape;2076;p93"/>
            <p:cNvSpPr/>
            <p:nvPr/>
          </p:nvSpPr>
          <p:spPr>
            <a:xfrm>
              <a:off x="4473884" y="1110456"/>
              <a:ext cx="288290" cy="115570"/>
            </a:xfrm>
            <a:custGeom>
              <a:avLst/>
              <a:gdLst/>
              <a:ahLst/>
              <a:cxnLst/>
              <a:rect l="l" t="t" r="r" b="b"/>
              <a:pathLst>
                <a:path w="288289" h="115569" extrusionOk="0">
                  <a:moveTo>
                    <a:pt x="0" y="1152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15200"/>
                  </a:lnTo>
                  <a:lnTo>
                    <a:pt x="0" y="115200"/>
                  </a:lnTo>
                  <a:close/>
                </a:path>
              </a:pathLst>
            </a:custGeom>
            <a:solidFill>
              <a:srgbClr val="F2CCD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7" name="Google Shape;2077;p93"/>
            <p:cNvSpPr/>
            <p:nvPr/>
          </p:nvSpPr>
          <p:spPr>
            <a:xfrm>
              <a:off x="1305833" y="1110456"/>
              <a:ext cx="3456304" cy="115570"/>
            </a:xfrm>
            <a:custGeom>
              <a:avLst/>
              <a:gdLst/>
              <a:ahLst/>
              <a:cxnLst/>
              <a:rect l="l" t="t" r="r" b="b"/>
              <a:pathLst>
                <a:path w="3456304" h="115569" extrusionOk="0">
                  <a:moveTo>
                    <a:pt x="3168051" y="115200"/>
                  </a:moveTo>
                  <a:lnTo>
                    <a:pt x="3168051" y="0"/>
                  </a:lnTo>
                  <a:lnTo>
                    <a:pt x="3456056" y="0"/>
                  </a:lnTo>
                  <a:lnTo>
                    <a:pt x="3456056" y="115200"/>
                  </a:lnTo>
                  <a:lnTo>
                    <a:pt x="3168051" y="115200"/>
                  </a:lnTo>
                  <a:close/>
                </a:path>
                <a:path w="3456304" h="115569" extrusionOk="0">
                  <a:moveTo>
                    <a:pt x="0" y="57599"/>
                  </a:moveTo>
                  <a:lnTo>
                    <a:pt x="225343" y="5759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8" name="Google Shape;2078;p93"/>
            <p:cNvSpPr/>
            <p:nvPr/>
          </p:nvSpPr>
          <p:spPr>
            <a:xfrm>
              <a:off x="1507389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9" name="Google Shape;2079;p93"/>
            <p:cNvSpPr/>
            <p:nvPr/>
          </p:nvSpPr>
          <p:spPr>
            <a:xfrm>
              <a:off x="1881842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0" name="Google Shape;2080;p93"/>
            <p:cNvSpPr/>
            <p:nvPr/>
          </p:nvSpPr>
          <p:spPr>
            <a:xfrm>
              <a:off x="2083399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1" name="Google Shape;2081;p93"/>
            <p:cNvSpPr/>
            <p:nvPr/>
          </p:nvSpPr>
          <p:spPr>
            <a:xfrm>
              <a:off x="2457852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2" name="Google Shape;2082;p93"/>
            <p:cNvSpPr/>
            <p:nvPr/>
          </p:nvSpPr>
          <p:spPr>
            <a:xfrm>
              <a:off x="2659408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3" name="Google Shape;2083;p93"/>
            <p:cNvSpPr/>
            <p:nvPr/>
          </p:nvSpPr>
          <p:spPr>
            <a:xfrm>
              <a:off x="3033861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4" name="Google Shape;2084;p93"/>
            <p:cNvSpPr/>
            <p:nvPr/>
          </p:nvSpPr>
          <p:spPr>
            <a:xfrm>
              <a:off x="3235417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5" name="Google Shape;2085;p93"/>
            <p:cNvSpPr/>
            <p:nvPr/>
          </p:nvSpPr>
          <p:spPr>
            <a:xfrm>
              <a:off x="3609871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6" name="Google Shape;2086;p93"/>
            <p:cNvSpPr/>
            <p:nvPr/>
          </p:nvSpPr>
          <p:spPr>
            <a:xfrm>
              <a:off x="3811427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7" name="Google Shape;2087;p93"/>
            <p:cNvSpPr/>
            <p:nvPr/>
          </p:nvSpPr>
          <p:spPr>
            <a:xfrm>
              <a:off x="4185880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8" name="Google Shape;2088;p93"/>
            <p:cNvSpPr/>
            <p:nvPr/>
          </p:nvSpPr>
          <p:spPr>
            <a:xfrm>
              <a:off x="4387436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2089" name="Google Shape;2089;p9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1697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0" name="Google Shape;2090;p9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3912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1" name="Google Shape;2091;p9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6126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2" name="Google Shape;2092;p9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83405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3" name="Google Shape;2093;p93"/>
          <p:cNvSpPr txBox="1"/>
          <p:nvPr/>
        </p:nvSpPr>
        <p:spPr>
          <a:xfrm>
            <a:off x="2379413" y="1884725"/>
            <a:ext cx="75327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28×28×6</a:t>
            </a:r>
            <a:endParaRPr sz="1427"/>
          </a:p>
        </p:txBody>
      </p:sp>
      <p:sp>
        <p:nvSpPr>
          <p:cNvPr id="2094" name="Google Shape;2094;p93"/>
          <p:cNvSpPr txBox="1"/>
          <p:nvPr/>
        </p:nvSpPr>
        <p:spPr>
          <a:xfrm>
            <a:off x="3292907" y="1884725"/>
            <a:ext cx="75327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14×14×6</a:t>
            </a:r>
            <a:endParaRPr sz="1427"/>
          </a:p>
        </p:txBody>
      </p:sp>
      <p:sp>
        <p:nvSpPr>
          <p:cNvPr id="2095" name="Google Shape;2095;p93"/>
          <p:cNvSpPr txBox="1"/>
          <p:nvPr/>
        </p:nvSpPr>
        <p:spPr>
          <a:xfrm>
            <a:off x="4156168" y="1884725"/>
            <a:ext cx="853977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10×10×16</a:t>
            </a:r>
            <a:endParaRPr sz="1427"/>
          </a:p>
        </p:txBody>
      </p:sp>
      <p:sp>
        <p:nvSpPr>
          <p:cNvPr id="2096" name="Google Shape;2096;p93"/>
          <p:cNvSpPr txBox="1"/>
          <p:nvPr/>
        </p:nvSpPr>
        <p:spPr>
          <a:xfrm>
            <a:off x="5170066" y="1884725"/>
            <a:ext cx="653574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5×5×16</a:t>
            </a:r>
            <a:endParaRPr sz="1427"/>
          </a:p>
        </p:txBody>
      </p:sp>
      <p:sp>
        <p:nvSpPr>
          <p:cNvPr id="2097" name="Google Shape;2097;p93"/>
          <p:cNvSpPr txBox="1"/>
          <p:nvPr/>
        </p:nvSpPr>
        <p:spPr>
          <a:xfrm>
            <a:off x="2424931" y="3234768"/>
            <a:ext cx="4150150" cy="53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Conv1	    Pool1      Conv2	Pool2	    FC</a:t>
            </a:r>
            <a:endParaRPr sz="1665"/>
          </a:p>
        </p:txBody>
      </p:sp>
      <p:sp>
        <p:nvSpPr>
          <p:cNvPr id="2098" name="Google Shape;2098;p93"/>
          <p:cNvSpPr txBox="1"/>
          <p:nvPr/>
        </p:nvSpPr>
        <p:spPr>
          <a:xfrm>
            <a:off x="6239209" y="1884725"/>
            <a:ext cx="342396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120</a:t>
            </a:r>
            <a:endParaRPr sz="1427"/>
          </a:p>
        </p:txBody>
      </p:sp>
      <p:sp>
        <p:nvSpPr>
          <p:cNvPr id="2099" name="Google Shape;2099;p93"/>
          <p:cNvSpPr txBox="1"/>
          <p:nvPr/>
        </p:nvSpPr>
        <p:spPr>
          <a:xfrm>
            <a:off x="6978039" y="3213963"/>
            <a:ext cx="690834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Output</a:t>
            </a:r>
            <a:endParaRPr sz="1665"/>
          </a:p>
        </p:txBody>
      </p:sp>
      <p:sp>
        <p:nvSpPr>
          <p:cNvPr id="2100" name="Google Shape;2100;p93"/>
          <p:cNvSpPr txBox="1"/>
          <p:nvPr/>
        </p:nvSpPr>
        <p:spPr>
          <a:xfrm>
            <a:off x="7202913" y="1884725"/>
            <a:ext cx="24169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10</a:t>
            </a:r>
            <a:endParaRPr sz="1427"/>
          </a:p>
        </p:txBody>
      </p:sp>
      <p:sp>
        <p:nvSpPr>
          <p:cNvPr id="2101" name="Google Shape;2101;p93"/>
          <p:cNvSpPr txBox="1"/>
          <p:nvPr/>
        </p:nvSpPr>
        <p:spPr>
          <a:xfrm>
            <a:off x="550774" y="3835165"/>
            <a:ext cx="6287789" cy="178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Pattern: </a:t>
            </a:r>
            <a:r>
              <a:rPr lang="en-US" sz="1665"/>
              <a:t>CONV</a:t>
            </a: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 → </a:t>
            </a:r>
            <a:r>
              <a:rPr lang="en-US" sz="1665"/>
              <a:t>POOL</a:t>
            </a: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1665"/>
              <a:t>CONV</a:t>
            </a: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1665"/>
              <a:t>POOL</a:t>
            </a: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1665"/>
              <a:t>FC</a:t>
            </a: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1665"/>
              <a:t>OUTPUT</a:t>
            </a:r>
            <a:endParaRPr sz="1665"/>
          </a:p>
          <a:p>
            <a:pPr marL="491439" marR="533735" defTabSz="1450147">
              <a:lnSpc>
                <a:spcPct val="138400"/>
              </a:lnSpc>
            </a:pPr>
            <a:r>
              <a:rPr lang="en-US" sz="1665"/>
              <a:t>Early layers: Detect low-level features (edges, corners) Middle layers: Combine features (shapes, textures) Later layers: High-level concepts (objects, faces) Spatial size decreases, depth increases</a:t>
            </a:r>
            <a:endParaRPr sz="1665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41DC18D-783E-4B7C-A039-9BE61471676C}"/>
                  </a:ext>
                </a:extLst>
              </p14:cNvPr>
              <p14:cNvContentPartPr/>
              <p14:nvPr/>
            </p14:nvContentPartPr>
            <p14:xfrm>
              <a:off x="1848240" y="1550160"/>
              <a:ext cx="5989320" cy="1633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41DC18D-783E-4B7C-A039-9BE6147167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38880" y="1540800"/>
                <a:ext cx="6008040" cy="1652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99"/>
          <p:cNvSpPr txBox="1">
            <a:spLocks noGrp="1"/>
          </p:cNvSpPr>
          <p:nvPr>
            <p:ph type="title"/>
          </p:nvPr>
        </p:nvSpPr>
        <p:spPr>
          <a:xfrm>
            <a:off x="151137" y="380495"/>
            <a:ext cx="8354474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2220">
                <a:solidFill>
                  <a:srgbClr val="FFFFFF"/>
                </a:solidFill>
              </a:rPr>
              <a:t>P</a:t>
            </a:r>
            <a:r>
              <a:rPr lang="en-US" sz="2220" cap="small">
                <a:solidFill>
                  <a:srgbClr val="FFFFFF"/>
                </a:solidFill>
              </a:rPr>
              <a:t>attern</a:t>
            </a:r>
            <a:r>
              <a:rPr lang="en-US" sz="2220">
                <a:solidFill>
                  <a:srgbClr val="FFFFFF"/>
                </a:solidFill>
              </a:rPr>
              <a:t> 1: S</a:t>
            </a:r>
            <a:r>
              <a:rPr lang="en-US" sz="2220" cap="small">
                <a:solidFill>
                  <a:srgbClr val="FFFFFF"/>
                </a:solidFill>
              </a:rPr>
              <a:t>patial</a:t>
            </a:r>
            <a:r>
              <a:rPr lang="en-US" sz="2220">
                <a:solidFill>
                  <a:srgbClr val="FFFFFF"/>
                </a:solidFill>
              </a:rPr>
              <a:t> R</a:t>
            </a:r>
            <a:r>
              <a:rPr lang="en-US" sz="2220" cap="small">
                <a:solidFill>
                  <a:srgbClr val="FFFFFF"/>
                </a:solidFill>
              </a:rPr>
              <a:t>eduction</a:t>
            </a:r>
            <a:r>
              <a:rPr lang="en-US" sz="2220">
                <a:solidFill>
                  <a:srgbClr val="FFFFFF"/>
                </a:solidFill>
              </a:rPr>
              <a:t> + C</a:t>
            </a:r>
            <a:r>
              <a:rPr lang="en-US" sz="2220" cap="small">
                <a:solidFill>
                  <a:srgbClr val="FFFFFF"/>
                </a:solidFill>
              </a:rPr>
              <a:t>hannel</a:t>
            </a:r>
            <a:r>
              <a:rPr lang="en-US" sz="2220">
                <a:solidFill>
                  <a:srgbClr val="FFFFFF"/>
                </a:solidFill>
              </a:rPr>
              <a:t> E</a:t>
            </a:r>
            <a:r>
              <a:rPr lang="en-US" sz="2220" cap="small">
                <a:solidFill>
                  <a:srgbClr val="FFFFFF"/>
                </a:solidFill>
              </a:rPr>
              <a:t>xpansion</a:t>
            </a:r>
            <a:endParaRPr sz="2220"/>
          </a:p>
        </p:txBody>
      </p:sp>
      <p:pic>
        <p:nvPicPr>
          <p:cNvPr id="2237" name="Google Shape;2237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7953634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p100"/>
          <p:cNvSpPr txBox="1">
            <a:spLocks noGrp="1"/>
          </p:cNvSpPr>
          <p:nvPr>
            <p:ph type="title"/>
          </p:nvPr>
        </p:nvSpPr>
        <p:spPr>
          <a:xfrm>
            <a:off x="151137" y="380496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attern</a:t>
            </a:r>
            <a:r>
              <a:rPr lang="en-US">
                <a:solidFill>
                  <a:srgbClr val="FFFFFF"/>
                </a:solidFill>
              </a:rPr>
              <a:t> 2: R</a:t>
            </a:r>
            <a:r>
              <a:rPr lang="en-US" cap="small">
                <a:solidFill>
                  <a:srgbClr val="FFFFFF"/>
                </a:solidFill>
              </a:rPr>
              <a:t>epetitive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uilding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locks</a:t>
            </a:r>
            <a:endParaRPr/>
          </a:p>
        </p:txBody>
      </p:sp>
      <p:sp>
        <p:nvSpPr>
          <p:cNvPr id="2243" name="Google Shape;2243;p100"/>
          <p:cNvSpPr txBox="1"/>
          <p:nvPr/>
        </p:nvSpPr>
        <p:spPr>
          <a:xfrm>
            <a:off x="550775" y="1893178"/>
            <a:ext cx="5369582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Instead of arbitrary layers, use repeated modular blocks</a:t>
            </a:r>
            <a:endParaRPr sz="1665"/>
          </a:p>
        </p:txBody>
      </p:sp>
      <p:sp>
        <p:nvSpPr>
          <p:cNvPr id="2244" name="Google Shape;2244;p100"/>
          <p:cNvSpPr txBox="1"/>
          <p:nvPr/>
        </p:nvSpPr>
        <p:spPr>
          <a:xfrm>
            <a:off x="1884824" y="3571398"/>
            <a:ext cx="1042295" cy="276562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0141" rIns="0" bIns="0" anchor="t" anchorCtr="0">
            <a:spAutoFit/>
          </a:bodyPr>
          <a:lstStyle/>
          <a:p>
            <a:pPr marL="55388" defTabSz="1450147"/>
            <a:r>
              <a:rPr lang="en-US" sz="1665"/>
              <a:t>Conv 3×3</a:t>
            </a:r>
            <a:endParaRPr sz="1665"/>
          </a:p>
        </p:txBody>
      </p:sp>
      <p:sp>
        <p:nvSpPr>
          <p:cNvPr id="2245" name="Google Shape;2245;p100"/>
          <p:cNvSpPr txBox="1"/>
          <p:nvPr/>
        </p:nvSpPr>
        <p:spPr>
          <a:xfrm>
            <a:off x="1884824" y="4001365"/>
            <a:ext cx="1042295" cy="276562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0141" rIns="0" bIns="0" anchor="t" anchorCtr="0">
            <a:spAutoFit/>
          </a:bodyPr>
          <a:lstStyle/>
          <a:p>
            <a:pPr marL="55388" defTabSz="1450147"/>
            <a:r>
              <a:rPr lang="en-US" sz="1665"/>
              <a:t>Conv 3×3</a:t>
            </a:r>
            <a:endParaRPr sz="1665"/>
          </a:p>
        </p:txBody>
      </p:sp>
      <p:sp>
        <p:nvSpPr>
          <p:cNvPr id="2246" name="Google Shape;2246;p100"/>
          <p:cNvSpPr txBox="1"/>
          <p:nvPr/>
        </p:nvSpPr>
        <p:spPr>
          <a:xfrm>
            <a:off x="1884824" y="4431354"/>
            <a:ext cx="1042295" cy="273479"/>
          </a:xfrm>
          <a:prstGeom prst="rect">
            <a:avLst/>
          </a:prstGeom>
          <a:solidFill>
            <a:srgbClr val="FFCC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103726" defTabSz="1450147"/>
            <a:r>
              <a:rPr lang="en-US" sz="1665"/>
              <a:t>MaxPool</a:t>
            </a:r>
            <a:endParaRPr sz="1665"/>
          </a:p>
        </p:txBody>
      </p:sp>
      <p:sp>
        <p:nvSpPr>
          <p:cNvPr id="2247" name="Google Shape;2247;p100"/>
          <p:cNvSpPr txBox="1"/>
          <p:nvPr/>
        </p:nvSpPr>
        <p:spPr>
          <a:xfrm>
            <a:off x="467070" y="2370913"/>
            <a:ext cx="2782475" cy="112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379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VGG Block:</a:t>
            </a:r>
            <a:endParaRPr sz="1665"/>
          </a:p>
          <a:p>
            <a:pPr marL="20141" defTabSz="1450147">
              <a:spcBef>
                <a:spcPts val="285"/>
              </a:spcBef>
            </a:pPr>
            <a:r>
              <a:rPr lang="en-US" sz="1665"/>
              <a:t>Multiple 3×3 convs + pooling</a:t>
            </a:r>
            <a:endParaRPr sz="1665"/>
          </a:p>
          <a:p>
            <a:pPr defTabSz="1450147">
              <a:spcBef>
                <a:spcPts val="32"/>
              </a:spcBef>
            </a:pPr>
            <a:endParaRPr sz="1665"/>
          </a:p>
          <a:p>
            <a:pPr marL="1408856" defTabSz="1450147"/>
            <a:r>
              <a:rPr lang="en-US" sz="1665"/>
              <a:t>VGG Block</a:t>
            </a:r>
            <a:endParaRPr sz="1665"/>
          </a:p>
        </p:txBody>
      </p:sp>
      <p:grpSp>
        <p:nvGrpSpPr>
          <p:cNvPr id="2248" name="Google Shape;2248;p100"/>
          <p:cNvGrpSpPr/>
          <p:nvPr/>
        </p:nvGrpSpPr>
        <p:grpSpPr>
          <a:xfrm>
            <a:off x="2342840" y="3883169"/>
            <a:ext cx="125881" cy="536173"/>
            <a:chOff x="1477290" y="1908803"/>
            <a:chExt cx="79375" cy="338087"/>
          </a:xfrm>
        </p:grpSpPr>
        <p:sp>
          <p:nvSpPr>
            <p:cNvPr id="2249" name="Google Shape;2249;p100"/>
            <p:cNvSpPr/>
            <p:nvPr/>
          </p:nvSpPr>
          <p:spPr>
            <a:xfrm>
              <a:off x="1516799" y="1908803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886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50" name="Google Shape;2250;p100"/>
            <p:cNvSpPr/>
            <p:nvPr/>
          </p:nvSpPr>
          <p:spPr>
            <a:xfrm>
              <a:off x="1477290" y="1943359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51" name="Google Shape;2251;p100"/>
            <p:cNvSpPr/>
            <p:nvPr/>
          </p:nvSpPr>
          <p:spPr>
            <a:xfrm>
              <a:off x="1516799" y="2179935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90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52" name="Google Shape;2252;p100"/>
            <p:cNvSpPr/>
            <p:nvPr/>
          </p:nvSpPr>
          <p:spPr>
            <a:xfrm>
              <a:off x="1477290" y="2214506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graphicFrame>
        <p:nvGraphicFramePr>
          <p:cNvPr id="2253" name="Google Shape;2253;p100"/>
          <p:cNvGraphicFramePr/>
          <p:nvPr/>
        </p:nvGraphicFramePr>
        <p:xfrm>
          <a:off x="6188432" y="3558061"/>
          <a:ext cx="1117824" cy="79354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8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150">
                <a:tc>
                  <a:txBody>
                    <a:bodyPr/>
                    <a:lstStyle/>
                    <a:p>
                      <a:pPr marL="4508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Conv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0141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52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3×3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0141" marB="0">
                    <a:lnL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47">
                <a:tc>
                  <a:txBody>
                    <a:bodyPr/>
                    <a:lstStyle/>
                    <a:p>
                      <a:pPr marL="0" marR="2159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150">
                <a:tc>
                  <a:txBody>
                    <a:bodyPr/>
                    <a:lstStyle/>
                    <a:p>
                      <a:pPr marL="4508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Conv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0141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52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3×3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0141" marB="0">
                    <a:lnL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254" name="Google Shape;2254;p100"/>
          <p:cNvGrpSpPr/>
          <p:nvPr/>
        </p:nvGrpSpPr>
        <p:grpSpPr>
          <a:xfrm>
            <a:off x="6543792" y="4536226"/>
            <a:ext cx="371601" cy="371601"/>
            <a:chOff x="4126224" y="2320592"/>
            <a:chExt cx="234315" cy="234315"/>
          </a:xfrm>
        </p:grpSpPr>
        <p:sp>
          <p:nvSpPr>
            <p:cNvPr id="2255" name="Google Shape;2255;p100"/>
            <p:cNvSpPr/>
            <p:nvPr/>
          </p:nvSpPr>
          <p:spPr>
            <a:xfrm>
              <a:off x="4126224" y="2320592"/>
              <a:ext cx="234315" cy="234315"/>
            </a:xfrm>
            <a:custGeom>
              <a:avLst/>
              <a:gdLst/>
              <a:ahLst/>
              <a:cxnLst/>
              <a:rect l="l" t="t" r="r" b="b"/>
              <a:pathLst>
                <a:path w="234314" h="234314" extrusionOk="0">
                  <a:moveTo>
                    <a:pt x="116972" y="0"/>
                  </a:moveTo>
                  <a:lnTo>
                    <a:pt x="71441" y="9192"/>
                  </a:lnTo>
                  <a:lnTo>
                    <a:pt x="34260" y="34260"/>
                  </a:lnTo>
                  <a:lnTo>
                    <a:pt x="9192" y="71441"/>
                  </a:lnTo>
                  <a:lnTo>
                    <a:pt x="0" y="116972"/>
                  </a:lnTo>
                  <a:lnTo>
                    <a:pt x="9192" y="162504"/>
                  </a:lnTo>
                  <a:lnTo>
                    <a:pt x="34260" y="199685"/>
                  </a:lnTo>
                  <a:lnTo>
                    <a:pt x="71441" y="224753"/>
                  </a:lnTo>
                  <a:lnTo>
                    <a:pt x="116972" y="233945"/>
                  </a:lnTo>
                  <a:lnTo>
                    <a:pt x="162504" y="224753"/>
                  </a:lnTo>
                  <a:lnTo>
                    <a:pt x="199685" y="199685"/>
                  </a:lnTo>
                  <a:lnTo>
                    <a:pt x="224753" y="162504"/>
                  </a:lnTo>
                  <a:lnTo>
                    <a:pt x="233945" y="116972"/>
                  </a:lnTo>
                  <a:lnTo>
                    <a:pt x="224753" y="71441"/>
                  </a:lnTo>
                  <a:lnTo>
                    <a:pt x="199685" y="34260"/>
                  </a:lnTo>
                  <a:lnTo>
                    <a:pt x="162504" y="9192"/>
                  </a:lnTo>
                  <a:lnTo>
                    <a:pt x="116972" y="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56" name="Google Shape;2256;p100"/>
            <p:cNvSpPr/>
            <p:nvPr/>
          </p:nvSpPr>
          <p:spPr>
            <a:xfrm>
              <a:off x="4126224" y="2320592"/>
              <a:ext cx="234315" cy="234315"/>
            </a:xfrm>
            <a:custGeom>
              <a:avLst/>
              <a:gdLst/>
              <a:ahLst/>
              <a:cxnLst/>
              <a:rect l="l" t="t" r="r" b="b"/>
              <a:pathLst>
                <a:path w="234314" h="234314" extrusionOk="0">
                  <a:moveTo>
                    <a:pt x="233945" y="116972"/>
                  </a:moveTo>
                  <a:lnTo>
                    <a:pt x="224753" y="71441"/>
                  </a:lnTo>
                  <a:lnTo>
                    <a:pt x="199685" y="34260"/>
                  </a:lnTo>
                  <a:lnTo>
                    <a:pt x="162504" y="9192"/>
                  </a:lnTo>
                  <a:lnTo>
                    <a:pt x="116972" y="0"/>
                  </a:lnTo>
                  <a:lnTo>
                    <a:pt x="71441" y="9192"/>
                  </a:lnTo>
                  <a:lnTo>
                    <a:pt x="34260" y="34260"/>
                  </a:lnTo>
                  <a:lnTo>
                    <a:pt x="9192" y="71441"/>
                  </a:lnTo>
                  <a:lnTo>
                    <a:pt x="0" y="116972"/>
                  </a:lnTo>
                  <a:lnTo>
                    <a:pt x="9192" y="162504"/>
                  </a:lnTo>
                  <a:lnTo>
                    <a:pt x="34260" y="199685"/>
                  </a:lnTo>
                  <a:lnTo>
                    <a:pt x="71441" y="224753"/>
                  </a:lnTo>
                  <a:lnTo>
                    <a:pt x="116972" y="233945"/>
                  </a:lnTo>
                  <a:lnTo>
                    <a:pt x="162504" y="224753"/>
                  </a:lnTo>
                  <a:lnTo>
                    <a:pt x="199685" y="199685"/>
                  </a:lnTo>
                  <a:lnTo>
                    <a:pt x="224753" y="162504"/>
                  </a:lnTo>
                  <a:lnTo>
                    <a:pt x="233945" y="11697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2257" name="Google Shape;2257;p100"/>
          <p:cNvSpPr txBox="1"/>
          <p:nvPr/>
        </p:nvSpPr>
        <p:spPr>
          <a:xfrm>
            <a:off x="6645874" y="4539318"/>
            <a:ext cx="167170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+</a:t>
            </a:r>
            <a:endParaRPr sz="1665"/>
          </a:p>
        </p:txBody>
      </p:sp>
      <p:grpSp>
        <p:nvGrpSpPr>
          <p:cNvPr id="2258" name="Google Shape;2258;p100"/>
          <p:cNvGrpSpPr/>
          <p:nvPr/>
        </p:nvGrpSpPr>
        <p:grpSpPr>
          <a:xfrm>
            <a:off x="6692464" y="3487574"/>
            <a:ext cx="125881" cy="1036645"/>
            <a:chOff x="4203688" y="1659359"/>
            <a:chExt cx="79375" cy="653662"/>
          </a:xfrm>
        </p:grpSpPr>
        <p:sp>
          <p:nvSpPr>
            <p:cNvPr id="2259" name="Google Shape;2259;p100"/>
            <p:cNvSpPr/>
            <p:nvPr/>
          </p:nvSpPr>
          <p:spPr>
            <a:xfrm>
              <a:off x="4243197" y="2210060"/>
              <a:ext cx="0" cy="98425"/>
            </a:xfrm>
            <a:custGeom>
              <a:avLst/>
              <a:gdLst/>
              <a:ahLst/>
              <a:cxnLst/>
              <a:rect l="l" t="t" r="r" b="b"/>
              <a:pathLst>
                <a:path w="120000" h="98425" extrusionOk="0">
                  <a:moveTo>
                    <a:pt x="0" y="0"/>
                  </a:moveTo>
                  <a:lnTo>
                    <a:pt x="0" y="97907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60" name="Google Shape;2260;p100"/>
            <p:cNvSpPr/>
            <p:nvPr/>
          </p:nvSpPr>
          <p:spPr>
            <a:xfrm>
              <a:off x="4203688" y="2280637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61" name="Google Shape;2261;p100"/>
            <p:cNvSpPr/>
            <p:nvPr/>
          </p:nvSpPr>
          <p:spPr>
            <a:xfrm>
              <a:off x="4243197" y="1659359"/>
              <a:ext cx="0" cy="648970"/>
            </a:xfrm>
            <a:custGeom>
              <a:avLst/>
              <a:gdLst/>
              <a:ahLst/>
              <a:cxnLst/>
              <a:rect l="l" t="t" r="r" b="b"/>
              <a:pathLst>
                <a:path w="120000" h="648969" extrusionOk="0">
                  <a:moveTo>
                    <a:pt x="0" y="0"/>
                  </a:moveTo>
                  <a:lnTo>
                    <a:pt x="0" y="576009"/>
                  </a:lnTo>
                  <a:lnTo>
                    <a:pt x="0" y="648607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62" name="Google Shape;2262;p100"/>
            <p:cNvSpPr/>
            <p:nvPr/>
          </p:nvSpPr>
          <p:spPr>
            <a:xfrm>
              <a:off x="4203688" y="2280637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2263" name="Google Shape;2263;p100"/>
          <p:cNvSpPr txBox="1"/>
          <p:nvPr/>
        </p:nvSpPr>
        <p:spPr>
          <a:xfrm>
            <a:off x="4790871" y="2367729"/>
            <a:ext cx="2613291" cy="110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379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ResNet Block:</a:t>
            </a:r>
            <a:endParaRPr sz="1665"/>
          </a:p>
          <a:p>
            <a:pPr marL="20141" defTabSz="1450147">
              <a:spcBef>
                <a:spcPts val="293"/>
              </a:spcBef>
            </a:pPr>
            <a:r>
              <a:rPr lang="en-US" sz="1665"/>
              <a:t>Convs + skip connection</a:t>
            </a:r>
            <a:endParaRPr sz="1665"/>
          </a:p>
          <a:p>
            <a:pPr marL="1283984" defTabSz="1450147">
              <a:spcBef>
                <a:spcPts val="1895"/>
              </a:spcBef>
            </a:pPr>
            <a:r>
              <a:rPr lang="en-US" sz="1665"/>
              <a:t>ResNet Block</a:t>
            </a:r>
            <a:endParaRPr sz="1665"/>
          </a:p>
        </p:txBody>
      </p:sp>
      <p:sp>
        <p:nvSpPr>
          <p:cNvPr id="2264" name="Google Shape;2264;p100"/>
          <p:cNvSpPr txBox="1"/>
          <p:nvPr/>
        </p:nvSpPr>
        <p:spPr>
          <a:xfrm>
            <a:off x="550775" y="5024051"/>
            <a:ext cx="5035242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Benefits: Modularity, easier to scale, proven designs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p101"/>
          <p:cNvSpPr txBox="1">
            <a:spLocks noGrp="1"/>
          </p:cNvSpPr>
          <p:nvPr>
            <p:ph type="title"/>
          </p:nvPr>
        </p:nvSpPr>
        <p:spPr>
          <a:xfrm>
            <a:off x="151137" y="31648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P</a:t>
            </a:r>
            <a:r>
              <a:rPr lang="en-US" cap="small" dirty="0">
                <a:solidFill>
                  <a:srgbClr val="FFFFFF"/>
                </a:solidFill>
              </a:rPr>
              <a:t>attern</a:t>
            </a:r>
            <a:r>
              <a:rPr lang="en-US" dirty="0">
                <a:solidFill>
                  <a:srgbClr val="FFFFFF"/>
                </a:solidFill>
              </a:rPr>
              <a:t> 3: S</a:t>
            </a:r>
            <a:r>
              <a:rPr lang="en-US" cap="small" dirty="0">
                <a:solidFill>
                  <a:srgbClr val="FFFFFF"/>
                </a:solidFill>
              </a:rPr>
              <a:t>kip</a:t>
            </a:r>
            <a:r>
              <a:rPr lang="en-US" dirty="0">
                <a:solidFill>
                  <a:srgbClr val="FFFFFF"/>
                </a:solidFill>
              </a:rPr>
              <a:t>/R</a:t>
            </a:r>
            <a:r>
              <a:rPr lang="en-US" cap="small" dirty="0">
                <a:solidFill>
                  <a:srgbClr val="FFFFFF"/>
                </a:solidFill>
              </a:rPr>
              <a:t>esidual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onnections</a:t>
            </a:r>
            <a:endParaRPr dirty="0"/>
          </a:p>
        </p:txBody>
      </p:sp>
      <p:grpSp>
        <p:nvGrpSpPr>
          <p:cNvPr id="2276" name="Google Shape;2276;p101"/>
          <p:cNvGrpSpPr/>
          <p:nvPr/>
        </p:nvGrpSpPr>
        <p:grpSpPr>
          <a:xfrm>
            <a:off x="2020860" y="2827394"/>
            <a:ext cx="4111240" cy="379040"/>
            <a:chOff x="1274264" y="1243079"/>
            <a:chExt cx="2592365" cy="239006"/>
          </a:xfrm>
        </p:grpSpPr>
        <p:pic>
          <p:nvPicPr>
            <p:cNvPr id="2277" name="Google Shape;2277;p10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74264" y="1243200"/>
              <a:ext cx="238765" cy="2387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8" name="Google Shape;2278;p101"/>
            <p:cNvSpPr/>
            <p:nvPr/>
          </p:nvSpPr>
          <p:spPr>
            <a:xfrm>
              <a:off x="1875564" y="1252473"/>
              <a:ext cx="512445" cy="220345"/>
            </a:xfrm>
            <a:custGeom>
              <a:avLst/>
              <a:gdLst/>
              <a:ahLst/>
              <a:cxnLst/>
              <a:rect l="l" t="t" r="r" b="b"/>
              <a:pathLst>
                <a:path w="512444" h="220344" extrusionOk="0">
                  <a:moveTo>
                    <a:pt x="512234" y="0"/>
                  </a:moveTo>
                  <a:lnTo>
                    <a:pt x="0" y="0"/>
                  </a:lnTo>
                  <a:lnTo>
                    <a:pt x="0" y="220219"/>
                  </a:lnTo>
                  <a:lnTo>
                    <a:pt x="512234" y="220219"/>
                  </a:lnTo>
                  <a:lnTo>
                    <a:pt x="512234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79" name="Google Shape;2279;p101"/>
            <p:cNvSpPr/>
            <p:nvPr/>
          </p:nvSpPr>
          <p:spPr>
            <a:xfrm>
              <a:off x="1875564" y="1252473"/>
              <a:ext cx="512445" cy="220345"/>
            </a:xfrm>
            <a:custGeom>
              <a:avLst/>
              <a:gdLst/>
              <a:ahLst/>
              <a:cxnLst/>
              <a:rect l="l" t="t" r="r" b="b"/>
              <a:pathLst>
                <a:path w="512444" h="220344" extrusionOk="0">
                  <a:moveTo>
                    <a:pt x="0" y="220219"/>
                  </a:moveTo>
                  <a:lnTo>
                    <a:pt x="512234" y="220219"/>
                  </a:lnTo>
                  <a:lnTo>
                    <a:pt x="512234" y="0"/>
                  </a:lnTo>
                  <a:lnTo>
                    <a:pt x="0" y="0"/>
                  </a:lnTo>
                  <a:lnTo>
                    <a:pt x="0" y="22021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80" name="Google Shape;2280;p101"/>
            <p:cNvSpPr/>
            <p:nvPr/>
          </p:nvSpPr>
          <p:spPr>
            <a:xfrm>
              <a:off x="2752860" y="1252473"/>
              <a:ext cx="512445" cy="220345"/>
            </a:xfrm>
            <a:custGeom>
              <a:avLst/>
              <a:gdLst/>
              <a:ahLst/>
              <a:cxnLst/>
              <a:rect l="l" t="t" r="r" b="b"/>
              <a:pathLst>
                <a:path w="512445" h="220344" extrusionOk="0">
                  <a:moveTo>
                    <a:pt x="512234" y="0"/>
                  </a:moveTo>
                  <a:lnTo>
                    <a:pt x="0" y="0"/>
                  </a:lnTo>
                  <a:lnTo>
                    <a:pt x="0" y="220219"/>
                  </a:lnTo>
                  <a:lnTo>
                    <a:pt x="512234" y="220219"/>
                  </a:lnTo>
                  <a:lnTo>
                    <a:pt x="512234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81" name="Google Shape;2281;p101"/>
            <p:cNvSpPr/>
            <p:nvPr/>
          </p:nvSpPr>
          <p:spPr>
            <a:xfrm>
              <a:off x="2752860" y="1252473"/>
              <a:ext cx="512445" cy="220345"/>
            </a:xfrm>
            <a:custGeom>
              <a:avLst/>
              <a:gdLst/>
              <a:ahLst/>
              <a:cxnLst/>
              <a:rect l="l" t="t" r="r" b="b"/>
              <a:pathLst>
                <a:path w="512445" h="220344" extrusionOk="0">
                  <a:moveTo>
                    <a:pt x="0" y="220219"/>
                  </a:moveTo>
                  <a:lnTo>
                    <a:pt x="512234" y="220219"/>
                  </a:lnTo>
                  <a:lnTo>
                    <a:pt x="512234" y="0"/>
                  </a:lnTo>
                  <a:lnTo>
                    <a:pt x="0" y="0"/>
                  </a:lnTo>
                  <a:lnTo>
                    <a:pt x="0" y="22021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2282" name="Google Shape;2282;p10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627623" y="1243079"/>
              <a:ext cx="239006" cy="23900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83" name="Google Shape;2283;p101"/>
          <p:cNvSpPr txBox="1"/>
          <p:nvPr/>
        </p:nvSpPr>
        <p:spPr>
          <a:xfrm>
            <a:off x="2129806" y="2837709"/>
            <a:ext cx="3896088" cy="53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 b="1"/>
              <a:t>x	   </a:t>
            </a:r>
            <a:r>
              <a:rPr lang="en-US" sz="1665"/>
              <a:t>Weight	  Weight	 +</a:t>
            </a:r>
            <a:endParaRPr sz="1665"/>
          </a:p>
        </p:txBody>
      </p:sp>
      <p:grpSp>
        <p:nvGrpSpPr>
          <p:cNvPr id="2284" name="Google Shape;2284;p101"/>
          <p:cNvGrpSpPr/>
          <p:nvPr/>
        </p:nvGrpSpPr>
        <p:grpSpPr>
          <a:xfrm>
            <a:off x="6707031" y="2815444"/>
            <a:ext cx="403826" cy="403826"/>
            <a:chOff x="4229155" y="1235543"/>
            <a:chExt cx="254635" cy="254635"/>
          </a:xfrm>
        </p:grpSpPr>
        <p:sp>
          <p:nvSpPr>
            <p:cNvPr id="2285" name="Google Shape;2285;p101"/>
            <p:cNvSpPr/>
            <p:nvPr/>
          </p:nvSpPr>
          <p:spPr>
            <a:xfrm>
              <a:off x="4229155" y="1235543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5" h="254634" extrusionOk="0">
                  <a:moveTo>
                    <a:pt x="127040" y="0"/>
                  </a:moveTo>
                  <a:lnTo>
                    <a:pt x="77590" y="9983"/>
                  </a:lnTo>
                  <a:lnTo>
                    <a:pt x="37208" y="37208"/>
                  </a:lnTo>
                  <a:lnTo>
                    <a:pt x="9983" y="77589"/>
                  </a:lnTo>
                  <a:lnTo>
                    <a:pt x="0" y="127039"/>
                  </a:lnTo>
                  <a:lnTo>
                    <a:pt x="9983" y="176489"/>
                  </a:lnTo>
                  <a:lnTo>
                    <a:pt x="37208" y="216870"/>
                  </a:lnTo>
                  <a:lnTo>
                    <a:pt x="77590" y="244096"/>
                  </a:lnTo>
                  <a:lnTo>
                    <a:pt x="127040" y="254079"/>
                  </a:lnTo>
                  <a:lnTo>
                    <a:pt x="176490" y="244096"/>
                  </a:lnTo>
                  <a:lnTo>
                    <a:pt x="216871" y="216870"/>
                  </a:lnTo>
                  <a:lnTo>
                    <a:pt x="244096" y="176489"/>
                  </a:lnTo>
                  <a:lnTo>
                    <a:pt x="254080" y="127039"/>
                  </a:lnTo>
                  <a:lnTo>
                    <a:pt x="244096" y="77589"/>
                  </a:lnTo>
                  <a:lnTo>
                    <a:pt x="216871" y="37208"/>
                  </a:lnTo>
                  <a:lnTo>
                    <a:pt x="176490" y="9983"/>
                  </a:lnTo>
                  <a:lnTo>
                    <a:pt x="12704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86" name="Google Shape;2286;p101"/>
            <p:cNvSpPr/>
            <p:nvPr/>
          </p:nvSpPr>
          <p:spPr>
            <a:xfrm>
              <a:off x="4229155" y="1235543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5" h="254634" extrusionOk="0">
                  <a:moveTo>
                    <a:pt x="254080" y="127039"/>
                  </a:moveTo>
                  <a:lnTo>
                    <a:pt x="244096" y="77589"/>
                  </a:lnTo>
                  <a:lnTo>
                    <a:pt x="216871" y="37208"/>
                  </a:lnTo>
                  <a:lnTo>
                    <a:pt x="176490" y="9983"/>
                  </a:lnTo>
                  <a:lnTo>
                    <a:pt x="127040" y="0"/>
                  </a:lnTo>
                  <a:lnTo>
                    <a:pt x="77590" y="9983"/>
                  </a:lnTo>
                  <a:lnTo>
                    <a:pt x="37208" y="37208"/>
                  </a:lnTo>
                  <a:lnTo>
                    <a:pt x="9983" y="77589"/>
                  </a:lnTo>
                  <a:lnTo>
                    <a:pt x="0" y="127039"/>
                  </a:lnTo>
                  <a:lnTo>
                    <a:pt x="9983" y="176489"/>
                  </a:lnTo>
                  <a:lnTo>
                    <a:pt x="37208" y="216870"/>
                  </a:lnTo>
                  <a:lnTo>
                    <a:pt x="77590" y="244096"/>
                  </a:lnTo>
                  <a:lnTo>
                    <a:pt x="127040" y="254079"/>
                  </a:lnTo>
                  <a:lnTo>
                    <a:pt x="176490" y="244096"/>
                  </a:lnTo>
                  <a:lnTo>
                    <a:pt x="216871" y="216870"/>
                  </a:lnTo>
                  <a:lnTo>
                    <a:pt x="244096" y="176489"/>
                  </a:lnTo>
                  <a:lnTo>
                    <a:pt x="254080" y="12703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2287" name="Google Shape;2287;p101"/>
          <p:cNvSpPr txBox="1"/>
          <p:nvPr/>
        </p:nvSpPr>
        <p:spPr>
          <a:xfrm>
            <a:off x="6828069" y="2814889"/>
            <a:ext cx="16112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 b="1"/>
              <a:t>y</a:t>
            </a:r>
            <a:endParaRPr sz="1665"/>
          </a:p>
        </p:txBody>
      </p:sp>
      <p:grpSp>
        <p:nvGrpSpPr>
          <p:cNvPr id="2288" name="Google Shape;2288;p101"/>
          <p:cNvGrpSpPr/>
          <p:nvPr/>
        </p:nvGrpSpPr>
        <p:grpSpPr>
          <a:xfrm>
            <a:off x="2374150" y="2954257"/>
            <a:ext cx="4320814" cy="656814"/>
            <a:chOff x="1497033" y="1323073"/>
            <a:chExt cx="2724513" cy="414158"/>
          </a:xfrm>
        </p:grpSpPr>
        <p:sp>
          <p:nvSpPr>
            <p:cNvPr id="2289" name="Google Shape;2289;p101"/>
            <p:cNvSpPr/>
            <p:nvPr/>
          </p:nvSpPr>
          <p:spPr>
            <a:xfrm>
              <a:off x="1513029" y="1362582"/>
              <a:ext cx="349885" cy="0"/>
            </a:xfrm>
            <a:custGeom>
              <a:avLst/>
              <a:gdLst/>
              <a:ahLst/>
              <a:cxnLst/>
              <a:rect l="l" t="t" r="r" b="b"/>
              <a:pathLst>
                <a:path w="349885" h="120000" extrusionOk="0">
                  <a:moveTo>
                    <a:pt x="0" y="0"/>
                  </a:moveTo>
                  <a:lnTo>
                    <a:pt x="34988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0" name="Google Shape;2290;p101"/>
            <p:cNvSpPr/>
            <p:nvPr/>
          </p:nvSpPr>
          <p:spPr>
            <a:xfrm>
              <a:off x="1835579" y="132307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1" name="Google Shape;2291;p101"/>
            <p:cNvSpPr/>
            <p:nvPr/>
          </p:nvSpPr>
          <p:spPr>
            <a:xfrm>
              <a:off x="2390325" y="1362582"/>
              <a:ext cx="349885" cy="0"/>
            </a:xfrm>
            <a:custGeom>
              <a:avLst/>
              <a:gdLst/>
              <a:ahLst/>
              <a:cxnLst/>
              <a:rect l="l" t="t" r="r" b="b"/>
              <a:pathLst>
                <a:path w="349885" h="120000" extrusionOk="0">
                  <a:moveTo>
                    <a:pt x="0" y="0"/>
                  </a:moveTo>
                  <a:lnTo>
                    <a:pt x="349877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2" name="Google Shape;2292;p101"/>
            <p:cNvSpPr/>
            <p:nvPr/>
          </p:nvSpPr>
          <p:spPr>
            <a:xfrm>
              <a:off x="2712872" y="132307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3" name="Google Shape;2293;p101"/>
            <p:cNvSpPr/>
            <p:nvPr/>
          </p:nvSpPr>
          <p:spPr>
            <a:xfrm>
              <a:off x="3267618" y="1362582"/>
              <a:ext cx="349885" cy="0"/>
            </a:xfrm>
            <a:custGeom>
              <a:avLst/>
              <a:gdLst/>
              <a:ahLst/>
              <a:cxnLst/>
              <a:rect l="l" t="t" r="r" b="b"/>
              <a:pathLst>
                <a:path w="349885" h="120000" extrusionOk="0">
                  <a:moveTo>
                    <a:pt x="0" y="0"/>
                  </a:moveTo>
                  <a:lnTo>
                    <a:pt x="34987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4" name="Google Shape;2294;p101"/>
            <p:cNvSpPr/>
            <p:nvPr/>
          </p:nvSpPr>
          <p:spPr>
            <a:xfrm>
              <a:off x="3590162" y="132307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5" name="Google Shape;2295;p101"/>
            <p:cNvSpPr/>
            <p:nvPr/>
          </p:nvSpPr>
          <p:spPr>
            <a:xfrm>
              <a:off x="3866620" y="1362582"/>
              <a:ext cx="349885" cy="0"/>
            </a:xfrm>
            <a:custGeom>
              <a:avLst/>
              <a:gdLst/>
              <a:ahLst/>
              <a:cxnLst/>
              <a:rect l="l" t="t" r="r" b="b"/>
              <a:pathLst>
                <a:path w="349885" h="120000" extrusionOk="0">
                  <a:moveTo>
                    <a:pt x="0" y="0"/>
                  </a:moveTo>
                  <a:lnTo>
                    <a:pt x="349871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6" name="Google Shape;2296;p101"/>
            <p:cNvSpPr/>
            <p:nvPr/>
          </p:nvSpPr>
          <p:spPr>
            <a:xfrm>
              <a:off x="4189162" y="132307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7" name="Google Shape;2297;p101"/>
            <p:cNvSpPr/>
            <p:nvPr/>
          </p:nvSpPr>
          <p:spPr>
            <a:xfrm>
              <a:off x="1497033" y="1422271"/>
              <a:ext cx="2138045" cy="314960"/>
            </a:xfrm>
            <a:custGeom>
              <a:avLst/>
              <a:gdLst/>
              <a:ahLst/>
              <a:cxnLst/>
              <a:rect l="l" t="t" r="r" b="b"/>
              <a:pathLst>
                <a:path w="2138045" h="314960" extrusionOk="0">
                  <a:moveTo>
                    <a:pt x="0" y="0"/>
                  </a:moveTo>
                  <a:lnTo>
                    <a:pt x="47239" y="26704"/>
                  </a:lnTo>
                  <a:lnTo>
                    <a:pt x="94401" y="52221"/>
                  </a:lnTo>
                  <a:lnTo>
                    <a:pt x="141489" y="76553"/>
                  </a:lnTo>
                  <a:lnTo>
                    <a:pt x="188506" y="99698"/>
                  </a:lnTo>
                  <a:lnTo>
                    <a:pt x="235454" y="121659"/>
                  </a:lnTo>
                  <a:lnTo>
                    <a:pt x="282337" y="142434"/>
                  </a:lnTo>
                  <a:lnTo>
                    <a:pt x="329157" y="162024"/>
                  </a:lnTo>
                  <a:lnTo>
                    <a:pt x="375918" y="180429"/>
                  </a:lnTo>
                  <a:lnTo>
                    <a:pt x="422623" y="197650"/>
                  </a:lnTo>
                  <a:lnTo>
                    <a:pt x="469274" y="213688"/>
                  </a:lnTo>
                  <a:lnTo>
                    <a:pt x="515874" y="228542"/>
                  </a:lnTo>
                  <a:lnTo>
                    <a:pt x="562427" y="242212"/>
                  </a:lnTo>
                  <a:lnTo>
                    <a:pt x="608934" y="254699"/>
                  </a:lnTo>
                  <a:lnTo>
                    <a:pt x="655400" y="266004"/>
                  </a:lnTo>
                  <a:lnTo>
                    <a:pt x="701827" y="276126"/>
                  </a:lnTo>
                  <a:lnTo>
                    <a:pt x="748218" y="285066"/>
                  </a:lnTo>
                  <a:lnTo>
                    <a:pt x="794576" y="292824"/>
                  </a:lnTo>
                  <a:lnTo>
                    <a:pt x="840904" y="299401"/>
                  </a:lnTo>
                  <a:lnTo>
                    <a:pt x="887205" y="304797"/>
                  </a:lnTo>
                  <a:lnTo>
                    <a:pt x="933481" y="309011"/>
                  </a:lnTo>
                  <a:lnTo>
                    <a:pt x="979737" y="312046"/>
                  </a:lnTo>
                  <a:lnTo>
                    <a:pt x="1025974" y="313900"/>
                  </a:lnTo>
                  <a:lnTo>
                    <a:pt x="1072196" y="314573"/>
                  </a:lnTo>
                  <a:lnTo>
                    <a:pt x="1118405" y="314068"/>
                  </a:lnTo>
                  <a:lnTo>
                    <a:pt x="1164605" y="312383"/>
                  </a:lnTo>
                  <a:lnTo>
                    <a:pt x="1210798" y="309519"/>
                  </a:lnTo>
                  <a:lnTo>
                    <a:pt x="1256988" y="305476"/>
                  </a:lnTo>
                  <a:lnTo>
                    <a:pt x="1303177" y="300255"/>
                  </a:lnTo>
                  <a:lnTo>
                    <a:pt x="1349368" y="293856"/>
                  </a:lnTo>
                  <a:lnTo>
                    <a:pt x="1395565" y="286279"/>
                  </a:lnTo>
                  <a:lnTo>
                    <a:pt x="1441770" y="277524"/>
                  </a:lnTo>
                  <a:lnTo>
                    <a:pt x="1487986" y="267593"/>
                  </a:lnTo>
                  <a:lnTo>
                    <a:pt x="1534216" y="256484"/>
                  </a:lnTo>
                  <a:lnTo>
                    <a:pt x="1580463" y="244199"/>
                  </a:lnTo>
                  <a:lnTo>
                    <a:pt x="1626730" y="230738"/>
                  </a:lnTo>
                  <a:lnTo>
                    <a:pt x="1673020" y="216101"/>
                  </a:lnTo>
                  <a:lnTo>
                    <a:pt x="1719336" y="200288"/>
                  </a:lnTo>
                  <a:lnTo>
                    <a:pt x="1765680" y="183300"/>
                  </a:lnTo>
                  <a:lnTo>
                    <a:pt x="1812057" y="165137"/>
                  </a:lnTo>
                  <a:lnTo>
                    <a:pt x="1858468" y="145799"/>
                  </a:lnTo>
                  <a:lnTo>
                    <a:pt x="1904916" y="125287"/>
                  </a:lnTo>
                  <a:lnTo>
                    <a:pt x="1951405" y="103600"/>
                  </a:lnTo>
                  <a:lnTo>
                    <a:pt x="1997938" y="80740"/>
                  </a:lnTo>
                  <a:lnTo>
                    <a:pt x="2044517" y="56707"/>
                  </a:lnTo>
                  <a:lnTo>
                    <a:pt x="2091146" y="31500"/>
                  </a:lnTo>
                  <a:lnTo>
                    <a:pt x="2137827" y="5121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8" name="Google Shape;2298;p101"/>
            <p:cNvSpPr/>
            <p:nvPr/>
          </p:nvSpPr>
          <p:spPr>
            <a:xfrm>
              <a:off x="3591439" y="1406841"/>
              <a:ext cx="48260" cy="68580"/>
            </a:xfrm>
            <a:custGeom>
              <a:avLst/>
              <a:gdLst/>
              <a:ahLst/>
              <a:cxnLst/>
              <a:rect l="l" t="t" r="r" b="b"/>
              <a:pathLst>
                <a:path w="48260" h="68580" extrusionOk="0">
                  <a:moveTo>
                    <a:pt x="0" y="0"/>
                  </a:moveTo>
                  <a:lnTo>
                    <a:pt x="12689" y="10601"/>
                  </a:lnTo>
                  <a:lnTo>
                    <a:pt x="25089" y="16593"/>
                  </a:lnTo>
                  <a:lnTo>
                    <a:pt x="36896" y="18794"/>
                  </a:lnTo>
                  <a:lnTo>
                    <a:pt x="47804" y="18020"/>
                  </a:lnTo>
                  <a:lnTo>
                    <a:pt x="41680" y="27080"/>
                  </a:lnTo>
                  <a:lnTo>
                    <a:pt x="37682" y="38405"/>
                  </a:lnTo>
                  <a:lnTo>
                    <a:pt x="36671" y="52140"/>
                  </a:lnTo>
                  <a:lnTo>
                    <a:pt x="39507" y="68430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2299" name="Google Shape;2299;p101"/>
          <p:cNvSpPr txBox="1"/>
          <p:nvPr/>
        </p:nvSpPr>
        <p:spPr>
          <a:xfrm>
            <a:off x="3712866" y="3609409"/>
            <a:ext cx="727089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FF0000"/>
                </a:solidFill>
              </a:rPr>
              <a:t>identity</a:t>
            </a:r>
            <a:endParaRPr sz="1665"/>
          </a:p>
        </p:txBody>
      </p:sp>
      <p:sp>
        <p:nvSpPr>
          <p:cNvPr id="2300" name="Google Shape;2300;p101"/>
          <p:cNvSpPr txBox="1"/>
          <p:nvPr/>
        </p:nvSpPr>
        <p:spPr>
          <a:xfrm>
            <a:off x="550775" y="1571295"/>
            <a:ext cx="5431011" cy="108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defTabSz="1450147">
              <a:lnSpc>
                <a:spcPct val="114700"/>
              </a:lnSpc>
            </a:pPr>
            <a:r>
              <a:rPr lang="en-US" sz="1665">
                <a:solidFill>
                  <a:srgbClr val="1B1472"/>
                </a:solidFill>
              </a:rPr>
              <a:t>Problem: </a:t>
            </a:r>
            <a:r>
              <a:rPr lang="en-US" sz="1665"/>
              <a:t>Deep networks suffer from vanishing gradients </a:t>
            </a:r>
            <a:r>
              <a:rPr lang="en-US" sz="1665">
                <a:solidFill>
                  <a:srgbClr val="1B1472"/>
                </a:solidFill>
              </a:rPr>
              <a:t>Solution: </a:t>
            </a:r>
            <a:r>
              <a:rPr lang="en-US" sz="1665"/>
              <a:t>Add identity shortcuts (skip connections)</a:t>
            </a:r>
            <a:endParaRPr sz="1665"/>
          </a:p>
          <a:p>
            <a:pPr marR="965758" algn="r" defTabSz="1450147">
              <a:spcBef>
                <a:spcPts val="1364"/>
              </a:spcBef>
            </a:pPr>
            <a:r>
              <a:rPr lang="en-US" sz="1665" i="1"/>
              <a:t>F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b="1"/>
              <a:t>x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01" name="Google Shape;2301;p101"/>
          <p:cNvSpPr txBox="1"/>
          <p:nvPr/>
        </p:nvSpPr>
        <p:spPr>
          <a:xfrm>
            <a:off x="5266424" y="3544891"/>
            <a:ext cx="1722767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 b="1"/>
              <a:t>y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 i="1"/>
              <a:t>F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b="1"/>
              <a:t>x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 + </a:t>
            </a:r>
            <a:r>
              <a:rPr lang="en-US" sz="1665" b="1"/>
              <a:t>x</a:t>
            </a:r>
            <a:endParaRPr sz="1665"/>
          </a:p>
        </p:txBody>
      </p:sp>
      <p:grpSp>
        <p:nvGrpSpPr>
          <p:cNvPr id="2302" name="Google Shape;2302;p101"/>
          <p:cNvGrpSpPr/>
          <p:nvPr/>
        </p:nvGrpSpPr>
        <p:grpSpPr>
          <a:xfrm>
            <a:off x="814682" y="4605513"/>
            <a:ext cx="109889" cy="429910"/>
            <a:chOff x="513702" y="2364282"/>
            <a:chExt cx="69291" cy="271082"/>
          </a:xfrm>
        </p:grpSpPr>
        <p:pic>
          <p:nvPicPr>
            <p:cNvPr id="2303" name="Google Shape;2303;p10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36428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4" name="Google Shape;2304;p10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56607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05" name="Google Shape;2305;p101"/>
          <p:cNvSpPr txBox="1"/>
          <p:nvPr/>
        </p:nvSpPr>
        <p:spPr>
          <a:xfrm>
            <a:off x="550775" y="4092221"/>
            <a:ext cx="4854981" cy="99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34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Key Benefits:</a:t>
            </a:r>
            <a:endParaRPr sz="1665"/>
          </a:p>
          <a:p>
            <a:pPr marL="491439" marR="8056" defTabSz="1450147">
              <a:lnSpc>
                <a:spcPct val="126099"/>
              </a:lnSpc>
              <a:spcBef>
                <a:spcPts val="40"/>
              </a:spcBef>
            </a:pPr>
            <a:r>
              <a:rPr lang="en-US" sz="1665"/>
              <a:t>Easier gradient flow during backpropagation Network can learn identity mapping if needed</a:t>
            </a:r>
            <a:endParaRPr sz="1665"/>
          </a:p>
        </p:txBody>
      </p:sp>
      <p:grpSp>
        <p:nvGrpSpPr>
          <p:cNvPr id="2306" name="Google Shape;2306;p101"/>
          <p:cNvGrpSpPr/>
          <p:nvPr/>
        </p:nvGrpSpPr>
        <p:grpSpPr>
          <a:xfrm>
            <a:off x="814684" y="5245548"/>
            <a:ext cx="109889" cy="429908"/>
            <a:chOff x="513702" y="2767863"/>
            <a:chExt cx="69291" cy="271081"/>
          </a:xfrm>
        </p:grpSpPr>
        <p:pic>
          <p:nvPicPr>
            <p:cNvPr id="2307" name="Google Shape;2307;p10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76786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8" name="Google Shape;2308;p10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96965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2" name="Google Shape;2312;p101"/>
          <p:cNvSpPr txBox="1"/>
          <p:nvPr/>
        </p:nvSpPr>
        <p:spPr>
          <a:xfrm>
            <a:off x="1049747" y="5114499"/>
            <a:ext cx="5090630" cy="840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106" rIns="0" bIns="0" anchor="t" anchorCtr="0">
            <a:spAutoFit/>
          </a:bodyPr>
          <a:lstStyle/>
          <a:p>
            <a:pPr marL="20141" defTabSz="1450147"/>
            <a:r>
              <a:rPr lang="en-US" sz="1665" dirty="0"/>
              <a:t>Enables training of very deep networks (100+ layers)</a:t>
            </a:r>
            <a:endParaRPr sz="1665" dirty="0"/>
          </a:p>
          <a:p>
            <a:pPr marL="20141" defTabSz="1450147">
              <a:spcBef>
                <a:spcPts val="523"/>
              </a:spcBef>
            </a:pPr>
            <a:r>
              <a:rPr lang="en-US" sz="1665" dirty="0"/>
              <a:t>Used in </a:t>
            </a:r>
            <a:r>
              <a:rPr lang="en-US" sz="1665" dirty="0" err="1"/>
              <a:t>ResNet</a:t>
            </a:r>
            <a:r>
              <a:rPr lang="en-US" sz="1665" dirty="0"/>
              <a:t>, </a:t>
            </a:r>
            <a:r>
              <a:rPr lang="en-US" sz="1665" dirty="0" err="1"/>
              <a:t>DenseNet</a:t>
            </a:r>
            <a:r>
              <a:rPr lang="en-US" sz="1665" dirty="0"/>
              <a:t>, U-Net</a:t>
            </a:r>
            <a:endParaRPr sz="1665" dirty="0"/>
          </a:p>
          <a:p>
            <a:pPr marL="2881160" defTabSz="1450147">
              <a:spcBef>
                <a:spcPts val="785"/>
              </a:spcBef>
            </a:pPr>
            <a:endParaRPr sz="952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p102"/>
          <p:cNvSpPr txBox="1">
            <a:spLocks noGrp="1"/>
          </p:cNvSpPr>
          <p:nvPr>
            <p:ph type="title"/>
          </p:nvPr>
        </p:nvSpPr>
        <p:spPr>
          <a:xfrm>
            <a:off x="151137" y="40792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P</a:t>
            </a:r>
            <a:r>
              <a:rPr lang="en-US" cap="small" dirty="0">
                <a:solidFill>
                  <a:srgbClr val="FFFFFF"/>
                </a:solidFill>
              </a:rPr>
              <a:t>attern</a:t>
            </a:r>
            <a:r>
              <a:rPr lang="en-US" dirty="0">
                <a:solidFill>
                  <a:srgbClr val="FFFFFF"/>
                </a:solidFill>
              </a:rPr>
              <a:t> 4: B</a:t>
            </a:r>
            <a:r>
              <a:rPr lang="en-US" cap="small" dirty="0">
                <a:solidFill>
                  <a:srgbClr val="FFFFFF"/>
                </a:solidFill>
              </a:rPr>
              <a:t>ottleneck</a:t>
            </a:r>
            <a:r>
              <a:rPr lang="en-US" dirty="0">
                <a:solidFill>
                  <a:srgbClr val="FFFFFF"/>
                </a:solidFill>
              </a:rPr>
              <a:t> D</a:t>
            </a:r>
            <a:r>
              <a:rPr lang="en-US" cap="small" dirty="0">
                <a:solidFill>
                  <a:srgbClr val="FFFFFF"/>
                </a:solidFill>
              </a:rPr>
              <a:t>esigns</a:t>
            </a:r>
            <a:endParaRPr dirty="0"/>
          </a:p>
        </p:txBody>
      </p:sp>
      <p:sp>
        <p:nvSpPr>
          <p:cNvPr id="2319" name="Google Shape;2319;p102"/>
          <p:cNvSpPr txBox="1"/>
          <p:nvPr/>
        </p:nvSpPr>
        <p:spPr>
          <a:xfrm>
            <a:off x="2900978" y="2996212"/>
            <a:ext cx="795568" cy="273479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71500" defTabSz="1450147"/>
            <a:r>
              <a:rPr lang="en-US" sz="1665"/>
              <a:t>256 ch</a:t>
            </a:r>
            <a:endParaRPr sz="1665"/>
          </a:p>
        </p:txBody>
      </p:sp>
      <p:sp>
        <p:nvSpPr>
          <p:cNvPr id="2320" name="Google Shape;2320;p102"/>
          <p:cNvSpPr txBox="1"/>
          <p:nvPr/>
        </p:nvSpPr>
        <p:spPr>
          <a:xfrm>
            <a:off x="2761634" y="3480108"/>
            <a:ext cx="1074521" cy="276562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0141" rIns="0" bIns="0" anchor="t" anchorCtr="0">
            <a:spAutoFit/>
          </a:bodyPr>
          <a:lstStyle/>
          <a:p>
            <a:pPr marL="71500" defTabSz="1450147"/>
            <a:r>
              <a:rPr lang="en-US" sz="1665"/>
              <a:t>Conv 3×3</a:t>
            </a:r>
            <a:endParaRPr sz="1665"/>
          </a:p>
        </p:txBody>
      </p:sp>
      <p:sp>
        <p:nvSpPr>
          <p:cNvPr id="2321" name="Google Shape;2321;p102"/>
          <p:cNvSpPr txBox="1"/>
          <p:nvPr/>
        </p:nvSpPr>
        <p:spPr>
          <a:xfrm>
            <a:off x="2900978" y="3967164"/>
            <a:ext cx="795568" cy="273479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71500" defTabSz="1450147"/>
            <a:r>
              <a:rPr lang="en-US" sz="1665"/>
              <a:t>256 ch</a:t>
            </a:r>
            <a:endParaRPr sz="1665"/>
          </a:p>
        </p:txBody>
      </p:sp>
      <p:grpSp>
        <p:nvGrpSpPr>
          <p:cNvPr id="2322" name="Google Shape;2322;p102"/>
          <p:cNvGrpSpPr/>
          <p:nvPr/>
        </p:nvGrpSpPr>
        <p:grpSpPr>
          <a:xfrm>
            <a:off x="3235828" y="3304814"/>
            <a:ext cx="125881" cy="650303"/>
            <a:chOff x="2040369" y="1544119"/>
            <a:chExt cx="79375" cy="410052"/>
          </a:xfrm>
        </p:grpSpPr>
        <p:sp>
          <p:nvSpPr>
            <p:cNvPr id="2323" name="Google Shape;2323;p102"/>
            <p:cNvSpPr/>
            <p:nvPr/>
          </p:nvSpPr>
          <p:spPr>
            <a:xfrm>
              <a:off x="2079878" y="1544119"/>
              <a:ext cx="0" cy="98425"/>
            </a:xfrm>
            <a:custGeom>
              <a:avLst/>
              <a:gdLst/>
              <a:ahLst/>
              <a:cxnLst/>
              <a:rect l="l" t="t" r="r" b="b"/>
              <a:pathLst>
                <a:path w="120000" h="98425" extrusionOk="0">
                  <a:moveTo>
                    <a:pt x="0" y="0"/>
                  </a:moveTo>
                  <a:lnTo>
                    <a:pt x="0" y="97874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24" name="Google Shape;2324;p102"/>
            <p:cNvSpPr/>
            <p:nvPr/>
          </p:nvSpPr>
          <p:spPr>
            <a:xfrm>
              <a:off x="2040369" y="1614663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25" name="Google Shape;2325;p102"/>
            <p:cNvSpPr/>
            <p:nvPr/>
          </p:nvSpPr>
          <p:spPr>
            <a:xfrm>
              <a:off x="2079878" y="1851234"/>
              <a:ext cx="0" cy="98425"/>
            </a:xfrm>
            <a:custGeom>
              <a:avLst/>
              <a:gdLst/>
              <a:ahLst/>
              <a:cxnLst/>
              <a:rect l="l" t="t" r="r" b="b"/>
              <a:pathLst>
                <a:path w="120000" h="98425" extrusionOk="0">
                  <a:moveTo>
                    <a:pt x="0" y="0"/>
                  </a:moveTo>
                  <a:lnTo>
                    <a:pt x="0" y="97883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26" name="Google Shape;2326;p102"/>
            <p:cNvSpPr/>
            <p:nvPr/>
          </p:nvSpPr>
          <p:spPr>
            <a:xfrm>
              <a:off x="2040369" y="1921787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2327" name="Google Shape;2327;p102"/>
          <p:cNvSpPr txBox="1"/>
          <p:nvPr/>
        </p:nvSpPr>
        <p:spPr>
          <a:xfrm>
            <a:off x="4009644" y="3506501"/>
            <a:ext cx="898287" cy="1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20141" defTabSz="1450147"/>
            <a:r>
              <a:rPr lang="en-US" sz="1110"/>
              <a:t>590K params</a:t>
            </a:r>
            <a:endParaRPr sz="1110"/>
          </a:p>
        </p:txBody>
      </p:sp>
      <p:sp>
        <p:nvSpPr>
          <p:cNvPr id="2328" name="Google Shape;2328;p102"/>
          <p:cNvSpPr txBox="1"/>
          <p:nvPr/>
        </p:nvSpPr>
        <p:spPr>
          <a:xfrm>
            <a:off x="550775" y="1571296"/>
            <a:ext cx="7930507" cy="128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379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Goal: </a:t>
            </a:r>
            <a:r>
              <a:rPr lang="en-US" sz="1665"/>
              <a:t>Reduce computational cost without sacrificing performance</a:t>
            </a:r>
            <a:endParaRPr sz="1665"/>
          </a:p>
          <a:p>
            <a:pPr marL="20141" marR="8056" defTabSz="1450147">
              <a:lnSpc>
                <a:spcPct val="114599"/>
              </a:lnSpc>
            </a:pPr>
            <a:r>
              <a:rPr lang="en-US" sz="1665">
                <a:solidFill>
                  <a:srgbClr val="1B1472"/>
                </a:solidFill>
              </a:rPr>
              <a:t>Strategy: </a:t>
            </a:r>
            <a:r>
              <a:rPr lang="en-US" sz="1665"/>
              <a:t>Use 1×1 convolutions to reduce dimensions before expensive operations </a:t>
            </a:r>
            <a:r>
              <a:rPr lang="en-US" sz="1665">
                <a:solidFill>
                  <a:srgbClr val="1B1472"/>
                </a:solidFill>
              </a:rPr>
              <a:t>8× parameter reduction! </a:t>
            </a:r>
            <a:r>
              <a:rPr lang="en-US" sz="1665"/>
              <a:t>Used in ResNet-50/101/152, Inception, MobileNet</a:t>
            </a:r>
            <a:endParaRPr sz="1665"/>
          </a:p>
          <a:p>
            <a:pPr marL="1635442" defTabSz="1450147">
              <a:spcBef>
                <a:spcPts val="975"/>
              </a:spcBef>
            </a:pPr>
            <a:r>
              <a:rPr lang="en-US" sz="1665">
                <a:solidFill>
                  <a:srgbClr val="1B1472"/>
                </a:solidFill>
              </a:rPr>
              <a:t>Standard:	Bottleneck:</a:t>
            </a:r>
            <a:endParaRPr sz="1665"/>
          </a:p>
        </p:txBody>
      </p:sp>
      <p:sp>
        <p:nvSpPr>
          <p:cNvPr id="2329" name="Google Shape;2329;p102"/>
          <p:cNvSpPr txBox="1"/>
          <p:nvPr/>
        </p:nvSpPr>
        <p:spPr>
          <a:xfrm>
            <a:off x="5072291" y="2867751"/>
            <a:ext cx="735145" cy="273479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41287" defTabSz="1450147"/>
            <a:r>
              <a:rPr lang="en-US" sz="1665"/>
              <a:t>256 ch</a:t>
            </a:r>
            <a:endParaRPr sz="1665"/>
          </a:p>
        </p:txBody>
      </p:sp>
      <p:sp>
        <p:nvSpPr>
          <p:cNvPr id="2330" name="Google Shape;2330;p102"/>
          <p:cNvSpPr txBox="1"/>
          <p:nvPr/>
        </p:nvSpPr>
        <p:spPr>
          <a:xfrm>
            <a:off x="4902825" y="3294547"/>
            <a:ext cx="1074521" cy="276562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0141" rIns="0" bIns="0" anchor="t" anchorCtr="0">
            <a:spAutoFit/>
          </a:bodyPr>
          <a:lstStyle/>
          <a:p>
            <a:pPr marL="71500" defTabSz="1450147"/>
            <a:r>
              <a:rPr lang="en-US" sz="1665"/>
              <a:t>1×1 Conv</a:t>
            </a:r>
            <a:endParaRPr sz="1665"/>
          </a:p>
        </p:txBody>
      </p:sp>
      <p:sp>
        <p:nvSpPr>
          <p:cNvPr id="2331" name="Google Shape;2331;p102"/>
          <p:cNvSpPr txBox="1"/>
          <p:nvPr/>
        </p:nvSpPr>
        <p:spPr>
          <a:xfrm>
            <a:off x="5072291" y="3724498"/>
            <a:ext cx="735145" cy="273479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101712" defTabSz="1450147"/>
            <a:r>
              <a:rPr lang="en-US" sz="1665"/>
              <a:t>64 ch</a:t>
            </a:r>
            <a:endParaRPr sz="1665"/>
          </a:p>
        </p:txBody>
      </p:sp>
      <p:sp>
        <p:nvSpPr>
          <p:cNvPr id="2332" name="Google Shape;2332;p102"/>
          <p:cNvSpPr txBox="1"/>
          <p:nvPr/>
        </p:nvSpPr>
        <p:spPr>
          <a:xfrm>
            <a:off x="4902825" y="4151320"/>
            <a:ext cx="1074521" cy="276562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0141" rIns="0" bIns="0" anchor="t" anchorCtr="0">
            <a:spAutoFit/>
          </a:bodyPr>
          <a:lstStyle/>
          <a:p>
            <a:pPr marL="71500" defTabSz="1450147"/>
            <a:r>
              <a:rPr lang="en-US" sz="1665"/>
              <a:t>Conv 3×3</a:t>
            </a:r>
            <a:endParaRPr sz="1665"/>
          </a:p>
        </p:txBody>
      </p:sp>
      <p:sp>
        <p:nvSpPr>
          <p:cNvPr id="2333" name="Google Shape;2333;p102"/>
          <p:cNvSpPr txBox="1"/>
          <p:nvPr/>
        </p:nvSpPr>
        <p:spPr>
          <a:xfrm>
            <a:off x="5072291" y="4581298"/>
            <a:ext cx="735145" cy="273479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101712" defTabSz="1450147"/>
            <a:r>
              <a:rPr lang="en-US" sz="1665"/>
              <a:t>64 ch</a:t>
            </a:r>
            <a:endParaRPr sz="1665"/>
          </a:p>
        </p:txBody>
      </p:sp>
      <p:grpSp>
        <p:nvGrpSpPr>
          <p:cNvPr id="2334" name="Google Shape;2334;p102"/>
          <p:cNvGrpSpPr/>
          <p:nvPr/>
        </p:nvGrpSpPr>
        <p:grpSpPr>
          <a:xfrm>
            <a:off x="4902957" y="3176349"/>
            <a:ext cx="1074521" cy="2566940"/>
            <a:chOff x="3091585" y="1463114"/>
            <a:chExt cx="677545" cy="1618598"/>
          </a:xfrm>
        </p:grpSpPr>
        <p:sp>
          <p:nvSpPr>
            <p:cNvPr id="2335" name="Google Shape;2335;p102"/>
            <p:cNvSpPr/>
            <p:nvPr/>
          </p:nvSpPr>
          <p:spPr>
            <a:xfrm>
              <a:off x="3091585" y="2618165"/>
              <a:ext cx="677545" cy="194310"/>
            </a:xfrm>
            <a:custGeom>
              <a:avLst/>
              <a:gdLst/>
              <a:ahLst/>
              <a:cxnLst/>
              <a:rect l="l" t="t" r="r" b="b"/>
              <a:pathLst>
                <a:path w="677545" h="194310" extrusionOk="0">
                  <a:moveTo>
                    <a:pt x="677031" y="0"/>
                  </a:moveTo>
                  <a:lnTo>
                    <a:pt x="0" y="0"/>
                  </a:lnTo>
                  <a:lnTo>
                    <a:pt x="0" y="194051"/>
                  </a:lnTo>
                  <a:lnTo>
                    <a:pt x="677031" y="194051"/>
                  </a:lnTo>
                  <a:lnTo>
                    <a:pt x="677031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36" name="Google Shape;2336;p102"/>
            <p:cNvSpPr/>
            <p:nvPr/>
          </p:nvSpPr>
          <p:spPr>
            <a:xfrm>
              <a:off x="3091585" y="2618165"/>
              <a:ext cx="677545" cy="194310"/>
            </a:xfrm>
            <a:custGeom>
              <a:avLst/>
              <a:gdLst/>
              <a:ahLst/>
              <a:cxnLst/>
              <a:rect l="l" t="t" r="r" b="b"/>
              <a:pathLst>
                <a:path w="677545" h="194310" extrusionOk="0">
                  <a:moveTo>
                    <a:pt x="0" y="194051"/>
                  </a:moveTo>
                  <a:lnTo>
                    <a:pt x="677031" y="194051"/>
                  </a:lnTo>
                  <a:lnTo>
                    <a:pt x="677031" y="0"/>
                  </a:lnTo>
                  <a:lnTo>
                    <a:pt x="0" y="0"/>
                  </a:lnTo>
                  <a:lnTo>
                    <a:pt x="0" y="19405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37" name="Google Shape;2337;p102"/>
            <p:cNvSpPr/>
            <p:nvPr/>
          </p:nvSpPr>
          <p:spPr>
            <a:xfrm>
              <a:off x="3179491" y="2889307"/>
              <a:ext cx="501650" cy="192405"/>
            </a:xfrm>
            <a:custGeom>
              <a:avLst/>
              <a:gdLst/>
              <a:ahLst/>
              <a:cxnLst/>
              <a:rect l="l" t="t" r="r" b="b"/>
              <a:pathLst>
                <a:path w="501650" h="192405" extrusionOk="0">
                  <a:moveTo>
                    <a:pt x="501302" y="0"/>
                  </a:moveTo>
                  <a:lnTo>
                    <a:pt x="0" y="0"/>
                  </a:lnTo>
                  <a:lnTo>
                    <a:pt x="0" y="192069"/>
                  </a:lnTo>
                  <a:lnTo>
                    <a:pt x="501302" y="192069"/>
                  </a:lnTo>
                  <a:lnTo>
                    <a:pt x="501302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38" name="Google Shape;2338;p102"/>
            <p:cNvSpPr/>
            <p:nvPr/>
          </p:nvSpPr>
          <p:spPr>
            <a:xfrm>
              <a:off x="3179491" y="2889307"/>
              <a:ext cx="501650" cy="192405"/>
            </a:xfrm>
            <a:custGeom>
              <a:avLst/>
              <a:gdLst/>
              <a:ahLst/>
              <a:cxnLst/>
              <a:rect l="l" t="t" r="r" b="b"/>
              <a:pathLst>
                <a:path w="501650" h="192405" extrusionOk="0">
                  <a:moveTo>
                    <a:pt x="0" y="192069"/>
                  </a:moveTo>
                  <a:lnTo>
                    <a:pt x="501302" y="192069"/>
                  </a:lnTo>
                  <a:lnTo>
                    <a:pt x="501302" y="0"/>
                  </a:lnTo>
                  <a:lnTo>
                    <a:pt x="0" y="0"/>
                  </a:lnTo>
                  <a:lnTo>
                    <a:pt x="0" y="19206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39" name="Google Shape;2339;p102"/>
            <p:cNvSpPr/>
            <p:nvPr/>
          </p:nvSpPr>
          <p:spPr>
            <a:xfrm>
              <a:off x="3429978" y="1463114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86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0" name="Google Shape;2340;p102"/>
            <p:cNvSpPr/>
            <p:nvPr/>
          </p:nvSpPr>
          <p:spPr>
            <a:xfrm>
              <a:off x="3390472" y="1497650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1" name="Google Shape;2341;p102"/>
            <p:cNvSpPr/>
            <p:nvPr/>
          </p:nvSpPr>
          <p:spPr>
            <a:xfrm>
              <a:off x="3430019" y="1734223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876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2" name="Google Shape;2342;p102"/>
            <p:cNvSpPr/>
            <p:nvPr/>
          </p:nvSpPr>
          <p:spPr>
            <a:xfrm>
              <a:off x="3390513" y="1768768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3" name="Google Shape;2343;p102"/>
            <p:cNvSpPr/>
            <p:nvPr/>
          </p:nvSpPr>
          <p:spPr>
            <a:xfrm>
              <a:off x="3430060" y="2003358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884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4" name="Google Shape;2344;p102"/>
            <p:cNvSpPr/>
            <p:nvPr/>
          </p:nvSpPr>
          <p:spPr>
            <a:xfrm>
              <a:off x="3390554" y="2037910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5" name="Google Shape;2345;p102"/>
            <p:cNvSpPr/>
            <p:nvPr/>
          </p:nvSpPr>
          <p:spPr>
            <a:xfrm>
              <a:off x="3430101" y="2274483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892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6" name="Google Shape;2346;p102"/>
            <p:cNvSpPr/>
            <p:nvPr/>
          </p:nvSpPr>
          <p:spPr>
            <a:xfrm>
              <a:off x="3390595" y="2309044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7" name="Google Shape;2347;p102"/>
            <p:cNvSpPr/>
            <p:nvPr/>
          </p:nvSpPr>
          <p:spPr>
            <a:xfrm>
              <a:off x="3430142" y="2543634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901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8" name="Google Shape;2348;p102"/>
            <p:cNvSpPr/>
            <p:nvPr/>
          </p:nvSpPr>
          <p:spPr>
            <a:xfrm>
              <a:off x="3390637" y="2578203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9" name="Google Shape;2349;p102"/>
            <p:cNvSpPr/>
            <p:nvPr/>
          </p:nvSpPr>
          <p:spPr>
            <a:xfrm>
              <a:off x="3430184" y="2814777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909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50" name="Google Shape;2350;p102"/>
            <p:cNvSpPr/>
            <p:nvPr/>
          </p:nvSpPr>
          <p:spPr>
            <a:xfrm>
              <a:off x="3390678" y="2849354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2354" name="Google Shape;2354;p102"/>
          <p:cNvSpPr txBox="1"/>
          <p:nvPr/>
        </p:nvSpPr>
        <p:spPr>
          <a:xfrm>
            <a:off x="6150870" y="4177718"/>
            <a:ext cx="817723" cy="1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20141" defTabSz="1450147"/>
            <a:r>
              <a:rPr lang="en-US" sz="1110"/>
              <a:t>70K params</a:t>
            </a:r>
            <a:endParaRPr sz="1110"/>
          </a:p>
        </p:txBody>
      </p:sp>
      <p:sp>
        <p:nvSpPr>
          <p:cNvPr id="2355" name="Google Shape;2355;p102"/>
          <p:cNvSpPr txBox="1"/>
          <p:nvPr/>
        </p:nvSpPr>
        <p:spPr>
          <a:xfrm>
            <a:off x="3883662" y="5013412"/>
            <a:ext cx="2041287" cy="7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106" rIns="0" bIns="0" anchor="t" anchorCtr="0">
            <a:spAutoFit/>
          </a:bodyPr>
          <a:lstStyle/>
          <a:p>
            <a:pPr marL="1070490" algn="ctr" defTabSz="1450147"/>
            <a:r>
              <a:rPr lang="en-US" sz="1665" dirty="0"/>
              <a:t>1×1 Conv</a:t>
            </a:r>
            <a:endParaRPr sz="1665" dirty="0"/>
          </a:p>
          <a:p>
            <a:pPr marL="1071497" algn="ctr" defTabSz="1450147">
              <a:spcBef>
                <a:spcPts val="1364"/>
              </a:spcBef>
            </a:pPr>
            <a:r>
              <a:rPr lang="en-US" sz="1665" dirty="0"/>
              <a:t>256 </a:t>
            </a:r>
            <a:r>
              <a:rPr lang="en-US" sz="1665" dirty="0" err="1"/>
              <a:t>ch</a:t>
            </a:r>
            <a:endParaRPr sz="166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103"/>
          <p:cNvSpPr txBox="1">
            <a:spLocks noGrp="1"/>
          </p:cNvSpPr>
          <p:nvPr>
            <p:ph type="title"/>
          </p:nvPr>
        </p:nvSpPr>
        <p:spPr>
          <a:xfrm>
            <a:off x="151137" y="407927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P</a:t>
            </a:r>
            <a:r>
              <a:rPr lang="en-US" cap="small" dirty="0">
                <a:solidFill>
                  <a:srgbClr val="FFFFFF"/>
                </a:solidFill>
              </a:rPr>
              <a:t>attern</a:t>
            </a:r>
            <a:r>
              <a:rPr lang="en-US" dirty="0">
                <a:solidFill>
                  <a:srgbClr val="FFFFFF"/>
                </a:solidFill>
              </a:rPr>
              <a:t> 5: M</a:t>
            </a:r>
            <a:r>
              <a:rPr lang="en-US" cap="small" dirty="0">
                <a:solidFill>
                  <a:srgbClr val="FFFFFF"/>
                </a:solidFill>
              </a:rPr>
              <a:t>ulti</a:t>
            </a:r>
            <a:r>
              <a:rPr lang="en-US" dirty="0">
                <a:solidFill>
                  <a:srgbClr val="FFFFFF"/>
                </a:solidFill>
              </a:rPr>
              <a:t>-S</a:t>
            </a:r>
            <a:r>
              <a:rPr lang="en-US" cap="small" dirty="0">
                <a:solidFill>
                  <a:srgbClr val="FFFFFF"/>
                </a:solidFill>
              </a:rPr>
              <a:t>cale</a:t>
            </a:r>
            <a:r>
              <a:rPr lang="en-US" dirty="0">
                <a:solidFill>
                  <a:srgbClr val="FFFFFF"/>
                </a:solidFill>
              </a:rPr>
              <a:t> F</a:t>
            </a:r>
            <a:r>
              <a:rPr lang="en-US" cap="small" dirty="0">
                <a:solidFill>
                  <a:srgbClr val="FFFFFF"/>
                </a:solidFill>
              </a:rPr>
              <a:t>eature</a:t>
            </a:r>
            <a:r>
              <a:rPr lang="en-US" dirty="0">
                <a:solidFill>
                  <a:srgbClr val="FFFFFF"/>
                </a:solidFill>
              </a:rPr>
              <a:t> E</a:t>
            </a:r>
            <a:r>
              <a:rPr lang="en-US" cap="small" dirty="0">
                <a:solidFill>
                  <a:srgbClr val="FFFFFF"/>
                </a:solidFill>
              </a:rPr>
              <a:t>xtraction</a:t>
            </a:r>
            <a:endParaRPr dirty="0"/>
          </a:p>
        </p:txBody>
      </p:sp>
      <p:sp>
        <p:nvSpPr>
          <p:cNvPr id="2362" name="Google Shape;2362;p103"/>
          <p:cNvSpPr txBox="1"/>
          <p:nvPr/>
        </p:nvSpPr>
        <p:spPr>
          <a:xfrm>
            <a:off x="550776" y="1571295"/>
            <a:ext cx="5120841" cy="60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defTabSz="1450147">
              <a:lnSpc>
                <a:spcPct val="114700"/>
              </a:lnSpc>
            </a:pPr>
            <a:r>
              <a:rPr lang="en-US" sz="1665">
                <a:solidFill>
                  <a:srgbClr val="1B1472"/>
                </a:solidFill>
              </a:rPr>
              <a:t>Idea: </a:t>
            </a:r>
            <a:r>
              <a:rPr lang="en-US" sz="1665"/>
              <a:t>Process input at multiple scales simultaneously </a:t>
            </a:r>
            <a:r>
              <a:rPr lang="en-US" sz="1665">
                <a:solidFill>
                  <a:srgbClr val="1B1472"/>
                </a:solidFill>
              </a:rPr>
              <a:t>Inception Module Example:</a:t>
            </a:r>
            <a:endParaRPr sz="1665"/>
          </a:p>
        </p:txBody>
      </p:sp>
      <p:sp>
        <p:nvSpPr>
          <p:cNvPr id="2363" name="Google Shape;2363;p103"/>
          <p:cNvSpPr txBox="1"/>
          <p:nvPr/>
        </p:nvSpPr>
        <p:spPr>
          <a:xfrm>
            <a:off x="3982658" y="3918128"/>
            <a:ext cx="1141993" cy="273479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329304" defTabSz="1450147"/>
            <a:r>
              <a:rPr lang="en-US" sz="1665"/>
              <a:t>Input</a:t>
            </a:r>
            <a:endParaRPr sz="1665"/>
          </a:p>
        </p:txBody>
      </p:sp>
      <p:sp>
        <p:nvSpPr>
          <p:cNvPr id="2364" name="Google Shape;2364;p103"/>
          <p:cNvSpPr txBox="1"/>
          <p:nvPr/>
        </p:nvSpPr>
        <p:spPr>
          <a:xfrm>
            <a:off x="3098641" y="3143370"/>
            <a:ext cx="512588" cy="269436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3084" rIns="0" bIns="0" anchor="t" anchorCtr="0">
            <a:spAutoFit/>
          </a:bodyPr>
          <a:lstStyle/>
          <a:p>
            <a:pPr marL="71500" defTabSz="1450147"/>
            <a:r>
              <a:rPr lang="en-US" sz="1665"/>
              <a:t>1×1</a:t>
            </a:r>
            <a:endParaRPr sz="1665"/>
          </a:p>
        </p:txBody>
      </p:sp>
      <p:sp>
        <p:nvSpPr>
          <p:cNvPr id="2365" name="Google Shape;2365;p103"/>
          <p:cNvSpPr txBox="1"/>
          <p:nvPr/>
        </p:nvSpPr>
        <p:spPr>
          <a:xfrm>
            <a:off x="3897943" y="3141583"/>
            <a:ext cx="512588" cy="269436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3084" rIns="0" bIns="0" anchor="t" anchorCtr="0">
            <a:spAutoFit/>
          </a:bodyPr>
          <a:lstStyle/>
          <a:p>
            <a:pPr marL="71500" defTabSz="1450147"/>
            <a:r>
              <a:rPr lang="en-US" sz="1665"/>
              <a:t>3×3</a:t>
            </a:r>
            <a:endParaRPr sz="1665"/>
          </a:p>
        </p:txBody>
      </p:sp>
      <p:sp>
        <p:nvSpPr>
          <p:cNvPr id="2366" name="Google Shape;2366;p103"/>
          <p:cNvSpPr txBox="1"/>
          <p:nvPr/>
        </p:nvSpPr>
        <p:spPr>
          <a:xfrm>
            <a:off x="4697244" y="3143585"/>
            <a:ext cx="512588" cy="265352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040" rIns="0" bIns="0" anchor="t" anchorCtr="0">
            <a:spAutoFit/>
          </a:bodyPr>
          <a:lstStyle/>
          <a:p>
            <a:pPr marL="71500" defTabSz="1450147"/>
            <a:r>
              <a:rPr lang="en-US" sz="1665"/>
              <a:t>5×5</a:t>
            </a:r>
            <a:endParaRPr sz="1665"/>
          </a:p>
        </p:txBody>
      </p:sp>
      <p:sp>
        <p:nvSpPr>
          <p:cNvPr id="2367" name="Google Shape;2367;p103"/>
          <p:cNvSpPr txBox="1"/>
          <p:nvPr/>
        </p:nvSpPr>
        <p:spPr>
          <a:xfrm>
            <a:off x="5468916" y="3139632"/>
            <a:ext cx="567975" cy="273479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71500" defTabSz="1450147"/>
            <a:r>
              <a:rPr lang="en-US" sz="1665"/>
              <a:t>Pool</a:t>
            </a:r>
            <a:endParaRPr sz="1665"/>
          </a:p>
        </p:txBody>
      </p:sp>
      <p:sp>
        <p:nvSpPr>
          <p:cNvPr id="2368" name="Google Shape;2368;p103"/>
          <p:cNvSpPr txBox="1"/>
          <p:nvPr/>
        </p:nvSpPr>
        <p:spPr>
          <a:xfrm>
            <a:off x="3126262" y="2338757"/>
            <a:ext cx="2854982" cy="276562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0141" rIns="0" bIns="0" anchor="t" anchorCtr="0">
            <a:spAutoFit/>
          </a:bodyPr>
          <a:lstStyle/>
          <a:p>
            <a:pPr marL="812685" defTabSz="1450147"/>
            <a:r>
              <a:rPr lang="en-US" sz="1665"/>
              <a:t>Concatenate</a:t>
            </a:r>
            <a:endParaRPr sz="1665"/>
          </a:p>
        </p:txBody>
      </p:sp>
      <p:grpSp>
        <p:nvGrpSpPr>
          <p:cNvPr id="2369" name="Google Shape;2369;p103"/>
          <p:cNvGrpSpPr/>
          <p:nvPr/>
        </p:nvGrpSpPr>
        <p:grpSpPr>
          <a:xfrm>
            <a:off x="814682" y="2631303"/>
            <a:ext cx="4704099" cy="3030364"/>
            <a:chOff x="513702" y="1119432"/>
            <a:chExt cx="2966196" cy="1910813"/>
          </a:xfrm>
        </p:grpSpPr>
        <p:sp>
          <p:nvSpPr>
            <p:cNvPr id="2370" name="Google Shape;2370;p103"/>
            <p:cNvSpPr/>
            <p:nvPr/>
          </p:nvSpPr>
          <p:spPr>
            <a:xfrm>
              <a:off x="2268004" y="1637811"/>
              <a:ext cx="436245" cy="290830"/>
            </a:xfrm>
            <a:custGeom>
              <a:avLst/>
              <a:gdLst/>
              <a:ahLst/>
              <a:cxnLst/>
              <a:rect l="l" t="t" r="r" b="b"/>
              <a:pathLst>
                <a:path w="436244" h="290830" extrusionOk="0">
                  <a:moveTo>
                    <a:pt x="435802" y="290503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1" name="Google Shape;2371;p103"/>
            <p:cNvSpPr/>
            <p:nvPr/>
          </p:nvSpPr>
          <p:spPr>
            <a:xfrm>
              <a:off x="2263793" y="1620097"/>
              <a:ext cx="48895" cy="66040"/>
            </a:xfrm>
            <a:custGeom>
              <a:avLst/>
              <a:gdLst/>
              <a:ahLst/>
              <a:cxnLst/>
              <a:rect l="l" t="t" r="r" b="b"/>
              <a:pathLst>
                <a:path w="48894" h="66039" extrusionOk="0">
                  <a:moveTo>
                    <a:pt x="5037" y="65745"/>
                  </a:moveTo>
                  <a:lnTo>
                    <a:pt x="8914" y="49671"/>
                  </a:lnTo>
                  <a:lnTo>
                    <a:pt x="8789" y="35900"/>
                  </a:lnTo>
                  <a:lnTo>
                    <a:pt x="5528" y="24342"/>
                  </a:lnTo>
                  <a:lnTo>
                    <a:pt x="0" y="14907"/>
                  </a:lnTo>
                  <a:lnTo>
                    <a:pt x="10835" y="16381"/>
                  </a:lnTo>
                  <a:lnTo>
                    <a:pt x="22758" y="14944"/>
                  </a:lnTo>
                  <a:lnTo>
                    <a:pt x="35518" y="9762"/>
                  </a:lnTo>
                  <a:lnTo>
                    <a:pt x="4886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2" name="Google Shape;2372;p103"/>
            <p:cNvSpPr/>
            <p:nvPr/>
          </p:nvSpPr>
          <p:spPr>
            <a:xfrm>
              <a:off x="2672489" y="1642377"/>
              <a:ext cx="143510" cy="286385"/>
            </a:xfrm>
            <a:custGeom>
              <a:avLst/>
              <a:gdLst/>
              <a:ahLst/>
              <a:cxnLst/>
              <a:rect l="l" t="t" r="r" b="b"/>
              <a:pathLst>
                <a:path w="143510" h="286385" extrusionOk="0">
                  <a:moveTo>
                    <a:pt x="143004" y="285937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3" name="Google Shape;2373;p103"/>
            <p:cNvSpPr/>
            <p:nvPr/>
          </p:nvSpPr>
          <p:spPr>
            <a:xfrm>
              <a:off x="2649379" y="1637851"/>
              <a:ext cx="71120" cy="46990"/>
            </a:xfrm>
            <a:custGeom>
              <a:avLst/>
              <a:gdLst/>
              <a:ahLst/>
              <a:cxnLst/>
              <a:rect l="l" t="t" r="r" b="b"/>
              <a:pathLst>
                <a:path w="71119" h="46989" extrusionOk="0">
                  <a:moveTo>
                    <a:pt x="0" y="46639"/>
                  </a:moveTo>
                  <a:lnTo>
                    <a:pt x="11340" y="34606"/>
                  </a:lnTo>
                  <a:lnTo>
                    <a:pt x="18063" y="22587"/>
                  </a:lnTo>
                  <a:lnTo>
                    <a:pt x="20966" y="10934"/>
                  </a:lnTo>
                  <a:lnTo>
                    <a:pt x="20846" y="0"/>
                  </a:lnTo>
                  <a:lnTo>
                    <a:pt x="29523" y="6654"/>
                  </a:lnTo>
                  <a:lnTo>
                    <a:pt x="40588" y="11322"/>
                  </a:lnTo>
                  <a:lnTo>
                    <a:pt x="54238" y="13153"/>
                  </a:lnTo>
                  <a:lnTo>
                    <a:pt x="70668" y="11296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4" name="Google Shape;2374;p103"/>
            <p:cNvSpPr/>
            <p:nvPr/>
          </p:nvSpPr>
          <p:spPr>
            <a:xfrm>
              <a:off x="2927136" y="1641113"/>
              <a:ext cx="144145" cy="287655"/>
            </a:xfrm>
            <a:custGeom>
              <a:avLst/>
              <a:gdLst/>
              <a:ahLst/>
              <a:cxnLst/>
              <a:rect l="l" t="t" r="r" b="b"/>
              <a:pathLst>
                <a:path w="144144" h="287655" extrusionOk="0">
                  <a:moveTo>
                    <a:pt x="0" y="287201"/>
                  </a:moveTo>
                  <a:lnTo>
                    <a:pt x="14362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5" name="Google Shape;2375;p103"/>
            <p:cNvSpPr/>
            <p:nvPr/>
          </p:nvSpPr>
          <p:spPr>
            <a:xfrm>
              <a:off x="3023201" y="1636587"/>
              <a:ext cx="71120" cy="46990"/>
            </a:xfrm>
            <a:custGeom>
              <a:avLst/>
              <a:gdLst/>
              <a:ahLst/>
              <a:cxnLst/>
              <a:rect l="l" t="t" r="r" b="b"/>
              <a:pathLst>
                <a:path w="71119" h="46989" extrusionOk="0">
                  <a:moveTo>
                    <a:pt x="0" y="11298"/>
                  </a:moveTo>
                  <a:lnTo>
                    <a:pt x="16430" y="13154"/>
                  </a:lnTo>
                  <a:lnTo>
                    <a:pt x="30079" y="11323"/>
                  </a:lnTo>
                  <a:lnTo>
                    <a:pt x="41144" y="6655"/>
                  </a:lnTo>
                  <a:lnTo>
                    <a:pt x="49821" y="0"/>
                  </a:lnTo>
                  <a:lnTo>
                    <a:pt x="49702" y="10934"/>
                  </a:lnTo>
                  <a:lnTo>
                    <a:pt x="52605" y="22587"/>
                  </a:lnTo>
                  <a:lnTo>
                    <a:pt x="59328" y="34606"/>
                  </a:lnTo>
                  <a:lnTo>
                    <a:pt x="70669" y="4663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6" name="Google Shape;2376;p103"/>
            <p:cNvSpPr/>
            <p:nvPr/>
          </p:nvSpPr>
          <p:spPr>
            <a:xfrm>
              <a:off x="3038831" y="1640168"/>
              <a:ext cx="432434" cy="288290"/>
            </a:xfrm>
            <a:custGeom>
              <a:avLst/>
              <a:gdLst/>
              <a:ahLst/>
              <a:cxnLst/>
              <a:rect l="l" t="t" r="r" b="b"/>
              <a:pathLst>
                <a:path w="432435" h="288289" extrusionOk="0">
                  <a:moveTo>
                    <a:pt x="0" y="288146"/>
                  </a:moveTo>
                  <a:lnTo>
                    <a:pt x="432248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7" name="Google Shape;2377;p103"/>
            <p:cNvSpPr/>
            <p:nvPr/>
          </p:nvSpPr>
          <p:spPr>
            <a:xfrm>
              <a:off x="3426426" y="1622455"/>
              <a:ext cx="48895" cy="66040"/>
            </a:xfrm>
            <a:custGeom>
              <a:avLst/>
              <a:gdLst/>
              <a:ahLst/>
              <a:cxnLst/>
              <a:rect l="l" t="t" r="r" b="b"/>
              <a:pathLst>
                <a:path w="48895" h="66039" extrusionOk="0">
                  <a:moveTo>
                    <a:pt x="0" y="0"/>
                  </a:moveTo>
                  <a:lnTo>
                    <a:pt x="13345" y="9762"/>
                  </a:lnTo>
                  <a:lnTo>
                    <a:pt x="26104" y="14944"/>
                  </a:lnTo>
                  <a:lnTo>
                    <a:pt x="38028" y="16380"/>
                  </a:lnTo>
                  <a:lnTo>
                    <a:pt x="48863" y="14906"/>
                  </a:lnTo>
                  <a:lnTo>
                    <a:pt x="43335" y="24341"/>
                  </a:lnTo>
                  <a:lnTo>
                    <a:pt x="40075" y="35899"/>
                  </a:lnTo>
                  <a:lnTo>
                    <a:pt x="39950" y="49671"/>
                  </a:lnTo>
                  <a:lnTo>
                    <a:pt x="43828" y="65744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8" name="Google Shape;2378;p103"/>
            <p:cNvSpPr/>
            <p:nvPr/>
          </p:nvSpPr>
          <p:spPr>
            <a:xfrm>
              <a:off x="2259593" y="1137146"/>
              <a:ext cx="454025" cy="302895"/>
            </a:xfrm>
            <a:custGeom>
              <a:avLst/>
              <a:gdLst/>
              <a:ahLst/>
              <a:cxnLst/>
              <a:rect l="l" t="t" r="r" b="b"/>
              <a:pathLst>
                <a:path w="454025" h="302894" extrusionOk="0">
                  <a:moveTo>
                    <a:pt x="0" y="302630"/>
                  </a:moveTo>
                  <a:lnTo>
                    <a:pt x="453976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9" name="Google Shape;2379;p103"/>
            <p:cNvSpPr/>
            <p:nvPr/>
          </p:nvSpPr>
          <p:spPr>
            <a:xfrm>
              <a:off x="2668916" y="1119433"/>
              <a:ext cx="48895" cy="66040"/>
            </a:xfrm>
            <a:custGeom>
              <a:avLst/>
              <a:gdLst/>
              <a:ahLst/>
              <a:cxnLst/>
              <a:rect l="l" t="t" r="r" b="b"/>
              <a:pathLst>
                <a:path w="48894" h="66040" extrusionOk="0">
                  <a:moveTo>
                    <a:pt x="0" y="0"/>
                  </a:moveTo>
                  <a:lnTo>
                    <a:pt x="13345" y="9762"/>
                  </a:lnTo>
                  <a:lnTo>
                    <a:pt x="26104" y="14944"/>
                  </a:lnTo>
                  <a:lnTo>
                    <a:pt x="38028" y="16380"/>
                  </a:lnTo>
                  <a:lnTo>
                    <a:pt x="48863" y="14906"/>
                  </a:lnTo>
                  <a:lnTo>
                    <a:pt x="43335" y="24341"/>
                  </a:lnTo>
                  <a:lnTo>
                    <a:pt x="40075" y="35899"/>
                  </a:lnTo>
                  <a:lnTo>
                    <a:pt x="39950" y="49671"/>
                  </a:lnTo>
                  <a:lnTo>
                    <a:pt x="43828" y="65744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80" name="Google Shape;2380;p103"/>
            <p:cNvSpPr/>
            <p:nvPr/>
          </p:nvSpPr>
          <p:spPr>
            <a:xfrm>
              <a:off x="2667968" y="1140585"/>
              <a:ext cx="149225" cy="298450"/>
            </a:xfrm>
            <a:custGeom>
              <a:avLst/>
              <a:gdLst/>
              <a:ahLst/>
              <a:cxnLst/>
              <a:rect l="l" t="t" r="r" b="b"/>
              <a:pathLst>
                <a:path w="149225" h="298450" extrusionOk="0">
                  <a:moveTo>
                    <a:pt x="0" y="298064"/>
                  </a:moveTo>
                  <a:lnTo>
                    <a:pt x="14904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81" name="Google Shape;2381;p103"/>
            <p:cNvSpPr/>
            <p:nvPr/>
          </p:nvSpPr>
          <p:spPr>
            <a:xfrm>
              <a:off x="2769453" y="1136059"/>
              <a:ext cx="71120" cy="46990"/>
            </a:xfrm>
            <a:custGeom>
              <a:avLst/>
              <a:gdLst/>
              <a:ahLst/>
              <a:cxnLst/>
              <a:rect l="l" t="t" r="r" b="b"/>
              <a:pathLst>
                <a:path w="71119" h="46990" extrusionOk="0">
                  <a:moveTo>
                    <a:pt x="0" y="11301"/>
                  </a:moveTo>
                  <a:lnTo>
                    <a:pt x="16430" y="13156"/>
                  </a:lnTo>
                  <a:lnTo>
                    <a:pt x="30079" y="11324"/>
                  </a:lnTo>
                  <a:lnTo>
                    <a:pt x="41144" y="6655"/>
                  </a:lnTo>
                  <a:lnTo>
                    <a:pt x="49821" y="0"/>
                  </a:lnTo>
                  <a:lnTo>
                    <a:pt x="49702" y="10934"/>
                  </a:lnTo>
                  <a:lnTo>
                    <a:pt x="52606" y="22587"/>
                  </a:lnTo>
                  <a:lnTo>
                    <a:pt x="59330" y="34606"/>
                  </a:lnTo>
                  <a:lnTo>
                    <a:pt x="70672" y="4663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82" name="Google Shape;2382;p103"/>
            <p:cNvSpPr/>
            <p:nvPr/>
          </p:nvSpPr>
          <p:spPr>
            <a:xfrm>
              <a:off x="2925607" y="1140585"/>
              <a:ext cx="149860" cy="299720"/>
            </a:xfrm>
            <a:custGeom>
              <a:avLst/>
              <a:gdLst/>
              <a:ahLst/>
              <a:cxnLst/>
              <a:rect l="l" t="t" r="r" b="b"/>
              <a:pathLst>
                <a:path w="149860" h="299719" extrusionOk="0">
                  <a:moveTo>
                    <a:pt x="149678" y="299328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83" name="Google Shape;2383;p103"/>
            <p:cNvSpPr/>
            <p:nvPr/>
          </p:nvSpPr>
          <p:spPr>
            <a:xfrm>
              <a:off x="2902493" y="1136059"/>
              <a:ext cx="71120" cy="46990"/>
            </a:xfrm>
            <a:custGeom>
              <a:avLst/>
              <a:gdLst/>
              <a:ahLst/>
              <a:cxnLst/>
              <a:rect l="l" t="t" r="r" b="b"/>
              <a:pathLst>
                <a:path w="71119" h="46990" extrusionOk="0">
                  <a:moveTo>
                    <a:pt x="0" y="46637"/>
                  </a:moveTo>
                  <a:lnTo>
                    <a:pt x="11341" y="34606"/>
                  </a:lnTo>
                  <a:lnTo>
                    <a:pt x="18065" y="22587"/>
                  </a:lnTo>
                  <a:lnTo>
                    <a:pt x="20969" y="10934"/>
                  </a:lnTo>
                  <a:lnTo>
                    <a:pt x="20850" y="0"/>
                  </a:lnTo>
                  <a:lnTo>
                    <a:pt x="29526" y="6655"/>
                  </a:lnTo>
                  <a:lnTo>
                    <a:pt x="40591" y="11323"/>
                  </a:lnTo>
                  <a:lnTo>
                    <a:pt x="54240" y="13155"/>
                  </a:lnTo>
                  <a:lnTo>
                    <a:pt x="70670" y="1130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84" name="Google Shape;2384;p103"/>
            <p:cNvSpPr/>
            <p:nvPr/>
          </p:nvSpPr>
          <p:spPr>
            <a:xfrm>
              <a:off x="3029048" y="1137146"/>
              <a:ext cx="450850" cy="300355"/>
            </a:xfrm>
            <a:custGeom>
              <a:avLst/>
              <a:gdLst/>
              <a:ahLst/>
              <a:cxnLst/>
              <a:rect l="l" t="t" r="r" b="b"/>
              <a:pathLst>
                <a:path w="450850" h="300355" extrusionOk="0">
                  <a:moveTo>
                    <a:pt x="450443" y="300274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85" name="Google Shape;2385;p103"/>
            <p:cNvSpPr/>
            <p:nvPr/>
          </p:nvSpPr>
          <p:spPr>
            <a:xfrm>
              <a:off x="3024837" y="1119432"/>
              <a:ext cx="48895" cy="66040"/>
            </a:xfrm>
            <a:custGeom>
              <a:avLst/>
              <a:gdLst/>
              <a:ahLst/>
              <a:cxnLst/>
              <a:rect l="l" t="t" r="r" b="b"/>
              <a:pathLst>
                <a:path w="48894" h="66040" extrusionOk="0">
                  <a:moveTo>
                    <a:pt x="5037" y="65745"/>
                  </a:moveTo>
                  <a:lnTo>
                    <a:pt x="8914" y="49671"/>
                  </a:lnTo>
                  <a:lnTo>
                    <a:pt x="8789" y="35900"/>
                  </a:lnTo>
                  <a:lnTo>
                    <a:pt x="5528" y="24342"/>
                  </a:lnTo>
                  <a:lnTo>
                    <a:pt x="0" y="14907"/>
                  </a:lnTo>
                  <a:lnTo>
                    <a:pt x="10835" y="16381"/>
                  </a:lnTo>
                  <a:lnTo>
                    <a:pt x="22758" y="14944"/>
                  </a:lnTo>
                  <a:lnTo>
                    <a:pt x="35518" y="9762"/>
                  </a:lnTo>
                  <a:lnTo>
                    <a:pt x="4886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2386" name="Google Shape;2386;p10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55666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7" name="Google Shape;2387;p10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7588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8" name="Google Shape;2388;p10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96095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9" name="Google Shape;2389;p103"/>
          <p:cNvSpPr txBox="1"/>
          <p:nvPr/>
        </p:nvSpPr>
        <p:spPr>
          <a:xfrm>
            <a:off x="550775" y="4396349"/>
            <a:ext cx="4484387" cy="1313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34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Benefits:</a:t>
            </a:r>
            <a:endParaRPr sz="1665"/>
          </a:p>
          <a:p>
            <a:pPr marL="491439" marR="520643" defTabSz="1450147">
              <a:lnSpc>
                <a:spcPct val="126299"/>
              </a:lnSpc>
              <a:spcBef>
                <a:spcPts val="40"/>
              </a:spcBef>
            </a:pPr>
            <a:r>
              <a:rPr lang="en-US" sz="1665"/>
              <a:t>Capture features at different scales More robust to object size variations</a:t>
            </a:r>
            <a:endParaRPr sz="1665"/>
          </a:p>
          <a:p>
            <a:pPr marL="491439" defTabSz="1450147">
              <a:spcBef>
                <a:spcPts val="530"/>
              </a:spcBef>
            </a:pPr>
            <a:r>
              <a:rPr lang="en-US" sz="1665"/>
              <a:t>Network decides which scale is important</a:t>
            </a:r>
            <a:endParaRPr sz="1665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F76C046-AA16-42A3-9B55-01225EB84DF5}"/>
                  </a:ext>
                </a:extLst>
              </p14:cNvPr>
              <p14:cNvContentPartPr/>
              <p14:nvPr/>
            </p14:nvContentPartPr>
            <p14:xfrm>
              <a:off x="5681520" y="1398600"/>
              <a:ext cx="3264840" cy="4548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F76C046-AA16-42A3-9B55-01225EB84D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72160" y="1389240"/>
                <a:ext cx="3283560" cy="456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104"/>
          <p:cNvSpPr txBox="1">
            <a:spLocks noGrp="1"/>
          </p:cNvSpPr>
          <p:nvPr>
            <p:ph type="title"/>
          </p:nvPr>
        </p:nvSpPr>
        <p:spPr>
          <a:xfrm>
            <a:off x="151137" y="31648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H</a:t>
            </a:r>
            <a:r>
              <a:rPr lang="en-US" cap="small" dirty="0">
                <a:solidFill>
                  <a:srgbClr val="FFFFFF"/>
                </a:solidFill>
              </a:rPr>
              <a:t>ow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to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hoose</a:t>
            </a:r>
            <a:r>
              <a:rPr lang="en-US" dirty="0">
                <a:solidFill>
                  <a:srgbClr val="FFFFFF"/>
                </a:solidFill>
              </a:rPr>
              <a:t> A</a:t>
            </a:r>
            <a:r>
              <a:rPr lang="en-US" cap="small" dirty="0">
                <a:solidFill>
                  <a:srgbClr val="FFFFFF"/>
                </a:solidFill>
              </a:rPr>
              <a:t>rchitecture</a:t>
            </a:r>
            <a:r>
              <a:rPr lang="en-US" dirty="0">
                <a:solidFill>
                  <a:srgbClr val="FFFFFF"/>
                </a:solidFill>
              </a:rPr>
              <a:t> D</a:t>
            </a:r>
            <a:r>
              <a:rPr lang="en-US" cap="small" dirty="0">
                <a:solidFill>
                  <a:srgbClr val="FFFFFF"/>
                </a:solidFill>
              </a:rPr>
              <a:t>epth</a:t>
            </a:r>
            <a:endParaRPr dirty="0"/>
          </a:p>
        </p:txBody>
      </p:sp>
      <p:sp>
        <p:nvSpPr>
          <p:cNvPr id="2401" name="Google Shape;2401;p104"/>
          <p:cNvSpPr txBox="1"/>
          <p:nvPr/>
        </p:nvSpPr>
        <p:spPr>
          <a:xfrm>
            <a:off x="550775" y="1602202"/>
            <a:ext cx="1964752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Key Considerations:</a:t>
            </a:r>
            <a:endParaRPr sz="1665"/>
          </a:p>
        </p:txBody>
      </p:sp>
      <p:pic>
        <p:nvPicPr>
          <p:cNvPr id="2402" name="Google Shape;2402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752" y="1981729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03" name="Google Shape;2403;p104"/>
          <p:cNvSpPr txBox="1"/>
          <p:nvPr/>
        </p:nvSpPr>
        <p:spPr>
          <a:xfrm>
            <a:off x="767492" y="1966108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4" name="Google Shape;2404;p1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4752" y="3119897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05" name="Google Shape;2405;p104"/>
          <p:cNvSpPr txBox="1"/>
          <p:nvPr/>
        </p:nvSpPr>
        <p:spPr>
          <a:xfrm>
            <a:off x="767492" y="3104274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6" name="Google Shape;2406;p10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4752" y="4258063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07" name="Google Shape;2407;p104"/>
          <p:cNvSpPr txBox="1"/>
          <p:nvPr/>
        </p:nvSpPr>
        <p:spPr>
          <a:xfrm>
            <a:off x="767492" y="4242422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8" name="Google Shape;2408;p104"/>
          <p:cNvSpPr txBox="1"/>
          <p:nvPr/>
        </p:nvSpPr>
        <p:spPr>
          <a:xfrm>
            <a:off x="982033" y="1853157"/>
            <a:ext cx="5657597" cy="3471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0564" rIns="0" bIns="0" anchor="t" anchorCtr="0">
            <a:spAutoFit/>
          </a:bodyPr>
          <a:lstStyle/>
          <a:p>
            <a:pPr marL="60423" defTabSz="1450147"/>
            <a:r>
              <a:rPr lang="en-US" sz="1665">
                <a:solidFill>
                  <a:srgbClr val="1B1472"/>
                </a:solidFill>
              </a:rPr>
              <a:t>Task complexity</a:t>
            </a:r>
            <a:endParaRPr sz="1665"/>
          </a:p>
          <a:p>
            <a:pPr marL="306142" defTabSz="1450147">
              <a:spcBef>
                <a:spcPts val="452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Simple: MNIST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5-10 layers sufficient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Complex: ImageNet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50-152 layers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Very complex: Medical imaging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100+ layers</a:t>
            </a:r>
            <a:endParaRPr sz="1507"/>
          </a:p>
          <a:p>
            <a:pPr marL="60423" defTabSz="1450147">
              <a:spcBef>
                <a:spcPts val="403"/>
              </a:spcBef>
            </a:pPr>
            <a:r>
              <a:rPr lang="en-US" sz="1665">
                <a:solidFill>
                  <a:srgbClr val="1B1472"/>
                </a:solidFill>
              </a:rPr>
              <a:t>Dataset size</a:t>
            </a:r>
            <a:endParaRPr sz="1665"/>
          </a:p>
          <a:p>
            <a:pPr marL="306142" defTabSz="1450147">
              <a:spcBef>
                <a:spcPts val="214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Small dataset (</a:t>
            </a:r>
            <a:r>
              <a:rPr lang="en-US" sz="1744" i="1">
                <a:latin typeface="Verdana"/>
                <a:ea typeface="Verdana"/>
                <a:cs typeface="Verdana"/>
                <a:sym typeface="Verdana"/>
              </a:rPr>
              <a:t>&lt; </a:t>
            </a:r>
            <a:r>
              <a:rPr lang="en-US" sz="1507"/>
              <a:t>10K): Shallow network (avoid overfitting)</a:t>
            </a:r>
            <a:endParaRPr sz="1507"/>
          </a:p>
          <a:p>
            <a:pPr marL="306142" defTabSz="1450147">
              <a:spcBef>
                <a:spcPts val="29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Medium (10K-100K): Moderate depth (20-50 layers)</a:t>
            </a:r>
            <a:endParaRPr sz="1507"/>
          </a:p>
          <a:p>
            <a:pPr marL="306142" defTabSz="1450147">
              <a:spcBef>
                <a:spcPts val="10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Large (</a:t>
            </a:r>
            <a:r>
              <a:rPr lang="en-US" sz="1744" i="1">
                <a:latin typeface="Verdana"/>
                <a:ea typeface="Verdana"/>
                <a:cs typeface="Verdana"/>
                <a:sym typeface="Verdana"/>
              </a:rPr>
              <a:t>&gt; </a:t>
            </a:r>
            <a:r>
              <a:rPr lang="en-US" sz="1507"/>
              <a:t>1M): Very deep (50-200 layers)</a:t>
            </a:r>
            <a:endParaRPr sz="1507"/>
          </a:p>
          <a:p>
            <a:pPr marL="60423" defTabSz="1450147">
              <a:spcBef>
                <a:spcPts val="357"/>
              </a:spcBef>
            </a:pPr>
            <a:r>
              <a:rPr lang="en-US" sz="1665">
                <a:solidFill>
                  <a:srgbClr val="1B1472"/>
                </a:solidFill>
              </a:rPr>
              <a:t>Computational budget</a:t>
            </a:r>
            <a:endParaRPr sz="1665"/>
          </a:p>
          <a:p>
            <a:pPr marL="306142" defTabSz="1450147">
              <a:spcBef>
                <a:spcPts val="460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Mobile/edge: MobileNet, EfficientNet (10-20 layers)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Desktop/server: ResNet-50, VGG-16 (16-50 layers)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Data center: ResNet-152, EfficientNet-B7 (100+ layers)</a:t>
            </a:r>
            <a:endParaRPr sz="1507"/>
          </a:p>
        </p:txBody>
      </p:sp>
      <p:sp>
        <p:nvSpPr>
          <p:cNvPr id="2409" name="Google Shape;2409;p104"/>
          <p:cNvSpPr txBox="1"/>
          <p:nvPr/>
        </p:nvSpPr>
        <p:spPr>
          <a:xfrm>
            <a:off x="550775" y="5460526"/>
            <a:ext cx="6270891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EC2027"/>
                </a:solidFill>
              </a:rPr>
              <a:t>Start shallow, add depth if underfitting and you have enough data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p105"/>
          <p:cNvSpPr txBox="1">
            <a:spLocks noGrp="1"/>
          </p:cNvSpPr>
          <p:nvPr>
            <p:ph type="title"/>
          </p:nvPr>
        </p:nvSpPr>
        <p:spPr>
          <a:xfrm>
            <a:off x="151137" y="298199"/>
            <a:ext cx="8354474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2220" dirty="0">
                <a:solidFill>
                  <a:srgbClr val="FFFFFF"/>
                </a:solidFill>
              </a:rPr>
              <a:t>A</a:t>
            </a:r>
            <a:r>
              <a:rPr lang="en-US" sz="2220" cap="small" dirty="0">
                <a:solidFill>
                  <a:srgbClr val="FFFFFF"/>
                </a:solidFill>
              </a:rPr>
              <a:t>rchitecture</a:t>
            </a:r>
            <a:r>
              <a:rPr lang="en-US" sz="2220" dirty="0">
                <a:solidFill>
                  <a:srgbClr val="FFFFFF"/>
                </a:solidFill>
              </a:rPr>
              <a:t> D</a:t>
            </a:r>
            <a:r>
              <a:rPr lang="en-US" sz="2220" cap="small" dirty="0">
                <a:solidFill>
                  <a:srgbClr val="FFFFFF"/>
                </a:solidFill>
              </a:rPr>
              <a:t>epth</a:t>
            </a:r>
            <a:r>
              <a:rPr lang="en-US" sz="2220" dirty="0">
                <a:solidFill>
                  <a:srgbClr val="FFFFFF"/>
                </a:solidFill>
              </a:rPr>
              <a:t>: P</a:t>
            </a:r>
            <a:r>
              <a:rPr lang="en-US" sz="2220" cap="small" dirty="0">
                <a:solidFill>
                  <a:srgbClr val="FFFFFF"/>
                </a:solidFill>
              </a:rPr>
              <a:t>ractical</a:t>
            </a:r>
            <a:r>
              <a:rPr lang="en-US" sz="2220" dirty="0">
                <a:solidFill>
                  <a:srgbClr val="FFFFFF"/>
                </a:solidFill>
              </a:rPr>
              <a:t> G</a:t>
            </a:r>
            <a:r>
              <a:rPr lang="en-US" sz="2220" cap="small" dirty="0">
                <a:solidFill>
                  <a:srgbClr val="FFFFFF"/>
                </a:solidFill>
              </a:rPr>
              <a:t>uidelines</a:t>
            </a:r>
            <a:endParaRPr sz="2220" dirty="0"/>
          </a:p>
        </p:txBody>
      </p:sp>
      <p:sp>
        <p:nvSpPr>
          <p:cNvPr id="2421" name="Google Shape;2421;p105"/>
          <p:cNvSpPr txBox="1"/>
          <p:nvPr/>
        </p:nvSpPr>
        <p:spPr>
          <a:xfrm>
            <a:off x="550775" y="1602201"/>
            <a:ext cx="2284993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Empirical observations:</a:t>
            </a:r>
            <a:endParaRPr sz="1665"/>
          </a:p>
        </p:txBody>
      </p:sp>
      <p:graphicFrame>
        <p:nvGraphicFramePr>
          <p:cNvPr id="2422" name="Google Shape;2422;p105"/>
          <p:cNvGraphicFramePr/>
          <p:nvPr/>
        </p:nvGraphicFramePr>
        <p:xfrm>
          <a:off x="1532566" y="1984569"/>
          <a:ext cx="6062431" cy="204625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693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54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Layers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Params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Case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95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LeNet-5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60K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MNIST, simple tasks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2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AlexNet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60M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ImageNet (2012)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2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VGG-16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138M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 accuracy, features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2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ResNet-50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25M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purpose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2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ResNet-152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152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60M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State-of-art accuracy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141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EfficientNet-B0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5M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Mobile, efficient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423" name="Google Shape;2423;p105"/>
          <p:cNvGrpSpPr/>
          <p:nvPr/>
        </p:nvGrpSpPr>
        <p:grpSpPr>
          <a:xfrm>
            <a:off x="814682" y="4489280"/>
            <a:ext cx="109889" cy="1350875"/>
            <a:chOff x="513702" y="2290990"/>
            <a:chExt cx="69291" cy="851802"/>
          </a:xfrm>
        </p:grpSpPr>
        <p:pic>
          <p:nvPicPr>
            <p:cNvPr id="2424" name="Google Shape;2424;p10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29099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5" name="Google Shape;2425;p10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47445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6" name="Google Shape;2426;p10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6579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7" name="Google Shape;2427;p10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307350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8" name="Google Shape;2428;p105"/>
          <p:cNvSpPr txBox="1"/>
          <p:nvPr/>
        </p:nvSpPr>
        <p:spPr>
          <a:xfrm>
            <a:off x="550776" y="4024424"/>
            <a:ext cx="6258806" cy="188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449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Trends:</a:t>
            </a:r>
            <a:endParaRPr sz="1665"/>
          </a:p>
          <a:p>
            <a:pPr marL="491439" marR="8056" defTabSz="1450147">
              <a:lnSpc>
                <a:spcPct val="114599"/>
              </a:lnSpc>
              <a:spcBef>
                <a:spcPts val="79"/>
              </a:spcBef>
            </a:pPr>
            <a:r>
              <a:rPr lang="en-US" sz="1665"/>
              <a:t>Modern architectures: 50-200 layers with skip connections Efficient architectures: 10-30 layers with smart design Depth alone is not enough: Need proper training techniques</a:t>
            </a:r>
            <a:endParaRPr sz="1665"/>
          </a:p>
          <a:p>
            <a:pPr marL="491439" marR="2586094" indent="-472305" defTabSz="1450147">
              <a:lnSpc>
                <a:spcPct val="118600"/>
              </a:lnSpc>
              <a:spcBef>
                <a:spcPts val="444"/>
              </a:spcBef>
            </a:pPr>
            <a:r>
              <a:rPr lang="en-US" sz="1665">
                <a:solidFill>
                  <a:srgbClr val="1B1472"/>
                </a:solidFill>
              </a:rPr>
              <a:t>Warning: </a:t>
            </a:r>
            <a:r>
              <a:rPr lang="en-US" sz="1665"/>
              <a:t>Very deep networks require: Batch normalization</a:t>
            </a:r>
            <a:endParaRPr sz="1665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3F4DE7-B7AE-4C86-94A9-020024B6958A}"/>
                  </a:ext>
                </a:extLst>
              </p14:cNvPr>
              <p14:cNvContentPartPr/>
              <p14:nvPr/>
            </p14:nvContentPartPr>
            <p14:xfrm>
              <a:off x="1209600" y="2160000"/>
              <a:ext cx="3838320" cy="1923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3F4DE7-B7AE-4C86-94A9-020024B6958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00240" y="2150640"/>
                <a:ext cx="3857040" cy="1942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p106"/>
          <p:cNvSpPr txBox="1">
            <a:spLocks noGrp="1"/>
          </p:cNvSpPr>
          <p:nvPr>
            <p:ph type="title"/>
          </p:nvPr>
        </p:nvSpPr>
        <p:spPr>
          <a:xfrm>
            <a:off x="151137" y="307344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T</a:t>
            </a:r>
            <a:r>
              <a:rPr lang="en-US" cap="small" dirty="0">
                <a:solidFill>
                  <a:srgbClr val="FFFFFF"/>
                </a:solidFill>
              </a:rPr>
              <a:t>rade</a:t>
            </a:r>
            <a:r>
              <a:rPr lang="en-US" dirty="0">
                <a:solidFill>
                  <a:srgbClr val="FFFFFF"/>
                </a:solidFill>
              </a:rPr>
              <a:t>-</a:t>
            </a:r>
            <a:r>
              <a:rPr lang="en-US" cap="small" dirty="0">
                <a:solidFill>
                  <a:srgbClr val="FFFFFF"/>
                </a:solidFill>
              </a:rPr>
              <a:t>offs</a:t>
            </a:r>
            <a:r>
              <a:rPr lang="en-US" dirty="0">
                <a:solidFill>
                  <a:srgbClr val="FFFFFF"/>
                </a:solidFill>
              </a:rPr>
              <a:t>: D</a:t>
            </a:r>
            <a:r>
              <a:rPr lang="en-US" cap="small" dirty="0">
                <a:solidFill>
                  <a:srgbClr val="FFFFFF"/>
                </a:solidFill>
              </a:rPr>
              <a:t>epth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vs</a:t>
            </a:r>
            <a:r>
              <a:rPr lang="en-US" dirty="0">
                <a:solidFill>
                  <a:srgbClr val="FFFFFF"/>
                </a:solidFill>
              </a:rPr>
              <a:t>. W</a:t>
            </a:r>
            <a:r>
              <a:rPr lang="en-US" cap="small" dirty="0">
                <a:solidFill>
                  <a:srgbClr val="FFFFFF"/>
                </a:solidFill>
              </a:rPr>
              <a:t>idth</a:t>
            </a:r>
            <a:endParaRPr dirty="0"/>
          </a:p>
        </p:txBody>
      </p:sp>
      <p:sp>
        <p:nvSpPr>
          <p:cNvPr id="2440" name="Google Shape;2440;p106"/>
          <p:cNvSpPr txBox="1"/>
          <p:nvPr/>
        </p:nvSpPr>
        <p:spPr>
          <a:xfrm>
            <a:off x="550774" y="1571296"/>
            <a:ext cx="5746219" cy="60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379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Depth: </a:t>
            </a:r>
            <a:r>
              <a:rPr lang="en-US" sz="1665"/>
              <a:t>Number of layers (vertical stacking)</a:t>
            </a:r>
            <a:endParaRPr sz="1665"/>
          </a:p>
          <a:p>
            <a:pPr marL="20141" defTabSz="1450147">
              <a:spcBef>
                <a:spcPts val="293"/>
              </a:spcBef>
            </a:pPr>
            <a:r>
              <a:rPr lang="en-US" sz="1665">
                <a:solidFill>
                  <a:srgbClr val="1B1472"/>
                </a:solidFill>
              </a:rPr>
              <a:t>Width: </a:t>
            </a:r>
            <a:r>
              <a:rPr lang="en-US" sz="1665"/>
              <a:t>Number of channels per layer (horizontal expansion)</a:t>
            </a:r>
            <a:endParaRPr sz="1665"/>
          </a:p>
        </p:txBody>
      </p:sp>
      <p:graphicFrame>
        <p:nvGraphicFramePr>
          <p:cNvPr id="2441" name="Google Shape;2441;p106"/>
          <p:cNvGraphicFramePr/>
          <p:nvPr/>
        </p:nvGraphicFramePr>
        <p:xfrm>
          <a:off x="1028438" y="2306382"/>
          <a:ext cx="7071502" cy="204625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66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5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Aspect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Deeper (More Layers)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Wider (More Channels)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95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Feature complexity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Higher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Moderate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2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Receptive field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Larger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Same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2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Parameters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Sub-linear growth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Quadratic growth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2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difficulty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Harder (vanishing grad)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Easier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2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Overfitting risk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Lower (if regularized)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Higher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141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Inference speed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Slower (sequential)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Faster (parallel)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442" name="Google Shape;2442;p106"/>
          <p:cNvGrpSpPr/>
          <p:nvPr/>
        </p:nvGrpSpPr>
        <p:grpSpPr>
          <a:xfrm>
            <a:off x="814682" y="4853166"/>
            <a:ext cx="109889" cy="415691"/>
            <a:chOff x="513702" y="2520441"/>
            <a:chExt cx="69291" cy="262116"/>
          </a:xfrm>
        </p:grpSpPr>
        <p:pic>
          <p:nvPicPr>
            <p:cNvPr id="2443" name="Google Shape;2443;p10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52044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4" name="Google Shape;2444;p10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71326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5" name="Google Shape;2445;p106"/>
          <p:cNvSpPr txBox="1"/>
          <p:nvPr/>
        </p:nvSpPr>
        <p:spPr>
          <a:xfrm>
            <a:off x="550776" y="4363559"/>
            <a:ext cx="7485391" cy="140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8542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Example:</a:t>
            </a:r>
            <a:endParaRPr sz="1665"/>
          </a:p>
          <a:p>
            <a:pPr marL="491439" marR="515608" defTabSz="1450147">
              <a:lnSpc>
                <a:spcPct val="120500"/>
              </a:lnSpc>
              <a:spcBef>
                <a:spcPts val="56"/>
              </a:spcBef>
            </a:pPr>
            <a:r>
              <a:rPr lang="en-US" sz="1665">
                <a:solidFill>
                  <a:srgbClr val="1B1472"/>
                </a:solidFill>
              </a:rPr>
              <a:t>ResNet-50: </a:t>
            </a:r>
            <a:r>
              <a:rPr lang="en-US" sz="1665"/>
              <a:t>Deep (50 layers), moderate width (256-2048 channels) </a:t>
            </a:r>
            <a:r>
              <a:rPr lang="en-US" sz="1665">
                <a:solidFill>
                  <a:srgbClr val="1B1472"/>
                </a:solidFill>
              </a:rPr>
              <a:t>Wide ResNet: </a:t>
            </a:r>
            <a:r>
              <a:rPr lang="en-US" sz="1665"/>
              <a:t>Fewer layers (16-28), very wide (up to 10× channels)</a:t>
            </a:r>
            <a:endParaRPr sz="1665"/>
          </a:p>
          <a:p>
            <a:pPr marL="20141" defTabSz="1450147">
              <a:spcBef>
                <a:spcPts val="1372"/>
              </a:spcBef>
            </a:pPr>
            <a:r>
              <a:rPr lang="en-US" sz="1665">
                <a:solidFill>
                  <a:srgbClr val="1B1472"/>
                </a:solidFill>
              </a:rPr>
              <a:t>Current consensus: </a:t>
            </a:r>
            <a:r>
              <a:rPr lang="en-US" sz="1665"/>
              <a:t>Depth + Width both matter; optimal ratio depends on task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p107"/>
          <p:cNvSpPr txBox="1">
            <a:spLocks noGrp="1"/>
          </p:cNvSpPr>
          <p:nvPr>
            <p:ph type="title"/>
          </p:nvPr>
        </p:nvSpPr>
        <p:spPr>
          <a:xfrm>
            <a:off x="151137" y="316487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D</a:t>
            </a:r>
            <a:r>
              <a:rPr lang="en-US" cap="small" dirty="0">
                <a:solidFill>
                  <a:srgbClr val="FFFFFF"/>
                </a:solidFill>
              </a:rPr>
              <a:t>epth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vs</a:t>
            </a:r>
            <a:r>
              <a:rPr lang="en-US" dirty="0">
                <a:solidFill>
                  <a:srgbClr val="FFFFFF"/>
                </a:solidFill>
              </a:rPr>
              <a:t>. W</a:t>
            </a:r>
            <a:r>
              <a:rPr lang="en-US" cap="small" dirty="0">
                <a:solidFill>
                  <a:srgbClr val="FFFFFF"/>
                </a:solidFill>
              </a:rPr>
              <a:t>idth</a:t>
            </a:r>
            <a:r>
              <a:rPr lang="en-US" dirty="0">
                <a:solidFill>
                  <a:srgbClr val="FFFFFF"/>
                </a:solidFill>
              </a:rPr>
              <a:t>: P</a:t>
            </a:r>
            <a:r>
              <a:rPr lang="en-US" cap="small" dirty="0">
                <a:solidFill>
                  <a:srgbClr val="FFFFFF"/>
                </a:solidFill>
              </a:rPr>
              <a:t>ractical</a:t>
            </a:r>
            <a:r>
              <a:rPr lang="en-US" dirty="0">
                <a:solidFill>
                  <a:srgbClr val="FFFFFF"/>
                </a:solidFill>
              </a:rPr>
              <a:t> R</a:t>
            </a:r>
            <a:r>
              <a:rPr lang="en-US" cap="small" dirty="0">
                <a:solidFill>
                  <a:srgbClr val="FFFFFF"/>
                </a:solidFill>
              </a:rPr>
              <a:t>ecommendations</a:t>
            </a:r>
            <a:endParaRPr dirty="0"/>
          </a:p>
        </p:txBody>
      </p:sp>
      <p:sp>
        <p:nvSpPr>
          <p:cNvPr id="2464" name="Google Shape;2464;p107"/>
          <p:cNvSpPr txBox="1"/>
          <p:nvPr/>
        </p:nvSpPr>
        <p:spPr>
          <a:xfrm>
            <a:off x="1002173" y="1565009"/>
            <a:ext cx="6055381" cy="4124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05" rIns="0" bIns="0" anchor="t" anchorCtr="0">
            <a:spAutoFit/>
          </a:bodyPr>
          <a:lstStyle/>
          <a:p>
            <a:pPr marL="40282" defTabSz="1450147"/>
            <a:r>
              <a:rPr lang="en-US" sz="1665">
                <a:solidFill>
                  <a:srgbClr val="1B1472"/>
                </a:solidFill>
              </a:rPr>
              <a:t>When to go deeper:</a:t>
            </a:r>
            <a:endParaRPr sz="1665"/>
          </a:p>
          <a:p>
            <a:pPr marL="286001" defTabSz="1450147">
              <a:spcBef>
                <a:spcPts val="60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Large, diverse datasets (ImageNet, COCO)</a:t>
            </a:r>
            <a:endParaRPr sz="1507"/>
          </a:p>
          <a:p>
            <a:pPr marL="286001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Complex tasks requiring hierarchical features</a:t>
            </a:r>
            <a:endParaRPr sz="1507"/>
          </a:p>
          <a:p>
            <a:pPr marL="286001" defTabSz="1450147">
              <a:spcBef>
                <a:spcPts val="33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When you can use skip connections</a:t>
            </a:r>
            <a:endParaRPr sz="1507"/>
          </a:p>
          <a:p>
            <a:pPr marL="286001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Sufficient computational resources</a:t>
            </a:r>
            <a:endParaRPr sz="1507"/>
          </a:p>
          <a:p>
            <a:pPr marL="40282" defTabSz="1450147">
              <a:spcBef>
                <a:spcPts val="626"/>
              </a:spcBef>
            </a:pPr>
            <a:r>
              <a:rPr lang="en-US" sz="1665">
                <a:solidFill>
                  <a:srgbClr val="1B1472"/>
                </a:solidFill>
              </a:rPr>
              <a:t>When to go wider:</a:t>
            </a:r>
            <a:endParaRPr sz="1665"/>
          </a:p>
          <a:p>
            <a:pPr marL="286001" defTabSz="1450147">
              <a:spcBef>
                <a:spcPts val="595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Smaller, more homogeneous datasets</a:t>
            </a:r>
            <a:endParaRPr sz="1507"/>
          </a:p>
          <a:p>
            <a:pPr marL="286001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Need faster training/inference</a:t>
            </a:r>
            <a:endParaRPr sz="1507"/>
          </a:p>
          <a:p>
            <a:pPr marL="286001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Limited to shallow networks (no residual connections)</a:t>
            </a:r>
            <a:endParaRPr sz="1507"/>
          </a:p>
          <a:p>
            <a:pPr marL="286001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Ensemble-like behavior (different filters learn different patterns)</a:t>
            </a:r>
            <a:endParaRPr sz="1507"/>
          </a:p>
          <a:p>
            <a:pPr marL="40282" defTabSz="1450147">
              <a:spcBef>
                <a:spcPts val="619"/>
              </a:spcBef>
            </a:pPr>
            <a:r>
              <a:rPr lang="en-US" sz="1665">
                <a:solidFill>
                  <a:srgbClr val="1B1472"/>
                </a:solidFill>
              </a:rPr>
              <a:t>Hybrid approach (EfficientNet):</a:t>
            </a:r>
            <a:endParaRPr sz="1665"/>
          </a:p>
          <a:p>
            <a:pPr marL="286001" defTabSz="1450147">
              <a:spcBef>
                <a:spcPts val="60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Scale depth, width, AND resolution together</a:t>
            </a:r>
            <a:endParaRPr sz="1507"/>
          </a:p>
          <a:p>
            <a:pPr marL="286001" defTabSz="1450147">
              <a:spcBef>
                <a:spcPts val="10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Use compound scaling: depth</a:t>
            </a:r>
            <a:r>
              <a:rPr lang="en-US" sz="1665" i="1" baseline="30000"/>
              <a:t>d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width</a:t>
            </a:r>
            <a:r>
              <a:rPr lang="en-US" sz="1665" i="1" baseline="30000"/>
              <a:t>w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resolution</a:t>
            </a:r>
            <a:r>
              <a:rPr lang="en-US" sz="1665" i="1" baseline="30000"/>
              <a:t>r 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/>
              <a:t>2</a:t>
            </a:r>
            <a:endParaRPr sz="1507"/>
          </a:p>
          <a:p>
            <a:pPr marL="286001" defTabSz="1450147">
              <a:spcBef>
                <a:spcPts val="29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Achieves better accuracy-efficiency trade-off</a:t>
            </a:r>
            <a:endParaRPr sz="1507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p108"/>
          <p:cNvSpPr txBox="1">
            <a:spLocks noGrp="1"/>
          </p:cNvSpPr>
          <p:nvPr>
            <p:ph type="title"/>
          </p:nvPr>
        </p:nvSpPr>
        <p:spPr>
          <a:xfrm>
            <a:off x="151137" y="371352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D</a:t>
            </a:r>
            <a:r>
              <a:rPr lang="en-US" cap="small" dirty="0">
                <a:solidFill>
                  <a:srgbClr val="FFFFFF"/>
                </a:solidFill>
              </a:rPr>
              <a:t>esign</a:t>
            </a:r>
            <a:r>
              <a:rPr lang="en-US" dirty="0">
                <a:solidFill>
                  <a:srgbClr val="FFFFFF"/>
                </a:solidFill>
              </a:rPr>
              <a:t> D</a:t>
            </a:r>
            <a:r>
              <a:rPr lang="en-US" cap="small" dirty="0">
                <a:solidFill>
                  <a:srgbClr val="FFFFFF"/>
                </a:solidFill>
              </a:rPr>
              <a:t>ecision</a:t>
            </a:r>
            <a:r>
              <a:rPr lang="en-US" dirty="0">
                <a:solidFill>
                  <a:srgbClr val="FFFFFF"/>
                </a:solidFill>
              </a:rPr>
              <a:t> F</a:t>
            </a:r>
            <a:r>
              <a:rPr lang="en-US" cap="small" dirty="0">
                <a:solidFill>
                  <a:srgbClr val="FFFFFF"/>
                </a:solidFill>
              </a:rPr>
              <a:t>ramework</a:t>
            </a:r>
            <a:endParaRPr dirty="0"/>
          </a:p>
        </p:txBody>
      </p:sp>
      <p:pic>
        <p:nvPicPr>
          <p:cNvPr id="2472" name="Google Shape;2472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752" y="1672023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73" name="Google Shape;2473;p108"/>
          <p:cNvSpPr txBox="1"/>
          <p:nvPr/>
        </p:nvSpPr>
        <p:spPr>
          <a:xfrm>
            <a:off x="767492" y="1656402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4" name="Google Shape;2474;p1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4752" y="2499815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75" name="Google Shape;2475;p108"/>
          <p:cNvSpPr txBox="1"/>
          <p:nvPr/>
        </p:nvSpPr>
        <p:spPr>
          <a:xfrm>
            <a:off x="767492" y="2484175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6" name="Google Shape;2476;p10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4752" y="3600480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77" name="Google Shape;2477;p108"/>
          <p:cNvSpPr txBox="1"/>
          <p:nvPr/>
        </p:nvSpPr>
        <p:spPr>
          <a:xfrm>
            <a:off x="767492" y="3584859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8" name="Google Shape;2478;p10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4752" y="4701144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79" name="Google Shape;2479;p108"/>
          <p:cNvSpPr txBox="1"/>
          <p:nvPr/>
        </p:nvSpPr>
        <p:spPr>
          <a:xfrm>
            <a:off x="767492" y="4685523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0" name="Google Shape;2480;p108"/>
          <p:cNvSpPr txBox="1"/>
          <p:nvPr/>
        </p:nvSpPr>
        <p:spPr>
          <a:xfrm>
            <a:off x="982033" y="1559871"/>
            <a:ext cx="6825774" cy="4140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436" rIns="0" bIns="0" anchor="t" anchorCtr="0">
            <a:spAutoFit/>
          </a:bodyPr>
          <a:lstStyle/>
          <a:p>
            <a:pPr marL="60423" defTabSz="1450147"/>
            <a:r>
              <a:rPr lang="en-US" sz="1665">
                <a:solidFill>
                  <a:srgbClr val="1B1472"/>
                </a:solidFill>
              </a:rPr>
              <a:t>Start with baseline</a:t>
            </a:r>
            <a:endParaRPr sz="1665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Use proven architecture (ResNet, EfficientNet)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Transfer learning if possible</a:t>
            </a:r>
            <a:endParaRPr sz="1507"/>
          </a:p>
          <a:p>
            <a:pPr marL="60423" defTabSz="1450147">
              <a:spcBef>
                <a:spcPts val="222"/>
              </a:spcBef>
            </a:pPr>
            <a:r>
              <a:rPr lang="en-US" sz="1665">
                <a:solidFill>
                  <a:srgbClr val="1B1472"/>
                </a:solidFill>
              </a:rPr>
              <a:t>Estimate requirements</a:t>
            </a:r>
            <a:endParaRPr sz="1665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Dataset size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depth constraint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Computational budget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width/depth trade-off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Input resolution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receptive field needs</a:t>
            </a:r>
            <a:endParaRPr sz="1507"/>
          </a:p>
          <a:p>
            <a:pPr marL="60423" defTabSz="1450147">
              <a:spcBef>
                <a:spcPts val="222"/>
              </a:spcBef>
            </a:pPr>
            <a:r>
              <a:rPr lang="en-US" sz="1665">
                <a:solidFill>
                  <a:srgbClr val="1B1472"/>
                </a:solidFill>
              </a:rPr>
              <a:t>Iterate systematically</a:t>
            </a:r>
            <a:endParaRPr sz="1665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Underfitting?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Add depth or width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Overfitting?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Regularize (dropout, data aug) before reducing capacity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Too slow?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Reduce width or use efficient blocks</a:t>
            </a:r>
            <a:endParaRPr sz="1507"/>
          </a:p>
          <a:p>
            <a:pPr marL="60423" defTabSz="1450147">
              <a:spcBef>
                <a:spcPts val="222"/>
              </a:spcBef>
            </a:pPr>
            <a:r>
              <a:rPr lang="en-US" sz="1665">
                <a:solidFill>
                  <a:srgbClr val="1B1472"/>
                </a:solidFill>
              </a:rPr>
              <a:t>Apply design patterns</a:t>
            </a:r>
            <a:endParaRPr sz="1665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Always: Spatial reduction + channel expansion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Deep networks: Skip connections mandatory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Tight budget: Bottleneck designs</a:t>
            </a:r>
            <a:endParaRPr sz="1507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7" y="436954"/>
            <a:ext cx="2733128" cy="439262"/>
          </a:xfrm>
          <a:prstGeom prst="rect">
            <a:avLst/>
          </a:prstGeom>
        </p:spPr>
        <p:txBody>
          <a:bodyPr vert="horz" wrap="square" lIns="0" tIns="24169" rIns="0" bIns="0" rtlCol="0">
            <a:spAutoFit/>
          </a:bodyPr>
          <a:lstStyle/>
          <a:p>
            <a:pPr marL="20141" marR="0" lvl="0" indent="0" algn="l" defTabSz="1450147" rtl="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2696" b="0" i="0" u="none" strike="noStrike" kern="0" cap="none" spc="4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I</a:t>
            </a:r>
            <a:r>
              <a:rPr kumimoji="0" sz="2696" b="0" i="0" u="none" strike="noStrike" kern="0" cap="small" spc="38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m</a:t>
            </a:r>
            <a:r>
              <a:rPr kumimoji="0" sz="2696" b="0" i="0" u="none" strike="noStrike" kern="0" cap="small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a</a:t>
            </a:r>
            <a:r>
              <a:rPr kumimoji="0" sz="2696" b="0" i="0" u="none" strike="noStrike" kern="0" cap="small" spc="43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ge</a:t>
            </a:r>
            <a:r>
              <a:rPr kumimoji="0" sz="2696" b="0" i="0" u="none" strike="noStrike" kern="0" cap="none" spc="47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N</a:t>
            </a:r>
            <a:r>
              <a:rPr kumimoji="0" sz="2696" b="0" i="0" u="none" strike="noStrike" kern="0" cap="small" spc="5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et</a:t>
            </a:r>
            <a:r>
              <a:rPr kumimoji="0" sz="2696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 </a:t>
            </a:r>
            <a:r>
              <a:rPr kumimoji="0" sz="2696" b="0" i="0" u="none" strike="noStrike" kern="0" cap="none" spc="-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 </a:t>
            </a:r>
            <a:r>
              <a:rPr kumimoji="0" sz="2696" b="0" i="0" u="none" strike="noStrike" kern="0" cap="none" spc="52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D</a:t>
            </a:r>
            <a:r>
              <a:rPr kumimoji="0" sz="2696" b="0" i="0" u="none" strike="noStrike" kern="0" cap="small" spc="24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a</a:t>
            </a:r>
            <a:r>
              <a:rPr kumimoji="0" sz="2696" b="0" i="0" u="none" strike="noStrike" kern="0" cap="small" spc="37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t</a:t>
            </a:r>
            <a:r>
              <a:rPr kumimoji="0" sz="2696" b="0" i="0" u="none" strike="noStrike" kern="0" cap="small" spc="42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a</a:t>
            </a:r>
            <a:endParaRPr kumimoji="0" sz="269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243" y="1737159"/>
            <a:ext cx="8338363" cy="38670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426AE05-88DE-4BA6-803B-2F39C8568AEF}"/>
                  </a:ext>
                </a:extLst>
              </p14:cNvPr>
              <p14:cNvContentPartPr/>
              <p14:nvPr/>
            </p14:nvContentPartPr>
            <p14:xfrm>
              <a:off x="1662480" y="1034280"/>
              <a:ext cx="230400" cy="216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426AE05-88DE-4BA6-803B-2F39C8568A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3120" y="1024920"/>
                <a:ext cx="249120" cy="23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2326654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7" y="378588"/>
            <a:ext cx="2733128" cy="439262"/>
          </a:xfrm>
          <a:prstGeom prst="rect">
            <a:avLst/>
          </a:prstGeom>
        </p:spPr>
        <p:txBody>
          <a:bodyPr vert="horz" wrap="square" lIns="0" tIns="24169" rIns="0" bIns="0" rtlCol="0">
            <a:spAutoFit/>
          </a:bodyPr>
          <a:lstStyle/>
          <a:p>
            <a:pPr marL="20141" marR="0" lvl="0" indent="0" algn="l" defTabSz="1450147" rtl="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2696" b="0" i="0" u="none" strike="noStrike" kern="0" cap="none" spc="4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I</a:t>
            </a:r>
            <a:r>
              <a:rPr kumimoji="0" sz="2696" b="0" i="0" u="none" strike="noStrike" kern="0" cap="small" spc="38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m</a:t>
            </a:r>
            <a:r>
              <a:rPr kumimoji="0" sz="2696" b="0" i="0" u="none" strike="noStrike" kern="0" cap="small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a</a:t>
            </a:r>
            <a:r>
              <a:rPr kumimoji="0" sz="2696" b="0" i="0" u="none" strike="noStrike" kern="0" cap="small" spc="43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ge</a:t>
            </a:r>
            <a:r>
              <a:rPr kumimoji="0" sz="2696" b="0" i="0" u="none" strike="noStrike" kern="0" cap="none" spc="47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N</a:t>
            </a:r>
            <a:r>
              <a:rPr kumimoji="0" sz="2696" b="0" i="0" u="none" strike="noStrike" kern="0" cap="small" spc="5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et</a:t>
            </a:r>
            <a:r>
              <a:rPr kumimoji="0" sz="2696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 </a:t>
            </a:r>
            <a:r>
              <a:rPr kumimoji="0" sz="2696" b="0" i="0" u="none" strike="noStrike" kern="0" cap="none" spc="-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 </a:t>
            </a:r>
            <a:r>
              <a:rPr kumimoji="0" sz="2696" b="0" i="0" u="none" strike="noStrike" kern="0" cap="none" spc="52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D</a:t>
            </a:r>
            <a:r>
              <a:rPr kumimoji="0" sz="2696" b="0" i="0" u="none" strike="noStrike" kern="0" cap="small" spc="24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a</a:t>
            </a:r>
            <a:r>
              <a:rPr kumimoji="0" sz="2696" b="0" i="0" u="none" strike="noStrike" kern="0" cap="small" spc="37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t</a:t>
            </a:r>
            <a:r>
              <a:rPr kumimoji="0" sz="2696" b="0" i="0" u="none" strike="noStrike" kern="0" cap="small" spc="42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a</a:t>
            </a:r>
            <a:endParaRPr kumimoji="0" sz="269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244" y="1736152"/>
            <a:ext cx="8217515" cy="410976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1260516-0ECD-4257-AEDA-8BC7264E4788}"/>
                  </a:ext>
                </a:extLst>
              </p14:cNvPr>
              <p14:cNvContentPartPr/>
              <p14:nvPr/>
            </p14:nvContentPartPr>
            <p14:xfrm>
              <a:off x="1413720" y="2341440"/>
              <a:ext cx="7575120" cy="3636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1260516-0ECD-4257-AEDA-8BC7264E47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4360" y="2332080"/>
                <a:ext cx="7593840" cy="36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5745771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136" y="388314"/>
            <a:ext cx="1588114" cy="464910"/>
          </a:xfrm>
          <a:prstGeom prst="rect">
            <a:avLst/>
          </a:prstGeom>
        </p:spPr>
        <p:txBody>
          <a:bodyPr spcFirstLastPara="1" vert="horz" wrap="square" lIns="0" tIns="24169" rIns="0" bIns="0" rtlCol="0" anchor="t" anchorCtr="0">
            <a:spAutoFit/>
          </a:bodyPr>
          <a:lstStyle/>
          <a:p>
            <a:pPr marL="20141">
              <a:spcBef>
                <a:spcPts val="190"/>
              </a:spcBef>
            </a:pPr>
            <a:r>
              <a:rPr spc="658" dirty="0"/>
              <a:t>A</a:t>
            </a:r>
            <a:r>
              <a:rPr cap="small" spc="507" dirty="0"/>
              <a:t>lex</a:t>
            </a:r>
            <a:r>
              <a:rPr spc="476" dirty="0"/>
              <a:t>N</a:t>
            </a:r>
            <a:r>
              <a:rPr cap="small" spc="515" dirty="0"/>
              <a:t>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3243" y="1589123"/>
            <a:ext cx="7854976" cy="4315562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458206" marR="128902" lvl="0" indent="-271903" algn="just" defTabSz="1450147" rtl="0" eaLnBrk="1" fontAlgn="auto" latinLnBrk="0" hangingPunct="1">
              <a:lnSpc>
                <a:spcPct val="114700"/>
              </a:lnSpc>
              <a:spcBef>
                <a:spcPts val="151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AlexNet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competed </a:t>
            </a: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in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the ImageNet Large Scale </a:t>
            </a: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Visual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Recognition Challenge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on September 30, 2012.[3] The network </a:t>
            </a:r>
            <a:r>
              <a:rPr kumimoji="0" sz="1586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achieved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 top-5 error of 15.3%, more </a:t>
            </a:r>
            <a:r>
              <a:rPr kumimoji="0" sz="1586" b="0" i="0" u="none" strike="noStrike" kern="0" cap="none" spc="-4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than</a:t>
            </a:r>
            <a:r>
              <a:rPr kumimoji="0" sz="1586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10.8</a:t>
            </a:r>
            <a:r>
              <a:rPr kumimoji="0" sz="1586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percentage</a:t>
            </a:r>
            <a:r>
              <a:rPr kumimoji="0" sz="1586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points</a:t>
            </a:r>
            <a:r>
              <a:rPr kumimoji="0" sz="1586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lower</a:t>
            </a:r>
            <a:r>
              <a:rPr kumimoji="0" sz="1586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than</a:t>
            </a:r>
            <a:r>
              <a:rPr kumimoji="0" sz="1586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that</a:t>
            </a:r>
            <a:r>
              <a:rPr kumimoji="0" sz="1586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of</a:t>
            </a:r>
            <a:r>
              <a:rPr kumimoji="0" sz="1586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the</a:t>
            </a:r>
            <a:r>
              <a:rPr kumimoji="0" sz="1586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runner</a:t>
            </a:r>
            <a:r>
              <a:rPr kumimoji="0" sz="1586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up.</a:t>
            </a:r>
            <a:endParaRPr kumimoji="0" sz="15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271903" marR="5248726" lvl="0" indent="-271903" algn="ctr" defTabSz="1450147" rtl="0" eaLnBrk="1" fontAlgn="auto" latinLnBrk="0" hangingPunct="1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Details/Retrospectives:</a:t>
            </a:r>
            <a:endParaRPr kumimoji="0" sz="15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271903" marR="5268867" lvl="0" indent="-271903" algn="ctr" defTabSz="1450147" rtl="0" eaLnBrk="1" fontAlgn="auto" latinLnBrk="0" hangingPunct="1">
              <a:lnSpc>
                <a:spcPct val="100000"/>
              </a:lnSpc>
              <a:spcBef>
                <a:spcPts val="309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first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use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of</a:t>
            </a: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ReLU</a:t>
            </a:r>
            <a:endParaRPr kumimoji="0" sz="15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used</a:t>
            </a:r>
            <a:r>
              <a:rPr kumimoji="0" sz="1586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Local</a:t>
            </a:r>
            <a:r>
              <a:rPr kumimoji="0" sz="1586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Response</a:t>
            </a:r>
            <a:r>
              <a:rPr kumimoji="0" sz="1586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Normalisation</a:t>
            </a:r>
            <a:r>
              <a:rPr kumimoji="0" sz="1586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(LRN)</a:t>
            </a:r>
            <a:r>
              <a:rPr kumimoji="0" sz="1586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layers</a:t>
            </a:r>
            <a:r>
              <a:rPr kumimoji="0" sz="1586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(not</a:t>
            </a:r>
            <a:r>
              <a:rPr kumimoji="0" sz="1586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common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anymore)</a:t>
            </a:r>
            <a:endParaRPr kumimoji="0" sz="15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Approx.</a:t>
            </a:r>
            <a:r>
              <a:rPr kumimoji="0" sz="1586" b="0" i="0" u="none" strike="noStrike" kern="0" cap="none" spc="12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60 </a:t>
            </a: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million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parameters are learned.</a:t>
            </a:r>
            <a:endParaRPr kumimoji="0" sz="15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heavy</a:t>
            </a: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data</a:t>
            </a: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augmentation</a:t>
            </a:r>
            <a:endParaRPr kumimoji="0" sz="15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103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dropout</a:t>
            </a:r>
            <a:r>
              <a:rPr kumimoji="0" sz="1586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0</a:t>
            </a:r>
            <a:r>
              <a:rPr kumimoji="0" sz="1586" b="0" i="1" u="none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Verdana"/>
                <a:sym typeface="Arial"/>
              </a:rPr>
              <a:t>.</a:t>
            </a:r>
            <a:r>
              <a:rPr kumimoji="0" sz="1586" b="0" i="0" u="none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5</a:t>
            </a:r>
            <a:endParaRPr kumimoji="0" sz="15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batch</a:t>
            </a: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size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128</a:t>
            </a:r>
            <a:endParaRPr kumimoji="0" sz="15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103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1586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SGD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Momentum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0</a:t>
            </a:r>
            <a:r>
              <a:rPr kumimoji="0" sz="1586" b="0" i="1" u="none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Verdana"/>
                <a:sym typeface="Arial"/>
              </a:rPr>
              <a:t>.</a:t>
            </a:r>
            <a:r>
              <a:rPr kumimoji="0" sz="1586" b="0" i="0" u="none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9</a:t>
            </a:r>
            <a:endParaRPr kumimoji="0" sz="15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56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Learning</a:t>
            </a:r>
            <a:r>
              <a:rPr kumimoji="0" sz="1586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rate</a:t>
            </a:r>
            <a:r>
              <a:rPr kumimoji="0" sz="1586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1</a:t>
            </a:r>
            <a:r>
              <a:rPr kumimoji="0" sz="1586" b="0" i="1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sz="1586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sz="1586" b="0" i="1" u="none" strike="noStrike" kern="0" cap="none" spc="-8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Verdana"/>
                <a:sym typeface="Arial"/>
              </a:rPr>
              <a:t>−</a:t>
            </a:r>
            <a:r>
              <a:rPr kumimoji="0" sz="1586" b="0" i="1" u="none" strike="noStrike" kern="0" cap="none" spc="-2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Verdana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2,</a:t>
            </a:r>
            <a:r>
              <a:rPr kumimoji="0" sz="1586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reduced</a:t>
            </a:r>
            <a:r>
              <a:rPr kumimoji="0" sz="1586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by</a:t>
            </a:r>
            <a:r>
              <a:rPr kumimoji="0" sz="1586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10</a:t>
            </a:r>
            <a:r>
              <a:rPr kumimoji="0" sz="1586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manually</a:t>
            </a:r>
            <a:r>
              <a:rPr kumimoji="0" sz="1586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endParaRPr kumimoji="0" lang="en-US" sz="1586" b="0" i="0" u="none" strike="noStrike" kern="0" cap="none" spc="4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56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L2</a:t>
            </a:r>
            <a:r>
              <a:rPr kumimoji="0" sz="1586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weight</a:t>
            </a:r>
            <a:r>
              <a:rPr kumimoji="0" sz="1586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dec</a:t>
            </a:r>
            <a:r>
              <a:rPr kumimoji="0" sz="1586" b="0" i="0" u="none" strike="noStrike" kern="0" cap="none" spc="-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y</a:t>
            </a:r>
            <a:r>
              <a:rPr kumimoji="0" sz="1586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5</a:t>
            </a:r>
            <a:r>
              <a:rPr kumimoji="0" sz="1586" b="0" i="1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sz="1586" b="0" i="1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sz="1586" b="0" i="1" u="none" strike="noStrike" kern="0" cap="none" spc="-8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Verdana"/>
                <a:sym typeface="Arial"/>
              </a:rPr>
              <a:t>−</a:t>
            </a:r>
            <a:r>
              <a:rPr kumimoji="0" sz="1586" b="0" i="1" u="none" strike="noStrike" kern="0" cap="none" spc="-2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Verdana"/>
                <a:sym typeface="Arial"/>
              </a:rPr>
              <a:t>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4</a:t>
            </a:r>
            <a:endParaRPr kumimoji="0" sz="15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56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7</a:t>
            </a:r>
            <a:r>
              <a:rPr kumimoji="0" sz="1586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CNN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ensem</a:t>
            </a:r>
            <a:r>
              <a:rPr kumimoji="0" sz="1586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b</a:t>
            </a: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le:</a:t>
            </a:r>
            <a:r>
              <a:rPr kumimoji="0" sz="1586" b="0" i="0" u="none" strike="noStrike" kern="0" cap="none" spc="1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1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8</a:t>
            </a:r>
            <a:r>
              <a:rPr kumimoji="0" sz="1586" b="0" i="1" u="none" strike="noStrike" kern="0" cap="none" spc="-15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Verdana"/>
                <a:sym typeface="Arial"/>
              </a:rPr>
              <a:t>.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2</a:t>
            </a:r>
            <a:r>
              <a:rPr kumimoji="0" sz="1586" b="0" i="0" u="none" strike="noStrike" kern="0" cap="none" spc="-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Times New Roman"/>
                <a:sym typeface="Arial"/>
              </a:rPr>
              <a:t>%</a:t>
            </a:r>
            <a:r>
              <a:rPr kumimoji="0" sz="1586" b="0" i="1" u="none" strike="noStrike" kern="0" cap="none" spc="-8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Verdana"/>
                <a:sym typeface="Arial"/>
              </a:rPr>
              <a:t>−</a:t>
            </a:r>
            <a:r>
              <a:rPr kumimoji="0" sz="1586" b="0" i="1" u="none" strike="noStrike" kern="0" cap="none" spc="-1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Verdana"/>
                <a:sym typeface="Arial"/>
              </a:rPr>
              <a:t> </a:t>
            </a:r>
            <a:r>
              <a:rPr kumimoji="0" sz="1586" b="0" i="1" u="none" strike="noStrike" kern="0" cap="none" spc="-8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Verdana"/>
                <a:sym typeface="Arial"/>
              </a:rPr>
              <a:t>&gt;</a:t>
            </a:r>
            <a:r>
              <a:rPr kumimoji="0" sz="1586" b="0" i="1" u="none" strike="noStrike" kern="0" cap="none" spc="-1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Verdana"/>
                <a:sym typeface="Arial"/>
              </a:rPr>
              <a:t> </a:t>
            </a:r>
            <a:r>
              <a:rPr kumimoji="0" sz="1586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1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5</a:t>
            </a:r>
            <a:r>
              <a:rPr kumimoji="0" sz="1586" b="0" i="1" u="none" strike="noStrike" kern="0" cap="none" spc="-15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Verdana"/>
                <a:sym typeface="Arial"/>
              </a:rPr>
              <a:t>.</a:t>
            </a:r>
            <a:r>
              <a:rPr kumimoji="0" sz="1586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4</a:t>
            </a:r>
            <a:r>
              <a:rPr kumimoji="0" sz="1586" b="0" i="0" u="none" strike="noStrike" kern="0" cap="none" spc="-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Times New Roman"/>
                <a:sym typeface="Arial"/>
              </a:rPr>
              <a:t>%</a:t>
            </a:r>
            <a:endParaRPr kumimoji="0" sz="15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Times New Roman"/>
              <a:sym typeface="Arial"/>
            </a:endParaRPr>
          </a:p>
          <a:p>
            <a:pPr marL="40282" marR="0" lvl="0" indent="0" algn="l" defTabSz="1450147" rtl="0" eaLnBrk="1" fontAlgn="auto" latinLnBrk="0" hangingPunct="1">
              <a:lnSpc>
                <a:spcPct val="100000"/>
              </a:lnSpc>
              <a:spcBef>
                <a:spcPts val="1927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586" b="0" i="0" u="none" strike="noStrike" kern="0" cap="none" spc="-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Fei-Fei</a:t>
            </a: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Li,</a:t>
            </a: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Jiajun</a:t>
            </a: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-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Wu,</a:t>
            </a: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Ruohan</a:t>
            </a:r>
            <a:r>
              <a:rPr kumimoji="0" sz="1586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86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Gao</a:t>
            </a:r>
            <a:endParaRPr kumimoji="0" sz="15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110953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137" y="339679"/>
            <a:ext cx="4148033" cy="464910"/>
          </a:xfrm>
          <a:prstGeom prst="rect">
            <a:avLst/>
          </a:prstGeom>
        </p:spPr>
        <p:txBody>
          <a:bodyPr spcFirstLastPara="1" vert="horz" wrap="square" lIns="0" tIns="24169" rIns="0" bIns="0" rtlCol="0" anchor="t" anchorCtr="0">
            <a:spAutoFit/>
          </a:bodyPr>
          <a:lstStyle/>
          <a:p>
            <a:pPr marL="20141">
              <a:spcBef>
                <a:spcPts val="190"/>
              </a:spcBef>
            </a:pPr>
            <a:r>
              <a:rPr spc="658" dirty="0"/>
              <a:t>A</a:t>
            </a:r>
            <a:r>
              <a:rPr cap="small" spc="507" dirty="0"/>
              <a:t>lex</a:t>
            </a:r>
            <a:r>
              <a:rPr spc="476" dirty="0"/>
              <a:t>N</a:t>
            </a:r>
            <a:r>
              <a:rPr cap="small" spc="515" dirty="0"/>
              <a:t>et</a:t>
            </a:r>
            <a:r>
              <a:rPr spc="515" dirty="0"/>
              <a:t> </a:t>
            </a:r>
            <a:r>
              <a:rPr spc="-190" dirty="0"/>
              <a:t> </a:t>
            </a:r>
            <a:r>
              <a:rPr spc="658" dirty="0"/>
              <a:t>A</a:t>
            </a:r>
            <a:r>
              <a:rPr cap="small" spc="412" dirty="0"/>
              <a:t>r</a:t>
            </a:r>
            <a:r>
              <a:rPr cap="small" spc="444" dirty="0"/>
              <a:t>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0775" y="1616313"/>
            <a:ext cx="7042371" cy="4130318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292043" marR="0" lvl="0" indent="-271903" algn="l" defTabSz="1450147" rtl="0" eaLnBrk="1" fontAlgn="auto" latinLnBrk="0" hangingPunct="1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227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227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3 </a:t>
            </a:r>
            <a:r>
              <a:rPr kumimoji="0" sz="1744" b="0" i="0" u="none" strike="noStrike" kern="0" cap="none" spc="6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INPUT</a:t>
            </a:r>
            <a:endParaRPr kumimoji="0" sz="1744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292043" marR="8056" lvl="0" indent="-271903" algn="l" defTabSz="1450147" rtl="0" eaLnBrk="1" fontAlgn="auto" latinLnBrk="0" hangingPunct="1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55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55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96 </a:t>
            </a:r>
            <a:r>
              <a:rPr kumimoji="0" sz="1744" b="0" i="0" u="none" strike="noStrike" kern="0" cap="none" spc="-14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33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CONV1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6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:</a:t>
            </a:r>
            <a:r>
              <a:rPr kumimoji="0" sz="1744" b="0" i="0" u="none" strike="noStrike" kern="0" cap="none" spc="14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96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11x11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filters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at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st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ide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4,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pad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0 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27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27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96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endParaRPr kumimoji="0" lang="en-US" sz="1744" b="0" i="0" u="none" strike="noStrike" kern="0" cap="none" spc="0" normalizeH="0" baseline="0" noProof="0" dirty="0">
              <a:ln>
                <a:noFill/>
              </a:ln>
              <a:solidFill>
                <a:srgbClr val="3333B2"/>
              </a:solidFill>
              <a:effectLst/>
              <a:uLnTx/>
              <a:uFillTx/>
              <a:latin typeface="Arial"/>
              <a:cs typeface="Calibri"/>
              <a:sym typeface="Arial"/>
            </a:endParaRPr>
          </a:p>
          <a:p>
            <a:pPr marL="292043" marR="8056" lvl="0" indent="-271903" algn="l" defTabSz="1450147" rtl="0" eaLnBrk="1" fontAlgn="auto" latinLnBrk="0" hangingPunct="1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744" b="0" i="0" u="none" strike="noStrike" kern="0" cap="none" spc="-14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412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MAX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-151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33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POOL1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6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:</a:t>
            </a:r>
            <a:r>
              <a:rPr kumimoji="0" sz="1744" b="0" i="0" u="none" strike="noStrike" kern="0" cap="none" spc="14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3x3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filters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at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st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ide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2 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27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27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96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-14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endParaRPr kumimoji="0" lang="en-US" sz="1744" b="0" i="0" u="none" strike="noStrike" kern="0" cap="none" spc="-143" normalizeH="0" baseline="0" noProof="0" dirty="0">
              <a:ln>
                <a:noFill/>
              </a:ln>
              <a:solidFill>
                <a:srgbClr val="3333B2"/>
              </a:solidFill>
              <a:effectLst/>
              <a:uLnTx/>
              <a:uFillTx/>
              <a:latin typeface="Arial"/>
              <a:cs typeface="Calibri"/>
              <a:sym typeface="Arial"/>
            </a:endParaRPr>
          </a:p>
          <a:p>
            <a:pPr marL="292043" marR="8056" lvl="0" indent="-271903" algn="l" defTabSz="1450147" rtl="0" eaLnBrk="1" fontAlgn="auto" latinLnBrk="0" hangingPunct="1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744" b="0" i="0" u="none" strike="noStrike" kern="0" cap="none" spc="285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NORM1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6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:</a:t>
            </a:r>
            <a:r>
              <a:rPr kumimoji="0" sz="1744" b="0" i="0" u="none" strike="noStrike" kern="0" cap="none" spc="14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No</a:t>
            </a:r>
            <a:r>
              <a:rPr kumimoji="0" sz="1744" b="0" i="0" u="none" strike="noStrike" kern="0" cap="none" spc="4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malization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</a:t>
            </a:r>
            <a:r>
              <a:rPr kumimoji="0" sz="1744" b="0" i="0" u="none" strike="noStrike" kern="0" cap="none" spc="-4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</a:t>
            </a:r>
            <a:r>
              <a:rPr kumimoji="0" sz="1744" b="0" i="0" u="none" strike="noStrike" kern="0" cap="none" spc="-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y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er 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27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27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256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-14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endParaRPr kumimoji="0" lang="en-US" sz="1744" b="0" i="0" u="none" strike="noStrike" kern="0" cap="none" spc="-143" normalizeH="0" baseline="0" noProof="0" dirty="0">
              <a:ln>
                <a:noFill/>
              </a:ln>
              <a:solidFill>
                <a:srgbClr val="3333B2"/>
              </a:solidFill>
              <a:effectLst/>
              <a:uLnTx/>
              <a:uFillTx/>
              <a:latin typeface="Arial"/>
              <a:cs typeface="Calibri"/>
              <a:sym typeface="Arial"/>
            </a:endParaRPr>
          </a:p>
          <a:p>
            <a:pPr marL="292043" marR="8056" lvl="0" indent="-271903" algn="l" defTabSz="1450147" rtl="0" eaLnBrk="1" fontAlgn="auto" latinLnBrk="0" hangingPunct="1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744" b="0" i="0" u="none" strike="noStrike" kern="0" cap="none" spc="33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CONV2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6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:</a:t>
            </a:r>
            <a:r>
              <a:rPr kumimoji="0" sz="1744" b="0" i="0" u="none" strike="noStrike" kern="0" cap="none" spc="14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256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5x5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filters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at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st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ide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1,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pad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2 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13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13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256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-14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endParaRPr kumimoji="0" lang="en-US" sz="1744" b="0" i="0" u="none" strike="noStrike" kern="0" cap="none" spc="-143" normalizeH="0" baseline="0" noProof="0" dirty="0">
              <a:ln>
                <a:noFill/>
              </a:ln>
              <a:solidFill>
                <a:srgbClr val="3333B2"/>
              </a:solidFill>
              <a:effectLst/>
              <a:uLnTx/>
              <a:uFillTx/>
              <a:latin typeface="Arial"/>
              <a:cs typeface="Calibri"/>
              <a:sym typeface="Arial"/>
            </a:endParaRPr>
          </a:p>
          <a:p>
            <a:pPr marL="292043" marR="8056" lvl="0" indent="-271903" algn="l" defTabSz="1450147" rtl="0" eaLnBrk="1" fontAlgn="auto" latinLnBrk="0" hangingPunct="1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744" b="0" i="0" u="none" strike="noStrike" kern="0" cap="none" spc="412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MAX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-151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33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POOL2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6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:</a:t>
            </a:r>
            <a:r>
              <a:rPr kumimoji="0" sz="1744" b="0" i="0" u="none" strike="noStrike" kern="0" cap="none" spc="14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3x3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filters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at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st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ide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2 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13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13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256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endParaRPr kumimoji="0" lang="en-US" sz="1744" b="0" i="0" u="none" strike="noStrike" kern="0" cap="none" spc="0" normalizeH="0" baseline="0" noProof="0" dirty="0">
              <a:ln>
                <a:noFill/>
              </a:ln>
              <a:solidFill>
                <a:srgbClr val="3333B2"/>
              </a:solidFill>
              <a:effectLst/>
              <a:uLnTx/>
              <a:uFillTx/>
              <a:latin typeface="Arial"/>
              <a:cs typeface="Calibri"/>
              <a:sym typeface="Arial"/>
            </a:endParaRPr>
          </a:p>
          <a:p>
            <a:pPr marL="292043" marR="8056" lvl="0" indent="-271903" algn="l" defTabSz="1450147" rtl="0" eaLnBrk="1" fontAlgn="auto" latinLnBrk="0" hangingPunct="1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744" b="0" i="0" u="none" strike="noStrike" kern="0" cap="none" spc="-14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285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NORM2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6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:</a:t>
            </a:r>
            <a:r>
              <a:rPr kumimoji="0" sz="1744" b="0" i="0" u="none" strike="noStrike" kern="0" cap="none" spc="14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No</a:t>
            </a:r>
            <a:r>
              <a:rPr kumimoji="0" sz="1744" b="0" i="0" u="none" strike="noStrike" kern="0" cap="none" spc="4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malization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</a:t>
            </a:r>
            <a:r>
              <a:rPr kumimoji="0" sz="1744" b="0" i="0" u="none" strike="noStrike" kern="0" cap="none" spc="-4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</a:t>
            </a:r>
            <a:r>
              <a:rPr kumimoji="0" sz="1744" b="0" i="0" u="none" strike="noStrike" kern="0" cap="none" spc="-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y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er 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13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13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384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-14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endParaRPr kumimoji="0" lang="en-US" sz="1744" b="0" i="0" u="none" strike="noStrike" kern="0" cap="none" spc="-143" normalizeH="0" baseline="0" noProof="0" dirty="0">
              <a:ln>
                <a:noFill/>
              </a:ln>
              <a:solidFill>
                <a:srgbClr val="3333B2"/>
              </a:solidFill>
              <a:effectLst/>
              <a:uLnTx/>
              <a:uFillTx/>
              <a:latin typeface="Arial"/>
              <a:cs typeface="Calibri"/>
              <a:sym typeface="Arial"/>
            </a:endParaRPr>
          </a:p>
          <a:p>
            <a:pPr marL="292043" marR="8056" lvl="0" indent="-271903" algn="l" defTabSz="1450147" rtl="0" eaLnBrk="1" fontAlgn="auto" latinLnBrk="0" hangingPunct="1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744" b="0" i="0" u="none" strike="noStrike" kern="0" cap="none" spc="33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CONV3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6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:</a:t>
            </a:r>
            <a:r>
              <a:rPr kumimoji="0" sz="1744" b="0" i="0" u="none" strike="noStrike" kern="0" cap="none" spc="14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384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3x3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filters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at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st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ide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1,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pad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1 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13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13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384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-14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endParaRPr kumimoji="0" lang="en-US" sz="1744" b="0" i="0" u="none" strike="noStrike" kern="0" cap="none" spc="-143" normalizeH="0" baseline="0" noProof="0" dirty="0">
              <a:ln>
                <a:noFill/>
              </a:ln>
              <a:solidFill>
                <a:srgbClr val="3333B2"/>
              </a:solidFill>
              <a:effectLst/>
              <a:uLnTx/>
              <a:uFillTx/>
              <a:latin typeface="Arial"/>
              <a:cs typeface="Calibri"/>
              <a:sym typeface="Arial"/>
            </a:endParaRPr>
          </a:p>
          <a:p>
            <a:pPr marL="292043" marR="8056" lvl="0" indent="-271903" algn="l" defTabSz="1450147" rtl="0" eaLnBrk="1" fontAlgn="auto" latinLnBrk="0" hangingPunct="1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744" b="0" i="0" u="none" strike="noStrike" kern="0" cap="none" spc="33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CONV4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6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:</a:t>
            </a:r>
            <a:r>
              <a:rPr kumimoji="0" sz="1744" b="0" i="0" u="none" strike="noStrike" kern="0" cap="none" spc="14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384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3x3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filters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at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st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ide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1,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pad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1 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13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13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256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-14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endParaRPr kumimoji="0" lang="en-US" sz="1744" b="0" i="0" u="none" strike="noStrike" kern="0" cap="none" spc="-143" normalizeH="0" baseline="0" noProof="0" dirty="0">
              <a:ln>
                <a:noFill/>
              </a:ln>
              <a:solidFill>
                <a:srgbClr val="3333B2"/>
              </a:solidFill>
              <a:effectLst/>
              <a:uLnTx/>
              <a:uFillTx/>
              <a:latin typeface="Arial"/>
              <a:cs typeface="Calibri"/>
              <a:sym typeface="Arial"/>
            </a:endParaRPr>
          </a:p>
          <a:p>
            <a:pPr marL="292043" marR="8056" lvl="0" indent="-271903" algn="l" defTabSz="1450147" rtl="0" eaLnBrk="1" fontAlgn="auto" latinLnBrk="0" hangingPunct="1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744" b="0" i="0" u="none" strike="noStrike" kern="0" cap="none" spc="33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CONV5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6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:</a:t>
            </a:r>
            <a:r>
              <a:rPr kumimoji="0" sz="1744" b="0" i="0" u="none" strike="noStrike" kern="0" cap="none" spc="14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256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3x3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filters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at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st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ide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1,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pad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1 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6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6</a:t>
            </a:r>
            <a:r>
              <a:rPr kumimoji="0" sz="1744" b="0" i="0" u="none" strike="noStrike" kern="0" cap="small" spc="37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x</a:t>
            </a: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256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-14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endParaRPr kumimoji="0" lang="en-US" sz="1744" b="0" i="0" u="none" strike="noStrike" kern="0" cap="none" spc="-143" normalizeH="0" baseline="0" noProof="0" dirty="0">
              <a:ln>
                <a:noFill/>
              </a:ln>
              <a:solidFill>
                <a:srgbClr val="3333B2"/>
              </a:solidFill>
              <a:effectLst/>
              <a:uLnTx/>
              <a:uFillTx/>
              <a:latin typeface="Arial"/>
              <a:cs typeface="Calibri"/>
              <a:sym typeface="Arial"/>
            </a:endParaRPr>
          </a:p>
          <a:p>
            <a:pPr marL="292043" marR="8056" lvl="0" indent="-271903" algn="l" defTabSz="1450147" rtl="0" eaLnBrk="1" fontAlgn="auto" latinLnBrk="0" hangingPunct="1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744" b="0" i="0" u="none" strike="noStrike" kern="0" cap="none" spc="412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MAX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-151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33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POOL3</a:t>
            </a:r>
            <a:r>
              <a:rPr kumimoji="0" sz="1744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63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:</a:t>
            </a:r>
            <a:r>
              <a:rPr kumimoji="0" sz="1744" b="0" i="0" u="none" strike="noStrike" kern="0" cap="none" spc="14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3x3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filters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at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st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r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ide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2</a:t>
            </a:r>
            <a:endParaRPr kumimoji="0" sz="1744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323260" marR="0" lvl="0" indent="-271903" algn="l" defTabSz="1450147" rtl="0" eaLnBrk="1" fontAlgn="auto" latinLnBrk="0" hangingPunct="1">
              <a:lnSpc>
                <a:spcPct val="100000"/>
              </a:lnSpc>
              <a:spcBef>
                <a:spcPts val="48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4096</a:t>
            </a:r>
            <a:r>
              <a:rPr kumimoji="0" sz="1744" b="0" i="0" u="none" strike="noStrike" kern="0" cap="none" spc="27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317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FC6</a:t>
            </a:r>
            <a:r>
              <a:rPr kumimoji="0" sz="1744" b="0" i="0" u="none" strike="noStrike" kern="0" cap="none" spc="468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:</a:t>
            </a:r>
            <a:r>
              <a:rPr kumimoji="0" sz="1744" b="0" i="0" u="none" strike="noStrike" kern="0" cap="none" spc="1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4096 neurons</a:t>
            </a:r>
            <a:endParaRPr kumimoji="0" sz="1744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323260" marR="0" lvl="0" indent="-271903" algn="l" defTabSz="1450147" rtl="0" eaLnBrk="1" fontAlgn="auto" latinLnBrk="0" hangingPunct="1">
              <a:lnSpc>
                <a:spcPct val="100000"/>
              </a:lnSpc>
              <a:spcBef>
                <a:spcPts val="56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4096</a:t>
            </a:r>
            <a:r>
              <a:rPr kumimoji="0" sz="1744" b="0" i="0" u="none" strike="noStrike" kern="0" cap="none" spc="27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317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FC7</a:t>
            </a:r>
            <a:r>
              <a:rPr kumimoji="0" sz="1744" b="0" i="0" u="none" strike="noStrike" kern="0" cap="none" spc="468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:</a:t>
            </a:r>
            <a:r>
              <a:rPr kumimoji="0" sz="1744" b="0" i="0" u="none" strike="noStrike" kern="0" cap="none" spc="1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4096 neurons</a:t>
            </a:r>
            <a:endParaRPr kumimoji="0" sz="1744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323260" marR="0" lvl="0" indent="-271903" algn="l" defTabSz="1450147" rtl="0" eaLnBrk="1" fontAlgn="auto" latinLnBrk="0" hangingPunct="1">
              <a:lnSpc>
                <a:spcPct val="100000"/>
              </a:lnSpc>
              <a:spcBef>
                <a:spcPts val="56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744" b="0" i="0" u="none" strike="noStrike" kern="0" cap="none" spc="79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1000</a:t>
            </a:r>
            <a:r>
              <a:rPr kumimoji="0" sz="1744" b="0" i="0" u="none" strike="noStrike" kern="0" cap="none" spc="278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317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FC8</a:t>
            </a:r>
            <a:r>
              <a:rPr kumimoji="0" sz="1744" b="0" i="0" u="none" strike="noStrike" kern="0" cap="none" spc="484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Calibri"/>
                <a:sym typeface="Arial"/>
              </a:rPr>
              <a:t> </a:t>
            </a:r>
            <a:r>
              <a:rPr kumimoji="0" sz="1744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:</a:t>
            </a:r>
            <a:r>
              <a:rPr kumimoji="0" sz="1744" b="0" i="0" u="none" strike="noStrike" kern="0" cap="none" spc="14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1000</a:t>
            </a:r>
            <a:r>
              <a:rPr kumimoji="0" sz="1744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neurons</a:t>
            </a:r>
            <a:r>
              <a:rPr kumimoji="0" sz="1744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(class</a:t>
            </a:r>
            <a:r>
              <a:rPr kumimoji="0" sz="1744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744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scores)</a:t>
            </a:r>
            <a:endParaRPr kumimoji="0" sz="1744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CDF6938-FF8A-49F5-B712-D45B165619B8}"/>
                  </a:ext>
                </a:extLst>
              </p14:cNvPr>
              <p14:cNvContentPartPr/>
              <p14:nvPr/>
            </p14:nvContentPartPr>
            <p14:xfrm>
              <a:off x="291240" y="1469160"/>
              <a:ext cx="7879680" cy="4980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CDF6938-FF8A-49F5-B712-D45B165619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1880" y="1459800"/>
                <a:ext cx="7898400" cy="499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3934355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6" y="466136"/>
            <a:ext cx="1588114" cy="439262"/>
          </a:xfrm>
          <a:prstGeom prst="rect">
            <a:avLst/>
          </a:prstGeom>
        </p:spPr>
        <p:txBody>
          <a:bodyPr vert="horz" wrap="square" lIns="0" tIns="24169" rIns="0" bIns="0" rtlCol="0">
            <a:spAutoFit/>
          </a:bodyPr>
          <a:lstStyle/>
          <a:p>
            <a:pPr marL="20141" marR="0" lvl="0" indent="0" algn="l" defTabSz="1450147" rtl="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2696" b="0" i="0" u="none" strike="noStrike" kern="0" cap="none" spc="65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A</a:t>
            </a:r>
            <a:r>
              <a:rPr kumimoji="0" sz="2696" b="0" i="0" u="none" strike="noStrike" kern="0" cap="small" spc="50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lex</a:t>
            </a:r>
            <a:r>
              <a:rPr kumimoji="0" sz="2696" b="0" i="0" u="none" strike="noStrike" kern="0" cap="none" spc="47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N</a:t>
            </a:r>
            <a:r>
              <a:rPr kumimoji="0" sz="2696" b="0" i="0" u="none" strike="noStrike" kern="0" cap="small" spc="5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et</a:t>
            </a:r>
            <a:endParaRPr kumimoji="0" sz="269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396" y="1616313"/>
            <a:ext cx="8580053" cy="41087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E943544-BB81-420C-BE0C-AE4E79DFBE59}"/>
                  </a:ext>
                </a:extLst>
              </p14:cNvPr>
              <p14:cNvContentPartPr/>
              <p14:nvPr/>
            </p14:nvContentPartPr>
            <p14:xfrm>
              <a:off x="1137960" y="1296000"/>
              <a:ext cx="7764840" cy="4240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E943544-BB81-420C-BE0C-AE4E79DFBE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8600" y="1286640"/>
                <a:ext cx="7783560" cy="425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9093589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137" y="329952"/>
            <a:ext cx="1417924" cy="464910"/>
          </a:xfrm>
          <a:prstGeom prst="rect">
            <a:avLst/>
          </a:prstGeom>
        </p:spPr>
        <p:txBody>
          <a:bodyPr spcFirstLastPara="1" vert="horz" wrap="square" lIns="0" tIns="24169" rIns="0" bIns="0" rtlCol="0" anchor="t" anchorCtr="0">
            <a:spAutoFit/>
          </a:bodyPr>
          <a:lstStyle/>
          <a:p>
            <a:pPr marL="20141">
              <a:spcBef>
                <a:spcPts val="190"/>
              </a:spcBef>
            </a:pPr>
            <a:r>
              <a:rPr spc="619" dirty="0"/>
              <a:t>VGG</a:t>
            </a:r>
            <a:r>
              <a:rPr spc="293" dirty="0"/>
              <a:t> </a:t>
            </a:r>
            <a:r>
              <a:rPr spc="135" dirty="0"/>
              <a:t>16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63242" y="1267133"/>
            <a:ext cx="8459207" cy="4648793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458206" marR="1140984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VGG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stands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kumimoji="0" sz="2000" b="0" i="0" u="none" strike="noStrike" kern="0" cap="none" spc="4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Visual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Geometry</a:t>
            </a:r>
            <a:r>
              <a:rPr kumimoji="0" sz="2000" b="0" i="0" u="none" strike="noStrike" kern="0" cap="none" spc="4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Group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with</a:t>
            </a:r>
            <a:r>
              <a:rPr kumimoji="0" sz="2000" b="0" i="0" u="none" strike="noStrike" kern="0" cap="none" spc="4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16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Layers </a:t>
            </a:r>
            <a:r>
              <a:rPr kumimoji="0" sz="2000" b="0" i="0" u="none" strike="noStrike" kern="0" cap="none" spc="-4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endParaRPr kumimoji="0" lang="en-US" sz="2000" b="0" i="0" u="none" strike="noStrike" kern="0" cap="none" spc="-4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8206" marR="1140984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Plug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play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Caffe</a:t>
            </a:r>
            <a:endParaRPr kumimoji="0" lang="en-US" sz="2000" b="0" i="0" u="none" strike="noStrike" kern="0" cap="none" spc="8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8206" marR="1140984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Deeper</a:t>
            </a:r>
            <a:r>
              <a:rPr kumimoji="0" sz="2000" b="0" i="0" u="none" strike="noStrike" kern="0" cap="none" spc="-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sz="2000" b="0" i="0" u="none" strike="noStrike" kern="0" cap="none" spc="-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better </a:t>
            </a:r>
            <a:r>
              <a:rPr kumimoji="0" sz="2000" b="0" i="0" u="none" strike="noStrike" kern="0" cap="none" spc="-4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endParaRPr kumimoji="0" lang="en-US" sz="2000" b="0" i="0" u="none" strike="noStrike" kern="0" cap="none" spc="-4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8206" marR="1140984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Details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ILSVRC’14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2nd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classification,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1st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localization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Similar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training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procedure as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Krizhevsky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2012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Approx.</a:t>
            </a:r>
            <a:r>
              <a:rPr kumimoji="0" sz="2000" b="0" i="0" u="none" strike="noStrike" kern="0" cap="none" spc="12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138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million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parameters are learned.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No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Local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Response Normalisation (LRN)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Use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VGG16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VGG19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(VGG19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only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slightly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better,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more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memory)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Use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ensembles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best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results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All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</a:t>
            </a:r>
            <a:r>
              <a:rPr kumimoji="0" sz="2000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</a:t>
            </a:r>
            <a:r>
              <a:rPr kumimoji="0" sz="2000" b="0" i="0" u="none" strike="noStrike" kern="0" cap="none" spc="-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v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olutions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with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3</a:t>
            </a:r>
            <a:r>
              <a:rPr kumimoji="0" sz="2000" b="0" i="0" u="none" strike="noStrike" kern="0" cap="none" spc="-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1" u="none" strike="noStrike" kern="0" cap="none" spc="-8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×</a:t>
            </a:r>
            <a:r>
              <a:rPr kumimoji="0" sz="2000" b="0" i="1" u="none" strike="noStrike" kern="0" cap="none" spc="-2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3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k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</a:t>
            </a:r>
            <a:r>
              <a:rPr kumimoji="0" sz="2000" b="0" i="0" u="none" strike="noStrike" kern="0" cap="none" spc="4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nel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All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max-pooling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layers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with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2</a:t>
            </a:r>
            <a:r>
              <a:rPr kumimoji="0" sz="2000" b="0" i="0" u="none" strike="noStrike" kern="0" cap="none" spc="-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1" u="none" strike="noStrike" kern="0" cap="none" spc="-8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×</a:t>
            </a:r>
            <a:r>
              <a:rPr kumimoji="0" sz="2000" b="0" i="1" u="none" strike="noStrike" kern="0" cap="none" spc="-22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2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kernel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703926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FC7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features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generalize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well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tasks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0282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2000" b="0" i="0" u="none" strike="noStrike" kern="0" cap="none" spc="-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Fei-Fei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Li,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Jiajun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-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Wu,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Ruohan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Gao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38F178-A3D0-4801-A9EE-21E23D829362}"/>
                  </a:ext>
                </a:extLst>
              </p14:cNvPr>
              <p14:cNvContentPartPr/>
              <p14:nvPr/>
            </p14:nvContentPartPr>
            <p14:xfrm>
              <a:off x="1063080" y="3044160"/>
              <a:ext cx="5155200" cy="452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38F178-A3D0-4801-A9EE-21E23D8293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3720" y="3034800"/>
                <a:ext cx="5173920" cy="47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6201438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7" y="436954"/>
            <a:ext cx="1417924" cy="439262"/>
          </a:xfrm>
          <a:prstGeom prst="rect">
            <a:avLst/>
          </a:prstGeom>
        </p:spPr>
        <p:txBody>
          <a:bodyPr vert="horz" wrap="square" lIns="0" tIns="24169" rIns="0" bIns="0" rtlCol="0">
            <a:spAutoFit/>
          </a:bodyPr>
          <a:lstStyle/>
          <a:p>
            <a:pPr marL="20141" marR="0" lvl="0" indent="0" algn="l" defTabSz="1450147" rtl="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2696" b="0" i="0" u="none" strike="noStrike" kern="0" cap="none" spc="61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VGG</a:t>
            </a:r>
            <a:r>
              <a:rPr kumimoji="0" sz="2696" b="0" i="0" u="none" strike="noStrike" kern="0" cap="none" spc="29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 </a:t>
            </a:r>
            <a:r>
              <a:rPr kumimoji="0" sz="2696" b="0" i="0" u="none" strike="noStrike" kern="0" cap="none" spc="1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16</a:t>
            </a:r>
            <a:endParaRPr kumimoji="0" sz="269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242" y="1737159"/>
            <a:ext cx="8338361" cy="39879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158FCD1-336F-4C48-A7A8-72F2743A3A72}"/>
                  </a:ext>
                </a:extLst>
              </p14:cNvPr>
              <p14:cNvContentPartPr/>
              <p14:nvPr/>
            </p14:nvContentPartPr>
            <p14:xfrm>
              <a:off x="1063800" y="971280"/>
              <a:ext cx="7628760" cy="4470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158FCD1-336F-4C48-A7A8-72F2743A3A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4440" y="961920"/>
                <a:ext cx="7647480" cy="448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2236920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136" y="417498"/>
            <a:ext cx="5063440" cy="464910"/>
          </a:xfrm>
          <a:prstGeom prst="rect">
            <a:avLst/>
          </a:prstGeom>
        </p:spPr>
        <p:txBody>
          <a:bodyPr spcFirstLastPara="1" vert="horz" wrap="square" lIns="0" tIns="24169" rIns="0" bIns="0" rtlCol="0" anchor="t" anchorCtr="0">
            <a:spAutoFit/>
          </a:bodyPr>
          <a:lstStyle/>
          <a:p>
            <a:pPr marL="20141">
              <a:spcBef>
                <a:spcPts val="190"/>
              </a:spcBef>
            </a:pPr>
            <a:r>
              <a:rPr spc="619" dirty="0"/>
              <a:t>G</a:t>
            </a:r>
            <a:r>
              <a:rPr cap="small" spc="341" dirty="0"/>
              <a:t>oog</a:t>
            </a:r>
            <a:r>
              <a:rPr spc="728" dirty="0"/>
              <a:t>L</a:t>
            </a:r>
            <a:r>
              <a:rPr cap="small" spc="468" dirty="0"/>
              <a:t>e</a:t>
            </a:r>
            <a:r>
              <a:rPr spc="476" dirty="0"/>
              <a:t>N</a:t>
            </a:r>
            <a:r>
              <a:rPr cap="small" spc="515" dirty="0"/>
              <a:t>et</a:t>
            </a:r>
            <a:r>
              <a:rPr spc="515" dirty="0"/>
              <a:t> </a:t>
            </a:r>
            <a:r>
              <a:rPr spc="-190" dirty="0"/>
              <a:t> </a:t>
            </a:r>
            <a:r>
              <a:rPr spc="460" dirty="0"/>
              <a:t>/</a:t>
            </a:r>
            <a:r>
              <a:rPr dirty="0"/>
              <a:t> </a:t>
            </a:r>
            <a:r>
              <a:rPr spc="-190" dirty="0"/>
              <a:t> </a:t>
            </a:r>
            <a:r>
              <a:rPr spc="420" dirty="0"/>
              <a:t>I</a:t>
            </a:r>
            <a:r>
              <a:rPr cap="small" spc="389" dirty="0"/>
              <a:t>nception</a:t>
            </a:r>
            <a:r>
              <a:rPr dirty="0"/>
              <a:t> </a:t>
            </a:r>
            <a:r>
              <a:rPr spc="-190" dirty="0"/>
              <a:t> </a:t>
            </a:r>
            <a:r>
              <a:rPr spc="476" dirty="0"/>
              <a:t>N</a:t>
            </a:r>
            <a:r>
              <a:rPr cap="small" spc="515" dirty="0"/>
              <a:t>et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63243" y="1642530"/>
            <a:ext cx="8217515" cy="4182255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332325" marR="2680758" lvl="0" indent="-271903" algn="l" defTabSz="1450147" rtl="0" eaLnBrk="1" fontAlgn="auto" latinLnBrk="0" hangingPunct="1">
              <a:lnSpc>
                <a:spcPct val="129500"/>
              </a:lnSpc>
              <a:spcBef>
                <a:spcPts val="151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ILSVRC’14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classification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winner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(6.7%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top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5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error) </a:t>
            </a:r>
            <a:r>
              <a:rPr kumimoji="0" sz="1665" b="0" i="0" u="none" strike="noStrike" kern="0" cap="none" spc="-4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22</a:t>
            </a:r>
            <a:r>
              <a:rPr kumimoji="0" sz="1665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layers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with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weights</a:t>
            </a:r>
            <a:endParaRPr kumimoji="0" sz="166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332325" marR="144008" lvl="0" indent="-271903" algn="l" defTabSz="1450147" rtl="0" eaLnBrk="1" fontAlgn="auto" latinLnBrk="0" hangingPunct="1">
              <a:lnSpc>
                <a:spcPct val="122400"/>
              </a:lnSpc>
              <a:spcBef>
                <a:spcPts val="135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Only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5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million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parameters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(12x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less</a:t>
            </a:r>
            <a:r>
              <a:rPr kumimoji="0" sz="1665" b="0" i="0" u="none" strike="noStrike" kern="0" cap="none" spc="4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than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AlexNet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and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27x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less</a:t>
            </a:r>
            <a:r>
              <a:rPr kumimoji="0" sz="1665" b="0" i="0" u="none" strike="noStrike" kern="0" cap="none" spc="4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than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VGG-16) </a:t>
            </a:r>
            <a:r>
              <a:rPr kumimoji="0" sz="1665" b="0" i="0" u="none" strike="noStrike" kern="0" cap="none" spc="-4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endParaRPr kumimoji="0" lang="en-US" sz="1665" b="0" i="0" u="none" strike="noStrike" kern="0" cap="none" spc="-4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332325" marR="144008" lvl="0" indent="-271903" algn="l" defTabSz="1450147" rtl="0" eaLnBrk="1" fontAlgn="auto" latinLnBrk="0" hangingPunct="1">
              <a:lnSpc>
                <a:spcPct val="122400"/>
              </a:lnSpc>
              <a:spcBef>
                <a:spcPts val="135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Inception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Module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-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convolutional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“blocks”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4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–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efficient</a:t>
            </a:r>
            <a:endParaRPr kumimoji="0" sz="166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578045" marR="48338" lvl="0" indent="-271903" algn="l" defTabSz="1450147" rtl="0" eaLnBrk="1" fontAlgn="auto" latinLnBrk="0" hangingPunct="1">
              <a:lnSpc>
                <a:spcPct val="118900"/>
              </a:lnSpc>
              <a:spcBef>
                <a:spcPts val="167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sz="1507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Design</a:t>
            </a:r>
            <a:r>
              <a:rPr kumimoji="0" sz="1507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</a:t>
            </a:r>
            <a:r>
              <a:rPr kumimoji="0" sz="1507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good</a:t>
            </a:r>
            <a:r>
              <a:rPr kumimoji="0" sz="1507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local</a:t>
            </a:r>
            <a:r>
              <a:rPr kumimoji="0" sz="1507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network</a:t>
            </a:r>
            <a:r>
              <a:rPr kumimoji="0" sz="1507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topology</a:t>
            </a:r>
            <a:r>
              <a:rPr kumimoji="0" sz="1507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(network</a:t>
            </a:r>
            <a:r>
              <a:rPr kumimoji="0" sz="1507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within</a:t>
            </a:r>
            <a:r>
              <a:rPr kumimoji="0" sz="1507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</a:t>
            </a:r>
            <a:r>
              <a:rPr kumimoji="0" sz="1507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network)</a:t>
            </a:r>
            <a:r>
              <a:rPr kumimoji="0" sz="1507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and</a:t>
            </a:r>
            <a:r>
              <a:rPr kumimoji="0" sz="1507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then</a:t>
            </a:r>
            <a:r>
              <a:rPr kumimoji="0" sz="1507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stack </a:t>
            </a:r>
            <a:r>
              <a:rPr kumimoji="0" sz="1507" b="0" i="0" u="none" strike="noStrike" kern="0" cap="none" spc="-38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these modules</a:t>
            </a:r>
            <a:r>
              <a:rPr kumimoji="0" sz="1507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on</a:t>
            </a:r>
            <a:r>
              <a:rPr kumimoji="0" sz="1507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top</a:t>
            </a:r>
            <a:r>
              <a:rPr kumimoji="0" sz="1507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of</a:t>
            </a:r>
            <a:r>
              <a:rPr kumimoji="0" sz="1507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each</a:t>
            </a:r>
            <a:r>
              <a:rPr kumimoji="0" sz="1507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507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other.</a:t>
            </a:r>
            <a:endParaRPr kumimoji="0" sz="150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332325" marR="0" lvl="0" indent="-271903" algn="l" defTabSz="1450147" rtl="0" eaLnBrk="1" fontAlgn="auto" latinLnBrk="0" hangingPunct="1">
              <a:lnSpc>
                <a:spcPct val="100000"/>
              </a:lnSpc>
              <a:spcBef>
                <a:spcPts val="626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Linear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layers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at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the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end</a:t>
            </a:r>
            <a:endParaRPr kumimoji="0" sz="166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332325" marR="1532723" lvl="0" indent="-271903" algn="l" defTabSz="1450147" rtl="0" eaLnBrk="1" fontAlgn="auto" latinLnBrk="0" hangingPunct="1">
              <a:lnSpc>
                <a:spcPct val="129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665" b="0" i="0" u="none" strike="noStrike" kern="0" cap="none" spc="2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Max</a:t>
            </a:r>
            <a:r>
              <a:rPr kumimoji="0" sz="1665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pooling</a:t>
            </a:r>
            <a:r>
              <a:rPr kumimoji="0" sz="1665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in</a:t>
            </a:r>
            <a:r>
              <a:rPr kumimoji="0" sz="1665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between,</a:t>
            </a:r>
            <a:r>
              <a:rPr kumimoji="0" sz="1665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multiple</a:t>
            </a:r>
            <a:r>
              <a:rPr kumimoji="0" sz="1665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Conv</a:t>
            </a:r>
            <a:r>
              <a:rPr kumimoji="0" sz="1665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layers</a:t>
            </a:r>
            <a:r>
              <a:rPr kumimoji="0" sz="1665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between</a:t>
            </a:r>
            <a:r>
              <a:rPr kumimoji="0" sz="1665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pooling </a:t>
            </a:r>
            <a:r>
              <a:rPr kumimoji="0" sz="1665" b="0" i="0" u="none" strike="noStrike" kern="0" cap="none" spc="-4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endParaRPr kumimoji="0" lang="en-US" sz="1665" b="0" i="0" u="none" strike="noStrike" kern="0" cap="none" spc="-4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332325" marR="1532723" lvl="0" indent="-271903" algn="l" defTabSz="1450147" rtl="0" eaLnBrk="1" fontAlgn="auto" latinLnBrk="0" hangingPunct="1">
              <a:lnSpc>
                <a:spcPct val="129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Great</a:t>
            </a:r>
            <a:r>
              <a:rPr kumimoji="0" sz="1665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ideas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for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data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augmentation</a:t>
            </a:r>
            <a:endParaRPr kumimoji="0" sz="166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332325" marR="2982872" lvl="0" indent="-271903" algn="l" defTabSz="1450147" rtl="0" eaLnBrk="1" fontAlgn="auto" latinLnBrk="0" hangingPunct="1">
              <a:lnSpc>
                <a:spcPct val="129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Deeper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networks,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with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computational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efficiency </a:t>
            </a:r>
            <a:r>
              <a:rPr kumimoji="0" sz="1665" b="0" i="0" u="none" strike="noStrike" kern="0" cap="none" spc="-4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endParaRPr kumimoji="0" lang="en-US" sz="1665" b="0" i="0" u="none" strike="noStrike" kern="0" cap="none" spc="-4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332325" marR="2982872" lvl="0" indent="-271903" algn="l" defTabSz="1450147" rtl="0" eaLnBrk="1" fontAlgn="auto" latinLnBrk="0" hangingPunct="1">
              <a:lnSpc>
                <a:spcPct val="129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665" b="0" i="0" u="none" strike="noStrike" kern="0" cap="none" spc="2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No</a:t>
            </a:r>
            <a:r>
              <a:rPr kumimoji="0" sz="1665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FC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layers.</a:t>
            </a:r>
            <a:endParaRPr kumimoji="0" sz="166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  <a:p>
            <a:pPr marL="332325" marR="300100" lvl="0" indent="-271903" algn="l" defTabSz="1450147" rtl="0" eaLnBrk="1" fontAlgn="auto" latinLnBrk="0" hangingPunct="1">
              <a:lnSpc>
                <a:spcPct val="114700"/>
              </a:lnSpc>
              <a:spcBef>
                <a:spcPts val="293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After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the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last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convolutional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-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layer,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global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average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pooling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layer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is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used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that </a:t>
            </a:r>
            <a:r>
              <a:rPr kumimoji="0" sz="1665" b="0" i="0" u="none" strike="noStrike" kern="0" cap="none" spc="-4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spatially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averages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across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each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feature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map,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before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final</a:t>
            </a:r>
            <a:r>
              <a:rPr kumimoji="0" sz="1665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FC</a:t>
            </a:r>
            <a:r>
              <a:rPr kumimoji="0" sz="1665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 </a:t>
            </a:r>
            <a:r>
              <a:rPr kumimoji="0" sz="1665" b="0" i="0" u="none" strike="noStrike" kern="0" cap="none" spc="-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Microsoft Sans Serif"/>
                <a:sym typeface="Arial"/>
              </a:rPr>
              <a:t>layer.</a:t>
            </a:r>
            <a:endParaRPr kumimoji="0" sz="166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Microsoft Sans Serif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0791357"/>
      </p:ext>
    </p:extLst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7" y="378588"/>
            <a:ext cx="2540783" cy="439262"/>
          </a:xfrm>
          <a:prstGeom prst="rect">
            <a:avLst/>
          </a:prstGeom>
        </p:spPr>
        <p:txBody>
          <a:bodyPr vert="horz" wrap="square" lIns="0" tIns="24169" rIns="0" bIns="0" rtlCol="0">
            <a:spAutoFit/>
          </a:bodyPr>
          <a:lstStyle/>
          <a:p>
            <a:pPr marL="20141" marR="0" lvl="0" indent="0" algn="l" defTabSz="1450147" rtl="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2696" b="0" i="0" u="none" strike="noStrike" kern="0" cap="none" spc="4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I</a:t>
            </a:r>
            <a:r>
              <a:rPr kumimoji="0" sz="2696" b="0" i="0" u="none" strike="noStrike" kern="0" cap="small" spc="38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nception</a:t>
            </a:r>
            <a:r>
              <a:rPr kumimoji="0" sz="2696" b="0" i="0" u="none" strike="noStrike" kern="0" cap="none" spc="38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 </a:t>
            </a:r>
            <a:r>
              <a:rPr kumimoji="0" sz="2696" b="0" i="0" u="none" strike="noStrike" kern="0" cap="none" spc="-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 </a:t>
            </a:r>
            <a:r>
              <a:rPr kumimoji="0" sz="2696" b="0" i="0" u="none" strike="noStrike" kern="0" cap="none" spc="47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N</a:t>
            </a:r>
            <a:r>
              <a:rPr kumimoji="0" sz="2696" b="0" i="0" u="none" strike="noStrike" kern="0" cap="small" spc="5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et</a:t>
            </a:r>
            <a:endParaRPr kumimoji="0" sz="269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136" y="1858005"/>
            <a:ext cx="8771313" cy="374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407344"/>
      </p:ext>
    </p:extLst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7" y="436954"/>
            <a:ext cx="3427993" cy="439262"/>
          </a:xfrm>
          <a:prstGeom prst="rect">
            <a:avLst/>
          </a:prstGeom>
        </p:spPr>
        <p:txBody>
          <a:bodyPr vert="horz" wrap="square" lIns="0" tIns="24169" rIns="0" bIns="0" rtlCol="0">
            <a:spAutoFit/>
          </a:bodyPr>
          <a:lstStyle/>
          <a:p>
            <a:pPr marL="20141" marR="0" lvl="0" indent="0" algn="l" defTabSz="1450147" rtl="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2696" b="0" i="0" u="none" strike="noStrike" kern="0" cap="none" spc="8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T</a:t>
            </a:r>
            <a:r>
              <a:rPr kumimoji="0" sz="2696" b="0" i="0" u="none" strike="noStrike" kern="0" cap="small" spc="4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ransfer</a:t>
            </a:r>
            <a:r>
              <a:rPr kumimoji="0" sz="2696" b="0" i="0" u="none" strike="noStrike" kern="0" cap="none" spc="4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 </a:t>
            </a:r>
            <a:r>
              <a:rPr kumimoji="0" sz="2696" b="0" i="0" u="none" strike="noStrike" kern="0" cap="none" spc="-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 </a:t>
            </a:r>
            <a:r>
              <a:rPr kumimoji="0" sz="2696" b="0" i="0" u="none" strike="noStrike" kern="0" cap="none" spc="72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L</a:t>
            </a:r>
            <a:r>
              <a:rPr kumimoji="0" sz="2696" b="0" i="0" u="none" strike="noStrike" kern="0" cap="small" spc="37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earning</a:t>
            </a:r>
            <a:endParaRPr kumimoji="0" sz="269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0916" y="1040860"/>
            <a:ext cx="8109842" cy="5204297"/>
            <a:chOff x="359994" y="541312"/>
            <a:chExt cx="4967605" cy="25387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493" y="541312"/>
              <a:ext cx="4938712" cy="25384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22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2DCE130-A148-47DD-A02E-AD2B0A01BBEA}"/>
                  </a:ext>
                </a:extLst>
              </p14:cNvPr>
              <p14:cNvContentPartPr/>
              <p14:nvPr/>
            </p14:nvContentPartPr>
            <p14:xfrm>
              <a:off x="-76320" y="221760"/>
              <a:ext cx="4001040" cy="888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2DCE130-A148-47DD-A02E-AD2B0A01BB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5680" y="212400"/>
                <a:ext cx="4019760" cy="90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9041101"/>
      </p:ext>
    </p:extLst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7" y="427226"/>
            <a:ext cx="3427993" cy="439262"/>
          </a:xfrm>
          <a:prstGeom prst="rect">
            <a:avLst/>
          </a:prstGeom>
        </p:spPr>
        <p:txBody>
          <a:bodyPr vert="horz" wrap="square" lIns="0" tIns="24169" rIns="0" bIns="0" rtlCol="0">
            <a:spAutoFit/>
          </a:bodyPr>
          <a:lstStyle/>
          <a:p>
            <a:pPr marL="20141" marR="0" lvl="0" indent="0" algn="l" defTabSz="1450147" rtl="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2696" b="0" i="0" u="none" strike="noStrike" kern="0" cap="none" spc="8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T</a:t>
            </a:r>
            <a:r>
              <a:rPr kumimoji="0" sz="2696" b="0" i="0" u="none" strike="noStrike" kern="0" cap="small" spc="4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ransfer</a:t>
            </a:r>
            <a:r>
              <a:rPr kumimoji="0" sz="2696" b="0" i="0" u="none" strike="noStrike" kern="0" cap="none" spc="4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 </a:t>
            </a:r>
            <a:r>
              <a:rPr kumimoji="0" sz="2696" b="0" i="0" u="none" strike="noStrike" kern="0" cap="none" spc="-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 </a:t>
            </a:r>
            <a:r>
              <a:rPr kumimoji="0" sz="2696" b="0" i="0" u="none" strike="noStrike" kern="0" cap="none" spc="72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L</a:t>
            </a:r>
            <a:r>
              <a:rPr kumimoji="0" sz="2696" b="0" i="0" u="none" strike="noStrike" kern="0" cap="small" spc="37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earning</a:t>
            </a:r>
            <a:endParaRPr kumimoji="0" sz="269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0915" y="992221"/>
            <a:ext cx="8252071" cy="5729592"/>
            <a:chOff x="359994" y="550837"/>
            <a:chExt cx="4958080" cy="2514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8018" y="550837"/>
              <a:ext cx="4919662" cy="25146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22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5469181"/>
      </p:ext>
    </p:extLst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7" y="378588"/>
            <a:ext cx="3427993" cy="439262"/>
          </a:xfrm>
          <a:prstGeom prst="rect">
            <a:avLst/>
          </a:prstGeom>
        </p:spPr>
        <p:txBody>
          <a:bodyPr vert="horz" wrap="square" lIns="0" tIns="24169" rIns="0" bIns="0" rtlCol="0">
            <a:spAutoFit/>
          </a:bodyPr>
          <a:lstStyle/>
          <a:p>
            <a:pPr marL="20141" marR="0" lvl="0" indent="0" algn="l" defTabSz="1450147" rtl="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2696" b="0" i="0" u="none" strike="noStrike" kern="0" cap="none" spc="8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T</a:t>
            </a:r>
            <a:r>
              <a:rPr kumimoji="0" sz="2696" b="0" i="0" u="none" strike="noStrike" kern="0" cap="small" spc="4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ransfer</a:t>
            </a:r>
            <a:r>
              <a:rPr kumimoji="0" sz="2696" b="0" i="0" u="none" strike="noStrike" kern="0" cap="none" spc="4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 </a:t>
            </a:r>
            <a:r>
              <a:rPr kumimoji="0" sz="2696" b="0" i="0" u="none" strike="noStrike" kern="0" cap="none" spc="-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 </a:t>
            </a:r>
            <a:r>
              <a:rPr kumimoji="0" sz="2696" b="0" i="0" u="none" strike="noStrike" kern="0" cap="none" spc="72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L</a:t>
            </a:r>
            <a:r>
              <a:rPr kumimoji="0" sz="2696" b="0" i="0" u="none" strike="noStrike" kern="0" cap="small" spc="37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Arial"/>
              </a:rPr>
              <a:t>earning</a:t>
            </a:r>
            <a:endParaRPr kumimoji="0" sz="269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0916" y="905745"/>
            <a:ext cx="7851957" cy="5417234"/>
            <a:chOff x="359994" y="552742"/>
            <a:chExt cx="4951095" cy="25101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168" y="552742"/>
              <a:ext cx="4905375" cy="25098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22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7C2DCD8-FF03-4BA1-893C-707DD7B31638}"/>
                  </a:ext>
                </a:extLst>
              </p14:cNvPr>
              <p14:cNvContentPartPr/>
              <p14:nvPr/>
            </p14:nvContentPartPr>
            <p14:xfrm>
              <a:off x="731520" y="1701000"/>
              <a:ext cx="7914600" cy="4973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7C2DCD8-FF03-4BA1-893C-707DD7B316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2160" y="1691640"/>
                <a:ext cx="7933320" cy="499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7532135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136" y="252128"/>
            <a:ext cx="6310166" cy="464910"/>
          </a:xfrm>
          <a:prstGeom prst="rect">
            <a:avLst/>
          </a:prstGeom>
        </p:spPr>
        <p:txBody>
          <a:bodyPr spcFirstLastPara="1" vert="horz" wrap="square" lIns="0" tIns="24169" rIns="0" bIns="0" rtlCol="0" anchor="t" anchorCtr="0">
            <a:spAutoFit/>
          </a:bodyPr>
          <a:lstStyle/>
          <a:p>
            <a:pPr marL="20141">
              <a:spcBef>
                <a:spcPts val="190"/>
              </a:spcBef>
            </a:pPr>
            <a:r>
              <a:rPr spc="825" dirty="0"/>
              <a:t>T</a:t>
            </a:r>
            <a:r>
              <a:rPr cap="small" spc="412" dirty="0"/>
              <a:t>ransfer</a:t>
            </a:r>
            <a:r>
              <a:rPr spc="412" dirty="0"/>
              <a:t> </a:t>
            </a:r>
            <a:r>
              <a:rPr spc="-190" dirty="0"/>
              <a:t> </a:t>
            </a:r>
            <a:r>
              <a:rPr spc="728" dirty="0"/>
              <a:t>L</a:t>
            </a:r>
            <a:r>
              <a:rPr cap="small" spc="373" dirty="0"/>
              <a:t>earning</a:t>
            </a:r>
            <a:r>
              <a:rPr dirty="0"/>
              <a:t> </a:t>
            </a:r>
            <a:r>
              <a:rPr spc="-190" dirty="0"/>
              <a:t> </a:t>
            </a:r>
            <a:r>
              <a:rPr cap="small" spc="412" dirty="0"/>
              <a:t>f</a:t>
            </a:r>
            <a:r>
              <a:rPr cap="small" spc="396" dirty="0"/>
              <a:t>or</a:t>
            </a:r>
            <a:r>
              <a:rPr dirty="0"/>
              <a:t> </a:t>
            </a:r>
            <a:r>
              <a:rPr spc="-190" dirty="0"/>
              <a:t> </a:t>
            </a:r>
            <a:r>
              <a:rPr spc="420" dirty="0"/>
              <a:t>I</a:t>
            </a:r>
            <a:r>
              <a:rPr cap="small" spc="381" dirty="0"/>
              <a:t>m</a:t>
            </a:r>
            <a:r>
              <a:rPr cap="small" spc="190" dirty="0"/>
              <a:t>a</a:t>
            </a:r>
            <a:r>
              <a:rPr cap="small" spc="436" dirty="0"/>
              <a:t>ge</a:t>
            </a:r>
            <a:r>
              <a:rPr dirty="0"/>
              <a:t> </a:t>
            </a:r>
            <a:r>
              <a:rPr spc="-190" dirty="0"/>
              <a:t> </a:t>
            </a:r>
            <a:r>
              <a:rPr spc="515" dirty="0"/>
              <a:t>D</a:t>
            </a:r>
            <a:r>
              <a:rPr cap="small" spc="246" dirty="0"/>
              <a:t>a</a:t>
            </a:r>
            <a:r>
              <a:rPr cap="small" spc="373" dirty="0"/>
              <a:t>t</a:t>
            </a:r>
            <a:r>
              <a:rPr cap="small" spc="428" dirty="0"/>
              <a:t>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22315" y="1388170"/>
            <a:ext cx="7374616" cy="2387662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292043" marR="8056" lvl="0" indent="-271903" algn="l" defTabSz="1450147" rtl="0" eaLnBrk="1" fontAlgn="auto" latinLnBrk="0" hangingPunct="1">
              <a:lnSpc>
                <a:spcPct val="114700"/>
              </a:lnSpc>
              <a:spcBef>
                <a:spcPts val="151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Use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deep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learning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model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kumimoji="0" sz="2000" b="0" i="0" u="none" strike="noStrike" kern="0" cap="none" spc="4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pre-trained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large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dataset</a:t>
            </a:r>
            <a:r>
              <a:rPr kumimoji="0" sz="2000" b="0" i="0" u="none" strike="noStrike" kern="0" cap="none" spc="4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like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ImageNet </a:t>
            </a:r>
            <a:r>
              <a:rPr kumimoji="0" sz="2000" b="0" i="0" u="none" strike="noStrike" kern="0" cap="none" spc="-4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MS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Coco.</a:t>
            </a:r>
          </a:p>
          <a:p>
            <a:pPr marL="292043" marR="5030197" lvl="0" indent="-271903" algn="l" defTabSz="1450147" rtl="0" eaLnBrk="1" fontAlgn="auto" latinLnBrk="0" hangingPunct="1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Oxford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VGG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Model 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endParaRPr kumimoji="0" lang="en-US" sz="2000" b="0" i="0" u="none" strike="noStrike" kern="0" cap="none" spc="24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92043" marR="5030197" lvl="0" indent="-271903" algn="l" defTabSz="1450147" rtl="0" eaLnBrk="1" fontAlgn="auto" latinLnBrk="0" hangingPunct="1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Google Inception </a:t>
            </a:r>
            <a:endParaRPr kumimoji="0" lang="en-US" sz="2000" b="0" i="0" u="none" strike="noStrike" kern="0" cap="none" spc="16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92043" marR="5030197" lvl="0" indent="-271903" algn="l" defTabSz="1450147" rtl="0" eaLnBrk="1" fontAlgn="auto" latinLnBrk="0" hangingPunct="1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Model </a:t>
            </a:r>
            <a:r>
              <a:rPr kumimoji="0" sz="2000" b="0" i="0" u="none" strike="noStrike" kern="0" cap="none" spc="-4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Microsoft</a:t>
            </a:r>
            <a:r>
              <a:rPr kumimoji="0" sz="2000" b="0" i="0" u="none" strike="noStrike" kern="0" cap="none" spc="-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endParaRPr kumimoji="0" lang="en-US" sz="2000" b="0" i="0" u="none" strike="noStrike" kern="0" cap="none" spc="-16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92043" marR="5030197" lvl="0" indent="-271903" algn="l" defTabSz="1450147" rtl="0" eaLnBrk="1" fontAlgn="auto" latinLnBrk="0" hangingPunct="1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0" cap="none" spc="16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ResNet</a:t>
            </a:r>
            <a:r>
              <a:rPr kumimoji="0" sz="2000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Model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0529640"/>
      </p:ext>
    </p:extLst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137" y="252129"/>
            <a:ext cx="6173207" cy="464910"/>
          </a:xfrm>
          <a:prstGeom prst="rect">
            <a:avLst/>
          </a:prstGeom>
        </p:spPr>
        <p:txBody>
          <a:bodyPr spcFirstLastPara="1" vert="horz" wrap="square" lIns="0" tIns="24169" rIns="0" bIns="0" rtlCol="0" anchor="t" anchorCtr="0">
            <a:spAutoFit/>
          </a:bodyPr>
          <a:lstStyle/>
          <a:p>
            <a:pPr marL="20141">
              <a:spcBef>
                <a:spcPts val="190"/>
              </a:spcBef>
            </a:pPr>
            <a:r>
              <a:rPr spc="825" dirty="0"/>
              <a:t>T</a:t>
            </a:r>
            <a:r>
              <a:rPr cap="small" spc="412" dirty="0"/>
              <a:t>ransfer</a:t>
            </a:r>
            <a:r>
              <a:rPr spc="412" dirty="0"/>
              <a:t> </a:t>
            </a:r>
            <a:r>
              <a:rPr spc="-190" dirty="0"/>
              <a:t> </a:t>
            </a:r>
            <a:r>
              <a:rPr spc="728" dirty="0"/>
              <a:t>L</a:t>
            </a:r>
            <a:r>
              <a:rPr cap="small" spc="373" dirty="0"/>
              <a:t>earning</a:t>
            </a:r>
            <a:r>
              <a:rPr dirty="0"/>
              <a:t> </a:t>
            </a:r>
            <a:r>
              <a:rPr spc="-190" dirty="0"/>
              <a:t> </a:t>
            </a:r>
            <a:r>
              <a:rPr cap="small" spc="412" dirty="0"/>
              <a:t>f</a:t>
            </a:r>
            <a:r>
              <a:rPr cap="small" spc="396" dirty="0"/>
              <a:t>or</a:t>
            </a:r>
            <a:r>
              <a:rPr dirty="0"/>
              <a:t> </a:t>
            </a:r>
            <a:r>
              <a:rPr spc="-190" dirty="0"/>
              <a:t> </a:t>
            </a:r>
            <a:r>
              <a:rPr spc="825" dirty="0"/>
              <a:t>T</a:t>
            </a:r>
            <a:r>
              <a:rPr cap="small" spc="531" dirty="0"/>
              <a:t>ext</a:t>
            </a:r>
            <a:r>
              <a:rPr dirty="0"/>
              <a:t> </a:t>
            </a:r>
            <a:r>
              <a:rPr spc="-190" dirty="0"/>
              <a:t> </a:t>
            </a:r>
            <a:r>
              <a:rPr spc="523" dirty="0"/>
              <a:t>D</a:t>
            </a:r>
            <a:r>
              <a:rPr cap="small" spc="246" dirty="0"/>
              <a:t>a</a:t>
            </a:r>
            <a:r>
              <a:rPr cap="small" spc="373" dirty="0"/>
              <a:t>t</a:t>
            </a:r>
            <a:r>
              <a:rPr cap="small" spc="428" dirty="0"/>
              <a:t>a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84089" y="2341389"/>
            <a:ext cx="8316720" cy="2765714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292043" marR="8056" lvl="0" indent="-271903" algn="l" defTabSz="1450147" rtl="0" eaLnBrk="1" fontAlgn="auto" latinLnBrk="0" hangingPunct="1">
              <a:lnSpc>
                <a:spcPct val="114700"/>
              </a:lnSpc>
              <a:spcBef>
                <a:spcPts val="151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Embedding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mapping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words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high-dimensional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continuous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vector </a:t>
            </a:r>
            <a:r>
              <a:rPr kumimoji="0" sz="2000" b="0" i="0" u="none" strike="noStrike" kern="0" cap="none" spc="-41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space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where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different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words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with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similar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meanings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have</a:t>
            </a:r>
            <a:r>
              <a:rPr kumimoji="0" sz="2000" b="0" i="0" u="none" strike="noStrike" kern="0" cap="none" spc="3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similar</a:t>
            </a:r>
            <a:r>
              <a:rPr kumimoji="0" sz="2000" b="0" i="0" u="none" strike="noStrike" kern="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vector 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representations.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92043" marR="4846915" lvl="0" indent="-271903" algn="l" defTabSz="1450147" rtl="0" eaLnBrk="1" fontAlgn="auto" latinLnBrk="0" hangingPunct="1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Google’s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word2vec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Model </a:t>
            </a:r>
            <a:endParaRPr kumimoji="0" lang="en-US" sz="2000" b="0" i="0" u="none" strike="noStrike" kern="0" cap="none" spc="16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92043" marR="4846915" lvl="0" indent="-271903" algn="l" defTabSz="1450147" rtl="0" eaLnBrk="1" fontAlgn="auto" latinLnBrk="0" hangingPunct="1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0" cap="none" spc="-41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Stanford’s</a:t>
            </a:r>
            <a:r>
              <a:rPr kumimoji="0" sz="2000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sz="2000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GloVe</a:t>
            </a: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Model </a:t>
            </a:r>
            <a:r>
              <a:rPr kumimoji="0" sz="2000" b="0" i="0" u="none" strike="noStrike" kern="0" cap="none" spc="2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endParaRPr kumimoji="0" lang="en-US" sz="2000" b="0" i="0" u="none" strike="noStrike" kern="0" cap="none" spc="24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92043" marR="4846915" lvl="0" indent="-271903" algn="l" defTabSz="1450147" rtl="0" eaLnBrk="1" fontAlgn="auto" latinLnBrk="0" hangingPunct="1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0" cap="none" spc="-24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FastText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92043" marR="0" lvl="0" indent="-271903" algn="l" defTabSz="1450147" rtl="0" eaLnBrk="1" fontAlgn="auto" latinLnBrk="0" hangingPunct="1">
              <a:lnSpc>
                <a:spcPct val="100000"/>
              </a:lnSpc>
              <a:spcBef>
                <a:spcPts val="761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0" cap="none" spc="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Gensim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9678268"/>
      </p:ext>
    </p:extLst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54947" y="1494587"/>
            <a:ext cx="8445861" cy="2362421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5015" tIns="72507" rIns="145015" bIns="7250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45014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model = </a:t>
            </a: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models.Sequential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() </a:t>
            </a:r>
          </a:p>
          <a:p>
            <a:pPr marL="0" marR="0" lvl="0" indent="0" algn="l" defTabSz="145014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model.add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(layers.Conv2D(32, (3, 3), activation='</a:t>
            </a: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relu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', </a:t>
            </a: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input_shape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=(32, 32, 3))) </a:t>
            </a:r>
          </a:p>
          <a:p>
            <a:pPr marL="0" marR="0" lvl="0" indent="0" algn="l" defTabSz="145014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model.add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(layers.MaxPooling2D((2, 2)))</a:t>
            </a:r>
          </a:p>
          <a:p>
            <a:pPr marL="0" marR="0" lvl="0" indent="0" algn="l" defTabSz="145014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model.add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(layers.Conv2D(64, (3, 3), activation='</a:t>
            </a: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relu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')) </a:t>
            </a:r>
          </a:p>
          <a:p>
            <a:pPr marL="0" marR="0" lvl="0" indent="0" algn="l" defTabSz="145014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model.add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(layers.MaxPooling2D((2, 2))) </a:t>
            </a:r>
          </a:p>
          <a:p>
            <a:pPr marL="0" marR="0" lvl="0" indent="0" algn="l" defTabSz="145014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model.add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(layers.Conv2D(64, (3, 3), activation='</a:t>
            </a: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relu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')) </a:t>
            </a:r>
          </a:p>
          <a:p>
            <a:pPr marL="0" marR="0" lvl="0" indent="0" algn="l" defTabSz="145014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model.add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layers.Flatten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()) </a:t>
            </a: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model.add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layers.Dense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(64, activation='</a:t>
            </a: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relu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')) </a:t>
            </a:r>
          </a:p>
          <a:p>
            <a:pPr marL="0" marR="0" lvl="0" indent="0" algn="l" defTabSz="145014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model.add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layers.Dense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(10))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75798" y="3998553"/>
            <a:ext cx="7023272" cy="577317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5015" tIns="72507" rIns="145015" bIns="7250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45014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model.compile</a:t>
            </a: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(optimizer='</a:t>
            </a:r>
            <a:r>
              <a:rPr kumimoji="0" lang="en-US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adam</a:t>
            </a: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', </a:t>
            </a:r>
            <a:r>
              <a:rPr kumimoji="0" lang="en-US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es.SparseCategoricalCrossentropy</a:t>
            </a: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kumimoji="0" lang="en-US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from_logits</a:t>
            </a: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=True), metrics=['accuracy'])</a:t>
            </a: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79F22CF-F542-4C48-B869-A61FCB4B661F}"/>
                  </a:ext>
                </a:extLst>
              </p14:cNvPr>
              <p14:cNvContentPartPr/>
              <p14:nvPr/>
            </p14:nvContentPartPr>
            <p14:xfrm>
              <a:off x="66240" y="915480"/>
              <a:ext cx="8771400" cy="5748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79F22CF-F542-4C48-B869-A61FCB4B66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880" y="906120"/>
                <a:ext cx="8790120" cy="576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9860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136" y="378588"/>
            <a:ext cx="6163137" cy="464910"/>
          </a:xfrm>
          <a:prstGeom prst="rect">
            <a:avLst/>
          </a:prstGeom>
        </p:spPr>
        <p:txBody>
          <a:bodyPr spcFirstLastPara="1" vert="horz" wrap="square" lIns="0" tIns="24169" rIns="0" bIns="0" rtlCol="0" anchor="t" anchorCtr="0">
            <a:spAutoFit/>
          </a:bodyPr>
          <a:lstStyle/>
          <a:p>
            <a:pPr marL="20141">
              <a:spcBef>
                <a:spcPts val="190"/>
              </a:spcBef>
            </a:pPr>
            <a:r>
              <a:rPr spc="825" dirty="0"/>
              <a:t>T</a:t>
            </a:r>
            <a:r>
              <a:rPr cap="small" spc="412" dirty="0"/>
              <a:t>ransfer</a:t>
            </a:r>
            <a:r>
              <a:rPr spc="412" dirty="0"/>
              <a:t> </a:t>
            </a:r>
            <a:r>
              <a:rPr spc="-190" dirty="0"/>
              <a:t> </a:t>
            </a:r>
            <a:r>
              <a:rPr spc="728" dirty="0"/>
              <a:t>L</a:t>
            </a:r>
            <a:r>
              <a:rPr cap="small" spc="373" dirty="0"/>
              <a:t>earning</a:t>
            </a:r>
            <a:r>
              <a:rPr dirty="0"/>
              <a:t> </a:t>
            </a:r>
            <a:r>
              <a:rPr spc="-190" dirty="0"/>
              <a:t> </a:t>
            </a:r>
            <a:r>
              <a:rPr spc="198" dirty="0"/>
              <a:t>-</a:t>
            </a:r>
            <a:r>
              <a:rPr dirty="0"/>
              <a:t> </a:t>
            </a:r>
            <a:r>
              <a:rPr spc="-190" dirty="0"/>
              <a:t> </a:t>
            </a:r>
            <a:r>
              <a:rPr cap="small" spc="363" dirty="0"/>
              <a:t>when</a:t>
            </a:r>
            <a:r>
              <a:rPr dirty="0"/>
              <a:t> </a:t>
            </a:r>
            <a:r>
              <a:rPr spc="-190" dirty="0"/>
              <a:t> </a:t>
            </a:r>
            <a:r>
              <a:rPr cap="small" spc="436" dirty="0"/>
              <a:t>to</a:t>
            </a:r>
            <a:r>
              <a:rPr dirty="0"/>
              <a:t> </a:t>
            </a:r>
            <a:r>
              <a:rPr spc="-190" dirty="0"/>
              <a:t> </a:t>
            </a:r>
            <a:r>
              <a:rPr cap="small" spc="341" dirty="0"/>
              <a:t>use</a:t>
            </a:r>
            <a:r>
              <a:rPr spc="174" dirty="0"/>
              <a:t>?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342398" y="2466844"/>
            <a:ext cx="8338361" cy="1619148"/>
          </a:xfrm>
          <a:prstGeom prst="rect">
            <a:avLst/>
          </a:prstGeom>
        </p:spPr>
        <p:txBody>
          <a:bodyPr spcFirstLastPara="1" vert="horz" wrap="square" lIns="0" tIns="115811" rIns="0" bIns="0" rtlCol="0" anchor="t" anchorCtr="0">
            <a:spAutoFit/>
          </a:bodyPr>
          <a:lstStyle/>
          <a:p>
            <a:pPr marL="505537" indent="-271903">
              <a:spcBef>
                <a:spcPts val="912"/>
              </a:spcBef>
              <a:buFont typeface="Wingdings" panose="05000000000000000000" pitchFamily="2" charset="2"/>
              <a:buChar char="Ø"/>
            </a:pPr>
            <a:r>
              <a:rPr sz="1744" spc="-6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lot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want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train/use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2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CNNs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RNNs.</a:t>
            </a:r>
          </a:p>
          <a:p>
            <a:pPr marL="505537" marR="8056" indent="-271903">
              <a:lnSpc>
                <a:spcPct val="114700"/>
              </a:lnSpc>
              <a:spcBef>
                <a:spcPts val="476"/>
              </a:spcBef>
              <a:buFont typeface="Wingdings" panose="05000000000000000000" pitchFamily="2" charset="2"/>
              <a:buChar char="Ø"/>
            </a:pPr>
            <a:r>
              <a:rPr sz="1744" spc="-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2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-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2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2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input.</a:t>
            </a:r>
            <a:r>
              <a:rPr sz="1744" spc="14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Eg:</a:t>
            </a:r>
            <a:r>
              <a:rPr sz="1744" spc="15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images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-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both </a:t>
            </a:r>
            <a:r>
              <a:rPr sz="1744" spc="-4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tasks.</a:t>
            </a:r>
          </a:p>
          <a:p>
            <a:pPr marL="505537" marR="145015" indent="-271903">
              <a:lnSpc>
                <a:spcPct val="114700"/>
              </a:lnSpc>
              <a:spcBef>
                <a:spcPts val="476"/>
              </a:spcBef>
              <a:buFont typeface="Wingdings" panose="05000000000000000000" pitchFamily="2" charset="2"/>
              <a:buChar char="Ø"/>
            </a:pPr>
            <a:r>
              <a:rPr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lot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-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-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2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relatively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-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sz="1744" spc="-4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-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sz="1744" spc="2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-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</a:t>
            </a:r>
          </a:p>
          <a:p>
            <a:pPr marL="505537" marR="186304" indent="-271903">
              <a:lnSpc>
                <a:spcPct val="114700"/>
              </a:lnSpc>
              <a:spcBef>
                <a:spcPts val="468"/>
              </a:spcBef>
              <a:buFont typeface="Wingdings" panose="05000000000000000000" pitchFamily="2" charset="2"/>
              <a:buChar char="Ø"/>
            </a:pPr>
            <a:r>
              <a:rPr sz="1744" spc="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</a:t>
            </a:r>
            <a:r>
              <a:rPr sz="1744" spc="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-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obtained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-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2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could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helpful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-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z="1744" spc="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</a:t>
            </a:r>
            <a:r>
              <a:rPr sz="1744" spc="-4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-3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sz="1744" spc="2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44" spc="-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84BFD29-3065-4C93-BC49-5FB4A7C18317}"/>
                  </a:ext>
                </a:extLst>
              </p14:cNvPr>
              <p14:cNvContentPartPr/>
              <p14:nvPr/>
            </p14:nvContentPartPr>
            <p14:xfrm>
              <a:off x="5437800" y="4795560"/>
              <a:ext cx="2696400" cy="403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84BFD29-3065-4C93-BC49-5FB4A7C183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28440" y="4786200"/>
                <a:ext cx="2715120" cy="42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4897151"/>
      </p:ext>
    </p:extLst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652E8C-CBFD-4C3A-8871-27DD4200CF79}"/>
              </a:ext>
            </a:extLst>
          </p:cNvPr>
          <p:cNvSpPr/>
          <p:nvPr/>
        </p:nvSpPr>
        <p:spPr>
          <a:xfrm>
            <a:off x="1856656" y="3237316"/>
            <a:ext cx="5744561" cy="6419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1983" marR="146264" indent="-476" algn="ctr" defTabSz="686065">
              <a:lnSpc>
                <a:spcPct val="84500"/>
              </a:lnSpc>
            </a:pPr>
            <a:r>
              <a:rPr lang="en-US" sz="2101" dirty="0">
                <a:latin typeface="Cambria"/>
                <a:ea typeface="Cambria"/>
                <a:cs typeface="Cambria"/>
                <a:sym typeface="Cambria"/>
              </a:rPr>
              <a:t>MODULE # 7 :</a:t>
            </a:r>
          </a:p>
          <a:p>
            <a:pPr marL="151983" marR="146264" indent="-476" algn="ctr" defTabSz="686065">
              <a:lnSpc>
                <a:spcPct val="84500"/>
              </a:lnSpc>
            </a:pPr>
            <a:r>
              <a:rPr lang="en-US" sz="2101" dirty="0">
                <a:latin typeface="Cambria"/>
                <a:ea typeface="Cambria"/>
                <a:cs typeface="Cambria"/>
                <a:sym typeface="Cambria"/>
              </a:rPr>
              <a:t> RNN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C632C6A-056C-4791-9244-6739D4F91C6B}"/>
                  </a:ext>
                </a:extLst>
              </p14:cNvPr>
              <p14:cNvContentPartPr/>
              <p14:nvPr/>
            </p14:nvContentPartPr>
            <p14:xfrm>
              <a:off x="17280" y="943200"/>
              <a:ext cx="8830800" cy="4973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C632C6A-056C-4791-9244-6739D4F91C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20" y="933840"/>
                <a:ext cx="8849520" cy="499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467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584089" y="1780380"/>
            <a:ext cx="3953046" cy="3465936"/>
          </a:xfrm>
          <a:prstGeom prst="rect">
            <a:avLst/>
          </a:prstGeom>
        </p:spPr>
        <p:txBody>
          <a:bodyPr vert="horz" wrap="square" lIns="0" tIns="115811" rIns="0" bIns="0" rtlCol="0">
            <a:spAutoFit/>
          </a:bodyPr>
          <a:lstStyle/>
          <a:p>
            <a:pPr marL="20141" algn="just" defTabSz="1450147">
              <a:spcBef>
                <a:spcPts val="912"/>
              </a:spcBef>
              <a:buClrTx/>
              <a:defRPr/>
            </a:pP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This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is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not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true</a:t>
            </a:r>
            <a:r>
              <a:rPr sz="1744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many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applications.</a:t>
            </a:r>
            <a:endParaRPr sz="1744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763341" marR="511580" indent="-271903" algn="just" defTabSz="1450147">
              <a:lnSpc>
                <a:spcPct val="114700"/>
              </a:lnSpc>
              <a:spcBef>
                <a:spcPts val="476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sz="1744" kern="1200" spc="16" dirty="0">
                <a:solidFill>
                  <a:srgbClr val="FF0000"/>
                </a:solidFill>
                <a:latin typeface="Calibri"/>
                <a:ea typeface="+mn-ea"/>
                <a:cs typeface="Microsoft Sans Serif"/>
              </a:rPr>
              <a:t>T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he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size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of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input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is</a:t>
            </a:r>
            <a:r>
              <a:rPr sz="1744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not </a:t>
            </a:r>
            <a:r>
              <a:rPr sz="1744" kern="1200" spc="-42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always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fixed.</a:t>
            </a:r>
          </a:p>
          <a:p>
            <a:pPr marL="763341" marR="183282" indent="-271903" algn="just" defTabSz="1450147">
              <a:lnSpc>
                <a:spcPct val="114700"/>
              </a:lnSpc>
              <a:spcBef>
                <a:spcPts val="476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sz="1744" kern="1200" spc="8" dirty="0">
                <a:solidFill>
                  <a:srgbClr val="FF0000"/>
                </a:solidFill>
                <a:latin typeface="Calibri"/>
                <a:ea typeface="+mn-ea"/>
                <a:cs typeface="Microsoft Sans Serif"/>
              </a:rPr>
              <a:t>S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uccessive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inputs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may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not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be </a:t>
            </a:r>
            <a:r>
              <a:rPr sz="1744" kern="1200" spc="-42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independent of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each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other.</a:t>
            </a:r>
          </a:p>
          <a:p>
            <a:pPr marL="763341" marR="188318" indent="-271903" algn="just" defTabSz="1450147">
              <a:lnSpc>
                <a:spcPct val="114599"/>
              </a:lnSpc>
              <a:spcBef>
                <a:spcPts val="476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sz="1744" kern="1200" spc="16" dirty="0">
                <a:solidFill>
                  <a:srgbClr val="FF0000"/>
                </a:solidFill>
                <a:latin typeface="Calibri"/>
                <a:ea typeface="+mn-ea"/>
                <a:cs typeface="Microsoft Sans Serif"/>
              </a:rPr>
              <a:t>E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ach network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(</a:t>
            </a:r>
            <a:r>
              <a:rPr sz="1744" kern="1200" spc="8" dirty="0">
                <a:solidFill>
                  <a:srgbClr val="0000FF"/>
                </a:solidFill>
                <a:latin typeface="Calibri"/>
                <a:ea typeface="+mn-ea"/>
                <a:cs typeface="Microsoft Sans Serif"/>
              </a:rPr>
              <a:t>blue</a:t>
            </a:r>
            <a:r>
              <a:rPr sz="1744" kern="1200" spc="16" dirty="0">
                <a:solidFill>
                  <a:srgbClr val="0000FF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-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srgbClr val="FF7F00"/>
                </a:solidFill>
                <a:latin typeface="Calibri"/>
                <a:ea typeface="+mn-ea"/>
                <a:cs typeface="Microsoft Sans Serif"/>
              </a:rPr>
              <a:t>orange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- </a:t>
            </a:r>
            <a:r>
              <a:rPr sz="1744" kern="1200" spc="-42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srgbClr val="00FF00"/>
                </a:solidFill>
                <a:latin typeface="Calibri"/>
                <a:ea typeface="+mn-ea"/>
                <a:cs typeface="Microsoft Sans Serif"/>
              </a:rPr>
              <a:t>green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structure)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is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performing </a:t>
            </a:r>
            <a:r>
              <a:rPr sz="1744" kern="1200" spc="-42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 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same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task </a:t>
            </a:r>
            <a:r>
              <a:rPr sz="1744" kern="1200" spc="46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– </a:t>
            </a:r>
            <a:endParaRPr lang="en-US" sz="1744" kern="1200" spc="46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763341" marR="188318" indent="-271903" algn="just" defTabSz="1450147">
              <a:lnSpc>
                <a:spcPct val="114599"/>
              </a:lnSpc>
              <a:spcBef>
                <a:spcPts val="476"/>
              </a:spcBef>
              <a:buClrTx/>
              <a:buFont typeface="Courier New" panose="02070309020205020404" pitchFamily="49" charset="0"/>
              <a:buChar char="o"/>
              <a:defRPr/>
            </a:pP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input :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character </a:t>
            </a:r>
            <a:endParaRPr lang="en-US" sz="1744" kern="1200" spc="16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763341" marR="188318" indent="-271903" algn="just" defTabSz="1450147">
              <a:lnSpc>
                <a:spcPct val="114599"/>
              </a:lnSpc>
              <a:spcBef>
                <a:spcPts val="476"/>
              </a:spcBef>
              <a:buClrTx/>
              <a:buFont typeface="Courier New" panose="02070309020205020404" pitchFamily="49" charset="0"/>
              <a:buChar char="o"/>
              <a:defRPr/>
            </a:pP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output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:</a:t>
            </a:r>
            <a:r>
              <a:rPr sz="1744" kern="1200" spc="127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character.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46923" y="1719885"/>
            <a:ext cx="2638467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20141" defTabSz="1450147">
              <a:spcBef>
                <a:spcPts val="198"/>
              </a:spcBef>
              <a:buClrTx/>
              <a:defRPr/>
            </a:pPr>
            <a:r>
              <a:rPr sz="1665" kern="1200" spc="16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Example:</a:t>
            </a:r>
            <a:r>
              <a:rPr sz="1665" kern="1200" spc="127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Auto-completion.</a:t>
            </a:r>
            <a:endParaRPr sz="1665" kern="1200" dirty="0">
              <a:solidFill>
                <a:prstClr val="black"/>
              </a:solidFill>
              <a:latin typeface="Microsoft Sans Serif"/>
              <a:ea typeface="+mn-ea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46217" y="5070416"/>
            <a:ext cx="161128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20141" defTabSz="1450147">
              <a:spcBef>
                <a:spcPts val="198"/>
              </a:spcBef>
              <a:buClrTx/>
              <a:defRPr/>
            </a:pPr>
            <a:r>
              <a:rPr sz="1665" kern="1200" spc="16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d</a:t>
            </a:r>
            <a:endParaRPr sz="1665" kern="1200">
              <a:solidFill>
                <a:prstClr val="black"/>
              </a:solidFill>
              <a:latin typeface="Microsoft Sans Serif"/>
              <a:ea typeface="+mn-ea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32821" y="2514814"/>
            <a:ext cx="724068" cy="2578044"/>
            <a:chOff x="3677917" y="1045980"/>
            <a:chExt cx="456565" cy="1625600"/>
          </a:xfrm>
        </p:grpSpPr>
        <p:sp>
          <p:nvSpPr>
            <p:cNvPr id="10" name="object 10"/>
            <p:cNvSpPr/>
            <p:nvPr/>
          </p:nvSpPr>
          <p:spPr>
            <a:xfrm>
              <a:off x="3680457" y="230853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680457" y="230853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680457" y="167852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680457" y="167852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680457" y="104852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680457" y="104852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726002" y="207142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707023" y="2041063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726002" y="1441421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707023" y="1411055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4040461" y="230853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040461" y="230853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4040461" y="167852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4040461" y="167852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4040461" y="104852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040461" y="104852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746218" y="2196179"/>
            <a:ext cx="732124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20141" defTabSz="1450147">
              <a:spcBef>
                <a:spcPts val="198"/>
              </a:spcBef>
              <a:buClrTx/>
              <a:tabLst>
                <a:tab pos="590129" algn="l"/>
              </a:tabLst>
              <a:defRPr/>
            </a:pPr>
            <a:r>
              <a:rPr sz="1665" kern="1200" spc="16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e	e</a:t>
            </a:r>
            <a:endParaRPr sz="1665" kern="1200">
              <a:solidFill>
                <a:prstClr val="black"/>
              </a:solidFill>
              <a:latin typeface="Microsoft Sans Serif"/>
              <a:ea typeface="+mn-ea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449912" y="3093787"/>
            <a:ext cx="60423" cy="1423967"/>
            <a:chOff x="4067028" y="1411055"/>
            <a:chExt cx="38100" cy="897890"/>
          </a:xfrm>
        </p:grpSpPr>
        <p:sp>
          <p:nvSpPr>
            <p:cNvPr id="28" name="object 28"/>
            <p:cNvSpPr/>
            <p:nvPr/>
          </p:nvSpPr>
          <p:spPr>
            <a:xfrm>
              <a:off x="4086006" y="2071429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4067028" y="2041063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4086006" y="1441421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4067028" y="1411055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317135" y="5050799"/>
            <a:ext cx="732124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20141" defTabSz="1450147">
              <a:spcBef>
                <a:spcPts val="198"/>
              </a:spcBef>
              <a:buClrTx/>
              <a:tabLst>
                <a:tab pos="590129" algn="l"/>
              </a:tabLst>
              <a:defRPr/>
            </a:pPr>
            <a:r>
              <a:rPr sz="1665" kern="1200" spc="16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e	e</a:t>
            </a:r>
            <a:endParaRPr sz="1665" kern="1200">
              <a:solidFill>
                <a:prstClr val="black"/>
              </a:solidFill>
              <a:latin typeface="Microsoft Sans Serif"/>
              <a:ea typeface="+mn-ea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974685" y="2514814"/>
            <a:ext cx="153071" cy="2578044"/>
            <a:chOff x="4397926" y="1045980"/>
            <a:chExt cx="96520" cy="1625600"/>
          </a:xfrm>
        </p:grpSpPr>
        <p:sp>
          <p:nvSpPr>
            <p:cNvPr id="34" name="object 34"/>
            <p:cNvSpPr/>
            <p:nvPr/>
          </p:nvSpPr>
          <p:spPr>
            <a:xfrm>
              <a:off x="4400466" y="230853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400466" y="230853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00466" y="167852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4400466" y="167852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4400466" y="104852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4400466" y="104852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888070" y="2175372"/>
            <a:ext cx="161128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20141" defTabSz="1450147">
              <a:spcBef>
                <a:spcPts val="198"/>
              </a:spcBef>
              <a:buClrTx/>
              <a:defRPr/>
            </a:pPr>
            <a:r>
              <a:rPr sz="1665" kern="1200" spc="16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p</a:t>
            </a:r>
            <a:endParaRPr sz="1665" kern="1200">
              <a:solidFill>
                <a:prstClr val="black"/>
              </a:solidFill>
              <a:latin typeface="Microsoft Sans Serif"/>
              <a:ea typeface="+mn-ea"/>
              <a:cs typeface="Microsoft Sans Serif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020844" y="3093787"/>
            <a:ext cx="60423" cy="1423967"/>
            <a:chOff x="4427032" y="1411055"/>
            <a:chExt cx="38100" cy="897890"/>
          </a:xfrm>
        </p:grpSpPr>
        <p:sp>
          <p:nvSpPr>
            <p:cNvPr id="42" name="object 42"/>
            <p:cNvSpPr/>
            <p:nvPr/>
          </p:nvSpPr>
          <p:spPr>
            <a:xfrm>
              <a:off x="4446011" y="2071429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4427032" y="2041063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4446011" y="1441421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4427032" y="1411055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458986" y="5029993"/>
            <a:ext cx="161128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20141" defTabSz="1450147">
              <a:spcBef>
                <a:spcPts val="198"/>
              </a:spcBef>
              <a:buClrTx/>
              <a:defRPr/>
            </a:pPr>
            <a:r>
              <a:rPr sz="1665" kern="1200" spc="16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p</a:t>
            </a:r>
            <a:endParaRPr sz="1665" kern="1200">
              <a:solidFill>
                <a:prstClr val="black"/>
              </a:solidFill>
              <a:latin typeface="Microsoft Sans Serif"/>
              <a:ea typeface="+mn-ea"/>
              <a:cs typeface="Microsoft Sans Serif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545616" y="2514814"/>
            <a:ext cx="153071" cy="2578044"/>
            <a:chOff x="4757930" y="1045980"/>
            <a:chExt cx="96520" cy="1625600"/>
          </a:xfrm>
        </p:grpSpPr>
        <p:sp>
          <p:nvSpPr>
            <p:cNvPr id="48" name="object 48"/>
            <p:cNvSpPr/>
            <p:nvPr/>
          </p:nvSpPr>
          <p:spPr>
            <a:xfrm>
              <a:off x="4760470" y="230853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4760470" y="230853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4760470" y="167852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4760470" y="167852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4760470" y="104852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4760470" y="104852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458987" y="2210167"/>
            <a:ext cx="400804" cy="258362"/>
          </a:xfrm>
          <a:prstGeom prst="rect">
            <a:avLst/>
          </a:prstGeom>
        </p:spPr>
        <p:txBody>
          <a:bodyPr vert="horz" wrap="square" lIns="0" tIns="26183" rIns="0" bIns="0" rtlCol="0">
            <a:spAutoFit/>
          </a:bodyPr>
          <a:lstStyle/>
          <a:p>
            <a:pPr marL="20141" defTabSz="1450147">
              <a:spcBef>
                <a:spcPts val="206"/>
              </a:spcBef>
              <a:buClrTx/>
              <a:defRPr/>
            </a:pPr>
            <a:r>
              <a:rPr sz="1507" kern="1200" spc="24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e</a:t>
            </a:r>
            <a:r>
              <a:rPr sz="1507" kern="1200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o</a:t>
            </a:r>
            <a:r>
              <a:rPr sz="1507" kern="1200" spc="32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w</a:t>
            </a:r>
            <a:endParaRPr sz="1507" kern="1200">
              <a:solidFill>
                <a:prstClr val="black"/>
              </a:solidFill>
              <a:latin typeface="Microsoft Sans Serif"/>
              <a:ea typeface="+mn-ea"/>
              <a:cs typeface="Microsoft Sans Serif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7591775" y="3093788"/>
            <a:ext cx="60423" cy="1419938"/>
            <a:chOff x="4787036" y="1411055"/>
            <a:chExt cx="38100" cy="895350"/>
          </a:xfrm>
        </p:grpSpPr>
        <p:sp>
          <p:nvSpPr>
            <p:cNvPr id="56" name="object 56"/>
            <p:cNvSpPr/>
            <p:nvPr/>
          </p:nvSpPr>
          <p:spPr>
            <a:xfrm>
              <a:off x="4806015" y="2071429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4787036" y="2041063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806015" y="1441421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4787036" y="1411055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ADFBE985-4A52-4C91-B2AF-38D21A2F71DA}"/>
              </a:ext>
            </a:extLst>
          </p:cNvPr>
          <p:cNvSpPr txBox="1"/>
          <p:nvPr/>
        </p:nvSpPr>
        <p:spPr>
          <a:xfrm>
            <a:off x="65917" y="408342"/>
            <a:ext cx="4572482" cy="4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20" b="1" kern="1200" spc="16" dirty="0">
                <a:solidFill>
                  <a:schemeClr val="bg1"/>
                </a:solidFill>
                <a:latin typeface="+mn-lt"/>
                <a:ea typeface="+mn-ea"/>
                <a:cs typeface="Microsoft Sans Serif"/>
              </a:rPr>
              <a:t>Example:</a:t>
            </a:r>
            <a:r>
              <a:rPr lang="en-IN" sz="2220" b="1" kern="1200" spc="127" dirty="0">
                <a:solidFill>
                  <a:schemeClr val="bg1"/>
                </a:solidFill>
                <a:latin typeface="+mn-lt"/>
                <a:ea typeface="+mn-ea"/>
                <a:cs typeface="Microsoft Sans Serif"/>
              </a:rPr>
              <a:t> </a:t>
            </a:r>
            <a:r>
              <a:rPr lang="en-IN" sz="2220" b="1" kern="1200" spc="8" dirty="0">
                <a:solidFill>
                  <a:schemeClr val="bg1"/>
                </a:solidFill>
                <a:latin typeface="+mn-lt"/>
                <a:ea typeface="+mn-ea"/>
                <a:cs typeface="Microsoft Sans Serif"/>
              </a:rPr>
              <a:t>Auto-completion</a:t>
            </a:r>
            <a:endParaRPr lang="en-IN" sz="2220" b="1" dirty="0">
              <a:solidFill>
                <a:schemeClr val="bg1"/>
              </a:solidFill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AF9E8CB-13A0-44B2-8FAC-D33403134C40}"/>
                  </a:ext>
                </a:extLst>
              </p14:cNvPr>
              <p14:cNvContentPartPr/>
              <p14:nvPr/>
            </p14:nvContentPartPr>
            <p14:xfrm>
              <a:off x="5891760" y="1636920"/>
              <a:ext cx="2944080" cy="2116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AF9E8CB-13A0-44B2-8FAC-D33403134C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2400" y="1627560"/>
                <a:ext cx="2962800" cy="2134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137" y="251351"/>
            <a:ext cx="4310167" cy="464910"/>
          </a:xfrm>
          <a:prstGeom prst="rect">
            <a:avLst/>
          </a:prstGeom>
        </p:spPr>
        <p:txBody>
          <a:bodyPr spcFirstLastPara="1" vert="horz" wrap="square" lIns="0" tIns="24169" rIns="0" bIns="0" rtlCol="0" anchor="t" anchorCtr="0">
            <a:spAutoFit/>
          </a:bodyPr>
          <a:lstStyle/>
          <a:p>
            <a:pPr marL="20141">
              <a:spcBef>
                <a:spcPts val="190"/>
              </a:spcBef>
            </a:pPr>
            <a:r>
              <a:rPr b="1" spc="381" dirty="0"/>
              <a:t>P</a:t>
            </a:r>
            <a:r>
              <a:rPr b="1" cap="small" spc="428" dirty="0"/>
              <a:t>a</a:t>
            </a:r>
            <a:r>
              <a:rPr b="1" cap="small" spc="293" dirty="0"/>
              <a:t>r</a:t>
            </a:r>
            <a:r>
              <a:rPr b="1" cap="small" spc="563" dirty="0"/>
              <a:t>t</a:t>
            </a:r>
            <a:r>
              <a:rPr b="1" dirty="0"/>
              <a:t> </a:t>
            </a:r>
            <a:r>
              <a:rPr b="1" spc="-190" dirty="0"/>
              <a:t> </a:t>
            </a:r>
            <a:r>
              <a:rPr b="1" cap="small" spc="396" dirty="0"/>
              <a:t>of</a:t>
            </a:r>
            <a:r>
              <a:rPr b="1" dirty="0"/>
              <a:t> </a:t>
            </a:r>
            <a:r>
              <a:rPr b="1" spc="-190" dirty="0"/>
              <a:t> </a:t>
            </a:r>
            <a:r>
              <a:rPr b="1" spc="428" dirty="0"/>
              <a:t>S</a:t>
            </a:r>
            <a:r>
              <a:rPr b="1" cap="small" spc="428" dirty="0"/>
              <a:t>peech</a:t>
            </a:r>
            <a:r>
              <a:rPr b="1" dirty="0"/>
              <a:t> </a:t>
            </a:r>
            <a:r>
              <a:rPr b="1" spc="-190" dirty="0"/>
              <a:t> </a:t>
            </a:r>
            <a:r>
              <a:rPr b="1" spc="587" dirty="0"/>
              <a:t>T</a:t>
            </a:r>
            <a:r>
              <a:rPr b="1" cap="small" spc="363" dirty="0"/>
              <a:t>a</a:t>
            </a:r>
            <a:r>
              <a:rPr b="1" cap="small" spc="349" dirty="0"/>
              <a:t>gging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76989" y="2788489"/>
            <a:ext cx="145015" cy="2569260"/>
            <a:chOff x="3579657" y="1218547"/>
            <a:chExt cx="91440" cy="1620061"/>
          </a:xfrm>
        </p:grpSpPr>
        <p:sp>
          <p:nvSpPr>
            <p:cNvPr id="10" name="object 10"/>
            <p:cNvSpPr/>
            <p:nvPr/>
          </p:nvSpPr>
          <p:spPr>
            <a:xfrm>
              <a:off x="3579657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579657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579657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579657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579657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79657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2396" y="1569682"/>
            <a:ext cx="4948958" cy="4207327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292043" marR="25176" indent="-271903" algn="just" defTabSz="1450147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665" kern="1200" spc="-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Task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is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predicting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part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of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speech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tag 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(noun,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adverb,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adjective,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verb)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of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each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word </a:t>
            </a:r>
            <a:r>
              <a:rPr sz="1665" kern="1200" spc="-42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sentence.</a:t>
            </a:r>
            <a:endParaRPr sz="1665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292043" marR="294058" indent="-271903" algn="just" defTabSz="1450147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When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we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see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an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adjective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we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are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almost </a:t>
            </a:r>
            <a:r>
              <a:rPr sz="1665" kern="1200" spc="-42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sure,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next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word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should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be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noun.</a:t>
            </a:r>
            <a:endParaRPr sz="1665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292043" marR="163142" indent="-271903" algn="just" defTabSz="1450147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current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output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depends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on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current </a:t>
            </a:r>
            <a:r>
              <a:rPr sz="1665" kern="1200" spc="-42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input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as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well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as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previous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input.</a:t>
            </a:r>
            <a:endParaRPr sz="1665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292043" marR="26183" indent="-271903" algn="just" defTabSz="1450147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size</a:t>
            </a:r>
            <a:r>
              <a:rPr sz="1665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of</a:t>
            </a:r>
            <a:r>
              <a:rPr sz="1665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input</a:t>
            </a:r>
            <a:r>
              <a:rPr sz="1665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is</a:t>
            </a:r>
            <a:r>
              <a:rPr sz="1665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not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fixed.</a:t>
            </a:r>
            <a:r>
              <a:rPr sz="1665" kern="1200" spc="151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Sentences </a:t>
            </a:r>
            <a:r>
              <a:rPr sz="1665" kern="1200" spc="-42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have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any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number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of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words.</a:t>
            </a:r>
            <a:endParaRPr sz="1665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292043" marR="211480" indent="-271903" algn="just" defTabSz="1450147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An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output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is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produced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at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end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of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each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time </a:t>
            </a:r>
            <a:r>
              <a:rPr sz="1665" kern="1200" spc="-42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step.</a:t>
            </a:r>
          </a:p>
          <a:p>
            <a:pPr marL="292043" marR="8056" indent="-271903" algn="just" defTabSz="1450147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Each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network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is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performing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same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task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46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– </a:t>
            </a:r>
            <a:r>
              <a:rPr sz="1665" kern="1200" spc="-42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input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:</a:t>
            </a:r>
            <a:r>
              <a:rPr sz="1665" kern="1200" spc="143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word,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output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:</a:t>
            </a:r>
            <a:r>
              <a:rPr sz="1665" kern="1200" spc="143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tag.</a:t>
            </a:r>
            <a:endParaRPr sz="1665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6340" y="2465825"/>
            <a:ext cx="522658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20141" defTabSz="1450147">
              <a:spcBef>
                <a:spcPts val="198"/>
              </a:spcBef>
              <a:buClrTx/>
              <a:defRPr/>
            </a:pPr>
            <a:r>
              <a:rPr sz="1665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noun</a:t>
            </a:r>
            <a:endParaRPr sz="1665" b="1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19121" y="2784460"/>
            <a:ext cx="791539" cy="2578044"/>
            <a:chOff x="3606223" y="1216007"/>
            <a:chExt cx="499109" cy="1625600"/>
          </a:xfrm>
        </p:grpSpPr>
        <p:sp>
          <p:nvSpPr>
            <p:cNvPr id="19" name="object 19"/>
            <p:cNvSpPr/>
            <p:nvPr/>
          </p:nvSpPr>
          <p:spPr>
            <a:xfrm>
              <a:off x="3625202" y="2241456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606223" y="2211090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625202" y="16114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606223" y="15810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4011662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4011662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011662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4011662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4011662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011662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271454" y="2485443"/>
            <a:ext cx="457200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20141" defTabSz="1450147">
              <a:spcBef>
                <a:spcPts val="198"/>
              </a:spcBef>
              <a:buClrTx/>
              <a:defRPr/>
            </a:pPr>
            <a:r>
              <a:rPr sz="1665" b="1" kern="1200" spc="-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v</a:t>
            </a:r>
            <a:r>
              <a:rPr sz="1665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erb</a:t>
            </a:r>
            <a:endParaRPr sz="1665" b="1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404238" y="3363434"/>
            <a:ext cx="60423" cy="1423967"/>
            <a:chOff x="4038228" y="1581082"/>
            <a:chExt cx="38100" cy="897890"/>
          </a:xfrm>
        </p:grpSpPr>
        <p:sp>
          <p:nvSpPr>
            <p:cNvPr id="31" name="object 31"/>
            <p:cNvSpPr/>
            <p:nvPr/>
          </p:nvSpPr>
          <p:spPr>
            <a:xfrm>
              <a:off x="4057206" y="2241456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4038228" y="2211090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4057206" y="16114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4038228" y="15810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586339" y="5319257"/>
            <a:ext cx="1515229" cy="281710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20141" defTabSz="1450147">
              <a:spcBef>
                <a:spcPts val="198"/>
              </a:spcBef>
              <a:buClrTx/>
              <a:tabLst>
                <a:tab pos="1275928" algn="l"/>
              </a:tabLst>
              <a:defRPr/>
            </a:pPr>
            <a:r>
              <a:rPr sz="1665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Apple </a:t>
            </a:r>
            <a:r>
              <a:rPr lang="en-US" sz="1665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  </a:t>
            </a:r>
            <a:r>
              <a:rPr sz="1665" b="1" kern="1200" spc="143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2498" b="1" kern="1200" spc="11" baseline="-5291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is</a:t>
            </a:r>
            <a:r>
              <a:rPr sz="2498" b="1" kern="1200" baseline="-5291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	</a:t>
            </a:r>
            <a:r>
              <a:rPr sz="1665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</a:t>
            </a:r>
            <a:endParaRPr sz="1665" b="1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929011" y="2784460"/>
            <a:ext cx="837864" cy="2578044"/>
            <a:chOff x="4369126" y="1216007"/>
            <a:chExt cx="528320" cy="1625600"/>
          </a:xfrm>
        </p:grpSpPr>
        <p:sp>
          <p:nvSpPr>
            <p:cNvPr id="37" name="object 37"/>
            <p:cNvSpPr/>
            <p:nvPr/>
          </p:nvSpPr>
          <p:spPr>
            <a:xfrm>
              <a:off x="4371666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4371666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4371666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4371666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4371666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4371666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4417211" y="2241456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4398232" y="2211090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4417211" y="16114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4398232" y="15810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4803671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4803671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4803671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4803671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4803671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4803671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802109" y="2485443"/>
            <a:ext cx="1070493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60423" defTabSz="1450147">
              <a:spcBef>
                <a:spcPts val="198"/>
              </a:spcBef>
              <a:buClrTx/>
              <a:defRPr/>
            </a:pPr>
            <a:r>
              <a:rPr sz="1665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article</a:t>
            </a:r>
            <a:r>
              <a:rPr sz="1665" b="1" kern="1200" spc="26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2260" b="1" kern="1200" spc="24" baseline="8771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adj</a:t>
            </a:r>
            <a:endParaRPr sz="2260" b="1" kern="1200" baseline="8771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660286" y="3363434"/>
            <a:ext cx="60423" cy="1423967"/>
            <a:chOff x="4830236" y="1581082"/>
            <a:chExt cx="38100" cy="897890"/>
          </a:xfrm>
        </p:grpSpPr>
        <p:sp>
          <p:nvSpPr>
            <p:cNvPr id="55" name="object 55"/>
            <p:cNvSpPr/>
            <p:nvPr/>
          </p:nvSpPr>
          <p:spPr>
            <a:xfrm>
              <a:off x="4849215" y="2241456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4830236" y="2211090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4849215" y="16114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830236" y="15810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7527484" y="5340928"/>
            <a:ext cx="1051298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20141" defTabSz="1450147">
              <a:spcBef>
                <a:spcPts val="198"/>
              </a:spcBef>
              <a:buClrTx/>
              <a:tabLst>
                <a:tab pos="590129" algn="l"/>
              </a:tabLst>
              <a:defRPr/>
            </a:pPr>
            <a:r>
              <a:rPr sz="1665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red	</a:t>
            </a:r>
            <a:r>
              <a:rPr sz="1665" b="1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f</a:t>
            </a:r>
            <a:r>
              <a:rPr sz="1665" b="1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r</a:t>
            </a:r>
            <a:r>
              <a:rPr sz="1665" b="1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uit</a:t>
            </a:r>
            <a:endParaRPr sz="1665" b="1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8185060" y="2784460"/>
            <a:ext cx="153071" cy="2578044"/>
            <a:chOff x="5161135" y="1216007"/>
            <a:chExt cx="96520" cy="1625600"/>
          </a:xfrm>
        </p:grpSpPr>
        <p:sp>
          <p:nvSpPr>
            <p:cNvPr id="61" name="object 61"/>
            <p:cNvSpPr/>
            <p:nvPr/>
          </p:nvSpPr>
          <p:spPr>
            <a:xfrm>
              <a:off x="5163675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5163675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5163675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5163675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5163675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5163675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8098421" y="2479813"/>
            <a:ext cx="480362" cy="258362"/>
          </a:xfrm>
          <a:prstGeom prst="rect">
            <a:avLst/>
          </a:prstGeom>
        </p:spPr>
        <p:txBody>
          <a:bodyPr vert="horz" wrap="square" lIns="0" tIns="26183" rIns="0" bIns="0" rtlCol="0">
            <a:spAutoFit/>
          </a:bodyPr>
          <a:lstStyle/>
          <a:p>
            <a:pPr marL="20141" defTabSz="1450147">
              <a:spcBef>
                <a:spcPts val="206"/>
              </a:spcBef>
              <a:buClrTx/>
              <a:defRPr/>
            </a:pPr>
            <a:r>
              <a:rPr sz="1507" b="1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noun</a:t>
            </a:r>
            <a:endParaRPr sz="1507" b="1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8231219" y="3363434"/>
            <a:ext cx="60423" cy="1419938"/>
            <a:chOff x="5190241" y="1581082"/>
            <a:chExt cx="38100" cy="895350"/>
          </a:xfrm>
        </p:grpSpPr>
        <p:sp>
          <p:nvSpPr>
            <p:cNvPr id="69" name="object 69"/>
            <p:cNvSpPr/>
            <p:nvPr/>
          </p:nvSpPr>
          <p:spPr>
            <a:xfrm>
              <a:off x="5209219" y="2241456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5190241" y="2211090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5209219" y="16114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5190241" y="15810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101AF5-F3C3-4E32-A485-BED4AF58885B}"/>
                  </a:ext>
                </a:extLst>
              </p14:cNvPr>
              <p14:cNvContentPartPr/>
              <p14:nvPr/>
            </p14:nvContentPartPr>
            <p14:xfrm>
              <a:off x="3854880" y="993600"/>
              <a:ext cx="4879080" cy="5160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101AF5-F3C3-4E32-A485-BED4AF5888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45520" y="984240"/>
                <a:ext cx="4897800" cy="517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136" y="196487"/>
            <a:ext cx="5600440" cy="464910"/>
          </a:xfrm>
          <a:prstGeom prst="rect">
            <a:avLst/>
          </a:prstGeom>
        </p:spPr>
        <p:txBody>
          <a:bodyPr spcFirstLastPara="1" vert="horz" wrap="square" lIns="0" tIns="24169" rIns="0" bIns="0" rtlCol="0" anchor="t" anchorCtr="0">
            <a:spAutoFit/>
          </a:bodyPr>
          <a:lstStyle/>
          <a:p>
            <a:pPr marL="20141">
              <a:spcBef>
                <a:spcPts val="190"/>
              </a:spcBef>
            </a:pPr>
            <a:r>
              <a:rPr b="1" spc="428" dirty="0">
                <a:latin typeface="+mn-lt"/>
              </a:rPr>
              <a:t>S</a:t>
            </a:r>
            <a:r>
              <a:rPr b="1" cap="small" spc="389" dirty="0">
                <a:latin typeface="+mn-lt"/>
              </a:rPr>
              <a:t>entiment</a:t>
            </a:r>
            <a:r>
              <a:rPr b="1" spc="389" dirty="0">
                <a:latin typeface="+mn-lt"/>
              </a:rPr>
              <a:t> </a:t>
            </a:r>
            <a:r>
              <a:rPr b="1" spc="-190" dirty="0">
                <a:latin typeface="+mn-lt"/>
              </a:rPr>
              <a:t> </a:t>
            </a:r>
            <a:r>
              <a:rPr b="1" spc="658" dirty="0">
                <a:latin typeface="+mn-lt"/>
              </a:rPr>
              <a:t>A</a:t>
            </a:r>
            <a:r>
              <a:rPr b="1" cap="small" spc="357" dirty="0">
                <a:latin typeface="+mn-lt"/>
              </a:rPr>
              <a:t>na</a:t>
            </a:r>
            <a:r>
              <a:rPr b="1" cap="small" spc="317" dirty="0">
                <a:latin typeface="+mn-lt"/>
              </a:rPr>
              <a:t>l</a:t>
            </a:r>
            <a:r>
              <a:rPr b="1" cap="small" spc="357" dirty="0">
                <a:latin typeface="+mn-lt"/>
              </a:rPr>
              <a:t>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34755" y="2770082"/>
            <a:ext cx="715946" cy="2569260"/>
            <a:chOff x="3111637" y="1206940"/>
            <a:chExt cx="451444" cy="1620061"/>
          </a:xfrm>
        </p:grpSpPr>
        <p:sp>
          <p:nvSpPr>
            <p:cNvPr id="8" name="object 8"/>
            <p:cNvSpPr/>
            <p:nvPr/>
          </p:nvSpPr>
          <p:spPr>
            <a:xfrm>
              <a:off x="3111637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111637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111637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111637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111637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111637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157181" y="22298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138203" y="21994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157181" y="1599840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138203" y="1569474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471641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471641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471641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471641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471641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471641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517186" y="22298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498207" y="21994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517186" y="1599840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498207" y="1569474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42396" y="1858004"/>
            <a:ext cx="4297390" cy="3386718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292043" marR="8056" indent="-271903" algn="just" defTabSz="1450147">
              <a:lnSpc>
                <a:spcPct val="114700"/>
              </a:lnSpc>
              <a:spcBef>
                <a:spcPts val="151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sz="1744" kern="1200" spc="-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Task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is</a:t>
            </a:r>
            <a:r>
              <a:rPr sz="1744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predicting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</a:t>
            </a:r>
            <a:r>
              <a:rPr sz="1744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sentiment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of</a:t>
            </a:r>
            <a:r>
              <a:rPr sz="1744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 </a:t>
            </a:r>
            <a:r>
              <a:rPr sz="1744" kern="1200" spc="-42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whole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sentence.</a:t>
            </a:r>
            <a:endParaRPr sz="1744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292043" marR="546826" indent="-271903" algn="just" defTabSz="1450147">
              <a:lnSpc>
                <a:spcPct val="114700"/>
              </a:lnSpc>
              <a:spcBef>
                <a:spcPts val="468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Input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is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entire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sequence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of </a:t>
            </a:r>
            <a:r>
              <a:rPr sz="1744" kern="1200" spc="-42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inputs.</a:t>
            </a:r>
            <a:endParaRPr sz="1744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292043" marR="41287" indent="-271903" algn="just" defTabSz="1450147">
              <a:lnSpc>
                <a:spcPct val="114700"/>
              </a:lnSpc>
              <a:spcBef>
                <a:spcPts val="476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An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output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is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b="1" kern="1200" spc="16" dirty="0">
                <a:solidFill>
                  <a:prstClr val="black"/>
                </a:solidFill>
                <a:latin typeface="Calibri"/>
                <a:ea typeface="+mn-ea"/>
              </a:rPr>
              <a:t>not</a:t>
            </a:r>
            <a:r>
              <a:rPr sz="1744" b="1" kern="1200" dirty="0">
                <a:solidFill>
                  <a:prstClr val="black"/>
                </a:solidFill>
                <a:latin typeface="Calibri"/>
                <a:ea typeface="+mn-ea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produced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at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end</a:t>
            </a:r>
            <a:r>
              <a:rPr sz="1744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of </a:t>
            </a:r>
            <a:r>
              <a:rPr sz="1744" kern="1200" spc="-42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each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time</a:t>
            </a:r>
            <a:r>
              <a:rPr sz="1744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step.</a:t>
            </a:r>
          </a:p>
          <a:p>
            <a:pPr marL="292043" marR="245719" indent="-271903" algn="just" defTabSz="1450147">
              <a:lnSpc>
                <a:spcPct val="108700"/>
              </a:lnSpc>
              <a:spcBef>
                <a:spcPts val="595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Each network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is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performing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 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same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task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46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–</a:t>
            </a:r>
            <a:r>
              <a:rPr sz="1744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endParaRPr lang="en-US" sz="1744" kern="1200" spc="32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292043" marR="245719" indent="-271903" algn="just" defTabSz="1450147">
              <a:lnSpc>
                <a:spcPct val="108700"/>
              </a:lnSpc>
              <a:spcBef>
                <a:spcPts val="595"/>
              </a:spcBef>
              <a:buClrTx/>
              <a:buFont typeface="Courier New" panose="02070309020205020404" pitchFamily="49" charset="0"/>
              <a:buChar char="o"/>
              <a:defRPr/>
            </a:pP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input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:</a:t>
            </a:r>
            <a:r>
              <a:rPr sz="1744" kern="1200" spc="135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word,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endParaRPr lang="en-US" sz="1744" kern="1200" spc="24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292043" marR="245719" indent="-271903" algn="just" defTabSz="1450147">
              <a:lnSpc>
                <a:spcPct val="108700"/>
              </a:lnSpc>
              <a:spcBef>
                <a:spcPts val="595"/>
              </a:spcBef>
              <a:buClrTx/>
              <a:buFont typeface="Courier New" panose="02070309020205020404" pitchFamily="49" charset="0"/>
              <a:buChar char="o"/>
              <a:defRPr/>
            </a:pP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output</a:t>
            </a:r>
            <a:r>
              <a:rPr sz="1744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: </a:t>
            </a:r>
            <a:r>
              <a:rPr sz="1744" kern="1200" spc="-42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polarity</a:t>
            </a:r>
            <a:r>
              <a:rPr sz="1744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744" kern="1200" spc="79" dirty="0">
                <a:solidFill>
                  <a:prstClr val="black"/>
                </a:solidFill>
                <a:latin typeface="Calibri"/>
                <a:ea typeface="+mn-ea"/>
                <a:cs typeface="Tahoma"/>
              </a:rPr>
              <a:t>+</a:t>
            </a:r>
            <a:r>
              <a:rPr sz="1744" i="1" kern="1200" spc="79" dirty="0">
                <a:solidFill>
                  <a:prstClr val="black"/>
                </a:solidFill>
                <a:latin typeface="Calibri"/>
                <a:ea typeface="+mn-ea"/>
                <a:cs typeface="Verdana"/>
              </a:rPr>
              <a:t>/</a:t>
            </a:r>
            <a:r>
              <a:rPr sz="1744" kern="1200" spc="79" dirty="0">
                <a:solidFill>
                  <a:prstClr val="black"/>
                </a:solidFill>
                <a:latin typeface="Calibri"/>
                <a:ea typeface="+mn-ea"/>
                <a:cs typeface="MS UI Gothic"/>
              </a:rPr>
              <a:t>−</a:t>
            </a:r>
            <a:r>
              <a:rPr sz="1744" kern="1200" spc="79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.</a:t>
            </a:r>
            <a:endParaRPr sz="1744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44124" y="5321675"/>
            <a:ext cx="1678750" cy="281710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20141" defTabSz="1450147">
              <a:spcBef>
                <a:spcPts val="198"/>
              </a:spcBef>
              <a:buClrTx/>
              <a:defRPr/>
            </a:pPr>
            <a:r>
              <a:rPr sz="1665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  </a:t>
            </a:r>
            <a:r>
              <a:rPr sz="1665" b="1" kern="1200" spc="135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b="1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movie</a:t>
            </a:r>
            <a:r>
              <a:rPr sz="1665" b="1" kern="1200" spc="39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2498" b="1" kern="1200" spc="11" baseline="5291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was</a:t>
            </a:r>
            <a:endParaRPr sz="2498" b="1" kern="1200" baseline="5291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186777" y="2766053"/>
            <a:ext cx="724068" cy="2578044"/>
            <a:chOff x="3901106" y="1204400"/>
            <a:chExt cx="456565" cy="1625600"/>
          </a:xfrm>
        </p:grpSpPr>
        <p:sp>
          <p:nvSpPr>
            <p:cNvPr id="31" name="object 31"/>
            <p:cNvSpPr/>
            <p:nvPr/>
          </p:nvSpPr>
          <p:spPr>
            <a:xfrm>
              <a:off x="3903646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3903646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3903646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3903646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3903646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3903646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3949190" y="22298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3930211" y="21994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3949190" y="1599840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3930211" y="1569474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4263650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4263650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4263650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4263650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4263650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4263650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4309195" y="22298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4290216" y="21994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4309195" y="1599840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4290216" y="1569474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630789" y="5299339"/>
            <a:ext cx="1168176" cy="281710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60423" defTabSz="1450147">
              <a:spcBef>
                <a:spcPts val="198"/>
              </a:spcBef>
              <a:buClrTx/>
              <a:defRPr/>
            </a:pPr>
            <a:r>
              <a:rPr sz="1665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boring</a:t>
            </a:r>
            <a:r>
              <a:rPr sz="1665" b="1" kern="1200" spc="119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2498" b="1" kern="1200" spc="24" baseline="-5291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and</a:t>
            </a:r>
            <a:endParaRPr sz="2498" b="1" kern="1200" baseline="-5291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442826" y="2766053"/>
            <a:ext cx="153071" cy="2578044"/>
            <a:chOff x="4693115" y="1204400"/>
            <a:chExt cx="96520" cy="1625600"/>
          </a:xfrm>
        </p:grpSpPr>
        <p:sp>
          <p:nvSpPr>
            <p:cNvPr id="53" name="object 53"/>
            <p:cNvSpPr/>
            <p:nvPr/>
          </p:nvSpPr>
          <p:spPr>
            <a:xfrm>
              <a:off x="4695655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4695655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4695655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4695655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4695655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695655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4741199" y="22298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4722220" y="21994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4741199" y="1599840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4722220" y="1569474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8041302" y="5299338"/>
            <a:ext cx="450151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20141" defTabSz="1450147">
              <a:spcBef>
                <a:spcPts val="198"/>
              </a:spcBef>
              <a:buClrTx/>
              <a:defRPr/>
            </a:pPr>
            <a:r>
              <a:rPr sz="1665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long</a:t>
            </a:r>
            <a:endParaRPr sz="1665" b="1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8127942" y="2766053"/>
            <a:ext cx="153071" cy="2578044"/>
            <a:chOff x="5125119" y="1204400"/>
            <a:chExt cx="96520" cy="1625600"/>
          </a:xfrm>
        </p:grpSpPr>
        <p:sp>
          <p:nvSpPr>
            <p:cNvPr id="65" name="object 65"/>
            <p:cNvSpPr/>
            <p:nvPr/>
          </p:nvSpPr>
          <p:spPr>
            <a:xfrm>
              <a:off x="5127659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5127659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5127659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5127659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5127659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5127659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8041302" y="2447095"/>
            <a:ext cx="256797" cy="281646"/>
          </a:xfrm>
          <a:prstGeom prst="rect">
            <a:avLst/>
          </a:prstGeom>
        </p:spPr>
        <p:txBody>
          <a:bodyPr vert="horz" wrap="square" lIns="0" tIns="25176" rIns="0" bIns="0" rtlCol="0">
            <a:spAutoFit/>
          </a:bodyPr>
          <a:lstStyle/>
          <a:p>
            <a:pPr marL="20141" defTabSz="1450147">
              <a:spcBef>
                <a:spcPts val="198"/>
              </a:spcBef>
              <a:buClrTx/>
              <a:defRPr/>
            </a:pPr>
            <a:r>
              <a:rPr sz="1665" kern="1200" spc="8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(-)</a:t>
            </a:r>
            <a:endParaRPr sz="1665" kern="1200">
              <a:solidFill>
                <a:prstClr val="black"/>
              </a:solidFill>
              <a:latin typeface="Microsoft Sans Serif"/>
              <a:ea typeface="+mn-ea"/>
              <a:cs typeface="Microsoft Sans Serif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8174101" y="3345025"/>
            <a:ext cx="60423" cy="1419938"/>
            <a:chOff x="5154225" y="1569474"/>
            <a:chExt cx="38100" cy="895350"/>
          </a:xfrm>
        </p:grpSpPr>
        <p:sp>
          <p:nvSpPr>
            <p:cNvPr id="73" name="object 73"/>
            <p:cNvSpPr/>
            <p:nvPr/>
          </p:nvSpPr>
          <p:spPr>
            <a:xfrm>
              <a:off x="5173204" y="22298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5154225" y="21994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5173204" y="1599840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5154225" y="1569474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60D64E-EE3D-4FFB-B9B0-8999E3037E15}"/>
                  </a:ext>
                </a:extLst>
              </p14:cNvPr>
              <p14:cNvContentPartPr/>
              <p14:nvPr/>
            </p14:nvContentPartPr>
            <p14:xfrm>
              <a:off x="4830120" y="1835280"/>
              <a:ext cx="3829680" cy="3894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60D64E-EE3D-4FFB-B9B0-8999E3037E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20760" y="1825920"/>
                <a:ext cx="3848400" cy="3913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151138" y="31648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M</a:t>
            </a:r>
            <a:r>
              <a:rPr lang="en-US" b="1" cap="small" dirty="0">
                <a:solidFill>
                  <a:srgbClr val="FFFFFF"/>
                </a:solidFill>
              </a:rPr>
              <a:t>otivation</a:t>
            </a:r>
            <a:r>
              <a:rPr lang="en-US" b="1" dirty="0">
                <a:solidFill>
                  <a:srgbClr val="FFFFFF"/>
                </a:solidFill>
              </a:rPr>
              <a:t>: W</a:t>
            </a:r>
            <a:r>
              <a:rPr lang="en-US" b="1" cap="small" dirty="0">
                <a:solidFill>
                  <a:srgbClr val="FFFFFF"/>
                </a:solidFill>
              </a:rPr>
              <a:t>hy</a:t>
            </a:r>
            <a:r>
              <a:rPr lang="en-US" b="1" dirty="0">
                <a:solidFill>
                  <a:srgbClr val="FFFFFF"/>
                </a:solidFill>
              </a:rPr>
              <a:t> S</a:t>
            </a:r>
            <a:r>
              <a:rPr lang="en-US" b="1" cap="small" dirty="0">
                <a:solidFill>
                  <a:srgbClr val="FFFFFF"/>
                </a:solidFill>
              </a:rPr>
              <a:t>equence</a:t>
            </a:r>
            <a:r>
              <a:rPr lang="en-US" b="1" dirty="0">
                <a:solidFill>
                  <a:srgbClr val="FFFFFF"/>
                </a:solidFill>
              </a:rPr>
              <a:t> M</a:t>
            </a:r>
            <a:r>
              <a:rPr lang="en-US" b="1" cap="small" dirty="0">
                <a:solidFill>
                  <a:srgbClr val="FFFFFF"/>
                </a:solidFill>
              </a:rPr>
              <a:t>odels</a:t>
            </a:r>
            <a:r>
              <a:rPr lang="en-US" b="1" dirty="0">
                <a:solidFill>
                  <a:srgbClr val="FFFFFF"/>
                </a:solidFill>
              </a:rPr>
              <a:t>?</a:t>
            </a:r>
            <a:endParaRPr b="1" dirty="0"/>
          </a:p>
        </p:txBody>
      </p:sp>
      <p:grpSp>
        <p:nvGrpSpPr>
          <p:cNvPr id="88" name="Google Shape;88;p4"/>
          <p:cNvGrpSpPr/>
          <p:nvPr/>
        </p:nvGrpSpPr>
        <p:grpSpPr>
          <a:xfrm>
            <a:off x="2374972" y="4884511"/>
            <a:ext cx="518630" cy="305136"/>
            <a:chOff x="1497551" y="2540205"/>
            <a:chExt cx="327025" cy="192405"/>
          </a:xfrm>
        </p:grpSpPr>
        <p:sp>
          <p:nvSpPr>
            <p:cNvPr id="92" name="Google Shape;92;p4"/>
            <p:cNvSpPr/>
            <p:nvPr/>
          </p:nvSpPr>
          <p:spPr>
            <a:xfrm>
              <a:off x="1497551" y="2540205"/>
              <a:ext cx="327025" cy="192405"/>
            </a:xfrm>
            <a:custGeom>
              <a:avLst/>
              <a:gdLst/>
              <a:ahLst/>
              <a:cxnLst/>
              <a:rect l="l" t="t" r="r" b="b"/>
              <a:pathLst>
                <a:path w="327025" h="192405" extrusionOk="0">
                  <a:moveTo>
                    <a:pt x="27592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41458"/>
                  </a:lnTo>
                  <a:lnTo>
                    <a:pt x="3977" y="161158"/>
                  </a:lnTo>
                  <a:lnTo>
                    <a:pt x="14823" y="177245"/>
                  </a:lnTo>
                  <a:lnTo>
                    <a:pt x="30910" y="188091"/>
                  </a:lnTo>
                  <a:lnTo>
                    <a:pt x="50610" y="192069"/>
                  </a:lnTo>
                  <a:lnTo>
                    <a:pt x="275920" y="192069"/>
                  </a:lnTo>
                  <a:lnTo>
                    <a:pt x="295621" y="188091"/>
                  </a:lnTo>
                  <a:lnTo>
                    <a:pt x="311708" y="177245"/>
                  </a:lnTo>
                  <a:lnTo>
                    <a:pt x="322554" y="161158"/>
                  </a:lnTo>
                  <a:lnTo>
                    <a:pt x="326531" y="141458"/>
                  </a:lnTo>
                  <a:lnTo>
                    <a:pt x="326531" y="50610"/>
                  </a:lnTo>
                  <a:lnTo>
                    <a:pt x="322554" y="30910"/>
                  </a:lnTo>
                  <a:lnTo>
                    <a:pt x="311708" y="14823"/>
                  </a:lnTo>
                  <a:lnTo>
                    <a:pt x="295621" y="3977"/>
                  </a:lnTo>
                  <a:lnTo>
                    <a:pt x="275920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1497551" y="2540205"/>
              <a:ext cx="327025" cy="192405"/>
            </a:xfrm>
            <a:custGeom>
              <a:avLst/>
              <a:gdLst/>
              <a:ahLst/>
              <a:cxnLst/>
              <a:rect l="l" t="t" r="r" b="b"/>
              <a:pathLst>
                <a:path w="327025" h="192405" extrusionOk="0">
                  <a:moveTo>
                    <a:pt x="27592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41458"/>
                  </a:lnTo>
                  <a:lnTo>
                    <a:pt x="3977" y="161158"/>
                  </a:lnTo>
                  <a:lnTo>
                    <a:pt x="14823" y="177245"/>
                  </a:lnTo>
                  <a:lnTo>
                    <a:pt x="30910" y="188091"/>
                  </a:lnTo>
                  <a:lnTo>
                    <a:pt x="50610" y="192069"/>
                  </a:lnTo>
                  <a:lnTo>
                    <a:pt x="275920" y="192069"/>
                  </a:lnTo>
                  <a:lnTo>
                    <a:pt x="295621" y="188091"/>
                  </a:lnTo>
                  <a:lnTo>
                    <a:pt x="311708" y="177245"/>
                  </a:lnTo>
                  <a:lnTo>
                    <a:pt x="322554" y="161158"/>
                  </a:lnTo>
                  <a:lnTo>
                    <a:pt x="326531" y="141458"/>
                  </a:lnTo>
                  <a:lnTo>
                    <a:pt x="326531" y="50610"/>
                  </a:lnTo>
                  <a:lnTo>
                    <a:pt x="322554" y="30910"/>
                  </a:lnTo>
                  <a:lnTo>
                    <a:pt x="311708" y="14823"/>
                  </a:lnTo>
                  <a:lnTo>
                    <a:pt x="295621" y="3977"/>
                  </a:lnTo>
                  <a:lnTo>
                    <a:pt x="27592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94" name="Google Shape;94;p4"/>
          <p:cNvSpPr txBox="1"/>
          <p:nvPr/>
        </p:nvSpPr>
        <p:spPr>
          <a:xfrm>
            <a:off x="884591" y="1559315"/>
            <a:ext cx="7235401" cy="225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392" rIns="0" bIns="0" anchor="t" anchorCtr="0">
            <a:spAutoFit/>
          </a:bodyPr>
          <a:lstStyle/>
          <a:p>
            <a:pPr marL="312184" indent="-271903">
              <a:buFont typeface="Wingdings" panose="05000000000000000000" pitchFamily="2" charset="2"/>
              <a:buChar char="Ø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Many real-world problems involve sequential data: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09"/>
              </a:spcBef>
              <a:buFont typeface="Courier New" panose="02070309020205020404" pitchFamily="49" charset="0"/>
              <a:buChar char="o"/>
            </a:pPr>
            <a:r>
              <a:rPr lang="en-US" sz="1507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Natural Language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”The cat sat on the </a:t>
            </a:r>
            <a:r>
              <a:rPr lang="en-US" sz="1507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 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”</a:t>
            </a:r>
            <a:endParaRPr sz="150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507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Time Series Forecasting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Stock prices, temperature prediction, sensor data</a:t>
            </a:r>
            <a:endParaRPr sz="150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507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Speech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Audio signals over time</a:t>
            </a:r>
            <a:endParaRPr sz="150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507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Video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Frame sequences</a:t>
            </a: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507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Genomics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DNA/protein sequences </a:t>
            </a:r>
          </a:p>
          <a:p>
            <a:pPr marL="286001">
              <a:spcBef>
                <a:spcPts val="341"/>
              </a:spcBef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Key characteristic: </a:t>
            </a: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Order matters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Dependencies exist across time steps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2427048" y="4876458"/>
            <a:ext cx="413897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/>
            <a:r>
              <a:rPr lang="en-US" sz="1665">
                <a:latin typeface="Tahoma"/>
                <a:ea typeface="Tahoma"/>
                <a:cs typeface="Tahoma"/>
                <a:sym typeface="Tahoma"/>
              </a:rPr>
              <a:t>The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6" name="Google Shape;96;p4"/>
          <p:cNvGrpSpPr/>
          <p:nvPr/>
        </p:nvGrpSpPr>
        <p:grpSpPr>
          <a:xfrm>
            <a:off x="3102240" y="4890309"/>
            <a:ext cx="1783748" cy="293051"/>
            <a:chOff x="1956135" y="2543861"/>
            <a:chExt cx="1124752" cy="184785"/>
          </a:xfrm>
        </p:grpSpPr>
        <p:sp>
          <p:nvSpPr>
            <p:cNvPr id="97" name="Google Shape;97;p4"/>
            <p:cNvSpPr/>
            <p:nvPr/>
          </p:nvSpPr>
          <p:spPr>
            <a:xfrm>
              <a:off x="1956135" y="2543861"/>
              <a:ext cx="273685" cy="184785"/>
            </a:xfrm>
            <a:custGeom>
              <a:avLst/>
              <a:gdLst/>
              <a:ahLst/>
              <a:cxnLst/>
              <a:rect l="l" t="t" r="r" b="b"/>
              <a:pathLst>
                <a:path w="273685" h="184785" extrusionOk="0">
                  <a:moveTo>
                    <a:pt x="22276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4147"/>
                  </a:lnTo>
                  <a:lnTo>
                    <a:pt x="3977" y="153848"/>
                  </a:lnTo>
                  <a:lnTo>
                    <a:pt x="14823" y="169935"/>
                  </a:lnTo>
                  <a:lnTo>
                    <a:pt x="30910" y="180781"/>
                  </a:lnTo>
                  <a:lnTo>
                    <a:pt x="50610" y="184758"/>
                  </a:lnTo>
                  <a:lnTo>
                    <a:pt x="222764" y="184758"/>
                  </a:lnTo>
                  <a:lnTo>
                    <a:pt x="242465" y="180781"/>
                  </a:lnTo>
                  <a:lnTo>
                    <a:pt x="258552" y="169935"/>
                  </a:lnTo>
                  <a:lnTo>
                    <a:pt x="269398" y="153848"/>
                  </a:lnTo>
                  <a:lnTo>
                    <a:pt x="273375" y="134147"/>
                  </a:lnTo>
                  <a:lnTo>
                    <a:pt x="273375" y="50610"/>
                  </a:lnTo>
                  <a:lnTo>
                    <a:pt x="269398" y="30910"/>
                  </a:lnTo>
                  <a:lnTo>
                    <a:pt x="258552" y="14823"/>
                  </a:lnTo>
                  <a:lnTo>
                    <a:pt x="242465" y="3977"/>
                  </a:lnTo>
                  <a:lnTo>
                    <a:pt x="222764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1956135" y="2543861"/>
              <a:ext cx="273685" cy="184785"/>
            </a:xfrm>
            <a:custGeom>
              <a:avLst/>
              <a:gdLst/>
              <a:ahLst/>
              <a:cxnLst/>
              <a:rect l="l" t="t" r="r" b="b"/>
              <a:pathLst>
                <a:path w="273685" h="184785" extrusionOk="0">
                  <a:moveTo>
                    <a:pt x="22276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4147"/>
                  </a:lnTo>
                  <a:lnTo>
                    <a:pt x="3977" y="153848"/>
                  </a:lnTo>
                  <a:lnTo>
                    <a:pt x="14823" y="169935"/>
                  </a:lnTo>
                  <a:lnTo>
                    <a:pt x="30910" y="180781"/>
                  </a:lnTo>
                  <a:lnTo>
                    <a:pt x="50610" y="184758"/>
                  </a:lnTo>
                  <a:lnTo>
                    <a:pt x="222764" y="184758"/>
                  </a:lnTo>
                  <a:lnTo>
                    <a:pt x="242465" y="180781"/>
                  </a:lnTo>
                  <a:lnTo>
                    <a:pt x="258552" y="169935"/>
                  </a:lnTo>
                  <a:lnTo>
                    <a:pt x="269398" y="153848"/>
                  </a:lnTo>
                  <a:lnTo>
                    <a:pt x="273375" y="134147"/>
                  </a:lnTo>
                  <a:lnTo>
                    <a:pt x="273375" y="50610"/>
                  </a:lnTo>
                  <a:lnTo>
                    <a:pt x="269398" y="30910"/>
                  </a:lnTo>
                  <a:lnTo>
                    <a:pt x="258552" y="14823"/>
                  </a:lnTo>
                  <a:lnTo>
                    <a:pt x="242465" y="3977"/>
                  </a:lnTo>
                  <a:lnTo>
                    <a:pt x="222764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2388142" y="2543861"/>
              <a:ext cx="273685" cy="184785"/>
            </a:xfrm>
            <a:custGeom>
              <a:avLst/>
              <a:gdLst/>
              <a:ahLst/>
              <a:cxnLst/>
              <a:rect l="l" t="t" r="r" b="b"/>
              <a:pathLst>
                <a:path w="273685" h="184785" extrusionOk="0">
                  <a:moveTo>
                    <a:pt x="22276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4147"/>
                  </a:lnTo>
                  <a:lnTo>
                    <a:pt x="3977" y="153848"/>
                  </a:lnTo>
                  <a:lnTo>
                    <a:pt x="14823" y="169935"/>
                  </a:lnTo>
                  <a:lnTo>
                    <a:pt x="30910" y="180781"/>
                  </a:lnTo>
                  <a:lnTo>
                    <a:pt x="50610" y="184758"/>
                  </a:lnTo>
                  <a:lnTo>
                    <a:pt x="222764" y="184758"/>
                  </a:lnTo>
                  <a:lnTo>
                    <a:pt x="242465" y="180781"/>
                  </a:lnTo>
                  <a:lnTo>
                    <a:pt x="258552" y="169935"/>
                  </a:lnTo>
                  <a:lnTo>
                    <a:pt x="269398" y="153848"/>
                  </a:lnTo>
                  <a:lnTo>
                    <a:pt x="273375" y="134147"/>
                  </a:lnTo>
                  <a:lnTo>
                    <a:pt x="273375" y="50610"/>
                  </a:lnTo>
                  <a:lnTo>
                    <a:pt x="269398" y="30910"/>
                  </a:lnTo>
                  <a:lnTo>
                    <a:pt x="258552" y="14823"/>
                  </a:lnTo>
                  <a:lnTo>
                    <a:pt x="242465" y="3977"/>
                  </a:lnTo>
                  <a:lnTo>
                    <a:pt x="222764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2388142" y="2543861"/>
              <a:ext cx="273685" cy="184785"/>
            </a:xfrm>
            <a:custGeom>
              <a:avLst/>
              <a:gdLst/>
              <a:ahLst/>
              <a:cxnLst/>
              <a:rect l="l" t="t" r="r" b="b"/>
              <a:pathLst>
                <a:path w="273685" h="184785" extrusionOk="0">
                  <a:moveTo>
                    <a:pt x="22276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4147"/>
                  </a:lnTo>
                  <a:lnTo>
                    <a:pt x="3977" y="153848"/>
                  </a:lnTo>
                  <a:lnTo>
                    <a:pt x="14823" y="169935"/>
                  </a:lnTo>
                  <a:lnTo>
                    <a:pt x="30910" y="180781"/>
                  </a:lnTo>
                  <a:lnTo>
                    <a:pt x="50610" y="184758"/>
                  </a:lnTo>
                  <a:lnTo>
                    <a:pt x="222764" y="184758"/>
                  </a:lnTo>
                  <a:lnTo>
                    <a:pt x="242465" y="180781"/>
                  </a:lnTo>
                  <a:lnTo>
                    <a:pt x="258552" y="169935"/>
                  </a:lnTo>
                  <a:lnTo>
                    <a:pt x="269398" y="153848"/>
                  </a:lnTo>
                  <a:lnTo>
                    <a:pt x="273375" y="134147"/>
                  </a:lnTo>
                  <a:lnTo>
                    <a:pt x="273375" y="50610"/>
                  </a:lnTo>
                  <a:lnTo>
                    <a:pt x="269398" y="30910"/>
                  </a:lnTo>
                  <a:lnTo>
                    <a:pt x="258552" y="14823"/>
                  </a:lnTo>
                  <a:lnTo>
                    <a:pt x="242465" y="3977"/>
                  </a:lnTo>
                  <a:lnTo>
                    <a:pt x="222764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pic>
          <p:nvPicPr>
            <p:cNvPr id="101" name="Google Shape;101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32787" y="2550042"/>
              <a:ext cx="248100" cy="1723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4"/>
          <p:cNvSpPr txBox="1"/>
          <p:nvPr/>
        </p:nvSpPr>
        <p:spPr>
          <a:xfrm>
            <a:off x="3154321" y="4820408"/>
            <a:ext cx="1855946" cy="53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/>
            <a:r>
              <a:rPr lang="en-US" sz="1665" dirty="0">
                <a:latin typeface="Tahoma"/>
                <a:ea typeface="Tahoma"/>
                <a:cs typeface="Tahoma"/>
                <a:sym typeface="Tahoma"/>
              </a:rPr>
              <a:t>Cat       sat	on</a:t>
            </a:r>
            <a:endParaRPr sz="2498" baseline="30000" dirty="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3" name="Google Shape;103;p4"/>
          <p:cNvGrpSpPr/>
          <p:nvPr/>
        </p:nvGrpSpPr>
        <p:grpSpPr>
          <a:xfrm>
            <a:off x="5151539" y="4884512"/>
            <a:ext cx="446122" cy="305136"/>
            <a:chOff x="3248331" y="2540206"/>
            <a:chExt cx="281305" cy="192405"/>
          </a:xfrm>
        </p:grpSpPr>
        <p:sp>
          <p:nvSpPr>
            <p:cNvPr id="104" name="Google Shape;104;p4"/>
            <p:cNvSpPr/>
            <p:nvPr/>
          </p:nvSpPr>
          <p:spPr>
            <a:xfrm>
              <a:off x="3248331" y="2540206"/>
              <a:ext cx="281305" cy="192405"/>
            </a:xfrm>
            <a:custGeom>
              <a:avLst/>
              <a:gdLst/>
              <a:ahLst/>
              <a:cxnLst/>
              <a:rect l="l" t="t" r="r" b="b"/>
              <a:pathLst>
                <a:path w="281304" h="192405" extrusionOk="0">
                  <a:moveTo>
                    <a:pt x="23041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41458"/>
                  </a:lnTo>
                  <a:lnTo>
                    <a:pt x="3977" y="161158"/>
                  </a:lnTo>
                  <a:lnTo>
                    <a:pt x="14823" y="177245"/>
                  </a:lnTo>
                  <a:lnTo>
                    <a:pt x="30910" y="188091"/>
                  </a:lnTo>
                  <a:lnTo>
                    <a:pt x="50610" y="192069"/>
                  </a:lnTo>
                  <a:lnTo>
                    <a:pt x="230415" y="192069"/>
                  </a:lnTo>
                  <a:lnTo>
                    <a:pt x="250116" y="188091"/>
                  </a:lnTo>
                  <a:lnTo>
                    <a:pt x="266203" y="177245"/>
                  </a:lnTo>
                  <a:lnTo>
                    <a:pt x="277049" y="161158"/>
                  </a:lnTo>
                  <a:lnTo>
                    <a:pt x="281026" y="141458"/>
                  </a:lnTo>
                  <a:lnTo>
                    <a:pt x="281026" y="50610"/>
                  </a:lnTo>
                  <a:lnTo>
                    <a:pt x="277049" y="30910"/>
                  </a:lnTo>
                  <a:lnTo>
                    <a:pt x="266203" y="14823"/>
                  </a:lnTo>
                  <a:lnTo>
                    <a:pt x="250116" y="3977"/>
                  </a:lnTo>
                  <a:lnTo>
                    <a:pt x="230415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3248331" y="2540206"/>
              <a:ext cx="281305" cy="192405"/>
            </a:xfrm>
            <a:custGeom>
              <a:avLst/>
              <a:gdLst/>
              <a:ahLst/>
              <a:cxnLst/>
              <a:rect l="l" t="t" r="r" b="b"/>
              <a:pathLst>
                <a:path w="281304" h="192405" extrusionOk="0">
                  <a:moveTo>
                    <a:pt x="23041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41458"/>
                  </a:lnTo>
                  <a:lnTo>
                    <a:pt x="3977" y="161158"/>
                  </a:lnTo>
                  <a:lnTo>
                    <a:pt x="14823" y="177245"/>
                  </a:lnTo>
                  <a:lnTo>
                    <a:pt x="30910" y="188091"/>
                  </a:lnTo>
                  <a:lnTo>
                    <a:pt x="50610" y="192069"/>
                  </a:lnTo>
                  <a:lnTo>
                    <a:pt x="230415" y="192069"/>
                  </a:lnTo>
                  <a:lnTo>
                    <a:pt x="250116" y="188091"/>
                  </a:lnTo>
                  <a:lnTo>
                    <a:pt x="266203" y="177245"/>
                  </a:lnTo>
                  <a:lnTo>
                    <a:pt x="277049" y="161158"/>
                  </a:lnTo>
                  <a:lnTo>
                    <a:pt x="281026" y="141458"/>
                  </a:lnTo>
                  <a:lnTo>
                    <a:pt x="281026" y="50610"/>
                  </a:lnTo>
                  <a:lnTo>
                    <a:pt x="277049" y="30910"/>
                  </a:lnTo>
                  <a:lnTo>
                    <a:pt x="266203" y="14823"/>
                  </a:lnTo>
                  <a:lnTo>
                    <a:pt x="250116" y="3977"/>
                  </a:lnTo>
                  <a:lnTo>
                    <a:pt x="23041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106" name="Google Shape;106;p4"/>
          <p:cNvSpPr txBox="1"/>
          <p:nvPr/>
        </p:nvSpPr>
        <p:spPr>
          <a:xfrm>
            <a:off x="5203580" y="4876458"/>
            <a:ext cx="342396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/>
            <a:r>
              <a:rPr lang="en-US" sz="1665">
                <a:latin typeface="Tahoma"/>
                <a:ea typeface="Tahoma"/>
                <a:cs typeface="Tahoma"/>
                <a:sym typeface="Tahoma"/>
              </a:rPr>
              <a:t>the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23014" y="4882285"/>
            <a:ext cx="272974" cy="30905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 txBox="1"/>
          <p:nvPr/>
        </p:nvSpPr>
        <p:spPr>
          <a:xfrm>
            <a:off x="5979067" y="4878251"/>
            <a:ext cx="16112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/>
            <a:r>
              <a:rPr lang="en-US" sz="1665">
                <a:latin typeface="Tahoma"/>
                <a:ea typeface="Tahoma"/>
                <a:cs typeface="Tahoma"/>
                <a:sym typeface="Tahoma"/>
              </a:rPr>
              <a:t>?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9" name="Google Shape;109;p4"/>
          <p:cNvGrpSpPr/>
          <p:nvPr/>
        </p:nvGrpSpPr>
        <p:grpSpPr>
          <a:xfrm>
            <a:off x="2820131" y="4314383"/>
            <a:ext cx="3103901" cy="733391"/>
            <a:chOff x="1778249" y="2180708"/>
            <a:chExt cx="1957182" cy="462444"/>
          </a:xfrm>
        </p:grpSpPr>
        <p:sp>
          <p:nvSpPr>
            <p:cNvPr id="110" name="Google Shape;110;p4"/>
            <p:cNvSpPr/>
            <p:nvPr/>
          </p:nvSpPr>
          <p:spPr>
            <a:xfrm>
              <a:off x="1778249" y="2180708"/>
              <a:ext cx="1949450" cy="377190"/>
            </a:xfrm>
            <a:custGeom>
              <a:avLst/>
              <a:gdLst/>
              <a:ahLst/>
              <a:cxnLst/>
              <a:rect l="l" t="t" r="r" b="b"/>
              <a:pathLst>
                <a:path w="1949450" h="377189" extrusionOk="0">
                  <a:moveTo>
                    <a:pt x="0" y="356961"/>
                  </a:moveTo>
                  <a:lnTo>
                    <a:pt x="39833" y="325399"/>
                  </a:lnTo>
                  <a:lnTo>
                    <a:pt x="80203" y="295303"/>
                  </a:lnTo>
                  <a:lnTo>
                    <a:pt x="121083" y="266671"/>
                  </a:lnTo>
                  <a:lnTo>
                    <a:pt x="162446" y="239504"/>
                  </a:lnTo>
                  <a:lnTo>
                    <a:pt x="204265" y="213801"/>
                  </a:lnTo>
                  <a:lnTo>
                    <a:pt x="246516" y="189560"/>
                  </a:lnTo>
                  <a:lnTo>
                    <a:pt x="289171" y="166782"/>
                  </a:lnTo>
                  <a:lnTo>
                    <a:pt x="332203" y="145464"/>
                  </a:lnTo>
                  <a:lnTo>
                    <a:pt x="375588" y="125607"/>
                  </a:lnTo>
                  <a:lnTo>
                    <a:pt x="419297" y="107209"/>
                  </a:lnTo>
                  <a:lnTo>
                    <a:pt x="463305" y="90270"/>
                  </a:lnTo>
                  <a:lnTo>
                    <a:pt x="507585" y="74790"/>
                  </a:lnTo>
                  <a:lnTo>
                    <a:pt x="552111" y="60766"/>
                  </a:lnTo>
                  <a:lnTo>
                    <a:pt x="596857" y="48199"/>
                  </a:lnTo>
                  <a:lnTo>
                    <a:pt x="641796" y="37087"/>
                  </a:lnTo>
                  <a:lnTo>
                    <a:pt x="686902" y="27431"/>
                  </a:lnTo>
                  <a:lnTo>
                    <a:pt x="732149" y="19228"/>
                  </a:lnTo>
                  <a:lnTo>
                    <a:pt x="777509" y="12479"/>
                  </a:lnTo>
                  <a:lnTo>
                    <a:pt x="822957" y="7182"/>
                  </a:lnTo>
                  <a:lnTo>
                    <a:pt x="868467" y="3337"/>
                  </a:lnTo>
                  <a:lnTo>
                    <a:pt x="914011" y="943"/>
                  </a:lnTo>
                  <a:lnTo>
                    <a:pt x="959564" y="0"/>
                  </a:lnTo>
                  <a:lnTo>
                    <a:pt x="1005100" y="505"/>
                  </a:lnTo>
                  <a:lnTo>
                    <a:pt x="1050591" y="2459"/>
                  </a:lnTo>
                  <a:lnTo>
                    <a:pt x="1096011" y="5861"/>
                  </a:lnTo>
                  <a:lnTo>
                    <a:pt x="1141335" y="10710"/>
                  </a:lnTo>
                  <a:lnTo>
                    <a:pt x="1186535" y="17004"/>
                  </a:lnTo>
                  <a:lnTo>
                    <a:pt x="1231586" y="24745"/>
                  </a:lnTo>
                  <a:lnTo>
                    <a:pt x="1276460" y="33930"/>
                  </a:lnTo>
                  <a:lnTo>
                    <a:pt x="1321132" y="44559"/>
                  </a:lnTo>
                  <a:lnTo>
                    <a:pt x="1365575" y="56631"/>
                  </a:lnTo>
                  <a:lnTo>
                    <a:pt x="1409763" y="70145"/>
                  </a:lnTo>
                  <a:lnTo>
                    <a:pt x="1453670" y="85101"/>
                  </a:lnTo>
                  <a:lnTo>
                    <a:pt x="1497268" y="101497"/>
                  </a:lnTo>
                  <a:lnTo>
                    <a:pt x="1540533" y="119333"/>
                  </a:lnTo>
                  <a:lnTo>
                    <a:pt x="1583436" y="138609"/>
                  </a:lnTo>
                  <a:lnTo>
                    <a:pt x="1625952" y="159322"/>
                  </a:lnTo>
                  <a:lnTo>
                    <a:pt x="1668055" y="181474"/>
                  </a:lnTo>
                  <a:lnTo>
                    <a:pt x="1709719" y="205062"/>
                  </a:lnTo>
                  <a:lnTo>
                    <a:pt x="1750915" y="230086"/>
                  </a:lnTo>
                  <a:lnTo>
                    <a:pt x="1791620" y="256545"/>
                  </a:lnTo>
                  <a:lnTo>
                    <a:pt x="1831805" y="284438"/>
                  </a:lnTo>
                  <a:lnTo>
                    <a:pt x="1871445" y="313766"/>
                  </a:lnTo>
                  <a:lnTo>
                    <a:pt x="1910513" y="344526"/>
                  </a:lnTo>
                  <a:lnTo>
                    <a:pt x="1948983" y="376718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3680735" y="2509659"/>
              <a:ext cx="52069" cy="60325"/>
            </a:xfrm>
            <a:custGeom>
              <a:avLst/>
              <a:gdLst/>
              <a:ahLst/>
              <a:cxnLst/>
              <a:rect l="l" t="t" r="r" b="b"/>
              <a:pathLst>
                <a:path w="52070" h="60325" extrusionOk="0">
                  <a:moveTo>
                    <a:pt x="51600" y="0"/>
                  </a:moveTo>
                  <a:lnTo>
                    <a:pt x="45770" y="15473"/>
                  </a:lnTo>
                  <a:lnTo>
                    <a:pt x="44196" y="29154"/>
                  </a:lnTo>
                  <a:lnTo>
                    <a:pt x="46006" y="41027"/>
                  </a:lnTo>
                  <a:lnTo>
                    <a:pt x="50329" y="51072"/>
                  </a:lnTo>
                  <a:lnTo>
                    <a:pt x="39758" y="48273"/>
                  </a:lnTo>
                  <a:lnTo>
                    <a:pt x="27748" y="48228"/>
                  </a:lnTo>
                  <a:lnTo>
                    <a:pt x="14447" y="51797"/>
                  </a:lnTo>
                  <a:lnTo>
                    <a:pt x="0" y="59840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2228308" y="2304248"/>
              <a:ext cx="1498600" cy="266065"/>
            </a:xfrm>
            <a:custGeom>
              <a:avLst/>
              <a:gdLst/>
              <a:ahLst/>
              <a:cxnLst/>
              <a:rect l="l" t="t" r="r" b="b"/>
              <a:pathLst>
                <a:path w="1498600" h="266064" extrusionOk="0">
                  <a:moveTo>
                    <a:pt x="0" y="237076"/>
                  </a:moveTo>
                  <a:lnTo>
                    <a:pt x="43432" y="209098"/>
                  </a:lnTo>
                  <a:lnTo>
                    <a:pt x="87103" y="182881"/>
                  </a:lnTo>
                  <a:lnTo>
                    <a:pt x="130995" y="158423"/>
                  </a:lnTo>
                  <a:lnTo>
                    <a:pt x="175089" y="135723"/>
                  </a:lnTo>
                  <a:lnTo>
                    <a:pt x="219367" y="114781"/>
                  </a:lnTo>
                  <a:lnTo>
                    <a:pt x="263808" y="95594"/>
                  </a:lnTo>
                  <a:lnTo>
                    <a:pt x="308395" y="78162"/>
                  </a:lnTo>
                  <a:lnTo>
                    <a:pt x="353108" y="62482"/>
                  </a:lnTo>
                  <a:lnTo>
                    <a:pt x="397930" y="48555"/>
                  </a:lnTo>
                  <a:lnTo>
                    <a:pt x="442840" y="36378"/>
                  </a:lnTo>
                  <a:lnTo>
                    <a:pt x="487820" y="25950"/>
                  </a:lnTo>
                  <a:lnTo>
                    <a:pt x="532852" y="17269"/>
                  </a:lnTo>
                  <a:lnTo>
                    <a:pt x="577916" y="10336"/>
                  </a:lnTo>
                  <a:lnTo>
                    <a:pt x="622994" y="5147"/>
                  </a:lnTo>
                  <a:lnTo>
                    <a:pt x="668066" y="1702"/>
                  </a:lnTo>
                  <a:lnTo>
                    <a:pt x="713115" y="0"/>
                  </a:lnTo>
                  <a:lnTo>
                    <a:pt x="758121" y="38"/>
                  </a:lnTo>
                  <a:lnTo>
                    <a:pt x="803065" y="1817"/>
                  </a:lnTo>
                  <a:lnTo>
                    <a:pt x="847929" y="5334"/>
                  </a:lnTo>
                  <a:lnTo>
                    <a:pt x="892693" y="10588"/>
                  </a:lnTo>
                  <a:lnTo>
                    <a:pt x="937340" y="17578"/>
                  </a:lnTo>
                  <a:lnTo>
                    <a:pt x="981849" y="26303"/>
                  </a:lnTo>
                  <a:lnTo>
                    <a:pt x="1026203" y="36761"/>
                  </a:lnTo>
                  <a:lnTo>
                    <a:pt x="1070383" y="48950"/>
                  </a:lnTo>
                  <a:lnTo>
                    <a:pt x="1114368" y="62871"/>
                  </a:lnTo>
                  <a:lnTo>
                    <a:pt x="1158142" y="78520"/>
                  </a:lnTo>
                  <a:lnTo>
                    <a:pt x="1201685" y="95898"/>
                  </a:lnTo>
                  <a:lnTo>
                    <a:pt x="1244978" y="115002"/>
                  </a:lnTo>
                  <a:lnTo>
                    <a:pt x="1288002" y="135832"/>
                  </a:lnTo>
                  <a:lnTo>
                    <a:pt x="1330738" y="158385"/>
                  </a:lnTo>
                  <a:lnTo>
                    <a:pt x="1373169" y="182661"/>
                  </a:lnTo>
                  <a:lnTo>
                    <a:pt x="1415274" y="208658"/>
                  </a:lnTo>
                  <a:lnTo>
                    <a:pt x="1457035" y="236376"/>
                  </a:lnTo>
                  <a:lnTo>
                    <a:pt x="1498434" y="265812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3681324" y="2522042"/>
              <a:ext cx="49530" cy="64135"/>
            </a:xfrm>
            <a:custGeom>
              <a:avLst/>
              <a:gdLst/>
              <a:ahLst/>
              <a:cxnLst/>
              <a:rect l="l" t="t" r="r" b="b"/>
              <a:pathLst>
                <a:path w="49529" h="64135" extrusionOk="0">
                  <a:moveTo>
                    <a:pt x="46800" y="0"/>
                  </a:moveTo>
                  <a:lnTo>
                    <a:pt x="42188" y="15878"/>
                  </a:lnTo>
                  <a:lnTo>
                    <a:pt x="41680" y="29640"/>
                  </a:lnTo>
                  <a:lnTo>
                    <a:pt x="44407" y="41336"/>
                  </a:lnTo>
                  <a:lnTo>
                    <a:pt x="49496" y="51015"/>
                  </a:lnTo>
                  <a:lnTo>
                    <a:pt x="38740" y="49046"/>
                  </a:lnTo>
                  <a:lnTo>
                    <a:pt x="26763" y="49933"/>
                  </a:lnTo>
                  <a:lnTo>
                    <a:pt x="13779" y="54523"/>
                  </a:lnTo>
                  <a:lnTo>
                    <a:pt x="0" y="63663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2664101" y="2413195"/>
              <a:ext cx="1062355" cy="168275"/>
            </a:xfrm>
            <a:custGeom>
              <a:avLst/>
              <a:gdLst/>
              <a:ahLst/>
              <a:cxnLst/>
              <a:rect l="l" t="t" r="r" b="b"/>
              <a:pathLst>
                <a:path w="1062354" h="168275" extrusionOk="0">
                  <a:moveTo>
                    <a:pt x="0" y="142747"/>
                  </a:moveTo>
                  <a:lnTo>
                    <a:pt x="47981" y="117958"/>
                  </a:lnTo>
                  <a:lnTo>
                    <a:pt x="95705" y="95539"/>
                  </a:lnTo>
                  <a:lnTo>
                    <a:pt x="143185" y="75486"/>
                  </a:lnTo>
                  <a:lnTo>
                    <a:pt x="190435" y="57797"/>
                  </a:lnTo>
                  <a:lnTo>
                    <a:pt x="237468" y="42471"/>
                  </a:lnTo>
                  <a:lnTo>
                    <a:pt x="284297" y="29505"/>
                  </a:lnTo>
                  <a:lnTo>
                    <a:pt x="330937" y="18896"/>
                  </a:lnTo>
                  <a:lnTo>
                    <a:pt x="377399" y="10644"/>
                  </a:lnTo>
                  <a:lnTo>
                    <a:pt x="423697" y="4745"/>
                  </a:lnTo>
                  <a:lnTo>
                    <a:pt x="469846" y="1197"/>
                  </a:lnTo>
                  <a:lnTo>
                    <a:pt x="515857" y="0"/>
                  </a:lnTo>
                  <a:lnTo>
                    <a:pt x="561745" y="1149"/>
                  </a:lnTo>
                  <a:lnTo>
                    <a:pt x="607523" y="4643"/>
                  </a:lnTo>
                  <a:lnTo>
                    <a:pt x="653204" y="10480"/>
                  </a:lnTo>
                  <a:lnTo>
                    <a:pt x="698801" y="18659"/>
                  </a:lnTo>
                  <a:lnTo>
                    <a:pt x="744328" y="29175"/>
                  </a:lnTo>
                  <a:lnTo>
                    <a:pt x="789799" y="42029"/>
                  </a:lnTo>
                  <a:lnTo>
                    <a:pt x="835226" y="57217"/>
                  </a:lnTo>
                  <a:lnTo>
                    <a:pt x="880624" y="74737"/>
                  </a:lnTo>
                  <a:lnTo>
                    <a:pt x="926004" y="94587"/>
                  </a:lnTo>
                  <a:lnTo>
                    <a:pt x="971381" y="116765"/>
                  </a:lnTo>
                  <a:lnTo>
                    <a:pt x="1016768" y="141269"/>
                  </a:lnTo>
                  <a:lnTo>
                    <a:pt x="1062179" y="168097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3682291" y="2533322"/>
              <a:ext cx="48895" cy="67310"/>
            </a:xfrm>
            <a:custGeom>
              <a:avLst/>
              <a:gdLst/>
              <a:ahLst/>
              <a:cxnLst/>
              <a:rect l="l" t="t" r="r" b="b"/>
              <a:pathLst>
                <a:path w="48895" h="67310" extrusionOk="0">
                  <a:moveTo>
                    <a:pt x="41446" y="0"/>
                  </a:moveTo>
                  <a:lnTo>
                    <a:pt x="38146" y="16201"/>
                  </a:lnTo>
                  <a:lnTo>
                    <a:pt x="38764" y="29959"/>
                  </a:lnTo>
                  <a:lnTo>
                    <a:pt x="42436" y="41393"/>
                  </a:lnTo>
                  <a:lnTo>
                    <a:pt x="48298" y="50624"/>
                  </a:lnTo>
                  <a:lnTo>
                    <a:pt x="37417" y="49539"/>
                  </a:lnTo>
                  <a:lnTo>
                    <a:pt x="25553" y="51401"/>
                  </a:lnTo>
                  <a:lnTo>
                    <a:pt x="12987" y="57036"/>
                  </a:lnTo>
                  <a:lnTo>
                    <a:pt x="0" y="67270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3080963" y="2505591"/>
              <a:ext cx="645160" cy="86360"/>
            </a:xfrm>
            <a:custGeom>
              <a:avLst/>
              <a:gdLst/>
              <a:ahLst/>
              <a:cxnLst/>
              <a:rect l="l" t="t" r="r" b="b"/>
              <a:pathLst>
                <a:path w="645160" h="86360" extrusionOk="0">
                  <a:moveTo>
                    <a:pt x="0" y="72847"/>
                  </a:moveTo>
                  <a:lnTo>
                    <a:pt x="49667" y="52651"/>
                  </a:lnTo>
                  <a:lnTo>
                    <a:pt x="98126" y="35726"/>
                  </a:lnTo>
                  <a:lnTo>
                    <a:pt x="145541" y="22068"/>
                  </a:lnTo>
                  <a:lnTo>
                    <a:pt x="192076" y="11671"/>
                  </a:lnTo>
                  <a:lnTo>
                    <a:pt x="237892" y="4531"/>
                  </a:lnTo>
                  <a:lnTo>
                    <a:pt x="283155" y="642"/>
                  </a:lnTo>
                  <a:lnTo>
                    <a:pt x="328026" y="0"/>
                  </a:lnTo>
                  <a:lnTo>
                    <a:pt x="372668" y="2599"/>
                  </a:lnTo>
                  <a:lnTo>
                    <a:pt x="417247" y="8434"/>
                  </a:lnTo>
                  <a:lnTo>
                    <a:pt x="461923" y="17502"/>
                  </a:lnTo>
                  <a:lnTo>
                    <a:pt x="506862" y="29796"/>
                  </a:lnTo>
                  <a:lnTo>
                    <a:pt x="552225" y="45311"/>
                  </a:lnTo>
                  <a:lnTo>
                    <a:pt x="598177" y="64043"/>
                  </a:lnTo>
                  <a:lnTo>
                    <a:pt x="644881" y="85987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pic>
          <p:nvPicPr>
            <p:cNvPr id="117" name="Google Shape;117;p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26926" y="2538963"/>
              <a:ext cx="208505" cy="1041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1" name="Google Shape;121;p4"/>
          <p:cNvSpPr txBox="1"/>
          <p:nvPr/>
        </p:nvSpPr>
        <p:spPr>
          <a:xfrm>
            <a:off x="5407508" y="5363859"/>
            <a:ext cx="1305135" cy="258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67" rIns="0" bIns="0" anchor="t" anchorCtr="0">
            <a:spAutoFit/>
          </a:bodyPr>
          <a:lstStyle/>
          <a:p>
            <a:pPr marL="20141"/>
            <a:r>
              <a:rPr lang="en-US" sz="1507">
                <a:latin typeface="Tahoma"/>
                <a:ea typeface="Tahoma"/>
                <a:cs typeface="Tahoma"/>
                <a:sym typeface="Tahoma"/>
              </a:rPr>
              <a:t>Dependencies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0E54AED-0F45-4932-B0C7-235AA8DC847C}"/>
                  </a:ext>
                </a:extLst>
              </p14:cNvPr>
              <p14:cNvContentPartPr/>
              <p14:nvPr/>
            </p14:nvContentPartPr>
            <p14:xfrm>
              <a:off x="736560" y="425160"/>
              <a:ext cx="8205120" cy="6396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0E54AED-0F45-4932-B0C7-235AA8DC84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7200" y="415800"/>
                <a:ext cx="8223840" cy="641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137" y="425086"/>
            <a:ext cx="5217518" cy="464910"/>
          </a:xfrm>
          <a:prstGeom prst="rect">
            <a:avLst/>
          </a:prstGeom>
        </p:spPr>
        <p:txBody>
          <a:bodyPr spcFirstLastPara="1" vert="horz" wrap="square" lIns="0" tIns="24169" rIns="0" bIns="0" rtlCol="0" anchor="t" anchorCtr="0">
            <a:spAutoFit/>
          </a:bodyPr>
          <a:lstStyle/>
          <a:p>
            <a:pPr marL="20141">
              <a:spcBef>
                <a:spcPts val="190"/>
              </a:spcBef>
            </a:pPr>
            <a:r>
              <a:rPr b="1" spc="428" dirty="0"/>
              <a:t>S</a:t>
            </a:r>
            <a:r>
              <a:rPr b="1" cap="small" spc="468" dirty="0"/>
              <a:t>e</a:t>
            </a:r>
            <a:r>
              <a:rPr lang="en-US" b="1" cap="small" spc="468" dirty="0"/>
              <a:t>q</a:t>
            </a:r>
            <a:r>
              <a:rPr b="1" cap="small" spc="396" dirty="0"/>
              <a:t>uence</a:t>
            </a:r>
            <a:r>
              <a:rPr b="1" spc="396" dirty="0"/>
              <a:t> </a:t>
            </a:r>
            <a:r>
              <a:rPr b="1" spc="-190" dirty="0"/>
              <a:t> </a:t>
            </a:r>
            <a:r>
              <a:rPr b="1" spc="728" dirty="0"/>
              <a:t>L</a:t>
            </a:r>
            <a:r>
              <a:rPr b="1" cap="small" spc="373" dirty="0"/>
              <a:t>earning</a:t>
            </a:r>
            <a:r>
              <a:rPr b="1" dirty="0"/>
              <a:t> </a:t>
            </a:r>
            <a:r>
              <a:rPr b="1" spc="-190" dirty="0"/>
              <a:t> </a:t>
            </a:r>
            <a:r>
              <a:rPr b="1" spc="626" dirty="0"/>
              <a:t>P</a:t>
            </a:r>
            <a:r>
              <a:rPr b="1" cap="small" spc="412" dirty="0"/>
              <a:t>r</a:t>
            </a:r>
            <a:r>
              <a:rPr b="1" cap="small" spc="357" dirty="0"/>
              <a:t>oblems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84088" y="2060922"/>
            <a:ext cx="7129903" cy="3169637"/>
          </a:xfrm>
          <a:prstGeom prst="rect">
            <a:avLst/>
          </a:prstGeom>
        </p:spPr>
        <p:txBody>
          <a:bodyPr vert="horz" wrap="square" lIns="0" tIns="115811" rIns="0" bIns="0" rtlCol="0">
            <a:spAutoFit/>
          </a:bodyPr>
          <a:lstStyle/>
          <a:p>
            <a:pPr marL="20141" algn="just" defTabSz="1450147">
              <a:buClrTx/>
              <a:defRPr/>
            </a:pPr>
            <a:r>
              <a:rPr sz="1665" kern="1200" spc="-79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To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model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sequence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we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need</a:t>
            </a:r>
            <a:endParaRPr sz="1665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763341" marR="603221" indent="-271903" algn="just" defTabSz="1450147">
              <a:lnSpc>
                <a:spcPct val="1384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Process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an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input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or</a:t>
            </a:r>
            <a:r>
              <a:rPr sz="1665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sequence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of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inputs. </a:t>
            </a:r>
            <a:r>
              <a:rPr sz="1665" kern="1200" spc="-42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endParaRPr lang="en-IN" sz="1665" kern="1200" spc="-42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763341" marR="603221" indent="-271903" algn="just" defTabSz="1450147">
              <a:lnSpc>
                <a:spcPct val="1384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inputs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may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have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be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dependent.</a:t>
            </a:r>
            <a:endParaRPr lang="en-IN" sz="1665" kern="1200" spc="16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763341" marR="603221" indent="-271903" algn="just" defTabSz="1450147">
              <a:lnSpc>
                <a:spcPct val="1384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We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may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have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to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maintain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sequence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order. </a:t>
            </a:r>
            <a:r>
              <a:rPr sz="1665" kern="1200" spc="-42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endParaRPr lang="en-IN" sz="1665" kern="1200" spc="-42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763341" marR="603221" indent="-271903" algn="just" defTabSz="1450147">
              <a:lnSpc>
                <a:spcPct val="1384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Each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input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corresponds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to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one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time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step.</a:t>
            </a:r>
            <a:endParaRPr lang="en-IN" sz="1665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763341" marR="603221" indent="-271903" algn="just" defTabSz="1450147">
              <a:lnSpc>
                <a:spcPct val="1384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Keep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track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of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long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term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dependencies. 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endParaRPr lang="en-IN" sz="1665" kern="1200" spc="24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763341" marR="603221" indent="-271903" algn="just" defTabSz="1450147">
              <a:lnSpc>
                <a:spcPct val="1384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Produce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an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output</a:t>
            </a:r>
            <a:r>
              <a:rPr sz="1665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or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sequence</a:t>
            </a:r>
            <a:r>
              <a:rPr sz="1665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of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outputs. </a:t>
            </a:r>
            <a:r>
              <a:rPr sz="1665" kern="1200" spc="-41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endParaRPr lang="en-IN" sz="1665" kern="1200" spc="-412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763341" marR="603221" indent="-271903" algn="just" defTabSz="1450147">
              <a:lnSpc>
                <a:spcPct val="1384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Supervised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Learning.</a:t>
            </a:r>
            <a:endParaRPr lang="en-IN" sz="1665" kern="1200" spc="16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763341" marR="603221" indent="-271903" algn="just" defTabSz="1450147">
              <a:lnSpc>
                <a:spcPct val="1384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Share parameters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across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the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sequences.</a:t>
            </a:r>
            <a:endParaRPr sz="1665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DD8F55B-3ABB-471B-A98E-0A9B2A16C393}"/>
                  </a:ext>
                </a:extLst>
              </p14:cNvPr>
              <p14:cNvContentPartPr/>
              <p14:nvPr/>
            </p14:nvContentPartPr>
            <p14:xfrm>
              <a:off x="1234080" y="2466360"/>
              <a:ext cx="6095520" cy="3415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DD8F55B-3ABB-471B-A98E-0A9B2A16C3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4720" y="2457000"/>
                <a:ext cx="6114240" cy="343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151138" y="398784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W</a:t>
            </a:r>
            <a:r>
              <a:rPr lang="en-US" b="1" cap="small" dirty="0">
                <a:solidFill>
                  <a:srgbClr val="FFFFFF"/>
                </a:solidFill>
              </a:rPr>
              <a:t>hy</a:t>
            </a:r>
            <a:r>
              <a:rPr lang="en-US" b="1" dirty="0">
                <a:solidFill>
                  <a:srgbClr val="FFFFFF"/>
                </a:solidFill>
              </a:rPr>
              <a:t> F</a:t>
            </a:r>
            <a:r>
              <a:rPr lang="en-US" b="1" cap="small" dirty="0">
                <a:solidFill>
                  <a:srgbClr val="FFFFFF"/>
                </a:solidFill>
              </a:rPr>
              <a:t>eedforward</a:t>
            </a:r>
            <a:r>
              <a:rPr lang="en-US" b="1" dirty="0">
                <a:solidFill>
                  <a:srgbClr val="FFFFFF"/>
                </a:solidFill>
              </a:rPr>
              <a:t> N</a:t>
            </a:r>
            <a:r>
              <a:rPr lang="en-US" b="1" cap="small" dirty="0">
                <a:solidFill>
                  <a:srgbClr val="FFFFFF"/>
                </a:solidFill>
              </a:rPr>
              <a:t>etworks</a:t>
            </a:r>
            <a:r>
              <a:rPr lang="en-US" b="1" dirty="0">
                <a:solidFill>
                  <a:srgbClr val="FFFFFF"/>
                </a:solidFill>
              </a:rPr>
              <a:t> F</a:t>
            </a:r>
            <a:r>
              <a:rPr lang="en-US" b="1" cap="small" dirty="0">
                <a:solidFill>
                  <a:srgbClr val="FFFFFF"/>
                </a:solidFill>
              </a:rPr>
              <a:t>ail</a:t>
            </a:r>
            <a:r>
              <a:rPr lang="en-US" b="1" dirty="0">
                <a:solidFill>
                  <a:srgbClr val="FFFFFF"/>
                </a:solidFill>
              </a:rPr>
              <a:t>?</a:t>
            </a:r>
            <a:endParaRPr b="1" dirty="0"/>
          </a:p>
        </p:txBody>
      </p:sp>
      <p:sp>
        <p:nvSpPr>
          <p:cNvPr id="133" name="Google Shape;133;p5"/>
          <p:cNvSpPr txBox="1"/>
          <p:nvPr/>
        </p:nvSpPr>
        <p:spPr>
          <a:xfrm>
            <a:off x="844268" y="1615302"/>
            <a:ext cx="6877779" cy="324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718" rIns="0" bIns="0" anchor="t" anchorCtr="0">
            <a:spAutoFit/>
          </a:bodyPr>
          <a:lstStyle/>
          <a:p>
            <a:pPr marL="60423"/>
            <a:r>
              <a:rPr lang="en-US" sz="1903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Key issues:</a:t>
            </a:r>
            <a:endParaRPr sz="190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1903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Fixed input size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Cannot handle variable-length sequences</a:t>
            </a:r>
            <a:endParaRPr sz="190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903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No memory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Each input processed independently</a:t>
            </a:r>
            <a:endParaRPr sz="190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903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No parameter sharing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Different weights for each position</a:t>
            </a:r>
            <a:endParaRPr sz="190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R="1012082" algn="ctr">
              <a:spcBef>
                <a:spcPts val="658"/>
              </a:spcBef>
            </a:pPr>
            <a:r>
              <a:rPr lang="en-US" sz="1903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Example Problem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Predict next word in a sentence</a:t>
            </a:r>
            <a:endParaRPr sz="190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271903" marR="963744" indent="-271903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1903" baseline="3000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Input: ”I grew up in France, so I speak fluent </a:t>
            </a:r>
            <a:r>
              <a:rPr lang="en-US" sz="1903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”</a:t>
            </a:r>
            <a:endParaRPr sz="190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903" baseline="3000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Need context from 7 words back (”France”) to predict ”French”</a:t>
            </a:r>
            <a:endParaRPr sz="190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903" baseline="3000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Feedforward network treats each position independently</a:t>
            </a:r>
            <a:endParaRPr sz="190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60423">
              <a:spcBef>
                <a:spcPts val="793"/>
              </a:spcBef>
            </a:pPr>
            <a:r>
              <a:rPr lang="en-US" sz="1903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We need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A model that can remember past information</a:t>
            </a:r>
            <a:endParaRPr sz="190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E85026-4D76-48F2-BF1F-08C66E612298}"/>
                  </a:ext>
                </a:extLst>
              </p14:cNvPr>
              <p14:cNvContentPartPr/>
              <p14:nvPr/>
            </p14:nvContentPartPr>
            <p14:xfrm>
              <a:off x="714960" y="859680"/>
              <a:ext cx="6678360" cy="4035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E85026-4D76-48F2-BF1F-08C66E6122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5600" y="850320"/>
                <a:ext cx="6697080" cy="4054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title"/>
          </p:nvPr>
        </p:nvSpPr>
        <p:spPr>
          <a:xfrm>
            <a:off x="151138" y="380496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T</a:t>
            </a:r>
            <a:r>
              <a:rPr lang="en-US" b="1" cap="small" dirty="0">
                <a:solidFill>
                  <a:srgbClr val="FFFFFF"/>
                </a:solidFill>
              </a:rPr>
              <a:t>emporal</a:t>
            </a:r>
            <a:r>
              <a:rPr lang="en-US" b="1" dirty="0">
                <a:solidFill>
                  <a:srgbClr val="FFFFFF"/>
                </a:solidFill>
              </a:rPr>
              <a:t> D</a:t>
            </a:r>
            <a:r>
              <a:rPr lang="en-US" b="1" cap="small" dirty="0">
                <a:solidFill>
                  <a:srgbClr val="FFFFFF"/>
                </a:solidFill>
              </a:rPr>
              <a:t>ependencies</a:t>
            </a:r>
            <a:endParaRPr b="1" dirty="0"/>
          </a:p>
        </p:txBody>
      </p:sp>
      <p:sp>
        <p:nvSpPr>
          <p:cNvPr id="150" name="Google Shape;150;p6"/>
          <p:cNvSpPr txBox="1"/>
          <p:nvPr/>
        </p:nvSpPr>
        <p:spPr>
          <a:xfrm>
            <a:off x="740340" y="1962825"/>
            <a:ext cx="7667586" cy="3057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498" rIns="0" bIns="0" anchor="t" anchorCtr="0">
            <a:spAutoFit/>
          </a:bodyPr>
          <a:lstStyle/>
          <a:p>
            <a:pPr marL="120846"/>
            <a:r>
              <a:rPr lang="en-US" sz="1744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Short-term dependencies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Information needed is recent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638467" indent="-271903">
              <a:spcBef>
                <a:spcPts val="387"/>
              </a:spcBef>
              <a:buFont typeface="Courier New" panose="02070309020205020404" pitchFamily="49" charset="0"/>
              <a:buChar char="o"/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”The clouds are in the </a:t>
            </a:r>
            <a:r>
              <a:rPr lang="en-US" sz="1744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   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”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→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”sky”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>
              <a:spcBef>
                <a:spcPts val="452"/>
              </a:spcBef>
            </a:pP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120846"/>
            <a:r>
              <a:rPr lang="en-US" sz="1744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Long-term dependencies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Information needed is far back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638467" indent="-271903">
              <a:spcBef>
                <a:spcPts val="389"/>
              </a:spcBef>
              <a:buFont typeface="Courier New" panose="02070309020205020404" pitchFamily="49" charset="0"/>
              <a:buChar char="o"/>
            </a:pPr>
            <a:r>
              <a:rPr lang="en-US" sz="1744" baseline="3000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”I grew up in France...   I speak fluent </a:t>
            </a:r>
            <a:r>
              <a:rPr lang="en-US" sz="1744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    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”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→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”French”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>
              <a:spcBef>
                <a:spcPts val="301"/>
              </a:spcBef>
            </a:pP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120846" marR="48338">
              <a:lnSpc>
                <a:spcPct val="114599"/>
              </a:lnSpc>
            </a:pPr>
            <a:r>
              <a:rPr lang="en-US" sz="1744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Challenge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Model must learn to remember relevant information and forget irrelevant information.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>
              <a:spcBef>
                <a:spcPts val="103"/>
              </a:spcBef>
            </a:pP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120846">
              <a:spcBef>
                <a:spcPts val="8"/>
              </a:spcBef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Different sequence lengths require flexible architectures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7D204B1-7AD0-4FE5-B2FC-6B109F9BAC82}"/>
                  </a:ext>
                </a:extLst>
              </p14:cNvPr>
              <p14:cNvContentPartPr/>
              <p14:nvPr/>
            </p14:nvContentPartPr>
            <p14:xfrm>
              <a:off x="803880" y="2181600"/>
              <a:ext cx="8152200" cy="4459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7D204B1-7AD0-4FE5-B2FC-6B109F9BAC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4520" y="2172240"/>
                <a:ext cx="8170920" cy="447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>
            <a:spLocks noGrp="1"/>
          </p:cNvSpPr>
          <p:nvPr>
            <p:ph type="title"/>
          </p:nvPr>
        </p:nvSpPr>
        <p:spPr>
          <a:xfrm>
            <a:off x="151138" y="298199"/>
            <a:ext cx="8256790" cy="41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537" b="1" dirty="0">
                <a:solidFill>
                  <a:srgbClr val="FFFFFF"/>
                </a:solidFill>
              </a:rPr>
              <a:t>A</a:t>
            </a:r>
            <a:r>
              <a:rPr lang="en-US" sz="2537" b="1" cap="small" dirty="0">
                <a:solidFill>
                  <a:srgbClr val="FFFFFF"/>
                </a:solidFill>
              </a:rPr>
              <a:t>utoregressive</a:t>
            </a:r>
            <a:r>
              <a:rPr lang="en-US" sz="2537" b="1" dirty="0">
                <a:solidFill>
                  <a:srgbClr val="FFFFFF"/>
                </a:solidFill>
              </a:rPr>
              <a:t> M</a:t>
            </a:r>
            <a:r>
              <a:rPr lang="en-US" sz="2537" b="1" cap="small" dirty="0">
                <a:solidFill>
                  <a:srgbClr val="FFFFFF"/>
                </a:solidFill>
              </a:rPr>
              <a:t>odels</a:t>
            </a:r>
            <a:endParaRPr sz="2537" b="1" dirty="0"/>
          </a:p>
        </p:txBody>
      </p:sp>
      <p:pic>
        <p:nvPicPr>
          <p:cNvPr id="191" name="Google Shape;19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2"/>
            <a:ext cx="8660620" cy="346332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A6CDB0-E080-4CC8-B86A-94E889402102}"/>
                  </a:ext>
                </a:extLst>
              </p14:cNvPr>
              <p14:cNvContentPartPr/>
              <p14:nvPr/>
            </p14:nvContentPartPr>
            <p14:xfrm>
              <a:off x="2086200" y="835200"/>
              <a:ext cx="1391760" cy="3629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A6CDB0-E080-4CC8-B86A-94E8894021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76840" y="825840"/>
                <a:ext cx="1410480" cy="3648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>
            <a:spLocks noGrp="1"/>
          </p:cNvSpPr>
          <p:nvPr>
            <p:ph type="title"/>
          </p:nvPr>
        </p:nvSpPr>
        <p:spPr>
          <a:xfrm>
            <a:off x="151138" y="316487"/>
            <a:ext cx="8256790" cy="41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537" b="1" dirty="0">
                <a:solidFill>
                  <a:srgbClr val="FFFFFF"/>
                </a:solidFill>
              </a:rPr>
              <a:t>A</a:t>
            </a:r>
            <a:r>
              <a:rPr lang="en-US" sz="2537" b="1" cap="small" dirty="0">
                <a:solidFill>
                  <a:srgbClr val="FFFFFF"/>
                </a:solidFill>
              </a:rPr>
              <a:t>utoregressive</a:t>
            </a:r>
            <a:r>
              <a:rPr lang="en-US" sz="2537" b="1" dirty="0">
                <a:solidFill>
                  <a:srgbClr val="FFFFFF"/>
                </a:solidFill>
              </a:rPr>
              <a:t> M</a:t>
            </a:r>
            <a:r>
              <a:rPr lang="en-US" sz="2537" b="1" cap="small" dirty="0">
                <a:solidFill>
                  <a:srgbClr val="FFFFFF"/>
                </a:solidFill>
              </a:rPr>
              <a:t>odels</a:t>
            </a:r>
            <a:r>
              <a:rPr lang="en-US" sz="2537" b="1" dirty="0">
                <a:solidFill>
                  <a:srgbClr val="FFFFFF"/>
                </a:solidFill>
              </a:rPr>
              <a:t>:  E</a:t>
            </a:r>
            <a:r>
              <a:rPr lang="en-US" sz="2537" b="1" cap="small" dirty="0">
                <a:solidFill>
                  <a:srgbClr val="FFFFFF"/>
                </a:solidFill>
              </a:rPr>
              <a:t>xample</a:t>
            </a:r>
            <a:endParaRPr sz="2537" b="1" dirty="0"/>
          </a:p>
        </p:txBody>
      </p:sp>
      <p:sp>
        <p:nvSpPr>
          <p:cNvPr id="204" name="Google Shape;204;p9"/>
          <p:cNvSpPr txBox="1"/>
          <p:nvPr/>
        </p:nvSpPr>
        <p:spPr>
          <a:xfrm>
            <a:off x="1102114" y="1577720"/>
            <a:ext cx="6657434" cy="3669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40282" marR="3716002" algn="just">
              <a:lnSpc>
                <a:spcPct val="123200"/>
              </a:lnSpc>
            </a:pPr>
            <a:r>
              <a:rPr lang="en-US" sz="1744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Sequence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”The cat sat on the” </a:t>
            </a:r>
            <a:r>
              <a:rPr lang="en-US" sz="1744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Predict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Next word (e.g., ”mat”) </a:t>
            </a:r>
            <a:r>
              <a:rPr lang="en-US" sz="1744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Autoregressive decomposition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884187">
              <a:spcBef>
                <a:spcPts val="1237"/>
              </a:spcBef>
            </a:pPr>
            <a:r>
              <a:rPr lang="en-US" sz="1744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(The, cat, sat, on, the, mat) = </a:t>
            </a:r>
            <a:r>
              <a:rPr lang="en-US" sz="1744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(The)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732114">
              <a:spcBef>
                <a:spcPts val="484"/>
              </a:spcBef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744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74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cat</a:t>
            </a:r>
            <a:r>
              <a:rPr lang="en-US" sz="174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|</a:t>
            </a:r>
            <a:r>
              <a:rPr lang="en-US" sz="174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The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732114">
              <a:spcBef>
                <a:spcPts val="484"/>
              </a:spcBef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744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74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sat</a:t>
            </a:r>
            <a:r>
              <a:rPr lang="en-US" sz="174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|</a:t>
            </a:r>
            <a:r>
              <a:rPr lang="en-US" sz="174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The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, cat)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732114">
              <a:spcBef>
                <a:spcPts val="476"/>
              </a:spcBef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744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74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on</a:t>
            </a:r>
            <a:r>
              <a:rPr lang="en-US" sz="174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|</a:t>
            </a:r>
            <a:r>
              <a:rPr lang="en-US" sz="174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The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, cat, sat)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732114">
              <a:spcBef>
                <a:spcPts val="484"/>
              </a:spcBef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744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74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the</a:t>
            </a:r>
            <a:r>
              <a:rPr lang="en-US" sz="174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|</a:t>
            </a:r>
            <a:r>
              <a:rPr lang="en-US" sz="174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The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, cat, sat, on)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732114">
              <a:spcBef>
                <a:spcPts val="484"/>
              </a:spcBef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744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74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mat</a:t>
            </a:r>
            <a:r>
              <a:rPr lang="en-US" sz="174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|</a:t>
            </a:r>
            <a:r>
              <a:rPr lang="en-US" sz="174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The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, cat, sat, on, the)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buFont typeface="Courier New" panose="02070309020205020404" pitchFamily="49" charset="0"/>
              <a:buChar char="o"/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Each word depends on ALL previous words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History grows with sequence length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98A35CC-7B60-4B10-AB67-2772FF9D48F9}"/>
                  </a:ext>
                </a:extLst>
              </p14:cNvPr>
              <p14:cNvContentPartPr/>
              <p14:nvPr/>
            </p14:nvContentPartPr>
            <p14:xfrm>
              <a:off x="1775880" y="1146240"/>
              <a:ext cx="6675120" cy="4115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98A35CC-7B60-4B10-AB67-2772FF9D48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66520" y="1136880"/>
                <a:ext cx="6693840" cy="413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>
            <a:spLocks noGrp="1"/>
          </p:cNvSpPr>
          <p:nvPr>
            <p:ph type="title"/>
          </p:nvPr>
        </p:nvSpPr>
        <p:spPr>
          <a:xfrm>
            <a:off x="151138" y="252479"/>
            <a:ext cx="8256790" cy="41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537" b="1" dirty="0">
                <a:solidFill>
                  <a:srgbClr val="FFFFFF"/>
                </a:solidFill>
              </a:rPr>
              <a:t>M</a:t>
            </a:r>
            <a:r>
              <a:rPr lang="en-US" sz="2537" b="1" cap="small" dirty="0">
                <a:solidFill>
                  <a:srgbClr val="FFFFFF"/>
                </a:solidFill>
              </a:rPr>
              <a:t>arkov</a:t>
            </a:r>
            <a:r>
              <a:rPr lang="en-US" sz="2537" b="1" dirty="0">
                <a:solidFill>
                  <a:srgbClr val="FFFFFF"/>
                </a:solidFill>
              </a:rPr>
              <a:t> A</a:t>
            </a:r>
            <a:r>
              <a:rPr lang="en-US" sz="2537" b="1" cap="small" dirty="0">
                <a:solidFill>
                  <a:srgbClr val="FFFFFF"/>
                </a:solidFill>
              </a:rPr>
              <a:t>ssumption</a:t>
            </a:r>
            <a:endParaRPr sz="2537" b="1" dirty="0"/>
          </a:p>
        </p:txBody>
      </p:sp>
      <p:sp>
        <p:nvSpPr>
          <p:cNvPr id="221" name="Google Shape;221;p10"/>
          <p:cNvSpPr txBox="1"/>
          <p:nvPr/>
        </p:nvSpPr>
        <p:spPr>
          <a:xfrm>
            <a:off x="1022314" y="1934780"/>
            <a:ext cx="4698888" cy="73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292043" indent="-271903"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Simplification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Limit the context window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292043" indent="-271903">
              <a:spcBef>
                <a:spcPts val="768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First-order Markov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Only immediate past matters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3252745" y="2884666"/>
            <a:ext cx="3185919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60423"/>
            <a:r>
              <a:rPr lang="en-US" sz="1665" i="1" dirty="0"/>
              <a:t>P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 dirty="0" err="1"/>
              <a:t>x</a:t>
            </a:r>
            <a:r>
              <a:rPr lang="en-US" sz="1665" i="1" baseline="-25000" dirty="0" err="1"/>
              <a:t>t</a:t>
            </a:r>
            <a:r>
              <a:rPr lang="en-US" sz="1665" i="1" baseline="-25000" dirty="0"/>
              <a:t> </a:t>
            </a:r>
            <a:r>
              <a:rPr lang="en-US" sz="1903" dirty="0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665" i="1" dirty="0"/>
              <a:t>x</a:t>
            </a:r>
            <a:r>
              <a:rPr lang="en-US" sz="1665" baseline="-25000" dirty="0"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903" i="1" dirty="0"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665" i="1" dirty="0" err="1"/>
              <a:t>x</a:t>
            </a:r>
            <a:r>
              <a:rPr lang="en-US" sz="1665" i="1" baseline="-25000" dirty="0" err="1"/>
              <a:t>t</a:t>
            </a:r>
            <a:r>
              <a:rPr lang="en-US" sz="1665" i="1" baseline="-25000" dirty="0"/>
              <a:t> </a:t>
            </a:r>
            <a:r>
              <a:rPr lang="en-US" sz="1903" baseline="-25000" dirty="0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665" baseline="-25000" dirty="0"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903" dirty="0"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1665" i="1" dirty="0"/>
              <a:t>P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 dirty="0" err="1"/>
              <a:t>x</a:t>
            </a:r>
            <a:r>
              <a:rPr lang="en-US" sz="1665" i="1" baseline="-25000" dirty="0" err="1"/>
              <a:t>t</a:t>
            </a:r>
            <a:r>
              <a:rPr lang="en-US" sz="1665" i="1" baseline="-25000" dirty="0"/>
              <a:t> </a:t>
            </a:r>
            <a:r>
              <a:rPr lang="en-US" sz="1903" dirty="0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665" i="1" dirty="0" err="1"/>
              <a:t>x</a:t>
            </a:r>
            <a:r>
              <a:rPr lang="en-US" sz="1665" i="1" baseline="-25000" dirty="0" err="1"/>
              <a:t>t</a:t>
            </a:r>
            <a:r>
              <a:rPr lang="en-US" sz="1665" i="1" baseline="-25000" dirty="0"/>
              <a:t> </a:t>
            </a:r>
            <a:r>
              <a:rPr lang="en-US" sz="1903" baseline="-25000" dirty="0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665" baseline="-25000" dirty="0"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)</a:t>
            </a:r>
            <a:endParaRPr sz="1903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8278925" y="2908746"/>
            <a:ext cx="305136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/>
            <a:r>
              <a:rPr lang="en-US" sz="1665">
                <a:latin typeface="Tahoma"/>
                <a:ea typeface="Tahoma"/>
                <a:cs typeface="Tahoma"/>
                <a:sym typeface="Tahoma"/>
              </a:rPr>
              <a:t>(3)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1022315" y="3440487"/>
            <a:ext cx="3743199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92043" indent="-271903">
              <a:buFont typeface="Courier New" panose="02070309020205020404" pitchFamily="49" charset="0"/>
              <a:buChar char="o"/>
            </a:pPr>
            <a:r>
              <a:rPr lang="en-US" sz="1665" i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-</a:t>
            </a:r>
            <a:r>
              <a:rPr lang="en-US" sz="1665" dirty="0" err="1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th</a:t>
            </a: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 order Markov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Last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steps matter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2793251" y="3948146"/>
            <a:ext cx="4319734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60423"/>
            <a:r>
              <a:rPr lang="en-US" sz="1665" i="1" dirty="0"/>
              <a:t>P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 dirty="0" err="1"/>
              <a:t>x</a:t>
            </a:r>
            <a:r>
              <a:rPr lang="en-US" sz="1665" i="1" baseline="-25000" dirty="0" err="1"/>
              <a:t>t</a:t>
            </a:r>
            <a:r>
              <a:rPr lang="en-US" sz="1665" i="1" baseline="-25000" dirty="0"/>
              <a:t> </a:t>
            </a:r>
            <a:r>
              <a:rPr lang="en-US" sz="1903" dirty="0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665" i="1" dirty="0"/>
              <a:t>x</a:t>
            </a:r>
            <a:r>
              <a:rPr lang="en-US" sz="1665" baseline="-25000" dirty="0"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903" i="1" dirty="0"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665" i="1" dirty="0" err="1"/>
              <a:t>x</a:t>
            </a:r>
            <a:r>
              <a:rPr lang="en-US" sz="1665" i="1" baseline="-25000" dirty="0" err="1"/>
              <a:t>t</a:t>
            </a:r>
            <a:r>
              <a:rPr lang="en-US" sz="1665" i="1" baseline="-25000" dirty="0"/>
              <a:t> </a:t>
            </a:r>
            <a:r>
              <a:rPr lang="en-US" sz="1903" baseline="-25000" dirty="0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665" baseline="-25000" dirty="0"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903" dirty="0"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1665" i="1" dirty="0"/>
              <a:t>P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 dirty="0" err="1"/>
              <a:t>x</a:t>
            </a:r>
            <a:r>
              <a:rPr lang="en-US" sz="1665" i="1" baseline="-25000" dirty="0" err="1"/>
              <a:t>t</a:t>
            </a:r>
            <a:r>
              <a:rPr lang="en-US" sz="1665" i="1" baseline="-25000" dirty="0"/>
              <a:t> </a:t>
            </a:r>
            <a:r>
              <a:rPr lang="en-US" sz="1903" dirty="0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665" i="1" dirty="0" err="1"/>
              <a:t>x</a:t>
            </a:r>
            <a:r>
              <a:rPr lang="en-US" sz="1665" i="1" baseline="-25000" dirty="0" err="1"/>
              <a:t>t</a:t>
            </a:r>
            <a:r>
              <a:rPr lang="en-US" sz="1665" i="1" baseline="-25000" dirty="0"/>
              <a:t> </a:t>
            </a:r>
            <a:r>
              <a:rPr lang="en-US" sz="1903" baseline="-25000" dirty="0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665" i="1" baseline="-25000" dirty="0"/>
              <a:t>k </a:t>
            </a:r>
            <a:r>
              <a:rPr lang="en-US" sz="1903" i="1" dirty="0"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665" i="1" dirty="0" err="1"/>
              <a:t>x</a:t>
            </a:r>
            <a:r>
              <a:rPr lang="en-US" sz="1665" i="1" baseline="-25000" dirty="0" err="1"/>
              <a:t>t</a:t>
            </a:r>
            <a:r>
              <a:rPr lang="en-US" sz="1665" i="1" baseline="-25000" dirty="0"/>
              <a:t> </a:t>
            </a:r>
            <a:r>
              <a:rPr lang="en-US" sz="1903" baseline="-25000" dirty="0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665" baseline="-25000" dirty="0"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)</a:t>
            </a:r>
            <a:endParaRPr sz="1903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8278925" y="3972229"/>
            <a:ext cx="305136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/>
            <a:r>
              <a:rPr lang="en-US" sz="1665">
                <a:latin typeface="Tahoma"/>
                <a:ea typeface="Tahoma"/>
                <a:cs typeface="Tahoma"/>
                <a:sym typeface="Tahoma"/>
              </a:rPr>
              <a:t>(4)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1022315" y="4412865"/>
            <a:ext cx="5718020" cy="72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92043" marR="8056" indent="-271903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Advantage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Fixed-size context, tractable computation</a:t>
            </a:r>
          </a:p>
          <a:p>
            <a:pPr marL="292043" marR="8056" indent="-271903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Disadvantage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May lose important long-term dependencies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0916DE1-0A0F-467A-8BCE-B1E108EFAB93}"/>
                  </a:ext>
                </a:extLst>
              </p14:cNvPr>
              <p14:cNvContentPartPr/>
              <p14:nvPr/>
            </p14:nvContentPartPr>
            <p14:xfrm>
              <a:off x="1947240" y="706320"/>
              <a:ext cx="4596120" cy="4491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0916DE1-0A0F-467A-8BCE-B1E108EFAB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37880" y="696960"/>
                <a:ext cx="4614840" cy="4509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 txBox="1">
            <a:spLocks noGrp="1"/>
          </p:cNvSpPr>
          <p:nvPr>
            <p:ph type="title"/>
          </p:nvPr>
        </p:nvSpPr>
        <p:spPr>
          <a:xfrm>
            <a:off x="151138" y="380496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M</a:t>
            </a:r>
            <a:r>
              <a:rPr lang="en-US" b="1" cap="small" dirty="0">
                <a:solidFill>
                  <a:srgbClr val="FFFFFF"/>
                </a:solidFill>
              </a:rPr>
              <a:t>arkov</a:t>
            </a:r>
            <a:r>
              <a:rPr lang="en-US" b="1" dirty="0">
                <a:solidFill>
                  <a:srgbClr val="FFFFFF"/>
                </a:solidFill>
              </a:rPr>
              <a:t> A</a:t>
            </a:r>
            <a:r>
              <a:rPr lang="en-US" b="1" cap="small" dirty="0">
                <a:solidFill>
                  <a:srgbClr val="FFFFFF"/>
                </a:solidFill>
              </a:rPr>
              <a:t>ssumption</a:t>
            </a:r>
            <a:r>
              <a:rPr lang="en-US" b="1" dirty="0">
                <a:solidFill>
                  <a:srgbClr val="FFFFFF"/>
                </a:solidFill>
              </a:rPr>
              <a:t>: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endParaRPr b="1" dirty="0"/>
          </a:p>
        </p:txBody>
      </p:sp>
      <p:sp>
        <p:nvSpPr>
          <p:cNvPr id="241" name="Google Shape;241;p11"/>
          <p:cNvSpPr txBox="1"/>
          <p:nvPr/>
        </p:nvSpPr>
        <p:spPr>
          <a:xfrm>
            <a:off x="961891" y="1600803"/>
            <a:ext cx="6477377" cy="4065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352466" marR="3049335" indent="-271903" algn="just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Sequence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”The cat sat on the”</a:t>
            </a:r>
          </a:p>
          <a:p>
            <a:pPr marL="352466" marR="3049335" indent="-271903" algn="just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Predict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Next word (e.g., ”mat”)</a:t>
            </a:r>
          </a:p>
          <a:p>
            <a:pPr marL="352466" marR="3049335" indent="-271903" algn="just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First-order Markov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(bigram):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1550852" algn="ctr">
              <a:spcBef>
                <a:spcPts val="1951"/>
              </a:spcBef>
            </a:pP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66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mat</a:t>
            </a:r>
            <a:r>
              <a:rPr lang="en-US" sz="166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|</a:t>
            </a:r>
            <a:r>
              <a:rPr lang="en-US" sz="166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The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, cat, sat, on, the)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≈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66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mat</a:t>
            </a:r>
            <a:r>
              <a:rPr lang="en-US" sz="166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|</a:t>
            </a:r>
            <a:r>
              <a:rPr lang="en-US" sz="166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the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>
              <a:spcBef>
                <a:spcPts val="127"/>
              </a:spcBef>
            </a:pP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52466" indent="-271903"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Second-order Markov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(trigram):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1550852" algn="ctr">
              <a:spcBef>
                <a:spcPts val="1951"/>
              </a:spcBef>
            </a:pP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66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mat</a:t>
            </a:r>
            <a:r>
              <a:rPr lang="en-US" sz="166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|</a:t>
            </a:r>
            <a:r>
              <a:rPr lang="en-US" sz="166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The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, cat, sat, on, the)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≈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66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mat</a:t>
            </a:r>
            <a:r>
              <a:rPr lang="en-US" sz="166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|</a:t>
            </a:r>
            <a:r>
              <a:rPr lang="en-US" sz="166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on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, the)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52466" indent="-271903">
              <a:spcBef>
                <a:spcPts val="1998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Key insight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98186" indent="-271903">
              <a:spcBef>
                <a:spcPts val="626"/>
              </a:spcBef>
              <a:buFont typeface="Arial" panose="020B0604020202020204" pitchFamily="34" charset="0"/>
              <a:buChar char="•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Fixed context window (1 or 2 words)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98186" indent="-271903">
              <a:spcBef>
                <a:spcPts val="341"/>
              </a:spcBef>
              <a:buFont typeface="Arial" panose="020B0604020202020204" pitchFamily="34" charset="0"/>
              <a:buChar char="•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Ignores earlier words like ”cat” and ”sat”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98186" indent="-271903">
              <a:spcBef>
                <a:spcPts val="341"/>
              </a:spcBef>
              <a:buFont typeface="Arial" panose="020B0604020202020204" pitchFamily="34" charset="0"/>
              <a:buChar char="•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Computationally efficient but limited expressiveness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1D7E59-B6E4-4524-9A4E-FDF4EAC2FCD5}"/>
                  </a:ext>
                </a:extLst>
              </p14:cNvPr>
              <p14:cNvContentPartPr/>
              <p14:nvPr/>
            </p14:nvContentPartPr>
            <p14:xfrm>
              <a:off x="4523760" y="939600"/>
              <a:ext cx="3383640" cy="4278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1D7E59-B6E4-4524-9A4E-FDF4EAC2FC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4400" y="930240"/>
                <a:ext cx="3402360" cy="429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"/>
          <p:cNvSpPr txBox="1">
            <a:spLocks noGrp="1"/>
          </p:cNvSpPr>
          <p:nvPr>
            <p:ph type="title"/>
          </p:nvPr>
        </p:nvSpPr>
        <p:spPr>
          <a:xfrm>
            <a:off x="151138" y="40792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L</a:t>
            </a:r>
            <a:r>
              <a:rPr lang="en-US" b="1" cap="small" dirty="0">
                <a:solidFill>
                  <a:srgbClr val="FFFFFF"/>
                </a:solidFill>
              </a:rPr>
              <a:t>atent</a:t>
            </a:r>
            <a:r>
              <a:rPr lang="en-US" b="1" dirty="0">
                <a:solidFill>
                  <a:srgbClr val="FFFFFF"/>
                </a:solidFill>
              </a:rPr>
              <a:t> V</a:t>
            </a:r>
            <a:r>
              <a:rPr lang="en-US" b="1" cap="small" dirty="0">
                <a:solidFill>
                  <a:srgbClr val="FFFFFF"/>
                </a:solidFill>
              </a:rPr>
              <a:t>ariable</a:t>
            </a:r>
            <a:r>
              <a:rPr lang="en-US" b="1" dirty="0">
                <a:solidFill>
                  <a:srgbClr val="FFFFFF"/>
                </a:solidFill>
              </a:rPr>
              <a:t> M</a:t>
            </a:r>
            <a:r>
              <a:rPr lang="en-US" b="1" cap="small" dirty="0">
                <a:solidFill>
                  <a:srgbClr val="FFFFFF"/>
                </a:solidFill>
              </a:rPr>
              <a:t>odels</a:t>
            </a:r>
            <a:endParaRPr b="1" dirty="0"/>
          </a:p>
        </p:txBody>
      </p:sp>
      <p:sp>
        <p:nvSpPr>
          <p:cNvPr id="257" name="Google Shape;257;p12"/>
          <p:cNvSpPr txBox="1"/>
          <p:nvPr/>
        </p:nvSpPr>
        <p:spPr>
          <a:xfrm>
            <a:off x="1022315" y="1907277"/>
            <a:ext cx="559616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92043" indent="-271903"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Alternative approach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Summarize past with a hidden state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3264045" y="2643665"/>
            <a:ext cx="3078547" cy="732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555" rIns="0" bIns="0" anchor="t" anchorCtr="0">
            <a:spAutoFit/>
          </a:bodyPr>
          <a:lstStyle/>
          <a:p>
            <a:pPr marL="1568978"/>
            <a:r>
              <a:rPr lang="en-US" sz="1665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665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US" sz="1665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—</a:t>
            </a:r>
            <a:r>
              <a:rPr lang="en-US" sz="1665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1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</a:t>
            </a:r>
            <a:endParaRPr sz="190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60423">
              <a:spcBef>
                <a:spcPts val="476"/>
              </a:spcBef>
            </a:pP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665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|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1665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1</a:t>
            </a:r>
            <a:r>
              <a:rPr lang="en-US" sz="1903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. . . , </a:t>
            </a:r>
            <a:r>
              <a:rPr lang="en-US" sz="1665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—</a:t>
            </a:r>
            <a:r>
              <a:rPr lang="en-US" sz="1665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1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 =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665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|</a:t>
            </a:r>
            <a:r>
              <a:rPr lang="en-US" sz="1665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</a:t>
            </a:r>
            <a:endParaRPr sz="190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8278925" y="2638848"/>
            <a:ext cx="305136" cy="73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20141"/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(5)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20141">
              <a:spcBef>
                <a:spcPts val="768"/>
              </a:spcBef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(6)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982033" y="3515946"/>
            <a:ext cx="5507548" cy="1937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718" rIns="0" bIns="0" anchor="t" anchorCtr="0">
            <a:spAutoFit/>
          </a:bodyPr>
          <a:lstStyle/>
          <a:p>
            <a:pPr marL="332325" indent="-271903"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Key insight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1665" baseline="3000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665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is a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latent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(hidden) variable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baseline="3000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Contains compressed summary of history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baseline="3000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Fixed-size representation regardless of sequence length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baseline="3000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Updated recursively at each time step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32325" indent="-271903">
              <a:spcBef>
                <a:spcPts val="801"/>
              </a:spcBef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This is the foundation of RNNs!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>
            <a:spLocks noGrp="1"/>
          </p:cNvSpPr>
          <p:nvPr>
            <p:ph type="title"/>
          </p:nvPr>
        </p:nvSpPr>
        <p:spPr>
          <a:xfrm>
            <a:off x="151138" y="380495"/>
            <a:ext cx="8256790" cy="41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537" b="1" dirty="0">
                <a:solidFill>
                  <a:srgbClr val="FFFFFF"/>
                </a:solidFill>
              </a:rPr>
              <a:t>L</a:t>
            </a:r>
            <a:r>
              <a:rPr lang="en-US" sz="2537" b="1" cap="small" dirty="0">
                <a:solidFill>
                  <a:srgbClr val="FFFFFF"/>
                </a:solidFill>
              </a:rPr>
              <a:t>atent</a:t>
            </a:r>
            <a:r>
              <a:rPr lang="en-US" sz="2537" b="1" dirty="0">
                <a:solidFill>
                  <a:srgbClr val="FFFFFF"/>
                </a:solidFill>
              </a:rPr>
              <a:t> V</a:t>
            </a:r>
            <a:r>
              <a:rPr lang="en-US" sz="2537" b="1" cap="small" dirty="0">
                <a:solidFill>
                  <a:srgbClr val="FFFFFF"/>
                </a:solidFill>
              </a:rPr>
              <a:t>ariable</a:t>
            </a:r>
            <a:r>
              <a:rPr lang="en-US" sz="2537" b="1" dirty="0">
                <a:solidFill>
                  <a:srgbClr val="FFFFFF"/>
                </a:solidFill>
              </a:rPr>
              <a:t> M</a:t>
            </a:r>
            <a:r>
              <a:rPr lang="en-US" sz="2537" b="1" cap="small" dirty="0">
                <a:solidFill>
                  <a:srgbClr val="FFFFFF"/>
                </a:solidFill>
              </a:rPr>
              <a:t>odels</a:t>
            </a:r>
            <a:r>
              <a:rPr lang="en-US" sz="2537" b="1" dirty="0">
                <a:solidFill>
                  <a:srgbClr val="FFFFFF"/>
                </a:solidFill>
              </a:rPr>
              <a:t>: E</a:t>
            </a:r>
            <a:r>
              <a:rPr lang="en-US" sz="2537" b="1" cap="small" dirty="0">
                <a:solidFill>
                  <a:srgbClr val="FFFFFF"/>
                </a:solidFill>
              </a:rPr>
              <a:t>xample</a:t>
            </a:r>
            <a:endParaRPr sz="2537" b="1" dirty="0"/>
          </a:p>
        </p:txBody>
      </p:sp>
      <p:pic>
        <p:nvPicPr>
          <p:cNvPr id="278" name="Google Shape;27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7809282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title"/>
          </p:nvPr>
        </p:nvSpPr>
        <p:spPr>
          <a:xfrm>
            <a:off x="151138" y="462791"/>
            <a:ext cx="8256790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2220" b="1" dirty="0">
                <a:solidFill>
                  <a:srgbClr val="FFFFFF"/>
                </a:solidFill>
              </a:rPr>
              <a:t>N</a:t>
            </a:r>
            <a:r>
              <a:rPr lang="en-US" sz="2220" b="1" cap="small" dirty="0">
                <a:solidFill>
                  <a:srgbClr val="FFFFFF"/>
                </a:solidFill>
              </a:rPr>
              <a:t>umerical</a:t>
            </a:r>
            <a:r>
              <a:rPr lang="en-US" sz="2220" b="1" dirty="0">
                <a:solidFill>
                  <a:srgbClr val="FFFFFF"/>
                </a:solidFill>
              </a:rPr>
              <a:t> E</a:t>
            </a:r>
            <a:r>
              <a:rPr lang="en-US" sz="2220" b="1" cap="small" dirty="0">
                <a:solidFill>
                  <a:srgbClr val="FFFFFF"/>
                </a:solidFill>
              </a:rPr>
              <a:t>xample</a:t>
            </a:r>
            <a:r>
              <a:rPr lang="en-US" sz="2220" b="1" dirty="0">
                <a:solidFill>
                  <a:srgbClr val="FFFFFF"/>
                </a:solidFill>
              </a:rPr>
              <a:t>: T</a:t>
            </a:r>
            <a:r>
              <a:rPr lang="en-US" sz="2220" b="1" cap="small" dirty="0">
                <a:solidFill>
                  <a:srgbClr val="FFFFFF"/>
                </a:solidFill>
              </a:rPr>
              <a:t>emperature</a:t>
            </a:r>
            <a:r>
              <a:rPr lang="en-US" sz="2220" b="1" dirty="0">
                <a:solidFill>
                  <a:srgbClr val="FFFFFF"/>
                </a:solidFill>
              </a:rPr>
              <a:t> F</a:t>
            </a:r>
            <a:r>
              <a:rPr lang="en-US" sz="2220" b="1" cap="small" dirty="0">
                <a:solidFill>
                  <a:srgbClr val="FFFFFF"/>
                </a:solidFill>
              </a:rPr>
              <a:t>orecasting</a:t>
            </a:r>
            <a:r>
              <a:rPr lang="en-US" sz="2220" b="1" dirty="0">
                <a:solidFill>
                  <a:srgbClr val="FFFFFF"/>
                </a:solidFill>
              </a:rPr>
              <a:t> - S</a:t>
            </a:r>
            <a:r>
              <a:rPr lang="en-US" sz="2220" b="1" cap="small" dirty="0">
                <a:solidFill>
                  <a:srgbClr val="FFFFFF"/>
                </a:solidFill>
              </a:rPr>
              <a:t>etup</a:t>
            </a:r>
            <a:endParaRPr sz="2220" b="1" dirty="0"/>
          </a:p>
        </p:txBody>
      </p:sp>
      <p:sp>
        <p:nvSpPr>
          <p:cNvPr id="288" name="Google Shape;288;p14"/>
          <p:cNvSpPr txBox="1"/>
          <p:nvPr/>
        </p:nvSpPr>
        <p:spPr>
          <a:xfrm>
            <a:off x="921609" y="1633456"/>
            <a:ext cx="5966602" cy="388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41" rIns="0" bIns="0" anchor="t" anchorCtr="0">
            <a:spAutoFit/>
          </a:bodyPr>
          <a:lstStyle/>
          <a:p>
            <a:pPr marL="392748" marR="676734" indent="-271903">
              <a:lnSpc>
                <a:spcPct val="125899"/>
              </a:lnSpc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Task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Predict tomorrow’s temperature (regression)</a:t>
            </a:r>
          </a:p>
          <a:p>
            <a:pPr marL="392748" marR="676734" indent="-271903">
              <a:lnSpc>
                <a:spcPct val="125899"/>
              </a:lnSpc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Observed sequence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20</a:t>
            </a:r>
            <a:r>
              <a:rPr lang="en-US" sz="1665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◦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22</a:t>
            </a:r>
            <a:r>
              <a:rPr lang="en-US" sz="1665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◦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25</a:t>
            </a:r>
            <a:r>
              <a:rPr lang="en-US" sz="1665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◦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24</a:t>
            </a:r>
            <a:r>
              <a:rPr lang="en-US" sz="1665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◦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21</a:t>
            </a:r>
            <a:r>
              <a:rPr lang="en-US" sz="1665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◦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  <a:p>
            <a:pPr marL="392748" marR="676734" indent="-271903">
              <a:lnSpc>
                <a:spcPct val="125899"/>
              </a:lnSpc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Approach 1: Autoregressive (First-order)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638467" indent="-271903">
              <a:spcBef>
                <a:spcPts val="619"/>
              </a:spcBef>
              <a:buFont typeface="Arial" panose="020B0604020202020204" pitchFamily="34" charset="0"/>
              <a:buChar char="•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Linear relationship learned from data: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>
              <a:spcBef>
                <a:spcPts val="24"/>
              </a:spcBef>
            </a:pP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2398785" algn="ctr"/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</a:t>
            </a:r>
            <a:r>
              <a:rPr lang="en-US" sz="1665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+1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α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·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+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β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638467" indent="-271903">
              <a:spcBef>
                <a:spcPts val="2030"/>
              </a:spcBef>
              <a:buFont typeface="Arial" panose="020B0604020202020204" pitchFamily="34" charset="0"/>
              <a:buChar char="•"/>
            </a:pPr>
            <a:r>
              <a:rPr lang="en-US" sz="1665" baseline="3000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From historical data, we learned: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>
              <a:spcBef>
                <a:spcPts val="24"/>
              </a:spcBef>
            </a:pP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2409862" algn="ctr"/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α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0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.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8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,	β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4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.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0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638467" indent="-271903">
              <a:spcBef>
                <a:spcPts val="2030"/>
              </a:spcBef>
              <a:buFont typeface="Arial" panose="020B0604020202020204" pitchFamily="34" charset="0"/>
              <a:buChar char="•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Example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If today is 25</a:t>
            </a:r>
            <a:r>
              <a:rPr lang="en-US" sz="1665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◦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>
              <a:spcBef>
                <a:spcPts val="24"/>
              </a:spcBef>
            </a:pP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2397778" algn="ctr"/>
            <a:r>
              <a:rPr lang="en-US" sz="1665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tomorrow</a:t>
            </a:r>
            <a:r>
              <a:rPr lang="en-US" sz="1665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0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.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8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25 + 4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.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0 = 24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.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0</a:t>
            </a:r>
            <a:r>
              <a:rPr lang="en-US" sz="1665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◦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"/>
          <p:cNvSpPr txBox="1">
            <a:spLocks noGrp="1"/>
          </p:cNvSpPr>
          <p:nvPr>
            <p:ph type="title"/>
          </p:nvPr>
        </p:nvSpPr>
        <p:spPr>
          <a:xfrm>
            <a:off x="151138" y="298199"/>
            <a:ext cx="8256790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2220" b="1" dirty="0">
                <a:solidFill>
                  <a:srgbClr val="FFFFFF"/>
                </a:solidFill>
              </a:rPr>
              <a:t>T</a:t>
            </a:r>
            <a:r>
              <a:rPr lang="en-US" sz="2220" b="1" cap="small" dirty="0">
                <a:solidFill>
                  <a:srgbClr val="FFFFFF"/>
                </a:solidFill>
              </a:rPr>
              <a:t>emperature</a:t>
            </a:r>
            <a:r>
              <a:rPr lang="en-US" sz="2220" b="1" dirty="0">
                <a:solidFill>
                  <a:srgbClr val="FFFFFF"/>
                </a:solidFill>
              </a:rPr>
              <a:t> F</a:t>
            </a:r>
            <a:r>
              <a:rPr lang="en-US" sz="2220" b="1" cap="small" dirty="0">
                <a:solidFill>
                  <a:srgbClr val="FFFFFF"/>
                </a:solidFill>
              </a:rPr>
              <a:t>orecasting</a:t>
            </a:r>
            <a:r>
              <a:rPr lang="en-US" sz="2220" b="1" dirty="0">
                <a:solidFill>
                  <a:srgbClr val="FFFFFF"/>
                </a:solidFill>
              </a:rPr>
              <a:t> - A</a:t>
            </a:r>
            <a:r>
              <a:rPr lang="en-US" sz="2220" b="1" cap="small" dirty="0">
                <a:solidFill>
                  <a:srgbClr val="FFFFFF"/>
                </a:solidFill>
              </a:rPr>
              <a:t>utoregressive</a:t>
            </a:r>
            <a:r>
              <a:rPr lang="en-US" sz="2220" b="1" dirty="0">
                <a:solidFill>
                  <a:srgbClr val="FFFFFF"/>
                </a:solidFill>
              </a:rPr>
              <a:t> P</a:t>
            </a:r>
            <a:r>
              <a:rPr lang="en-US" sz="2220" b="1" cap="small" dirty="0">
                <a:solidFill>
                  <a:srgbClr val="FFFFFF"/>
                </a:solidFill>
              </a:rPr>
              <a:t>rediction</a:t>
            </a:r>
            <a:endParaRPr sz="2220" b="1" dirty="0"/>
          </a:p>
        </p:txBody>
      </p:sp>
      <p:sp>
        <p:nvSpPr>
          <p:cNvPr id="306" name="Google Shape;306;p15"/>
          <p:cNvSpPr txBox="1"/>
          <p:nvPr/>
        </p:nvSpPr>
        <p:spPr>
          <a:xfrm>
            <a:off x="982032" y="1939978"/>
            <a:ext cx="4354519" cy="322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41" rIns="0" bIns="0" anchor="t" anchorCtr="0">
            <a:spAutoFit/>
          </a:bodyPr>
          <a:lstStyle/>
          <a:p>
            <a:pPr marL="332325" marR="261832" indent="-271903">
              <a:lnSpc>
                <a:spcPct val="121100"/>
              </a:lnSpc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Sequence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20</a:t>
            </a:r>
            <a:r>
              <a:rPr lang="en-US" sz="1903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◦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903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22</a:t>
            </a:r>
            <a:r>
              <a:rPr lang="en-US" sz="1903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◦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903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25</a:t>
            </a:r>
            <a:r>
              <a:rPr lang="en-US" sz="1903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◦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903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24</a:t>
            </a:r>
            <a:r>
              <a:rPr lang="en-US" sz="1903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◦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903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21</a:t>
            </a:r>
            <a:r>
              <a:rPr lang="en-US" sz="1903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◦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</a:t>
            </a:r>
          </a:p>
          <a:p>
            <a:pPr marL="332325" marR="261832" indent="-271903">
              <a:lnSpc>
                <a:spcPct val="121100"/>
              </a:lnSpc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Model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</a:t>
            </a:r>
            <a:r>
              <a:rPr lang="en-US" sz="1903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+</a:t>
            </a:r>
            <a:r>
              <a:rPr lang="en-US" sz="1665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1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0</a:t>
            </a:r>
            <a:r>
              <a:rPr lang="en-US" sz="1903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8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·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+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4</a:t>
            </a:r>
            <a:r>
              <a:rPr lang="en-US" sz="1903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0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32325" indent="-271903">
              <a:spcBef>
                <a:spcPts val="579"/>
              </a:spcBef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Predict next day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(day 6):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81"/>
              </a:spcBef>
              <a:buFont typeface="Courier New" panose="02070309020205020404" pitchFamily="49" charset="0"/>
              <a:buChar char="o"/>
            </a:pP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Last observation: </a:t>
            </a:r>
            <a:r>
              <a:rPr lang="en-US" sz="1507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5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21</a:t>
            </a:r>
            <a:r>
              <a:rPr lang="en-US" sz="1903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◦</a:t>
            </a:r>
            <a:r>
              <a:rPr lang="en-US" sz="1507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sz="150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8045" indent="-271903">
              <a:spcBef>
                <a:spcPts val="56"/>
              </a:spcBef>
              <a:buFont typeface="Courier New" panose="02070309020205020404" pitchFamily="49" charset="0"/>
              <a:buChar char="o"/>
            </a:pPr>
            <a:r>
              <a:rPr lang="en-US" sz="1427" baseline="3000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Prediction: </a:t>
            </a:r>
            <a:r>
              <a:rPr lang="en-US" sz="1507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6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0</a:t>
            </a:r>
            <a:r>
              <a:rPr lang="en-US" sz="1744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.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8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21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+ 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4</a:t>
            </a:r>
            <a:r>
              <a:rPr lang="en-US" sz="1744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.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0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20</a:t>
            </a:r>
            <a:r>
              <a:rPr lang="en-US" sz="1744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.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8</a:t>
            </a:r>
            <a:r>
              <a:rPr lang="en-US" sz="1903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◦</a:t>
            </a:r>
            <a:r>
              <a:rPr lang="en-US" sz="1507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sz="150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32325" indent="-271903">
              <a:spcBef>
                <a:spcPts val="611"/>
              </a:spcBef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Multi-step ahead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(day 7, using predicted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6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271903" marR="813694" indent="-271903" algn="r">
              <a:spcBef>
                <a:spcPts val="389"/>
              </a:spcBef>
              <a:buFont typeface="Courier New" panose="02070309020205020404" pitchFamily="49" charset="0"/>
              <a:buChar char="o"/>
            </a:pPr>
            <a:r>
              <a:rPr lang="en-US" sz="1507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7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0</a:t>
            </a:r>
            <a:r>
              <a:rPr lang="en-US" sz="1744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.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8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20</a:t>
            </a:r>
            <a:r>
              <a:rPr lang="en-US" sz="1744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.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8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+ 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4</a:t>
            </a:r>
            <a:r>
              <a:rPr lang="en-US" sz="1744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.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0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20</a:t>
            </a:r>
            <a:r>
              <a:rPr lang="en-US" sz="1744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.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64</a:t>
            </a:r>
            <a:r>
              <a:rPr lang="en-US" sz="1903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◦</a:t>
            </a:r>
            <a:r>
              <a:rPr lang="en-US" sz="1507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sz="150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71903" marR="756290" indent="-271903" algn="r">
              <a:spcBef>
                <a:spcPts val="611"/>
              </a:spcBef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Limitation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Only uses immediate past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Cannot capture weekly/seasonal patterns</a:t>
            </a:r>
            <a:endParaRPr sz="150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Error accumulates in multi-step predictions</a:t>
            </a:r>
            <a:endParaRPr sz="150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"/>
          <p:cNvSpPr txBox="1">
            <a:spLocks noGrp="1"/>
          </p:cNvSpPr>
          <p:nvPr>
            <p:ph type="title"/>
          </p:nvPr>
        </p:nvSpPr>
        <p:spPr>
          <a:xfrm>
            <a:off x="151138" y="499367"/>
            <a:ext cx="8256790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2220" b="1" dirty="0">
                <a:solidFill>
                  <a:srgbClr val="FFFFFF"/>
                </a:solidFill>
              </a:rPr>
              <a:t>T</a:t>
            </a:r>
            <a:r>
              <a:rPr lang="en-US" sz="2220" b="1" cap="small" dirty="0">
                <a:solidFill>
                  <a:srgbClr val="FFFFFF"/>
                </a:solidFill>
              </a:rPr>
              <a:t>emperature</a:t>
            </a:r>
            <a:r>
              <a:rPr lang="en-US" sz="2220" b="1" dirty="0">
                <a:solidFill>
                  <a:srgbClr val="FFFFFF"/>
                </a:solidFill>
              </a:rPr>
              <a:t> F</a:t>
            </a:r>
            <a:r>
              <a:rPr lang="en-US" sz="2220" b="1" cap="small" dirty="0">
                <a:solidFill>
                  <a:srgbClr val="FFFFFF"/>
                </a:solidFill>
              </a:rPr>
              <a:t>orecasting</a:t>
            </a:r>
            <a:r>
              <a:rPr lang="en-US" sz="2220" b="1" dirty="0">
                <a:solidFill>
                  <a:srgbClr val="FFFFFF"/>
                </a:solidFill>
              </a:rPr>
              <a:t> - L</a:t>
            </a:r>
            <a:r>
              <a:rPr lang="en-US" sz="2220" b="1" cap="small" dirty="0">
                <a:solidFill>
                  <a:srgbClr val="FFFFFF"/>
                </a:solidFill>
              </a:rPr>
              <a:t>atent</a:t>
            </a:r>
            <a:r>
              <a:rPr lang="en-US" sz="2220" b="1" dirty="0">
                <a:solidFill>
                  <a:srgbClr val="FFFFFF"/>
                </a:solidFill>
              </a:rPr>
              <a:t> V</a:t>
            </a:r>
            <a:r>
              <a:rPr lang="en-US" sz="2220" b="1" cap="small" dirty="0">
                <a:solidFill>
                  <a:srgbClr val="FFFFFF"/>
                </a:solidFill>
              </a:rPr>
              <a:t>ariable</a:t>
            </a:r>
            <a:r>
              <a:rPr lang="en-US" sz="2220" b="1" dirty="0">
                <a:solidFill>
                  <a:srgbClr val="FFFFFF"/>
                </a:solidFill>
              </a:rPr>
              <a:t> M</a:t>
            </a:r>
            <a:r>
              <a:rPr lang="en-US" sz="2220" b="1" cap="small" dirty="0">
                <a:solidFill>
                  <a:srgbClr val="FFFFFF"/>
                </a:solidFill>
              </a:rPr>
              <a:t>odel</a:t>
            </a:r>
            <a:endParaRPr sz="2220" b="1" dirty="0"/>
          </a:p>
        </p:txBody>
      </p:sp>
      <p:pic>
        <p:nvPicPr>
          <p:cNvPr id="324" name="Google Shape;32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596" y="1544065"/>
            <a:ext cx="8256806" cy="4457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8"/>
          <p:cNvSpPr txBox="1">
            <a:spLocks noGrp="1"/>
          </p:cNvSpPr>
          <p:nvPr>
            <p:ph type="title"/>
          </p:nvPr>
        </p:nvSpPr>
        <p:spPr>
          <a:xfrm>
            <a:off x="151138" y="252480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R</a:t>
            </a:r>
            <a:r>
              <a:rPr lang="en-US" b="1" cap="small" dirty="0">
                <a:solidFill>
                  <a:srgbClr val="FFFFFF"/>
                </a:solidFill>
              </a:rPr>
              <a:t>ecurrent</a:t>
            </a:r>
            <a:r>
              <a:rPr lang="en-US" b="1" dirty="0">
                <a:solidFill>
                  <a:srgbClr val="FFFFFF"/>
                </a:solidFill>
              </a:rPr>
              <a:t> N</a:t>
            </a:r>
            <a:r>
              <a:rPr lang="en-US" b="1" cap="small" dirty="0">
                <a:solidFill>
                  <a:srgbClr val="FFFFFF"/>
                </a:solidFill>
              </a:rPr>
              <a:t>eural</a:t>
            </a:r>
            <a:r>
              <a:rPr lang="en-US" b="1" dirty="0">
                <a:solidFill>
                  <a:srgbClr val="FFFFFF"/>
                </a:solidFill>
              </a:rPr>
              <a:t> N</a:t>
            </a:r>
            <a:r>
              <a:rPr lang="en-US" b="1" cap="small" dirty="0">
                <a:solidFill>
                  <a:srgbClr val="FFFFFF"/>
                </a:solidFill>
              </a:rPr>
              <a:t>etwork</a:t>
            </a:r>
            <a:r>
              <a:rPr lang="en-US" b="1" dirty="0">
                <a:solidFill>
                  <a:srgbClr val="FFFFFF"/>
                </a:solidFill>
              </a:rPr>
              <a:t> (RNN)</a:t>
            </a:r>
            <a:endParaRPr b="1" dirty="0"/>
          </a:p>
        </p:txBody>
      </p:sp>
      <p:grpSp>
        <p:nvGrpSpPr>
          <p:cNvPr id="353" name="Google Shape;353;p18"/>
          <p:cNvGrpSpPr/>
          <p:nvPr/>
        </p:nvGrpSpPr>
        <p:grpSpPr>
          <a:xfrm>
            <a:off x="490350" y="1830712"/>
            <a:ext cx="8234748" cy="775932"/>
            <a:chOff x="309193" y="614616"/>
            <a:chExt cx="5192466" cy="489268"/>
          </a:xfrm>
        </p:grpSpPr>
        <p:sp>
          <p:nvSpPr>
            <p:cNvPr id="354" name="Google Shape;354;p18"/>
            <p:cNvSpPr/>
            <p:nvPr/>
          </p:nvSpPr>
          <p:spPr>
            <a:xfrm>
              <a:off x="309193" y="614616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pic>
          <p:nvPicPr>
            <p:cNvPr id="355" name="Google Shape;355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808837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1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002283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989583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658850"/>
              <a:ext cx="50800" cy="3434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18"/>
            <p:cNvSpPr/>
            <p:nvPr/>
          </p:nvSpPr>
          <p:spPr>
            <a:xfrm>
              <a:off x="309193" y="853127"/>
              <a:ext cx="5142230" cy="200025"/>
            </a:xfrm>
            <a:custGeom>
              <a:avLst/>
              <a:gdLst/>
              <a:ahLst/>
              <a:cxnLst/>
              <a:rect l="l" t="t" r="r" b="b"/>
              <a:pathLst>
                <a:path w="5142230" h="20002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49156"/>
                  </a:lnTo>
                  <a:lnTo>
                    <a:pt x="4008" y="168880"/>
                  </a:lnTo>
                  <a:lnTo>
                    <a:pt x="14922" y="185033"/>
                  </a:lnTo>
                  <a:lnTo>
                    <a:pt x="31075" y="195947"/>
                  </a:lnTo>
                  <a:lnTo>
                    <a:pt x="50800" y="199956"/>
                  </a:lnTo>
                  <a:lnTo>
                    <a:pt x="5090865" y="199956"/>
                  </a:lnTo>
                  <a:lnTo>
                    <a:pt x="5110590" y="195947"/>
                  </a:lnTo>
                  <a:lnTo>
                    <a:pt x="5126743" y="185033"/>
                  </a:lnTo>
                  <a:lnTo>
                    <a:pt x="5137657" y="168880"/>
                  </a:lnTo>
                  <a:lnTo>
                    <a:pt x="5141666" y="149156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360" name="Google Shape;360;p18"/>
            <p:cNvSpPr/>
            <p:nvPr/>
          </p:nvSpPr>
          <p:spPr>
            <a:xfrm>
              <a:off x="5450859" y="696946"/>
              <a:ext cx="0" cy="324485"/>
            </a:xfrm>
            <a:custGeom>
              <a:avLst/>
              <a:gdLst/>
              <a:ahLst/>
              <a:cxnLst/>
              <a:rect l="l" t="t" r="r" b="b"/>
              <a:pathLst>
                <a:path w="120000" h="324484" extrusionOk="0">
                  <a:moveTo>
                    <a:pt x="0" y="324387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361" name="Google Shape;361;p18"/>
            <p:cNvSpPr/>
            <p:nvPr/>
          </p:nvSpPr>
          <p:spPr>
            <a:xfrm>
              <a:off x="5450859" y="6842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362" name="Google Shape;362;p18"/>
            <p:cNvSpPr/>
            <p:nvPr/>
          </p:nvSpPr>
          <p:spPr>
            <a:xfrm>
              <a:off x="5450859" y="6715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363" name="Google Shape;363;p18"/>
            <p:cNvSpPr/>
            <p:nvPr/>
          </p:nvSpPr>
          <p:spPr>
            <a:xfrm>
              <a:off x="5450859" y="6588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5450859" y="639796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365" name="Google Shape;365;p18"/>
          <p:cNvSpPr txBox="1"/>
          <p:nvPr/>
        </p:nvSpPr>
        <p:spPr>
          <a:xfrm>
            <a:off x="550775" y="1720378"/>
            <a:ext cx="5487407" cy="73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599" rIns="0" bIns="0" anchor="t" anchorCtr="0">
            <a:spAutoFit/>
          </a:bodyPr>
          <a:lstStyle/>
          <a:p>
            <a:pPr marL="20141"/>
            <a:r>
              <a:rPr lang="en-US" sz="222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</a:t>
            </a:r>
            <a:r>
              <a:rPr lang="en-US" sz="2220" cap="small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efinition</a:t>
            </a:r>
            <a:endParaRPr sz="222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0141">
              <a:spcBef>
                <a:spcPts val="403"/>
              </a:spcBef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Neural network with loops, allowing information to persist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369" name="Google Shape;369;p18"/>
          <p:cNvSpPr txBox="1"/>
          <p:nvPr/>
        </p:nvSpPr>
        <p:spPr>
          <a:xfrm>
            <a:off x="570917" y="2685132"/>
            <a:ext cx="4193683" cy="239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718" rIns="0" bIns="0" anchor="t" anchorCtr="0">
            <a:spAutoFit/>
          </a:bodyPr>
          <a:lstStyle/>
          <a:p>
            <a:pPr marL="332325" indent="-271903"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Key idea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marR="418931" indent="-271903">
              <a:lnSpc>
                <a:spcPct val="118900"/>
              </a:lnSpc>
              <a:spcBef>
                <a:spcPts val="285"/>
              </a:spcBef>
              <a:buFont typeface="Courier New" panose="02070309020205020404" pitchFamily="49" charset="0"/>
              <a:buChar char="o"/>
            </a:pP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Process sequential data one step at a time</a:t>
            </a:r>
            <a:endParaRPr sz="150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marR="387713" indent="-271903">
              <a:lnSpc>
                <a:spcPct val="118900"/>
              </a:lnSpc>
              <a:buFont typeface="Courier New" panose="02070309020205020404" pitchFamily="49" charset="0"/>
              <a:buChar char="o"/>
            </a:pP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Maintain hidden state that summarizes past information</a:t>
            </a:r>
            <a:endParaRPr sz="150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marR="48338" indent="-271903">
              <a:lnSpc>
                <a:spcPct val="118900"/>
              </a:lnSpc>
              <a:buFont typeface="Courier New" panose="02070309020205020404" pitchFamily="49" charset="0"/>
              <a:buChar char="o"/>
            </a:pP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Same parameters shared across all time steps</a:t>
            </a:r>
            <a:endParaRPr sz="150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32325" indent="-271903" algn="just">
              <a:spcBef>
                <a:spcPts val="793"/>
              </a:spcBef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The loop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Hidden state </a:t>
            </a:r>
            <a:r>
              <a:rPr lang="en-US" sz="1665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feeds back into itself at next time step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grpSp>
        <p:nvGrpSpPr>
          <p:cNvPr id="370" name="Google Shape;370;p18"/>
          <p:cNvGrpSpPr/>
          <p:nvPr/>
        </p:nvGrpSpPr>
        <p:grpSpPr>
          <a:xfrm>
            <a:off x="5727465" y="4000055"/>
            <a:ext cx="685798" cy="685798"/>
            <a:chOff x="3611485" y="1982507"/>
            <a:chExt cx="432434" cy="432434"/>
          </a:xfrm>
        </p:grpSpPr>
        <p:sp>
          <p:nvSpPr>
            <p:cNvPr id="371" name="Google Shape;371;p18"/>
            <p:cNvSpPr/>
            <p:nvPr/>
          </p:nvSpPr>
          <p:spPr>
            <a:xfrm>
              <a:off x="3611485" y="198250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 extrusionOk="0">
                  <a:moveTo>
                    <a:pt x="216002" y="0"/>
                  </a:moveTo>
                  <a:lnTo>
                    <a:pt x="166474" y="5704"/>
                  </a:lnTo>
                  <a:lnTo>
                    <a:pt x="121009" y="21954"/>
                  </a:lnTo>
                  <a:lnTo>
                    <a:pt x="80903" y="47452"/>
                  </a:lnTo>
                  <a:lnTo>
                    <a:pt x="47452" y="80903"/>
                  </a:lnTo>
                  <a:lnTo>
                    <a:pt x="21954" y="121009"/>
                  </a:lnTo>
                  <a:lnTo>
                    <a:pt x="5704" y="166474"/>
                  </a:lnTo>
                  <a:lnTo>
                    <a:pt x="0" y="216002"/>
                  </a:lnTo>
                  <a:lnTo>
                    <a:pt x="5704" y="265529"/>
                  </a:lnTo>
                  <a:lnTo>
                    <a:pt x="21954" y="310994"/>
                  </a:lnTo>
                  <a:lnTo>
                    <a:pt x="47452" y="351100"/>
                  </a:lnTo>
                  <a:lnTo>
                    <a:pt x="80903" y="384551"/>
                  </a:lnTo>
                  <a:lnTo>
                    <a:pt x="121009" y="410049"/>
                  </a:lnTo>
                  <a:lnTo>
                    <a:pt x="166474" y="426299"/>
                  </a:lnTo>
                  <a:lnTo>
                    <a:pt x="216002" y="432004"/>
                  </a:lnTo>
                  <a:lnTo>
                    <a:pt x="265529" y="426299"/>
                  </a:lnTo>
                  <a:lnTo>
                    <a:pt x="310994" y="410049"/>
                  </a:lnTo>
                  <a:lnTo>
                    <a:pt x="351100" y="384551"/>
                  </a:lnTo>
                  <a:lnTo>
                    <a:pt x="384551" y="351100"/>
                  </a:lnTo>
                  <a:lnTo>
                    <a:pt x="410049" y="310994"/>
                  </a:lnTo>
                  <a:lnTo>
                    <a:pt x="426299" y="265529"/>
                  </a:lnTo>
                  <a:lnTo>
                    <a:pt x="432004" y="216002"/>
                  </a:lnTo>
                  <a:lnTo>
                    <a:pt x="426299" y="166474"/>
                  </a:lnTo>
                  <a:lnTo>
                    <a:pt x="410049" y="121009"/>
                  </a:lnTo>
                  <a:lnTo>
                    <a:pt x="384551" y="80903"/>
                  </a:lnTo>
                  <a:lnTo>
                    <a:pt x="351100" y="47452"/>
                  </a:lnTo>
                  <a:lnTo>
                    <a:pt x="310994" y="21954"/>
                  </a:lnTo>
                  <a:lnTo>
                    <a:pt x="265529" y="5704"/>
                  </a:lnTo>
                  <a:lnTo>
                    <a:pt x="216002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3611485" y="198250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 extrusionOk="0">
                  <a:moveTo>
                    <a:pt x="432004" y="216002"/>
                  </a:moveTo>
                  <a:lnTo>
                    <a:pt x="426299" y="166474"/>
                  </a:lnTo>
                  <a:lnTo>
                    <a:pt x="410049" y="121009"/>
                  </a:lnTo>
                  <a:lnTo>
                    <a:pt x="384551" y="80903"/>
                  </a:lnTo>
                  <a:lnTo>
                    <a:pt x="351100" y="47452"/>
                  </a:lnTo>
                  <a:lnTo>
                    <a:pt x="310994" y="21954"/>
                  </a:lnTo>
                  <a:lnTo>
                    <a:pt x="265529" y="5704"/>
                  </a:lnTo>
                  <a:lnTo>
                    <a:pt x="216002" y="0"/>
                  </a:lnTo>
                  <a:lnTo>
                    <a:pt x="166474" y="5704"/>
                  </a:lnTo>
                  <a:lnTo>
                    <a:pt x="121009" y="21954"/>
                  </a:lnTo>
                  <a:lnTo>
                    <a:pt x="80903" y="47452"/>
                  </a:lnTo>
                  <a:lnTo>
                    <a:pt x="47452" y="80903"/>
                  </a:lnTo>
                  <a:lnTo>
                    <a:pt x="21954" y="121009"/>
                  </a:lnTo>
                  <a:lnTo>
                    <a:pt x="5704" y="166474"/>
                  </a:lnTo>
                  <a:lnTo>
                    <a:pt x="0" y="216002"/>
                  </a:lnTo>
                  <a:lnTo>
                    <a:pt x="5704" y="265529"/>
                  </a:lnTo>
                  <a:lnTo>
                    <a:pt x="21954" y="310994"/>
                  </a:lnTo>
                  <a:lnTo>
                    <a:pt x="47452" y="351100"/>
                  </a:lnTo>
                  <a:lnTo>
                    <a:pt x="80903" y="384551"/>
                  </a:lnTo>
                  <a:lnTo>
                    <a:pt x="121009" y="410049"/>
                  </a:lnTo>
                  <a:lnTo>
                    <a:pt x="166474" y="426299"/>
                  </a:lnTo>
                  <a:lnTo>
                    <a:pt x="216002" y="432004"/>
                  </a:lnTo>
                  <a:lnTo>
                    <a:pt x="265529" y="426299"/>
                  </a:lnTo>
                  <a:lnTo>
                    <a:pt x="310994" y="410049"/>
                  </a:lnTo>
                  <a:lnTo>
                    <a:pt x="351100" y="384551"/>
                  </a:lnTo>
                  <a:lnTo>
                    <a:pt x="384551" y="351100"/>
                  </a:lnTo>
                  <a:lnTo>
                    <a:pt x="410049" y="310994"/>
                  </a:lnTo>
                  <a:lnTo>
                    <a:pt x="426299" y="265529"/>
                  </a:lnTo>
                  <a:lnTo>
                    <a:pt x="432004" y="216002"/>
                  </a:lnTo>
                  <a:close/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373" name="Google Shape;373;p18"/>
          <p:cNvSpPr txBox="1"/>
          <p:nvPr/>
        </p:nvSpPr>
        <p:spPr>
          <a:xfrm>
            <a:off x="5815180" y="4184031"/>
            <a:ext cx="510574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/>
            <a:r>
              <a:rPr lang="en-US" sz="1665">
                <a:latin typeface="Tahoma"/>
                <a:ea typeface="Tahoma"/>
                <a:cs typeface="Tahoma"/>
                <a:sym typeface="Tahoma"/>
              </a:rPr>
              <a:t>RNN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74" name="Google Shape;374;p18"/>
          <p:cNvGrpSpPr/>
          <p:nvPr/>
        </p:nvGrpSpPr>
        <p:grpSpPr>
          <a:xfrm>
            <a:off x="6007367" y="4701293"/>
            <a:ext cx="125881" cy="563917"/>
            <a:chOff x="3787978" y="2424676"/>
            <a:chExt cx="79375" cy="355581"/>
          </a:xfrm>
        </p:grpSpPr>
        <p:sp>
          <p:nvSpPr>
            <p:cNvPr id="375" name="Google Shape;375;p18"/>
            <p:cNvSpPr/>
            <p:nvPr/>
          </p:nvSpPr>
          <p:spPr>
            <a:xfrm>
              <a:off x="3827488" y="2429737"/>
              <a:ext cx="0" cy="350520"/>
            </a:xfrm>
            <a:custGeom>
              <a:avLst/>
              <a:gdLst/>
              <a:ahLst/>
              <a:cxnLst/>
              <a:rect l="l" t="t" r="r" b="b"/>
              <a:pathLst>
                <a:path w="120000" h="350519" extrusionOk="0">
                  <a:moveTo>
                    <a:pt x="0" y="349994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3787978" y="2424676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377" name="Google Shape;377;p18"/>
          <p:cNvSpPr txBox="1"/>
          <p:nvPr/>
        </p:nvSpPr>
        <p:spPr>
          <a:xfrm>
            <a:off x="5917757" y="3070821"/>
            <a:ext cx="281974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60423"/>
            <a:r>
              <a:rPr lang="en-US" sz="1665" i="1"/>
              <a:t>o</a:t>
            </a:r>
            <a:r>
              <a:rPr lang="en-US" sz="1665" i="1" baseline="-25000"/>
              <a:t>t</a:t>
            </a:r>
            <a:endParaRPr sz="1665" baseline="-25000"/>
          </a:p>
        </p:txBody>
      </p:sp>
      <p:grpSp>
        <p:nvGrpSpPr>
          <p:cNvPr id="378" name="Google Shape;378;p18"/>
          <p:cNvGrpSpPr/>
          <p:nvPr/>
        </p:nvGrpSpPr>
        <p:grpSpPr>
          <a:xfrm>
            <a:off x="5054348" y="3428878"/>
            <a:ext cx="1078899" cy="1220032"/>
            <a:chOff x="3187047" y="1622348"/>
            <a:chExt cx="680306" cy="769298"/>
          </a:xfrm>
        </p:grpSpPr>
        <p:sp>
          <p:nvSpPr>
            <p:cNvPr id="379" name="Google Shape;379;p18"/>
            <p:cNvSpPr/>
            <p:nvPr/>
          </p:nvSpPr>
          <p:spPr>
            <a:xfrm>
              <a:off x="3827487" y="1627409"/>
              <a:ext cx="0" cy="350520"/>
            </a:xfrm>
            <a:custGeom>
              <a:avLst/>
              <a:gdLst/>
              <a:ahLst/>
              <a:cxnLst/>
              <a:rect l="l" t="t" r="r" b="b"/>
              <a:pathLst>
                <a:path w="120000" h="350519" extrusionOk="0">
                  <a:moveTo>
                    <a:pt x="0" y="349994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218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3787978" y="1622348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218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3187047" y="2008741"/>
              <a:ext cx="449580" cy="382905"/>
            </a:xfrm>
            <a:custGeom>
              <a:avLst/>
              <a:gdLst/>
              <a:ahLst/>
              <a:cxnLst/>
              <a:rect l="l" t="t" r="r" b="b"/>
              <a:pathLst>
                <a:path w="449579" h="382905" extrusionOk="0">
                  <a:moveTo>
                    <a:pt x="448960" y="79218"/>
                  </a:moveTo>
                  <a:lnTo>
                    <a:pt x="410021" y="58060"/>
                  </a:lnTo>
                  <a:lnTo>
                    <a:pt x="372852" y="40457"/>
                  </a:lnTo>
                  <a:lnTo>
                    <a:pt x="337452" y="26244"/>
                  </a:lnTo>
                  <a:lnTo>
                    <a:pt x="271956" y="7331"/>
                  </a:lnTo>
                  <a:lnTo>
                    <a:pt x="213527" y="0"/>
                  </a:lnTo>
                  <a:lnTo>
                    <a:pt x="186962" y="264"/>
                  </a:lnTo>
                  <a:lnTo>
                    <a:pt x="139127" y="7831"/>
                  </a:lnTo>
                  <a:lnTo>
                    <a:pt x="98349" y="23678"/>
                  </a:lnTo>
                  <a:lnTo>
                    <a:pt x="64623" y="46487"/>
                  </a:lnTo>
                  <a:lnTo>
                    <a:pt x="37944" y="74937"/>
                  </a:lnTo>
                  <a:lnTo>
                    <a:pt x="18308" y="107707"/>
                  </a:lnTo>
                  <a:lnTo>
                    <a:pt x="2049" y="162077"/>
                  </a:lnTo>
                  <a:lnTo>
                    <a:pt x="0" y="199873"/>
                  </a:lnTo>
                  <a:lnTo>
                    <a:pt x="1610" y="218741"/>
                  </a:lnTo>
                  <a:lnTo>
                    <a:pt x="16976" y="273245"/>
                  </a:lnTo>
                  <a:lnTo>
                    <a:pt x="48130" y="321133"/>
                  </a:lnTo>
                  <a:lnTo>
                    <a:pt x="77664" y="347182"/>
                  </a:lnTo>
                  <a:lnTo>
                    <a:pt x="114204" y="366990"/>
                  </a:lnTo>
                  <a:lnTo>
                    <a:pt x="157745" y="379237"/>
                  </a:lnTo>
                  <a:lnTo>
                    <a:pt x="208282" y="382602"/>
                  </a:lnTo>
                  <a:lnTo>
                    <a:pt x="236173" y="380542"/>
                  </a:lnTo>
                  <a:lnTo>
                    <a:pt x="297196" y="368109"/>
                  </a:lnTo>
                  <a:lnTo>
                    <a:pt x="365205" y="343495"/>
                  </a:lnTo>
                  <a:lnTo>
                    <a:pt x="401827" y="326207"/>
                  </a:lnTo>
                  <a:lnTo>
                    <a:pt x="440194" y="305378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3583820" y="2293568"/>
              <a:ext cx="48260" cy="68580"/>
            </a:xfrm>
            <a:custGeom>
              <a:avLst/>
              <a:gdLst/>
              <a:ahLst/>
              <a:cxnLst/>
              <a:rect l="l" t="t" r="r" b="b"/>
              <a:pathLst>
                <a:path w="48260" h="68580" extrusionOk="0">
                  <a:moveTo>
                    <a:pt x="0" y="0"/>
                  </a:moveTo>
                  <a:lnTo>
                    <a:pt x="12689" y="10601"/>
                  </a:lnTo>
                  <a:lnTo>
                    <a:pt x="25089" y="16593"/>
                  </a:lnTo>
                  <a:lnTo>
                    <a:pt x="36896" y="18794"/>
                  </a:lnTo>
                  <a:lnTo>
                    <a:pt x="47804" y="18020"/>
                  </a:lnTo>
                  <a:lnTo>
                    <a:pt x="41680" y="27080"/>
                  </a:lnTo>
                  <a:lnTo>
                    <a:pt x="37682" y="38405"/>
                  </a:lnTo>
                  <a:lnTo>
                    <a:pt x="36671" y="52140"/>
                  </a:lnTo>
                  <a:lnTo>
                    <a:pt x="39507" y="68430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383" name="Google Shape;383;p18"/>
          <p:cNvSpPr txBox="1"/>
          <p:nvPr/>
        </p:nvSpPr>
        <p:spPr>
          <a:xfrm>
            <a:off x="5113570" y="4165482"/>
            <a:ext cx="281974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60423"/>
            <a:r>
              <a:rPr lang="en-US" sz="1665" i="1">
                <a:solidFill>
                  <a:srgbClr val="EC2027"/>
                </a:solidFill>
              </a:rPr>
              <a:t>h</a:t>
            </a:r>
            <a:r>
              <a:rPr lang="en-US" sz="1665" i="1" baseline="-25000">
                <a:solidFill>
                  <a:srgbClr val="EC2027"/>
                </a:solidFill>
              </a:rPr>
              <a:t>t</a:t>
            </a:r>
            <a:endParaRPr sz="1665" baseline="-25000"/>
          </a:p>
        </p:txBody>
      </p:sp>
      <p:sp>
        <p:nvSpPr>
          <p:cNvPr id="384" name="Google Shape;384;p18"/>
          <p:cNvSpPr txBox="1"/>
          <p:nvPr/>
        </p:nvSpPr>
        <p:spPr>
          <a:xfrm>
            <a:off x="6762229" y="4182260"/>
            <a:ext cx="2100703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/>
            <a:r>
              <a:rPr lang="en-US" sz="1665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Recurrent connection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0" name="Google Shape;390;p18"/>
          <p:cNvSpPr txBox="1"/>
          <p:nvPr/>
        </p:nvSpPr>
        <p:spPr>
          <a:xfrm>
            <a:off x="5964103" y="5226542"/>
            <a:ext cx="189325" cy="27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106" rIns="0" bIns="0" anchor="t" anchorCtr="0">
            <a:spAutoFit/>
          </a:bodyPr>
          <a:lstStyle/>
          <a:p>
            <a:pPr marL="20141"/>
            <a:r>
              <a:rPr lang="en-US" sz="1665" i="1"/>
              <a:t>x</a:t>
            </a:r>
            <a:r>
              <a:rPr lang="en-US" sz="1665" i="1" baseline="-25000"/>
              <a:t>t</a:t>
            </a:r>
            <a:endParaRPr sz="1665" baseline="-250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9802AE-DAFD-4AD3-BFA1-D726EA1A2C65}"/>
                  </a:ext>
                </a:extLst>
              </p14:cNvPr>
              <p14:cNvContentPartPr/>
              <p14:nvPr/>
            </p14:nvContentPartPr>
            <p14:xfrm>
              <a:off x="988200" y="3335040"/>
              <a:ext cx="7810200" cy="2277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A9802AE-DAFD-4AD3-BFA1-D726EA1A2C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8840" y="3325680"/>
                <a:ext cx="7828920" cy="2296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9"/>
          <p:cNvSpPr txBox="1">
            <a:spLocks noGrp="1"/>
          </p:cNvSpPr>
          <p:nvPr>
            <p:ph type="title"/>
          </p:nvPr>
        </p:nvSpPr>
        <p:spPr>
          <a:xfrm>
            <a:off x="151138" y="462792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RNN: U</a:t>
            </a:r>
            <a:r>
              <a:rPr lang="en-US" cap="small" dirty="0">
                <a:solidFill>
                  <a:srgbClr val="FFFFFF"/>
                </a:solidFill>
              </a:rPr>
              <a:t>nrolled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omputation</a:t>
            </a:r>
            <a:r>
              <a:rPr lang="en-US" dirty="0">
                <a:solidFill>
                  <a:srgbClr val="FFFFFF"/>
                </a:solidFill>
              </a:rPr>
              <a:t> G</a:t>
            </a:r>
            <a:r>
              <a:rPr lang="en-US" cap="small" dirty="0">
                <a:solidFill>
                  <a:srgbClr val="FFFFFF"/>
                </a:solidFill>
              </a:rPr>
              <a:t>raph</a:t>
            </a:r>
            <a:endParaRPr dirty="0"/>
          </a:p>
        </p:txBody>
      </p:sp>
      <p:grpSp>
        <p:nvGrpSpPr>
          <p:cNvPr id="398" name="Google Shape;398;p19"/>
          <p:cNvGrpSpPr/>
          <p:nvPr/>
        </p:nvGrpSpPr>
        <p:grpSpPr>
          <a:xfrm>
            <a:off x="2706000" y="3204854"/>
            <a:ext cx="514602" cy="514602"/>
            <a:chOff x="1706283" y="1481088"/>
            <a:chExt cx="324485" cy="324485"/>
          </a:xfrm>
        </p:grpSpPr>
        <p:sp>
          <p:nvSpPr>
            <p:cNvPr id="399" name="Google Shape;399;p19"/>
            <p:cNvSpPr/>
            <p:nvPr/>
          </p:nvSpPr>
          <p:spPr>
            <a:xfrm>
              <a:off x="1706283" y="1481088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5" extrusionOk="0">
                  <a:moveTo>
                    <a:pt x="162000" y="0"/>
                  </a:move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5" y="301883"/>
                  </a:lnTo>
                  <a:lnTo>
                    <a:pt x="276552" y="276552"/>
                  </a:lnTo>
                  <a:lnTo>
                    <a:pt x="301883" y="243766"/>
                  </a:lnTo>
                  <a:lnTo>
                    <a:pt x="318214" y="205067"/>
                  </a:lnTo>
                  <a:lnTo>
                    <a:pt x="324001" y="162000"/>
                  </a:lnTo>
                  <a:lnTo>
                    <a:pt x="318214" y="118934"/>
                  </a:lnTo>
                  <a:lnTo>
                    <a:pt x="301883" y="80235"/>
                  </a:lnTo>
                  <a:lnTo>
                    <a:pt x="276552" y="47448"/>
                  </a:lnTo>
                  <a:lnTo>
                    <a:pt x="243765" y="22117"/>
                  </a:lnTo>
                  <a:lnTo>
                    <a:pt x="205067" y="5786"/>
                  </a:lnTo>
                  <a:lnTo>
                    <a:pt x="162000" y="0"/>
                  </a:lnTo>
                  <a:close/>
                </a:path>
              </a:pathLst>
            </a:custGeom>
            <a:solidFill>
              <a:srgbClr val="FBD2D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00" name="Google Shape;400;p19"/>
            <p:cNvSpPr/>
            <p:nvPr/>
          </p:nvSpPr>
          <p:spPr>
            <a:xfrm>
              <a:off x="1706283" y="1481088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5" extrusionOk="0">
                  <a:moveTo>
                    <a:pt x="324001" y="162000"/>
                  </a:moveTo>
                  <a:lnTo>
                    <a:pt x="318214" y="118934"/>
                  </a:lnTo>
                  <a:lnTo>
                    <a:pt x="301883" y="80235"/>
                  </a:lnTo>
                  <a:lnTo>
                    <a:pt x="276552" y="47448"/>
                  </a:lnTo>
                  <a:lnTo>
                    <a:pt x="243765" y="22117"/>
                  </a:lnTo>
                  <a:lnTo>
                    <a:pt x="205067" y="5786"/>
                  </a:lnTo>
                  <a:lnTo>
                    <a:pt x="162000" y="0"/>
                  </a:ln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5" y="301883"/>
                  </a:lnTo>
                  <a:lnTo>
                    <a:pt x="276552" y="276552"/>
                  </a:lnTo>
                  <a:lnTo>
                    <a:pt x="301883" y="243766"/>
                  </a:lnTo>
                  <a:lnTo>
                    <a:pt x="318214" y="205067"/>
                  </a:lnTo>
                  <a:lnTo>
                    <a:pt x="324001" y="1620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401" name="Google Shape;401;p19"/>
          <p:cNvSpPr txBox="1"/>
          <p:nvPr/>
        </p:nvSpPr>
        <p:spPr>
          <a:xfrm>
            <a:off x="2807610" y="3300808"/>
            <a:ext cx="302115" cy="255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60423"/>
            <a:r>
              <a:rPr lang="en-US" sz="1507" i="1"/>
              <a:t>h</a:t>
            </a:r>
            <a:r>
              <a:rPr lang="en-US" sz="1546" baseline="-25000">
                <a:latin typeface="Tahoma"/>
                <a:ea typeface="Tahoma"/>
                <a:cs typeface="Tahoma"/>
                <a:sym typeface="Tahoma"/>
              </a:rPr>
              <a:t>1</a:t>
            </a:r>
            <a:endParaRPr sz="1546" baseline="-25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02" name="Google Shape;402;p19"/>
          <p:cNvGrpSpPr/>
          <p:nvPr/>
        </p:nvGrpSpPr>
        <p:grpSpPr>
          <a:xfrm>
            <a:off x="2754086" y="2225269"/>
            <a:ext cx="417925" cy="2470521"/>
            <a:chOff x="1736604" y="863405"/>
            <a:chExt cx="263525" cy="1557801"/>
          </a:xfrm>
        </p:grpSpPr>
        <p:sp>
          <p:nvSpPr>
            <p:cNvPr id="403" name="Google Shape;403;p19"/>
            <p:cNvSpPr/>
            <p:nvPr/>
          </p:nvSpPr>
          <p:spPr>
            <a:xfrm>
              <a:off x="1738683" y="2161491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4" extrusionOk="0">
                  <a:moveTo>
                    <a:pt x="129600" y="0"/>
                  </a:moveTo>
                  <a:lnTo>
                    <a:pt x="79154" y="10184"/>
                  </a:lnTo>
                  <a:lnTo>
                    <a:pt x="37958" y="37958"/>
                  </a:lnTo>
                  <a:lnTo>
                    <a:pt x="10184" y="79154"/>
                  </a:lnTo>
                  <a:lnTo>
                    <a:pt x="0" y="129600"/>
                  </a:lnTo>
                  <a:lnTo>
                    <a:pt x="10184" y="180047"/>
                  </a:lnTo>
                  <a:lnTo>
                    <a:pt x="37958" y="221242"/>
                  </a:lnTo>
                  <a:lnTo>
                    <a:pt x="79154" y="249017"/>
                  </a:lnTo>
                  <a:lnTo>
                    <a:pt x="129600" y="259201"/>
                  </a:lnTo>
                  <a:lnTo>
                    <a:pt x="180047" y="249017"/>
                  </a:lnTo>
                  <a:lnTo>
                    <a:pt x="221242" y="221242"/>
                  </a:lnTo>
                  <a:lnTo>
                    <a:pt x="249017" y="180047"/>
                  </a:lnTo>
                  <a:lnTo>
                    <a:pt x="259201" y="129600"/>
                  </a:lnTo>
                  <a:lnTo>
                    <a:pt x="249017" y="79154"/>
                  </a:lnTo>
                  <a:lnTo>
                    <a:pt x="221242" y="37958"/>
                  </a:lnTo>
                  <a:lnTo>
                    <a:pt x="180047" y="10184"/>
                  </a:lnTo>
                  <a:lnTo>
                    <a:pt x="129600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04" name="Google Shape;404;p19"/>
            <p:cNvSpPr/>
            <p:nvPr/>
          </p:nvSpPr>
          <p:spPr>
            <a:xfrm>
              <a:off x="1738683" y="2161491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4" extrusionOk="0">
                  <a:moveTo>
                    <a:pt x="259201" y="129600"/>
                  </a:moveTo>
                  <a:lnTo>
                    <a:pt x="249017" y="79154"/>
                  </a:lnTo>
                  <a:lnTo>
                    <a:pt x="221242" y="37958"/>
                  </a:lnTo>
                  <a:lnTo>
                    <a:pt x="180047" y="10184"/>
                  </a:lnTo>
                  <a:lnTo>
                    <a:pt x="129600" y="0"/>
                  </a:lnTo>
                  <a:lnTo>
                    <a:pt x="79154" y="10184"/>
                  </a:lnTo>
                  <a:lnTo>
                    <a:pt x="37958" y="37958"/>
                  </a:lnTo>
                  <a:lnTo>
                    <a:pt x="10184" y="79154"/>
                  </a:lnTo>
                  <a:lnTo>
                    <a:pt x="0" y="129600"/>
                  </a:lnTo>
                  <a:lnTo>
                    <a:pt x="10184" y="180047"/>
                  </a:lnTo>
                  <a:lnTo>
                    <a:pt x="37958" y="221242"/>
                  </a:lnTo>
                  <a:lnTo>
                    <a:pt x="79154" y="249017"/>
                  </a:lnTo>
                  <a:lnTo>
                    <a:pt x="129600" y="259201"/>
                  </a:lnTo>
                  <a:lnTo>
                    <a:pt x="180047" y="249017"/>
                  </a:lnTo>
                  <a:lnTo>
                    <a:pt x="221242" y="221242"/>
                  </a:lnTo>
                  <a:lnTo>
                    <a:pt x="249017" y="180047"/>
                  </a:lnTo>
                  <a:lnTo>
                    <a:pt x="259201" y="1296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05" name="Google Shape;405;p19"/>
            <p:cNvSpPr/>
            <p:nvPr/>
          </p:nvSpPr>
          <p:spPr>
            <a:xfrm>
              <a:off x="1736604" y="863405"/>
              <a:ext cx="263525" cy="263525"/>
            </a:xfrm>
            <a:custGeom>
              <a:avLst/>
              <a:gdLst/>
              <a:ahLst/>
              <a:cxnLst/>
              <a:rect l="l" t="t" r="r" b="b"/>
              <a:pathLst>
                <a:path w="263525" h="263525" extrusionOk="0">
                  <a:moveTo>
                    <a:pt x="131680" y="0"/>
                  </a:moveTo>
                  <a:lnTo>
                    <a:pt x="90058" y="6713"/>
                  </a:lnTo>
                  <a:lnTo>
                    <a:pt x="53911" y="25406"/>
                  </a:lnTo>
                  <a:lnTo>
                    <a:pt x="25406" y="53911"/>
                  </a:lnTo>
                  <a:lnTo>
                    <a:pt x="6713" y="90058"/>
                  </a:lnTo>
                  <a:lnTo>
                    <a:pt x="0" y="131680"/>
                  </a:lnTo>
                  <a:lnTo>
                    <a:pt x="6713" y="173301"/>
                  </a:lnTo>
                  <a:lnTo>
                    <a:pt x="25406" y="209449"/>
                  </a:lnTo>
                  <a:lnTo>
                    <a:pt x="53911" y="237954"/>
                  </a:lnTo>
                  <a:lnTo>
                    <a:pt x="90058" y="256647"/>
                  </a:lnTo>
                  <a:lnTo>
                    <a:pt x="131680" y="263360"/>
                  </a:lnTo>
                  <a:lnTo>
                    <a:pt x="173301" y="256647"/>
                  </a:lnTo>
                  <a:lnTo>
                    <a:pt x="209449" y="237954"/>
                  </a:lnTo>
                  <a:lnTo>
                    <a:pt x="237954" y="209449"/>
                  </a:lnTo>
                  <a:lnTo>
                    <a:pt x="256647" y="173301"/>
                  </a:lnTo>
                  <a:lnTo>
                    <a:pt x="263360" y="131680"/>
                  </a:lnTo>
                  <a:lnTo>
                    <a:pt x="256647" y="90058"/>
                  </a:lnTo>
                  <a:lnTo>
                    <a:pt x="237954" y="53911"/>
                  </a:lnTo>
                  <a:lnTo>
                    <a:pt x="209449" y="25406"/>
                  </a:lnTo>
                  <a:lnTo>
                    <a:pt x="173301" y="6713"/>
                  </a:lnTo>
                  <a:lnTo>
                    <a:pt x="131680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1736604" y="863405"/>
              <a:ext cx="263525" cy="263525"/>
            </a:xfrm>
            <a:custGeom>
              <a:avLst/>
              <a:gdLst/>
              <a:ahLst/>
              <a:cxnLst/>
              <a:rect l="l" t="t" r="r" b="b"/>
              <a:pathLst>
                <a:path w="263525" h="263525" extrusionOk="0">
                  <a:moveTo>
                    <a:pt x="263360" y="131680"/>
                  </a:moveTo>
                  <a:lnTo>
                    <a:pt x="256647" y="90058"/>
                  </a:lnTo>
                  <a:lnTo>
                    <a:pt x="237954" y="53911"/>
                  </a:lnTo>
                  <a:lnTo>
                    <a:pt x="209449" y="25406"/>
                  </a:lnTo>
                  <a:lnTo>
                    <a:pt x="173301" y="6713"/>
                  </a:lnTo>
                  <a:lnTo>
                    <a:pt x="131680" y="0"/>
                  </a:lnTo>
                  <a:lnTo>
                    <a:pt x="90058" y="6713"/>
                  </a:lnTo>
                  <a:lnTo>
                    <a:pt x="53911" y="25406"/>
                  </a:lnTo>
                  <a:lnTo>
                    <a:pt x="25406" y="53911"/>
                  </a:lnTo>
                  <a:lnTo>
                    <a:pt x="6713" y="90058"/>
                  </a:lnTo>
                  <a:lnTo>
                    <a:pt x="0" y="131680"/>
                  </a:lnTo>
                  <a:lnTo>
                    <a:pt x="6713" y="173301"/>
                  </a:lnTo>
                  <a:lnTo>
                    <a:pt x="25406" y="209449"/>
                  </a:lnTo>
                  <a:lnTo>
                    <a:pt x="53911" y="237954"/>
                  </a:lnTo>
                  <a:lnTo>
                    <a:pt x="90058" y="256647"/>
                  </a:lnTo>
                  <a:lnTo>
                    <a:pt x="131680" y="263360"/>
                  </a:lnTo>
                  <a:lnTo>
                    <a:pt x="173301" y="256647"/>
                  </a:lnTo>
                  <a:lnTo>
                    <a:pt x="209449" y="237954"/>
                  </a:lnTo>
                  <a:lnTo>
                    <a:pt x="237954" y="209449"/>
                  </a:lnTo>
                  <a:lnTo>
                    <a:pt x="256647" y="173301"/>
                  </a:lnTo>
                  <a:lnTo>
                    <a:pt x="263360" y="13168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1868284" y="1817491"/>
              <a:ext cx="0" cy="342265"/>
            </a:xfrm>
            <a:custGeom>
              <a:avLst/>
              <a:gdLst/>
              <a:ahLst/>
              <a:cxnLst/>
              <a:rect l="l" t="t" r="r" b="b"/>
              <a:pathLst>
                <a:path w="120000" h="342264" extrusionOk="0">
                  <a:moveTo>
                    <a:pt x="0" y="341723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08" name="Google Shape;408;p19"/>
            <p:cNvSpPr/>
            <p:nvPr/>
          </p:nvSpPr>
          <p:spPr>
            <a:xfrm>
              <a:off x="1828775" y="1812430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409" name="Google Shape;409;p19"/>
          <p:cNvSpPr txBox="1"/>
          <p:nvPr/>
        </p:nvSpPr>
        <p:spPr>
          <a:xfrm>
            <a:off x="2370190" y="3908176"/>
            <a:ext cx="564954" cy="13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60423"/>
            <a:r>
              <a:rPr lang="en-US" sz="714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lang="en-US" sz="714" i="1">
                <a:solidFill>
                  <a:srgbClr val="1B1472"/>
                </a:solidFill>
              </a:rPr>
              <a:t>W</a:t>
            </a:r>
            <a:r>
              <a:rPr lang="en-US" sz="952" i="1" baseline="-25000">
                <a:solidFill>
                  <a:srgbClr val="1B1472"/>
                </a:solidFill>
              </a:rPr>
              <a:t>hx</a:t>
            </a:r>
            <a:endParaRPr sz="952" baseline="-25000"/>
          </a:p>
        </p:txBody>
      </p:sp>
      <p:grpSp>
        <p:nvGrpSpPr>
          <p:cNvPr id="410" name="Google Shape;410;p19"/>
          <p:cNvGrpSpPr/>
          <p:nvPr/>
        </p:nvGrpSpPr>
        <p:grpSpPr>
          <a:xfrm>
            <a:off x="2900261" y="2654577"/>
            <a:ext cx="125881" cy="546797"/>
            <a:chOff x="1828775" y="1134108"/>
            <a:chExt cx="79375" cy="344786"/>
          </a:xfrm>
        </p:grpSpPr>
        <p:sp>
          <p:nvSpPr>
            <p:cNvPr id="411" name="Google Shape;411;p19"/>
            <p:cNvSpPr/>
            <p:nvPr/>
          </p:nvSpPr>
          <p:spPr>
            <a:xfrm>
              <a:off x="1868284" y="1139169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w="120000" h="339725" extrusionOk="0">
                  <a:moveTo>
                    <a:pt x="0" y="339644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218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12" name="Google Shape;412;p19"/>
            <p:cNvSpPr/>
            <p:nvPr/>
          </p:nvSpPr>
          <p:spPr>
            <a:xfrm>
              <a:off x="1828775" y="1134108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218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413" name="Google Shape;413;p19"/>
          <p:cNvSpPr txBox="1"/>
          <p:nvPr/>
        </p:nvSpPr>
        <p:spPr>
          <a:xfrm>
            <a:off x="2370915" y="2830111"/>
            <a:ext cx="568982" cy="13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60423"/>
            <a:r>
              <a:rPr lang="en-US" sz="714">
                <a:solidFill>
                  <a:srgbClr val="218B21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lang="en-US" sz="714" i="1">
                <a:solidFill>
                  <a:srgbClr val="218B21"/>
                </a:solidFill>
              </a:rPr>
              <a:t>W</a:t>
            </a:r>
            <a:r>
              <a:rPr lang="en-US" sz="952" i="1" baseline="-25000">
                <a:solidFill>
                  <a:srgbClr val="218B21"/>
                </a:solidFill>
              </a:rPr>
              <a:t>ho</a:t>
            </a:r>
            <a:endParaRPr sz="952" baseline="-25000"/>
          </a:p>
        </p:txBody>
      </p:sp>
      <p:grpSp>
        <p:nvGrpSpPr>
          <p:cNvPr id="414" name="Google Shape;414;p19"/>
          <p:cNvGrpSpPr/>
          <p:nvPr/>
        </p:nvGrpSpPr>
        <p:grpSpPr>
          <a:xfrm>
            <a:off x="3733670" y="3204854"/>
            <a:ext cx="514602" cy="514602"/>
            <a:chOff x="2354286" y="1481088"/>
            <a:chExt cx="324485" cy="324485"/>
          </a:xfrm>
        </p:grpSpPr>
        <p:sp>
          <p:nvSpPr>
            <p:cNvPr id="415" name="Google Shape;415;p19"/>
            <p:cNvSpPr/>
            <p:nvPr/>
          </p:nvSpPr>
          <p:spPr>
            <a:xfrm>
              <a:off x="2354286" y="1481088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5" extrusionOk="0">
                  <a:moveTo>
                    <a:pt x="162000" y="0"/>
                  </a:move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6" y="301883"/>
                  </a:lnTo>
                  <a:lnTo>
                    <a:pt x="276553" y="276552"/>
                  </a:lnTo>
                  <a:lnTo>
                    <a:pt x="301883" y="243766"/>
                  </a:lnTo>
                  <a:lnTo>
                    <a:pt x="318214" y="205067"/>
                  </a:lnTo>
                  <a:lnTo>
                    <a:pt x="324001" y="162000"/>
                  </a:lnTo>
                  <a:lnTo>
                    <a:pt x="318214" y="118934"/>
                  </a:lnTo>
                  <a:lnTo>
                    <a:pt x="301883" y="80235"/>
                  </a:lnTo>
                  <a:lnTo>
                    <a:pt x="276553" y="47448"/>
                  </a:lnTo>
                  <a:lnTo>
                    <a:pt x="243766" y="22117"/>
                  </a:lnTo>
                  <a:lnTo>
                    <a:pt x="205067" y="5786"/>
                  </a:lnTo>
                  <a:lnTo>
                    <a:pt x="162000" y="0"/>
                  </a:lnTo>
                  <a:close/>
                </a:path>
              </a:pathLst>
            </a:custGeom>
            <a:solidFill>
              <a:srgbClr val="FBD2D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16" name="Google Shape;416;p19"/>
            <p:cNvSpPr/>
            <p:nvPr/>
          </p:nvSpPr>
          <p:spPr>
            <a:xfrm>
              <a:off x="2354286" y="1481088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5" extrusionOk="0">
                  <a:moveTo>
                    <a:pt x="324001" y="162000"/>
                  </a:moveTo>
                  <a:lnTo>
                    <a:pt x="318214" y="118934"/>
                  </a:lnTo>
                  <a:lnTo>
                    <a:pt x="301883" y="80235"/>
                  </a:lnTo>
                  <a:lnTo>
                    <a:pt x="276553" y="47448"/>
                  </a:lnTo>
                  <a:lnTo>
                    <a:pt x="243766" y="22117"/>
                  </a:lnTo>
                  <a:lnTo>
                    <a:pt x="205067" y="5786"/>
                  </a:lnTo>
                  <a:lnTo>
                    <a:pt x="162000" y="0"/>
                  </a:ln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6" y="301883"/>
                  </a:lnTo>
                  <a:lnTo>
                    <a:pt x="276553" y="276552"/>
                  </a:lnTo>
                  <a:lnTo>
                    <a:pt x="301883" y="243766"/>
                  </a:lnTo>
                  <a:lnTo>
                    <a:pt x="318214" y="205067"/>
                  </a:lnTo>
                  <a:lnTo>
                    <a:pt x="324001" y="1620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417" name="Google Shape;417;p19"/>
          <p:cNvSpPr txBox="1"/>
          <p:nvPr/>
        </p:nvSpPr>
        <p:spPr>
          <a:xfrm>
            <a:off x="3835262" y="3300808"/>
            <a:ext cx="302115" cy="255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60423"/>
            <a:r>
              <a:rPr lang="en-US" sz="1507" i="1"/>
              <a:t>h</a:t>
            </a:r>
            <a:r>
              <a:rPr lang="en-US" sz="1546" baseline="-25000">
                <a:latin typeface="Tahoma"/>
                <a:ea typeface="Tahoma"/>
                <a:cs typeface="Tahoma"/>
                <a:sym typeface="Tahoma"/>
              </a:rPr>
              <a:t>2</a:t>
            </a:r>
            <a:endParaRPr sz="1546" baseline="-25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18" name="Google Shape;418;p19"/>
          <p:cNvGrpSpPr/>
          <p:nvPr/>
        </p:nvGrpSpPr>
        <p:grpSpPr>
          <a:xfrm>
            <a:off x="3781756" y="2225269"/>
            <a:ext cx="417925" cy="2470521"/>
            <a:chOff x="2384607" y="863405"/>
            <a:chExt cx="263525" cy="1557801"/>
          </a:xfrm>
        </p:grpSpPr>
        <p:sp>
          <p:nvSpPr>
            <p:cNvPr id="419" name="Google Shape;419;p19"/>
            <p:cNvSpPr/>
            <p:nvPr/>
          </p:nvSpPr>
          <p:spPr>
            <a:xfrm>
              <a:off x="2386686" y="2161491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4" extrusionOk="0">
                  <a:moveTo>
                    <a:pt x="129601" y="0"/>
                  </a:moveTo>
                  <a:lnTo>
                    <a:pt x="79154" y="10184"/>
                  </a:lnTo>
                  <a:lnTo>
                    <a:pt x="37958" y="37958"/>
                  </a:lnTo>
                  <a:lnTo>
                    <a:pt x="10184" y="79154"/>
                  </a:lnTo>
                  <a:lnTo>
                    <a:pt x="0" y="129600"/>
                  </a:lnTo>
                  <a:lnTo>
                    <a:pt x="10184" y="180047"/>
                  </a:lnTo>
                  <a:lnTo>
                    <a:pt x="37958" y="221242"/>
                  </a:lnTo>
                  <a:lnTo>
                    <a:pt x="79154" y="249017"/>
                  </a:lnTo>
                  <a:lnTo>
                    <a:pt x="129601" y="259201"/>
                  </a:lnTo>
                  <a:lnTo>
                    <a:pt x="180048" y="249017"/>
                  </a:lnTo>
                  <a:lnTo>
                    <a:pt x="221243" y="221242"/>
                  </a:lnTo>
                  <a:lnTo>
                    <a:pt x="249017" y="180047"/>
                  </a:lnTo>
                  <a:lnTo>
                    <a:pt x="259202" y="129600"/>
                  </a:lnTo>
                  <a:lnTo>
                    <a:pt x="249017" y="79154"/>
                  </a:lnTo>
                  <a:lnTo>
                    <a:pt x="221243" y="37958"/>
                  </a:lnTo>
                  <a:lnTo>
                    <a:pt x="180048" y="10184"/>
                  </a:lnTo>
                  <a:lnTo>
                    <a:pt x="129601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20" name="Google Shape;420;p19"/>
            <p:cNvSpPr/>
            <p:nvPr/>
          </p:nvSpPr>
          <p:spPr>
            <a:xfrm>
              <a:off x="2386686" y="2161491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4" extrusionOk="0">
                  <a:moveTo>
                    <a:pt x="259202" y="129600"/>
                  </a:moveTo>
                  <a:lnTo>
                    <a:pt x="249017" y="79154"/>
                  </a:lnTo>
                  <a:lnTo>
                    <a:pt x="221243" y="37958"/>
                  </a:lnTo>
                  <a:lnTo>
                    <a:pt x="180048" y="10184"/>
                  </a:lnTo>
                  <a:lnTo>
                    <a:pt x="129601" y="0"/>
                  </a:lnTo>
                  <a:lnTo>
                    <a:pt x="79154" y="10184"/>
                  </a:lnTo>
                  <a:lnTo>
                    <a:pt x="37958" y="37958"/>
                  </a:lnTo>
                  <a:lnTo>
                    <a:pt x="10184" y="79154"/>
                  </a:lnTo>
                  <a:lnTo>
                    <a:pt x="0" y="129600"/>
                  </a:lnTo>
                  <a:lnTo>
                    <a:pt x="10184" y="180047"/>
                  </a:lnTo>
                  <a:lnTo>
                    <a:pt x="37958" y="221242"/>
                  </a:lnTo>
                  <a:lnTo>
                    <a:pt x="79154" y="249017"/>
                  </a:lnTo>
                  <a:lnTo>
                    <a:pt x="129601" y="259201"/>
                  </a:lnTo>
                  <a:lnTo>
                    <a:pt x="180048" y="249017"/>
                  </a:lnTo>
                  <a:lnTo>
                    <a:pt x="221243" y="221242"/>
                  </a:lnTo>
                  <a:lnTo>
                    <a:pt x="249017" y="180047"/>
                  </a:lnTo>
                  <a:lnTo>
                    <a:pt x="259202" y="1296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21" name="Google Shape;421;p19"/>
            <p:cNvSpPr/>
            <p:nvPr/>
          </p:nvSpPr>
          <p:spPr>
            <a:xfrm>
              <a:off x="2384607" y="863405"/>
              <a:ext cx="263525" cy="263525"/>
            </a:xfrm>
            <a:custGeom>
              <a:avLst/>
              <a:gdLst/>
              <a:ahLst/>
              <a:cxnLst/>
              <a:rect l="l" t="t" r="r" b="b"/>
              <a:pathLst>
                <a:path w="263525" h="263525" extrusionOk="0">
                  <a:moveTo>
                    <a:pt x="131680" y="0"/>
                  </a:moveTo>
                  <a:lnTo>
                    <a:pt x="90058" y="6713"/>
                  </a:lnTo>
                  <a:lnTo>
                    <a:pt x="53911" y="25406"/>
                  </a:lnTo>
                  <a:lnTo>
                    <a:pt x="25406" y="53911"/>
                  </a:lnTo>
                  <a:lnTo>
                    <a:pt x="6713" y="90058"/>
                  </a:lnTo>
                  <a:lnTo>
                    <a:pt x="0" y="131680"/>
                  </a:lnTo>
                  <a:lnTo>
                    <a:pt x="6713" y="173301"/>
                  </a:lnTo>
                  <a:lnTo>
                    <a:pt x="25406" y="209449"/>
                  </a:lnTo>
                  <a:lnTo>
                    <a:pt x="53911" y="237954"/>
                  </a:lnTo>
                  <a:lnTo>
                    <a:pt x="90058" y="256647"/>
                  </a:lnTo>
                  <a:lnTo>
                    <a:pt x="131680" y="263360"/>
                  </a:lnTo>
                  <a:lnTo>
                    <a:pt x="173301" y="256647"/>
                  </a:lnTo>
                  <a:lnTo>
                    <a:pt x="209449" y="237954"/>
                  </a:lnTo>
                  <a:lnTo>
                    <a:pt x="237954" y="209449"/>
                  </a:lnTo>
                  <a:lnTo>
                    <a:pt x="256647" y="173301"/>
                  </a:lnTo>
                  <a:lnTo>
                    <a:pt x="263360" y="131680"/>
                  </a:lnTo>
                  <a:lnTo>
                    <a:pt x="256647" y="90058"/>
                  </a:lnTo>
                  <a:lnTo>
                    <a:pt x="237954" y="53911"/>
                  </a:lnTo>
                  <a:lnTo>
                    <a:pt x="209449" y="25406"/>
                  </a:lnTo>
                  <a:lnTo>
                    <a:pt x="173301" y="6713"/>
                  </a:lnTo>
                  <a:lnTo>
                    <a:pt x="131680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2384607" y="863405"/>
              <a:ext cx="263525" cy="263525"/>
            </a:xfrm>
            <a:custGeom>
              <a:avLst/>
              <a:gdLst/>
              <a:ahLst/>
              <a:cxnLst/>
              <a:rect l="l" t="t" r="r" b="b"/>
              <a:pathLst>
                <a:path w="263525" h="263525" extrusionOk="0">
                  <a:moveTo>
                    <a:pt x="263360" y="131680"/>
                  </a:moveTo>
                  <a:lnTo>
                    <a:pt x="256647" y="90058"/>
                  </a:lnTo>
                  <a:lnTo>
                    <a:pt x="237954" y="53911"/>
                  </a:lnTo>
                  <a:lnTo>
                    <a:pt x="209449" y="25406"/>
                  </a:lnTo>
                  <a:lnTo>
                    <a:pt x="173301" y="6713"/>
                  </a:lnTo>
                  <a:lnTo>
                    <a:pt x="131680" y="0"/>
                  </a:lnTo>
                  <a:lnTo>
                    <a:pt x="90058" y="6713"/>
                  </a:lnTo>
                  <a:lnTo>
                    <a:pt x="53911" y="25406"/>
                  </a:lnTo>
                  <a:lnTo>
                    <a:pt x="25406" y="53911"/>
                  </a:lnTo>
                  <a:lnTo>
                    <a:pt x="6713" y="90058"/>
                  </a:lnTo>
                  <a:lnTo>
                    <a:pt x="0" y="131680"/>
                  </a:lnTo>
                  <a:lnTo>
                    <a:pt x="6713" y="173301"/>
                  </a:lnTo>
                  <a:lnTo>
                    <a:pt x="25406" y="209449"/>
                  </a:lnTo>
                  <a:lnTo>
                    <a:pt x="53911" y="237954"/>
                  </a:lnTo>
                  <a:lnTo>
                    <a:pt x="90058" y="256647"/>
                  </a:lnTo>
                  <a:lnTo>
                    <a:pt x="131680" y="263360"/>
                  </a:lnTo>
                  <a:lnTo>
                    <a:pt x="173301" y="256647"/>
                  </a:lnTo>
                  <a:lnTo>
                    <a:pt x="209449" y="237954"/>
                  </a:lnTo>
                  <a:lnTo>
                    <a:pt x="237954" y="209449"/>
                  </a:lnTo>
                  <a:lnTo>
                    <a:pt x="256647" y="173301"/>
                  </a:lnTo>
                  <a:lnTo>
                    <a:pt x="263360" y="13168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23" name="Google Shape;423;p19"/>
            <p:cNvSpPr/>
            <p:nvPr/>
          </p:nvSpPr>
          <p:spPr>
            <a:xfrm>
              <a:off x="2516284" y="1817491"/>
              <a:ext cx="0" cy="342265"/>
            </a:xfrm>
            <a:custGeom>
              <a:avLst/>
              <a:gdLst/>
              <a:ahLst/>
              <a:cxnLst/>
              <a:rect l="l" t="t" r="r" b="b"/>
              <a:pathLst>
                <a:path w="120000" h="342264" extrusionOk="0">
                  <a:moveTo>
                    <a:pt x="0" y="341723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24" name="Google Shape;424;p19"/>
            <p:cNvSpPr/>
            <p:nvPr/>
          </p:nvSpPr>
          <p:spPr>
            <a:xfrm>
              <a:off x="2476775" y="1812430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425" name="Google Shape;425;p19"/>
          <p:cNvSpPr txBox="1"/>
          <p:nvPr/>
        </p:nvSpPr>
        <p:spPr>
          <a:xfrm>
            <a:off x="3397843" y="3908176"/>
            <a:ext cx="564954" cy="13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60423"/>
            <a:r>
              <a:rPr lang="en-US" sz="714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lang="en-US" sz="714" i="1">
                <a:solidFill>
                  <a:srgbClr val="1B1472"/>
                </a:solidFill>
              </a:rPr>
              <a:t>W</a:t>
            </a:r>
            <a:r>
              <a:rPr lang="en-US" sz="952" i="1" baseline="-25000">
                <a:solidFill>
                  <a:srgbClr val="1B1472"/>
                </a:solidFill>
              </a:rPr>
              <a:t>hx</a:t>
            </a:r>
            <a:endParaRPr sz="952" baseline="-25000"/>
          </a:p>
        </p:txBody>
      </p:sp>
      <p:grpSp>
        <p:nvGrpSpPr>
          <p:cNvPr id="426" name="Google Shape;426;p19"/>
          <p:cNvGrpSpPr/>
          <p:nvPr/>
        </p:nvGrpSpPr>
        <p:grpSpPr>
          <a:xfrm>
            <a:off x="3927928" y="2654577"/>
            <a:ext cx="125881" cy="546797"/>
            <a:chOff x="2476776" y="1134108"/>
            <a:chExt cx="79375" cy="344786"/>
          </a:xfrm>
        </p:grpSpPr>
        <p:sp>
          <p:nvSpPr>
            <p:cNvPr id="427" name="Google Shape;427;p19"/>
            <p:cNvSpPr/>
            <p:nvPr/>
          </p:nvSpPr>
          <p:spPr>
            <a:xfrm>
              <a:off x="2516285" y="1139169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w="120000" h="339725" extrusionOk="0">
                  <a:moveTo>
                    <a:pt x="0" y="339644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218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28" name="Google Shape;428;p19"/>
            <p:cNvSpPr/>
            <p:nvPr/>
          </p:nvSpPr>
          <p:spPr>
            <a:xfrm>
              <a:off x="2476776" y="1134108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218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429" name="Google Shape;429;p19"/>
          <p:cNvSpPr txBox="1"/>
          <p:nvPr/>
        </p:nvSpPr>
        <p:spPr>
          <a:xfrm>
            <a:off x="3398568" y="2830111"/>
            <a:ext cx="568982" cy="13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60423"/>
            <a:r>
              <a:rPr lang="en-US" sz="714">
                <a:solidFill>
                  <a:srgbClr val="218B21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lang="en-US" sz="714" i="1">
                <a:solidFill>
                  <a:srgbClr val="218B21"/>
                </a:solidFill>
              </a:rPr>
              <a:t>W</a:t>
            </a:r>
            <a:r>
              <a:rPr lang="en-US" sz="952" i="1" baseline="-25000">
                <a:solidFill>
                  <a:srgbClr val="218B21"/>
                </a:solidFill>
              </a:rPr>
              <a:t>ho</a:t>
            </a:r>
            <a:endParaRPr sz="952" baseline="-25000"/>
          </a:p>
        </p:txBody>
      </p:sp>
      <p:grpSp>
        <p:nvGrpSpPr>
          <p:cNvPr id="430" name="Google Shape;430;p19"/>
          <p:cNvGrpSpPr/>
          <p:nvPr/>
        </p:nvGrpSpPr>
        <p:grpSpPr>
          <a:xfrm>
            <a:off x="4761342" y="3204854"/>
            <a:ext cx="514602" cy="514602"/>
            <a:chOff x="3002290" y="1481088"/>
            <a:chExt cx="324485" cy="324485"/>
          </a:xfrm>
        </p:grpSpPr>
        <p:sp>
          <p:nvSpPr>
            <p:cNvPr id="431" name="Google Shape;431;p19"/>
            <p:cNvSpPr/>
            <p:nvPr/>
          </p:nvSpPr>
          <p:spPr>
            <a:xfrm>
              <a:off x="3002290" y="1481088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5" extrusionOk="0">
                  <a:moveTo>
                    <a:pt x="162000" y="0"/>
                  </a:move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6" y="301883"/>
                  </a:lnTo>
                  <a:lnTo>
                    <a:pt x="276552" y="276552"/>
                  </a:lnTo>
                  <a:lnTo>
                    <a:pt x="301883" y="243766"/>
                  </a:lnTo>
                  <a:lnTo>
                    <a:pt x="318214" y="205067"/>
                  </a:lnTo>
                  <a:lnTo>
                    <a:pt x="324001" y="162000"/>
                  </a:lnTo>
                  <a:lnTo>
                    <a:pt x="318214" y="118934"/>
                  </a:lnTo>
                  <a:lnTo>
                    <a:pt x="301883" y="80235"/>
                  </a:lnTo>
                  <a:lnTo>
                    <a:pt x="276552" y="47448"/>
                  </a:lnTo>
                  <a:lnTo>
                    <a:pt x="243766" y="22117"/>
                  </a:lnTo>
                  <a:lnTo>
                    <a:pt x="205067" y="5786"/>
                  </a:lnTo>
                  <a:lnTo>
                    <a:pt x="162000" y="0"/>
                  </a:lnTo>
                  <a:close/>
                </a:path>
              </a:pathLst>
            </a:custGeom>
            <a:solidFill>
              <a:srgbClr val="FBD2D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32" name="Google Shape;432;p19"/>
            <p:cNvSpPr/>
            <p:nvPr/>
          </p:nvSpPr>
          <p:spPr>
            <a:xfrm>
              <a:off x="3002290" y="1481088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5" extrusionOk="0">
                  <a:moveTo>
                    <a:pt x="324001" y="162000"/>
                  </a:moveTo>
                  <a:lnTo>
                    <a:pt x="318214" y="118934"/>
                  </a:lnTo>
                  <a:lnTo>
                    <a:pt x="301883" y="80235"/>
                  </a:lnTo>
                  <a:lnTo>
                    <a:pt x="276552" y="47448"/>
                  </a:lnTo>
                  <a:lnTo>
                    <a:pt x="243766" y="22117"/>
                  </a:lnTo>
                  <a:lnTo>
                    <a:pt x="205067" y="5786"/>
                  </a:lnTo>
                  <a:lnTo>
                    <a:pt x="162000" y="0"/>
                  </a:ln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6" y="301883"/>
                  </a:lnTo>
                  <a:lnTo>
                    <a:pt x="276552" y="276552"/>
                  </a:lnTo>
                  <a:lnTo>
                    <a:pt x="301883" y="243766"/>
                  </a:lnTo>
                  <a:lnTo>
                    <a:pt x="318214" y="205067"/>
                  </a:lnTo>
                  <a:lnTo>
                    <a:pt x="324001" y="1620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433" name="Google Shape;433;p19"/>
          <p:cNvSpPr txBox="1"/>
          <p:nvPr/>
        </p:nvSpPr>
        <p:spPr>
          <a:xfrm>
            <a:off x="4862935" y="3299741"/>
            <a:ext cx="302115" cy="255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60423"/>
            <a:r>
              <a:rPr lang="en-US" sz="1507" i="1"/>
              <a:t>h</a:t>
            </a:r>
            <a:r>
              <a:rPr lang="en-US" sz="1546" baseline="-25000">
                <a:latin typeface="Tahoma"/>
                <a:ea typeface="Tahoma"/>
                <a:cs typeface="Tahoma"/>
                <a:sym typeface="Tahoma"/>
              </a:rPr>
              <a:t>3</a:t>
            </a:r>
            <a:endParaRPr sz="1546" baseline="-25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34" name="Google Shape;434;p19"/>
          <p:cNvGrpSpPr/>
          <p:nvPr/>
        </p:nvGrpSpPr>
        <p:grpSpPr>
          <a:xfrm>
            <a:off x="4809428" y="2225269"/>
            <a:ext cx="417925" cy="2470521"/>
            <a:chOff x="3032611" y="863405"/>
            <a:chExt cx="263525" cy="1557801"/>
          </a:xfrm>
        </p:grpSpPr>
        <p:sp>
          <p:nvSpPr>
            <p:cNvPr id="435" name="Google Shape;435;p19"/>
            <p:cNvSpPr/>
            <p:nvPr/>
          </p:nvSpPr>
          <p:spPr>
            <a:xfrm>
              <a:off x="3034690" y="2161491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4" extrusionOk="0">
                  <a:moveTo>
                    <a:pt x="129601" y="0"/>
                  </a:moveTo>
                  <a:lnTo>
                    <a:pt x="79154" y="10184"/>
                  </a:lnTo>
                  <a:lnTo>
                    <a:pt x="37958" y="37958"/>
                  </a:lnTo>
                  <a:lnTo>
                    <a:pt x="10184" y="79154"/>
                  </a:lnTo>
                  <a:lnTo>
                    <a:pt x="0" y="129600"/>
                  </a:lnTo>
                  <a:lnTo>
                    <a:pt x="10184" y="180047"/>
                  </a:lnTo>
                  <a:lnTo>
                    <a:pt x="37958" y="221242"/>
                  </a:lnTo>
                  <a:lnTo>
                    <a:pt x="79154" y="249017"/>
                  </a:lnTo>
                  <a:lnTo>
                    <a:pt x="129601" y="259201"/>
                  </a:lnTo>
                  <a:lnTo>
                    <a:pt x="180048" y="249017"/>
                  </a:lnTo>
                  <a:lnTo>
                    <a:pt x="221243" y="221242"/>
                  </a:lnTo>
                  <a:lnTo>
                    <a:pt x="249017" y="180047"/>
                  </a:lnTo>
                  <a:lnTo>
                    <a:pt x="259202" y="129600"/>
                  </a:lnTo>
                  <a:lnTo>
                    <a:pt x="249017" y="79154"/>
                  </a:lnTo>
                  <a:lnTo>
                    <a:pt x="221243" y="37958"/>
                  </a:lnTo>
                  <a:lnTo>
                    <a:pt x="180048" y="10184"/>
                  </a:lnTo>
                  <a:lnTo>
                    <a:pt x="129601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36" name="Google Shape;436;p19"/>
            <p:cNvSpPr/>
            <p:nvPr/>
          </p:nvSpPr>
          <p:spPr>
            <a:xfrm>
              <a:off x="3034690" y="2161491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4" extrusionOk="0">
                  <a:moveTo>
                    <a:pt x="259202" y="129600"/>
                  </a:moveTo>
                  <a:lnTo>
                    <a:pt x="249017" y="79154"/>
                  </a:lnTo>
                  <a:lnTo>
                    <a:pt x="221243" y="37958"/>
                  </a:lnTo>
                  <a:lnTo>
                    <a:pt x="180048" y="10184"/>
                  </a:lnTo>
                  <a:lnTo>
                    <a:pt x="129601" y="0"/>
                  </a:lnTo>
                  <a:lnTo>
                    <a:pt x="79154" y="10184"/>
                  </a:lnTo>
                  <a:lnTo>
                    <a:pt x="37958" y="37958"/>
                  </a:lnTo>
                  <a:lnTo>
                    <a:pt x="10184" y="79154"/>
                  </a:lnTo>
                  <a:lnTo>
                    <a:pt x="0" y="129600"/>
                  </a:lnTo>
                  <a:lnTo>
                    <a:pt x="10184" y="180047"/>
                  </a:lnTo>
                  <a:lnTo>
                    <a:pt x="37958" y="221242"/>
                  </a:lnTo>
                  <a:lnTo>
                    <a:pt x="79154" y="249017"/>
                  </a:lnTo>
                  <a:lnTo>
                    <a:pt x="129601" y="259201"/>
                  </a:lnTo>
                  <a:lnTo>
                    <a:pt x="180048" y="249017"/>
                  </a:lnTo>
                  <a:lnTo>
                    <a:pt x="221243" y="221242"/>
                  </a:lnTo>
                  <a:lnTo>
                    <a:pt x="249017" y="180047"/>
                  </a:lnTo>
                  <a:lnTo>
                    <a:pt x="259202" y="1296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37" name="Google Shape;437;p19"/>
            <p:cNvSpPr/>
            <p:nvPr/>
          </p:nvSpPr>
          <p:spPr>
            <a:xfrm>
              <a:off x="3032611" y="863405"/>
              <a:ext cx="263525" cy="263525"/>
            </a:xfrm>
            <a:custGeom>
              <a:avLst/>
              <a:gdLst/>
              <a:ahLst/>
              <a:cxnLst/>
              <a:rect l="l" t="t" r="r" b="b"/>
              <a:pathLst>
                <a:path w="263525" h="263525" extrusionOk="0">
                  <a:moveTo>
                    <a:pt x="131680" y="0"/>
                  </a:moveTo>
                  <a:lnTo>
                    <a:pt x="90058" y="6713"/>
                  </a:lnTo>
                  <a:lnTo>
                    <a:pt x="53911" y="25406"/>
                  </a:lnTo>
                  <a:lnTo>
                    <a:pt x="25406" y="53911"/>
                  </a:lnTo>
                  <a:lnTo>
                    <a:pt x="6713" y="90058"/>
                  </a:lnTo>
                  <a:lnTo>
                    <a:pt x="0" y="131680"/>
                  </a:lnTo>
                  <a:lnTo>
                    <a:pt x="6713" y="173301"/>
                  </a:lnTo>
                  <a:lnTo>
                    <a:pt x="25406" y="209449"/>
                  </a:lnTo>
                  <a:lnTo>
                    <a:pt x="53911" y="237954"/>
                  </a:lnTo>
                  <a:lnTo>
                    <a:pt x="90058" y="256647"/>
                  </a:lnTo>
                  <a:lnTo>
                    <a:pt x="131680" y="263360"/>
                  </a:lnTo>
                  <a:lnTo>
                    <a:pt x="173301" y="256647"/>
                  </a:lnTo>
                  <a:lnTo>
                    <a:pt x="209449" y="237954"/>
                  </a:lnTo>
                  <a:lnTo>
                    <a:pt x="237954" y="209449"/>
                  </a:lnTo>
                  <a:lnTo>
                    <a:pt x="256647" y="173301"/>
                  </a:lnTo>
                  <a:lnTo>
                    <a:pt x="263360" y="131680"/>
                  </a:lnTo>
                  <a:lnTo>
                    <a:pt x="256647" y="90058"/>
                  </a:lnTo>
                  <a:lnTo>
                    <a:pt x="237954" y="53911"/>
                  </a:lnTo>
                  <a:lnTo>
                    <a:pt x="209449" y="25406"/>
                  </a:lnTo>
                  <a:lnTo>
                    <a:pt x="173301" y="6713"/>
                  </a:lnTo>
                  <a:lnTo>
                    <a:pt x="131680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38" name="Google Shape;438;p19"/>
            <p:cNvSpPr/>
            <p:nvPr/>
          </p:nvSpPr>
          <p:spPr>
            <a:xfrm>
              <a:off x="3032611" y="863405"/>
              <a:ext cx="263525" cy="263525"/>
            </a:xfrm>
            <a:custGeom>
              <a:avLst/>
              <a:gdLst/>
              <a:ahLst/>
              <a:cxnLst/>
              <a:rect l="l" t="t" r="r" b="b"/>
              <a:pathLst>
                <a:path w="263525" h="263525" extrusionOk="0">
                  <a:moveTo>
                    <a:pt x="263360" y="131680"/>
                  </a:moveTo>
                  <a:lnTo>
                    <a:pt x="256647" y="90058"/>
                  </a:lnTo>
                  <a:lnTo>
                    <a:pt x="237954" y="53911"/>
                  </a:lnTo>
                  <a:lnTo>
                    <a:pt x="209449" y="25406"/>
                  </a:lnTo>
                  <a:lnTo>
                    <a:pt x="173301" y="6713"/>
                  </a:lnTo>
                  <a:lnTo>
                    <a:pt x="131680" y="0"/>
                  </a:lnTo>
                  <a:lnTo>
                    <a:pt x="90058" y="6713"/>
                  </a:lnTo>
                  <a:lnTo>
                    <a:pt x="53911" y="25406"/>
                  </a:lnTo>
                  <a:lnTo>
                    <a:pt x="25406" y="53911"/>
                  </a:lnTo>
                  <a:lnTo>
                    <a:pt x="6713" y="90058"/>
                  </a:lnTo>
                  <a:lnTo>
                    <a:pt x="0" y="131680"/>
                  </a:lnTo>
                  <a:lnTo>
                    <a:pt x="6713" y="173301"/>
                  </a:lnTo>
                  <a:lnTo>
                    <a:pt x="25406" y="209449"/>
                  </a:lnTo>
                  <a:lnTo>
                    <a:pt x="53911" y="237954"/>
                  </a:lnTo>
                  <a:lnTo>
                    <a:pt x="90058" y="256647"/>
                  </a:lnTo>
                  <a:lnTo>
                    <a:pt x="131680" y="263360"/>
                  </a:lnTo>
                  <a:lnTo>
                    <a:pt x="173301" y="256647"/>
                  </a:lnTo>
                  <a:lnTo>
                    <a:pt x="209449" y="237954"/>
                  </a:lnTo>
                  <a:lnTo>
                    <a:pt x="237954" y="209449"/>
                  </a:lnTo>
                  <a:lnTo>
                    <a:pt x="256647" y="173301"/>
                  </a:lnTo>
                  <a:lnTo>
                    <a:pt x="263360" y="13168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39" name="Google Shape;439;p19"/>
            <p:cNvSpPr/>
            <p:nvPr/>
          </p:nvSpPr>
          <p:spPr>
            <a:xfrm>
              <a:off x="3164284" y="1817491"/>
              <a:ext cx="0" cy="342265"/>
            </a:xfrm>
            <a:custGeom>
              <a:avLst/>
              <a:gdLst/>
              <a:ahLst/>
              <a:cxnLst/>
              <a:rect l="l" t="t" r="r" b="b"/>
              <a:pathLst>
                <a:path w="120000" h="342264" extrusionOk="0">
                  <a:moveTo>
                    <a:pt x="0" y="341725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40" name="Google Shape;440;p19"/>
            <p:cNvSpPr/>
            <p:nvPr/>
          </p:nvSpPr>
          <p:spPr>
            <a:xfrm>
              <a:off x="3124777" y="1812430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441" name="Google Shape;441;p19"/>
          <p:cNvSpPr txBox="1"/>
          <p:nvPr/>
        </p:nvSpPr>
        <p:spPr>
          <a:xfrm>
            <a:off x="4425495" y="3908176"/>
            <a:ext cx="564954" cy="13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60423"/>
            <a:r>
              <a:rPr lang="en-US" sz="714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lang="en-US" sz="714" i="1">
                <a:solidFill>
                  <a:srgbClr val="1B1472"/>
                </a:solidFill>
              </a:rPr>
              <a:t>W</a:t>
            </a:r>
            <a:r>
              <a:rPr lang="en-US" sz="952" i="1" baseline="-25000">
                <a:solidFill>
                  <a:srgbClr val="1B1472"/>
                </a:solidFill>
              </a:rPr>
              <a:t>hx</a:t>
            </a:r>
            <a:endParaRPr sz="952" baseline="-25000"/>
          </a:p>
        </p:txBody>
      </p:sp>
      <p:grpSp>
        <p:nvGrpSpPr>
          <p:cNvPr id="442" name="Google Shape;442;p19"/>
          <p:cNvGrpSpPr/>
          <p:nvPr/>
        </p:nvGrpSpPr>
        <p:grpSpPr>
          <a:xfrm>
            <a:off x="4955594" y="2654577"/>
            <a:ext cx="125881" cy="546797"/>
            <a:chOff x="3124777" y="1134108"/>
            <a:chExt cx="79375" cy="344786"/>
          </a:xfrm>
        </p:grpSpPr>
        <p:sp>
          <p:nvSpPr>
            <p:cNvPr id="443" name="Google Shape;443;p19"/>
            <p:cNvSpPr/>
            <p:nvPr/>
          </p:nvSpPr>
          <p:spPr>
            <a:xfrm>
              <a:off x="3164284" y="1139169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w="120000" h="339725" extrusionOk="0">
                  <a:moveTo>
                    <a:pt x="0" y="339647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218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44" name="Google Shape;444;p19"/>
            <p:cNvSpPr/>
            <p:nvPr/>
          </p:nvSpPr>
          <p:spPr>
            <a:xfrm>
              <a:off x="3124777" y="1134108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218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445" name="Google Shape;445;p19"/>
          <p:cNvSpPr txBox="1"/>
          <p:nvPr/>
        </p:nvSpPr>
        <p:spPr>
          <a:xfrm>
            <a:off x="4426220" y="2830111"/>
            <a:ext cx="568982" cy="13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60423"/>
            <a:r>
              <a:rPr lang="en-US" sz="714">
                <a:solidFill>
                  <a:srgbClr val="218B21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lang="en-US" sz="714" i="1">
                <a:solidFill>
                  <a:srgbClr val="218B21"/>
                </a:solidFill>
              </a:rPr>
              <a:t>W</a:t>
            </a:r>
            <a:r>
              <a:rPr lang="en-US" sz="952" i="1" baseline="-25000">
                <a:solidFill>
                  <a:srgbClr val="218B21"/>
                </a:solidFill>
              </a:rPr>
              <a:t>ho</a:t>
            </a:r>
            <a:endParaRPr sz="952" baseline="-25000"/>
          </a:p>
        </p:txBody>
      </p:sp>
      <p:grpSp>
        <p:nvGrpSpPr>
          <p:cNvPr id="446" name="Google Shape;446;p19"/>
          <p:cNvGrpSpPr/>
          <p:nvPr/>
        </p:nvGrpSpPr>
        <p:grpSpPr>
          <a:xfrm>
            <a:off x="5789013" y="2225269"/>
            <a:ext cx="514602" cy="2470521"/>
            <a:chOff x="3650294" y="863405"/>
            <a:chExt cx="324485" cy="1557801"/>
          </a:xfrm>
        </p:grpSpPr>
        <p:sp>
          <p:nvSpPr>
            <p:cNvPr id="447" name="Google Shape;447;p19"/>
            <p:cNvSpPr/>
            <p:nvPr/>
          </p:nvSpPr>
          <p:spPr>
            <a:xfrm>
              <a:off x="3650294" y="1481088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5" extrusionOk="0">
                  <a:moveTo>
                    <a:pt x="162000" y="0"/>
                  </a:move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5" y="301883"/>
                  </a:lnTo>
                  <a:lnTo>
                    <a:pt x="276552" y="276552"/>
                  </a:lnTo>
                  <a:lnTo>
                    <a:pt x="301883" y="243766"/>
                  </a:lnTo>
                  <a:lnTo>
                    <a:pt x="318214" y="205067"/>
                  </a:lnTo>
                  <a:lnTo>
                    <a:pt x="324001" y="162000"/>
                  </a:lnTo>
                  <a:lnTo>
                    <a:pt x="318214" y="118934"/>
                  </a:lnTo>
                  <a:lnTo>
                    <a:pt x="301883" y="80235"/>
                  </a:lnTo>
                  <a:lnTo>
                    <a:pt x="276552" y="47448"/>
                  </a:lnTo>
                  <a:lnTo>
                    <a:pt x="243765" y="22117"/>
                  </a:lnTo>
                  <a:lnTo>
                    <a:pt x="205067" y="5786"/>
                  </a:lnTo>
                  <a:lnTo>
                    <a:pt x="162000" y="0"/>
                  </a:lnTo>
                  <a:close/>
                </a:path>
              </a:pathLst>
            </a:custGeom>
            <a:solidFill>
              <a:srgbClr val="FBD2D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48" name="Google Shape;448;p19"/>
            <p:cNvSpPr/>
            <p:nvPr/>
          </p:nvSpPr>
          <p:spPr>
            <a:xfrm>
              <a:off x="3650294" y="1481088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5" extrusionOk="0">
                  <a:moveTo>
                    <a:pt x="324001" y="162000"/>
                  </a:moveTo>
                  <a:lnTo>
                    <a:pt x="318214" y="118934"/>
                  </a:lnTo>
                  <a:lnTo>
                    <a:pt x="301883" y="80235"/>
                  </a:lnTo>
                  <a:lnTo>
                    <a:pt x="276552" y="47448"/>
                  </a:lnTo>
                  <a:lnTo>
                    <a:pt x="243765" y="22117"/>
                  </a:lnTo>
                  <a:lnTo>
                    <a:pt x="205067" y="5786"/>
                  </a:lnTo>
                  <a:lnTo>
                    <a:pt x="162000" y="0"/>
                  </a:ln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5" y="301883"/>
                  </a:lnTo>
                  <a:lnTo>
                    <a:pt x="276552" y="276552"/>
                  </a:lnTo>
                  <a:lnTo>
                    <a:pt x="301883" y="243766"/>
                  </a:lnTo>
                  <a:lnTo>
                    <a:pt x="318214" y="205067"/>
                  </a:lnTo>
                  <a:lnTo>
                    <a:pt x="324001" y="1620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49" name="Google Shape;449;p19"/>
            <p:cNvSpPr/>
            <p:nvPr/>
          </p:nvSpPr>
          <p:spPr>
            <a:xfrm>
              <a:off x="3682693" y="2161491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4" extrusionOk="0">
                  <a:moveTo>
                    <a:pt x="129601" y="0"/>
                  </a:moveTo>
                  <a:lnTo>
                    <a:pt x="79154" y="10184"/>
                  </a:lnTo>
                  <a:lnTo>
                    <a:pt x="37958" y="37958"/>
                  </a:lnTo>
                  <a:lnTo>
                    <a:pt x="10184" y="79154"/>
                  </a:lnTo>
                  <a:lnTo>
                    <a:pt x="0" y="129600"/>
                  </a:lnTo>
                  <a:lnTo>
                    <a:pt x="10184" y="180047"/>
                  </a:lnTo>
                  <a:lnTo>
                    <a:pt x="37958" y="221242"/>
                  </a:lnTo>
                  <a:lnTo>
                    <a:pt x="79154" y="249017"/>
                  </a:lnTo>
                  <a:lnTo>
                    <a:pt x="129601" y="259201"/>
                  </a:lnTo>
                  <a:lnTo>
                    <a:pt x="180048" y="249017"/>
                  </a:lnTo>
                  <a:lnTo>
                    <a:pt x="221243" y="221242"/>
                  </a:lnTo>
                  <a:lnTo>
                    <a:pt x="249017" y="180047"/>
                  </a:lnTo>
                  <a:lnTo>
                    <a:pt x="259202" y="129600"/>
                  </a:lnTo>
                  <a:lnTo>
                    <a:pt x="249017" y="79154"/>
                  </a:lnTo>
                  <a:lnTo>
                    <a:pt x="221243" y="37958"/>
                  </a:lnTo>
                  <a:lnTo>
                    <a:pt x="180048" y="10184"/>
                  </a:lnTo>
                  <a:lnTo>
                    <a:pt x="129601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50" name="Google Shape;450;p19"/>
            <p:cNvSpPr/>
            <p:nvPr/>
          </p:nvSpPr>
          <p:spPr>
            <a:xfrm>
              <a:off x="3682693" y="2161491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4" extrusionOk="0">
                  <a:moveTo>
                    <a:pt x="259202" y="129600"/>
                  </a:moveTo>
                  <a:lnTo>
                    <a:pt x="249017" y="79154"/>
                  </a:lnTo>
                  <a:lnTo>
                    <a:pt x="221243" y="37958"/>
                  </a:lnTo>
                  <a:lnTo>
                    <a:pt x="180048" y="10184"/>
                  </a:lnTo>
                  <a:lnTo>
                    <a:pt x="129601" y="0"/>
                  </a:lnTo>
                  <a:lnTo>
                    <a:pt x="79154" y="10184"/>
                  </a:lnTo>
                  <a:lnTo>
                    <a:pt x="37958" y="37958"/>
                  </a:lnTo>
                  <a:lnTo>
                    <a:pt x="10184" y="79154"/>
                  </a:lnTo>
                  <a:lnTo>
                    <a:pt x="0" y="129600"/>
                  </a:lnTo>
                  <a:lnTo>
                    <a:pt x="10184" y="180047"/>
                  </a:lnTo>
                  <a:lnTo>
                    <a:pt x="37958" y="221242"/>
                  </a:lnTo>
                  <a:lnTo>
                    <a:pt x="79154" y="249017"/>
                  </a:lnTo>
                  <a:lnTo>
                    <a:pt x="129601" y="259201"/>
                  </a:lnTo>
                  <a:lnTo>
                    <a:pt x="180048" y="249017"/>
                  </a:lnTo>
                  <a:lnTo>
                    <a:pt x="221243" y="221242"/>
                  </a:lnTo>
                  <a:lnTo>
                    <a:pt x="249017" y="180047"/>
                  </a:lnTo>
                  <a:lnTo>
                    <a:pt x="259202" y="1296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3680614" y="863405"/>
              <a:ext cx="263525" cy="263525"/>
            </a:xfrm>
            <a:custGeom>
              <a:avLst/>
              <a:gdLst/>
              <a:ahLst/>
              <a:cxnLst/>
              <a:rect l="l" t="t" r="r" b="b"/>
              <a:pathLst>
                <a:path w="263525" h="263525" extrusionOk="0">
                  <a:moveTo>
                    <a:pt x="131680" y="0"/>
                  </a:moveTo>
                  <a:lnTo>
                    <a:pt x="90058" y="6713"/>
                  </a:lnTo>
                  <a:lnTo>
                    <a:pt x="53911" y="25406"/>
                  </a:lnTo>
                  <a:lnTo>
                    <a:pt x="25406" y="53911"/>
                  </a:lnTo>
                  <a:lnTo>
                    <a:pt x="6713" y="90058"/>
                  </a:lnTo>
                  <a:lnTo>
                    <a:pt x="0" y="131680"/>
                  </a:lnTo>
                  <a:lnTo>
                    <a:pt x="6713" y="173301"/>
                  </a:lnTo>
                  <a:lnTo>
                    <a:pt x="25406" y="209449"/>
                  </a:lnTo>
                  <a:lnTo>
                    <a:pt x="53911" y="237954"/>
                  </a:lnTo>
                  <a:lnTo>
                    <a:pt x="90058" y="256647"/>
                  </a:lnTo>
                  <a:lnTo>
                    <a:pt x="131680" y="263360"/>
                  </a:lnTo>
                  <a:lnTo>
                    <a:pt x="173301" y="256647"/>
                  </a:lnTo>
                  <a:lnTo>
                    <a:pt x="209449" y="237954"/>
                  </a:lnTo>
                  <a:lnTo>
                    <a:pt x="237954" y="209449"/>
                  </a:lnTo>
                  <a:lnTo>
                    <a:pt x="256647" y="173301"/>
                  </a:lnTo>
                  <a:lnTo>
                    <a:pt x="263360" y="131680"/>
                  </a:lnTo>
                  <a:lnTo>
                    <a:pt x="256647" y="90058"/>
                  </a:lnTo>
                  <a:lnTo>
                    <a:pt x="237954" y="53911"/>
                  </a:lnTo>
                  <a:lnTo>
                    <a:pt x="209449" y="25406"/>
                  </a:lnTo>
                  <a:lnTo>
                    <a:pt x="173301" y="6713"/>
                  </a:lnTo>
                  <a:lnTo>
                    <a:pt x="131680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3680614" y="863405"/>
              <a:ext cx="263525" cy="263525"/>
            </a:xfrm>
            <a:custGeom>
              <a:avLst/>
              <a:gdLst/>
              <a:ahLst/>
              <a:cxnLst/>
              <a:rect l="l" t="t" r="r" b="b"/>
              <a:pathLst>
                <a:path w="263525" h="263525" extrusionOk="0">
                  <a:moveTo>
                    <a:pt x="263360" y="131680"/>
                  </a:moveTo>
                  <a:lnTo>
                    <a:pt x="256647" y="90058"/>
                  </a:lnTo>
                  <a:lnTo>
                    <a:pt x="237954" y="53911"/>
                  </a:lnTo>
                  <a:lnTo>
                    <a:pt x="209449" y="25406"/>
                  </a:lnTo>
                  <a:lnTo>
                    <a:pt x="173301" y="6713"/>
                  </a:lnTo>
                  <a:lnTo>
                    <a:pt x="131680" y="0"/>
                  </a:lnTo>
                  <a:lnTo>
                    <a:pt x="90058" y="6713"/>
                  </a:lnTo>
                  <a:lnTo>
                    <a:pt x="53911" y="25406"/>
                  </a:lnTo>
                  <a:lnTo>
                    <a:pt x="25406" y="53911"/>
                  </a:lnTo>
                  <a:lnTo>
                    <a:pt x="6713" y="90058"/>
                  </a:lnTo>
                  <a:lnTo>
                    <a:pt x="0" y="131680"/>
                  </a:lnTo>
                  <a:lnTo>
                    <a:pt x="6713" y="173301"/>
                  </a:lnTo>
                  <a:lnTo>
                    <a:pt x="25406" y="209449"/>
                  </a:lnTo>
                  <a:lnTo>
                    <a:pt x="53911" y="237954"/>
                  </a:lnTo>
                  <a:lnTo>
                    <a:pt x="90058" y="256647"/>
                  </a:lnTo>
                  <a:lnTo>
                    <a:pt x="131680" y="263360"/>
                  </a:lnTo>
                  <a:lnTo>
                    <a:pt x="173301" y="256647"/>
                  </a:lnTo>
                  <a:lnTo>
                    <a:pt x="209449" y="237954"/>
                  </a:lnTo>
                  <a:lnTo>
                    <a:pt x="237954" y="209449"/>
                  </a:lnTo>
                  <a:lnTo>
                    <a:pt x="256647" y="173301"/>
                  </a:lnTo>
                  <a:lnTo>
                    <a:pt x="263360" y="13168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453" name="Google Shape;453;p19"/>
          <p:cNvSpPr txBox="1"/>
          <p:nvPr/>
        </p:nvSpPr>
        <p:spPr>
          <a:xfrm>
            <a:off x="530633" y="1715495"/>
            <a:ext cx="5641692" cy="102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40282"/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Unrolling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Visualize RNN across time steps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>
              <a:spcBef>
                <a:spcPts val="230"/>
              </a:spcBef>
            </a:pPr>
            <a:endParaRPr sz="1665" dirty="0">
              <a:latin typeface="Tahoma"/>
              <a:ea typeface="Tahoma"/>
              <a:cs typeface="Tahoma"/>
              <a:sym typeface="Tahoma"/>
            </a:endParaRPr>
          </a:p>
          <a:p>
            <a:pPr marL="2337355"/>
            <a:r>
              <a:rPr lang="en-US" sz="1507" i="1" dirty="0"/>
              <a:t>o</a:t>
            </a:r>
            <a:r>
              <a:rPr lang="en-US" sz="1546" baseline="-25000" dirty="0">
                <a:latin typeface="Tahoma"/>
                <a:ea typeface="Tahoma"/>
                <a:cs typeface="Tahoma"/>
                <a:sym typeface="Tahoma"/>
              </a:rPr>
              <a:t>1	             </a:t>
            </a:r>
            <a:r>
              <a:rPr lang="en-US" sz="1507" i="1" dirty="0"/>
              <a:t>o</a:t>
            </a:r>
            <a:r>
              <a:rPr lang="en-US" sz="1546" baseline="-25000" dirty="0">
                <a:latin typeface="Tahoma"/>
                <a:ea typeface="Tahoma"/>
                <a:cs typeface="Tahoma"/>
                <a:sym typeface="Tahoma"/>
              </a:rPr>
              <a:t>2	                      </a:t>
            </a:r>
            <a:r>
              <a:rPr lang="en-US" sz="1507" i="1" dirty="0"/>
              <a:t>o</a:t>
            </a:r>
            <a:r>
              <a:rPr lang="en-US" sz="1546" baseline="-25000" dirty="0">
                <a:latin typeface="Tahoma"/>
                <a:ea typeface="Tahoma"/>
                <a:cs typeface="Tahoma"/>
                <a:sym typeface="Tahoma"/>
              </a:rPr>
              <a:t>3	         </a:t>
            </a:r>
            <a:r>
              <a:rPr lang="en-US" sz="1507" i="1" dirty="0"/>
              <a:t>o</a:t>
            </a:r>
            <a:r>
              <a:rPr lang="en-US" sz="1546" baseline="-25000" dirty="0">
                <a:latin typeface="Tahoma"/>
                <a:ea typeface="Tahoma"/>
                <a:cs typeface="Tahoma"/>
                <a:sym typeface="Tahoma"/>
              </a:rPr>
              <a:t>4</a:t>
            </a:r>
            <a:endParaRPr sz="1546" baseline="-25000" dirty="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54" name="Google Shape;454;p19"/>
          <p:cNvGrpSpPr/>
          <p:nvPr/>
        </p:nvGrpSpPr>
        <p:grpSpPr>
          <a:xfrm>
            <a:off x="5983258" y="3730325"/>
            <a:ext cx="125881" cy="550825"/>
            <a:chOff x="3772776" y="1812427"/>
            <a:chExt cx="79375" cy="347326"/>
          </a:xfrm>
        </p:grpSpPr>
        <p:sp>
          <p:nvSpPr>
            <p:cNvPr id="455" name="Google Shape;455;p19"/>
            <p:cNvSpPr/>
            <p:nvPr/>
          </p:nvSpPr>
          <p:spPr>
            <a:xfrm>
              <a:off x="3812285" y="1817488"/>
              <a:ext cx="0" cy="342265"/>
            </a:xfrm>
            <a:custGeom>
              <a:avLst/>
              <a:gdLst/>
              <a:ahLst/>
              <a:cxnLst/>
              <a:rect l="l" t="t" r="r" b="b"/>
              <a:pathLst>
                <a:path w="120000" h="342264" extrusionOk="0">
                  <a:moveTo>
                    <a:pt x="0" y="341728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3772776" y="1812427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457" name="Google Shape;457;p19"/>
          <p:cNvSpPr txBox="1"/>
          <p:nvPr/>
        </p:nvSpPr>
        <p:spPr>
          <a:xfrm>
            <a:off x="5453148" y="3908176"/>
            <a:ext cx="564954" cy="13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60423"/>
            <a:r>
              <a:rPr lang="en-US" sz="714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lang="en-US" sz="714" i="1">
                <a:solidFill>
                  <a:srgbClr val="1B1472"/>
                </a:solidFill>
              </a:rPr>
              <a:t>W</a:t>
            </a:r>
            <a:r>
              <a:rPr lang="en-US" sz="952" i="1" baseline="-25000">
                <a:solidFill>
                  <a:srgbClr val="1B1472"/>
                </a:solidFill>
              </a:rPr>
              <a:t>hx</a:t>
            </a:r>
            <a:endParaRPr sz="952" baseline="-25000"/>
          </a:p>
        </p:txBody>
      </p:sp>
      <p:grpSp>
        <p:nvGrpSpPr>
          <p:cNvPr id="458" name="Google Shape;458;p19"/>
          <p:cNvGrpSpPr/>
          <p:nvPr/>
        </p:nvGrpSpPr>
        <p:grpSpPr>
          <a:xfrm>
            <a:off x="5983258" y="2654573"/>
            <a:ext cx="125881" cy="546797"/>
            <a:chOff x="3772776" y="1134106"/>
            <a:chExt cx="79375" cy="344786"/>
          </a:xfrm>
        </p:grpSpPr>
        <p:sp>
          <p:nvSpPr>
            <p:cNvPr id="459" name="Google Shape;459;p19"/>
            <p:cNvSpPr/>
            <p:nvPr/>
          </p:nvSpPr>
          <p:spPr>
            <a:xfrm>
              <a:off x="3812285" y="1139167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w="120000" h="339725" extrusionOk="0">
                  <a:moveTo>
                    <a:pt x="0" y="339649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218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3772776" y="1134106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218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461" name="Google Shape;461;p19"/>
          <p:cNvSpPr txBox="1"/>
          <p:nvPr/>
        </p:nvSpPr>
        <p:spPr>
          <a:xfrm>
            <a:off x="5453873" y="2830111"/>
            <a:ext cx="568982" cy="13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60423"/>
            <a:r>
              <a:rPr lang="en-US" sz="714">
                <a:solidFill>
                  <a:srgbClr val="218B21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lang="en-US" sz="714" i="1">
                <a:solidFill>
                  <a:srgbClr val="218B21"/>
                </a:solidFill>
              </a:rPr>
              <a:t>W</a:t>
            </a:r>
            <a:r>
              <a:rPr lang="en-US" sz="952" i="1" baseline="-25000">
                <a:solidFill>
                  <a:srgbClr val="218B21"/>
                </a:solidFill>
              </a:rPr>
              <a:t>ho</a:t>
            </a:r>
            <a:endParaRPr sz="952" baseline="-25000"/>
          </a:p>
        </p:txBody>
      </p:sp>
      <p:grpSp>
        <p:nvGrpSpPr>
          <p:cNvPr id="462" name="Google Shape;462;p19"/>
          <p:cNvGrpSpPr/>
          <p:nvPr/>
        </p:nvGrpSpPr>
        <p:grpSpPr>
          <a:xfrm>
            <a:off x="3223445" y="3399118"/>
            <a:ext cx="498573" cy="125881"/>
            <a:chOff x="2032561" y="1603582"/>
            <a:chExt cx="314378" cy="79375"/>
          </a:xfrm>
        </p:grpSpPr>
        <p:sp>
          <p:nvSpPr>
            <p:cNvPr id="463" name="Google Shape;463;p19"/>
            <p:cNvSpPr/>
            <p:nvPr/>
          </p:nvSpPr>
          <p:spPr>
            <a:xfrm>
              <a:off x="2032561" y="1643091"/>
              <a:ext cx="309880" cy="0"/>
            </a:xfrm>
            <a:custGeom>
              <a:avLst/>
              <a:gdLst/>
              <a:ahLst/>
              <a:cxnLst/>
              <a:rect l="l" t="t" r="r" b="b"/>
              <a:pathLst>
                <a:path w="309880" h="120000" extrusionOk="0">
                  <a:moveTo>
                    <a:pt x="0" y="0"/>
                  </a:moveTo>
                  <a:lnTo>
                    <a:pt x="309323" y="0"/>
                  </a:lnTo>
                </a:path>
              </a:pathLst>
            </a:custGeom>
            <a:noFill/>
            <a:ln w="10100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2314555" y="1603582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465" name="Google Shape;465;p19"/>
          <p:cNvSpPr txBox="1"/>
          <p:nvPr/>
        </p:nvSpPr>
        <p:spPr>
          <a:xfrm>
            <a:off x="3187148" y="3250513"/>
            <a:ext cx="568982" cy="13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60423"/>
            <a:r>
              <a:rPr lang="en-US" sz="714">
                <a:solidFill>
                  <a:srgbClr val="EC2027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lang="en-US" sz="714" i="1">
                <a:solidFill>
                  <a:srgbClr val="EC2027"/>
                </a:solidFill>
              </a:rPr>
              <a:t>W</a:t>
            </a:r>
            <a:r>
              <a:rPr lang="en-US" sz="952" i="1" baseline="-25000">
                <a:solidFill>
                  <a:srgbClr val="EC2027"/>
                </a:solidFill>
              </a:rPr>
              <a:t>hh</a:t>
            </a:r>
            <a:endParaRPr sz="952" baseline="-25000"/>
          </a:p>
        </p:txBody>
      </p:sp>
      <p:grpSp>
        <p:nvGrpSpPr>
          <p:cNvPr id="466" name="Google Shape;466;p19"/>
          <p:cNvGrpSpPr/>
          <p:nvPr/>
        </p:nvGrpSpPr>
        <p:grpSpPr>
          <a:xfrm>
            <a:off x="4251112" y="3399118"/>
            <a:ext cx="498575" cy="125881"/>
            <a:chOff x="2680562" y="1603582"/>
            <a:chExt cx="314379" cy="79375"/>
          </a:xfrm>
        </p:grpSpPr>
        <p:sp>
          <p:nvSpPr>
            <p:cNvPr id="467" name="Google Shape;467;p19"/>
            <p:cNvSpPr/>
            <p:nvPr/>
          </p:nvSpPr>
          <p:spPr>
            <a:xfrm>
              <a:off x="2680562" y="1643091"/>
              <a:ext cx="309880" cy="0"/>
            </a:xfrm>
            <a:custGeom>
              <a:avLst/>
              <a:gdLst/>
              <a:ahLst/>
              <a:cxnLst/>
              <a:rect l="l" t="t" r="r" b="b"/>
              <a:pathLst>
                <a:path w="309880" h="120000" extrusionOk="0">
                  <a:moveTo>
                    <a:pt x="0" y="0"/>
                  </a:moveTo>
                  <a:lnTo>
                    <a:pt x="309324" y="0"/>
                  </a:lnTo>
                </a:path>
              </a:pathLst>
            </a:custGeom>
            <a:noFill/>
            <a:ln w="10100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68" name="Google Shape;468;p19"/>
            <p:cNvSpPr/>
            <p:nvPr/>
          </p:nvSpPr>
          <p:spPr>
            <a:xfrm>
              <a:off x="2962557" y="1603582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469" name="Google Shape;469;p19"/>
          <p:cNvSpPr txBox="1"/>
          <p:nvPr/>
        </p:nvSpPr>
        <p:spPr>
          <a:xfrm>
            <a:off x="4214821" y="3250513"/>
            <a:ext cx="568982" cy="13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60423"/>
            <a:r>
              <a:rPr lang="en-US" sz="714">
                <a:solidFill>
                  <a:srgbClr val="EC2027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lang="en-US" sz="714" i="1">
                <a:solidFill>
                  <a:srgbClr val="EC2027"/>
                </a:solidFill>
              </a:rPr>
              <a:t>W</a:t>
            </a:r>
            <a:r>
              <a:rPr lang="en-US" sz="952" i="1" baseline="-25000">
                <a:solidFill>
                  <a:srgbClr val="EC2027"/>
                </a:solidFill>
              </a:rPr>
              <a:t>hh</a:t>
            </a:r>
            <a:endParaRPr sz="952" baseline="-25000"/>
          </a:p>
        </p:txBody>
      </p:sp>
      <p:grpSp>
        <p:nvGrpSpPr>
          <p:cNvPr id="470" name="Google Shape;470;p19"/>
          <p:cNvGrpSpPr/>
          <p:nvPr/>
        </p:nvGrpSpPr>
        <p:grpSpPr>
          <a:xfrm>
            <a:off x="5278780" y="3399118"/>
            <a:ext cx="498573" cy="125881"/>
            <a:chOff x="3328564" y="1603582"/>
            <a:chExt cx="314378" cy="79375"/>
          </a:xfrm>
        </p:grpSpPr>
        <p:sp>
          <p:nvSpPr>
            <p:cNvPr id="471" name="Google Shape;471;p19"/>
            <p:cNvSpPr/>
            <p:nvPr/>
          </p:nvSpPr>
          <p:spPr>
            <a:xfrm>
              <a:off x="3328564" y="1643091"/>
              <a:ext cx="309880" cy="0"/>
            </a:xfrm>
            <a:custGeom>
              <a:avLst/>
              <a:gdLst/>
              <a:ahLst/>
              <a:cxnLst/>
              <a:rect l="l" t="t" r="r" b="b"/>
              <a:pathLst>
                <a:path w="309879" h="120000" extrusionOk="0">
                  <a:moveTo>
                    <a:pt x="0" y="0"/>
                  </a:moveTo>
                  <a:lnTo>
                    <a:pt x="309324" y="0"/>
                  </a:lnTo>
                </a:path>
              </a:pathLst>
            </a:custGeom>
            <a:noFill/>
            <a:ln w="10100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472" name="Google Shape;472;p19"/>
            <p:cNvSpPr/>
            <p:nvPr/>
          </p:nvSpPr>
          <p:spPr>
            <a:xfrm>
              <a:off x="3610558" y="1603582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473" name="Google Shape;473;p19"/>
          <p:cNvSpPr txBox="1"/>
          <p:nvPr/>
        </p:nvSpPr>
        <p:spPr>
          <a:xfrm>
            <a:off x="5242473" y="3250513"/>
            <a:ext cx="568982" cy="13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60423"/>
            <a:r>
              <a:rPr lang="en-US" sz="714">
                <a:solidFill>
                  <a:srgbClr val="EC2027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lang="en-US" sz="714" i="1">
                <a:solidFill>
                  <a:srgbClr val="EC2027"/>
                </a:solidFill>
              </a:rPr>
              <a:t>W</a:t>
            </a:r>
            <a:r>
              <a:rPr lang="en-US" sz="952" i="1" baseline="-25000">
                <a:solidFill>
                  <a:srgbClr val="EC2027"/>
                </a:solidFill>
              </a:rPr>
              <a:t>hh</a:t>
            </a:r>
            <a:endParaRPr sz="952" baseline="-25000"/>
          </a:p>
        </p:txBody>
      </p:sp>
      <p:sp>
        <p:nvSpPr>
          <p:cNvPr id="474" name="Google Shape;474;p19"/>
          <p:cNvSpPr txBox="1"/>
          <p:nvPr/>
        </p:nvSpPr>
        <p:spPr>
          <a:xfrm>
            <a:off x="2669686" y="4308765"/>
            <a:ext cx="587109" cy="708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algn="ctr"/>
            <a:r>
              <a:rPr lang="en-US" sz="1507" i="1"/>
              <a:t>x</a:t>
            </a:r>
            <a:r>
              <a:rPr lang="en-US" sz="1546" baseline="-25000">
                <a:latin typeface="Tahoma"/>
                <a:ea typeface="Tahoma"/>
                <a:cs typeface="Tahoma"/>
                <a:sym typeface="Tahoma"/>
              </a:rPr>
              <a:t>1</a:t>
            </a:r>
            <a:endParaRPr sz="1546" baseline="-25000">
              <a:latin typeface="Tahoma"/>
              <a:ea typeface="Tahoma"/>
              <a:cs typeface="Tahoma"/>
              <a:sym typeface="Tahoma"/>
            </a:endParaRPr>
          </a:p>
          <a:p>
            <a:pPr>
              <a:spcBef>
                <a:spcPts val="293"/>
              </a:spcBef>
            </a:pPr>
            <a:endParaRPr sz="1031">
              <a:latin typeface="Tahoma"/>
              <a:ea typeface="Tahoma"/>
              <a:cs typeface="Tahoma"/>
              <a:sym typeface="Tahoma"/>
            </a:endParaRPr>
          </a:p>
          <a:p>
            <a:pPr algn="ctr"/>
            <a:r>
              <a:rPr lang="en-US" sz="1507" i="1"/>
              <a:t>t 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1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5" name="Google Shape;475;p19"/>
          <p:cNvSpPr txBox="1"/>
          <p:nvPr/>
        </p:nvSpPr>
        <p:spPr>
          <a:xfrm>
            <a:off x="3697339" y="4308765"/>
            <a:ext cx="587109" cy="708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algn="ctr"/>
            <a:r>
              <a:rPr lang="en-US" sz="1507" i="1"/>
              <a:t>x</a:t>
            </a:r>
            <a:r>
              <a:rPr lang="en-US" sz="1546" baseline="-25000">
                <a:latin typeface="Tahoma"/>
                <a:ea typeface="Tahoma"/>
                <a:cs typeface="Tahoma"/>
                <a:sym typeface="Tahoma"/>
              </a:rPr>
              <a:t>2</a:t>
            </a:r>
            <a:endParaRPr sz="1546" baseline="-25000">
              <a:latin typeface="Tahoma"/>
              <a:ea typeface="Tahoma"/>
              <a:cs typeface="Tahoma"/>
              <a:sym typeface="Tahoma"/>
            </a:endParaRPr>
          </a:p>
          <a:p>
            <a:pPr>
              <a:spcBef>
                <a:spcPts val="293"/>
              </a:spcBef>
            </a:pPr>
            <a:endParaRPr sz="1031">
              <a:latin typeface="Tahoma"/>
              <a:ea typeface="Tahoma"/>
              <a:cs typeface="Tahoma"/>
              <a:sym typeface="Tahoma"/>
            </a:endParaRPr>
          </a:p>
          <a:p>
            <a:pPr algn="ctr"/>
            <a:r>
              <a:rPr lang="en-US" sz="1507" i="1"/>
              <a:t>t 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2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6" name="Google Shape;476;p19"/>
          <p:cNvSpPr txBox="1"/>
          <p:nvPr/>
        </p:nvSpPr>
        <p:spPr>
          <a:xfrm>
            <a:off x="4724991" y="4307697"/>
            <a:ext cx="587109" cy="708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algn="ctr"/>
            <a:r>
              <a:rPr lang="en-US" sz="1507" i="1"/>
              <a:t>x</a:t>
            </a:r>
            <a:r>
              <a:rPr lang="en-US" sz="1546" baseline="-25000">
                <a:latin typeface="Tahoma"/>
                <a:ea typeface="Tahoma"/>
                <a:cs typeface="Tahoma"/>
                <a:sym typeface="Tahoma"/>
              </a:rPr>
              <a:t>3</a:t>
            </a:r>
            <a:endParaRPr sz="1546" baseline="-25000">
              <a:latin typeface="Tahoma"/>
              <a:ea typeface="Tahoma"/>
              <a:cs typeface="Tahoma"/>
              <a:sym typeface="Tahoma"/>
            </a:endParaRPr>
          </a:p>
          <a:p>
            <a:pPr>
              <a:spcBef>
                <a:spcPts val="293"/>
              </a:spcBef>
            </a:pPr>
            <a:endParaRPr sz="1031">
              <a:latin typeface="Tahoma"/>
              <a:ea typeface="Tahoma"/>
              <a:cs typeface="Tahoma"/>
              <a:sym typeface="Tahoma"/>
            </a:endParaRPr>
          </a:p>
          <a:p>
            <a:pPr algn="ctr"/>
            <a:r>
              <a:rPr lang="en-US" sz="1507" i="1"/>
              <a:t>t 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3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7" name="Google Shape;477;p19"/>
          <p:cNvSpPr txBox="1"/>
          <p:nvPr/>
        </p:nvSpPr>
        <p:spPr>
          <a:xfrm>
            <a:off x="5752644" y="4308765"/>
            <a:ext cx="587109" cy="708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algn="ctr"/>
            <a:r>
              <a:rPr lang="en-US" sz="1507" i="1"/>
              <a:t>x</a:t>
            </a:r>
            <a:r>
              <a:rPr lang="en-US" sz="1546" baseline="-25000">
                <a:latin typeface="Tahoma"/>
                <a:ea typeface="Tahoma"/>
                <a:cs typeface="Tahoma"/>
                <a:sym typeface="Tahoma"/>
              </a:rPr>
              <a:t>4</a:t>
            </a:r>
            <a:endParaRPr sz="1546" baseline="-25000">
              <a:latin typeface="Tahoma"/>
              <a:ea typeface="Tahoma"/>
              <a:cs typeface="Tahoma"/>
              <a:sym typeface="Tahoma"/>
            </a:endParaRPr>
          </a:p>
          <a:p>
            <a:pPr>
              <a:spcBef>
                <a:spcPts val="293"/>
              </a:spcBef>
            </a:pPr>
            <a:endParaRPr sz="1031">
              <a:latin typeface="Tahoma"/>
              <a:ea typeface="Tahoma"/>
              <a:cs typeface="Tahoma"/>
              <a:sym typeface="Tahoma"/>
            </a:endParaRPr>
          </a:p>
          <a:p>
            <a:pPr algn="ctr"/>
            <a:r>
              <a:rPr lang="en-US" sz="1507" i="1"/>
              <a:t>t 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4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8" name="Google Shape;478;p19"/>
          <p:cNvSpPr txBox="1"/>
          <p:nvPr/>
        </p:nvSpPr>
        <p:spPr>
          <a:xfrm>
            <a:off x="5870463" y="3192664"/>
            <a:ext cx="1230819" cy="281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80564"/>
            <a:r>
              <a:rPr lang="en-US" sz="1507" i="1"/>
              <a:t>h</a:t>
            </a:r>
            <a:r>
              <a:rPr lang="en-US" sz="1546" baseline="-25000">
                <a:latin typeface="Tahoma"/>
                <a:ea typeface="Tahoma"/>
                <a:cs typeface="Tahoma"/>
                <a:sym typeface="Tahoma"/>
              </a:rPr>
              <a:t>4	</a:t>
            </a:r>
            <a:r>
              <a:rPr lang="en-US" sz="2498" baseline="30000">
                <a:latin typeface="Lucida Sans"/>
                <a:ea typeface="Lucida Sans"/>
                <a:cs typeface="Lucida Sans"/>
                <a:sym typeface="Lucida Sans"/>
              </a:rPr>
              <a:t>· · ·</a:t>
            </a:r>
            <a:endParaRPr sz="2498" baseline="300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79" name="Google Shape;479;p19"/>
          <p:cNvSpPr txBox="1"/>
          <p:nvPr/>
        </p:nvSpPr>
        <p:spPr>
          <a:xfrm>
            <a:off x="510494" y="5266496"/>
            <a:ext cx="7046318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60423"/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Key insight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Same parameters (</a:t>
            </a:r>
            <a:r>
              <a:rPr lang="en-US" sz="1665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hx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US" sz="1665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hh</a:t>
            </a:r>
            <a:r>
              <a:rPr lang="en-US" sz="1903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 applied at each time step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B88D979-D047-42E7-B8BB-E438D58AB3C8}"/>
                  </a:ext>
                </a:extLst>
              </p14:cNvPr>
              <p14:cNvContentPartPr/>
              <p14:nvPr/>
            </p14:nvContentPartPr>
            <p14:xfrm>
              <a:off x="519120" y="851400"/>
              <a:ext cx="8461080" cy="5321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B88D979-D047-42E7-B8BB-E438D58AB3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760" y="842040"/>
                <a:ext cx="8479800" cy="5339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0"/>
          <p:cNvSpPr txBox="1">
            <a:spLocks noGrp="1"/>
          </p:cNvSpPr>
          <p:nvPr>
            <p:ph type="title"/>
          </p:nvPr>
        </p:nvSpPr>
        <p:spPr>
          <a:xfrm>
            <a:off x="151138" y="444504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RNN M</a:t>
            </a:r>
            <a:r>
              <a:rPr lang="en-US" cap="small" dirty="0">
                <a:solidFill>
                  <a:srgbClr val="FFFFFF"/>
                </a:solidFill>
              </a:rPr>
              <a:t>athematical</a:t>
            </a:r>
            <a:r>
              <a:rPr lang="en-US" dirty="0">
                <a:solidFill>
                  <a:srgbClr val="FFFFFF"/>
                </a:solidFill>
              </a:rPr>
              <a:t> F</a:t>
            </a:r>
            <a:r>
              <a:rPr lang="en-US" cap="small" dirty="0">
                <a:solidFill>
                  <a:srgbClr val="FFFFFF"/>
                </a:solidFill>
              </a:rPr>
              <a:t>ormulation</a:t>
            </a:r>
            <a:r>
              <a:rPr lang="en-US" dirty="0">
                <a:solidFill>
                  <a:srgbClr val="FFFFFF"/>
                </a:solidFill>
              </a:rPr>
              <a:t> I</a:t>
            </a:r>
            <a:endParaRPr dirty="0"/>
          </a:p>
        </p:txBody>
      </p:sp>
      <p:pic>
        <p:nvPicPr>
          <p:cNvPr id="497" name="Google Shape;4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7929902" cy="3861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1"/>
          <p:cNvSpPr txBox="1">
            <a:spLocks noGrp="1"/>
          </p:cNvSpPr>
          <p:nvPr>
            <p:ph type="title"/>
          </p:nvPr>
        </p:nvSpPr>
        <p:spPr>
          <a:xfrm>
            <a:off x="151138" y="462792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RNN M</a:t>
            </a:r>
            <a:r>
              <a:rPr lang="en-US" b="1" cap="small" dirty="0">
                <a:solidFill>
                  <a:srgbClr val="FFFFFF"/>
                </a:solidFill>
              </a:rPr>
              <a:t>athematical</a:t>
            </a:r>
            <a:r>
              <a:rPr lang="en-US" b="1" dirty="0">
                <a:solidFill>
                  <a:srgbClr val="FFFFFF"/>
                </a:solidFill>
              </a:rPr>
              <a:t> F</a:t>
            </a:r>
            <a:r>
              <a:rPr lang="en-US" b="1" cap="small" dirty="0">
                <a:solidFill>
                  <a:srgbClr val="FFFFFF"/>
                </a:solidFill>
              </a:rPr>
              <a:t>ormulation</a:t>
            </a:r>
            <a:r>
              <a:rPr lang="en-US" b="1" dirty="0">
                <a:solidFill>
                  <a:srgbClr val="FFFFFF"/>
                </a:solidFill>
              </a:rPr>
              <a:t> II</a:t>
            </a:r>
            <a:endParaRPr b="1" dirty="0"/>
          </a:p>
        </p:txBody>
      </p:sp>
      <p:pic>
        <p:nvPicPr>
          <p:cNvPr id="509" name="Google Shape;5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40" y="1728611"/>
            <a:ext cx="7571753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2"/>
          <p:cNvSpPr txBox="1">
            <a:spLocks noGrp="1"/>
          </p:cNvSpPr>
          <p:nvPr>
            <p:ph type="title"/>
          </p:nvPr>
        </p:nvSpPr>
        <p:spPr>
          <a:xfrm>
            <a:off x="151138" y="36220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P</a:t>
            </a:r>
            <a:r>
              <a:rPr lang="en-US" b="1" cap="small" dirty="0">
                <a:solidFill>
                  <a:srgbClr val="FFFFFF"/>
                </a:solidFill>
              </a:rPr>
              <a:t>arameter</a:t>
            </a:r>
            <a:r>
              <a:rPr lang="en-US" b="1" dirty="0">
                <a:solidFill>
                  <a:srgbClr val="FFFFFF"/>
                </a:solidFill>
              </a:rPr>
              <a:t> S</a:t>
            </a:r>
            <a:r>
              <a:rPr lang="en-US" b="1" cap="small" dirty="0">
                <a:solidFill>
                  <a:srgbClr val="FFFFFF"/>
                </a:solidFill>
              </a:rPr>
              <a:t>haring</a:t>
            </a:r>
            <a:r>
              <a:rPr lang="en-US" b="1" dirty="0">
                <a:solidFill>
                  <a:srgbClr val="FFFFFF"/>
                </a:solidFill>
              </a:rPr>
              <a:t> A</a:t>
            </a:r>
            <a:r>
              <a:rPr lang="en-US" b="1" cap="small" dirty="0">
                <a:solidFill>
                  <a:srgbClr val="FFFFFF"/>
                </a:solidFill>
              </a:rPr>
              <a:t>cross</a:t>
            </a:r>
            <a:r>
              <a:rPr lang="en-US" b="1" dirty="0">
                <a:solidFill>
                  <a:srgbClr val="FFFFFF"/>
                </a:solidFill>
              </a:rPr>
              <a:t> T</a:t>
            </a:r>
            <a:r>
              <a:rPr lang="en-US" b="1" cap="small" dirty="0">
                <a:solidFill>
                  <a:srgbClr val="FFFFFF"/>
                </a:solidFill>
              </a:rPr>
              <a:t>ime</a:t>
            </a:r>
            <a:endParaRPr b="1" dirty="0"/>
          </a:p>
        </p:txBody>
      </p:sp>
      <p:sp>
        <p:nvSpPr>
          <p:cNvPr id="518" name="Google Shape;518;p22"/>
          <p:cNvSpPr txBox="1"/>
          <p:nvPr/>
        </p:nvSpPr>
        <p:spPr>
          <a:xfrm>
            <a:off x="982033" y="2227126"/>
            <a:ext cx="5318167" cy="128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718" rIns="0" bIns="0" anchor="t" anchorCtr="0">
            <a:spAutoFit/>
          </a:bodyPr>
          <a:lstStyle/>
          <a:p>
            <a:pPr marL="332325" indent="-271903"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Key insight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Same parameters used at every time step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1507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hx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, </a:t>
            </a:r>
            <a:r>
              <a:rPr lang="en-US" sz="1507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hh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, </a:t>
            </a:r>
            <a:r>
              <a:rPr lang="en-US" sz="1507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Shared across all time steps</a:t>
            </a:r>
            <a:endParaRPr sz="150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507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 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, </a:t>
            </a:r>
            <a:r>
              <a:rPr lang="en-US" sz="1507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Shared across all time steps</a:t>
            </a:r>
            <a:endParaRPr sz="150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32325" indent="-271903">
              <a:spcBef>
                <a:spcPts val="658"/>
              </a:spcBef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Advantages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525" name="Google Shape;525;p22"/>
          <p:cNvSpPr txBox="1"/>
          <p:nvPr/>
        </p:nvSpPr>
        <p:spPr>
          <a:xfrm>
            <a:off x="1493854" y="3521379"/>
            <a:ext cx="5959916" cy="1178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9" rIns="0" bIns="0" anchor="t" anchorCtr="0">
            <a:spAutoFit/>
          </a:bodyPr>
          <a:lstStyle/>
          <a:p>
            <a:pPr marL="292043" marR="547833" indent="-271903">
              <a:lnSpc>
                <a:spcPct val="118900"/>
              </a:lnSpc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Fixed number of parameters regardless of sequence length</a:t>
            </a:r>
          </a:p>
          <a:p>
            <a:pPr marL="292043" marR="547833" indent="-271903">
              <a:lnSpc>
                <a:spcPct val="118900"/>
              </a:lnSpc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Can process sequences of any length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292043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Generalization: patterns learned at one position transfer to others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531" name="Google Shape;531;p22"/>
          <p:cNvSpPr txBox="1"/>
          <p:nvPr/>
        </p:nvSpPr>
        <p:spPr>
          <a:xfrm>
            <a:off x="1022314" y="4732228"/>
            <a:ext cx="5875121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/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Contrast with feedforward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Different weights for each position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3"/>
          <p:cNvSpPr txBox="1">
            <a:spLocks noGrp="1"/>
          </p:cNvSpPr>
          <p:nvPr>
            <p:ph type="title"/>
          </p:nvPr>
        </p:nvSpPr>
        <p:spPr>
          <a:xfrm>
            <a:off x="151138" y="380496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RNN P</a:t>
            </a:r>
            <a:r>
              <a:rPr lang="en-US" cap="small" dirty="0">
                <a:solidFill>
                  <a:srgbClr val="FFFFFF"/>
                </a:solidFill>
              </a:rPr>
              <a:t>arameter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ounting</a:t>
            </a:r>
            <a:endParaRPr dirty="0"/>
          </a:p>
        </p:txBody>
      </p:sp>
      <p:sp>
        <p:nvSpPr>
          <p:cNvPr id="542" name="Google Shape;542;p23"/>
          <p:cNvSpPr txBox="1"/>
          <p:nvPr/>
        </p:nvSpPr>
        <p:spPr>
          <a:xfrm>
            <a:off x="982033" y="1581043"/>
            <a:ext cx="6570872" cy="3965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718" rIns="0" bIns="0" anchor="t" anchorCtr="0">
            <a:spAutoFit/>
          </a:bodyPr>
          <a:lstStyle/>
          <a:p>
            <a:pPr marL="332325" indent="-271903"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Given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Input dimension: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Hidden dimension: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Output/vocabulary size: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32325" indent="-271903">
              <a:spcBef>
                <a:spcPts val="80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Parameter count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1219533" marR="4222546" indent="-4028">
              <a:lnSpc>
                <a:spcPct val="121100"/>
              </a:lnSpc>
              <a:spcBef>
                <a:spcPts val="1467"/>
              </a:spcBef>
            </a:pPr>
            <a:r>
              <a:rPr lang="en-US" sz="1665" i="1" dirty="0" err="1">
                <a:ea typeface="Calibri" panose="020F0502020204030204" pitchFamily="34" charset="0"/>
              </a:rPr>
              <a:t>W</a:t>
            </a:r>
            <a:r>
              <a:rPr lang="en-US" sz="1665" i="1" baseline="-25000" dirty="0" err="1">
                <a:ea typeface="Calibri" panose="020F0502020204030204" pitchFamily="34" charset="0"/>
              </a:rPr>
              <a:t>hx</a:t>
            </a:r>
            <a:r>
              <a:rPr lang="en-US" sz="1665" i="1" baseline="-25000" dirty="0">
                <a:ea typeface="Calibri" panose="020F0502020204030204" pitchFamily="34" charset="0"/>
              </a:rPr>
              <a:t>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1665" i="1" dirty="0">
                <a:ea typeface="Calibri" panose="020F0502020204030204" pitchFamily="34" charset="0"/>
              </a:rPr>
              <a:t>h </a:t>
            </a:r>
            <a:r>
              <a:rPr lang="en-US" sz="1903" dirty="0">
                <a:latin typeface="Lucida Sans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665" i="1" dirty="0">
                <a:ea typeface="Calibri" panose="020F0502020204030204" pitchFamily="34" charset="0"/>
              </a:rPr>
              <a:t>d </a:t>
            </a:r>
            <a:r>
              <a:rPr lang="en-US" sz="1665" i="1" dirty="0" err="1">
                <a:ea typeface="Calibri" panose="020F0502020204030204" pitchFamily="34" charset="0"/>
              </a:rPr>
              <a:t>W</a:t>
            </a:r>
            <a:r>
              <a:rPr lang="en-US" sz="1665" i="1" baseline="-25000" dirty="0" err="1">
                <a:ea typeface="Calibri" panose="020F0502020204030204" pitchFamily="34" charset="0"/>
              </a:rPr>
              <a:t>hh</a:t>
            </a:r>
            <a:r>
              <a:rPr lang="en-US" sz="1665" i="1" baseline="-25000" dirty="0">
                <a:ea typeface="Calibri" panose="020F0502020204030204" pitchFamily="34" charset="0"/>
              </a:rPr>
              <a:t>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1665" i="1" dirty="0">
                <a:ea typeface="Calibri" panose="020F0502020204030204" pitchFamily="34" charset="0"/>
              </a:rPr>
              <a:t>h </a:t>
            </a:r>
            <a:r>
              <a:rPr lang="en-US" sz="1903" dirty="0">
                <a:latin typeface="Lucida Sans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665" i="1" dirty="0">
                <a:ea typeface="Calibri" panose="020F0502020204030204" pitchFamily="34" charset="0"/>
              </a:rPr>
              <a:t>h</a:t>
            </a:r>
            <a:endParaRPr sz="1665" dirty="0">
              <a:ea typeface="Calibri" panose="020F0502020204030204" pitchFamily="34" charset="0"/>
            </a:endParaRPr>
          </a:p>
          <a:p>
            <a:pPr marL="1383680">
              <a:spcBef>
                <a:spcPts val="484"/>
              </a:spcBef>
            </a:pPr>
            <a:r>
              <a:rPr lang="en-US" sz="1665" i="1" dirty="0" err="1">
                <a:ea typeface="Calibri" panose="020F0502020204030204" pitchFamily="34" charset="0"/>
              </a:rPr>
              <a:t>b</a:t>
            </a:r>
            <a:r>
              <a:rPr lang="en-US" sz="1665" i="1" baseline="-25000" dirty="0" err="1">
                <a:ea typeface="Calibri" panose="020F0502020204030204" pitchFamily="34" charset="0"/>
              </a:rPr>
              <a:t>h</a:t>
            </a:r>
            <a:r>
              <a:rPr lang="en-US" sz="1665" i="1" baseline="-25000" dirty="0">
                <a:ea typeface="Calibri" panose="020F0502020204030204" pitchFamily="34" charset="0"/>
              </a:rPr>
              <a:t>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1665" i="1" dirty="0">
                <a:ea typeface="Calibri" panose="020F0502020204030204" pitchFamily="34" charset="0"/>
              </a:rPr>
              <a:t>h</a:t>
            </a:r>
            <a:endParaRPr sz="1665" dirty="0">
              <a:ea typeface="Calibri" panose="020F0502020204030204" pitchFamily="34" charset="0"/>
            </a:endParaRPr>
          </a:p>
          <a:p>
            <a:pPr marL="1381666" marR="4173201" indent="-165152">
              <a:lnSpc>
                <a:spcPct val="121100"/>
              </a:lnSpc>
            </a:pPr>
            <a:r>
              <a:rPr lang="en-US" sz="1665" i="1" dirty="0">
                <a:ea typeface="Calibri" panose="020F0502020204030204" pitchFamily="34" charset="0"/>
              </a:rPr>
              <a:t>W</a:t>
            </a:r>
            <a:r>
              <a:rPr lang="en-US" sz="1665" i="1" baseline="-25000" dirty="0">
                <a:ea typeface="Calibri" panose="020F0502020204030204" pitchFamily="34" charset="0"/>
              </a:rPr>
              <a:t>ho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1665" i="1" dirty="0">
                <a:ea typeface="Calibri" panose="020F0502020204030204" pitchFamily="34" charset="0"/>
              </a:rPr>
              <a:t>V </a:t>
            </a:r>
            <a:r>
              <a:rPr lang="en-US" sz="1903" dirty="0">
                <a:latin typeface="Lucida Sans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665" i="1" dirty="0">
                <a:ea typeface="Calibri" panose="020F0502020204030204" pitchFamily="34" charset="0"/>
              </a:rPr>
              <a:t>h </a:t>
            </a:r>
            <a:r>
              <a:rPr lang="en-US" sz="1665" i="1" dirty="0" err="1">
                <a:ea typeface="Calibri" panose="020F0502020204030204" pitchFamily="34" charset="0"/>
              </a:rPr>
              <a:t>b</a:t>
            </a:r>
            <a:r>
              <a:rPr lang="en-US" sz="1665" i="1" baseline="-25000" dirty="0" err="1">
                <a:ea typeface="Calibri" panose="020F0502020204030204" pitchFamily="34" charset="0"/>
              </a:rPr>
              <a:t>o</a:t>
            </a:r>
            <a:r>
              <a:rPr lang="en-US" sz="1665" i="1" baseline="-25000" dirty="0">
                <a:ea typeface="Calibri" panose="020F0502020204030204" pitchFamily="34" charset="0"/>
              </a:rPr>
              <a:t>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1665" i="1" dirty="0">
                <a:ea typeface="Calibri" panose="020F0502020204030204" pitchFamily="34" charset="0"/>
              </a:rPr>
              <a:t>V</a:t>
            </a:r>
            <a:endParaRPr sz="1665" dirty="0">
              <a:ea typeface="Calibri" panose="020F0502020204030204" pitchFamily="34" charset="0"/>
            </a:endParaRPr>
          </a:p>
          <a:p>
            <a:pPr marL="1122857">
              <a:spcBef>
                <a:spcPts val="476"/>
              </a:spcBef>
            </a:pPr>
            <a:r>
              <a:rPr lang="en-US" sz="1665" i="1" dirty="0">
                <a:ea typeface="Calibri" panose="020F0502020204030204" pitchFamily="34" charset="0"/>
              </a:rPr>
              <a:t>Total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1665" i="1" dirty="0" err="1">
                <a:ea typeface="Calibri" panose="020F0502020204030204" pitchFamily="34" charset="0"/>
              </a:rPr>
              <a:t>hd</a:t>
            </a:r>
            <a:r>
              <a:rPr lang="en-US" sz="1665" i="1" dirty="0">
                <a:ea typeface="Calibri" panose="020F0502020204030204" pitchFamily="34" charset="0"/>
              </a:rPr>
              <a:t>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 i="1" dirty="0">
                <a:ea typeface="Calibri" panose="020F0502020204030204" pitchFamily="34" charset="0"/>
              </a:rPr>
              <a:t>h</a:t>
            </a:r>
            <a:r>
              <a:rPr lang="en-US" sz="1665" baseline="30000" dirty="0"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 i="1" dirty="0">
                <a:ea typeface="Calibri" panose="020F0502020204030204" pitchFamily="34" charset="0"/>
              </a:rPr>
              <a:t>h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 i="1" dirty="0" err="1">
                <a:ea typeface="Calibri" panose="020F0502020204030204" pitchFamily="34" charset="0"/>
              </a:rPr>
              <a:t>Vh</a:t>
            </a:r>
            <a:r>
              <a:rPr lang="en-US" sz="1665" i="1" dirty="0">
                <a:ea typeface="Calibri" panose="020F0502020204030204" pitchFamily="34" charset="0"/>
              </a:rPr>
              <a:t>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 i="1" dirty="0">
                <a:ea typeface="Calibri" panose="020F0502020204030204" pitchFamily="34" charset="0"/>
              </a:rPr>
              <a:t>V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 i="1" dirty="0">
                <a:ea typeface="Calibri" panose="020F0502020204030204" pitchFamily="34" charset="0"/>
              </a:rPr>
              <a:t>h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 dirty="0">
                <a:ea typeface="Calibri" panose="020F0502020204030204" pitchFamily="34" charset="0"/>
              </a:rPr>
              <a:t>d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 i="1" dirty="0">
                <a:ea typeface="Calibri" panose="020F0502020204030204" pitchFamily="34" charset="0"/>
              </a:rPr>
              <a:t>h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 i="1" dirty="0">
                <a:ea typeface="Calibri" panose="020F0502020204030204" pitchFamily="34" charset="0"/>
              </a:rPr>
              <a:t>V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 dirty="0"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) + </a:t>
            </a:r>
            <a:r>
              <a:rPr lang="en-US" sz="1665" i="1" dirty="0">
                <a:ea typeface="Calibri" panose="020F0502020204030204" pitchFamily="34" charset="0"/>
              </a:rPr>
              <a:t>V</a:t>
            </a:r>
            <a:endParaRPr sz="1665" dirty="0">
              <a:ea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4"/>
          <p:cNvSpPr txBox="1">
            <a:spLocks noGrp="1"/>
          </p:cNvSpPr>
          <p:nvPr>
            <p:ph type="title"/>
          </p:nvPr>
        </p:nvSpPr>
        <p:spPr>
          <a:xfrm>
            <a:off x="151138" y="435360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RNN P</a:t>
            </a:r>
            <a:r>
              <a:rPr lang="en-US" cap="small" dirty="0">
                <a:solidFill>
                  <a:srgbClr val="FFFFFF"/>
                </a:solidFill>
              </a:rPr>
              <a:t>arameter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ounting</a:t>
            </a:r>
            <a:r>
              <a:rPr lang="en-US" dirty="0">
                <a:solidFill>
                  <a:srgbClr val="FFFFFF"/>
                </a:solidFill>
              </a:rPr>
              <a:t> E</a:t>
            </a:r>
            <a:r>
              <a:rPr lang="en-US" cap="small" dirty="0">
                <a:solidFill>
                  <a:srgbClr val="FFFFFF"/>
                </a:solidFill>
              </a:rPr>
              <a:t>xample</a:t>
            </a:r>
            <a:endParaRPr dirty="0"/>
          </a:p>
        </p:txBody>
      </p:sp>
      <p:pic>
        <p:nvPicPr>
          <p:cNvPr id="560" name="Google Shape;5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25" y="1728611"/>
            <a:ext cx="7750377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5"/>
          <p:cNvSpPr txBox="1">
            <a:spLocks noGrp="1"/>
          </p:cNvSpPr>
          <p:nvPr>
            <p:ph type="title"/>
          </p:nvPr>
        </p:nvSpPr>
        <p:spPr>
          <a:xfrm>
            <a:off x="151138" y="252480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RNN F</a:t>
            </a:r>
            <a:r>
              <a:rPr lang="en-US" cap="small" dirty="0">
                <a:solidFill>
                  <a:srgbClr val="FFFFFF"/>
                </a:solidFill>
              </a:rPr>
              <a:t>orward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ass</a:t>
            </a:r>
            <a:r>
              <a:rPr lang="en-US" dirty="0">
                <a:solidFill>
                  <a:srgbClr val="FFFFFF"/>
                </a:solidFill>
              </a:rPr>
              <a:t>: S</a:t>
            </a:r>
            <a:r>
              <a:rPr lang="en-US" cap="small" dirty="0">
                <a:solidFill>
                  <a:srgbClr val="FFFFFF"/>
                </a:solidFill>
              </a:rPr>
              <a:t>imple</a:t>
            </a:r>
            <a:r>
              <a:rPr lang="en-US" dirty="0">
                <a:solidFill>
                  <a:srgbClr val="FFFFFF"/>
                </a:solidFill>
              </a:rPr>
              <a:t> E</a:t>
            </a:r>
            <a:r>
              <a:rPr lang="en-US" cap="small" dirty="0">
                <a:solidFill>
                  <a:srgbClr val="FFFFFF"/>
                </a:solidFill>
              </a:rPr>
              <a:t>xample</a:t>
            </a:r>
            <a:endParaRPr dirty="0"/>
          </a:p>
        </p:txBody>
      </p:sp>
      <p:pic>
        <p:nvPicPr>
          <p:cNvPr id="572" name="Google Shape;57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083" y="1580710"/>
            <a:ext cx="6968928" cy="420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6"/>
          <p:cNvSpPr txBox="1">
            <a:spLocks noGrp="1"/>
          </p:cNvSpPr>
          <p:nvPr>
            <p:ph type="title"/>
          </p:nvPr>
        </p:nvSpPr>
        <p:spPr>
          <a:xfrm>
            <a:off x="151138" y="435360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RNN F</a:t>
            </a:r>
            <a:r>
              <a:rPr lang="en-US" b="1" cap="small" dirty="0">
                <a:solidFill>
                  <a:srgbClr val="FFFFFF"/>
                </a:solidFill>
              </a:rPr>
              <a:t>orward</a:t>
            </a:r>
            <a:r>
              <a:rPr lang="en-US" b="1" dirty="0">
                <a:solidFill>
                  <a:srgbClr val="FFFFFF"/>
                </a:solidFill>
              </a:rPr>
              <a:t> P</a:t>
            </a:r>
            <a:r>
              <a:rPr lang="en-US" b="1" cap="small" dirty="0">
                <a:solidFill>
                  <a:srgbClr val="FFFFFF"/>
                </a:solidFill>
              </a:rPr>
              <a:t>ass</a:t>
            </a:r>
            <a:r>
              <a:rPr lang="en-US" b="1" dirty="0">
                <a:solidFill>
                  <a:srgbClr val="FFFFFF"/>
                </a:solidFill>
              </a:rPr>
              <a:t>: T</a:t>
            </a:r>
            <a:r>
              <a:rPr lang="en-US" b="1" cap="small" dirty="0">
                <a:solidFill>
                  <a:srgbClr val="FFFFFF"/>
                </a:solidFill>
              </a:rPr>
              <a:t>ime</a:t>
            </a:r>
            <a:r>
              <a:rPr lang="en-US" b="1" dirty="0">
                <a:solidFill>
                  <a:srgbClr val="FFFFFF"/>
                </a:solidFill>
              </a:rPr>
              <a:t> S</a:t>
            </a:r>
            <a:r>
              <a:rPr lang="en-US" b="1" cap="small" dirty="0">
                <a:solidFill>
                  <a:srgbClr val="FFFFFF"/>
                </a:solidFill>
              </a:rPr>
              <a:t>tep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sz="2458" b="1" i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2458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sz="2458" b="1" dirty="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84" name="Google Shape;5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820" y="1728611"/>
            <a:ext cx="7267567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7"/>
          <p:cNvSpPr txBox="1">
            <a:spLocks noGrp="1"/>
          </p:cNvSpPr>
          <p:nvPr>
            <p:ph type="title"/>
          </p:nvPr>
        </p:nvSpPr>
        <p:spPr>
          <a:xfrm>
            <a:off x="151138" y="31648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RNN F</a:t>
            </a:r>
            <a:r>
              <a:rPr lang="en-US" cap="small" dirty="0">
                <a:solidFill>
                  <a:srgbClr val="FFFFFF"/>
                </a:solidFill>
              </a:rPr>
              <a:t>orward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ass</a:t>
            </a:r>
            <a:r>
              <a:rPr lang="en-US" dirty="0">
                <a:solidFill>
                  <a:srgbClr val="FFFFFF"/>
                </a:solidFill>
              </a:rPr>
              <a:t>: T</a:t>
            </a:r>
            <a:r>
              <a:rPr lang="en-US" cap="small" dirty="0">
                <a:solidFill>
                  <a:srgbClr val="FFFFFF"/>
                </a:solidFill>
              </a:rPr>
              <a:t>ime</a:t>
            </a:r>
            <a:r>
              <a:rPr lang="en-US" dirty="0">
                <a:solidFill>
                  <a:srgbClr val="FFFFFF"/>
                </a:solidFill>
              </a:rPr>
              <a:t> S</a:t>
            </a:r>
            <a:r>
              <a:rPr lang="en-US" cap="small" dirty="0">
                <a:solidFill>
                  <a:srgbClr val="FFFFFF"/>
                </a:solidFill>
              </a:rPr>
              <a:t>tep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sz="2458" i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2458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2458" dirty="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96" name="Google Shape;59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303" y="1728611"/>
            <a:ext cx="7389403" cy="3861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8"/>
          <p:cNvSpPr txBox="1">
            <a:spLocks noGrp="1"/>
          </p:cNvSpPr>
          <p:nvPr>
            <p:ph type="title"/>
          </p:nvPr>
        </p:nvSpPr>
        <p:spPr>
          <a:xfrm>
            <a:off x="151138" y="31648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A</a:t>
            </a:r>
            <a:r>
              <a:rPr lang="en-US" cap="small" dirty="0">
                <a:solidFill>
                  <a:srgbClr val="FFFFFF"/>
                </a:solidFill>
              </a:rPr>
              <a:t>ctivation</a:t>
            </a:r>
            <a:r>
              <a:rPr lang="en-US" dirty="0">
                <a:solidFill>
                  <a:srgbClr val="FFFFFF"/>
                </a:solidFill>
              </a:rPr>
              <a:t> F</a:t>
            </a:r>
            <a:r>
              <a:rPr lang="en-US" cap="small" dirty="0">
                <a:solidFill>
                  <a:srgbClr val="FFFFFF"/>
                </a:solidFill>
              </a:rPr>
              <a:t>unctions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in</a:t>
            </a:r>
            <a:r>
              <a:rPr lang="en-US" dirty="0">
                <a:solidFill>
                  <a:srgbClr val="FFFFFF"/>
                </a:solidFill>
              </a:rPr>
              <a:t> RNN</a:t>
            </a:r>
            <a:r>
              <a:rPr lang="en-US" cap="small" dirty="0">
                <a:solidFill>
                  <a:srgbClr val="FFFFFF"/>
                </a:solidFill>
              </a:rPr>
              <a:t>s</a:t>
            </a:r>
            <a:endParaRPr dirty="0"/>
          </a:p>
        </p:txBody>
      </p:sp>
      <p:grpSp>
        <p:nvGrpSpPr>
          <p:cNvPr id="602" name="Google Shape;602;p28"/>
          <p:cNvGrpSpPr/>
          <p:nvPr/>
        </p:nvGrpSpPr>
        <p:grpSpPr>
          <a:xfrm>
            <a:off x="814682" y="2666684"/>
            <a:ext cx="109889" cy="1456111"/>
            <a:chOff x="513702" y="1141742"/>
            <a:chExt cx="69291" cy="918159"/>
          </a:xfrm>
        </p:grpSpPr>
        <p:pic>
          <p:nvPicPr>
            <p:cNvPr id="603" name="Google Shape;603;p2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14174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4" name="Google Shape;604;p2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99061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5" name="Google Shape;605;p28"/>
          <p:cNvSpPr txBox="1"/>
          <p:nvPr/>
        </p:nvSpPr>
        <p:spPr>
          <a:xfrm>
            <a:off x="510493" y="2015301"/>
            <a:ext cx="4809663" cy="303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60423"/>
            <a:r>
              <a:rPr lang="en-US" sz="1665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Common choices for </a:t>
            </a:r>
            <a:r>
              <a:rPr lang="en-US" sz="1903" i="1"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: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  <a:p>
            <a:pPr marL="531721">
              <a:spcBef>
                <a:spcPts val="1927"/>
              </a:spcBef>
            </a:pPr>
            <a:r>
              <a:rPr lang="en-US" sz="1665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Hyperbolic tangent (tanh)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: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  <a:p>
            <a:pPr marL="777438">
              <a:spcBef>
                <a:spcPts val="38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Range: 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−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744" i="1"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]</a:t>
            </a:r>
            <a:endParaRPr sz="1744">
              <a:latin typeface="Tahoma"/>
              <a:ea typeface="Tahoma"/>
              <a:cs typeface="Tahoma"/>
              <a:sym typeface="Tahoma"/>
            </a:endParaRPr>
          </a:p>
          <a:p>
            <a:pPr marL="777438">
              <a:spcBef>
                <a:spcPts val="29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Centered at zero (helps with gradient flow)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777438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Most common for vanilla RNNs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>
              <a:spcBef>
                <a:spcPts val="56"/>
              </a:spcBef>
            </a:pP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531721"/>
            <a:r>
              <a:rPr lang="en-US" sz="1665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ReLU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: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  <a:p>
            <a:pPr marL="777438">
              <a:spcBef>
                <a:spcPts val="389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Range: 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lang="en-US" sz="1744" i="1"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∞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)</a:t>
            </a:r>
            <a:endParaRPr sz="1744">
              <a:latin typeface="Tahoma"/>
              <a:ea typeface="Tahoma"/>
              <a:cs typeface="Tahoma"/>
              <a:sym typeface="Tahoma"/>
            </a:endParaRPr>
          </a:p>
          <a:p>
            <a:pPr marL="777438">
              <a:spcBef>
                <a:spcPts val="29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Can help with vanishing gradient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777438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May cause exploding activations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6" y="287927"/>
            <a:ext cx="2970714" cy="439262"/>
          </a:xfrm>
          <a:prstGeom prst="rect">
            <a:avLst/>
          </a:prstGeom>
        </p:spPr>
        <p:txBody>
          <a:bodyPr vert="horz" wrap="square" lIns="0" tIns="24169" rIns="0" bIns="0" rtlCol="0">
            <a:spAutoFit/>
          </a:bodyPr>
          <a:lstStyle/>
          <a:p>
            <a:pPr marL="20141" defTabSz="1450147">
              <a:spcBef>
                <a:spcPts val="190"/>
              </a:spcBef>
              <a:buClrTx/>
              <a:defRPr/>
            </a:pPr>
            <a:r>
              <a:rPr sz="2696" b="1" kern="1200" spc="825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T</a:t>
            </a:r>
            <a:r>
              <a:rPr sz="2696" b="1" kern="1200" cap="small" spc="444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ypes</a:t>
            </a:r>
            <a:r>
              <a:rPr sz="2696" b="1" kern="1200" spc="444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96" b="1" kern="1200" spc="-190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96" b="1" kern="1200" cap="small" spc="396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of</a:t>
            </a:r>
            <a:r>
              <a:rPr sz="2696" b="1" kern="1200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96" b="1" kern="1200" spc="-190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96" b="1" kern="1200" spc="555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RNN</a:t>
            </a:r>
            <a:endParaRPr sz="2696" b="1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0916" y="1779867"/>
            <a:ext cx="7868150" cy="3933455"/>
            <a:chOff x="359994" y="582555"/>
            <a:chExt cx="4275455" cy="24682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5016" y="582555"/>
              <a:ext cx="3509962" cy="215312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75850" y="5713322"/>
            <a:ext cx="2177239" cy="238933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20141" defTabSz="1450147">
              <a:spcBef>
                <a:spcPts val="151"/>
              </a:spcBef>
              <a:buClrTx/>
              <a:defRPr/>
            </a:pPr>
            <a:r>
              <a:rPr sz="1427" kern="1200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Courtesy:</a:t>
            </a:r>
            <a:r>
              <a:rPr sz="1427" kern="1200" spc="63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 </a:t>
            </a:r>
            <a:r>
              <a:rPr sz="1427" kern="1200" spc="-8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Andrej Karpathy</a:t>
            </a:r>
            <a:endParaRPr sz="1427" kern="1200" dirty="0">
              <a:solidFill>
                <a:prstClr val="black"/>
              </a:solidFill>
              <a:latin typeface="Microsoft Sans Serif"/>
              <a:ea typeface="+mn-ea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7" y="287927"/>
            <a:ext cx="3091559" cy="439262"/>
          </a:xfrm>
          <a:prstGeom prst="rect">
            <a:avLst/>
          </a:prstGeom>
        </p:spPr>
        <p:txBody>
          <a:bodyPr vert="horz" wrap="square" lIns="0" tIns="24169" rIns="0" bIns="0" rtlCol="0">
            <a:spAutoFit/>
          </a:bodyPr>
          <a:lstStyle/>
          <a:p>
            <a:pPr marL="20141" defTabSz="1450147">
              <a:spcBef>
                <a:spcPts val="190"/>
              </a:spcBef>
              <a:buClrTx/>
              <a:defRPr/>
            </a:pPr>
            <a:r>
              <a:rPr sz="2696" b="1" kern="1200" spc="825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T</a:t>
            </a:r>
            <a:r>
              <a:rPr sz="2696" b="1" kern="1200" cap="small" spc="444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ypes</a:t>
            </a:r>
            <a:r>
              <a:rPr sz="2696" b="1" kern="1200" spc="444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96" b="1" kern="1200" spc="-190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96" b="1" kern="1200" cap="small" spc="396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of</a:t>
            </a:r>
            <a:r>
              <a:rPr sz="2696" b="1" kern="1200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96" b="1" kern="1200" spc="-190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96" b="1" kern="1200" spc="555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RNN</a:t>
            </a:r>
            <a:endParaRPr sz="2696" b="1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0916" y="1786513"/>
            <a:ext cx="7988996" cy="3907348"/>
            <a:chOff x="359994" y="586746"/>
            <a:chExt cx="4112895" cy="2463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7411" y="586746"/>
              <a:ext cx="3185160" cy="21426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450147">
                <a:buClrTx/>
                <a:defRPr/>
              </a:pPr>
              <a:endParaRPr sz="2855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75850" y="5713322"/>
            <a:ext cx="2177239" cy="238933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20141" defTabSz="1450147">
              <a:spcBef>
                <a:spcPts val="151"/>
              </a:spcBef>
              <a:buClrTx/>
              <a:defRPr/>
            </a:pPr>
            <a:r>
              <a:rPr sz="1427" kern="1200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Courtesy:</a:t>
            </a:r>
            <a:r>
              <a:rPr sz="1427" kern="1200" spc="63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 </a:t>
            </a:r>
            <a:r>
              <a:rPr sz="1427" kern="1200" spc="-8" dirty="0">
                <a:solidFill>
                  <a:prstClr val="black"/>
                </a:solidFill>
                <a:latin typeface="Microsoft Sans Serif"/>
                <a:ea typeface="+mn-ea"/>
                <a:cs typeface="Microsoft Sans Serif"/>
              </a:rPr>
              <a:t>Andrej Karpathy</a:t>
            </a:r>
            <a:endParaRPr sz="1427" kern="1200">
              <a:solidFill>
                <a:prstClr val="black"/>
              </a:solidFill>
              <a:latin typeface="Microsoft Sans Serif"/>
              <a:ea typeface="+mn-ea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136" y="397655"/>
            <a:ext cx="5732120" cy="464910"/>
          </a:xfrm>
          <a:prstGeom prst="rect">
            <a:avLst/>
          </a:prstGeom>
        </p:spPr>
        <p:txBody>
          <a:bodyPr spcFirstLastPara="1" vert="horz" wrap="square" lIns="0" tIns="24169" rIns="0" bIns="0" rtlCol="0" anchor="t" anchorCtr="0">
            <a:spAutoFit/>
          </a:bodyPr>
          <a:lstStyle/>
          <a:p>
            <a:pPr marL="20141">
              <a:spcBef>
                <a:spcPts val="190"/>
              </a:spcBef>
            </a:pPr>
            <a:r>
              <a:rPr b="1" spc="825" dirty="0"/>
              <a:t>T</a:t>
            </a:r>
            <a:r>
              <a:rPr b="1" cap="small" spc="444" dirty="0"/>
              <a:t>ypes</a:t>
            </a:r>
            <a:r>
              <a:rPr b="1" spc="444" dirty="0"/>
              <a:t> </a:t>
            </a:r>
            <a:r>
              <a:rPr b="1" spc="-190" dirty="0"/>
              <a:t> </a:t>
            </a:r>
            <a:r>
              <a:rPr b="1" cap="small" spc="396" dirty="0"/>
              <a:t>of</a:t>
            </a:r>
            <a:r>
              <a:rPr b="1" dirty="0"/>
              <a:t> </a:t>
            </a:r>
            <a:r>
              <a:rPr b="1" spc="-190" dirty="0"/>
              <a:t> </a:t>
            </a:r>
            <a:r>
              <a:rPr b="1" spc="555" dirty="0"/>
              <a:t>RNN</a:t>
            </a:r>
            <a:r>
              <a:rPr b="1" dirty="0"/>
              <a:t> </a:t>
            </a:r>
            <a:r>
              <a:rPr b="1" spc="-190" dirty="0"/>
              <a:t> </a:t>
            </a:r>
            <a:r>
              <a:rPr b="1" cap="small" spc="363" dirty="0"/>
              <a:t>and</a:t>
            </a:r>
            <a:r>
              <a:rPr b="1" dirty="0"/>
              <a:t> </a:t>
            </a:r>
            <a:r>
              <a:rPr b="1" spc="-190" dirty="0"/>
              <a:t> </a:t>
            </a:r>
            <a:r>
              <a:rPr b="1" spc="658" dirty="0"/>
              <a:t>A</a:t>
            </a:r>
            <a:r>
              <a:rPr b="1" cap="small" spc="412" dirty="0"/>
              <a:t>pplic</a:t>
            </a:r>
            <a:r>
              <a:rPr b="1" cap="small" spc="246" dirty="0"/>
              <a:t>a</a:t>
            </a:r>
            <a:r>
              <a:rPr b="1" cap="small" spc="341" dirty="0"/>
              <a:t>t</a:t>
            </a:r>
            <a:r>
              <a:rPr cap="small" spc="341" dirty="0"/>
              <a:t>ions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4934" y="1978850"/>
            <a:ext cx="7613286" cy="2170423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292043" marR="8056" indent="-271903" defTabSz="1450147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903" b="1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One</a:t>
            </a:r>
            <a:r>
              <a:rPr sz="1903" b="1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to</a:t>
            </a:r>
            <a:r>
              <a:rPr sz="1903" b="1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one</a:t>
            </a:r>
            <a:r>
              <a:rPr sz="1903" b="1" kern="1200" spc="4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46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–</a:t>
            </a:r>
            <a:r>
              <a:rPr sz="1903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Generic</a:t>
            </a:r>
            <a:r>
              <a:rPr sz="1903" kern="1200" spc="4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neural</a:t>
            </a:r>
            <a:r>
              <a:rPr sz="1903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network,</a:t>
            </a:r>
            <a:r>
              <a:rPr sz="1903" kern="1200" spc="4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Image</a:t>
            </a:r>
            <a:r>
              <a:rPr lang="en-IN" sz="1903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classification </a:t>
            </a:r>
            <a:r>
              <a:rPr sz="1903" kern="1200" spc="-41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endParaRPr lang="en-IN" sz="1903" kern="1200" spc="-412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292043" marR="8056" indent="-271903" defTabSz="1450147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903" b="1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One</a:t>
            </a:r>
            <a:r>
              <a:rPr sz="1903" b="1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to</a:t>
            </a:r>
            <a:r>
              <a:rPr sz="1903" b="1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many</a:t>
            </a:r>
            <a:r>
              <a:rPr sz="1903" b="1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46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–</a:t>
            </a:r>
            <a:r>
              <a:rPr sz="1903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Music</a:t>
            </a:r>
            <a:r>
              <a:rPr sz="1903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generation,</a:t>
            </a:r>
            <a:r>
              <a:rPr sz="1903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Image</a:t>
            </a:r>
            <a:r>
              <a:rPr sz="1903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Captioning</a:t>
            </a:r>
            <a:endParaRPr sz="1903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292043" marR="738165" indent="-271903" defTabSz="1450147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903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Many</a:t>
            </a:r>
            <a:r>
              <a:rPr sz="1903" b="1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to</a:t>
            </a:r>
            <a:r>
              <a:rPr sz="1903" b="1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one</a:t>
            </a:r>
            <a:r>
              <a:rPr sz="1903" b="1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46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–</a:t>
            </a:r>
            <a:r>
              <a:rPr sz="1903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Movie</a:t>
            </a:r>
            <a:r>
              <a:rPr sz="1903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review</a:t>
            </a:r>
            <a:r>
              <a:rPr sz="1903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or</a:t>
            </a:r>
            <a:r>
              <a:rPr sz="1903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Sentiment</a:t>
            </a:r>
            <a:r>
              <a:rPr sz="1903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Analysis </a:t>
            </a:r>
            <a:r>
              <a:rPr sz="1903" kern="1200" spc="-42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endParaRPr lang="en-IN" sz="1903" kern="1200" spc="-42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292043" marR="738165" indent="-271903" defTabSz="1450147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903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Many</a:t>
            </a:r>
            <a:r>
              <a:rPr sz="1903" b="1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to</a:t>
            </a:r>
            <a:r>
              <a:rPr sz="1903" b="1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many</a:t>
            </a:r>
            <a:r>
              <a:rPr sz="1903" b="1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46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–</a:t>
            </a:r>
            <a:r>
              <a:rPr sz="1903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Machine</a:t>
            </a:r>
            <a:r>
              <a:rPr sz="1903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translation</a:t>
            </a:r>
            <a:r>
              <a:rPr lang="en-IN" sz="1903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Synced</a:t>
            </a:r>
            <a:r>
              <a:rPr sz="1903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endParaRPr lang="en-IN" sz="1903" kern="1200" spc="24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292043" indent="-271903" defTabSz="1450147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sz="1903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Many</a:t>
            </a:r>
            <a:r>
              <a:rPr sz="1903" b="1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to</a:t>
            </a:r>
            <a:r>
              <a:rPr sz="1903" b="1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b="1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many</a:t>
            </a:r>
            <a:r>
              <a:rPr sz="1903" b="1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46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–</a:t>
            </a:r>
            <a:r>
              <a:rPr sz="1903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Video</a:t>
            </a:r>
            <a:r>
              <a:rPr sz="1903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903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classification</a:t>
            </a:r>
            <a:endParaRPr sz="1903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0"/>
          <p:cNvSpPr txBox="1">
            <a:spLocks noGrp="1"/>
          </p:cNvSpPr>
          <p:nvPr>
            <p:ph type="title"/>
          </p:nvPr>
        </p:nvSpPr>
        <p:spPr>
          <a:xfrm>
            <a:off x="151138" y="371352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T</a:t>
            </a:r>
            <a:r>
              <a:rPr lang="en-US" cap="small" dirty="0">
                <a:solidFill>
                  <a:srgbClr val="FFFFFF"/>
                </a:solidFill>
              </a:rPr>
              <a:t>raining</a:t>
            </a:r>
            <a:r>
              <a:rPr lang="en-US" dirty="0">
                <a:solidFill>
                  <a:srgbClr val="FFFFFF"/>
                </a:solidFill>
              </a:rPr>
              <a:t> O</a:t>
            </a:r>
            <a:r>
              <a:rPr lang="en-US" cap="small" dirty="0">
                <a:solidFill>
                  <a:srgbClr val="FFFFFF"/>
                </a:solidFill>
              </a:rPr>
              <a:t>bjective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for</a:t>
            </a:r>
            <a:r>
              <a:rPr lang="en-US" dirty="0">
                <a:solidFill>
                  <a:srgbClr val="FFFFFF"/>
                </a:solidFill>
              </a:rPr>
              <a:t> RNN</a:t>
            </a:r>
            <a:r>
              <a:rPr lang="en-US" cap="small" dirty="0">
                <a:solidFill>
                  <a:srgbClr val="FFFFFF"/>
                </a:solidFill>
              </a:rPr>
              <a:t>s</a:t>
            </a:r>
            <a:endParaRPr dirty="0"/>
          </a:p>
        </p:txBody>
      </p:sp>
      <p:pic>
        <p:nvPicPr>
          <p:cNvPr id="642" name="Google Shape;64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630" y="1728611"/>
            <a:ext cx="7508177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1"/>
          <p:cNvSpPr txBox="1">
            <a:spLocks noGrp="1"/>
          </p:cNvSpPr>
          <p:nvPr>
            <p:ph type="title"/>
          </p:nvPr>
        </p:nvSpPr>
        <p:spPr>
          <a:xfrm>
            <a:off x="151138" y="289056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L</a:t>
            </a:r>
            <a:r>
              <a:rPr lang="en-US" cap="small" dirty="0">
                <a:solidFill>
                  <a:srgbClr val="FFFFFF"/>
                </a:solidFill>
              </a:rPr>
              <a:t>oss</a:t>
            </a:r>
            <a:r>
              <a:rPr lang="en-US" dirty="0">
                <a:solidFill>
                  <a:srgbClr val="FFFFFF"/>
                </a:solidFill>
              </a:rPr>
              <a:t> F</a:t>
            </a:r>
            <a:r>
              <a:rPr lang="en-US" cap="small" dirty="0">
                <a:solidFill>
                  <a:srgbClr val="FFFFFF"/>
                </a:solidFill>
              </a:rPr>
              <a:t>unction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for</a:t>
            </a:r>
            <a:r>
              <a:rPr lang="en-US" dirty="0">
                <a:solidFill>
                  <a:srgbClr val="FFFFFF"/>
                </a:solidFill>
              </a:rPr>
              <a:t> S</a:t>
            </a:r>
            <a:r>
              <a:rPr lang="en-US" cap="small" dirty="0">
                <a:solidFill>
                  <a:srgbClr val="FFFFFF"/>
                </a:solidFill>
              </a:rPr>
              <a:t>equences</a:t>
            </a:r>
            <a:endParaRPr dirty="0"/>
          </a:p>
        </p:txBody>
      </p:sp>
      <p:pic>
        <p:nvPicPr>
          <p:cNvPr id="650" name="Google Shape;6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010" y="1728611"/>
            <a:ext cx="7499404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2"/>
          <p:cNvSpPr txBox="1">
            <a:spLocks noGrp="1"/>
          </p:cNvSpPr>
          <p:nvPr>
            <p:ph type="title"/>
          </p:nvPr>
        </p:nvSpPr>
        <p:spPr>
          <a:xfrm>
            <a:off x="151138" y="380495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B</a:t>
            </a:r>
            <a:r>
              <a:rPr lang="en-US" cap="small" dirty="0">
                <a:solidFill>
                  <a:srgbClr val="FFFFFF"/>
                </a:solidFill>
              </a:rPr>
              <a:t>ackpropagation</a:t>
            </a:r>
            <a:r>
              <a:rPr lang="en-US" dirty="0">
                <a:solidFill>
                  <a:srgbClr val="FFFFFF"/>
                </a:solidFill>
              </a:rPr>
              <a:t> T</a:t>
            </a:r>
            <a:r>
              <a:rPr lang="en-US" cap="small" dirty="0">
                <a:solidFill>
                  <a:srgbClr val="FFFFFF"/>
                </a:solidFill>
              </a:rPr>
              <a:t>hrough</a:t>
            </a:r>
            <a:r>
              <a:rPr lang="en-US" dirty="0">
                <a:solidFill>
                  <a:srgbClr val="FFFFFF"/>
                </a:solidFill>
              </a:rPr>
              <a:t> T</a:t>
            </a:r>
            <a:r>
              <a:rPr lang="en-US" cap="small" dirty="0">
                <a:solidFill>
                  <a:srgbClr val="FFFFFF"/>
                </a:solidFill>
              </a:rPr>
              <a:t>ime</a:t>
            </a:r>
            <a:r>
              <a:rPr lang="en-US" dirty="0">
                <a:solidFill>
                  <a:srgbClr val="FFFFFF"/>
                </a:solidFill>
              </a:rPr>
              <a:t> (BPTT)</a:t>
            </a:r>
            <a:endParaRPr dirty="0"/>
          </a:p>
        </p:txBody>
      </p:sp>
      <p:grpSp>
        <p:nvGrpSpPr>
          <p:cNvPr id="656" name="Google Shape;656;p32"/>
          <p:cNvGrpSpPr/>
          <p:nvPr/>
        </p:nvGrpSpPr>
        <p:grpSpPr>
          <a:xfrm>
            <a:off x="814682" y="1914338"/>
            <a:ext cx="109889" cy="2643623"/>
            <a:chOff x="513702" y="667346"/>
            <a:chExt cx="69291" cy="1666951"/>
          </a:xfrm>
        </p:grpSpPr>
        <p:pic>
          <p:nvPicPr>
            <p:cNvPr id="657" name="Google Shape;657;p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66734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8" name="Google Shape;658;p3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5522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9" name="Google Shape;659;p3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26500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0" name="Google Shape;660;p32"/>
          <p:cNvSpPr txBox="1"/>
          <p:nvPr/>
        </p:nvSpPr>
        <p:spPr>
          <a:xfrm>
            <a:off x="941750" y="1712585"/>
            <a:ext cx="5502513" cy="3754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718" rIns="0" bIns="0" anchor="t" anchorCtr="0">
            <a:spAutoFit/>
          </a:bodyPr>
          <a:lstStyle/>
          <a:p>
            <a:pPr marL="100705"/>
            <a:r>
              <a:rPr lang="en-US" sz="1665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Challenge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: How to compute gradients in RNNs?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  <a:p>
            <a:pPr marL="346424">
              <a:spcBef>
                <a:spcPts val="626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Parameters shared across all time steps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346424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Hidden state depends on entire history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346424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Need to backpropagate through time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>
              <a:spcBef>
                <a:spcPts val="500"/>
              </a:spcBef>
            </a:pP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100705"/>
            <a:r>
              <a:rPr lang="en-US" sz="1665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Key insight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: Unroll RNN into feedforward network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  <a:p>
            <a:pPr marL="346424">
              <a:spcBef>
                <a:spcPts val="626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Apply standard backpropagation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346424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Sum gradients from all time steps (parameter sharing)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>
              <a:spcBef>
                <a:spcPts val="500"/>
              </a:spcBef>
            </a:pP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100705"/>
            <a:r>
              <a:rPr lang="en-US" sz="1665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BPTT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: Backpropagation Through Time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  <a:p>
            <a:pPr marL="346424">
              <a:spcBef>
                <a:spcPts val="626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Forward pass: compute outputs for all time steps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346424">
              <a:spcBef>
                <a:spcPts val="10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Backward pass: compute gradients from </a:t>
            </a:r>
            <a:r>
              <a:rPr lang="en-US" sz="1507" i="1"/>
              <a:t>t 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 i="1"/>
              <a:t>T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to </a:t>
            </a:r>
            <a:r>
              <a:rPr lang="en-US" sz="1507" i="1"/>
              <a:t>t 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1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346424">
              <a:spcBef>
                <a:spcPts val="29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Gradients flow backward through time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3"/>
          <p:cNvSpPr txBox="1">
            <a:spLocks noGrp="1"/>
          </p:cNvSpPr>
          <p:nvPr>
            <p:ph type="title"/>
          </p:nvPr>
        </p:nvSpPr>
        <p:spPr>
          <a:xfrm>
            <a:off x="151138" y="252480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BPTT: C</a:t>
            </a:r>
            <a:r>
              <a:rPr lang="en-US" cap="small" dirty="0">
                <a:solidFill>
                  <a:srgbClr val="FFFFFF"/>
                </a:solidFill>
              </a:rPr>
              <a:t>omputational</a:t>
            </a:r>
            <a:r>
              <a:rPr lang="en-US" dirty="0">
                <a:solidFill>
                  <a:srgbClr val="FFFFFF"/>
                </a:solidFill>
              </a:rPr>
              <a:t> G</a:t>
            </a:r>
            <a:r>
              <a:rPr lang="en-US" cap="small" dirty="0">
                <a:solidFill>
                  <a:srgbClr val="FFFFFF"/>
                </a:solidFill>
              </a:rPr>
              <a:t>raph</a:t>
            </a:r>
            <a:endParaRPr dirty="0"/>
          </a:p>
        </p:txBody>
      </p:sp>
      <p:pic>
        <p:nvPicPr>
          <p:cNvPr id="678" name="Google Shape;6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6821067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4"/>
          <p:cNvSpPr txBox="1">
            <a:spLocks noGrp="1"/>
          </p:cNvSpPr>
          <p:nvPr>
            <p:ph type="title"/>
          </p:nvPr>
        </p:nvSpPr>
        <p:spPr>
          <a:xfrm>
            <a:off x="151138" y="40792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BPTT: K</a:t>
            </a:r>
            <a:r>
              <a:rPr lang="en-US" cap="small" dirty="0">
                <a:solidFill>
                  <a:srgbClr val="FFFFFF"/>
                </a:solidFill>
              </a:rPr>
              <a:t>ey</a:t>
            </a:r>
            <a:r>
              <a:rPr lang="en-US" dirty="0">
                <a:solidFill>
                  <a:srgbClr val="FFFFFF"/>
                </a:solidFill>
              </a:rPr>
              <a:t> G</a:t>
            </a:r>
            <a:r>
              <a:rPr lang="en-US" cap="small" dirty="0">
                <a:solidFill>
                  <a:srgbClr val="FFFFFF"/>
                </a:solidFill>
              </a:rPr>
              <a:t>radient</a:t>
            </a:r>
            <a:r>
              <a:rPr lang="en-US" dirty="0">
                <a:solidFill>
                  <a:srgbClr val="FFFFFF"/>
                </a:solidFill>
              </a:rPr>
              <a:t> E</a:t>
            </a:r>
            <a:r>
              <a:rPr lang="en-US" cap="small" dirty="0">
                <a:solidFill>
                  <a:srgbClr val="FFFFFF"/>
                </a:solidFill>
              </a:rPr>
              <a:t>quations</a:t>
            </a:r>
            <a:endParaRPr dirty="0"/>
          </a:p>
        </p:txBody>
      </p:sp>
      <p:pic>
        <p:nvPicPr>
          <p:cNvPr id="690" name="Google Shape;69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194" y="1609296"/>
            <a:ext cx="7864690" cy="3981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5"/>
          <p:cNvSpPr txBox="1">
            <a:spLocks noGrp="1"/>
          </p:cNvSpPr>
          <p:nvPr>
            <p:ph type="title"/>
          </p:nvPr>
        </p:nvSpPr>
        <p:spPr>
          <a:xfrm>
            <a:off x="151138" y="380496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BPTT: N</a:t>
            </a:r>
            <a:r>
              <a:rPr lang="en-US" cap="small" dirty="0">
                <a:solidFill>
                  <a:srgbClr val="FFFFFF"/>
                </a:solidFill>
              </a:rPr>
              <a:t>umerical</a:t>
            </a:r>
            <a:r>
              <a:rPr lang="en-US" dirty="0">
                <a:solidFill>
                  <a:srgbClr val="FFFFFF"/>
                </a:solidFill>
              </a:rPr>
              <a:t> E</a:t>
            </a:r>
            <a:r>
              <a:rPr lang="en-US" cap="small" dirty="0">
                <a:solidFill>
                  <a:srgbClr val="FFFFFF"/>
                </a:solidFill>
              </a:rPr>
              <a:t>xample</a:t>
            </a:r>
            <a:r>
              <a:rPr lang="en-US" dirty="0">
                <a:solidFill>
                  <a:srgbClr val="FFFFFF"/>
                </a:solidFill>
              </a:rPr>
              <a:t> S</a:t>
            </a:r>
            <a:r>
              <a:rPr lang="en-US" cap="small" dirty="0">
                <a:solidFill>
                  <a:srgbClr val="FFFFFF"/>
                </a:solidFill>
              </a:rPr>
              <a:t>etup</a:t>
            </a:r>
            <a:endParaRPr dirty="0"/>
          </a:p>
        </p:txBody>
      </p:sp>
      <p:pic>
        <p:nvPicPr>
          <p:cNvPr id="698" name="Google Shape;69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3" y="1728611"/>
            <a:ext cx="8660618" cy="3790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6"/>
          <p:cNvSpPr txBox="1">
            <a:spLocks noGrp="1"/>
          </p:cNvSpPr>
          <p:nvPr>
            <p:ph type="title"/>
          </p:nvPr>
        </p:nvSpPr>
        <p:spPr>
          <a:xfrm>
            <a:off x="151138" y="31648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>
                <a:solidFill>
                  <a:srgbClr val="FFFFFF"/>
                </a:solidFill>
              </a:rPr>
              <a:t>BPTT: F</a:t>
            </a:r>
            <a:r>
              <a:rPr lang="en-US" cap="small">
                <a:solidFill>
                  <a:srgbClr val="FFFFFF"/>
                </a:solidFill>
              </a:rPr>
              <a:t>orward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ass</a:t>
            </a:r>
            <a:endParaRPr/>
          </a:p>
        </p:txBody>
      </p:sp>
      <p:pic>
        <p:nvPicPr>
          <p:cNvPr id="710" name="Google Shape;71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599" y="1630824"/>
            <a:ext cx="5118315" cy="4089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7"/>
          <p:cNvSpPr txBox="1">
            <a:spLocks noGrp="1"/>
          </p:cNvSpPr>
          <p:nvPr>
            <p:ph type="title"/>
          </p:nvPr>
        </p:nvSpPr>
        <p:spPr>
          <a:xfrm>
            <a:off x="151138" y="380496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BPTT: B</a:t>
            </a:r>
            <a:r>
              <a:rPr lang="en-US" cap="small" dirty="0">
                <a:solidFill>
                  <a:srgbClr val="FFFFFF"/>
                </a:solidFill>
              </a:rPr>
              <a:t>ackward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ass</a:t>
            </a:r>
            <a:endParaRPr dirty="0"/>
          </a:p>
        </p:txBody>
      </p:sp>
      <p:pic>
        <p:nvPicPr>
          <p:cNvPr id="722" name="Google Shape;72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98" y="1579819"/>
            <a:ext cx="5769944" cy="4183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8"/>
          <p:cNvSpPr txBox="1">
            <a:spLocks noGrp="1"/>
          </p:cNvSpPr>
          <p:nvPr>
            <p:ph type="title"/>
          </p:nvPr>
        </p:nvSpPr>
        <p:spPr>
          <a:xfrm>
            <a:off x="151138" y="389640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BPTT: P</a:t>
            </a:r>
            <a:r>
              <a:rPr lang="en-US" cap="small" dirty="0">
                <a:solidFill>
                  <a:srgbClr val="FFFFFF"/>
                </a:solidFill>
              </a:rPr>
              <a:t>arameter</a:t>
            </a:r>
            <a:r>
              <a:rPr lang="en-US" dirty="0">
                <a:solidFill>
                  <a:srgbClr val="FFFFFF"/>
                </a:solidFill>
              </a:rPr>
              <a:t> G</a:t>
            </a:r>
            <a:r>
              <a:rPr lang="en-US" cap="small" dirty="0">
                <a:solidFill>
                  <a:srgbClr val="FFFFFF"/>
                </a:solidFill>
              </a:rPr>
              <a:t>radients</a:t>
            </a:r>
            <a:endParaRPr dirty="0"/>
          </a:p>
        </p:txBody>
      </p:sp>
      <p:pic>
        <p:nvPicPr>
          <p:cNvPr id="734" name="Google Shape;73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7563118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9"/>
          <p:cNvSpPr txBox="1">
            <a:spLocks noGrp="1"/>
          </p:cNvSpPr>
          <p:nvPr>
            <p:ph type="title"/>
          </p:nvPr>
        </p:nvSpPr>
        <p:spPr>
          <a:xfrm>
            <a:off x="151138" y="40792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V</a:t>
            </a:r>
            <a:r>
              <a:rPr lang="en-US" cap="small" dirty="0">
                <a:solidFill>
                  <a:srgbClr val="FFFFFF"/>
                </a:solidFill>
              </a:rPr>
              <a:t>anishing</a:t>
            </a:r>
            <a:r>
              <a:rPr lang="en-US" dirty="0">
                <a:solidFill>
                  <a:srgbClr val="FFFFFF"/>
                </a:solidFill>
              </a:rPr>
              <a:t> G</a:t>
            </a:r>
            <a:r>
              <a:rPr lang="en-US" cap="small" dirty="0">
                <a:solidFill>
                  <a:srgbClr val="FFFFFF"/>
                </a:solidFill>
              </a:rPr>
              <a:t>radients</a:t>
            </a:r>
            <a:r>
              <a:rPr lang="en-US" dirty="0">
                <a:solidFill>
                  <a:srgbClr val="FFFFFF"/>
                </a:solidFill>
              </a:rPr>
              <a:t>: T</a:t>
            </a:r>
            <a:r>
              <a:rPr lang="en-US" cap="small" dirty="0">
                <a:solidFill>
                  <a:srgbClr val="FFFFFF"/>
                </a:solidFill>
              </a:rPr>
              <a:t>he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roblem</a:t>
            </a:r>
            <a:endParaRPr dirty="0"/>
          </a:p>
        </p:txBody>
      </p:sp>
      <p:pic>
        <p:nvPicPr>
          <p:cNvPr id="746" name="Google Shape;74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974" y="1590979"/>
            <a:ext cx="8034047" cy="4138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0"/>
          <p:cNvSpPr txBox="1">
            <a:spLocks noGrp="1"/>
          </p:cNvSpPr>
          <p:nvPr>
            <p:ph type="title"/>
          </p:nvPr>
        </p:nvSpPr>
        <p:spPr>
          <a:xfrm>
            <a:off x="151138" y="334775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V</a:t>
            </a:r>
            <a:r>
              <a:rPr lang="en-US" cap="small" dirty="0">
                <a:solidFill>
                  <a:srgbClr val="FFFFFF"/>
                </a:solidFill>
              </a:rPr>
              <a:t>anishing</a:t>
            </a:r>
            <a:r>
              <a:rPr lang="en-US" dirty="0">
                <a:solidFill>
                  <a:srgbClr val="FFFFFF"/>
                </a:solidFill>
              </a:rPr>
              <a:t> G</a:t>
            </a:r>
            <a:r>
              <a:rPr lang="en-US" cap="small" dirty="0">
                <a:solidFill>
                  <a:srgbClr val="FFFFFF"/>
                </a:solidFill>
              </a:rPr>
              <a:t>radients</a:t>
            </a:r>
            <a:r>
              <a:rPr lang="en-US" dirty="0">
                <a:solidFill>
                  <a:srgbClr val="FFFFFF"/>
                </a:solidFill>
              </a:rPr>
              <a:t>: N</a:t>
            </a:r>
            <a:r>
              <a:rPr lang="en-US" cap="small" dirty="0">
                <a:solidFill>
                  <a:srgbClr val="FFFFFF"/>
                </a:solidFill>
              </a:rPr>
              <a:t>umerical</a:t>
            </a:r>
            <a:r>
              <a:rPr lang="en-US" dirty="0">
                <a:solidFill>
                  <a:srgbClr val="FFFFFF"/>
                </a:solidFill>
              </a:rPr>
              <a:t> E</a:t>
            </a:r>
            <a:r>
              <a:rPr lang="en-US" cap="small" dirty="0">
                <a:solidFill>
                  <a:srgbClr val="FFFFFF"/>
                </a:solidFill>
              </a:rPr>
              <a:t>xample</a:t>
            </a:r>
            <a:endParaRPr dirty="0"/>
          </a:p>
        </p:txBody>
      </p:sp>
      <p:pic>
        <p:nvPicPr>
          <p:cNvPr id="758" name="Google Shape;75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3" y="1728611"/>
            <a:ext cx="7261249" cy="3861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1"/>
          <p:cNvSpPr txBox="1">
            <a:spLocks noGrp="1"/>
          </p:cNvSpPr>
          <p:nvPr>
            <p:ph type="title"/>
          </p:nvPr>
        </p:nvSpPr>
        <p:spPr>
          <a:xfrm>
            <a:off x="151138" y="289055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W</a:t>
            </a:r>
            <a:r>
              <a:rPr lang="en-US" b="1" cap="small" dirty="0">
                <a:solidFill>
                  <a:srgbClr val="FFFFFF"/>
                </a:solidFill>
              </a:rPr>
              <a:t>hy</a:t>
            </a:r>
            <a:r>
              <a:rPr lang="en-US" b="1" dirty="0">
                <a:solidFill>
                  <a:srgbClr val="FFFFFF"/>
                </a:solidFill>
              </a:rPr>
              <a:t> V</a:t>
            </a:r>
            <a:r>
              <a:rPr lang="en-US" b="1" cap="small" dirty="0">
                <a:solidFill>
                  <a:srgbClr val="FFFFFF"/>
                </a:solidFill>
              </a:rPr>
              <a:t>anishing</a:t>
            </a:r>
            <a:r>
              <a:rPr lang="en-US" b="1" dirty="0">
                <a:solidFill>
                  <a:srgbClr val="FFFFFF"/>
                </a:solidFill>
              </a:rPr>
              <a:t> G</a:t>
            </a:r>
            <a:r>
              <a:rPr lang="en-US" b="1" cap="small" dirty="0">
                <a:solidFill>
                  <a:srgbClr val="FFFFFF"/>
                </a:solidFill>
              </a:rPr>
              <a:t>radients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are</a:t>
            </a:r>
            <a:r>
              <a:rPr lang="en-US" b="1" dirty="0">
                <a:solidFill>
                  <a:srgbClr val="FFFFFF"/>
                </a:solidFill>
              </a:rPr>
              <a:t> P</a:t>
            </a:r>
            <a:r>
              <a:rPr lang="en-US" b="1" cap="small" dirty="0">
                <a:solidFill>
                  <a:srgbClr val="FFFFFF"/>
                </a:solidFill>
              </a:rPr>
              <a:t>roblematic</a:t>
            </a:r>
            <a:r>
              <a:rPr lang="en-US" b="1" dirty="0">
                <a:solidFill>
                  <a:srgbClr val="FFFFFF"/>
                </a:solidFill>
              </a:rPr>
              <a:t>?</a:t>
            </a:r>
            <a:endParaRPr b="1" dirty="0"/>
          </a:p>
        </p:txBody>
      </p:sp>
      <p:sp>
        <p:nvSpPr>
          <p:cNvPr id="768" name="Google Shape;768;p41"/>
          <p:cNvSpPr txBox="1"/>
          <p:nvPr/>
        </p:nvSpPr>
        <p:spPr>
          <a:xfrm>
            <a:off x="1179549" y="1773631"/>
            <a:ext cx="6563834" cy="3953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718" rIns="0" bIns="0" anchor="t" anchorCtr="0">
            <a:spAutoFit/>
          </a:bodyPr>
          <a:lstStyle/>
          <a:p>
            <a:pPr marL="332325" indent="-271903">
              <a:buFont typeface="Wingdings" panose="05000000000000000000" pitchFamily="2" charset="2"/>
              <a:buChar char="Ø"/>
            </a:pPr>
            <a:r>
              <a:rPr lang="en-US" sz="1744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Learning difficulty</a:t>
            </a:r>
            <a:r>
              <a:rPr lang="en-US" sz="1744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744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Parameters affecting early time steps barely update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Model cannot learn long-term patterns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Training becomes ineffective for long sequences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32325" indent="-271903">
              <a:spcBef>
                <a:spcPts val="658"/>
              </a:spcBef>
              <a:buFont typeface="Wingdings" panose="05000000000000000000" pitchFamily="2" charset="2"/>
              <a:buChar char="Ø"/>
            </a:pPr>
            <a:r>
              <a:rPr lang="en-US" sz="1744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Example scenarios where this fails</a:t>
            </a:r>
            <a:r>
              <a:rPr lang="en-US" sz="1744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744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”I grew up in France... [50 words]... I speak fluent </a:t>
            </a:r>
            <a:r>
              <a:rPr lang="en-US" sz="1744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 </a:t>
            </a: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”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Long-range syntactic dependencies in language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Time series with seasonal patterns (yearly cycles)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32325" indent="-271903">
              <a:spcBef>
                <a:spcPts val="649"/>
              </a:spcBef>
              <a:buFont typeface="Wingdings" panose="05000000000000000000" pitchFamily="2" charset="2"/>
              <a:buChar char="Ø"/>
            </a:pPr>
            <a:r>
              <a:rPr lang="en-US" sz="1744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Solutions</a:t>
            </a:r>
            <a:r>
              <a:rPr lang="en-US" sz="1744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744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Better architectures: LSTM, GRU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Careful initialization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74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Skip connections</a:t>
            </a:r>
            <a:endParaRPr sz="17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3"/>
          <p:cNvSpPr txBox="1">
            <a:spLocks noGrp="1"/>
          </p:cNvSpPr>
          <p:nvPr>
            <p:ph type="title"/>
          </p:nvPr>
        </p:nvSpPr>
        <p:spPr>
          <a:xfrm>
            <a:off x="151138" y="417072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B</a:t>
            </a:r>
            <a:r>
              <a:rPr lang="en-US" cap="small" dirty="0">
                <a:solidFill>
                  <a:srgbClr val="FFFFFF"/>
                </a:solidFill>
              </a:rPr>
              <a:t>idirectional</a:t>
            </a:r>
            <a:r>
              <a:rPr lang="en-US" dirty="0">
                <a:solidFill>
                  <a:srgbClr val="FFFFFF"/>
                </a:solidFill>
              </a:rPr>
              <a:t> RNN</a:t>
            </a:r>
            <a:r>
              <a:rPr lang="en-US" cap="small" dirty="0">
                <a:solidFill>
                  <a:srgbClr val="FFFFFF"/>
                </a:solidFill>
              </a:rPr>
              <a:t>s</a:t>
            </a:r>
            <a:r>
              <a:rPr lang="en-US" dirty="0">
                <a:solidFill>
                  <a:srgbClr val="FFFFFF"/>
                </a:solidFill>
              </a:rPr>
              <a:t>: M</a:t>
            </a:r>
            <a:r>
              <a:rPr lang="en-US" cap="small" dirty="0">
                <a:solidFill>
                  <a:srgbClr val="FFFFFF"/>
                </a:solidFill>
              </a:rPr>
              <a:t>otivation</a:t>
            </a:r>
            <a:endParaRPr dirty="0"/>
          </a:p>
        </p:txBody>
      </p:sp>
      <p:sp>
        <p:nvSpPr>
          <p:cNvPr id="807" name="Google Shape;807;p43"/>
          <p:cNvSpPr txBox="1"/>
          <p:nvPr/>
        </p:nvSpPr>
        <p:spPr>
          <a:xfrm>
            <a:off x="735485" y="1818375"/>
            <a:ext cx="8131939" cy="375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498" rIns="0" bIns="0" anchor="t" anchorCtr="0">
            <a:spAutoFit/>
          </a:bodyPr>
          <a:lstStyle/>
          <a:p>
            <a:pPr marL="271903" marR="2601200" indent="-271903" algn="ctr">
              <a:buFont typeface="Wingdings" panose="05000000000000000000" pitchFamily="2" charset="2"/>
              <a:buChar char="Ø"/>
            </a:pPr>
            <a:r>
              <a:rPr lang="en-US" sz="1665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Limitation of standard RNN</a:t>
            </a:r>
            <a:r>
              <a:rPr lang="en-US" sz="166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Only uses past context</a:t>
            </a:r>
            <a:endParaRPr sz="1665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271903" marR="4110764" indent="-271903" algn="ctr">
              <a:spcBef>
                <a:spcPts val="387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Predicts based on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1665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1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, . . . , </a:t>
            </a:r>
            <a:r>
              <a:rPr lang="en-US" sz="1665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65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—</a:t>
            </a:r>
            <a:r>
              <a:rPr lang="en-US" sz="1665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1</a:t>
            </a:r>
            <a:endParaRPr sz="1665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271903" marR="4187299" indent="-271903" algn="ctr">
              <a:spcBef>
                <a:spcPts val="293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Cannot use future information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271903" marR="4061419" indent="-271903" algn="ctr">
              <a:spcBef>
                <a:spcPts val="649"/>
              </a:spcBef>
              <a:buFont typeface="Wingdings" panose="05000000000000000000" pitchFamily="2" charset="2"/>
              <a:buChar char="Ø"/>
            </a:pPr>
            <a:r>
              <a:rPr lang="en-US" sz="1665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Many tasks benefit from full context</a:t>
            </a:r>
            <a:r>
              <a:rPr lang="en-US" sz="166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665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Sentiment analysis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”The movie was not </a:t>
            </a:r>
            <a:r>
              <a:rPr lang="en-US" sz="1665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” (need to see ”good” or ”bad”)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Named entity recognition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”I met Paris in Paris” (person vs city - need full context)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Speech recognition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Future phonemes help disambiguate current sound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Machine translation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Full sentence context improves translation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32325" indent="-271903">
              <a:spcBef>
                <a:spcPts val="658"/>
              </a:spcBef>
              <a:buFont typeface="Wingdings" panose="05000000000000000000" pitchFamily="2" charset="2"/>
              <a:buChar char="Ø"/>
            </a:pPr>
            <a:r>
              <a:rPr lang="en-US" sz="1665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Key idea</a:t>
            </a:r>
            <a:r>
              <a:rPr lang="en-US" sz="166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Process sequence in both directions</a:t>
            </a:r>
            <a:endParaRPr sz="1665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Forward RNN: left-to-right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Backward RNN: right-to-left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78045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Combine information from both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4"/>
          <p:cNvSpPr txBox="1">
            <a:spLocks noGrp="1"/>
          </p:cNvSpPr>
          <p:nvPr>
            <p:ph type="title"/>
          </p:nvPr>
        </p:nvSpPr>
        <p:spPr>
          <a:xfrm>
            <a:off x="151138" y="371352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B</a:t>
            </a:r>
            <a:r>
              <a:rPr lang="en-US" cap="small" dirty="0">
                <a:solidFill>
                  <a:srgbClr val="FFFFFF"/>
                </a:solidFill>
              </a:rPr>
              <a:t>idirectional</a:t>
            </a:r>
            <a:r>
              <a:rPr lang="en-US" dirty="0">
                <a:solidFill>
                  <a:srgbClr val="FFFFFF"/>
                </a:solidFill>
              </a:rPr>
              <a:t> RNN A</a:t>
            </a:r>
            <a:r>
              <a:rPr lang="en-US" cap="small" dirty="0">
                <a:solidFill>
                  <a:srgbClr val="FFFFFF"/>
                </a:solidFill>
              </a:rPr>
              <a:t>rchitecture</a:t>
            </a:r>
            <a:endParaRPr dirty="0"/>
          </a:p>
        </p:txBody>
      </p:sp>
      <p:pic>
        <p:nvPicPr>
          <p:cNvPr id="825" name="Google Shape;82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3" y="1728611"/>
            <a:ext cx="6666570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5"/>
          <p:cNvSpPr txBox="1">
            <a:spLocks noGrp="1"/>
          </p:cNvSpPr>
          <p:nvPr>
            <p:ph type="title"/>
          </p:nvPr>
        </p:nvSpPr>
        <p:spPr>
          <a:xfrm>
            <a:off x="151138" y="407927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B</a:t>
            </a:r>
            <a:r>
              <a:rPr lang="en-US" cap="small" dirty="0">
                <a:solidFill>
                  <a:srgbClr val="FFFFFF"/>
                </a:solidFill>
              </a:rPr>
              <a:t>idirectional</a:t>
            </a:r>
            <a:r>
              <a:rPr lang="en-US" dirty="0">
                <a:solidFill>
                  <a:srgbClr val="FFFFFF"/>
                </a:solidFill>
              </a:rPr>
              <a:t> RNN: M</a:t>
            </a:r>
            <a:r>
              <a:rPr lang="en-US" cap="small" dirty="0">
                <a:solidFill>
                  <a:srgbClr val="FFFFFF"/>
                </a:solidFill>
              </a:rPr>
              <a:t>athematical</a:t>
            </a:r>
            <a:r>
              <a:rPr lang="en-US" dirty="0">
                <a:solidFill>
                  <a:srgbClr val="FFFFFF"/>
                </a:solidFill>
              </a:rPr>
              <a:t> F</a:t>
            </a:r>
            <a:r>
              <a:rPr lang="en-US" cap="small" dirty="0">
                <a:solidFill>
                  <a:srgbClr val="FFFFFF"/>
                </a:solidFill>
              </a:rPr>
              <a:t>ormula</a:t>
            </a:r>
            <a:endParaRPr dirty="0"/>
          </a:p>
        </p:txBody>
      </p:sp>
      <p:pic>
        <p:nvPicPr>
          <p:cNvPr id="833" name="Google Shape;83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968" y="1728611"/>
            <a:ext cx="7779229" cy="3861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6"/>
          <p:cNvSpPr txBox="1">
            <a:spLocks noGrp="1"/>
          </p:cNvSpPr>
          <p:nvPr>
            <p:ph type="title"/>
          </p:nvPr>
        </p:nvSpPr>
        <p:spPr>
          <a:xfrm>
            <a:off x="151138" y="371351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B</a:t>
            </a:r>
            <a:r>
              <a:rPr lang="en-US" cap="small" dirty="0">
                <a:solidFill>
                  <a:srgbClr val="FFFFFF"/>
                </a:solidFill>
              </a:rPr>
              <a:t>idirectional</a:t>
            </a:r>
            <a:r>
              <a:rPr lang="en-US" dirty="0">
                <a:solidFill>
                  <a:srgbClr val="FFFFFF"/>
                </a:solidFill>
              </a:rPr>
              <a:t> RNN: P</a:t>
            </a:r>
            <a:r>
              <a:rPr lang="en-US" cap="small" dirty="0">
                <a:solidFill>
                  <a:srgbClr val="FFFFFF"/>
                </a:solidFill>
              </a:rPr>
              <a:t>arameter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ounting</a:t>
            </a:r>
            <a:endParaRPr dirty="0"/>
          </a:p>
        </p:txBody>
      </p:sp>
      <p:pic>
        <p:nvPicPr>
          <p:cNvPr id="841" name="Google Shape;84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595"/>
            <a:ext cx="7635806" cy="404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7"/>
          <p:cNvSpPr txBox="1">
            <a:spLocks noGrp="1"/>
          </p:cNvSpPr>
          <p:nvPr>
            <p:ph type="title"/>
          </p:nvPr>
        </p:nvSpPr>
        <p:spPr>
          <a:xfrm>
            <a:off x="151138" y="426215"/>
            <a:ext cx="8256790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2220" dirty="0">
                <a:solidFill>
                  <a:srgbClr val="FFFFFF"/>
                </a:solidFill>
              </a:rPr>
              <a:t>E</a:t>
            </a:r>
            <a:r>
              <a:rPr lang="en-US" sz="2220" cap="small" dirty="0">
                <a:solidFill>
                  <a:srgbClr val="FFFFFF"/>
                </a:solidFill>
              </a:rPr>
              <a:t>xample</a:t>
            </a:r>
            <a:r>
              <a:rPr lang="en-US" sz="2220" dirty="0">
                <a:solidFill>
                  <a:srgbClr val="FFFFFF"/>
                </a:solidFill>
              </a:rPr>
              <a:t> B</a:t>
            </a:r>
            <a:r>
              <a:rPr lang="en-US" sz="2220" cap="small" dirty="0">
                <a:solidFill>
                  <a:srgbClr val="FFFFFF"/>
                </a:solidFill>
              </a:rPr>
              <a:t>idirectional</a:t>
            </a:r>
            <a:r>
              <a:rPr lang="en-US" sz="2220" dirty="0">
                <a:solidFill>
                  <a:srgbClr val="FFFFFF"/>
                </a:solidFill>
              </a:rPr>
              <a:t> RNN: P</a:t>
            </a:r>
            <a:r>
              <a:rPr lang="en-US" sz="2220" cap="small" dirty="0">
                <a:solidFill>
                  <a:srgbClr val="FFFFFF"/>
                </a:solidFill>
              </a:rPr>
              <a:t>arameter</a:t>
            </a:r>
            <a:r>
              <a:rPr lang="en-US" sz="2220" dirty="0">
                <a:solidFill>
                  <a:srgbClr val="FFFFFF"/>
                </a:solidFill>
              </a:rPr>
              <a:t> C</a:t>
            </a:r>
            <a:r>
              <a:rPr lang="en-US" sz="2220" cap="small" dirty="0">
                <a:solidFill>
                  <a:srgbClr val="FFFFFF"/>
                </a:solidFill>
              </a:rPr>
              <a:t>ounting</a:t>
            </a:r>
            <a:endParaRPr sz="2220" dirty="0"/>
          </a:p>
        </p:txBody>
      </p:sp>
      <p:pic>
        <p:nvPicPr>
          <p:cNvPr id="849" name="Google Shape;84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8607476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8"/>
          <p:cNvSpPr txBox="1">
            <a:spLocks noGrp="1"/>
          </p:cNvSpPr>
          <p:nvPr>
            <p:ph type="title"/>
          </p:nvPr>
        </p:nvSpPr>
        <p:spPr>
          <a:xfrm>
            <a:off x="151138" y="380495"/>
            <a:ext cx="8256790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2220" dirty="0">
                <a:solidFill>
                  <a:srgbClr val="FFFFFF"/>
                </a:solidFill>
              </a:rPr>
              <a:t>E</a:t>
            </a:r>
            <a:r>
              <a:rPr lang="en-US" sz="2220" cap="small" dirty="0">
                <a:solidFill>
                  <a:srgbClr val="FFFFFF"/>
                </a:solidFill>
              </a:rPr>
              <a:t>xample</a:t>
            </a:r>
            <a:r>
              <a:rPr lang="en-US" sz="2220" dirty="0">
                <a:solidFill>
                  <a:srgbClr val="FFFFFF"/>
                </a:solidFill>
              </a:rPr>
              <a:t> B</a:t>
            </a:r>
            <a:r>
              <a:rPr lang="en-US" sz="2220" cap="small" dirty="0">
                <a:solidFill>
                  <a:srgbClr val="FFFFFF"/>
                </a:solidFill>
              </a:rPr>
              <a:t>idirectional</a:t>
            </a:r>
            <a:r>
              <a:rPr lang="en-US" sz="2220" dirty="0">
                <a:solidFill>
                  <a:srgbClr val="FFFFFF"/>
                </a:solidFill>
              </a:rPr>
              <a:t> RNN: P</a:t>
            </a:r>
            <a:r>
              <a:rPr lang="en-US" sz="2220" cap="small" dirty="0">
                <a:solidFill>
                  <a:srgbClr val="FFFFFF"/>
                </a:solidFill>
              </a:rPr>
              <a:t>arameter</a:t>
            </a:r>
            <a:r>
              <a:rPr lang="en-US" sz="2220" dirty="0">
                <a:solidFill>
                  <a:srgbClr val="FFFFFF"/>
                </a:solidFill>
              </a:rPr>
              <a:t> C</a:t>
            </a:r>
            <a:r>
              <a:rPr lang="en-US" sz="2220" cap="small" dirty="0">
                <a:solidFill>
                  <a:srgbClr val="FFFFFF"/>
                </a:solidFill>
              </a:rPr>
              <a:t>ounting</a:t>
            </a:r>
            <a:endParaRPr sz="2220" dirty="0"/>
          </a:p>
        </p:txBody>
      </p:sp>
      <p:pic>
        <p:nvPicPr>
          <p:cNvPr id="861" name="Google Shape;86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3" y="1728611"/>
            <a:ext cx="8137752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9"/>
          <p:cNvSpPr txBox="1">
            <a:spLocks noGrp="1"/>
          </p:cNvSpPr>
          <p:nvPr>
            <p:ph type="title"/>
          </p:nvPr>
        </p:nvSpPr>
        <p:spPr>
          <a:xfrm>
            <a:off x="151138" y="31648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W</a:t>
            </a:r>
            <a:r>
              <a:rPr lang="en-US" b="1" cap="small" dirty="0">
                <a:solidFill>
                  <a:srgbClr val="FFFFFF"/>
                </a:solidFill>
              </a:rPr>
              <a:t>hen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to</a:t>
            </a:r>
            <a:r>
              <a:rPr lang="en-US" b="1" dirty="0">
                <a:solidFill>
                  <a:srgbClr val="FFFFFF"/>
                </a:solidFill>
              </a:rPr>
              <a:t> U</a:t>
            </a:r>
            <a:r>
              <a:rPr lang="en-US" b="1" cap="small" dirty="0">
                <a:solidFill>
                  <a:srgbClr val="FFFFFF"/>
                </a:solidFill>
              </a:rPr>
              <a:t>se</a:t>
            </a:r>
            <a:r>
              <a:rPr lang="en-US" b="1" dirty="0">
                <a:solidFill>
                  <a:srgbClr val="FFFFFF"/>
                </a:solidFill>
              </a:rPr>
              <a:t> B</a:t>
            </a:r>
            <a:r>
              <a:rPr lang="en-US" b="1" cap="small" dirty="0">
                <a:solidFill>
                  <a:srgbClr val="FFFFFF"/>
                </a:solidFill>
              </a:rPr>
              <a:t>idirectional</a:t>
            </a:r>
            <a:r>
              <a:rPr lang="en-US" b="1" dirty="0">
                <a:solidFill>
                  <a:srgbClr val="FFFFFF"/>
                </a:solidFill>
              </a:rPr>
              <a:t> RNN</a:t>
            </a:r>
            <a:r>
              <a:rPr lang="en-US" b="1" cap="small" dirty="0">
                <a:solidFill>
                  <a:srgbClr val="FFFFFF"/>
                </a:solidFill>
              </a:rPr>
              <a:t>s</a:t>
            </a:r>
            <a:endParaRPr b="1" dirty="0"/>
          </a:p>
        </p:txBody>
      </p:sp>
      <p:sp>
        <p:nvSpPr>
          <p:cNvPr id="874" name="Google Shape;874;p49"/>
          <p:cNvSpPr txBox="1"/>
          <p:nvPr/>
        </p:nvSpPr>
        <p:spPr>
          <a:xfrm>
            <a:off x="1002174" y="1564987"/>
            <a:ext cx="7118826" cy="4242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05" rIns="0" bIns="0" anchor="t" anchorCtr="0">
            <a:spAutoFit/>
          </a:bodyPr>
          <a:lstStyle/>
          <a:p>
            <a:pPr marL="312184" indent="-271903">
              <a:buFont typeface="Wingdings" panose="05000000000000000000" pitchFamily="2" charset="2"/>
              <a:buChar char="Ø"/>
            </a:pPr>
            <a:r>
              <a:rPr lang="en-US" sz="1586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Use bidirectional RNNs when</a:t>
            </a:r>
            <a:r>
              <a:rPr lang="en-US" sz="1586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586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595"/>
              </a:spcBef>
              <a:buFont typeface="Courier New" panose="02070309020205020404" pitchFamily="49" charset="0"/>
              <a:buChar char="o"/>
            </a:pPr>
            <a:r>
              <a:rPr lang="en-US" sz="158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Entire sequence available before prediction</a:t>
            </a:r>
            <a:endParaRPr sz="158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58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Task benefits from future context</a:t>
            </a:r>
            <a:endParaRPr sz="158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marR="28197" indent="-271903">
              <a:lnSpc>
                <a:spcPct val="118900"/>
              </a:lnSpc>
              <a:buFont typeface="Courier New" panose="02070309020205020404" pitchFamily="49" charset="0"/>
              <a:buChar char="o"/>
            </a:pPr>
            <a:r>
              <a:rPr lang="en-US" sz="158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Examples: text classification, named entity recognition, machine translation (encoder)</a:t>
            </a:r>
            <a:endParaRPr sz="158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12184" indent="-271903">
              <a:spcBef>
                <a:spcPts val="619"/>
              </a:spcBef>
              <a:buFont typeface="Wingdings" panose="05000000000000000000" pitchFamily="2" charset="2"/>
              <a:buChar char="Ø"/>
            </a:pPr>
            <a:r>
              <a:rPr lang="en-US" sz="1586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Do NOT use when</a:t>
            </a:r>
            <a:r>
              <a:rPr lang="en-US" sz="1586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586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595"/>
              </a:spcBef>
              <a:buFont typeface="Courier New" panose="02070309020205020404" pitchFamily="49" charset="0"/>
              <a:buChar char="o"/>
            </a:pPr>
            <a:r>
              <a:rPr lang="en-US" sz="158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Real-time/online prediction required</a:t>
            </a:r>
            <a:endParaRPr sz="158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58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Causal modeling (future cannot influence past)</a:t>
            </a:r>
            <a:endParaRPr sz="158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marR="269888" indent="-271903">
              <a:lnSpc>
                <a:spcPct val="118900"/>
              </a:lnSpc>
              <a:buFont typeface="Courier New" panose="02070309020205020404" pitchFamily="49" charset="0"/>
              <a:buChar char="o"/>
            </a:pPr>
            <a:r>
              <a:rPr lang="en-US" sz="158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Examples: language modeling, real-time speech recognition, time series forecasting</a:t>
            </a:r>
            <a:endParaRPr sz="158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12184" indent="-271903">
              <a:spcBef>
                <a:spcPts val="619"/>
              </a:spcBef>
              <a:buFont typeface="Wingdings" panose="05000000000000000000" pitchFamily="2" charset="2"/>
              <a:buChar char="Ø"/>
            </a:pPr>
            <a:r>
              <a:rPr lang="en-US" sz="1586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Key limitation</a:t>
            </a:r>
            <a:r>
              <a:rPr lang="en-US" sz="1586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Must process entire sequence</a:t>
            </a:r>
            <a:endParaRPr sz="1586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603"/>
              </a:spcBef>
              <a:buFont typeface="Courier New" panose="02070309020205020404" pitchFamily="49" charset="0"/>
              <a:buChar char="o"/>
            </a:pPr>
            <a:r>
              <a:rPr lang="en-US" sz="158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Cannot make predictions until sequence complete</a:t>
            </a:r>
            <a:endParaRPr sz="158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58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Higher computational cost (two RNNs)</a:t>
            </a:r>
            <a:endParaRPr sz="158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58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Not suitable for streaming applications</a:t>
            </a:r>
            <a:endParaRPr sz="158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1"/>
          <p:cNvSpPr txBox="1">
            <a:spLocks noGrp="1"/>
          </p:cNvSpPr>
          <p:nvPr>
            <p:ph type="title"/>
          </p:nvPr>
        </p:nvSpPr>
        <p:spPr>
          <a:xfrm>
            <a:off x="151138" y="325632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D</a:t>
            </a:r>
            <a:r>
              <a:rPr lang="en-US" cap="small" dirty="0">
                <a:solidFill>
                  <a:srgbClr val="FFFFFF"/>
                </a:solidFill>
              </a:rPr>
              <a:t>eep</a:t>
            </a:r>
            <a:r>
              <a:rPr lang="en-US" dirty="0">
                <a:solidFill>
                  <a:srgbClr val="FFFFFF"/>
                </a:solidFill>
              </a:rPr>
              <a:t> (S</a:t>
            </a:r>
            <a:r>
              <a:rPr lang="en-US" cap="small" dirty="0">
                <a:solidFill>
                  <a:srgbClr val="FFFFFF"/>
                </a:solidFill>
              </a:rPr>
              <a:t>tacked</a:t>
            </a:r>
            <a:r>
              <a:rPr lang="en-US" dirty="0">
                <a:solidFill>
                  <a:srgbClr val="FFFFFF"/>
                </a:solidFill>
              </a:rPr>
              <a:t>) RNN</a:t>
            </a:r>
            <a:r>
              <a:rPr lang="en-US" cap="small" dirty="0">
                <a:solidFill>
                  <a:srgbClr val="FFFFFF"/>
                </a:solidFill>
              </a:rPr>
              <a:t>s</a:t>
            </a:r>
            <a:r>
              <a:rPr lang="en-US" dirty="0">
                <a:solidFill>
                  <a:srgbClr val="FFFFFF"/>
                </a:solidFill>
              </a:rPr>
              <a:t>: M</a:t>
            </a:r>
            <a:r>
              <a:rPr lang="en-US" cap="small" dirty="0">
                <a:solidFill>
                  <a:srgbClr val="FFFFFF"/>
                </a:solidFill>
              </a:rPr>
              <a:t>otivation</a:t>
            </a:r>
            <a:endParaRPr dirty="0"/>
          </a:p>
        </p:txBody>
      </p:sp>
      <p:grpSp>
        <p:nvGrpSpPr>
          <p:cNvPr id="905" name="Google Shape;905;p51"/>
          <p:cNvGrpSpPr/>
          <p:nvPr/>
        </p:nvGrpSpPr>
        <p:grpSpPr>
          <a:xfrm>
            <a:off x="814682" y="1974317"/>
            <a:ext cx="109889" cy="2766583"/>
            <a:chOff x="513702" y="705167"/>
            <a:chExt cx="69291" cy="1744484"/>
          </a:xfrm>
        </p:grpSpPr>
        <p:pic>
          <p:nvPicPr>
            <p:cNvPr id="906" name="Google Shape;906;p5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0516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7" name="Google Shape;907;p5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62880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8" name="Google Shape;908;p5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38036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9" name="Google Shape;909;p51"/>
          <p:cNvSpPr txBox="1"/>
          <p:nvPr/>
        </p:nvSpPr>
        <p:spPr>
          <a:xfrm>
            <a:off x="982033" y="1772523"/>
            <a:ext cx="5927487" cy="3621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718" rIns="0" bIns="0" anchor="t" anchorCtr="0">
            <a:spAutoFit/>
          </a:bodyPr>
          <a:lstStyle/>
          <a:p>
            <a:pPr marL="60423"/>
            <a:r>
              <a:rPr lang="en-US" sz="1665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Why stack RNN layers?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  <a:p>
            <a:pPr marL="306142">
              <a:spcBef>
                <a:spcPts val="626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Single RNN layer: limited representational capacity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306142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Deep networks learn hierarchical features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306142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Lower layers: simple patterns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306142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Higher layers: complex, abstract patterns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60423">
              <a:spcBef>
                <a:spcPts val="658"/>
              </a:spcBef>
            </a:pPr>
            <a:r>
              <a:rPr lang="en-US" sz="1665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Examples of hierarchical features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: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  <a:p>
            <a:pPr marL="306142">
              <a:spcBef>
                <a:spcPts val="387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Text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: characters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words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phrases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sentences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306142">
              <a:spcBef>
                <a:spcPts val="56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Speech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: phonemes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syllables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words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306142">
              <a:spcBef>
                <a:spcPts val="56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Time series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: short-term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medium-term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long-term trends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60423">
              <a:spcBef>
                <a:spcPts val="603"/>
              </a:spcBef>
            </a:pPr>
            <a:r>
              <a:rPr lang="en-US" sz="1665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Empirical observation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: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  <a:p>
            <a:pPr marL="306142">
              <a:spcBef>
                <a:spcPts val="626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Deeper RNNs often outperform wider single-layer RNNs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306142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Typical depth: 2-4 layers (diminishing returns beyond this)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2"/>
          <p:cNvSpPr txBox="1">
            <a:spLocks noGrp="1"/>
          </p:cNvSpPr>
          <p:nvPr>
            <p:ph type="title"/>
          </p:nvPr>
        </p:nvSpPr>
        <p:spPr>
          <a:xfrm>
            <a:off x="151138" y="380496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D</a:t>
            </a:r>
            <a:r>
              <a:rPr lang="en-US" cap="small" dirty="0">
                <a:solidFill>
                  <a:srgbClr val="FFFFFF"/>
                </a:solidFill>
              </a:rPr>
              <a:t>eep</a:t>
            </a:r>
            <a:r>
              <a:rPr lang="en-US" dirty="0">
                <a:solidFill>
                  <a:srgbClr val="FFFFFF"/>
                </a:solidFill>
              </a:rPr>
              <a:t> RNN A</a:t>
            </a:r>
            <a:r>
              <a:rPr lang="en-US" cap="small" dirty="0">
                <a:solidFill>
                  <a:srgbClr val="FFFFFF"/>
                </a:solidFill>
              </a:rPr>
              <a:t>rchitecture</a:t>
            </a:r>
            <a:endParaRPr dirty="0"/>
          </a:p>
        </p:txBody>
      </p:sp>
      <p:pic>
        <p:nvPicPr>
          <p:cNvPr id="921" name="Google Shape;921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4497" y="2182326"/>
            <a:ext cx="2645735" cy="3349264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52"/>
          <p:cNvSpPr txBox="1"/>
          <p:nvPr/>
        </p:nvSpPr>
        <p:spPr>
          <a:xfrm>
            <a:off x="1926936" y="4699779"/>
            <a:ext cx="100705" cy="14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793">
                <a:latin typeface="Tahoma"/>
                <a:ea typeface="Tahoma"/>
                <a:cs typeface="Tahoma"/>
                <a:sym typeface="Tahoma"/>
              </a:rPr>
              <a:t>1</a:t>
            </a:r>
            <a:endParaRPr sz="793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3" name="Google Shape;923;p52"/>
          <p:cNvSpPr txBox="1"/>
          <p:nvPr/>
        </p:nvSpPr>
        <p:spPr>
          <a:xfrm>
            <a:off x="1851921" y="5203849"/>
            <a:ext cx="262840" cy="2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132" rIns="0" bIns="0" anchor="t" anchorCtr="0">
            <a:spAutoFit/>
          </a:bodyPr>
          <a:lstStyle/>
          <a:p>
            <a:pPr marL="60423"/>
            <a:r>
              <a:rPr lang="en-US" sz="1269" i="1"/>
              <a:t>x</a:t>
            </a:r>
            <a:r>
              <a:rPr lang="en-US" sz="1189" baseline="-25000">
                <a:latin typeface="Tahoma"/>
                <a:ea typeface="Tahoma"/>
                <a:cs typeface="Tahoma"/>
                <a:sym typeface="Tahoma"/>
              </a:rPr>
              <a:t>1</a:t>
            </a:r>
            <a:endParaRPr sz="1189" baseline="-25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4" name="Google Shape;924;p52"/>
          <p:cNvSpPr txBox="1"/>
          <p:nvPr/>
        </p:nvSpPr>
        <p:spPr>
          <a:xfrm>
            <a:off x="2997423" y="4699779"/>
            <a:ext cx="100705" cy="14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793">
                <a:latin typeface="Tahoma"/>
                <a:ea typeface="Tahoma"/>
                <a:cs typeface="Tahoma"/>
                <a:sym typeface="Tahoma"/>
              </a:rPr>
              <a:t>2</a:t>
            </a:r>
            <a:endParaRPr sz="793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5" name="Google Shape;925;p52"/>
          <p:cNvSpPr txBox="1"/>
          <p:nvPr/>
        </p:nvSpPr>
        <p:spPr>
          <a:xfrm>
            <a:off x="2922414" y="5203849"/>
            <a:ext cx="262840" cy="2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132" rIns="0" bIns="0" anchor="t" anchorCtr="0">
            <a:spAutoFit/>
          </a:bodyPr>
          <a:lstStyle/>
          <a:p>
            <a:pPr marL="60423"/>
            <a:r>
              <a:rPr lang="en-US" sz="1269" i="1"/>
              <a:t>x</a:t>
            </a:r>
            <a:r>
              <a:rPr lang="en-US" sz="1189" baseline="-25000">
                <a:latin typeface="Tahoma"/>
                <a:ea typeface="Tahoma"/>
                <a:cs typeface="Tahoma"/>
                <a:sym typeface="Tahoma"/>
              </a:rPr>
              <a:t>2</a:t>
            </a:r>
            <a:endParaRPr sz="1189" baseline="-25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6" name="Google Shape;926;p52"/>
          <p:cNvSpPr txBox="1"/>
          <p:nvPr/>
        </p:nvSpPr>
        <p:spPr>
          <a:xfrm>
            <a:off x="4067902" y="4698892"/>
            <a:ext cx="100705" cy="14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793">
                <a:latin typeface="Tahoma"/>
                <a:ea typeface="Tahoma"/>
                <a:cs typeface="Tahoma"/>
                <a:sym typeface="Tahoma"/>
              </a:rPr>
              <a:t>3</a:t>
            </a:r>
            <a:endParaRPr sz="793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7" name="Google Shape;927;p52"/>
          <p:cNvSpPr txBox="1"/>
          <p:nvPr/>
        </p:nvSpPr>
        <p:spPr>
          <a:xfrm>
            <a:off x="3992886" y="5202941"/>
            <a:ext cx="262840" cy="2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132" rIns="0" bIns="0" anchor="t" anchorCtr="0">
            <a:spAutoFit/>
          </a:bodyPr>
          <a:lstStyle/>
          <a:p>
            <a:pPr marL="60423"/>
            <a:r>
              <a:rPr lang="en-US" sz="1269" i="1"/>
              <a:t>x</a:t>
            </a:r>
            <a:r>
              <a:rPr lang="en-US" sz="1189" baseline="-25000">
                <a:latin typeface="Tahoma"/>
                <a:ea typeface="Tahoma"/>
                <a:cs typeface="Tahoma"/>
                <a:sym typeface="Tahoma"/>
              </a:rPr>
              <a:t>3</a:t>
            </a:r>
            <a:endParaRPr sz="1189" baseline="-25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8" name="Google Shape;928;p52"/>
          <p:cNvSpPr txBox="1"/>
          <p:nvPr/>
        </p:nvSpPr>
        <p:spPr>
          <a:xfrm>
            <a:off x="1926936" y="3843404"/>
            <a:ext cx="100705" cy="14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793">
                <a:latin typeface="Tahoma"/>
                <a:ea typeface="Tahoma"/>
                <a:cs typeface="Tahoma"/>
                <a:sym typeface="Tahoma"/>
              </a:rPr>
              <a:t>1</a:t>
            </a:r>
            <a:endParaRPr sz="793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9" name="Google Shape;929;p52"/>
          <p:cNvSpPr txBox="1"/>
          <p:nvPr/>
        </p:nvSpPr>
        <p:spPr>
          <a:xfrm>
            <a:off x="2997423" y="3843404"/>
            <a:ext cx="100705" cy="14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793">
                <a:latin typeface="Tahoma"/>
                <a:ea typeface="Tahoma"/>
                <a:cs typeface="Tahoma"/>
                <a:sym typeface="Tahoma"/>
              </a:rPr>
              <a:t>2</a:t>
            </a:r>
            <a:endParaRPr sz="793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0" name="Google Shape;930;p52"/>
          <p:cNvSpPr txBox="1"/>
          <p:nvPr/>
        </p:nvSpPr>
        <p:spPr>
          <a:xfrm>
            <a:off x="1926936" y="2987010"/>
            <a:ext cx="100705" cy="14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793">
                <a:latin typeface="Tahoma"/>
                <a:ea typeface="Tahoma"/>
                <a:cs typeface="Tahoma"/>
                <a:sym typeface="Tahoma"/>
              </a:rPr>
              <a:t>1</a:t>
            </a:r>
            <a:endParaRPr sz="793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1" name="Google Shape;931;p52"/>
          <p:cNvSpPr txBox="1"/>
          <p:nvPr/>
        </p:nvSpPr>
        <p:spPr>
          <a:xfrm>
            <a:off x="2997423" y="2987010"/>
            <a:ext cx="100705" cy="14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793">
                <a:latin typeface="Tahoma"/>
                <a:ea typeface="Tahoma"/>
                <a:cs typeface="Tahoma"/>
                <a:sym typeface="Tahoma"/>
              </a:rPr>
              <a:t>2</a:t>
            </a:r>
            <a:endParaRPr sz="793"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932" name="Google Shape;932;p52"/>
          <p:cNvGraphicFramePr/>
          <p:nvPr/>
        </p:nvGraphicFramePr>
        <p:xfrm>
          <a:off x="1100744" y="2235074"/>
          <a:ext cx="3200392" cy="253677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8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19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00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142240" marR="0" lvl="0" indent="0" algn="l" rtl="0">
                        <a:lnSpc>
                          <a:spcPct val="116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r>
                        <a:rPr lang="en-US" sz="1200" u="none" strike="noStrike" cap="none" baseline="-25000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200" u="none" strike="noStrike" cap="none" baseline="-250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r>
                        <a:rPr lang="en-US" sz="1200" u="none" strike="noStrike" cap="none" baseline="-25000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1200" u="none" strike="noStrike" cap="none" baseline="-250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55880" lvl="0" indent="0" algn="r" rtl="0">
                        <a:lnSpc>
                          <a:spcPct val="116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r>
                        <a:rPr lang="en-US" sz="1200" u="none" strike="noStrike" cap="none" baseline="-25000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1200" u="none" strike="noStrike" cap="none" baseline="-250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3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Layer 3</a:t>
                      </a:r>
                      <a:endParaRPr sz="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0985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i="1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8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7128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i="1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8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7128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5780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i="1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8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marL="314325" marR="0" lvl="0" indent="0" algn="l" rtl="0">
                        <a:lnSpc>
                          <a:spcPct val="100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6097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1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Layer 2</a:t>
                      </a:r>
                      <a:endParaRPr sz="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0985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i="1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8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10775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i="1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8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10775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5780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i="1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8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marL="314325" marR="0" lvl="0" indent="0" algn="l" rtl="0">
                        <a:lnSpc>
                          <a:spcPct val="1000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9784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2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09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1750" marR="0" lvl="0" indent="0" algn="l" rtl="0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Layer 1</a:t>
                      </a:r>
                      <a:endParaRPr sz="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09854" marR="0" lvl="0" indent="0" algn="l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i="1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8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84608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i="1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8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84608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24130" lvl="0" indent="0" algn="r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i="1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h 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8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r>
                        <a:rPr lang="en-US" sz="10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83577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40" name="Google Shape;940;p52"/>
          <p:cNvSpPr txBox="1"/>
          <p:nvPr/>
        </p:nvSpPr>
        <p:spPr>
          <a:xfrm>
            <a:off x="5928535" y="1817379"/>
            <a:ext cx="2764348" cy="221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>
              <a:lnSpc>
                <a:spcPct val="114700"/>
              </a:lnSpc>
            </a:pP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Each layer processes output of previous layer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  <a:p>
            <a:pPr marL="20141" marR="46323">
              <a:lnSpc>
                <a:spcPct val="114700"/>
              </a:lnSpc>
              <a:spcBef>
                <a:spcPts val="468"/>
              </a:spcBef>
            </a:pP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Horizontal arrows: recurrent connections within layer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  <a:p>
            <a:pPr marL="20141">
              <a:spcBef>
                <a:spcPts val="768"/>
              </a:spcBef>
            </a:pP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Vertical arrows: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  <a:p>
            <a:pPr marL="20141" marR="314199">
              <a:lnSpc>
                <a:spcPct val="114700"/>
              </a:lnSpc>
            </a:pP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feed-forward connections between layers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3"/>
          <p:cNvSpPr txBox="1">
            <a:spLocks noGrp="1"/>
          </p:cNvSpPr>
          <p:nvPr>
            <p:ph type="title"/>
          </p:nvPr>
        </p:nvSpPr>
        <p:spPr>
          <a:xfrm>
            <a:off x="151138" y="353063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D</a:t>
            </a:r>
            <a:r>
              <a:rPr lang="en-US" cap="small" dirty="0">
                <a:solidFill>
                  <a:srgbClr val="FFFFFF"/>
                </a:solidFill>
              </a:rPr>
              <a:t>eep</a:t>
            </a:r>
            <a:r>
              <a:rPr lang="en-US" dirty="0">
                <a:solidFill>
                  <a:srgbClr val="FFFFFF"/>
                </a:solidFill>
              </a:rPr>
              <a:t> RNN: M</a:t>
            </a:r>
            <a:r>
              <a:rPr lang="en-US" cap="small" dirty="0">
                <a:solidFill>
                  <a:srgbClr val="FFFFFF"/>
                </a:solidFill>
              </a:rPr>
              <a:t>athematical</a:t>
            </a:r>
            <a:r>
              <a:rPr lang="en-US" dirty="0">
                <a:solidFill>
                  <a:srgbClr val="FFFFFF"/>
                </a:solidFill>
              </a:rPr>
              <a:t> F</a:t>
            </a:r>
            <a:r>
              <a:rPr lang="en-US" cap="small" dirty="0">
                <a:solidFill>
                  <a:srgbClr val="FFFFFF"/>
                </a:solidFill>
              </a:rPr>
              <a:t>ormulation</a:t>
            </a:r>
            <a:endParaRPr dirty="0"/>
          </a:p>
        </p:txBody>
      </p:sp>
      <p:pic>
        <p:nvPicPr>
          <p:cNvPr id="950" name="Google Shape;95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8163966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54"/>
          <p:cNvSpPr txBox="1">
            <a:spLocks noGrp="1"/>
          </p:cNvSpPr>
          <p:nvPr>
            <p:ph type="title"/>
          </p:nvPr>
        </p:nvSpPr>
        <p:spPr>
          <a:xfrm>
            <a:off x="151138" y="252480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D</a:t>
            </a:r>
            <a:r>
              <a:rPr lang="en-US" cap="small" dirty="0">
                <a:solidFill>
                  <a:srgbClr val="FFFFFF"/>
                </a:solidFill>
              </a:rPr>
              <a:t>eep</a:t>
            </a:r>
            <a:r>
              <a:rPr lang="en-US" dirty="0">
                <a:solidFill>
                  <a:srgbClr val="FFFFFF"/>
                </a:solidFill>
              </a:rPr>
              <a:t> RNN: P</a:t>
            </a:r>
            <a:r>
              <a:rPr lang="en-US" cap="small" dirty="0">
                <a:solidFill>
                  <a:srgbClr val="FFFFFF"/>
                </a:solidFill>
              </a:rPr>
              <a:t>arameter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ounting</a:t>
            </a:r>
            <a:endParaRPr dirty="0"/>
          </a:p>
        </p:txBody>
      </p:sp>
      <p:pic>
        <p:nvPicPr>
          <p:cNvPr id="962" name="Google Shape;96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3" y="1728611"/>
            <a:ext cx="7737210" cy="3861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55"/>
          <p:cNvSpPr txBox="1">
            <a:spLocks noGrp="1"/>
          </p:cNvSpPr>
          <p:nvPr>
            <p:ph type="title"/>
          </p:nvPr>
        </p:nvSpPr>
        <p:spPr>
          <a:xfrm>
            <a:off x="151138" y="417072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D</a:t>
            </a:r>
            <a:r>
              <a:rPr lang="en-US" cap="small" dirty="0">
                <a:solidFill>
                  <a:srgbClr val="FFFFFF"/>
                </a:solidFill>
              </a:rPr>
              <a:t>eep</a:t>
            </a:r>
            <a:r>
              <a:rPr lang="en-US" dirty="0">
                <a:solidFill>
                  <a:srgbClr val="FFFFFF"/>
                </a:solidFill>
              </a:rPr>
              <a:t> RNN: N</a:t>
            </a:r>
            <a:r>
              <a:rPr lang="en-US" cap="small" dirty="0">
                <a:solidFill>
                  <a:srgbClr val="FFFFFF"/>
                </a:solidFill>
              </a:rPr>
              <a:t>umerical</a:t>
            </a:r>
            <a:r>
              <a:rPr lang="en-US" dirty="0">
                <a:solidFill>
                  <a:srgbClr val="FFFFFF"/>
                </a:solidFill>
              </a:rPr>
              <a:t> E</a:t>
            </a:r>
            <a:r>
              <a:rPr lang="en-US" cap="small" dirty="0">
                <a:solidFill>
                  <a:srgbClr val="FFFFFF"/>
                </a:solidFill>
              </a:rPr>
              <a:t>xample</a:t>
            </a:r>
            <a:r>
              <a:rPr lang="en-US" dirty="0">
                <a:solidFill>
                  <a:srgbClr val="FFFFFF"/>
                </a:solidFill>
              </a:rPr>
              <a:t> S</a:t>
            </a:r>
            <a:r>
              <a:rPr lang="en-US" cap="small" dirty="0">
                <a:solidFill>
                  <a:srgbClr val="FFFFFF"/>
                </a:solidFill>
              </a:rPr>
              <a:t>etup</a:t>
            </a:r>
            <a:endParaRPr dirty="0"/>
          </a:p>
        </p:txBody>
      </p:sp>
      <p:pic>
        <p:nvPicPr>
          <p:cNvPr id="974" name="Google Shape;97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516" y="1582097"/>
            <a:ext cx="6994932" cy="4202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56"/>
          <p:cNvSpPr txBox="1">
            <a:spLocks noGrp="1"/>
          </p:cNvSpPr>
          <p:nvPr>
            <p:ph type="title"/>
          </p:nvPr>
        </p:nvSpPr>
        <p:spPr>
          <a:xfrm>
            <a:off x="151138" y="289056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D</a:t>
            </a:r>
            <a:r>
              <a:rPr lang="en-US" cap="small" dirty="0">
                <a:solidFill>
                  <a:srgbClr val="FFFFFF"/>
                </a:solidFill>
              </a:rPr>
              <a:t>eep</a:t>
            </a:r>
            <a:r>
              <a:rPr lang="en-US" dirty="0">
                <a:solidFill>
                  <a:srgbClr val="FFFFFF"/>
                </a:solidFill>
              </a:rPr>
              <a:t> RNN: F</a:t>
            </a:r>
            <a:r>
              <a:rPr lang="en-US" cap="small" dirty="0">
                <a:solidFill>
                  <a:srgbClr val="FFFFFF"/>
                </a:solidFill>
              </a:rPr>
              <a:t>orward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ass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at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sz="2458" i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2458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sz="2458" dirty="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86" name="Google Shape;98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7459812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57"/>
          <p:cNvSpPr txBox="1">
            <a:spLocks noGrp="1"/>
          </p:cNvSpPr>
          <p:nvPr>
            <p:ph type="title"/>
          </p:nvPr>
        </p:nvSpPr>
        <p:spPr>
          <a:xfrm>
            <a:off x="151138" y="426216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D</a:t>
            </a:r>
            <a:r>
              <a:rPr lang="en-US" cap="small" dirty="0">
                <a:solidFill>
                  <a:srgbClr val="FFFFFF"/>
                </a:solidFill>
              </a:rPr>
              <a:t>eep</a:t>
            </a:r>
            <a:r>
              <a:rPr lang="en-US" dirty="0">
                <a:solidFill>
                  <a:srgbClr val="FFFFFF"/>
                </a:solidFill>
              </a:rPr>
              <a:t> RNN: F</a:t>
            </a:r>
            <a:r>
              <a:rPr lang="en-US" cap="small" dirty="0">
                <a:solidFill>
                  <a:srgbClr val="FFFFFF"/>
                </a:solidFill>
              </a:rPr>
              <a:t>orward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ass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at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sz="2458" i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2458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2458" dirty="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94" name="Google Shape;99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8554469" cy="3861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58"/>
          <p:cNvSpPr txBox="1">
            <a:spLocks noGrp="1"/>
          </p:cNvSpPr>
          <p:nvPr>
            <p:ph type="title"/>
          </p:nvPr>
        </p:nvSpPr>
        <p:spPr>
          <a:xfrm>
            <a:off x="151138" y="316487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D</a:t>
            </a:r>
            <a:r>
              <a:rPr lang="en-US" cap="small" dirty="0">
                <a:solidFill>
                  <a:srgbClr val="FFFFFF"/>
                </a:solidFill>
              </a:rPr>
              <a:t>eep</a:t>
            </a:r>
            <a:r>
              <a:rPr lang="en-US" dirty="0">
                <a:solidFill>
                  <a:srgbClr val="FFFFFF"/>
                </a:solidFill>
              </a:rPr>
              <a:t> RNN: G</a:t>
            </a:r>
            <a:r>
              <a:rPr lang="en-US" cap="small" dirty="0">
                <a:solidFill>
                  <a:srgbClr val="FFFFFF"/>
                </a:solidFill>
              </a:rPr>
              <a:t>radient</a:t>
            </a:r>
            <a:r>
              <a:rPr lang="en-US" dirty="0">
                <a:solidFill>
                  <a:srgbClr val="FFFFFF"/>
                </a:solidFill>
              </a:rPr>
              <a:t> F</a:t>
            </a:r>
            <a:r>
              <a:rPr lang="en-US" cap="small" dirty="0">
                <a:solidFill>
                  <a:srgbClr val="FFFFFF"/>
                </a:solidFill>
              </a:rPr>
              <a:t>low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onsiderations</a:t>
            </a:r>
            <a:endParaRPr dirty="0"/>
          </a:p>
        </p:txBody>
      </p:sp>
      <p:sp>
        <p:nvSpPr>
          <p:cNvPr id="1008" name="Google Shape;1008;p58"/>
          <p:cNvSpPr txBox="1"/>
          <p:nvPr/>
        </p:nvSpPr>
        <p:spPr>
          <a:xfrm>
            <a:off x="623564" y="1559871"/>
            <a:ext cx="7983075" cy="4306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436" rIns="0" bIns="0" anchor="t" anchorCtr="0">
            <a:spAutoFit/>
          </a:bodyPr>
          <a:lstStyle/>
          <a:p>
            <a:pPr marL="312184" indent="-271903"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Gradient must flow through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Time (horizontal connections within each layer)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Depth (vertical connections between layers)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12184" indent="-271903">
              <a:spcBef>
                <a:spcPts val="222"/>
              </a:spcBef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Compound vanishing gradient problem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Gradients vanish in time dimension (as in single-layer RNN)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Additional vanishing through depth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Problem is more severe than single-layer RNN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12184" indent="-271903">
              <a:spcBef>
                <a:spcPts val="222"/>
              </a:spcBef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Mitigation strategies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Use LSTM/GRU cells instead of vanilla RNN (upcoming)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Skip connections between layers (residual connections)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Careful initialization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Layer normalization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R="2486398" algn="r">
              <a:spcBef>
                <a:spcPts val="222"/>
              </a:spcBef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Practical limit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Typically 2-4 layers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271903" marR="2462229" indent="-271903" algn="ctr">
              <a:buFont typeface="Courier New" panose="02070309020205020404" pitchFamily="49" charset="0"/>
              <a:buChar char="o"/>
            </a:pPr>
            <a:r>
              <a:rPr lang="en-US" sz="1665" baseline="3000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158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Deeper networks harder to train</a:t>
            </a:r>
            <a:endParaRPr sz="158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buFont typeface="Courier New" panose="02070309020205020404" pitchFamily="49" charset="0"/>
              <a:buChar char="o"/>
            </a:pPr>
            <a:r>
              <a:rPr lang="en-US" sz="158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Diminishing returns beyond 4 layers</a:t>
            </a:r>
            <a:endParaRPr sz="158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60"/>
          <p:cNvSpPr txBox="1">
            <a:spLocks noGrp="1"/>
          </p:cNvSpPr>
          <p:nvPr>
            <p:ph type="title"/>
          </p:nvPr>
        </p:nvSpPr>
        <p:spPr>
          <a:xfrm>
            <a:off x="151138" y="31648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GRU: M</a:t>
            </a:r>
            <a:r>
              <a:rPr lang="en-US" cap="small" dirty="0">
                <a:solidFill>
                  <a:srgbClr val="FFFFFF"/>
                </a:solidFill>
              </a:rPr>
              <a:t>otivation</a:t>
            </a:r>
            <a:endParaRPr dirty="0"/>
          </a:p>
        </p:txBody>
      </p:sp>
      <p:grpSp>
        <p:nvGrpSpPr>
          <p:cNvPr id="1039" name="Google Shape;1039;p60"/>
          <p:cNvGrpSpPr/>
          <p:nvPr/>
        </p:nvGrpSpPr>
        <p:grpSpPr>
          <a:xfrm>
            <a:off x="814682" y="1763543"/>
            <a:ext cx="109889" cy="2751618"/>
            <a:chOff x="513702" y="572262"/>
            <a:chExt cx="69291" cy="1735048"/>
          </a:xfrm>
        </p:grpSpPr>
        <p:pic>
          <p:nvPicPr>
            <p:cNvPr id="1040" name="Google Shape;1040;p6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57226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1" name="Google Shape;1041;p6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31911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2" name="Google Shape;1042;p6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2380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6" name="Google Shape;1046;p60"/>
          <p:cNvSpPr txBox="1"/>
          <p:nvPr/>
        </p:nvSpPr>
        <p:spPr>
          <a:xfrm>
            <a:off x="1002173" y="1565037"/>
            <a:ext cx="6632865" cy="4278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05" rIns="0" bIns="0" anchor="t" anchorCtr="0">
            <a:spAutoFit/>
          </a:bodyPr>
          <a:lstStyle/>
          <a:p>
            <a:pPr marL="312184" indent="-271903"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Vanilla RNN problems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603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Vanishing gradients prevent learning long-term dependencies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All information in hidden state weighted equally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No mechanism to selectively remember or forget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12184" indent="-271903">
              <a:spcBef>
                <a:spcPts val="619"/>
              </a:spcBef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Key insight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Use gates to control information flow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63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Gates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Neural network layers with sigmoid activation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σ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∈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[0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,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1]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56"/>
              </a:spcBef>
              <a:buFont typeface="Courier New" panose="02070309020205020404" pitchFamily="49" charset="0"/>
              <a:buChar char="o"/>
            </a:pP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σ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0: Block information completely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56"/>
              </a:spcBef>
              <a:buFont typeface="Courier New" panose="02070309020205020404" pitchFamily="49" charset="0"/>
              <a:buChar char="o"/>
            </a:pP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σ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1: Let all information pass through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56"/>
              </a:spcBef>
              <a:buFont typeface="Courier New" panose="02070309020205020404" pitchFamily="49" charset="0"/>
              <a:buChar char="o"/>
            </a:pP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σ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∈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(0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,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1): Partially allow information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12184" indent="-271903">
              <a:spcBef>
                <a:spcPts val="571"/>
              </a:spcBef>
              <a:buFont typeface="Wingdings" panose="05000000000000000000" pitchFamily="2" charset="2"/>
              <a:buChar char="Ø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GRU advantages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603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Learn what to remember and what to forget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Better gradient flow through time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Can capture long-term dependencies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557904" indent="-271903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Fewer parameters than LSTM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>
          <a:xfrm>
            <a:off x="239689" y="217326"/>
            <a:ext cx="7048079" cy="64569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GRU – gated recurrent unit 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sz="15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(more compression)</a:t>
            </a:r>
            <a:endParaRPr lang="en-US" altLang="en-US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32770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323" y="2361680"/>
            <a:ext cx="6861357" cy="2119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extBox 4"/>
          <p:cNvSpPr txBox="1">
            <a:spLocks noChangeArrowheads="1"/>
          </p:cNvSpPr>
          <p:nvPr/>
        </p:nvSpPr>
        <p:spPr bwMode="auto">
          <a:xfrm>
            <a:off x="704935" y="4665906"/>
            <a:ext cx="7854978" cy="970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71903" indent="-271903" algn="just" defTabSz="1450147" eaLnBrk="1" fontAlgn="base" hangingPunct="1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altLang="en-US" sz="1903" kern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combines the </a:t>
            </a:r>
            <a:r>
              <a:rPr lang="en-US" altLang="en-US" sz="1903" kern="1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forget</a:t>
            </a:r>
            <a:r>
              <a:rPr lang="en-US" altLang="en-US" sz="1903" kern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1903" kern="1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en-US" altLang="en-US" sz="1903" kern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into a single </a:t>
            </a:r>
            <a:r>
              <a:rPr lang="en-US" altLang="en-US" sz="1903" kern="1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update gate</a:t>
            </a:r>
            <a:r>
              <a:rPr lang="en-US" altLang="en-US" sz="1903" kern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71903" indent="-271903" algn="just" defTabSz="1450147" eaLnBrk="1" fontAlgn="base" hangingPunct="1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altLang="en-US" sz="1903" kern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also merges the cell state and hidden state. </a:t>
            </a:r>
          </a:p>
          <a:p>
            <a:pPr marL="271903" indent="-271903" algn="just" defTabSz="1450147" eaLnBrk="1" fontAlgn="base" hangingPunct="1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altLang="en-US" sz="1903" kern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simpler than LSTM. There are many other variants too.</a:t>
            </a:r>
          </a:p>
        </p:txBody>
      </p:sp>
      <p:sp>
        <p:nvSpPr>
          <p:cNvPr id="32772" name="TextBox 1"/>
          <p:cNvSpPr txBox="1">
            <a:spLocks noChangeArrowheads="1"/>
          </p:cNvSpPr>
          <p:nvPr/>
        </p:nvSpPr>
        <p:spPr bwMode="auto">
          <a:xfrm>
            <a:off x="1598747" y="2171085"/>
            <a:ext cx="954107" cy="300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1450147" eaLnBrk="1" fontAlgn="base" hangingPunct="1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351" kern="1200">
                <a:solidFill>
                  <a:srgbClr val="000000"/>
                </a:solidFill>
              </a:rPr>
              <a:t>reset gate</a:t>
            </a:r>
          </a:p>
        </p:txBody>
      </p:sp>
      <p:cxnSp>
        <p:nvCxnSpPr>
          <p:cNvPr id="4" name="Straight Arrow Connector 3"/>
          <p:cNvCxnSpPr>
            <a:cxnSpLocks noChangeShapeType="1"/>
          </p:cNvCxnSpPr>
          <p:nvPr/>
        </p:nvCxnSpPr>
        <p:spPr bwMode="auto">
          <a:xfrm flipH="1">
            <a:off x="2113348" y="2456975"/>
            <a:ext cx="114356" cy="800491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74" name="TextBox 6"/>
          <p:cNvSpPr txBox="1">
            <a:spLocks noChangeArrowheads="1"/>
          </p:cNvSpPr>
          <p:nvPr/>
        </p:nvSpPr>
        <p:spPr bwMode="auto">
          <a:xfrm>
            <a:off x="6732701" y="5575182"/>
            <a:ext cx="2165978" cy="300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1450147" eaLnBrk="1" fontAlgn="base" hangingPunct="1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351" kern="1200" dirty="0">
                <a:solidFill>
                  <a:srgbClr val="000000"/>
                </a:solidFill>
              </a:rPr>
              <a:t>X,*: element-wise multiply</a:t>
            </a:r>
          </a:p>
        </p:txBody>
      </p:sp>
      <p:pic>
        <p:nvPicPr>
          <p:cNvPr id="32775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082" y="934186"/>
            <a:ext cx="2059598" cy="1503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6" name="TextBox 13"/>
          <p:cNvSpPr txBox="1">
            <a:spLocks noChangeArrowheads="1"/>
          </p:cNvSpPr>
          <p:nvPr/>
        </p:nvSpPr>
        <p:spPr bwMode="auto">
          <a:xfrm>
            <a:off x="6230163" y="875051"/>
            <a:ext cx="646331" cy="300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1450147" eaLnBrk="1" fontAlgn="base" hangingPunct="1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351" kern="1200">
                <a:solidFill>
                  <a:srgbClr val="000000"/>
                </a:solidFill>
              </a:rPr>
              <a:t>LSTM</a:t>
            </a:r>
          </a:p>
        </p:txBody>
      </p:sp>
      <p:sp>
        <p:nvSpPr>
          <p:cNvPr id="32777" name="TextBox 14"/>
          <p:cNvSpPr txBox="1">
            <a:spLocks noChangeArrowheads="1"/>
          </p:cNvSpPr>
          <p:nvPr/>
        </p:nvSpPr>
        <p:spPr bwMode="auto">
          <a:xfrm>
            <a:off x="2570771" y="2171085"/>
            <a:ext cx="1127232" cy="300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1450147" eaLnBrk="1" fontAlgn="base" hangingPunct="1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351" kern="1200">
                <a:solidFill>
                  <a:srgbClr val="000000"/>
                </a:solidFill>
              </a:rPr>
              <a:t>Update gate</a:t>
            </a:r>
          </a:p>
        </p:txBody>
      </p:sp>
      <p:cxnSp>
        <p:nvCxnSpPr>
          <p:cNvPr id="18" name="Straight Arrow Connector 17"/>
          <p:cNvCxnSpPr>
            <a:cxnSpLocks noChangeShapeType="1"/>
          </p:cNvCxnSpPr>
          <p:nvPr/>
        </p:nvCxnSpPr>
        <p:spPr bwMode="auto">
          <a:xfrm flipH="1">
            <a:off x="2971016" y="2456974"/>
            <a:ext cx="228713" cy="1086382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60441091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61"/>
          <p:cNvSpPr txBox="1">
            <a:spLocks noGrp="1"/>
          </p:cNvSpPr>
          <p:nvPr>
            <p:ph type="title"/>
          </p:nvPr>
        </p:nvSpPr>
        <p:spPr>
          <a:xfrm>
            <a:off x="151138" y="252480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GRU: A</a:t>
            </a:r>
            <a:r>
              <a:rPr lang="en-US" cap="small" dirty="0">
                <a:solidFill>
                  <a:srgbClr val="FFFFFF"/>
                </a:solidFill>
              </a:rPr>
              <a:t>rchitecture</a:t>
            </a:r>
            <a:r>
              <a:rPr lang="en-US" dirty="0">
                <a:solidFill>
                  <a:srgbClr val="FFFFFF"/>
                </a:solidFill>
              </a:rPr>
              <a:t> O</a:t>
            </a:r>
            <a:r>
              <a:rPr lang="en-US" cap="small" dirty="0">
                <a:solidFill>
                  <a:srgbClr val="FFFFFF"/>
                </a:solidFill>
              </a:rPr>
              <a:t>verview</a:t>
            </a:r>
            <a:endParaRPr dirty="0"/>
          </a:p>
        </p:txBody>
      </p:sp>
      <p:grpSp>
        <p:nvGrpSpPr>
          <p:cNvPr id="1054" name="Google Shape;1054;p61"/>
          <p:cNvGrpSpPr/>
          <p:nvPr/>
        </p:nvGrpSpPr>
        <p:grpSpPr>
          <a:xfrm>
            <a:off x="757602" y="2223703"/>
            <a:ext cx="109889" cy="2876957"/>
            <a:chOff x="477710" y="862418"/>
            <a:chExt cx="69291" cy="1814081"/>
          </a:xfrm>
        </p:grpSpPr>
        <p:pic>
          <p:nvPicPr>
            <p:cNvPr id="1055" name="Google Shape;1055;p6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7710" y="86241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6" name="Google Shape;1056;p6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7710" y="17974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7" name="Google Shape;1057;p6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7710" y="22023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8" name="Google Shape;1058;p6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7710" y="26072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9" name="Google Shape;1059;p61"/>
          <p:cNvSpPr txBox="1"/>
          <p:nvPr/>
        </p:nvSpPr>
        <p:spPr>
          <a:xfrm>
            <a:off x="924937" y="1924631"/>
            <a:ext cx="4398978" cy="316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718" rIns="0" bIns="0" anchor="t" anchorCtr="0">
            <a:spAutoFit/>
          </a:bodyPr>
          <a:lstStyle/>
          <a:p>
            <a:pPr marL="60423"/>
            <a:r>
              <a:rPr lang="en-US" sz="1665" dirty="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Two gates</a:t>
            </a:r>
            <a:r>
              <a:rPr lang="en-US" sz="1665" dirty="0">
                <a:latin typeface="Tahoma"/>
                <a:ea typeface="Tahoma"/>
                <a:cs typeface="Tahoma"/>
                <a:sym typeface="Tahoma"/>
              </a:rPr>
              <a:t>:</a:t>
            </a:r>
            <a:endParaRPr sz="1665" dirty="0">
              <a:latin typeface="Tahoma"/>
              <a:ea typeface="Tahoma"/>
              <a:cs typeface="Tahoma"/>
              <a:sym typeface="Tahoma"/>
            </a:endParaRPr>
          </a:p>
          <a:p>
            <a:pPr marL="531721" marR="48338" indent="-225578">
              <a:lnSpc>
                <a:spcPct val="118900"/>
              </a:lnSpc>
              <a:spcBef>
                <a:spcPts val="285"/>
              </a:spcBef>
            </a:pPr>
            <a:r>
              <a:rPr lang="en-US" sz="1427" baseline="30000" dirty="0">
                <a:solidFill>
                  <a:srgbClr val="3333B2"/>
                </a:solidFill>
              </a:rPr>
              <a:t>)  </a:t>
            </a:r>
            <a:r>
              <a:rPr lang="en-US" sz="1507" dirty="0">
                <a:solidFill>
                  <a:srgbClr val="EC2027"/>
                </a:solidFill>
                <a:latin typeface="Tahoma"/>
                <a:ea typeface="Tahoma"/>
                <a:cs typeface="Tahoma"/>
                <a:sym typeface="Tahoma"/>
              </a:rPr>
              <a:t>Reset gate </a:t>
            </a:r>
            <a:r>
              <a:rPr lang="en-US" sz="1507" i="1" dirty="0"/>
              <a:t>r</a:t>
            </a:r>
            <a:r>
              <a:rPr lang="en-US" sz="1665" i="1" baseline="-25000" dirty="0"/>
              <a:t>t </a:t>
            </a:r>
            <a:r>
              <a:rPr lang="en-US" sz="1507" dirty="0">
                <a:latin typeface="Tahoma"/>
                <a:ea typeface="Tahoma"/>
                <a:cs typeface="Tahoma"/>
                <a:sym typeface="Tahoma"/>
              </a:rPr>
              <a:t>: Controls how much past information to forget</a:t>
            </a:r>
            <a:endParaRPr sz="1507" dirty="0">
              <a:latin typeface="Tahoma"/>
              <a:ea typeface="Tahoma"/>
              <a:cs typeface="Tahoma"/>
              <a:sym typeface="Tahoma"/>
            </a:endParaRPr>
          </a:p>
          <a:p>
            <a:pPr marL="531721" marR="102717" indent="-225578">
              <a:lnSpc>
                <a:spcPct val="118900"/>
              </a:lnSpc>
            </a:pPr>
            <a:r>
              <a:rPr lang="en-US" sz="1427" baseline="30000" dirty="0">
                <a:solidFill>
                  <a:srgbClr val="3333B2"/>
                </a:solidFill>
              </a:rPr>
              <a:t>)  </a:t>
            </a:r>
            <a:r>
              <a:rPr lang="en-US" sz="1507" dirty="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Update gate </a:t>
            </a:r>
            <a:r>
              <a:rPr lang="en-US" sz="1507" i="1" dirty="0" err="1"/>
              <a:t>z</a:t>
            </a:r>
            <a:r>
              <a:rPr lang="en-US" sz="1665" i="1" baseline="-25000" dirty="0" err="1"/>
              <a:t>t</a:t>
            </a:r>
            <a:r>
              <a:rPr lang="en-US" sz="1665" i="1" baseline="-25000" dirty="0"/>
              <a:t> </a:t>
            </a:r>
            <a:r>
              <a:rPr lang="en-US" sz="1507" dirty="0">
                <a:latin typeface="Tahoma"/>
                <a:ea typeface="Tahoma"/>
                <a:cs typeface="Tahoma"/>
                <a:sym typeface="Tahoma"/>
              </a:rPr>
              <a:t>: Controls how much to update hidden state</a:t>
            </a:r>
            <a:endParaRPr sz="1507" dirty="0">
              <a:latin typeface="Tahoma"/>
              <a:ea typeface="Tahoma"/>
              <a:cs typeface="Tahoma"/>
              <a:sym typeface="Tahoma"/>
            </a:endParaRPr>
          </a:p>
          <a:p>
            <a:pPr marL="60423" marR="363542">
              <a:lnSpc>
                <a:spcPct val="110700"/>
              </a:lnSpc>
              <a:spcBef>
                <a:spcPts val="317"/>
              </a:spcBef>
            </a:pPr>
            <a:r>
              <a:rPr lang="en-US" sz="1665" dirty="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Candidate hidden state </a:t>
            </a:r>
            <a:r>
              <a:rPr lang="en-US" sz="1665" i="1" dirty="0" err="1"/>
              <a:t>h</a:t>
            </a:r>
            <a:r>
              <a:rPr lang="en-US" sz="2855" baseline="30000" dirty="0" err="1">
                <a:latin typeface="Tahoma"/>
                <a:ea typeface="Tahoma"/>
                <a:cs typeface="Tahoma"/>
                <a:sym typeface="Tahoma"/>
              </a:rPr>
              <a:t>˜</a:t>
            </a:r>
            <a:r>
              <a:rPr lang="en-US" sz="1665" i="1" baseline="-25000" dirty="0" err="1"/>
              <a:t>t</a:t>
            </a:r>
            <a:r>
              <a:rPr lang="en-US" sz="1665" i="1" baseline="-25000" dirty="0"/>
              <a:t> </a:t>
            </a:r>
            <a:r>
              <a:rPr lang="en-US" sz="1665" dirty="0">
                <a:latin typeface="Tahoma"/>
                <a:ea typeface="Tahoma"/>
                <a:cs typeface="Tahoma"/>
                <a:sym typeface="Tahoma"/>
              </a:rPr>
              <a:t>: Proposed new content</a:t>
            </a:r>
            <a:endParaRPr sz="1665" dirty="0">
              <a:latin typeface="Tahoma"/>
              <a:ea typeface="Tahoma"/>
              <a:cs typeface="Tahoma"/>
              <a:sym typeface="Tahoma"/>
            </a:endParaRPr>
          </a:p>
          <a:p>
            <a:pPr marL="60423" marR="610270">
              <a:lnSpc>
                <a:spcPct val="114599"/>
              </a:lnSpc>
              <a:spcBef>
                <a:spcPts val="476"/>
              </a:spcBef>
            </a:pPr>
            <a:r>
              <a:rPr lang="en-US" sz="1665" dirty="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Final hidden state </a:t>
            </a:r>
            <a:r>
              <a:rPr lang="en-US" sz="1665" i="1" dirty="0" err="1"/>
              <a:t>h</a:t>
            </a:r>
            <a:r>
              <a:rPr lang="en-US" sz="1665" i="1" baseline="-25000" dirty="0" err="1"/>
              <a:t>t</a:t>
            </a:r>
            <a:r>
              <a:rPr lang="en-US" sz="1665" i="1" baseline="-25000" dirty="0"/>
              <a:t> </a:t>
            </a:r>
            <a:r>
              <a:rPr lang="en-US" sz="1665" dirty="0">
                <a:latin typeface="Tahoma"/>
                <a:ea typeface="Tahoma"/>
                <a:cs typeface="Tahoma"/>
                <a:sym typeface="Tahoma"/>
              </a:rPr>
              <a:t>: Interpolation between old and new</a:t>
            </a:r>
            <a:endParaRPr sz="1665" dirty="0">
              <a:latin typeface="Tahoma"/>
              <a:ea typeface="Tahoma"/>
              <a:cs typeface="Tahoma"/>
              <a:sym typeface="Tahoma"/>
            </a:endParaRPr>
          </a:p>
          <a:p>
            <a:pPr marL="60423">
              <a:spcBef>
                <a:spcPts val="761"/>
              </a:spcBef>
            </a:pPr>
            <a:r>
              <a:rPr lang="en-US" sz="1665" dirty="0">
                <a:latin typeface="Tahoma"/>
                <a:ea typeface="Tahoma"/>
                <a:cs typeface="Tahoma"/>
                <a:sym typeface="Tahoma"/>
              </a:rPr>
              <a:t>All gates learned from data</a:t>
            </a:r>
            <a:endParaRPr sz="1665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0" name="Google Shape;1060;p61"/>
          <p:cNvSpPr txBox="1"/>
          <p:nvPr/>
        </p:nvSpPr>
        <p:spPr>
          <a:xfrm>
            <a:off x="6982692" y="4639117"/>
            <a:ext cx="269889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60423"/>
            <a:r>
              <a:rPr lang="en-US" sz="1665" i="1"/>
              <a:t>x</a:t>
            </a:r>
            <a:r>
              <a:rPr lang="en-US" sz="1665" i="1" baseline="-25000"/>
              <a:t>t</a:t>
            </a:r>
            <a:endParaRPr sz="1665" baseline="-25000"/>
          </a:p>
        </p:txBody>
      </p:sp>
      <p:grpSp>
        <p:nvGrpSpPr>
          <p:cNvPr id="1061" name="Google Shape;1061;p61"/>
          <p:cNvGrpSpPr/>
          <p:nvPr/>
        </p:nvGrpSpPr>
        <p:grpSpPr>
          <a:xfrm>
            <a:off x="7066239" y="4352392"/>
            <a:ext cx="125881" cy="335317"/>
            <a:chOff x="4455656" y="2204675"/>
            <a:chExt cx="79375" cy="211436"/>
          </a:xfrm>
        </p:grpSpPr>
        <p:sp>
          <p:nvSpPr>
            <p:cNvPr id="1062" name="Google Shape;1062;p61"/>
            <p:cNvSpPr/>
            <p:nvPr/>
          </p:nvSpPr>
          <p:spPr>
            <a:xfrm>
              <a:off x="4495165" y="2209736"/>
              <a:ext cx="0" cy="206375"/>
            </a:xfrm>
            <a:custGeom>
              <a:avLst/>
              <a:gdLst/>
              <a:ahLst/>
              <a:cxnLst/>
              <a:rect l="l" t="t" r="r" b="b"/>
              <a:pathLst>
                <a:path w="120000" h="206375" extrusionOk="0">
                  <a:moveTo>
                    <a:pt x="0" y="205869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1063" name="Google Shape;1063;p61"/>
            <p:cNvSpPr/>
            <p:nvPr/>
          </p:nvSpPr>
          <p:spPr>
            <a:xfrm>
              <a:off x="4455656" y="2204675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1064" name="Google Shape;1064;p61"/>
          <p:cNvSpPr txBox="1"/>
          <p:nvPr/>
        </p:nvSpPr>
        <p:spPr>
          <a:xfrm>
            <a:off x="5620982" y="3563489"/>
            <a:ext cx="507552" cy="281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60423"/>
            <a:r>
              <a:rPr lang="en-US" sz="2498" i="1" baseline="30000"/>
              <a:t>h</a:t>
            </a:r>
            <a:r>
              <a:rPr lang="en-US" sz="1110" i="1"/>
              <a:t>t </a:t>
            </a:r>
            <a:r>
              <a:rPr lang="en-US" sz="1269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110">
                <a:latin typeface="Tahoma"/>
                <a:ea typeface="Tahoma"/>
                <a:cs typeface="Tahoma"/>
                <a:sym typeface="Tahoma"/>
              </a:rPr>
              <a:t>1</a:t>
            </a:r>
            <a:endParaRPr sz="111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65" name="Google Shape;1065;p61"/>
          <p:cNvGrpSpPr/>
          <p:nvPr/>
        </p:nvGrpSpPr>
        <p:grpSpPr>
          <a:xfrm>
            <a:off x="6154328" y="3649686"/>
            <a:ext cx="334505" cy="125881"/>
            <a:chOff x="3880646" y="1761579"/>
            <a:chExt cx="210924" cy="79375"/>
          </a:xfrm>
        </p:grpSpPr>
        <p:sp>
          <p:nvSpPr>
            <p:cNvPr id="1066" name="Google Shape;1066;p61"/>
            <p:cNvSpPr/>
            <p:nvPr/>
          </p:nvSpPr>
          <p:spPr>
            <a:xfrm>
              <a:off x="3880646" y="1801088"/>
              <a:ext cx="206375" cy="0"/>
            </a:xfrm>
            <a:custGeom>
              <a:avLst/>
              <a:gdLst/>
              <a:ahLst/>
              <a:cxnLst/>
              <a:rect l="l" t="t" r="r" b="b"/>
              <a:pathLst>
                <a:path w="206375" h="120000" extrusionOk="0">
                  <a:moveTo>
                    <a:pt x="0" y="0"/>
                  </a:moveTo>
                  <a:lnTo>
                    <a:pt x="205869" y="0"/>
                  </a:lnTo>
                </a:path>
              </a:pathLst>
            </a:custGeom>
            <a:noFill/>
            <a:ln w="10100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1067" name="Google Shape;1067;p61"/>
            <p:cNvSpPr/>
            <p:nvPr/>
          </p:nvSpPr>
          <p:spPr>
            <a:xfrm>
              <a:off x="4059186" y="1761579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1068" name="Google Shape;1068;p61"/>
          <p:cNvSpPr txBox="1"/>
          <p:nvPr/>
        </p:nvSpPr>
        <p:spPr>
          <a:xfrm>
            <a:off x="8119286" y="3535230"/>
            <a:ext cx="281974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60423"/>
            <a:r>
              <a:rPr lang="en-US" sz="1665" i="1"/>
              <a:t>h</a:t>
            </a:r>
            <a:r>
              <a:rPr lang="en-US" sz="1665" i="1" baseline="-25000"/>
              <a:t>t</a:t>
            </a:r>
            <a:endParaRPr sz="1665" baseline="-25000"/>
          </a:p>
        </p:txBody>
      </p:sp>
      <p:grpSp>
        <p:nvGrpSpPr>
          <p:cNvPr id="1069" name="Google Shape;1069;p61"/>
          <p:cNvGrpSpPr/>
          <p:nvPr/>
        </p:nvGrpSpPr>
        <p:grpSpPr>
          <a:xfrm>
            <a:off x="7760920" y="3649686"/>
            <a:ext cx="334505" cy="125881"/>
            <a:chOff x="4893691" y="1761579"/>
            <a:chExt cx="210924" cy="79375"/>
          </a:xfrm>
        </p:grpSpPr>
        <p:sp>
          <p:nvSpPr>
            <p:cNvPr id="1070" name="Google Shape;1070;p61"/>
            <p:cNvSpPr/>
            <p:nvPr/>
          </p:nvSpPr>
          <p:spPr>
            <a:xfrm>
              <a:off x="4893691" y="1801088"/>
              <a:ext cx="206375" cy="0"/>
            </a:xfrm>
            <a:custGeom>
              <a:avLst/>
              <a:gdLst/>
              <a:ahLst/>
              <a:cxnLst/>
              <a:rect l="l" t="t" r="r" b="b"/>
              <a:pathLst>
                <a:path w="206375" h="120000" extrusionOk="0">
                  <a:moveTo>
                    <a:pt x="0" y="0"/>
                  </a:moveTo>
                  <a:lnTo>
                    <a:pt x="205869" y="0"/>
                  </a:lnTo>
                </a:path>
              </a:pathLst>
            </a:custGeom>
            <a:noFill/>
            <a:ln w="10100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1071" name="Google Shape;1071;p61"/>
            <p:cNvSpPr/>
            <p:nvPr/>
          </p:nvSpPr>
          <p:spPr>
            <a:xfrm>
              <a:off x="5072231" y="1761579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1072" name="Google Shape;1072;p61"/>
          <p:cNvSpPr txBox="1"/>
          <p:nvPr/>
        </p:nvSpPr>
        <p:spPr>
          <a:xfrm>
            <a:off x="6976630" y="2387558"/>
            <a:ext cx="281974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60423"/>
            <a:r>
              <a:rPr lang="en-US" sz="1665" i="1"/>
              <a:t>o</a:t>
            </a:r>
            <a:r>
              <a:rPr lang="en-US" sz="1665" i="1" baseline="-25000"/>
              <a:t>t</a:t>
            </a:r>
            <a:endParaRPr sz="1665" baseline="-25000"/>
          </a:p>
        </p:txBody>
      </p:sp>
      <p:grpSp>
        <p:nvGrpSpPr>
          <p:cNvPr id="1073" name="Google Shape;1073;p61"/>
          <p:cNvGrpSpPr/>
          <p:nvPr/>
        </p:nvGrpSpPr>
        <p:grpSpPr>
          <a:xfrm>
            <a:off x="7066239" y="2745802"/>
            <a:ext cx="125881" cy="335317"/>
            <a:chOff x="4455656" y="1191631"/>
            <a:chExt cx="79375" cy="211436"/>
          </a:xfrm>
        </p:grpSpPr>
        <p:sp>
          <p:nvSpPr>
            <p:cNvPr id="1074" name="Google Shape;1074;p61"/>
            <p:cNvSpPr/>
            <p:nvPr/>
          </p:nvSpPr>
          <p:spPr>
            <a:xfrm>
              <a:off x="4495165" y="1196692"/>
              <a:ext cx="0" cy="206375"/>
            </a:xfrm>
            <a:custGeom>
              <a:avLst/>
              <a:gdLst/>
              <a:ahLst/>
              <a:cxnLst/>
              <a:rect l="l" t="t" r="r" b="b"/>
              <a:pathLst>
                <a:path w="120000" h="206375" extrusionOk="0">
                  <a:moveTo>
                    <a:pt x="0" y="205869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1075" name="Google Shape;1075;p61"/>
            <p:cNvSpPr/>
            <p:nvPr/>
          </p:nvSpPr>
          <p:spPr>
            <a:xfrm>
              <a:off x="4455656" y="1191631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1076" name="Google Shape;1076;p61"/>
          <p:cNvSpPr txBox="1"/>
          <p:nvPr/>
        </p:nvSpPr>
        <p:spPr>
          <a:xfrm>
            <a:off x="6500871" y="3084319"/>
            <a:ext cx="1256796" cy="1033771"/>
          </a:xfrm>
          <a:prstGeom prst="rect">
            <a:avLst/>
          </a:prstGeom>
          <a:solidFill>
            <a:srgbClr val="FEF4D5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16802" rIns="0" bIns="0" anchor="t" anchorCtr="0">
            <a:spAutoFit/>
          </a:bodyPr>
          <a:lstStyle/>
          <a:p>
            <a:endParaRPr sz="87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6042" algn="ctr"/>
            <a:r>
              <a:rPr lang="en-US" sz="1348" i="1">
                <a:solidFill>
                  <a:srgbClr val="1B1472"/>
                </a:solidFill>
              </a:rPr>
              <a:t>z</a:t>
            </a:r>
            <a:r>
              <a:rPr lang="en-US" sz="1308" i="1" baseline="-25000">
                <a:solidFill>
                  <a:srgbClr val="1B1472"/>
                </a:solidFill>
              </a:rPr>
              <a:t>t</a:t>
            </a:r>
            <a:endParaRPr sz="1308" baseline="-25000"/>
          </a:p>
          <a:p>
            <a:pPr algn="ctr">
              <a:lnSpc>
                <a:spcPct val="116190"/>
              </a:lnSpc>
              <a:spcBef>
                <a:spcPts val="349"/>
              </a:spcBef>
            </a:pP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GRU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  <a:p>
            <a:pPr marR="6042" algn="ctr">
              <a:lnSpc>
                <a:spcPct val="115294"/>
              </a:lnSpc>
            </a:pPr>
            <a:r>
              <a:rPr lang="en-US" sz="1348" i="1">
                <a:solidFill>
                  <a:srgbClr val="EC2027"/>
                </a:solidFill>
              </a:rPr>
              <a:t>r</a:t>
            </a:r>
            <a:r>
              <a:rPr lang="en-US" sz="1308" i="1" baseline="-25000">
                <a:solidFill>
                  <a:srgbClr val="EC2027"/>
                </a:solidFill>
              </a:rPr>
              <a:t>t</a:t>
            </a:r>
            <a:endParaRPr sz="1308" baseline="-25000"/>
          </a:p>
        </p:txBody>
      </p:sp>
    </p:spTree>
  </p:cSld>
  <p:clrMapOvr>
    <a:masterClrMapping/>
  </p:clrMapOvr>
  <p:transition>
    <p:cut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62"/>
          <p:cNvSpPr txBox="1">
            <a:spLocks noGrp="1"/>
          </p:cNvSpPr>
          <p:nvPr>
            <p:ph type="title"/>
          </p:nvPr>
        </p:nvSpPr>
        <p:spPr>
          <a:xfrm>
            <a:off x="151138" y="380495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GRU: U</a:t>
            </a:r>
            <a:r>
              <a:rPr lang="en-US" cap="small" dirty="0">
                <a:solidFill>
                  <a:srgbClr val="FFFFFF"/>
                </a:solidFill>
              </a:rPr>
              <a:t>nrolled</a:t>
            </a:r>
            <a:r>
              <a:rPr lang="en-US" dirty="0">
                <a:solidFill>
                  <a:srgbClr val="FFFFFF"/>
                </a:solidFill>
              </a:rPr>
              <a:t> A</a:t>
            </a:r>
            <a:r>
              <a:rPr lang="en-US" cap="small" dirty="0">
                <a:solidFill>
                  <a:srgbClr val="FFFFFF"/>
                </a:solidFill>
              </a:rPr>
              <a:t>rchitecture</a:t>
            </a:r>
            <a:r>
              <a:rPr lang="en-US" dirty="0">
                <a:solidFill>
                  <a:srgbClr val="FFFFFF"/>
                </a:solidFill>
              </a:rPr>
              <a:t> A</a:t>
            </a:r>
            <a:r>
              <a:rPr lang="en-US" cap="small" dirty="0">
                <a:solidFill>
                  <a:srgbClr val="FFFFFF"/>
                </a:solidFill>
              </a:rPr>
              <a:t>cross</a:t>
            </a:r>
            <a:r>
              <a:rPr lang="en-US" dirty="0">
                <a:solidFill>
                  <a:srgbClr val="FFFFFF"/>
                </a:solidFill>
              </a:rPr>
              <a:t> T</a:t>
            </a:r>
            <a:r>
              <a:rPr lang="en-US" cap="small" dirty="0">
                <a:solidFill>
                  <a:srgbClr val="FFFFFF"/>
                </a:solidFill>
              </a:rPr>
              <a:t>ime</a:t>
            </a:r>
            <a:endParaRPr dirty="0"/>
          </a:p>
        </p:txBody>
      </p:sp>
      <p:sp>
        <p:nvSpPr>
          <p:cNvPr id="1088" name="Google Shape;1088;p62"/>
          <p:cNvSpPr txBox="1"/>
          <p:nvPr/>
        </p:nvSpPr>
        <p:spPr>
          <a:xfrm>
            <a:off x="7645007" y="2606228"/>
            <a:ext cx="136959" cy="2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123" rIns="0" bIns="0" anchor="t" anchorCtr="0">
            <a:spAutoFit/>
          </a:bodyPr>
          <a:lstStyle/>
          <a:p>
            <a:pPr marL="20141"/>
            <a:r>
              <a:rPr lang="en-US" sz="1348" i="1"/>
              <a:t>h</a:t>
            </a:r>
            <a:endParaRPr sz="1348"/>
          </a:p>
        </p:txBody>
      </p:sp>
      <p:sp>
        <p:nvSpPr>
          <p:cNvPr id="1089" name="Google Shape;1089;p62"/>
          <p:cNvSpPr txBox="1"/>
          <p:nvPr/>
        </p:nvSpPr>
        <p:spPr>
          <a:xfrm>
            <a:off x="7741411" y="2692905"/>
            <a:ext cx="111782" cy="158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872" i="1"/>
              <a:t>T</a:t>
            </a:r>
            <a:endParaRPr sz="872"/>
          </a:p>
        </p:txBody>
      </p:sp>
      <p:pic>
        <p:nvPicPr>
          <p:cNvPr id="1096" name="Google Shape;109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593"/>
            <a:ext cx="7635806" cy="3983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63"/>
          <p:cNvSpPr txBox="1">
            <a:spLocks noGrp="1"/>
          </p:cNvSpPr>
          <p:nvPr>
            <p:ph type="title"/>
          </p:nvPr>
        </p:nvSpPr>
        <p:spPr>
          <a:xfrm>
            <a:off x="151138" y="36220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>
                <a:solidFill>
                  <a:srgbClr val="FFFFFF"/>
                </a:solidFill>
              </a:rPr>
              <a:t>GRU: R</a:t>
            </a:r>
            <a:r>
              <a:rPr lang="en-US" cap="small">
                <a:solidFill>
                  <a:srgbClr val="FFFFFF"/>
                </a:solidFill>
              </a:rPr>
              <a:t>eset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ate</a:t>
            </a:r>
            <a:endParaRPr/>
          </a:p>
        </p:txBody>
      </p:sp>
      <p:pic>
        <p:nvPicPr>
          <p:cNvPr id="1104" name="Google Shape;110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596"/>
            <a:ext cx="7635806" cy="4029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64"/>
          <p:cNvSpPr txBox="1">
            <a:spLocks noGrp="1"/>
          </p:cNvSpPr>
          <p:nvPr>
            <p:ph type="title"/>
          </p:nvPr>
        </p:nvSpPr>
        <p:spPr>
          <a:xfrm>
            <a:off x="151138" y="31648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GRU: U</a:t>
            </a:r>
            <a:r>
              <a:rPr lang="en-US" cap="small" dirty="0">
                <a:solidFill>
                  <a:srgbClr val="FFFFFF"/>
                </a:solidFill>
              </a:rPr>
              <a:t>pdate</a:t>
            </a:r>
            <a:r>
              <a:rPr lang="en-US" dirty="0">
                <a:solidFill>
                  <a:srgbClr val="FFFFFF"/>
                </a:solidFill>
              </a:rPr>
              <a:t> G</a:t>
            </a:r>
            <a:r>
              <a:rPr lang="en-US" cap="small" dirty="0">
                <a:solidFill>
                  <a:srgbClr val="FFFFFF"/>
                </a:solidFill>
              </a:rPr>
              <a:t>ate</a:t>
            </a:r>
            <a:endParaRPr dirty="0"/>
          </a:p>
        </p:txBody>
      </p:sp>
      <p:grpSp>
        <p:nvGrpSpPr>
          <p:cNvPr id="1110" name="Google Shape;1110;p64"/>
          <p:cNvGrpSpPr/>
          <p:nvPr/>
        </p:nvGrpSpPr>
        <p:grpSpPr>
          <a:xfrm>
            <a:off x="757563" y="1985738"/>
            <a:ext cx="109889" cy="1155305"/>
            <a:chOff x="477685" y="712368"/>
            <a:chExt cx="69291" cy="728484"/>
          </a:xfrm>
        </p:grpSpPr>
        <p:pic>
          <p:nvPicPr>
            <p:cNvPr id="1111" name="Google Shape;1111;p6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7685" y="71236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2" name="Google Shape;1112;p6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7685" y="137156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3" name="Google Shape;1113;p64"/>
          <p:cNvSpPr txBox="1"/>
          <p:nvPr/>
        </p:nvSpPr>
        <p:spPr>
          <a:xfrm>
            <a:off x="965195" y="1862784"/>
            <a:ext cx="2173211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/>
            <a:r>
              <a:rPr lang="en-US" sz="1665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Update gate equation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: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14" name="Google Shape;1114;p64"/>
          <p:cNvSpPr txBox="1"/>
          <p:nvPr/>
        </p:nvSpPr>
        <p:spPr>
          <a:xfrm>
            <a:off x="4904186" y="2394526"/>
            <a:ext cx="425981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/>
            <a:r>
              <a:rPr lang="en-US" sz="1665">
                <a:latin typeface="Tahoma"/>
                <a:ea typeface="Tahoma"/>
                <a:cs typeface="Tahoma"/>
                <a:sym typeface="Tahoma"/>
              </a:rPr>
              <a:t>(32)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15" name="Google Shape;1115;p64"/>
          <p:cNvSpPr txBox="1"/>
          <p:nvPr/>
        </p:nvSpPr>
        <p:spPr>
          <a:xfrm>
            <a:off x="924913" y="2370446"/>
            <a:ext cx="3859010" cy="1100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861025"/>
            <a:r>
              <a:rPr lang="en-US" sz="1665" i="1"/>
              <a:t>z</a:t>
            </a:r>
            <a:r>
              <a:rPr lang="en-US" sz="1665" i="1" baseline="-25000"/>
              <a:t>t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903" i="1"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/>
              <a:t>W</a:t>
            </a:r>
            <a:r>
              <a:rPr lang="en-US" sz="1665" i="1" baseline="-25000"/>
              <a:t>z</a:t>
            </a:r>
            <a:r>
              <a:rPr lang="en-US" sz="1665" i="1"/>
              <a:t>x</a:t>
            </a:r>
            <a:r>
              <a:rPr lang="en-US" sz="1665" i="1" baseline="-25000"/>
              <a:t>t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 i="1"/>
              <a:t>U</a:t>
            </a:r>
            <a:r>
              <a:rPr lang="en-US" sz="1665" i="1" baseline="-25000"/>
              <a:t>z</a:t>
            </a:r>
            <a:r>
              <a:rPr lang="en-US" sz="1665" i="1"/>
              <a:t>h</a:t>
            </a:r>
            <a:r>
              <a:rPr lang="en-US" sz="1665" i="1" baseline="-25000"/>
              <a:t>t </a:t>
            </a:r>
            <a:r>
              <a:rPr lang="en-US" sz="1903" baseline="-25000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665" baseline="-25000"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 i="1"/>
              <a:t>b</a:t>
            </a:r>
            <a:r>
              <a:rPr lang="en-US" sz="1665" i="1" baseline="-25000"/>
              <a:t>z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  <a:p>
            <a:pPr>
              <a:spcBef>
                <a:spcPts val="507"/>
              </a:spcBef>
            </a:pPr>
            <a:endParaRPr sz="1110">
              <a:latin typeface="Tahoma"/>
              <a:ea typeface="Tahoma"/>
              <a:cs typeface="Tahoma"/>
              <a:sym typeface="Tahoma"/>
            </a:endParaRPr>
          </a:p>
          <a:p>
            <a:pPr marL="60423" marR="48338">
              <a:lnSpc>
                <a:spcPct val="107500"/>
              </a:lnSpc>
            </a:pPr>
            <a:r>
              <a:rPr lang="en-US" sz="1665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Purpose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: Decides how much to update hidden state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16" name="Google Shape;1116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7563" y="5059794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64"/>
          <p:cNvSpPr txBox="1"/>
          <p:nvPr/>
        </p:nvSpPr>
        <p:spPr>
          <a:xfrm>
            <a:off x="924913" y="3456422"/>
            <a:ext cx="4340379" cy="191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106" rIns="0" bIns="0" anchor="t" anchorCtr="0">
            <a:spAutoFit/>
          </a:bodyPr>
          <a:lstStyle/>
          <a:p>
            <a:pPr marL="531721" marR="212487" indent="-225578">
              <a:lnSpc>
                <a:spcPct val="113999"/>
              </a:lnSpc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 i="1"/>
              <a:t>z</a:t>
            </a:r>
            <a:r>
              <a:rPr lang="en-US" sz="1665" i="1" baseline="-25000"/>
              <a:t>t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0: Keep old hidden state </a:t>
            </a:r>
            <a:r>
              <a:rPr lang="en-US" sz="1507" i="1"/>
              <a:t>h</a:t>
            </a:r>
            <a:r>
              <a:rPr lang="en-US" sz="1665" i="1" baseline="-25000"/>
              <a:t>t </a:t>
            </a:r>
            <a:r>
              <a:rPr lang="en-US" sz="1903" baseline="-25000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665" baseline="-25000"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(don’t update)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531721" marR="48338" indent="-225578">
              <a:lnSpc>
                <a:spcPct val="81818"/>
              </a:lnSpc>
              <a:spcBef>
                <a:spcPts val="135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 i="1"/>
              <a:t>z</a:t>
            </a:r>
            <a:r>
              <a:rPr lang="en-US" sz="1665" i="1" baseline="-25000"/>
              <a:t>t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1: Replace with new candidate </a:t>
            </a:r>
            <a:r>
              <a:rPr lang="en-US" sz="1507" i="1"/>
              <a:t>h</a:t>
            </a:r>
            <a:r>
              <a:rPr lang="en-US" sz="2617" baseline="30000">
                <a:latin typeface="Tahoma"/>
                <a:ea typeface="Tahoma"/>
                <a:cs typeface="Tahoma"/>
                <a:sym typeface="Tahoma"/>
              </a:rPr>
              <a:t>˜</a:t>
            </a:r>
            <a:r>
              <a:rPr lang="en-US" sz="1665" i="1" baseline="-25000"/>
              <a:t>t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(full update)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306142">
              <a:spcBef>
                <a:spcPts val="222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>
                <a:latin typeface="Tahoma"/>
                <a:ea typeface="Tahoma"/>
                <a:cs typeface="Tahoma"/>
                <a:sym typeface="Tahoma"/>
              </a:rPr>
              <a:t>Acts like a ”memory gate”</a:t>
            </a:r>
            <a:endParaRPr sz="1507">
              <a:latin typeface="Tahoma"/>
              <a:ea typeface="Tahoma"/>
              <a:cs typeface="Tahoma"/>
              <a:sym typeface="Tahoma"/>
            </a:endParaRPr>
          </a:p>
          <a:p>
            <a:pPr marL="60423">
              <a:spcBef>
                <a:spcPts val="801"/>
              </a:spcBef>
            </a:pPr>
            <a:r>
              <a:rPr lang="en-US" sz="1665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Intuition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: For long-term dependencies, keep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  <a:p>
            <a:pPr marL="60423">
              <a:spcBef>
                <a:spcPts val="293"/>
              </a:spcBef>
            </a:pPr>
            <a:r>
              <a:rPr lang="en-US" sz="1665" i="1"/>
              <a:t>z</a:t>
            </a:r>
            <a:r>
              <a:rPr lang="en-US" sz="1665" i="1" baseline="-25000"/>
              <a:t>t 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small to preserve information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18" name="Google Shape;1118;p64"/>
          <p:cNvSpPr txBox="1"/>
          <p:nvPr/>
        </p:nvSpPr>
        <p:spPr>
          <a:xfrm>
            <a:off x="7184524" y="2784749"/>
            <a:ext cx="856998" cy="446370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52048" rIns="0" bIns="0" anchor="t" anchorCtr="0">
            <a:spAutoFit/>
          </a:bodyPr>
          <a:lstStyle/>
          <a:p>
            <a:pPr algn="ctr"/>
            <a:r>
              <a:rPr lang="en-US" sz="1903" i="1">
                <a:latin typeface="Calibri"/>
                <a:ea typeface="Calibri"/>
                <a:cs typeface="Calibri"/>
                <a:sym typeface="Calibri"/>
              </a:rPr>
              <a:t>σ</a:t>
            </a:r>
            <a:endParaRPr sz="1903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9" name="Google Shape;1119;p64"/>
          <p:cNvGrpSpPr/>
          <p:nvPr/>
        </p:nvGrpSpPr>
        <p:grpSpPr>
          <a:xfrm>
            <a:off x="7550065" y="3481924"/>
            <a:ext cx="125881" cy="277915"/>
            <a:chOff x="4760735" y="1655796"/>
            <a:chExt cx="79375" cy="175241"/>
          </a:xfrm>
        </p:grpSpPr>
        <p:sp>
          <p:nvSpPr>
            <p:cNvPr id="1120" name="Google Shape;1120;p64"/>
            <p:cNvSpPr/>
            <p:nvPr/>
          </p:nvSpPr>
          <p:spPr>
            <a:xfrm>
              <a:off x="4800244" y="1660857"/>
              <a:ext cx="0" cy="170180"/>
            </a:xfrm>
            <a:custGeom>
              <a:avLst/>
              <a:gdLst/>
              <a:ahLst/>
              <a:cxnLst/>
              <a:rect l="l" t="t" r="r" b="b"/>
              <a:pathLst>
                <a:path w="120000" h="170180" extrusionOk="0">
                  <a:moveTo>
                    <a:pt x="0" y="169900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1121" name="Google Shape;1121;p64"/>
            <p:cNvSpPr/>
            <p:nvPr/>
          </p:nvSpPr>
          <p:spPr>
            <a:xfrm>
              <a:off x="4760735" y="1655796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1122" name="Google Shape;1122;p64"/>
          <p:cNvSpPr txBox="1"/>
          <p:nvPr/>
        </p:nvSpPr>
        <p:spPr>
          <a:xfrm>
            <a:off x="6361706" y="2978435"/>
            <a:ext cx="507552" cy="281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60423"/>
            <a:r>
              <a:rPr lang="en-US" sz="2498" i="1" baseline="30000"/>
              <a:t>h</a:t>
            </a:r>
            <a:r>
              <a:rPr lang="en-US" sz="1110" i="1"/>
              <a:t>t </a:t>
            </a:r>
            <a:r>
              <a:rPr lang="en-US" sz="1269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110">
                <a:latin typeface="Tahoma"/>
                <a:ea typeface="Tahoma"/>
                <a:cs typeface="Tahoma"/>
                <a:sym typeface="Tahoma"/>
              </a:rPr>
              <a:t>1</a:t>
            </a:r>
            <a:endParaRPr sz="111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23" name="Google Shape;1123;p64"/>
          <p:cNvGrpSpPr/>
          <p:nvPr/>
        </p:nvGrpSpPr>
        <p:grpSpPr>
          <a:xfrm>
            <a:off x="6894983" y="3064651"/>
            <a:ext cx="277466" cy="125881"/>
            <a:chOff x="4347670" y="1392682"/>
            <a:chExt cx="174958" cy="79375"/>
          </a:xfrm>
        </p:grpSpPr>
        <p:sp>
          <p:nvSpPr>
            <p:cNvPr id="1124" name="Google Shape;1124;p64"/>
            <p:cNvSpPr/>
            <p:nvPr/>
          </p:nvSpPr>
          <p:spPr>
            <a:xfrm>
              <a:off x="4347670" y="1432191"/>
              <a:ext cx="170180" cy="0"/>
            </a:xfrm>
            <a:custGeom>
              <a:avLst/>
              <a:gdLst/>
              <a:ahLst/>
              <a:cxnLst/>
              <a:rect l="l" t="t" r="r" b="b"/>
              <a:pathLst>
                <a:path w="170179" h="120000" extrusionOk="0">
                  <a:moveTo>
                    <a:pt x="0" y="0"/>
                  </a:moveTo>
                  <a:lnTo>
                    <a:pt x="16990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  <p:sp>
          <p:nvSpPr>
            <p:cNvPr id="1125" name="Google Shape;1125;p64"/>
            <p:cNvSpPr/>
            <p:nvPr/>
          </p:nvSpPr>
          <p:spPr>
            <a:xfrm>
              <a:off x="4490244" y="1392682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220"/>
            </a:p>
          </p:txBody>
        </p:sp>
      </p:grpSp>
      <p:sp>
        <p:nvSpPr>
          <p:cNvPr id="1126" name="Google Shape;1126;p64"/>
          <p:cNvSpPr txBox="1"/>
          <p:nvPr/>
        </p:nvSpPr>
        <p:spPr>
          <a:xfrm>
            <a:off x="7466519" y="2145040"/>
            <a:ext cx="269889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60423"/>
            <a:r>
              <a:rPr lang="en-US" sz="1665" i="1"/>
              <a:t>z</a:t>
            </a:r>
            <a:r>
              <a:rPr lang="en-US" sz="1665" i="1" baseline="-25000"/>
              <a:t>t</a:t>
            </a:r>
            <a:endParaRPr sz="1665" baseline="-25000"/>
          </a:p>
        </p:txBody>
      </p:sp>
      <p:sp>
        <p:nvSpPr>
          <p:cNvPr id="1133" name="Google Shape;1133;p64"/>
          <p:cNvSpPr txBox="1"/>
          <p:nvPr/>
        </p:nvSpPr>
        <p:spPr>
          <a:xfrm>
            <a:off x="7142732" y="3574567"/>
            <a:ext cx="940583" cy="700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sz="11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10070" algn="ctr"/>
            <a:r>
              <a:rPr lang="en-US" sz="1665" i="1"/>
              <a:t>x</a:t>
            </a:r>
            <a:r>
              <a:rPr lang="en-US" sz="1665" i="1" baseline="-25000"/>
              <a:t>t</a:t>
            </a:r>
            <a:endParaRPr sz="1665" baseline="-25000"/>
          </a:p>
          <a:p>
            <a:pPr algn="ctr">
              <a:spcBef>
                <a:spcPts val="753"/>
              </a:spcBef>
            </a:pPr>
            <a:r>
              <a:rPr lang="en-US" sz="1110">
                <a:latin typeface="Tahoma"/>
                <a:ea typeface="Tahoma"/>
                <a:cs typeface="Tahoma"/>
                <a:sym typeface="Tahoma"/>
              </a:rPr>
              <a:t>Update Gate</a:t>
            </a:r>
            <a:endParaRPr sz="111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65"/>
          <p:cNvSpPr txBox="1">
            <a:spLocks noGrp="1"/>
          </p:cNvSpPr>
          <p:nvPr>
            <p:ph type="title"/>
          </p:nvPr>
        </p:nvSpPr>
        <p:spPr>
          <a:xfrm>
            <a:off x="151138" y="279912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GRU: C</a:t>
            </a:r>
            <a:r>
              <a:rPr lang="en-US" cap="small" dirty="0">
                <a:solidFill>
                  <a:srgbClr val="FFFFFF"/>
                </a:solidFill>
              </a:rPr>
              <a:t>andidate</a:t>
            </a:r>
            <a:r>
              <a:rPr lang="en-US" dirty="0">
                <a:solidFill>
                  <a:srgbClr val="FFFFFF"/>
                </a:solidFill>
              </a:rPr>
              <a:t> H</a:t>
            </a:r>
            <a:r>
              <a:rPr lang="en-US" cap="small" dirty="0">
                <a:solidFill>
                  <a:srgbClr val="FFFFFF"/>
                </a:solidFill>
              </a:rPr>
              <a:t>idden</a:t>
            </a:r>
            <a:r>
              <a:rPr lang="en-US" dirty="0">
                <a:solidFill>
                  <a:srgbClr val="FFFFFF"/>
                </a:solidFill>
              </a:rPr>
              <a:t> S</a:t>
            </a:r>
            <a:r>
              <a:rPr lang="en-US" cap="small" dirty="0">
                <a:solidFill>
                  <a:srgbClr val="FFFFFF"/>
                </a:solidFill>
              </a:rPr>
              <a:t>tate</a:t>
            </a:r>
            <a:endParaRPr dirty="0"/>
          </a:p>
        </p:txBody>
      </p:sp>
      <p:pic>
        <p:nvPicPr>
          <p:cNvPr id="1143" name="Google Shape;114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8660620" cy="3704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66"/>
          <p:cNvSpPr txBox="1">
            <a:spLocks noGrp="1"/>
          </p:cNvSpPr>
          <p:nvPr>
            <p:ph type="title"/>
          </p:nvPr>
        </p:nvSpPr>
        <p:spPr>
          <a:xfrm>
            <a:off x="151138" y="398784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GRU: F</a:t>
            </a:r>
            <a:r>
              <a:rPr lang="en-US" cap="small" dirty="0">
                <a:solidFill>
                  <a:srgbClr val="FFFFFF"/>
                </a:solidFill>
              </a:rPr>
              <a:t>inal</a:t>
            </a:r>
            <a:r>
              <a:rPr lang="en-US" dirty="0">
                <a:solidFill>
                  <a:srgbClr val="FFFFFF"/>
                </a:solidFill>
              </a:rPr>
              <a:t> H</a:t>
            </a:r>
            <a:r>
              <a:rPr lang="en-US" cap="small" dirty="0">
                <a:solidFill>
                  <a:srgbClr val="FFFFFF"/>
                </a:solidFill>
              </a:rPr>
              <a:t>idden</a:t>
            </a:r>
            <a:r>
              <a:rPr lang="en-US" dirty="0">
                <a:solidFill>
                  <a:srgbClr val="FFFFFF"/>
                </a:solidFill>
              </a:rPr>
              <a:t> S</a:t>
            </a:r>
            <a:r>
              <a:rPr lang="en-US" cap="small" dirty="0">
                <a:solidFill>
                  <a:srgbClr val="FFFFFF"/>
                </a:solidFill>
              </a:rPr>
              <a:t>tate</a:t>
            </a:r>
            <a:r>
              <a:rPr lang="en-US" dirty="0">
                <a:solidFill>
                  <a:srgbClr val="FFFFFF"/>
                </a:solidFill>
              </a:rPr>
              <a:t> U</a:t>
            </a:r>
            <a:r>
              <a:rPr lang="en-US" cap="small" dirty="0">
                <a:solidFill>
                  <a:srgbClr val="FFFFFF"/>
                </a:solidFill>
              </a:rPr>
              <a:t>pdate</a:t>
            </a:r>
            <a:endParaRPr dirty="0"/>
          </a:p>
        </p:txBody>
      </p:sp>
      <p:pic>
        <p:nvPicPr>
          <p:cNvPr id="1155" name="Google Shape;115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3" y="1728611"/>
            <a:ext cx="8660615" cy="3737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67"/>
          <p:cNvSpPr txBox="1">
            <a:spLocks noGrp="1"/>
          </p:cNvSpPr>
          <p:nvPr>
            <p:ph type="title"/>
          </p:nvPr>
        </p:nvSpPr>
        <p:spPr>
          <a:xfrm>
            <a:off x="151138" y="27076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GRU: C</a:t>
            </a:r>
            <a:r>
              <a:rPr lang="en-US" cap="small" dirty="0">
                <a:solidFill>
                  <a:srgbClr val="FFFFFF"/>
                </a:solidFill>
              </a:rPr>
              <a:t>omputational</a:t>
            </a:r>
            <a:r>
              <a:rPr lang="en-US" dirty="0">
                <a:solidFill>
                  <a:srgbClr val="FFFFFF"/>
                </a:solidFill>
              </a:rPr>
              <a:t> G</a:t>
            </a:r>
            <a:r>
              <a:rPr lang="en-US" cap="small" dirty="0">
                <a:solidFill>
                  <a:srgbClr val="FFFFFF"/>
                </a:solidFill>
              </a:rPr>
              <a:t>raph</a:t>
            </a:r>
            <a:endParaRPr dirty="0"/>
          </a:p>
        </p:txBody>
      </p:sp>
      <p:pic>
        <p:nvPicPr>
          <p:cNvPr id="1167" name="Google Shape;116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8600430" cy="3861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68"/>
          <p:cNvSpPr txBox="1">
            <a:spLocks noGrp="1"/>
          </p:cNvSpPr>
          <p:nvPr>
            <p:ph type="title"/>
          </p:nvPr>
        </p:nvSpPr>
        <p:spPr>
          <a:xfrm>
            <a:off x="151138" y="298200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GRU: N</a:t>
            </a:r>
            <a:r>
              <a:rPr lang="en-US" cap="small" dirty="0">
                <a:solidFill>
                  <a:srgbClr val="FFFFFF"/>
                </a:solidFill>
              </a:rPr>
              <a:t>umerical</a:t>
            </a:r>
            <a:r>
              <a:rPr lang="en-US" dirty="0">
                <a:solidFill>
                  <a:srgbClr val="FFFFFF"/>
                </a:solidFill>
              </a:rPr>
              <a:t> E</a:t>
            </a:r>
            <a:r>
              <a:rPr lang="en-US" cap="small" dirty="0">
                <a:solidFill>
                  <a:srgbClr val="FFFFFF"/>
                </a:solidFill>
              </a:rPr>
              <a:t>xample</a:t>
            </a:r>
            <a:r>
              <a:rPr lang="en-US" dirty="0">
                <a:solidFill>
                  <a:srgbClr val="FFFFFF"/>
                </a:solidFill>
              </a:rPr>
              <a:t> - S</a:t>
            </a:r>
            <a:r>
              <a:rPr lang="en-US" cap="small" dirty="0">
                <a:solidFill>
                  <a:srgbClr val="FFFFFF"/>
                </a:solidFill>
              </a:rPr>
              <a:t>etup</a:t>
            </a:r>
            <a:endParaRPr dirty="0"/>
          </a:p>
        </p:txBody>
      </p:sp>
      <p:pic>
        <p:nvPicPr>
          <p:cNvPr id="1179" name="Google Shape;117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260" y="1728596"/>
            <a:ext cx="7364260" cy="396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69"/>
          <p:cNvSpPr txBox="1">
            <a:spLocks noGrp="1"/>
          </p:cNvSpPr>
          <p:nvPr>
            <p:ph type="title"/>
          </p:nvPr>
        </p:nvSpPr>
        <p:spPr>
          <a:xfrm>
            <a:off x="151138" y="380495"/>
            <a:ext cx="8256790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2220" dirty="0">
                <a:solidFill>
                  <a:srgbClr val="FFFFFF"/>
                </a:solidFill>
              </a:rPr>
              <a:t>GRU: N</a:t>
            </a:r>
            <a:r>
              <a:rPr lang="en-US" sz="2220" cap="small" dirty="0">
                <a:solidFill>
                  <a:srgbClr val="FFFFFF"/>
                </a:solidFill>
              </a:rPr>
              <a:t>umerical</a:t>
            </a:r>
            <a:r>
              <a:rPr lang="en-US" sz="2220" dirty="0">
                <a:solidFill>
                  <a:srgbClr val="FFFFFF"/>
                </a:solidFill>
              </a:rPr>
              <a:t> E</a:t>
            </a:r>
            <a:r>
              <a:rPr lang="en-US" sz="2220" cap="small" dirty="0">
                <a:solidFill>
                  <a:srgbClr val="FFFFFF"/>
                </a:solidFill>
              </a:rPr>
              <a:t>xample</a:t>
            </a:r>
            <a:r>
              <a:rPr lang="en-US" sz="2220" dirty="0">
                <a:solidFill>
                  <a:srgbClr val="FFFFFF"/>
                </a:solidFill>
              </a:rPr>
              <a:t> - G</a:t>
            </a:r>
            <a:r>
              <a:rPr lang="en-US" sz="2220" cap="small" dirty="0">
                <a:solidFill>
                  <a:srgbClr val="FFFFFF"/>
                </a:solidFill>
              </a:rPr>
              <a:t>ates</a:t>
            </a:r>
            <a:r>
              <a:rPr lang="en-US" sz="2220" dirty="0">
                <a:solidFill>
                  <a:srgbClr val="FFFFFF"/>
                </a:solidFill>
              </a:rPr>
              <a:t> C</a:t>
            </a:r>
            <a:r>
              <a:rPr lang="en-US" sz="2220" cap="small" dirty="0">
                <a:solidFill>
                  <a:srgbClr val="FFFFFF"/>
                </a:solidFill>
              </a:rPr>
              <a:t>omputation</a:t>
            </a:r>
            <a:endParaRPr sz="2220" dirty="0"/>
          </a:p>
        </p:txBody>
      </p:sp>
      <p:pic>
        <p:nvPicPr>
          <p:cNvPr id="1191" name="Google Shape;119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3" y="1728595"/>
            <a:ext cx="6686524" cy="4045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70"/>
          <p:cNvSpPr txBox="1">
            <a:spLocks noGrp="1"/>
          </p:cNvSpPr>
          <p:nvPr>
            <p:ph type="title"/>
          </p:nvPr>
        </p:nvSpPr>
        <p:spPr>
          <a:xfrm>
            <a:off x="151138" y="380495"/>
            <a:ext cx="8256790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2220" dirty="0">
                <a:solidFill>
                  <a:srgbClr val="FFFFFF"/>
                </a:solidFill>
              </a:rPr>
              <a:t>GRU: N</a:t>
            </a:r>
            <a:r>
              <a:rPr lang="en-US" sz="2220" cap="small" dirty="0">
                <a:solidFill>
                  <a:srgbClr val="FFFFFF"/>
                </a:solidFill>
              </a:rPr>
              <a:t>umerical</a:t>
            </a:r>
            <a:r>
              <a:rPr lang="en-US" sz="2220" dirty="0">
                <a:solidFill>
                  <a:srgbClr val="FFFFFF"/>
                </a:solidFill>
              </a:rPr>
              <a:t> E</a:t>
            </a:r>
            <a:r>
              <a:rPr lang="en-US" sz="2220" cap="small" dirty="0">
                <a:solidFill>
                  <a:srgbClr val="FFFFFF"/>
                </a:solidFill>
              </a:rPr>
              <a:t>xample</a:t>
            </a:r>
            <a:r>
              <a:rPr lang="en-US" sz="2220" dirty="0">
                <a:solidFill>
                  <a:srgbClr val="FFFFFF"/>
                </a:solidFill>
              </a:rPr>
              <a:t> - H</a:t>
            </a:r>
            <a:r>
              <a:rPr lang="en-US" sz="2220" cap="small" dirty="0">
                <a:solidFill>
                  <a:srgbClr val="FFFFFF"/>
                </a:solidFill>
              </a:rPr>
              <a:t>idden</a:t>
            </a:r>
            <a:r>
              <a:rPr lang="en-US" sz="2220" dirty="0">
                <a:solidFill>
                  <a:srgbClr val="FFFFFF"/>
                </a:solidFill>
              </a:rPr>
              <a:t> S</a:t>
            </a:r>
            <a:r>
              <a:rPr lang="en-US" sz="2220" cap="small" dirty="0">
                <a:solidFill>
                  <a:srgbClr val="FFFFFF"/>
                </a:solidFill>
              </a:rPr>
              <a:t>tate</a:t>
            </a:r>
            <a:r>
              <a:rPr lang="en-US" sz="2220" dirty="0">
                <a:solidFill>
                  <a:srgbClr val="FFFFFF"/>
                </a:solidFill>
              </a:rPr>
              <a:t> U</a:t>
            </a:r>
            <a:r>
              <a:rPr lang="en-US" sz="2220" cap="small" dirty="0">
                <a:solidFill>
                  <a:srgbClr val="FFFFFF"/>
                </a:solidFill>
              </a:rPr>
              <a:t>pdate</a:t>
            </a:r>
            <a:endParaRPr sz="2220" dirty="0"/>
          </a:p>
        </p:txBody>
      </p:sp>
      <p:pic>
        <p:nvPicPr>
          <p:cNvPr id="1199" name="Google Shape;119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595"/>
            <a:ext cx="7335515" cy="3980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71"/>
          <p:cNvSpPr txBox="1">
            <a:spLocks noGrp="1"/>
          </p:cNvSpPr>
          <p:nvPr>
            <p:ph type="title"/>
          </p:nvPr>
        </p:nvSpPr>
        <p:spPr>
          <a:xfrm>
            <a:off x="151138" y="380495"/>
            <a:ext cx="8256790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2220" dirty="0">
                <a:solidFill>
                  <a:srgbClr val="FFFFFF"/>
                </a:solidFill>
              </a:rPr>
              <a:t>GRU: N</a:t>
            </a:r>
            <a:r>
              <a:rPr lang="en-US" sz="2220" cap="small" dirty="0">
                <a:solidFill>
                  <a:srgbClr val="FFFFFF"/>
                </a:solidFill>
              </a:rPr>
              <a:t>umerical</a:t>
            </a:r>
            <a:r>
              <a:rPr lang="en-US" sz="2220" dirty="0">
                <a:solidFill>
                  <a:srgbClr val="FFFFFF"/>
                </a:solidFill>
              </a:rPr>
              <a:t> E</a:t>
            </a:r>
            <a:r>
              <a:rPr lang="en-US" sz="2220" cap="small" dirty="0">
                <a:solidFill>
                  <a:srgbClr val="FFFFFF"/>
                </a:solidFill>
              </a:rPr>
              <a:t>xample</a:t>
            </a:r>
            <a:r>
              <a:rPr lang="en-US" sz="2220" dirty="0">
                <a:solidFill>
                  <a:srgbClr val="FFFFFF"/>
                </a:solidFill>
              </a:rPr>
              <a:t> - F</a:t>
            </a:r>
            <a:r>
              <a:rPr lang="en-US" sz="2220" cap="small" dirty="0">
                <a:solidFill>
                  <a:srgbClr val="FFFFFF"/>
                </a:solidFill>
              </a:rPr>
              <a:t>inal</a:t>
            </a:r>
            <a:r>
              <a:rPr lang="en-US" sz="2220" dirty="0">
                <a:solidFill>
                  <a:srgbClr val="FFFFFF"/>
                </a:solidFill>
              </a:rPr>
              <a:t> H</a:t>
            </a:r>
            <a:r>
              <a:rPr lang="en-US" sz="2220" cap="small" dirty="0">
                <a:solidFill>
                  <a:srgbClr val="FFFFFF"/>
                </a:solidFill>
              </a:rPr>
              <a:t>idden</a:t>
            </a:r>
            <a:r>
              <a:rPr lang="en-US" sz="2220" dirty="0">
                <a:solidFill>
                  <a:srgbClr val="FFFFFF"/>
                </a:solidFill>
              </a:rPr>
              <a:t> S</a:t>
            </a:r>
            <a:r>
              <a:rPr lang="en-US" sz="2220" cap="small" dirty="0">
                <a:solidFill>
                  <a:srgbClr val="FFFFFF"/>
                </a:solidFill>
              </a:rPr>
              <a:t>tate</a:t>
            </a:r>
            <a:endParaRPr sz="2220" dirty="0"/>
          </a:p>
        </p:txBody>
      </p:sp>
      <p:pic>
        <p:nvPicPr>
          <p:cNvPr id="1211" name="Google Shape;121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596"/>
            <a:ext cx="6985824" cy="3969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72"/>
          <p:cNvSpPr txBox="1">
            <a:spLocks noGrp="1"/>
          </p:cNvSpPr>
          <p:nvPr>
            <p:ph type="title"/>
          </p:nvPr>
        </p:nvSpPr>
        <p:spPr>
          <a:xfrm>
            <a:off x="151138" y="307344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GRU: P</a:t>
            </a:r>
            <a:r>
              <a:rPr lang="en-US" cap="small" dirty="0">
                <a:solidFill>
                  <a:srgbClr val="FFFFFF"/>
                </a:solidFill>
              </a:rPr>
              <a:t>arameter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ounting</a:t>
            </a:r>
            <a:endParaRPr dirty="0"/>
          </a:p>
        </p:txBody>
      </p:sp>
      <p:pic>
        <p:nvPicPr>
          <p:cNvPr id="1223" name="Google Shape;122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8490332" cy="3861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73"/>
          <p:cNvSpPr txBox="1">
            <a:spLocks noGrp="1"/>
          </p:cNvSpPr>
          <p:nvPr>
            <p:ph type="title"/>
          </p:nvPr>
        </p:nvSpPr>
        <p:spPr>
          <a:xfrm>
            <a:off x="151138" y="316487"/>
            <a:ext cx="8256790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2220" dirty="0">
                <a:solidFill>
                  <a:srgbClr val="FFFFFF"/>
                </a:solidFill>
              </a:rPr>
              <a:t>GRU: W</a:t>
            </a:r>
            <a:r>
              <a:rPr lang="en-US" sz="2220" cap="small" dirty="0">
                <a:solidFill>
                  <a:srgbClr val="FFFFFF"/>
                </a:solidFill>
              </a:rPr>
              <a:t>hy</a:t>
            </a:r>
            <a:r>
              <a:rPr lang="en-US" sz="2220" dirty="0">
                <a:solidFill>
                  <a:srgbClr val="FFFFFF"/>
                </a:solidFill>
              </a:rPr>
              <a:t> I</a:t>
            </a:r>
            <a:r>
              <a:rPr lang="en-US" sz="2220" cap="small" dirty="0">
                <a:solidFill>
                  <a:srgbClr val="FFFFFF"/>
                </a:solidFill>
              </a:rPr>
              <a:t>t</a:t>
            </a:r>
            <a:r>
              <a:rPr lang="en-US" sz="2220" dirty="0">
                <a:solidFill>
                  <a:srgbClr val="FFFFFF"/>
                </a:solidFill>
              </a:rPr>
              <a:t> H</a:t>
            </a:r>
            <a:r>
              <a:rPr lang="en-US" sz="2220" cap="small" dirty="0">
                <a:solidFill>
                  <a:srgbClr val="FFFFFF"/>
                </a:solidFill>
              </a:rPr>
              <a:t>elps</a:t>
            </a:r>
            <a:r>
              <a:rPr lang="en-US" sz="2220" dirty="0">
                <a:solidFill>
                  <a:srgbClr val="FFFFFF"/>
                </a:solidFill>
              </a:rPr>
              <a:t> </a:t>
            </a:r>
            <a:r>
              <a:rPr lang="en-US" sz="2220" cap="small" dirty="0">
                <a:solidFill>
                  <a:srgbClr val="FFFFFF"/>
                </a:solidFill>
              </a:rPr>
              <a:t>with</a:t>
            </a:r>
            <a:r>
              <a:rPr lang="en-US" sz="2220" dirty="0">
                <a:solidFill>
                  <a:srgbClr val="FFFFFF"/>
                </a:solidFill>
              </a:rPr>
              <a:t> V</a:t>
            </a:r>
            <a:r>
              <a:rPr lang="en-US" sz="2220" cap="small" dirty="0">
                <a:solidFill>
                  <a:srgbClr val="FFFFFF"/>
                </a:solidFill>
              </a:rPr>
              <a:t>anishing</a:t>
            </a:r>
            <a:r>
              <a:rPr lang="en-US" sz="2220" dirty="0">
                <a:solidFill>
                  <a:srgbClr val="FFFFFF"/>
                </a:solidFill>
              </a:rPr>
              <a:t> G</a:t>
            </a:r>
            <a:r>
              <a:rPr lang="en-US" sz="2220" cap="small" dirty="0">
                <a:solidFill>
                  <a:srgbClr val="FFFFFF"/>
                </a:solidFill>
              </a:rPr>
              <a:t>radients</a:t>
            </a:r>
            <a:endParaRPr sz="2220" dirty="0"/>
          </a:p>
        </p:txBody>
      </p:sp>
      <p:pic>
        <p:nvPicPr>
          <p:cNvPr id="1235" name="Google Shape;123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484" y="1685091"/>
            <a:ext cx="7725015" cy="3980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228600" y="2015478"/>
            <a:ext cx="8610601" cy="2427358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1903" spc="8" dirty="0"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marR="32384" algn="just">
              <a:lnSpc>
                <a:spcPct val="110000"/>
              </a:lnSpc>
              <a:buClr>
                <a:srgbClr val="8C1515"/>
              </a:buClr>
              <a:tabLst>
                <a:tab pos="313837" algn="l"/>
                <a:tab pos="314313" algn="l"/>
                <a:tab pos="6604866" algn="l"/>
              </a:tabLst>
            </a:pPr>
            <a:r>
              <a:rPr lang="en-US" sz="1903" b="1" spc="-3" dirty="0">
                <a:latin typeface="Calibri" panose="020F0502020204030204" pitchFamily="34" charset="0"/>
                <a:cs typeface="Calibri" panose="020F0502020204030204" pitchFamily="34" charset="0"/>
              </a:rPr>
              <a:t>LM </a:t>
            </a:r>
            <a:r>
              <a:rPr lang="en-US" sz="1903" b="1" dirty="0">
                <a:latin typeface="Calibri" panose="020F0502020204030204" pitchFamily="34" charset="0"/>
                <a:cs typeface="Calibri" panose="020F0502020204030204" pitchFamily="34" charset="0"/>
              </a:rPr>
              <a:t>task: </a:t>
            </a:r>
            <a:r>
              <a:rPr lang="en-US" sz="1903" i="1" dirty="0">
                <a:latin typeface="Calibri" panose="020F0502020204030204" pitchFamily="34" charset="0"/>
                <a:cs typeface="Calibri" panose="020F0502020204030204" pitchFamily="34" charset="0"/>
              </a:rPr>
              <a:t>When she </a:t>
            </a:r>
            <a:r>
              <a:rPr lang="en-US" sz="1903" i="1" spc="-3" dirty="0">
                <a:latin typeface="Calibri" panose="020F0502020204030204" pitchFamily="34" charset="0"/>
                <a:cs typeface="Calibri" panose="020F0502020204030204" pitchFamily="34" charset="0"/>
              </a:rPr>
              <a:t>tried to print </a:t>
            </a:r>
            <a:r>
              <a:rPr lang="en-US" sz="1903" i="1" dirty="0">
                <a:latin typeface="Calibri" panose="020F0502020204030204" pitchFamily="34" charset="0"/>
                <a:cs typeface="Calibri" panose="020F0502020204030204" pitchFamily="34" charset="0"/>
              </a:rPr>
              <a:t>her </a:t>
            </a:r>
            <a:r>
              <a:rPr lang="en-US" sz="1903" i="1" spc="-3" dirty="0">
                <a:latin typeface="Calibri" panose="020F0502020204030204" pitchFamily="34" charset="0"/>
                <a:cs typeface="Calibri" panose="020F0502020204030204" pitchFamily="34" charset="0"/>
              </a:rPr>
              <a:t>tickets, </a:t>
            </a:r>
            <a:r>
              <a:rPr lang="en-US" sz="1903" i="1" dirty="0">
                <a:latin typeface="Calibri" panose="020F0502020204030204" pitchFamily="34" charset="0"/>
                <a:cs typeface="Calibri" panose="020F0502020204030204" pitchFamily="34" charset="0"/>
              </a:rPr>
              <a:t>she found </a:t>
            </a:r>
            <a:r>
              <a:rPr lang="en-US" sz="1903" i="1" spc="-3" dirty="0">
                <a:latin typeface="Calibri" panose="020F0502020204030204" pitchFamily="34" charset="0"/>
                <a:cs typeface="Calibri" panose="020F0502020204030204" pitchFamily="34" charset="0"/>
              </a:rPr>
              <a:t>that the printer was </a:t>
            </a:r>
            <a:r>
              <a:rPr lang="en-US" sz="1903" i="1" dirty="0">
                <a:latin typeface="Calibri" panose="020F0502020204030204" pitchFamily="34" charset="0"/>
                <a:cs typeface="Calibri" panose="020F0502020204030204" pitchFamily="34" charset="0"/>
              </a:rPr>
              <a:t>out of toner. </a:t>
            </a:r>
            <a:r>
              <a:rPr lang="en-US" sz="1903" i="1" spc="-39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i="1" dirty="0">
                <a:latin typeface="Calibri" panose="020F0502020204030204" pitchFamily="34" charset="0"/>
                <a:cs typeface="Calibri" panose="020F0502020204030204" pitchFamily="34" charset="0"/>
              </a:rPr>
              <a:t>She went </a:t>
            </a:r>
            <a:r>
              <a:rPr lang="en-US" sz="1903" i="1" spc="-3" dirty="0">
                <a:latin typeface="Calibri" panose="020F0502020204030204" pitchFamily="34" charset="0"/>
                <a:cs typeface="Calibri" panose="020F0502020204030204" pitchFamily="34" charset="0"/>
              </a:rPr>
              <a:t>to the stationery </a:t>
            </a:r>
            <a:r>
              <a:rPr lang="en-US" sz="1903" i="1" dirty="0">
                <a:latin typeface="Calibri" panose="020F0502020204030204" pitchFamily="34" charset="0"/>
                <a:cs typeface="Calibri" panose="020F0502020204030204" pitchFamily="34" charset="0"/>
              </a:rPr>
              <a:t>store </a:t>
            </a:r>
            <a:r>
              <a:rPr lang="en-US" sz="1903" i="1" spc="-3" dirty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903" i="1" dirty="0">
                <a:latin typeface="Calibri" panose="020F0502020204030204" pitchFamily="34" charset="0"/>
                <a:cs typeface="Calibri" panose="020F0502020204030204" pitchFamily="34" charset="0"/>
              </a:rPr>
              <a:t>buy more toner. </a:t>
            </a:r>
            <a:r>
              <a:rPr lang="en-US" sz="1903" i="1" spc="-3" dirty="0">
                <a:latin typeface="Calibri" panose="020F0502020204030204" pitchFamily="34" charset="0"/>
                <a:cs typeface="Calibri" panose="020F0502020204030204" pitchFamily="34" charset="0"/>
              </a:rPr>
              <a:t>It was </a:t>
            </a:r>
            <a:r>
              <a:rPr lang="en-US" sz="1903" i="1" dirty="0">
                <a:latin typeface="Calibri" panose="020F0502020204030204" pitchFamily="34" charset="0"/>
                <a:cs typeface="Calibri" panose="020F0502020204030204" pitchFamily="34" charset="0"/>
              </a:rPr>
              <a:t>very overpriced. </a:t>
            </a:r>
            <a:r>
              <a:rPr lang="en-US" sz="1903" i="1" spc="-3" dirty="0">
                <a:latin typeface="Calibri" panose="020F0502020204030204" pitchFamily="34" charset="0"/>
                <a:cs typeface="Calibri" panose="020F0502020204030204" pitchFamily="34" charset="0"/>
              </a:rPr>
              <a:t>After </a:t>
            </a:r>
            <a:r>
              <a:rPr lang="en-US" sz="1903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i="1" spc="-3" dirty="0">
                <a:latin typeface="Calibri" panose="020F0502020204030204" pitchFamily="34" charset="0"/>
                <a:cs typeface="Calibri" panose="020F0502020204030204" pitchFamily="34" charset="0"/>
              </a:rPr>
              <a:t>installing the</a:t>
            </a:r>
            <a:r>
              <a:rPr lang="en-US" sz="1903" i="1" dirty="0">
                <a:latin typeface="Calibri" panose="020F0502020204030204" pitchFamily="34" charset="0"/>
                <a:cs typeface="Calibri" panose="020F0502020204030204" pitchFamily="34" charset="0"/>
              </a:rPr>
              <a:t> toner </a:t>
            </a:r>
            <a:r>
              <a:rPr lang="en-US" sz="1903" i="1" spc="-3" dirty="0">
                <a:latin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en-US" sz="1903" i="1" spc="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i="1" spc="-3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1903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i="1" spc="-3" dirty="0">
                <a:latin typeface="Calibri" panose="020F0502020204030204" pitchFamily="34" charset="0"/>
                <a:cs typeface="Calibri" panose="020F0502020204030204" pitchFamily="34" charset="0"/>
              </a:rPr>
              <a:t>printer, </a:t>
            </a:r>
            <a:r>
              <a:rPr lang="en-US" sz="1903" i="1" dirty="0">
                <a:latin typeface="Calibri" panose="020F0502020204030204" pitchFamily="34" charset="0"/>
                <a:cs typeface="Calibri" panose="020F0502020204030204" pitchFamily="34" charset="0"/>
              </a:rPr>
              <a:t>she </a:t>
            </a:r>
            <a:r>
              <a:rPr lang="en-US" sz="1903" i="1" spc="-3" dirty="0">
                <a:latin typeface="Calibri" panose="020F0502020204030204" pitchFamily="34" charset="0"/>
                <a:cs typeface="Calibri" panose="020F0502020204030204" pitchFamily="34" charset="0"/>
              </a:rPr>
              <a:t>finally</a:t>
            </a:r>
            <a:r>
              <a:rPr lang="en-US" sz="1903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i="1" spc="-3" dirty="0">
                <a:latin typeface="Calibri" panose="020F0502020204030204" pitchFamily="34" charset="0"/>
                <a:cs typeface="Calibri" panose="020F0502020204030204" pitchFamily="34" charset="0"/>
              </a:rPr>
              <a:t>printed</a:t>
            </a:r>
            <a:r>
              <a:rPr lang="en-US" sz="1903" i="1" dirty="0">
                <a:latin typeface="Calibri" panose="020F0502020204030204" pitchFamily="34" charset="0"/>
                <a:cs typeface="Calibri" panose="020F0502020204030204" pitchFamily="34" charset="0"/>
              </a:rPr>
              <a:t> her</a:t>
            </a:r>
            <a:r>
              <a:rPr lang="en-US" sz="1903" i="1" spc="-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u="heavy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	</a:t>
            </a:r>
            <a:endParaRPr lang="en-US" sz="190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0000"/>
              </a:lnSpc>
              <a:buClr>
                <a:srgbClr val="8C1515"/>
              </a:buClr>
              <a:buFont typeface="Times New Roman"/>
              <a:buChar char="•"/>
            </a:pPr>
            <a:endParaRPr lang="en-US" sz="190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597672" algn="just">
              <a:lnSpc>
                <a:spcPct val="110000"/>
              </a:lnSpc>
              <a:buClr>
                <a:srgbClr val="8C1515"/>
              </a:buClr>
              <a:tabLst>
                <a:tab pos="313837" algn="l"/>
                <a:tab pos="314313" algn="l"/>
              </a:tabLst>
            </a:pPr>
            <a:r>
              <a:rPr lang="en-US" sz="1903" spc="-3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1903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ependency </a:t>
            </a:r>
            <a:r>
              <a:rPr lang="en-US" sz="1903" spc="-393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dirty="0">
                <a:latin typeface="Calibri" panose="020F0502020204030204" pitchFamily="34" charset="0"/>
                <a:cs typeface="Calibri" panose="020F0502020204030204" pitchFamily="34" charset="0"/>
              </a:rPr>
              <a:t>between </a:t>
            </a:r>
            <a:r>
              <a:rPr lang="en-US" sz="1903" i="1" spc="-3" dirty="0">
                <a:latin typeface="Calibri" panose="020F0502020204030204" pitchFamily="34" charset="0"/>
                <a:cs typeface="Calibri" panose="020F0502020204030204" pitchFamily="34" charset="0"/>
              </a:rPr>
              <a:t>“tickets”</a:t>
            </a:r>
            <a:r>
              <a:rPr lang="en-US" sz="1903" i="1" spc="-1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spc="-3" dirty="0"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US" sz="19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spc="-3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19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spc="-3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en-US" sz="1903" spc="-5" baseline="24305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903" spc="197" baseline="243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spc="-3" dirty="0">
                <a:latin typeface="Calibri" panose="020F0502020204030204" pitchFamily="34" charset="0"/>
                <a:cs typeface="Calibri" panose="020F0502020204030204" pitchFamily="34" charset="0"/>
              </a:rPr>
              <a:t>step </a:t>
            </a:r>
            <a:r>
              <a:rPr lang="en-US" sz="1903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1903" spc="-3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19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spc="-3" dirty="0">
                <a:latin typeface="Calibri" panose="020F0502020204030204" pitchFamily="34" charset="0"/>
                <a:cs typeface="Calibri" panose="020F0502020204030204" pitchFamily="34" charset="0"/>
              </a:rPr>
              <a:t>target word </a:t>
            </a:r>
            <a:r>
              <a:rPr lang="en-US" sz="1903" i="1" spc="-3" dirty="0">
                <a:latin typeface="Calibri" panose="020F0502020204030204" pitchFamily="34" charset="0"/>
                <a:cs typeface="Calibri" panose="020F0502020204030204" pitchFamily="34" charset="0"/>
              </a:rPr>
              <a:t>“tickets”</a:t>
            </a:r>
            <a:r>
              <a:rPr lang="en-US" sz="1903" i="1" spc="-1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dirty="0"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US" sz="1903" spc="-3" dirty="0">
                <a:latin typeface="Calibri" panose="020F0502020204030204" pitchFamily="34" charset="0"/>
                <a:cs typeface="Calibri" panose="020F0502020204030204" pitchFamily="34" charset="0"/>
              </a:rPr>
              <a:t> the</a:t>
            </a:r>
            <a:r>
              <a:rPr lang="en-US" sz="1903" dirty="0">
                <a:latin typeface="Calibri" panose="020F0502020204030204" pitchFamily="34" charset="0"/>
                <a:cs typeface="Calibri" panose="020F0502020204030204" pitchFamily="34" charset="0"/>
              </a:rPr>
              <a:t> end.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2" y="1105716"/>
            <a:ext cx="5656065" cy="415397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Long term dependency example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99307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567450" y="1696659"/>
            <a:ext cx="7986332" cy="3818025"/>
          </a:xfrm>
        </p:spPr>
        <p:txBody>
          <a:bodyPr>
            <a:normAutofit/>
          </a:bodyPr>
          <a:lstStyle/>
          <a:p>
            <a:pPr marL="815708" indent="-45317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903" dirty="0">
                <a:latin typeface="Calibri" panose="020F0502020204030204" pitchFamily="34" charset="0"/>
                <a:cs typeface="Calibri" panose="020F0502020204030204" pitchFamily="34" charset="0"/>
              </a:rPr>
              <a:t>Length of a sentence is an issue with RNN</a:t>
            </a:r>
          </a:p>
          <a:p>
            <a:pPr marL="362537" indent="0">
              <a:lnSpc>
                <a:spcPct val="150000"/>
              </a:lnSpc>
            </a:pPr>
            <a:r>
              <a:rPr lang="en-IN" sz="1903" dirty="0">
                <a:latin typeface="Calibri" panose="020F0502020204030204" pitchFamily="34" charset="0"/>
                <a:cs typeface="Calibri" panose="020F0502020204030204" pitchFamily="34" charset="0"/>
              </a:rPr>
              <a:t>         Vanishing and exploding gradient are issues</a:t>
            </a:r>
          </a:p>
          <a:p>
            <a:pPr marL="815708" indent="-45317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903" dirty="0">
                <a:latin typeface="Calibri" panose="020F0502020204030204" pitchFamily="34" charset="0"/>
                <a:cs typeface="Calibri" panose="020F0502020204030204" pitchFamily="34" charset="0"/>
              </a:rPr>
              <a:t>LSTM is an extension for RNN , which basically extends the memory</a:t>
            </a:r>
          </a:p>
          <a:p>
            <a:pPr marL="815708" indent="-45317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903" dirty="0">
                <a:latin typeface="Calibri" panose="020F0502020204030204" pitchFamily="34" charset="0"/>
                <a:cs typeface="Calibri" panose="020F0502020204030204" pitchFamily="34" charset="0"/>
              </a:rPr>
              <a:t>LSTM can read , write and delete information from its memory</a:t>
            </a:r>
          </a:p>
          <a:p>
            <a:pPr marL="815708" indent="-45317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903" dirty="0">
                <a:latin typeface="Calibri" panose="020F0502020204030204" pitchFamily="34" charset="0"/>
                <a:cs typeface="Calibri" panose="020F0502020204030204" pitchFamily="34" charset="0"/>
              </a:rPr>
              <a:t>LSTN will have 3 gates</a:t>
            </a:r>
          </a:p>
          <a:p>
            <a:pPr marL="362537" indent="0">
              <a:lnSpc>
                <a:spcPct val="150000"/>
              </a:lnSpc>
            </a:pPr>
            <a:r>
              <a:rPr lang="en-IN" sz="1903" dirty="0">
                <a:latin typeface="Calibri" panose="020F0502020204030204" pitchFamily="34" charset="0"/>
                <a:cs typeface="Calibri" panose="020F0502020204030204" pitchFamily="34" charset="0"/>
              </a:rPr>
              <a:t>         i.e. input gate , forget gate and output gate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LSTM</a:t>
            </a:r>
          </a:p>
        </p:txBody>
      </p:sp>
    </p:spTree>
    <p:extLst>
      <p:ext uri="{BB962C8B-B14F-4D97-AF65-F5344CB8AC3E}">
        <p14:creationId xmlns:p14="http://schemas.microsoft.com/office/powerpoint/2010/main" val="340323280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511406" y="1626603"/>
            <a:ext cx="8007348" cy="3972150"/>
          </a:xfrm>
        </p:spPr>
        <p:txBody>
          <a:bodyPr/>
          <a:lstStyle/>
          <a:p>
            <a:pPr marL="271903" indent="-271903">
              <a:buFont typeface="Wingdings" panose="05000000000000000000" pitchFamily="2" charset="2"/>
              <a:buChar char="Ø"/>
            </a:pPr>
            <a:r>
              <a:rPr lang="en-US" sz="1903" dirty="0">
                <a:latin typeface="Calibri" panose="020F0502020204030204" pitchFamily="34" charset="0"/>
                <a:cs typeface="Calibri" panose="020F0502020204030204" pitchFamily="34" charset="0"/>
              </a:rPr>
              <a:t>Building block of an LSTM is a memory cell, which replaces the hidden </a:t>
            </a:r>
            <a:r>
              <a:rPr lang="en-IN" sz="1903" dirty="0">
                <a:latin typeface="Calibri" panose="020F0502020204030204" pitchFamily="34" charset="0"/>
                <a:cs typeface="Calibri" panose="020F0502020204030204" pitchFamily="34" charset="0"/>
              </a:rPr>
              <a:t>layer of standard RNNs</a:t>
            </a:r>
          </a:p>
          <a:p>
            <a:pPr marL="271903" indent="-271903">
              <a:buFont typeface="Wingdings" panose="05000000000000000000" pitchFamily="2" charset="2"/>
              <a:buChar char="Ø"/>
            </a:pPr>
            <a:r>
              <a:rPr lang="en-US" sz="1903" dirty="0">
                <a:latin typeface="Calibri" panose="020F0502020204030204" pitchFamily="34" charset="0"/>
                <a:cs typeface="Calibri" panose="020F0502020204030204" pitchFamily="34" charset="0"/>
              </a:rPr>
              <a:t>LSTM unit consists of</a:t>
            </a:r>
          </a:p>
          <a:p>
            <a:pPr marL="614790" lvl="1" indent="-271903">
              <a:buFont typeface="Courier New" panose="02070309020205020404" pitchFamily="49" charset="0"/>
              <a:buChar char="o"/>
            </a:pPr>
            <a:r>
              <a:rPr lang="en-US" sz="1903" dirty="0">
                <a:latin typeface="Calibri" panose="020F0502020204030204" pitchFamily="34" charset="0"/>
                <a:cs typeface="Calibri" panose="020F0502020204030204" pitchFamily="34" charset="0"/>
              </a:rPr>
              <a:t>Cell state (C</a:t>
            </a:r>
            <a:r>
              <a:rPr lang="en-US" sz="1903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903" dirty="0">
                <a:latin typeface="Calibri" panose="020F0502020204030204" pitchFamily="34" charset="0"/>
                <a:cs typeface="Calibri" panose="020F0502020204030204" pitchFamily="34" charset="0"/>
              </a:rPr>
              <a:t>​) → Responsible for carrying long-term memory.</a:t>
            </a:r>
          </a:p>
          <a:p>
            <a:pPr marL="614790" lvl="1" indent="-271903">
              <a:buFont typeface="Courier New" panose="02070309020205020404" pitchFamily="49" charset="0"/>
              <a:buChar char="o"/>
            </a:pPr>
            <a:r>
              <a:rPr lang="en-US" sz="1903" dirty="0">
                <a:latin typeface="Calibri" panose="020F0502020204030204" pitchFamily="34" charset="0"/>
                <a:cs typeface="Calibri" panose="020F0502020204030204" pitchFamily="34" charset="0"/>
              </a:rPr>
              <a:t>Hidden state (</a:t>
            </a:r>
            <a:r>
              <a:rPr lang="en-US" sz="1903" dirty="0" err="1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1903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903" dirty="0">
                <a:latin typeface="Calibri" panose="020F0502020204030204" pitchFamily="34" charset="0"/>
                <a:cs typeface="Calibri" panose="020F0502020204030204" pitchFamily="34" charset="0"/>
              </a:rPr>
              <a:t>​) → Represents the output at each time step.</a:t>
            </a:r>
          </a:p>
          <a:p>
            <a:pPr marL="614790" lvl="1" indent="-271903">
              <a:buFont typeface="Courier New" panose="02070309020205020404" pitchFamily="49" charset="0"/>
              <a:buChar char="o"/>
            </a:pPr>
            <a:r>
              <a:rPr lang="en-US" sz="1903" dirty="0">
                <a:latin typeface="Calibri" panose="020F0502020204030204" pitchFamily="34" charset="0"/>
                <a:cs typeface="Calibri" panose="020F0502020204030204" pitchFamily="34" charset="0"/>
              </a:rPr>
              <a:t>Three gates → Forget Gate, Input Gate, and Output Gate</a:t>
            </a:r>
          </a:p>
          <a:p>
            <a:pPr marL="600052" lvl="1" indent="-257165">
              <a:buFont typeface="Arial" panose="020B0604020202020204" pitchFamily="34" charset="0"/>
              <a:buChar char="•"/>
            </a:pPr>
            <a:endParaRPr lang="en-US" sz="190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71903" marR="9059" indent="-271903">
              <a:lnSpc>
                <a:spcPct val="102600"/>
              </a:lnSpc>
              <a:spcBef>
                <a:spcPts val="317"/>
              </a:spcBef>
              <a:buFont typeface="Wingdings" panose="05000000000000000000" pitchFamily="2" charset="2"/>
              <a:buChar char="Ø"/>
            </a:pPr>
            <a:r>
              <a:rPr lang="en-US" sz="1903" dirty="0">
                <a:latin typeface="Calibri" panose="020F0502020204030204" pitchFamily="34" charset="0"/>
                <a:cs typeface="Calibri" panose="020F0502020204030204" pitchFamily="34" charset="0"/>
              </a:rPr>
              <a:t>LSTM has many variants which include different number of gates and also different arrangement of gates</a:t>
            </a:r>
          </a:p>
          <a:p>
            <a:pPr marL="0" marR="9059" indent="0">
              <a:lnSpc>
                <a:spcPct val="102600"/>
              </a:lnSpc>
              <a:spcBef>
                <a:spcPts val="317"/>
              </a:spcBef>
            </a:pPr>
            <a:endParaRPr lang="en-US" sz="190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71903" marR="8053" indent="-271903">
              <a:lnSpc>
                <a:spcPct val="102600"/>
              </a:lnSpc>
              <a:spcBef>
                <a:spcPts val="476"/>
              </a:spcBef>
              <a:buFont typeface="Wingdings" panose="05000000000000000000" pitchFamily="2" charset="2"/>
              <a:buChar char="Ø"/>
            </a:pPr>
            <a:r>
              <a:rPr lang="en-US" sz="1903" dirty="0">
                <a:latin typeface="Calibri" panose="020F0502020204030204" pitchFamily="34" charset="0"/>
                <a:cs typeface="Calibri" panose="020F0502020204030204" pitchFamily="34" charset="0"/>
              </a:rPr>
              <a:t>Another equally popular variant of LSTM is Gated Recurrent Unit(GRU)</a:t>
            </a:r>
          </a:p>
          <a:p>
            <a:pPr marL="257165" indent="-257165">
              <a:buFont typeface="Arial" panose="020B0604020202020204" pitchFamily="34" charset="0"/>
              <a:buChar char="•"/>
            </a:pPr>
            <a:endParaRPr lang="en-US" dirty="0"/>
          </a:p>
          <a:p>
            <a:pPr marL="257165" indent="-257165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 Short Term Memory - LSTM</a:t>
            </a:r>
            <a:endParaRPr lang="en-IN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0213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75"/>
          <p:cNvSpPr txBox="1">
            <a:spLocks noGrp="1"/>
          </p:cNvSpPr>
          <p:nvPr>
            <p:ph type="title"/>
          </p:nvPr>
        </p:nvSpPr>
        <p:spPr>
          <a:xfrm>
            <a:off x="151138" y="289056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LSTM: M</a:t>
            </a:r>
            <a:r>
              <a:rPr lang="en-US" cap="small" dirty="0">
                <a:solidFill>
                  <a:srgbClr val="FFFFFF"/>
                </a:solidFill>
              </a:rPr>
              <a:t>otivation</a:t>
            </a:r>
            <a:endParaRPr dirty="0"/>
          </a:p>
        </p:txBody>
      </p:sp>
      <p:sp>
        <p:nvSpPr>
          <p:cNvPr id="1272" name="Google Shape;1272;p75"/>
          <p:cNvSpPr txBox="1"/>
          <p:nvPr/>
        </p:nvSpPr>
        <p:spPr>
          <a:xfrm>
            <a:off x="1002173" y="1563798"/>
            <a:ext cx="6855986" cy="4116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626" rIns="0" bIns="0" anchor="t" anchorCtr="0">
            <a:spAutoFit/>
          </a:bodyPr>
          <a:lstStyle/>
          <a:p>
            <a:pPr marL="40282"/>
            <a:r>
              <a:rPr lang="en-US" sz="1665" dirty="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GRU limitations</a:t>
            </a:r>
            <a:r>
              <a:rPr lang="en-US" sz="1665" dirty="0">
                <a:latin typeface="Tahoma"/>
                <a:ea typeface="Tahoma"/>
                <a:cs typeface="Tahoma"/>
                <a:sym typeface="Tahoma"/>
              </a:rPr>
              <a:t>:</a:t>
            </a:r>
            <a:endParaRPr sz="1665" dirty="0">
              <a:latin typeface="Tahoma"/>
              <a:ea typeface="Tahoma"/>
              <a:cs typeface="Tahoma"/>
              <a:sym typeface="Tahoma"/>
            </a:endParaRPr>
          </a:p>
          <a:p>
            <a:pPr marL="286001">
              <a:spcBef>
                <a:spcPts val="539"/>
              </a:spcBef>
            </a:pPr>
            <a:r>
              <a:rPr lang="en-US" sz="1427" baseline="30000" dirty="0">
                <a:solidFill>
                  <a:srgbClr val="3333B2"/>
                </a:solidFill>
                <a:ea typeface="Calibri" panose="020F0502020204030204" pitchFamily="34" charset="0"/>
              </a:rPr>
              <a:t>)  </a:t>
            </a:r>
            <a:r>
              <a:rPr lang="en-US" sz="1507" dirty="0">
                <a:latin typeface="Tahoma"/>
                <a:ea typeface="Tahoma"/>
                <a:cs typeface="Tahoma"/>
                <a:sym typeface="Tahoma"/>
              </a:rPr>
              <a:t>Single hidden state combines both long-term and short-term information</a:t>
            </a:r>
            <a:endParaRPr sz="1507" dirty="0">
              <a:latin typeface="Tahoma"/>
              <a:ea typeface="Tahoma"/>
              <a:cs typeface="Tahoma"/>
              <a:sym typeface="Tahoma"/>
            </a:endParaRPr>
          </a:p>
          <a:p>
            <a:pPr marL="286001">
              <a:spcBef>
                <a:spcPts val="341"/>
              </a:spcBef>
            </a:pPr>
            <a:r>
              <a:rPr lang="en-US" sz="1427" baseline="30000" dirty="0">
                <a:solidFill>
                  <a:srgbClr val="3333B2"/>
                </a:solidFill>
                <a:ea typeface="Calibri" panose="020F0502020204030204" pitchFamily="34" charset="0"/>
              </a:rPr>
              <a:t>)  </a:t>
            </a:r>
            <a:r>
              <a:rPr lang="en-US" sz="1507" dirty="0">
                <a:latin typeface="Tahoma"/>
                <a:ea typeface="Tahoma"/>
                <a:cs typeface="Tahoma"/>
                <a:sym typeface="Tahoma"/>
              </a:rPr>
              <a:t>Update gate controls both memory and output together</a:t>
            </a:r>
            <a:endParaRPr sz="1507" dirty="0">
              <a:latin typeface="Tahoma"/>
              <a:ea typeface="Tahoma"/>
              <a:cs typeface="Tahoma"/>
              <a:sym typeface="Tahoma"/>
            </a:endParaRPr>
          </a:p>
          <a:p>
            <a:pPr marL="286001">
              <a:spcBef>
                <a:spcPts val="341"/>
              </a:spcBef>
            </a:pPr>
            <a:r>
              <a:rPr lang="en-US" sz="1427" baseline="30000" dirty="0">
                <a:solidFill>
                  <a:srgbClr val="3333B2"/>
                </a:solidFill>
                <a:ea typeface="Calibri" panose="020F0502020204030204" pitchFamily="34" charset="0"/>
              </a:rPr>
              <a:t>) </a:t>
            </a:r>
            <a:r>
              <a:rPr lang="en-US" sz="1507" dirty="0">
                <a:latin typeface="Tahoma"/>
                <a:ea typeface="Tahoma"/>
                <a:cs typeface="Tahoma"/>
                <a:sym typeface="Tahoma"/>
              </a:rPr>
              <a:t>Less explicit control over information flow</a:t>
            </a:r>
          </a:p>
          <a:p>
            <a:pPr marR="1589119" algn="r">
              <a:spcBef>
                <a:spcPts val="531"/>
              </a:spcBef>
            </a:pPr>
            <a:r>
              <a:rPr lang="en-US" sz="1665" dirty="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LSTM innovation</a:t>
            </a:r>
            <a:r>
              <a:rPr lang="en-US" sz="1665" dirty="0">
                <a:latin typeface="Tahoma"/>
                <a:ea typeface="Tahoma"/>
                <a:cs typeface="Tahoma"/>
                <a:sym typeface="Tahoma"/>
              </a:rPr>
              <a:t>: Separate memory from hidden state</a:t>
            </a:r>
          </a:p>
          <a:p>
            <a:pPr marR="1550852" algn="r">
              <a:spcBef>
                <a:spcPts val="539"/>
              </a:spcBef>
            </a:pPr>
            <a:r>
              <a:rPr lang="en-US" sz="1427" baseline="30000" dirty="0">
                <a:solidFill>
                  <a:srgbClr val="3333B2"/>
                </a:solidFill>
                <a:ea typeface="Calibri" panose="020F0502020204030204" pitchFamily="34" charset="0"/>
              </a:rPr>
              <a:t>)  </a:t>
            </a:r>
            <a:r>
              <a:rPr lang="en-US" sz="1507" dirty="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Cell state </a:t>
            </a:r>
            <a:r>
              <a:rPr lang="en-US" sz="1507" i="1" dirty="0" err="1">
                <a:ea typeface="Calibri" panose="020F0502020204030204" pitchFamily="34" charset="0"/>
              </a:rPr>
              <a:t>c</a:t>
            </a:r>
            <a:r>
              <a:rPr lang="en-US" sz="1665" i="1" baseline="-25000" dirty="0" err="1">
                <a:ea typeface="Calibri" panose="020F0502020204030204" pitchFamily="34" charset="0"/>
              </a:rPr>
              <a:t>t</a:t>
            </a:r>
            <a:r>
              <a:rPr lang="en-US" sz="1665" i="1" baseline="-25000" dirty="0">
                <a:ea typeface="Calibri" panose="020F0502020204030204" pitchFamily="34" charset="0"/>
              </a:rPr>
              <a:t> </a:t>
            </a:r>
            <a:r>
              <a:rPr lang="en-US" sz="1507" dirty="0">
                <a:latin typeface="Tahoma"/>
                <a:ea typeface="Tahoma"/>
                <a:cs typeface="Tahoma"/>
                <a:sym typeface="Tahoma"/>
              </a:rPr>
              <a:t>: Long-term memory (information highway)</a:t>
            </a:r>
            <a:endParaRPr sz="1507" dirty="0">
              <a:latin typeface="Tahoma"/>
              <a:ea typeface="Tahoma"/>
              <a:cs typeface="Tahoma"/>
              <a:sym typeface="Tahoma"/>
            </a:endParaRPr>
          </a:p>
          <a:p>
            <a:pPr marR="1504526" algn="r">
              <a:spcBef>
                <a:spcPts val="341"/>
              </a:spcBef>
            </a:pPr>
            <a:r>
              <a:rPr lang="en-US" sz="1427" baseline="30000" dirty="0">
                <a:solidFill>
                  <a:srgbClr val="3333B2"/>
                </a:solidFill>
                <a:ea typeface="Calibri" panose="020F0502020204030204" pitchFamily="34" charset="0"/>
              </a:rPr>
              <a:t>)  </a:t>
            </a:r>
            <a:r>
              <a:rPr lang="en-US" sz="1507" dirty="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Hidden state </a:t>
            </a:r>
            <a:r>
              <a:rPr lang="en-US" sz="1507" i="1" dirty="0" err="1">
                <a:ea typeface="Calibri" panose="020F0502020204030204" pitchFamily="34" charset="0"/>
              </a:rPr>
              <a:t>h</a:t>
            </a:r>
            <a:r>
              <a:rPr lang="en-US" sz="1665" i="1" baseline="-25000" dirty="0" err="1">
                <a:ea typeface="Calibri" panose="020F0502020204030204" pitchFamily="34" charset="0"/>
              </a:rPr>
              <a:t>t</a:t>
            </a:r>
            <a:r>
              <a:rPr lang="en-US" sz="1665" i="1" baseline="-25000" dirty="0">
                <a:ea typeface="Calibri" panose="020F0502020204030204" pitchFamily="34" charset="0"/>
              </a:rPr>
              <a:t> </a:t>
            </a:r>
            <a:r>
              <a:rPr lang="en-US" sz="1507" dirty="0">
                <a:latin typeface="Tahoma"/>
                <a:ea typeface="Tahoma"/>
                <a:cs typeface="Tahoma"/>
                <a:sym typeface="Tahoma"/>
              </a:rPr>
              <a:t>: Short-term memory (working memory)</a:t>
            </a:r>
            <a:endParaRPr sz="1507" dirty="0">
              <a:latin typeface="Tahoma"/>
              <a:ea typeface="Tahoma"/>
              <a:cs typeface="Tahoma"/>
              <a:sym typeface="Tahoma"/>
            </a:endParaRPr>
          </a:p>
          <a:p>
            <a:pPr marL="286001">
              <a:spcBef>
                <a:spcPts val="341"/>
              </a:spcBef>
            </a:pPr>
            <a:r>
              <a:rPr lang="en-US" sz="1427" baseline="30000" dirty="0">
                <a:solidFill>
                  <a:srgbClr val="3333B2"/>
                </a:solidFill>
                <a:ea typeface="Calibri" panose="020F0502020204030204" pitchFamily="34" charset="0"/>
              </a:rPr>
              <a:t>)  </a:t>
            </a:r>
            <a:r>
              <a:rPr lang="en-US" sz="1507" dirty="0">
                <a:latin typeface="Tahoma"/>
                <a:ea typeface="Tahoma"/>
                <a:cs typeface="Tahoma"/>
                <a:sym typeface="Tahoma"/>
              </a:rPr>
              <a:t>More fine-grained control with 3 gates instead of 2</a:t>
            </a:r>
            <a:endParaRPr sz="1507" dirty="0">
              <a:latin typeface="Tahoma"/>
              <a:ea typeface="Tahoma"/>
              <a:cs typeface="Tahoma"/>
              <a:sym typeface="Tahoma"/>
            </a:endParaRPr>
          </a:p>
          <a:p>
            <a:pPr marL="40282">
              <a:spcBef>
                <a:spcPts val="523"/>
              </a:spcBef>
            </a:pPr>
            <a:r>
              <a:rPr lang="en-US" sz="1665" dirty="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Key advantages</a:t>
            </a:r>
            <a:r>
              <a:rPr lang="en-US" sz="1665" dirty="0">
                <a:latin typeface="Tahoma"/>
                <a:ea typeface="Tahoma"/>
                <a:cs typeface="Tahoma"/>
                <a:sym typeface="Tahoma"/>
              </a:rPr>
              <a:t>:</a:t>
            </a:r>
            <a:endParaRPr sz="1665" dirty="0">
              <a:latin typeface="Tahoma"/>
              <a:ea typeface="Tahoma"/>
              <a:cs typeface="Tahoma"/>
              <a:sym typeface="Tahoma"/>
            </a:endParaRPr>
          </a:p>
          <a:p>
            <a:pPr marL="286001">
              <a:spcBef>
                <a:spcPts val="539"/>
              </a:spcBef>
            </a:pPr>
            <a:r>
              <a:rPr lang="en-US" sz="1427" baseline="30000" dirty="0">
                <a:solidFill>
                  <a:srgbClr val="3333B2"/>
                </a:solidFill>
                <a:ea typeface="Calibri" panose="020F0502020204030204" pitchFamily="34" charset="0"/>
              </a:rPr>
              <a:t>)  </a:t>
            </a:r>
            <a:r>
              <a:rPr lang="en-US" sz="1507" dirty="0">
                <a:latin typeface="Tahoma"/>
                <a:ea typeface="Tahoma"/>
                <a:cs typeface="Tahoma"/>
                <a:sym typeface="Tahoma"/>
              </a:rPr>
              <a:t>Cell state provides uninterrupted gradient flow</a:t>
            </a:r>
            <a:endParaRPr sz="1507" dirty="0">
              <a:latin typeface="Tahoma"/>
              <a:ea typeface="Tahoma"/>
              <a:cs typeface="Tahoma"/>
              <a:sym typeface="Tahoma"/>
            </a:endParaRPr>
          </a:p>
          <a:p>
            <a:pPr marL="286001">
              <a:spcBef>
                <a:spcPts val="341"/>
              </a:spcBef>
            </a:pPr>
            <a:r>
              <a:rPr lang="en-US" sz="1427" baseline="30000" dirty="0">
                <a:solidFill>
                  <a:srgbClr val="3333B2"/>
                </a:solidFill>
                <a:ea typeface="Calibri" panose="020F0502020204030204" pitchFamily="34" charset="0"/>
              </a:rPr>
              <a:t>)  </a:t>
            </a:r>
            <a:r>
              <a:rPr lang="en-US" sz="1507" dirty="0">
                <a:latin typeface="Tahoma"/>
                <a:ea typeface="Tahoma"/>
                <a:cs typeface="Tahoma"/>
                <a:sym typeface="Tahoma"/>
              </a:rPr>
              <a:t>Forget gate can selectively remove information</a:t>
            </a:r>
            <a:endParaRPr sz="1507" dirty="0">
              <a:latin typeface="Tahoma"/>
              <a:ea typeface="Tahoma"/>
              <a:cs typeface="Tahoma"/>
              <a:sym typeface="Tahoma"/>
            </a:endParaRPr>
          </a:p>
          <a:p>
            <a:pPr marL="286001">
              <a:spcBef>
                <a:spcPts val="341"/>
              </a:spcBef>
            </a:pPr>
            <a:r>
              <a:rPr lang="en-US" sz="1427" baseline="30000" dirty="0">
                <a:solidFill>
                  <a:srgbClr val="3333B2"/>
                </a:solidFill>
                <a:ea typeface="Calibri" panose="020F0502020204030204" pitchFamily="34" charset="0"/>
              </a:rPr>
              <a:t>)  </a:t>
            </a:r>
            <a:r>
              <a:rPr lang="en-US" sz="1507" dirty="0">
                <a:latin typeface="Tahoma"/>
                <a:ea typeface="Tahoma"/>
                <a:cs typeface="Tahoma"/>
                <a:sym typeface="Tahoma"/>
              </a:rPr>
              <a:t>Output gate separates what to remember from what to output</a:t>
            </a:r>
            <a:endParaRPr sz="1507" dirty="0">
              <a:latin typeface="Tahoma"/>
              <a:ea typeface="Tahoma"/>
              <a:cs typeface="Tahoma"/>
              <a:sym typeface="Tahoma"/>
            </a:endParaRPr>
          </a:p>
          <a:p>
            <a:pPr marL="286001">
              <a:spcBef>
                <a:spcPts val="341"/>
              </a:spcBef>
            </a:pPr>
            <a:r>
              <a:rPr lang="en-US" sz="1427" baseline="30000" dirty="0">
                <a:solidFill>
                  <a:srgbClr val="3333B2"/>
                </a:solidFill>
                <a:ea typeface="Calibri" panose="020F0502020204030204" pitchFamily="34" charset="0"/>
              </a:rPr>
              <a:t>)  </a:t>
            </a:r>
            <a:r>
              <a:rPr lang="en-US" sz="1507" dirty="0">
                <a:latin typeface="Tahoma"/>
                <a:ea typeface="Tahoma"/>
                <a:cs typeface="Tahoma"/>
                <a:sym typeface="Tahoma"/>
              </a:rPr>
              <a:t>Better for very long sequences (100+ time steps)</a:t>
            </a:r>
            <a:endParaRPr sz="1507" dirty="0">
              <a:latin typeface="Tahoma"/>
              <a:ea typeface="Tahoma"/>
              <a:cs typeface="Tahoma"/>
              <a:sym typeface="Tahoma"/>
            </a:endParaRPr>
          </a:p>
          <a:p>
            <a:pPr marL="40282">
              <a:spcBef>
                <a:spcPts val="674"/>
              </a:spcBef>
            </a:pPr>
            <a:r>
              <a:rPr lang="en-US" sz="1665" dirty="0">
                <a:latin typeface="Tahoma"/>
                <a:ea typeface="Tahoma"/>
                <a:cs typeface="Tahoma"/>
                <a:sym typeface="Tahoma"/>
              </a:rPr>
              <a:t>Most widely used RNN variant in practice</a:t>
            </a:r>
            <a:endParaRPr sz="1665" dirty="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76"/>
          <p:cNvSpPr txBox="1">
            <a:spLocks noGrp="1"/>
          </p:cNvSpPr>
          <p:nvPr>
            <p:ph type="title"/>
          </p:nvPr>
        </p:nvSpPr>
        <p:spPr>
          <a:xfrm>
            <a:off x="151138" y="31648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LSTM: A</a:t>
            </a:r>
            <a:r>
              <a:rPr lang="en-US" cap="small" dirty="0">
                <a:solidFill>
                  <a:srgbClr val="FFFFFF"/>
                </a:solidFill>
              </a:rPr>
              <a:t>rchitecture</a:t>
            </a:r>
            <a:r>
              <a:rPr lang="en-US" dirty="0">
                <a:solidFill>
                  <a:srgbClr val="FFFFFF"/>
                </a:solidFill>
              </a:rPr>
              <a:t> O</a:t>
            </a:r>
            <a:r>
              <a:rPr lang="en-US" cap="small" dirty="0">
                <a:solidFill>
                  <a:srgbClr val="FFFFFF"/>
                </a:solidFill>
              </a:rPr>
              <a:t>verview</a:t>
            </a:r>
            <a:endParaRPr dirty="0"/>
          </a:p>
        </p:txBody>
      </p:sp>
      <p:pic>
        <p:nvPicPr>
          <p:cNvPr id="1286" name="Google Shape;128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3" y="1728611"/>
            <a:ext cx="8660618" cy="380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43" y="855990"/>
            <a:ext cx="4817404" cy="1235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43" y="2056729"/>
            <a:ext cx="4966428" cy="1324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44" y="3257466"/>
            <a:ext cx="5309496" cy="1430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552" y="855992"/>
            <a:ext cx="3109743" cy="17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Box 7"/>
          <p:cNvSpPr txBox="1">
            <a:spLocks noChangeArrowheads="1"/>
          </p:cNvSpPr>
          <p:nvPr/>
        </p:nvSpPr>
        <p:spPr bwMode="auto">
          <a:xfrm>
            <a:off x="5646470" y="2514154"/>
            <a:ext cx="2400016" cy="715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1450147" eaLnBrk="1" fontAlgn="base" hangingPunct="1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351" kern="1200">
                <a:solidFill>
                  <a:srgbClr val="000000"/>
                </a:solidFill>
              </a:rPr>
              <a:t>i</a:t>
            </a:r>
            <a:r>
              <a:rPr lang="en-US" altLang="en-US" sz="1351" kern="1200" baseline="-25000">
                <a:solidFill>
                  <a:srgbClr val="000000"/>
                </a:solidFill>
              </a:rPr>
              <a:t>t </a:t>
            </a:r>
            <a:r>
              <a:rPr lang="en-US" altLang="en-US" sz="1351" kern="1200">
                <a:solidFill>
                  <a:srgbClr val="000000"/>
                </a:solidFill>
              </a:rPr>
              <a:t>decides what component </a:t>
            </a:r>
          </a:p>
          <a:p>
            <a:pPr defTabSz="1450147" eaLnBrk="1" fontAlgn="base" hangingPunct="1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351" kern="1200">
                <a:solidFill>
                  <a:srgbClr val="000000"/>
                </a:solidFill>
              </a:rPr>
              <a:t>is to be updated.</a:t>
            </a:r>
          </a:p>
          <a:p>
            <a:pPr defTabSz="1450147" eaLnBrk="1" fontAlgn="base" hangingPunct="1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351" kern="1200">
                <a:solidFill>
                  <a:srgbClr val="000000"/>
                </a:solidFill>
              </a:rPr>
              <a:t>C’</a:t>
            </a:r>
            <a:r>
              <a:rPr lang="en-US" altLang="ja-JP" sz="1351" kern="1200" baseline="-25000">
                <a:solidFill>
                  <a:srgbClr val="000000"/>
                </a:solidFill>
              </a:rPr>
              <a:t>t</a:t>
            </a:r>
            <a:r>
              <a:rPr lang="en-US" altLang="ja-JP" sz="1351" kern="1200">
                <a:solidFill>
                  <a:srgbClr val="000000"/>
                </a:solidFill>
              </a:rPr>
              <a:t> provides change contents</a:t>
            </a:r>
            <a:endParaRPr lang="en-US" altLang="en-US" sz="1351" kern="1200">
              <a:solidFill>
                <a:srgbClr val="000000"/>
              </a:solidFill>
            </a:endParaRPr>
          </a:p>
        </p:txBody>
      </p:sp>
      <p:sp>
        <p:nvSpPr>
          <p:cNvPr id="24582" name="TextBox 8"/>
          <p:cNvSpPr txBox="1">
            <a:spLocks noChangeArrowheads="1"/>
          </p:cNvSpPr>
          <p:nvPr/>
        </p:nvSpPr>
        <p:spPr bwMode="auto">
          <a:xfrm>
            <a:off x="5658382" y="3943602"/>
            <a:ext cx="1896673" cy="300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1450147" eaLnBrk="1" fontAlgn="base" hangingPunct="1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351" kern="1200">
                <a:solidFill>
                  <a:srgbClr val="000000"/>
                </a:solidFill>
              </a:rPr>
              <a:t>Updating the cell state</a:t>
            </a:r>
          </a:p>
        </p:txBody>
      </p:sp>
      <p:pic>
        <p:nvPicPr>
          <p:cNvPr id="24583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52" y="4515383"/>
            <a:ext cx="5745354" cy="137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4" name="TextBox 11"/>
          <p:cNvSpPr txBox="1">
            <a:spLocks noChangeArrowheads="1"/>
          </p:cNvSpPr>
          <p:nvPr/>
        </p:nvSpPr>
        <p:spPr bwMode="auto">
          <a:xfrm>
            <a:off x="5784649" y="5029984"/>
            <a:ext cx="2271776" cy="5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1450147" eaLnBrk="1" fontAlgn="base" hangingPunct="1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351" kern="1200">
                <a:solidFill>
                  <a:srgbClr val="000000"/>
                </a:solidFill>
              </a:rPr>
              <a:t>Decide what part of the cell</a:t>
            </a:r>
          </a:p>
          <a:p>
            <a:pPr defTabSz="1450147" eaLnBrk="1" fontAlgn="base" hangingPunct="1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351" kern="1200">
                <a:solidFill>
                  <a:srgbClr val="000000"/>
                </a:solidFill>
              </a:rPr>
              <a:t>state to output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5784042" y="1059811"/>
              <a:ext cx="3235433" cy="1501533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74682" y="1050449"/>
                <a:ext cx="3254154" cy="152025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685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77"/>
          <p:cNvSpPr txBox="1">
            <a:spLocks noGrp="1"/>
          </p:cNvSpPr>
          <p:nvPr>
            <p:ph type="title"/>
          </p:nvPr>
        </p:nvSpPr>
        <p:spPr>
          <a:xfrm>
            <a:off x="151138" y="252479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LSTM: U</a:t>
            </a:r>
            <a:r>
              <a:rPr lang="en-US" cap="small" dirty="0">
                <a:solidFill>
                  <a:srgbClr val="FFFFFF"/>
                </a:solidFill>
              </a:rPr>
              <a:t>nrolled</a:t>
            </a:r>
            <a:r>
              <a:rPr lang="en-US" dirty="0">
                <a:solidFill>
                  <a:srgbClr val="FFFFFF"/>
                </a:solidFill>
              </a:rPr>
              <a:t> A</a:t>
            </a:r>
            <a:r>
              <a:rPr lang="en-US" cap="small" dirty="0">
                <a:solidFill>
                  <a:srgbClr val="FFFFFF"/>
                </a:solidFill>
              </a:rPr>
              <a:t>rchitecture</a:t>
            </a:r>
            <a:r>
              <a:rPr lang="en-US" dirty="0">
                <a:solidFill>
                  <a:srgbClr val="FFFFFF"/>
                </a:solidFill>
              </a:rPr>
              <a:t> A</a:t>
            </a:r>
            <a:r>
              <a:rPr lang="en-US" cap="small" dirty="0">
                <a:solidFill>
                  <a:srgbClr val="FFFFFF"/>
                </a:solidFill>
              </a:rPr>
              <a:t>cross</a:t>
            </a:r>
            <a:r>
              <a:rPr lang="en-US" dirty="0">
                <a:solidFill>
                  <a:srgbClr val="FFFFFF"/>
                </a:solidFill>
              </a:rPr>
              <a:t> T</a:t>
            </a:r>
            <a:r>
              <a:rPr lang="en-US" cap="small" dirty="0">
                <a:solidFill>
                  <a:srgbClr val="FFFFFF"/>
                </a:solidFill>
              </a:rPr>
              <a:t>ime</a:t>
            </a:r>
            <a:endParaRPr dirty="0"/>
          </a:p>
        </p:txBody>
      </p:sp>
      <p:pic>
        <p:nvPicPr>
          <p:cNvPr id="1298" name="Google Shape;129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7141369" cy="3861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78"/>
          <p:cNvSpPr txBox="1">
            <a:spLocks noGrp="1"/>
          </p:cNvSpPr>
          <p:nvPr>
            <p:ph type="title"/>
          </p:nvPr>
        </p:nvSpPr>
        <p:spPr>
          <a:xfrm>
            <a:off x="151138" y="31648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LSTM: F</a:t>
            </a:r>
            <a:r>
              <a:rPr lang="en-US" cap="small" dirty="0">
                <a:solidFill>
                  <a:srgbClr val="FFFFFF"/>
                </a:solidFill>
              </a:rPr>
              <a:t>orget</a:t>
            </a:r>
            <a:r>
              <a:rPr lang="en-US" dirty="0">
                <a:solidFill>
                  <a:srgbClr val="FFFFFF"/>
                </a:solidFill>
              </a:rPr>
              <a:t> G</a:t>
            </a:r>
            <a:r>
              <a:rPr lang="en-US" cap="small" dirty="0">
                <a:solidFill>
                  <a:srgbClr val="FFFFFF"/>
                </a:solidFill>
              </a:rPr>
              <a:t>ate</a:t>
            </a:r>
            <a:endParaRPr dirty="0"/>
          </a:p>
        </p:txBody>
      </p:sp>
      <p:pic>
        <p:nvPicPr>
          <p:cNvPr id="1306" name="Google Shape;130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968" y="1728611"/>
            <a:ext cx="7269141" cy="3861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79"/>
          <p:cNvSpPr txBox="1">
            <a:spLocks noGrp="1"/>
          </p:cNvSpPr>
          <p:nvPr>
            <p:ph type="title"/>
          </p:nvPr>
        </p:nvSpPr>
        <p:spPr>
          <a:xfrm>
            <a:off x="151138" y="31648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LSTM: I</a:t>
            </a:r>
            <a:r>
              <a:rPr lang="en-US" cap="small" dirty="0">
                <a:solidFill>
                  <a:srgbClr val="FFFFFF"/>
                </a:solidFill>
              </a:rPr>
              <a:t>nput</a:t>
            </a:r>
            <a:r>
              <a:rPr lang="en-US" dirty="0">
                <a:solidFill>
                  <a:srgbClr val="FFFFFF"/>
                </a:solidFill>
              </a:rPr>
              <a:t> G</a:t>
            </a:r>
            <a:r>
              <a:rPr lang="en-US" cap="small" dirty="0">
                <a:solidFill>
                  <a:srgbClr val="FFFFFF"/>
                </a:solidFill>
              </a:rPr>
              <a:t>ate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and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andidate</a:t>
            </a:r>
            <a:endParaRPr dirty="0"/>
          </a:p>
        </p:txBody>
      </p:sp>
      <p:pic>
        <p:nvPicPr>
          <p:cNvPr id="1314" name="Google Shape;131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593"/>
            <a:ext cx="7891216" cy="4103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80"/>
          <p:cNvSpPr txBox="1">
            <a:spLocks noGrp="1"/>
          </p:cNvSpPr>
          <p:nvPr>
            <p:ph type="title"/>
          </p:nvPr>
        </p:nvSpPr>
        <p:spPr>
          <a:xfrm>
            <a:off x="151138" y="298200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LSTM: C</a:t>
            </a:r>
            <a:r>
              <a:rPr lang="en-US" cap="small" dirty="0">
                <a:solidFill>
                  <a:srgbClr val="FFFFFF"/>
                </a:solidFill>
              </a:rPr>
              <a:t>ell</a:t>
            </a:r>
            <a:r>
              <a:rPr lang="en-US" dirty="0">
                <a:solidFill>
                  <a:srgbClr val="FFFFFF"/>
                </a:solidFill>
              </a:rPr>
              <a:t> S</a:t>
            </a:r>
            <a:r>
              <a:rPr lang="en-US" cap="small" dirty="0">
                <a:solidFill>
                  <a:srgbClr val="FFFFFF"/>
                </a:solidFill>
              </a:rPr>
              <a:t>tate</a:t>
            </a:r>
            <a:r>
              <a:rPr lang="en-US" dirty="0">
                <a:solidFill>
                  <a:srgbClr val="FFFFFF"/>
                </a:solidFill>
              </a:rPr>
              <a:t> U</a:t>
            </a:r>
            <a:r>
              <a:rPr lang="en-US" cap="small" dirty="0">
                <a:solidFill>
                  <a:srgbClr val="FFFFFF"/>
                </a:solidFill>
              </a:rPr>
              <a:t>pdate</a:t>
            </a:r>
            <a:endParaRPr dirty="0"/>
          </a:p>
        </p:txBody>
      </p:sp>
      <p:pic>
        <p:nvPicPr>
          <p:cNvPr id="1322" name="Google Shape;132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1" y="1605606"/>
            <a:ext cx="8256805" cy="413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81"/>
          <p:cNvSpPr txBox="1">
            <a:spLocks noGrp="1"/>
          </p:cNvSpPr>
          <p:nvPr>
            <p:ph type="title"/>
          </p:nvPr>
        </p:nvSpPr>
        <p:spPr>
          <a:xfrm>
            <a:off x="151138" y="31648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LSTM: O</a:t>
            </a:r>
            <a:r>
              <a:rPr lang="en-US" cap="small" dirty="0">
                <a:solidFill>
                  <a:srgbClr val="FFFFFF"/>
                </a:solidFill>
              </a:rPr>
              <a:t>utput</a:t>
            </a:r>
            <a:r>
              <a:rPr lang="en-US" dirty="0">
                <a:solidFill>
                  <a:srgbClr val="FFFFFF"/>
                </a:solidFill>
              </a:rPr>
              <a:t> G</a:t>
            </a:r>
            <a:r>
              <a:rPr lang="en-US" cap="small" dirty="0">
                <a:solidFill>
                  <a:srgbClr val="FFFFFF"/>
                </a:solidFill>
              </a:rPr>
              <a:t>ate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and</a:t>
            </a:r>
            <a:r>
              <a:rPr lang="en-US" dirty="0">
                <a:solidFill>
                  <a:srgbClr val="FFFFFF"/>
                </a:solidFill>
              </a:rPr>
              <a:t> H</a:t>
            </a:r>
            <a:r>
              <a:rPr lang="en-US" cap="small" dirty="0">
                <a:solidFill>
                  <a:srgbClr val="FFFFFF"/>
                </a:solidFill>
              </a:rPr>
              <a:t>idden</a:t>
            </a:r>
            <a:r>
              <a:rPr lang="en-US" dirty="0">
                <a:solidFill>
                  <a:srgbClr val="FFFFFF"/>
                </a:solidFill>
              </a:rPr>
              <a:t> S</a:t>
            </a:r>
            <a:r>
              <a:rPr lang="en-US" cap="small" dirty="0">
                <a:solidFill>
                  <a:srgbClr val="FFFFFF"/>
                </a:solidFill>
              </a:rPr>
              <a:t>tate</a:t>
            </a:r>
            <a:endParaRPr dirty="0"/>
          </a:p>
        </p:txBody>
      </p:sp>
      <p:pic>
        <p:nvPicPr>
          <p:cNvPr id="1331" name="Google Shape;133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115" y="1610452"/>
            <a:ext cx="7578963" cy="416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82"/>
          <p:cNvSpPr txBox="1">
            <a:spLocks noGrp="1"/>
          </p:cNvSpPr>
          <p:nvPr>
            <p:ph type="title"/>
          </p:nvPr>
        </p:nvSpPr>
        <p:spPr>
          <a:xfrm>
            <a:off x="151138" y="407928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LSTM: C</a:t>
            </a:r>
            <a:r>
              <a:rPr lang="en-US" cap="small" dirty="0">
                <a:solidFill>
                  <a:srgbClr val="FFFFFF"/>
                </a:solidFill>
              </a:rPr>
              <a:t>omputational</a:t>
            </a:r>
            <a:r>
              <a:rPr lang="en-US" dirty="0">
                <a:solidFill>
                  <a:srgbClr val="FFFFFF"/>
                </a:solidFill>
              </a:rPr>
              <a:t> G</a:t>
            </a:r>
            <a:r>
              <a:rPr lang="en-US" cap="small" dirty="0">
                <a:solidFill>
                  <a:srgbClr val="FFFFFF"/>
                </a:solidFill>
              </a:rPr>
              <a:t>raph</a:t>
            </a:r>
            <a:endParaRPr dirty="0"/>
          </a:p>
        </p:txBody>
      </p:sp>
      <p:pic>
        <p:nvPicPr>
          <p:cNvPr id="1343" name="Google Shape;134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8660617" cy="3820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83"/>
          <p:cNvSpPr txBox="1">
            <a:spLocks noGrp="1"/>
          </p:cNvSpPr>
          <p:nvPr>
            <p:ph type="title"/>
          </p:nvPr>
        </p:nvSpPr>
        <p:spPr>
          <a:xfrm>
            <a:off x="151137" y="407927"/>
            <a:ext cx="5060419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LSTM: P</a:t>
            </a:r>
            <a:r>
              <a:rPr lang="en-US" cap="small" dirty="0">
                <a:solidFill>
                  <a:srgbClr val="FFFFFF"/>
                </a:solidFill>
              </a:rPr>
              <a:t>arameter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ounting</a:t>
            </a:r>
            <a:endParaRPr dirty="0"/>
          </a:p>
        </p:txBody>
      </p:sp>
      <p:pic>
        <p:nvPicPr>
          <p:cNvPr id="1355" name="Google Shape;135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7897780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84"/>
          <p:cNvSpPr txBox="1">
            <a:spLocks noGrp="1"/>
          </p:cNvSpPr>
          <p:nvPr>
            <p:ph type="title"/>
          </p:nvPr>
        </p:nvSpPr>
        <p:spPr>
          <a:xfrm>
            <a:off x="151138" y="316487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LSTM: W</a:t>
            </a:r>
            <a:r>
              <a:rPr lang="en-US" cap="small" dirty="0">
                <a:solidFill>
                  <a:srgbClr val="FFFFFF"/>
                </a:solidFill>
              </a:rPr>
              <a:t>hy</a:t>
            </a:r>
            <a:r>
              <a:rPr lang="en-US" dirty="0">
                <a:solidFill>
                  <a:srgbClr val="FFFFFF"/>
                </a:solidFill>
              </a:rPr>
              <a:t> I</a:t>
            </a:r>
            <a:r>
              <a:rPr lang="en-US" cap="small" dirty="0">
                <a:solidFill>
                  <a:srgbClr val="FFFFFF"/>
                </a:solidFill>
              </a:rPr>
              <a:t>t</a:t>
            </a:r>
            <a:r>
              <a:rPr lang="en-US" dirty="0">
                <a:solidFill>
                  <a:srgbClr val="FFFFFF"/>
                </a:solidFill>
              </a:rPr>
              <a:t> S</a:t>
            </a:r>
            <a:r>
              <a:rPr lang="en-US" cap="small" dirty="0">
                <a:solidFill>
                  <a:srgbClr val="FFFFFF"/>
                </a:solidFill>
              </a:rPr>
              <a:t>olves</a:t>
            </a:r>
            <a:r>
              <a:rPr lang="en-US" dirty="0">
                <a:solidFill>
                  <a:srgbClr val="FFFFFF"/>
                </a:solidFill>
              </a:rPr>
              <a:t> V</a:t>
            </a:r>
            <a:r>
              <a:rPr lang="en-US" cap="small" dirty="0">
                <a:solidFill>
                  <a:srgbClr val="FFFFFF"/>
                </a:solidFill>
              </a:rPr>
              <a:t>anishing</a:t>
            </a:r>
            <a:r>
              <a:rPr lang="en-US" dirty="0">
                <a:solidFill>
                  <a:srgbClr val="FFFFFF"/>
                </a:solidFill>
              </a:rPr>
              <a:t> G</a:t>
            </a:r>
            <a:r>
              <a:rPr lang="en-US" cap="small" dirty="0">
                <a:solidFill>
                  <a:srgbClr val="FFFFFF"/>
                </a:solidFill>
              </a:rPr>
              <a:t>radients</a:t>
            </a:r>
            <a:endParaRPr dirty="0"/>
          </a:p>
        </p:txBody>
      </p:sp>
      <p:pic>
        <p:nvPicPr>
          <p:cNvPr id="1367" name="Google Shape;136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7945723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85"/>
          <p:cNvSpPr txBox="1">
            <a:spLocks noGrp="1"/>
          </p:cNvSpPr>
          <p:nvPr>
            <p:ph type="title"/>
          </p:nvPr>
        </p:nvSpPr>
        <p:spPr>
          <a:xfrm>
            <a:off x="151138" y="417072"/>
            <a:ext cx="825679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LSTM </a:t>
            </a:r>
            <a:r>
              <a:rPr lang="en-US" cap="small" dirty="0">
                <a:solidFill>
                  <a:srgbClr val="FFFFFF"/>
                </a:solidFill>
              </a:rPr>
              <a:t>vs</a:t>
            </a:r>
            <a:r>
              <a:rPr lang="en-US" dirty="0">
                <a:solidFill>
                  <a:srgbClr val="FFFFFF"/>
                </a:solidFill>
              </a:rPr>
              <a:t> GRU: C</a:t>
            </a:r>
            <a:r>
              <a:rPr lang="en-US" cap="small" dirty="0">
                <a:solidFill>
                  <a:srgbClr val="FFFFFF"/>
                </a:solidFill>
              </a:rPr>
              <a:t>omparison</a:t>
            </a:r>
            <a:endParaRPr dirty="0"/>
          </a:p>
        </p:txBody>
      </p:sp>
      <p:graphicFrame>
        <p:nvGraphicFramePr>
          <p:cNvPr id="1373" name="Google Shape;1373;p85"/>
          <p:cNvGraphicFramePr/>
          <p:nvPr/>
        </p:nvGraphicFramePr>
        <p:xfrm>
          <a:off x="1555245" y="1760240"/>
          <a:ext cx="6017114" cy="27995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10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3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95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Property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GRU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LSTM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95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Number of gates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2 (reset, update)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3 (forget, input, output)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95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Memory types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1 (hidden state)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2 (cell + hidden)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95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Parameters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r>
                        <a:rPr lang="en-US" sz="17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1500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hd </a:t>
                      </a:r>
                      <a:r>
                        <a:rPr lang="en-US" sz="17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+ </a:t>
                      </a:r>
                      <a:r>
                        <a:rPr lang="en-US" sz="1500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700" u="none" strike="noStrike" cap="none" baseline="30000">
                          <a:latin typeface="Tahoma"/>
                          <a:ea typeface="Tahoma"/>
                          <a:cs typeface="Tahoma"/>
                          <a:sym typeface="Tahoma"/>
                        </a:rPr>
                        <a:t>2 </a:t>
                      </a:r>
                      <a:r>
                        <a:rPr lang="en-US" sz="17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+ </a:t>
                      </a:r>
                      <a:r>
                        <a:rPr lang="en-US" sz="1500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7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7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r>
                        <a:rPr lang="en-US" sz="17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1500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hd </a:t>
                      </a:r>
                      <a:r>
                        <a:rPr lang="en-US" sz="17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+ </a:t>
                      </a:r>
                      <a:r>
                        <a:rPr lang="en-US" sz="1500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700" u="none" strike="noStrike" cap="none" baseline="30000">
                          <a:latin typeface="Tahoma"/>
                          <a:ea typeface="Tahoma"/>
                          <a:cs typeface="Tahoma"/>
                          <a:sym typeface="Tahoma"/>
                        </a:rPr>
                        <a:t>2 </a:t>
                      </a:r>
                      <a:r>
                        <a:rPr lang="en-US" sz="17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+ </a:t>
                      </a:r>
                      <a:r>
                        <a:rPr lang="en-US" sz="1500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7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7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95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Relative params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Fewer (</a:t>
                      </a:r>
                      <a:r>
                        <a:rPr lang="en-US" sz="1700" u="none" strike="noStrike" cap="non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∼ </a:t>
                      </a: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25</a:t>
                      </a:r>
                      <a:r>
                        <a:rPr lang="en-US" sz="17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% </a:t>
                      </a: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less)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More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95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Training speed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Faster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Slower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95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Memory usage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Lower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Higher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95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Gradient flow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Good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Excellent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95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Long sequences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Good (50-100 steps)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Better (100+ steps)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95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Popularity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Increasing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Most widely used</a:t>
                      </a:r>
                      <a:endParaRPr sz="15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013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80" name="Google Shape;1380;p85"/>
          <p:cNvSpPr txBox="1"/>
          <p:nvPr/>
        </p:nvSpPr>
        <p:spPr>
          <a:xfrm>
            <a:off x="1022315" y="4682290"/>
            <a:ext cx="6854979" cy="100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1767" rIns="0" bIns="0" anchor="t" anchorCtr="0">
            <a:spAutoFit/>
          </a:bodyPr>
          <a:lstStyle/>
          <a:p>
            <a:pPr marL="20141"/>
            <a:r>
              <a:rPr lang="en-US" sz="1665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When to use GRU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: Smaller datasets, shorter sequences, faster training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  <a:p>
            <a:pPr marL="20141" marR="15106">
              <a:lnSpc>
                <a:spcPct val="114700"/>
              </a:lnSpc>
              <a:spcBef>
                <a:spcPts val="436"/>
              </a:spcBef>
            </a:pPr>
            <a:r>
              <a:rPr lang="en-US" sz="1665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When to use LSTM</a:t>
            </a:r>
            <a:r>
              <a:rPr lang="en-US" sz="1665">
                <a:latin typeface="Tahoma"/>
                <a:ea typeface="Tahoma"/>
                <a:cs typeface="Tahoma"/>
                <a:sym typeface="Tahoma"/>
              </a:rPr>
              <a:t>: Longer sequences, more data available, maximum performance needed</a:t>
            </a:r>
            <a:endParaRPr sz="1665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0"/>
          </p:nvPr>
        </p:nvGraphicFramePr>
        <p:xfrm>
          <a:off x="599076" y="2256374"/>
          <a:ext cx="7790434" cy="335140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955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6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968">
                <a:tc>
                  <a:txBody>
                    <a:bodyPr/>
                    <a:lstStyle/>
                    <a:p>
                      <a:endParaRPr lang="en-IN" sz="17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LSTM</a:t>
                      </a:r>
                      <a:endParaRPr lang="en-IN" sz="17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GRU</a:t>
                      </a:r>
                      <a:endParaRPr lang="en-IN" sz="17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968">
                <a:tc>
                  <a:txBody>
                    <a:bodyPr/>
                    <a:lstStyle/>
                    <a:p>
                      <a:r>
                        <a:rPr lang="en-IN" sz="1700" dirty="0"/>
                        <a:t>Gates</a:t>
                      </a:r>
                      <a:endParaRPr lang="en-IN" sz="17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3 (Forget, Input, Output)</a:t>
                      </a:r>
                      <a:endParaRPr lang="en-IN" sz="17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2 (Reset, Update)</a:t>
                      </a:r>
                      <a:endParaRPr lang="en-IN" sz="17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288">
                <a:tc>
                  <a:txBody>
                    <a:bodyPr/>
                    <a:lstStyle/>
                    <a:p>
                      <a:r>
                        <a:rPr lang="en-IN" sz="1700"/>
                        <a:t>Cell State</a:t>
                      </a:r>
                      <a:endParaRPr lang="en-IN" sz="17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Yes (separate from hidden state)</a:t>
                      </a:r>
                      <a:endParaRPr lang="en-US" sz="17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 No (merged with hidden state)</a:t>
                      </a:r>
                      <a:endParaRPr lang="en-US" sz="17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288">
                <a:tc>
                  <a:txBody>
                    <a:bodyPr/>
                    <a:lstStyle/>
                    <a:p>
                      <a:r>
                        <a:rPr lang="en-IN" sz="1700"/>
                        <a:t>Memory Retention</a:t>
                      </a:r>
                      <a:endParaRPr lang="en-IN" sz="17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Better for long-term dependencies</a:t>
                      </a:r>
                      <a:endParaRPr lang="en-IN" sz="17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Slightly less effective</a:t>
                      </a:r>
                      <a:endParaRPr lang="en-IN" sz="17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288">
                <a:tc>
                  <a:txBody>
                    <a:bodyPr/>
                    <a:lstStyle/>
                    <a:p>
                      <a:r>
                        <a:rPr lang="en-IN" sz="1700"/>
                        <a:t>Training Speed</a:t>
                      </a:r>
                      <a:endParaRPr lang="en-IN" sz="17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 Slower due to more computations</a:t>
                      </a:r>
                      <a:endParaRPr lang="en-US" sz="17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 Faster (fewer parameters)</a:t>
                      </a:r>
                      <a:endParaRPr lang="en-IN" sz="17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8608">
                <a:tc>
                  <a:txBody>
                    <a:bodyPr/>
                    <a:lstStyle/>
                    <a:p>
                      <a:r>
                        <a:rPr lang="en-IN" sz="1700" dirty="0"/>
                        <a:t>Best Use Case</a:t>
                      </a:r>
                      <a:endParaRPr lang="en-IN" sz="17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Long sequences (e.g., machine translation, time-series)</a:t>
                      </a:r>
                      <a:endParaRPr lang="en-US" sz="17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Short sequences, quick training (e.g., speech recognition)</a:t>
                      </a:r>
                      <a:endParaRPr lang="en-US" sz="17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5648" marR="55648" marT="27823" marB="2782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LSTM Vs GRU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25194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934" y="1999552"/>
            <a:ext cx="5196370" cy="350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996" y="2583079"/>
            <a:ext cx="2472948" cy="205437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909537" y="5099812"/>
            <a:ext cx="1371955" cy="385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450147">
              <a:defRPr/>
            </a:pPr>
            <a:r>
              <a:rPr lang="en-US" sz="1903" dirty="0">
                <a:latin typeface="Calibri"/>
                <a:ea typeface="+mn-ea"/>
              </a:rPr>
              <a:t>(c)GRU</a:t>
            </a:r>
            <a:endParaRPr lang="en-IN" sz="1903" dirty="0">
              <a:latin typeface="Calibri"/>
              <a:ea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4650756" y="4674909"/>
              <a:ext cx="2738157" cy="228941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41395" y="4665896"/>
                <a:ext cx="2756879" cy="24768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648708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93"/>
          <p:cNvSpPr txBox="1"/>
          <p:nvPr/>
        </p:nvSpPr>
        <p:spPr>
          <a:xfrm>
            <a:off x="151137" y="444503"/>
            <a:ext cx="5923459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96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RNN A</a:t>
            </a:r>
            <a:r>
              <a:rPr kumimoji="0" lang="en-US" sz="2696" b="0" i="0" u="none" strike="noStrike" kern="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rchitectures</a:t>
            </a:r>
            <a:r>
              <a:rPr kumimoji="0" lang="en-US" sz="2696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:  C</a:t>
            </a:r>
            <a:r>
              <a:rPr kumimoji="0" lang="en-US" sz="2696" b="0" i="0" u="none" strike="noStrike" kern="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omparison</a:t>
            </a:r>
            <a:endParaRPr kumimoji="0" sz="269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5" name="Google Shape;157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3" y="1580154"/>
            <a:ext cx="7759863" cy="42586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4252368"/>
      </p:ext>
    </p:extLst>
  </p:cSld>
  <p:clrMapOvr>
    <a:masterClrMapping/>
  </p:clrMapOvr>
  <p:transition>
    <p:cut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7" y="388511"/>
            <a:ext cx="1593149" cy="439262"/>
          </a:xfrm>
          <a:prstGeom prst="rect">
            <a:avLst/>
          </a:prstGeom>
        </p:spPr>
        <p:txBody>
          <a:bodyPr vert="horz" wrap="square" lIns="0" tIns="24169" rIns="0" bIns="0" rtlCol="0">
            <a:spAutoFit/>
          </a:bodyPr>
          <a:lstStyle/>
          <a:p>
            <a:pPr marL="20141" defTabSz="1450147">
              <a:spcBef>
                <a:spcPts val="190"/>
              </a:spcBef>
              <a:buClrTx/>
              <a:defRPr/>
            </a:pPr>
            <a:r>
              <a:rPr sz="2696" b="1" kern="1200" spc="428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S</a:t>
            </a:r>
            <a:r>
              <a:rPr sz="2696" b="1" kern="1200" cap="small" spc="285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ummar</a:t>
            </a:r>
            <a:r>
              <a:rPr sz="2696" b="1" kern="1200" cap="small" spc="626" dirty="0">
                <a:solidFill>
                  <a:srgbClr val="FFFFFF"/>
                </a:solidFill>
                <a:latin typeface="Calibri"/>
                <a:ea typeface="+mn-ea"/>
                <a:cs typeface="Calibri"/>
              </a:rPr>
              <a:t>y</a:t>
            </a:r>
            <a:endParaRPr sz="2696" b="1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2314" y="2938585"/>
            <a:ext cx="7175060" cy="1110902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292043" marR="229607" indent="-271903" defTabSz="1450147">
              <a:lnSpc>
                <a:spcPct val="138400"/>
              </a:lnSpc>
              <a:spcBef>
                <a:spcPts val="151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Use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-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GRU,</a:t>
            </a:r>
            <a:r>
              <a:rPr sz="1665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when</a:t>
            </a:r>
            <a:r>
              <a:rPr sz="1665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dependency</a:t>
            </a:r>
            <a:r>
              <a:rPr sz="1665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is</a:t>
            </a:r>
            <a:r>
              <a:rPr sz="1665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short.</a:t>
            </a:r>
            <a:r>
              <a:rPr sz="1665" kern="1200" spc="159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Eg:</a:t>
            </a:r>
            <a:r>
              <a:rPr sz="1665" kern="1200" spc="151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Weather</a:t>
            </a:r>
            <a:r>
              <a:rPr sz="1665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forecasting </a:t>
            </a:r>
            <a:r>
              <a:rPr sz="1665" kern="1200" spc="-42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endParaRPr lang="en-IN" sz="1665" kern="1200" spc="-42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292043" marR="229607" indent="-271903" defTabSz="1450147">
              <a:lnSpc>
                <a:spcPct val="138400"/>
              </a:lnSpc>
              <a:spcBef>
                <a:spcPts val="151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Use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LSTM,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when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dependency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is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long.</a:t>
            </a:r>
            <a:r>
              <a:rPr sz="1665" kern="1200" spc="143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Eg:</a:t>
            </a:r>
            <a:r>
              <a:rPr sz="1665" kern="1200" spc="151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NLP</a:t>
            </a:r>
            <a:r>
              <a:rPr sz="1665" kern="1200" spc="32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-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Translation</a:t>
            </a:r>
            <a:endParaRPr sz="1665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  <a:p>
            <a:pPr marL="292043" indent="-271903" defTabSz="1450147">
              <a:spcBef>
                <a:spcPts val="761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Use</a:t>
            </a:r>
            <a:r>
              <a:rPr sz="1665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24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BRNN,</a:t>
            </a:r>
            <a:r>
              <a:rPr sz="1665" kern="1200" spc="4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dependency</a:t>
            </a:r>
            <a:r>
              <a:rPr sz="1665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is</a:t>
            </a:r>
            <a:r>
              <a:rPr sz="1665" kern="1200" spc="4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in</a:t>
            </a:r>
            <a:r>
              <a:rPr sz="1665" kern="1200" spc="40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both</a:t>
            </a:r>
            <a:r>
              <a:rPr sz="1665" kern="1200" spc="4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direction.</a:t>
            </a:r>
            <a:r>
              <a:rPr sz="1665" kern="1200" spc="159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16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Eg:</a:t>
            </a:r>
            <a:r>
              <a:rPr sz="1665" kern="1200" spc="159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Stock</a:t>
            </a:r>
            <a:r>
              <a:rPr sz="1665" kern="1200" spc="4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 </a:t>
            </a:r>
            <a:r>
              <a:rPr sz="1665" kern="1200" spc="8" dirty="0">
                <a:solidFill>
                  <a:prstClr val="black"/>
                </a:solidFill>
                <a:latin typeface="Calibri"/>
                <a:ea typeface="+mn-ea"/>
                <a:cs typeface="Microsoft Sans Serif"/>
              </a:rPr>
              <a:t>prediction</a:t>
            </a:r>
            <a:endParaRPr sz="1665" kern="1200" dirty="0">
              <a:solidFill>
                <a:prstClr val="black"/>
              </a:solidFill>
              <a:latin typeface="Calibri"/>
              <a:ea typeface="+mn-ea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416562528"/>
      </p:ext>
    </p:extLst>
  </p:cSld>
  <p:clrMapOvr>
    <a:masterClrMapping/>
  </p:clrMapOvr>
  <p:transition>
    <p:cut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Google Shape;2064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3458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7533673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32" ma:contentTypeDescription="Create a new document." ma:contentTypeScope="" ma:versionID="3cc9eea3c93da11051d03eb207c3e8d9">
  <xsd:schema xmlns:xsd="http://www.w3.org/2001/XMLSchema" xmlns:xs="http://www.w3.org/2001/XMLSchema" xmlns:p="http://schemas.microsoft.com/office/2006/metadata/properties" xmlns:ns2="15d03a25-cda5-4943-9684-7d18d97bb3bc" xmlns:ns3="1abdae7a-7178-4d1e-9626-01799792f2da" targetNamespace="http://schemas.microsoft.com/office/2006/metadata/properties" ma:root="true" ma:fieldsID="d17908732c7da64ac608df74847bd303" ns2:_="" ns3:_="">
    <xsd:import namespace="15d03a25-cda5-4943-9684-7d18d97bb3bc"/>
    <xsd:import namespace="1abdae7a-7178-4d1e-9626-01799792f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msChannelId" ma:index="15" nillable="true" ma:displayName="Teams Channel Id" ma:internalName="TeamsChannelId">
      <xsd:simpleType>
        <xsd:restriction base="dms:Text"/>
      </xsd:simpleType>
    </xsd:element>
    <xsd:element name="Owner" ma:index="1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7" nillable="true" ma:displayName="Math Settings" ma:internalName="Math_Settings">
      <xsd:simpleType>
        <xsd:restriction base="dms:Text"/>
      </xsd:simpleType>
    </xsd:element>
    <xsd:element name="DefaultSectionNames" ma:index="1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IsNotebookLocked" ma:index="30" nillable="true" ma:displayName="Is Notebook Locked" ma:internalName="IsNotebookLocked">
      <xsd:simpleType>
        <xsd:restriction base="dms:Boolean"/>
      </xsd:simpleType>
    </xsd:element>
    <xsd:element name="Teams_Channel_Section_Location" ma:index="31" nillable="true" ma:displayName="Teams Channel Section Location" ma:internalName="Teams_Channel_Section_Location">
      <xsd:simpleType>
        <xsd:restriction base="dms:Text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dae7a-7178-4d1e-9626-01799792f2da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fbd1a042-5d1e-465b-a2c9-390947662074}" ma:internalName="TaxCatchAll" ma:showField="CatchAllData" ma:web="1abdae7a-7178-4d1e-9626-01799792f2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15d03a25-cda5-4943-9684-7d18d97bb3bc" xsi:nil="true"/>
    <CultureName xmlns="15d03a25-cda5-4943-9684-7d18d97bb3bc" xsi:nil="true"/>
    <LMS_Mappings xmlns="15d03a25-cda5-4943-9684-7d18d97bb3bc" xsi:nil="true"/>
    <Invited_Students xmlns="15d03a25-cda5-4943-9684-7d18d97bb3bc" xsi:nil="true"/>
    <IsNotebookLocked xmlns="15d03a25-cda5-4943-9684-7d18d97bb3bc" xsi:nil="true"/>
    <Math_Settings xmlns="15d03a25-cda5-4943-9684-7d18d97bb3bc" xsi:nil="true"/>
    <Self_Registration_Enabl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Templates xmlns="15d03a25-cda5-4943-9684-7d18d97bb3bc" xsi:nil="true"/>
    <Has_Teacher_Only_SectionGroup xmlns="15d03a25-cda5-4943-9684-7d18d97bb3bc" xsi:nil="true"/>
    <NotebookType xmlns="15d03a25-cda5-4943-9684-7d18d97bb3bc" xsi:nil="true"/>
    <Distribution_Groups xmlns="15d03a25-cda5-4943-9684-7d18d97bb3bc" xsi:nil="true"/>
    <AppVersion xmlns="15d03a25-cda5-4943-9684-7d18d97bb3bc" xsi:nil="true"/>
    <Invited_Teachers xmlns="15d03a25-cda5-4943-9684-7d18d97bb3bc" xsi:nil="true"/>
    <Teams_Channel_Section_Location xmlns="15d03a25-cda5-4943-9684-7d18d97bb3bc" xsi:nil="true"/>
    <Owner xmlns="15d03a25-cda5-4943-9684-7d18d97bb3bc">
      <UserInfo>
        <DisplayName/>
        <AccountId xsi:nil="true"/>
        <AccountType/>
      </UserInfo>
    </Owner>
    <DefaultSectionNames xmlns="15d03a25-cda5-4943-9684-7d18d97bb3bc" xsi:nil="true"/>
    <TeamsChannelId xmlns="15d03a25-cda5-4943-9684-7d18d97bb3bc" xsi:nil="true"/>
    <Is_Collaboration_Space_Locked xmlns="15d03a25-cda5-4943-9684-7d18d97bb3bc" xsi:nil="true"/>
    <lcf76f155ced4ddcb4097134ff3c332f xmlns="15d03a25-cda5-4943-9684-7d18d97bb3bc">
      <Terms xmlns="http://schemas.microsoft.com/office/infopath/2007/PartnerControls"/>
    </lcf76f155ced4ddcb4097134ff3c332f>
    <TaxCatchAll xmlns="1abdae7a-7178-4d1e-9626-01799792f2da" xsi:nil="true"/>
  </documentManagement>
</p:properties>
</file>

<file path=customXml/itemProps1.xml><?xml version="1.0" encoding="utf-8"?>
<ds:datastoreItem xmlns:ds="http://schemas.openxmlformats.org/officeDocument/2006/customXml" ds:itemID="{822ADC3E-7C26-4BB0-AF75-927639F57FEB}"/>
</file>

<file path=customXml/itemProps2.xml><?xml version="1.0" encoding="utf-8"?>
<ds:datastoreItem xmlns:ds="http://schemas.openxmlformats.org/officeDocument/2006/customXml" ds:itemID="{7B2CFDA2-9C03-4E11-9744-4D82F1A7A0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487F77-925E-462E-97BA-46FEA9353875}">
  <ds:schemaRefs>
    <ds:schemaRef ds:uri="http://schemas.microsoft.com/office/2006/metadata/properties"/>
    <ds:schemaRef ds:uri="http://www.w3.org/2000/xmlns/"/>
    <ds:schemaRef ds:uri="0a2451e9-b2b7-43a3-aada-52e3e0c35c47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5063</TotalTime>
  <Words>5054</Words>
  <Application>Microsoft Office PowerPoint</Application>
  <PresentationFormat>On-screen Show (4:3)</PresentationFormat>
  <Paragraphs>851</Paragraphs>
  <Slides>122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122</vt:i4>
      </vt:variant>
    </vt:vector>
  </HeadingPairs>
  <TitlesOfParts>
    <vt:vector size="143" baseType="lpstr">
      <vt:lpstr>Calibri Light</vt:lpstr>
      <vt:lpstr>Helvetica</vt:lpstr>
      <vt:lpstr>Helvetica Light</vt:lpstr>
      <vt:lpstr>Microsoft Sans Serif</vt:lpstr>
      <vt:lpstr>Times New Roman</vt:lpstr>
      <vt:lpstr>Tahoma</vt:lpstr>
      <vt:lpstr>Verdana</vt:lpstr>
      <vt:lpstr>Wingdings</vt:lpstr>
      <vt:lpstr>Courier New</vt:lpstr>
      <vt:lpstr>Arial MT</vt:lpstr>
      <vt:lpstr>Calibri</vt:lpstr>
      <vt:lpstr>Helvetica Neue</vt:lpstr>
      <vt:lpstr>Arial</vt:lpstr>
      <vt:lpstr>Lucida Sans</vt:lpstr>
      <vt:lpstr>Cambria</vt:lpstr>
      <vt:lpstr>Bookman Old Style</vt:lpstr>
      <vt:lpstr>11_Office Theme</vt:lpstr>
      <vt:lpstr>Office Theme</vt:lpstr>
      <vt:lpstr>6_Office Theme</vt:lpstr>
      <vt:lpstr>2_Office Theme</vt:lpstr>
      <vt:lpstr>1_Office Theme</vt:lpstr>
      <vt:lpstr>Deep Neural Networks (AIML ZG511)</vt:lpstr>
      <vt:lpstr>PowerPoint Presentation</vt:lpstr>
      <vt:lpstr>Typical CNN Architecture</vt:lpstr>
      <vt:lpstr>Pattern 1: Spatial Reduction + Channel Expansion</vt:lpstr>
      <vt:lpstr>Pattern 2: Repetitive Building Blocks</vt:lpstr>
      <vt:lpstr>Pattern 3: Skip/Residual Connections</vt:lpstr>
      <vt:lpstr>Pattern 4: Bottleneck Designs</vt:lpstr>
      <vt:lpstr>Pattern 5: Multi-Scale Feature Extraction</vt:lpstr>
      <vt:lpstr>How to Choose Architecture Depth</vt:lpstr>
      <vt:lpstr>Architecture Depth: Practical Guidelines</vt:lpstr>
      <vt:lpstr>Trade-offs: Depth vs. Width</vt:lpstr>
      <vt:lpstr>Depth vs. Width: Practical Recommendations</vt:lpstr>
      <vt:lpstr>Design Decision Framework</vt:lpstr>
      <vt:lpstr>PowerPoint Presentation</vt:lpstr>
      <vt:lpstr>PowerPoint Presentation</vt:lpstr>
      <vt:lpstr>AlexNet</vt:lpstr>
      <vt:lpstr>AlexNet  Architecture</vt:lpstr>
      <vt:lpstr>PowerPoint Presentation</vt:lpstr>
      <vt:lpstr>VGG 16</vt:lpstr>
      <vt:lpstr>PowerPoint Presentation</vt:lpstr>
      <vt:lpstr>GoogLeNet  /  Inception  Net</vt:lpstr>
      <vt:lpstr>PowerPoint Presentation</vt:lpstr>
      <vt:lpstr>PowerPoint Presentation</vt:lpstr>
      <vt:lpstr>PowerPoint Presentation</vt:lpstr>
      <vt:lpstr>PowerPoint Presentation</vt:lpstr>
      <vt:lpstr>Transfer  Learning  for  Image  Data</vt:lpstr>
      <vt:lpstr>Transfer  Learning  for  Text  Data</vt:lpstr>
      <vt:lpstr>PowerPoint Presentation</vt:lpstr>
      <vt:lpstr>Transfer  Learning  -  when  to  use?</vt:lpstr>
      <vt:lpstr>PowerPoint Presentation</vt:lpstr>
      <vt:lpstr>PowerPoint Presentation</vt:lpstr>
      <vt:lpstr>Part  of  Speech  Tagging</vt:lpstr>
      <vt:lpstr>Sentiment  Analysis</vt:lpstr>
      <vt:lpstr>Motivation: Why Sequence Models?</vt:lpstr>
      <vt:lpstr>Sequence  Learning  Problems</vt:lpstr>
      <vt:lpstr>Why Feedforward Networks Fail?</vt:lpstr>
      <vt:lpstr>Temporal Dependencies</vt:lpstr>
      <vt:lpstr>Autoregressive Models</vt:lpstr>
      <vt:lpstr>Autoregressive Models:  Example</vt:lpstr>
      <vt:lpstr>Markov Assumption</vt:lpstr>
      <vt:lpstr>Markov Assumption: Example</vt:lpstr>
      <vt:lpstr>Latent Variable Models</vt:lpstr>
      <vt:lpstr>Latent Variable Models: Example</vt:lpstr>
      <vt:lpstr>Numerical Example: Temperature Forecasting - Setup</vt:lpstr>
      <vt:lpstr>Temperature Forecasting - Autoregressive Prediction</vt:lpstr>
      <vt:lpstr>Temperature Forecasting - Latent Variable Model</vt:lpstr>
      <vt:lpstr>Recurrent Neural Network (RNN)</vt:lpstr>
      <vt:lpstr>RNN: Unrolled Computation Graph</vt:lpstr>
      <vt:lpstr>RNN Mathematical Formulation I</vt:lpstr>
      <vt:lpstr>RNN Mathematical Formulation II</vt:lpstr>
      <vt:lpstr>Parameter Sharing Across Time</vt:lpstr>
      <vt:lpstr>RNN Parameter Counting</vt:lpstr>
      <vt:lpstr>RNN Parameter Counting Example</vt:lpstr>
      <vt:lpstr>RNN Forward Pass: Simple Example</vt:lpstr>
      <vt:lpstr>RNN Forward Pass: Time Step t = 1</vt:lpstr>
      <vt:lpstr>RNN Forward Pass: Time Step t = 2</vt:lpstr>
      <vt:lpstr>Activation Functions in RNNs</vt:lpstr>
      <vt:lpstr>PowerPoint Presentation</vt:lpstr>
      <vt:lpstr>PowerPoint Presentation</vt:lpstr>
      <vt:lpstr>Types  of  RNN  and  Applications</vt:lpstr>
      <vt:lpstr>Training Objective for RNNs</vt:lpstr>
      <vt:lpstr>Loss Function for Sequences</vt:lpstr>
      <vt:lpstr>Backpropagation Through Time (BPTT)</vt:lpstr>
      <vt:lpstr>BPTT: Computational Graph</vt:lpstr>
      <vt:lpstr>BPTT: Key Gradient Equations</vt:lpstr>
      <vt:lpstr>BPTT: Numerical Example Setup</vt:lpstr>
      <vt:lpstr>BPTT: Forward Pass</vt:lpstr>
      <vt:lpstr>BPTT: Backward Pass</vt:lpstr>
      <vt:lpstr>BPTT: Parameter Gradients</vt:lpstr>
      <vt:lpstr>Vanishing Gradients: The Problem</vt:lpstr>
      <vt:lpstr>Vanishing Gradients: Numerical Example</vt:lpstr>
      <vt:lpstr>Why Vanishing Gradients are Problematic?</vt:lpstr>
      <vt:lpstr>Bidirectional RNNs: Motivation</vt:lpstr>
      <vt:lpstr>Bidirectional RNN Architecture</vt:lpstr>
      <vt:lpstr>Bidirectional RNN: Mathematical Formula</vt:lpstr>
      <vt:lpstr>Bidirectional RNN: Parameter Counting</vt:lpstr>
      <vt:lpstr>Example Bidirectional RNN: Parameter Counting</vt:lpstr>
      <vt:lpstr>Example Bidirectional RNN: Parameter Counting</vt:lpstr>
      <vt:lpstr>When to Use Bidirectional RNNs</vt:lpstr>
      <vt:lpstr>Deep (Stacked) RNNs: Motivation</vt:lpstr>
      <vt:lpstr>Deep RNN Architecture</vt:lpstr>
      <vt:lpstr>Deep RNN: Mathematical Formulation</vt:lpstr>
      <vt:lpstr>Deep RNN: Parameter Counting</vt:lpstr>
      <vt:lpstr>Deep RNN: Numerical Example Setup</vt:lpstr>
      <vt:lpstr>Deep RNN: Forward Pass at t = 1</vt:lpstr>
      <vt:lpstr>Deep RNN: Forward Pass at t = 2</vt:lpstr>
      <vt:lpstr>Deep RNN: Gradient Flow Considerations</vt:lpstr>
      <vt:lpstr>GRU: Motivation</vt:lpstr>
      <vt:lpstr>GRU – gated recurrent unit  (more compression)</vt:lpstr>
      <vt:lpstr>GRU: Architecture Overview</vt:lpstr>
      <vt:lpstr>GRU: Unrolled Architecture Across Time</vt:lpstr>
      <vt:lpstr>GRU: Reset Gate</vt:lpstr>
      <vt:lpstr>GRU: Update Gate</vt:lpstr>
      <vt:lpstr>GRU: Candidate Hidden State</vt:lpstr>
      <vt:lpstr>GRU: Final Hidden State Update</vt:lpstr>
      <vt:lpstr>GRU: Computational Graph</vt:lpstr>
      <vt:lpstr>GRU: Numerical Example - Setup</vt:lpstr>
      <vt:lpstr>GRU: Numerical Example - Gates Computation</vt:lpstr>
      <vt:lpstr>GRU: Numerical Example - Hidden State Update</vt:lpstr>
      <vt:lpstr>GRU: Numerical Example - Final Hidden State</vt:lpstr>
      <vt:lpstr>GRU: Parameter Counting</vt:lpstr>
      <vt:lpstr>GRU: Why It Helps with Vanishing Gradients</vt:lpstr>
      <vt:lpstr>Long term dependency example</vt:lpstr>
      <vt:lpstr>LSTM</vt:lpstr>
      <vt:lpstr>Long Short Term Memory - LSTM</vt:lpstr>
      <vt:lpstr>LSTM: Motivation</vt:lpstr>
      <vt:lpstr>LSTM: Architecture Overview</vt:lpstr>
      <vt:lpstr>PowerPoint Presentation</vt:lpstr>
      <vt:lpstr>LSTM: Unrolled Architecture Across Time</vt:lpstr>
      <vt:lpstr>LSTM: Forget Gate</vt:lpstr>
      <vt:lpstr>LSTM: Input Gate and Candidate</vt:lpstr>
      <vt:lpstr>LSTM: Cell State Update</vt:lpstr>
      <vt:lpstr>LSTM: Output Gate and Hidden State</vt:lpstr>
      <vt:lpstr>LSTM: Computational Graph</vt:lpstr>
      <vt:lpstr>LSTM: Parameter Counting</vt:lpstr>
      <vt:lpstr>LSTM: Why It Solves Vanishing Gradients</vt:lpstr>
      <vt:lpstr>LSTM vs GRU: Comparison</vt:lpstr>
      <vt:lpstr>LSTM Vs GRU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</dc:creator>
  <cp:lastModifiedBy>BITS</cp:lastModifiedBy>
  <cp:revision>232</cp:revision>
  <dcterms:created xsi:type="dcterms:W3CDTF">2021-11-12T07:04:08Z</dcterms:created>
  <dcterms:modified xsi:type="dcterms:W3CDTF">2026-07-05T06:57:59Z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